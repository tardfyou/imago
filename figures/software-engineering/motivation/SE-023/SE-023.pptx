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cd8453ddc40bf" /><Relationship Type="http://schemas.openxmlformats.org/officeDocument/2006/relationships/extended-properties" Target="/docProps/app.xml" Id="R4e6811bd77074375" /><Relationship Type="http://schemas.openxmlformats.org/officeDocument/2006/relationships/officeDocument" Target="/ppt/presentation.xml" Id="R3e414d27e32d48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da80c1e87f4b52"/>
  </p:sldMasterIdLst>
  <p:notesMasterIdLst>
    <p:notesMasterId xmlns:r="http://schemas.openxmlformats.org/officeDocument/2006/relationships" r:id="R63d12e4ab2e644ef"/>
  </p:notesMasterIdLst>
  <p:sldIdLst>
    <p:sldId xmlns:r="http://schemas.openxmlformats.org/officeDocument/2006/relationships" id="256" r:id="Rfe9c0c4f6e76411e"/>
  </p:sldIdLst>
  <p:sldSz cx="6915150" cy="40576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bab9876a2d4ba4" /><Relationship Type="http://schemas.openxmlformats.org/officeDocument/2006/relationships/slideMaster" Target="/ppt/slideMasters/slideMaster1.xml" Id="R08da80c1e87f4b52" /><Relationship Type="http://schemas.openxmlformats.org/officeDocument/2006/relationships/notesMaster" Target="/ppt/notesMasters/notesMaster1.xml" Id="R63d12e4ab2e644ef" /><Relationship Type="http://schemas.openxmlformats.org/officeDocument/2006/relationships/presProps" Target="/ppt/presProps.xml" Id="Rc95dd69d684a4443" /><Relationship Type="http://schemas.openxmlformats.org/officeDocument/2006/relationships/tableStyles" Target="/ppt/tableStyles.xml" Id="R50f20c4a8a844f79" /><Relationship Type="http://schemas.openxmlformats.org/officeDocument/2006/relationships/slide" Target="/ppt/slides/slide1.xml" Id="Rfe9c0c4f6e7641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4733d428fc43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5b371907e24de4" /><Relationship Type="http://schemas.openxmlformats.org/officeDocument/2006/relationships/notesMaster" Target="/ppt/notesMasters/notesMaster1.xml" Id="R2041ed75655541b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素材ID：SE-023</ns1:t>
            </ns1:r>
          </ns1:p>
          <ns1:p>
            <ns1:r>
              <ns1:t>论文：SEAlign: Alignment Training for Software Engineering Agent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1，PDF第2页</ns1:t>
            </ns1:r>
          </ns1:p>
          <ns1:p>
            <ns1:r>
              <ns1:t>类型：动机案例</ns1:t>
            </ns1:r>
          </ns1:p>
          <ns1:p>
            <ns1:r>
              <ns1:t>借鉴点：四类失败实例分块呈现，最后用回路示意重复动作；适合从真实失败归纳问题类型的 Figure 1。</ns1:t>
            </ns1:r>
          </ns1:p>
          <ns1:p>
            <ns1:r>
              <ns1:t>论文URL：https://arxiv.org/pdf/2503.18455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ec0d6d8e045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fb8cc927284595" /><Relationship Type="http://schemas.openxmlformats.org/officeDocument/2006/relationships/slideLayout" Target="/ppt/slideLayouts/slideLayout1.xml" Id="R659ce1b49ac443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9ce1b49ac443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83efd52d94b00" /><Relationship Type="http://schemas.openxmlformats.org/officeDocument/2006/relationships/notesSlide" Target="/ppt/notesSlides/notesSlide1.xml" Id="Rbae84158a30443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SE-023-1">
            <a:extLst xmlns:a="http://schemas.openxmlformats.org/drawingml/2006/main">
              <a:ext uri="{FF2B5EF4-FFF2-40B4-BE49-F238E27FC236}">
                <a16:creationId xmlns:a16="http://schemas.microsoft.com/office/drawing/2014/main" id="{479759BF-38CE-4613-800C-810993C8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95250"/>
            <a:ext cx="34385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7070"/>
            </a:solidFill>
          </a:ln>
        </p:spPr>
      </p:sp>
      <p:sp>
        <p:nvSpPr>
          <p:cNvPr id="2" name="SE-023-2">
            <a:extLst xmlns:a="http://schemas.openxmlformats.org/drawingml/2006/main">
              <a:ext uri="{FF2B5EF4-FFF2-40B4-BE49-F238E27FC236}">
                <a16:creationId xmlns:a16="http://schemas.microsoft.com/office/drawing/2014/main" id="{910FCD4A-5E7C-4335-BE34-85DEB88A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95250"/>
            <a:ext cx="32289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7070"/>
            </a:solidFill>
          </a:ln>
        </p:spPr>
      </p:sp>
      <p:sp>
        <p:nvSpPr>
          <p:cNvPr id="3" name="SE-023-3">
            <a:extLst xmlns:a="http://schemas.openxmlformats.org/drawingml/2006/main">
              <a:ext uri="{FF2B5EF4-FFF2-40B4-BE49-F238E27FC236}">
                <a16:creationId xmlns:a16="http://schemas.microsoft.com/office/drawing/2014/main" id="{C6AB36D7-31F8-4E27-8DA6-240087C1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324100"/>
            <a:ext cx="34385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7070"/>
            </a:solidFill>
          </a:ln>
        </p:spPr>
      </p:sp>
      <p:sp>
        <p:nvSpPr>
          <p:cNvPr id="4" name="SE-023-4">
            <a:extLst xmlns:a="http://schemas.openxmlformats.org/drawingml/2006/main">
              <a:ext uri="{FF2B5EF4-FFF2-40B4-BE49-F238E27FC236}">
                <a16:creationId xmlns:a16="http://schemas.microsoft.com/office/drawing/2014/main" id="{075B2449-19E1-4075-A60B-B8DEDC1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322897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7070"/>
            </a:solidFill>
          </a:ln>
        </p:spPr>
      </p:sp>
      <p:sp>
        <p:nvSpPr>
          <p:cNvPr id="5" name="SE-023-5">
            <a:extLst xmlns:a="http://schemas.openxmlformats.org/drawingml/2006/main">
              <a:ext uri="{FF2B5EF4-FFF2-40B4-BE49-F238E27FC236}">
                <a16:creationId xmlns:a16="http://schemas.microsoft.com/office/drawing/2014/main" id="{CD21A1BF-7C79-499E-952D-563A53E2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80C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80C4"/>
                </a:solidFill>
                <a:latin typeface="Arial"/>
                <a:ea typeface="Arial"/>
                <a:cs typeface="Arial"/>
              </a:rPr>
              <a:t>① Failure of following system prompt</a:t>
            </a:r>
          </a:p>
        </p:txBody>
      </p:sp>
      <p:sp>
        <p:nvSpPr>
          <p:cNvPr id="6" name="SE-023-6">
            <a:extLst xmlns:a="http://schemas.openxmlformats.org/drawingml/2006/main">
              <a:ext uri="{FF2B5EF4-FFF2-40B4-BE49-F238E27FC236}">
                <a16:creationId xmlns:a16="http://schemas.microsoft.com/office/drawing/2014/main" id="{E91A6799-0106-4670-999A-9BF7784B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57200"/>
            <a:ext cx="314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 System Prompt:</a:t>
            </a:r>
          </a:p>
        </p:txBody>
      </p:sp>
      <p:sp>
        <p:nvSpPr>
          <p:cNvPr id="7" name="SE-023-7">
            <a:extLst xmlns:a="http://schemas.openxmlformats.org/drawingml/2006/main">
              <a:ext uri="{FF2B5EF4-FFF2-40B4-BE49-F238E27FC236}">
                <a16:creationId xmlns:a16="http://schemas.microsoft.com/office/drawing/2014/main" id="{3AC5EA69-AFE3-4451-B73D-46C67D1E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8650"/>
            <a:ext cx="3333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... You may provide optional reasoning for your function</a:t>
            </a:r>
          </a:p>
        </p:txBody>
      </p:sp>
      <p:sp>
        <p:nvSpPr>
          <p:cNvPr id="8" name="SE-023-8">
            <a:extLst xmlns:a="http://schemas.openxmlformats.org/drawingml/2006/main">
              <a:ext uri="{FF2B5EF4-FFF2-40B4-BE49-F238E27FC236}">
                <a16:creationId xmlns:a16="http://schemas.microsoft.com/office/drawing/2014/main" id="{203FA9F9-05EE-4DC8-9621-6C9FD7AB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800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call in natural language BEFORE the function call,</a:t>
            </a:r>
          </a:p>
        </p:txBody>
      </p:sp>
      <p:sp>
        <p:nvSpPr>
          <p:cNvPr id="9" name="SE-023-9">
            <a:extLst xmlns:a="http://schemas.openxmlformats.org/drawingml/2006/main">
              <a:ext uri="{FF2B5EF4-FFF2-40B4-BE49-F238E27FC236}">
                <a16:creationId xmlns:a16="http://schemas.microsoft.com/office/drawing/2014/main" id="{3B561344-EA34-493C-95EE-CFC261F1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8001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1">
                <a:solidFill>
                  <a:srgbClr val="FE392B"/>
                </a:solidFill>
                <a:latin typeface="Arial"/>
                <a:ea typeface="Arial"/>
                <a:cs typeface="Arial"/>
              </a:defRPr>
            </a:pPr>
            <a:r>
              <a:rPr sz="900" b="1" i="1">
                <a:solidFill>
                  <a:srgbClr val="FE392B"/>
                </a:solidFill>
                <a:latin typeface="Arial"/>
                <a:ea typeface="Arial"/>
                <a:cs typeface="Arial"/>
              </a:rPr>
              <a:t>but</a:t>
            </a:r>
          </a:p>
        </p:txBody>
      </p:sp>
      <p:sp>
        <p:nvSpPr>
          <p:cNvPr id="10" name="SE-023-10">
            <a:extLst xmlns:a="http://schemas.openxmlformats.org/drawingml/2006/main">
              <a:ext uri="{FF2B5EF4-FFF2-40B4-BE49-F238E27FC236}">
                <a16:creationId xmlns:a16="http://schemas.microsoft.com/office/drawing/2014/main" id="{6B499AED-1668-46B5-8138-6C411C71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971550"/>
            <a:ext cx="3095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1">
                <a:solidFill>
                  <a:srgbClr val="FE392B"/>
                </a:solidFill>
                <a:latin typeface="Arial"/>
                <a:ea typeface="Arial"/>
                <a:cs typeface="Arial"/>
              </a:defRPr>
            </a:pPr>
            <a:r>
              <a:rPr sz="900" b="1" i="1">
                <a:solidFill>
                  <a:srgbClr val="FE392B"/>
                </a:solidFill>
                <a:latin typeface="Arial"/>
                <a:ea typeface="Arial"/>
                <a:cs typeface="Arial"/>
              </a:rPr>
              <a:t>NOT after ...</a:t>
            </a:r>
          </a:p>
        </p:txBody>
      </p:sp>
      <p:sp>
        <p:nvSpPr>
          <p:cNvPr id="11" name="SE-023-11">
            <a:extLst xmlns:a="http://schemas.openxmlformats.org/drawingml/2006/main">
              <a:ext uri="{FF2B5EF4-FFF2-40B4-BE49-F238E27FC236}">
                <a16:creationId xmlns:a16="http://schemas.microsoft.com/office/drawing/2014/main" id="{C94391AD-879D-4D20-9C1D-B999FED8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143000"/>
            <a:ext cx="314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Output:</a:t>
            </a:r>
          </a:p>
        </p:txBody>
      </p:sp>
      <p:sp>
        <p:nvSpPr>
          <p:cNvPr id="12" name="SE-023-12">
            <a:extLst xmlns:a="http://schemas.openxmlformats.org/drawingml/2006/main">
              <a:ext uri="{FF2B5EF4-FFF2-40B4-BE49-F238E27FC236}">
                <a16:creationId xmlns:a16="http://schemas.microsoft.com/office/drawing/2014/main" id="{8DCAC2D1-BE02-4278-A66E-C3C2B5D3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144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&lt;function=execute_bash&gt;</a:t>
            </a:r>
          </a:p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&lt;parameter=command&gt;cd ... &lt;/parameter&gt;</a:t>
            </a:r>
          </a:p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&lt;/function&gt;</a:t>
            </a:r>
          </a:p>
        </p:txBody>
      </p:sp>
      <p:sp>
        <p:nvSpPr>
          <p:cNvPr id="13" name="SE-023-13">
            <a:extLst xmlns:a="http://schemas.openxmlformats.org/drawingml/2006/main">
              <a:ext uri="{FF2B5EF4-FFF2-40B4-BE49-F238E27FC236}">
                <a16:creationId xmlns:a16="http://schemas.microsoft.com/office/drawing/2014/main" id="{D55B7E0B-CEC7-43DA-9C82-3DD68CBC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819275"/>
            <a:ext cx="23145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0"/>
          </a:solidFill>
          <a:ln xmlns:a="http://schemas.openxmlformats.org/drawingml/2006/main" w="0">
            <a:noFill/>
          </a:ln>
        </p:spPr>
      </p:sp>
      <p:sp>
        <p:nvSpPr>
          <p:cNvPr id="14" name="SE-023-14">
            <a:extLst xmlns:a="http://schemas.openxmlformats.org/drawingml/2006/main">
              <a:ext uri="{FF2B5EF4-FFF2-40B4-BE49-F238E27FC236}">
                <a16:creationId xmlns:a16="http://schemas.microsoft.com/office/drawing/2014/main" id="{FD9BDB14-7C44-4431-8CB8-C3714263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2880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Explanation:</a:t>
            </a:r>
          </a:p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We'll navigate to the root directory ...</a:t>
            </a:r>
          </a:p>
        </p:txBody>
      </p:sp>
      <p:sp>
        <p:nvSpPr>
          <p:cNvPr id="15" name="SE-023-15">
            <a:extLst xmlns:a="http://schemas.openxmlformats.org/drawingml/2006/main">
              <a:ext uri="{FF2B5EF4-FFF2-40B4-BE49-F238E27FC236}">
                <a16:creationId xmlns:a16="http://schemas.microsoft.com/office/drawing/2014/main" id="{1486DCE5-5CAB-491C-9070-EBA13587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371725"/>
            <a:ext cx="331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80C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80C4"/>
                </a:solidFill>
                <a:latin typeface="Arial"/>
                <a:ea typeface="Arial"/>
                <a:cs typeface="Arial"/>
              </a:rPr>
              <a:t>② Failure of following agent prompt</a:t>
            </a:r>
          </a:p>
          <a:p xmlns:a="http://schemas.openxmlformats.org/drawingml/2006/main">
            <a:pPr algn="l">
              <a:defRPr sz="1050" b="1" i="0">
                <a:solidFill>
                  <a:srgbClr val="4B80C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80C4"/>
                </a:solidFill>
                <a:latin typeface="Arial"/>
                <a:ea typeface="Arial"/>
                <a:cs typeface="Arial"/>
              </a:rPr>
              <a:t>     in the previous round</a:t>
            </a:r>
          </a:p>
        </p:txBody>
      </p:sp>
      <p:sp>
        <p:nvSpPr>
          <p:cNvPr id="16" name="SE-023-16">
            <a:extLst xmlns:a="http://schemas.openxmlformats.org/drawingml/2006/main">
              <a:ext uri="{FF2B5EF4-FFF2-40B4-BE49-F238E27FC236}">
                <a16:creationId xmlns:a16="http://schemas.microsoft.com/office/drawing/2014/main" id="{115EF2E5-90C1-49BE-9FDD-5F1AEAA1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8003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 Agent Prompt in last round:</a:t>
            </a:r>
          </a:p>
        </p:txBody>
      </p:sp>
      <p:sp>
        <p:nvSpPr>
          <p:cNvPr id="17" name="SE-023-17">
            <a:extLst xmlns:a="http://schemas.openxmlformats.org/drawingml/2006/main">
              <a:ext uri="{FF2B5EF4-FFF2-40B4-BE49-F238E27FC236}">
                <a16:creationId xmlns:a16="http://schemas.microsoft.com/office/drawing/2014/main" id="{F79ED3E3-4E71-413E-8054-C264387F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9718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1">
                <a:solidFill>
                  <a:srgbClr val="FE392B"/>
                </a:solidFill>
                <a:latin typeface="Arial"/>
                <a:ea typeface="Arial"/>
                <a:cs typeface="Arial"/>
              </a:defRPr>
            </a:pPr>
            <a:r>
              <a:rPr sz="900" b="1" i="1">
                <a:solidFill>
                  <a:srgbClr val="FE392B"/>
                </a:solidFill>
                <a:latin typeface="Arial"/>
                <a:ea typeface="Arial"/>
                <a:cs typeface="Arial"/>
              </a:rPr>
              <a:t>... first send your answer to user through message and</a:t>
            </a:r>
          </a:p>
          <a:p xmlns:a="http://schemas.openxmlformats.org/drawingml/2006/main">
            <a:pPr algn="l">
              <a:defRPr sz="900" b="1" i="1">
                <a:solidFill>
                  <a:srgbClr val="FE392B"/>
                </a:solidFill>
                <a:latin typeface="Arial"/>
                <a:ea typeface="Arial"/>
                <a:cs typeface="Arial"/>
              </a:defRPr>
            </a:pPr>
            <a:r>
              <a:rPr sz="900" b="1" i="1">
                <a:solidFill>
                  <a:srgbClr val="FE392B"/>
                </a:solidFill>
                <a:latin typeface="Arial"/>
                <a:ea typeface="Arial"/>
                <a:cs typeface="Arial"/>
              </a:rPr>
              <a:t>then finish the interaction.</a:t>
            </a:r>
          </a:p>
        </p:txBody>
      </p:sp>
      <p:sp>
        <p:nvSpPr>
          <p:cNvPr id="18" name="SE-023-18">
            <a:extLst xmlns:a="http://schemas.openxmlformats.org/drawingml/2006/main">
              <a:ext uri="{FF2B5EF4-FFF2-40B4-BE49-F238E27FC236}">
                <a16:creationId xmlns:a16="http://schemas.microsoft.com/office/drawing/2014/main" id="{1F84D1FC-F837-4D2B-9625-014338F9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457575"/>
            <a:ext cx="3162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0"/>
          </a:solidFill>
          <a:ln xmlns:a="http://schemas.openxmlformats.org/drawingml/2006/main" w="0">
            <a:noFill/>
          </a:ln>
        </p:spPr>
      </p:sp>
      <p:sp>
        <p:nvSpPr>
          <p:cNvPr id="19" name="SE-023-19">
            <a:extLst xmlns:a="http://schemas.openxmlformats.org/drawingml/2006/main">
              <a:ext uri="{FF2B5EF4-FFF2-40B4-BE49-F238E27FC236}">
                <a16:creationId xmlns:a16="http://schemas.microsoft.com/office/drawing/2014/main" id="{078789A1-BEDF-4023-80AF-B484C264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4766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fails to call the finish function and submit the</a:t>
            </a:r>
          </a:p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answer.</a:t>
            </a:r>
          </a:p>
        </p:txBody>
      </p:sp>
      <p:sp>
        <p:nvSpPr>
          <p:cNvPr id="20" name="SE-023-20">
            <a:extLst xmlns:a="http://schemas.openxmlformats.org/drawingml/2006/main">
              <a:ext uri="{FF2B5EF4-FFF2-40B4-BE49-F238E27FC236}">
                <a16:creationId xmlns:a16="http://schemas.microsoft.com/office/drawing/2014/main" id="{BCF4FF65-D23D-4548-9D1D-73B9EA10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2400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48C3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8C3C"/>
                </a:solidFill>
                <a:latin typeface="Arial"/>
                <a:ea typeface="Arial"/>
                <a:cs typeface="Arial"/>
              </a:rPr>
              <a:t>③ Incorrect Tool Invocation</a:t>
            </a:r>
          </a:p>
        </p:txBody>
      </p:sp>
      <p:sp>
        <p:nvSpPr>
          <p:cNvPr id="21" name="SE-023-21">
            <a:extLst xmlns:a="http://schemas.openxmlformats.org/drawingml/2006/main">
              <a:ext uri="{FF2B5EF4-FFF2-40B4-BE49-F238E27FC236}">
                <a16:creationId xmlns:a16="http://schemas.microsoft.com/office/drawing/2014/main" id="{D3B0F377-8783-4A00-9FA9-E61CFC80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0525"/>
            <a:ext cx="31337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Output:</a:t>
            </a:r>
          </a:p>
        </p:txBody>
      </p:sp>
      <p:sp>
        <p:nvSpPr>
          <p:cNvPr id="22" name="SE-023-22">
            <a:extLst xmlns:a="http://schemas.openxmlformats.org/drawingml/2006/main">
              <a:ext uri="{FF2B5EF4-FFF2-40B4-BE49-F238E27FC236}">
                <a16:creationId xmlns:a16="http://schemas.microsoft.com/office/drawing/2014/main" id="{E7AC7758-7035-41B8-95C0-D448D0EB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1975"/>
            <a:ext cx="28670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&lt;function=str_replace_editor&gt;</a:t>
            </a:r>
          </a:p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&lt;parameter=command&gt;str_replace&lt;/parameter&gt;</a:t>
            </a:r>
          </a:p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&lt;parameter=path&gt;widgets.py&lt;/parameter&gt;</a:t>
            </a:r>
          </a:p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&lt;/function&gt;</a:t>
            </a:r>
          </a:p>
        </p:txBody>
      </p:sp>
      <p:sp>
        <p:nvSpPr>
          <p:cNvPr id="23" name="SE-023-23">
            <a:extLst xmlns:a="http://schemas.openxmlformats.org/drawingml/2006/main">
              <a:ext uri="{FF2B5EF4-FFF2-40B4-BE49-F238E27FC236}">
                <a16:creationId xmlns:a16="http://schemas.microsoft.com/office/drawing/2014/main" id="{46AFC47F-F0A4-4015-BE63-C8637447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381125"/>
            <a:ext cx="2809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0"/>
          </a:solidFill>
          <a:ln xmlns:a="http://schemas.openxmlformats.org/drawingml/2006/main" w="0">
            <a:noFill/>
          </a:ln>
        </p:spPr>
      </p:sp>
      <p:sp>
        <p:nvSpPr>
          <p:cNvPr id="24" name="SE-023-24">
            <a:extLst xmlns:a="http://schemas.openxmlformats.org/drawingml/2006/main">
              <a:ext uri="{FF2B5EF4-FFF2-40B4-BE49-F238E27FC236}">
                <a16:creationId xmlns:a16="http://schemas.microsoft.com/office/drawing/2014/main" id="{030A411C-8E56-44B4-BEE4-840998C2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390650"/>
            <a:ext cx="3057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Tool Error:</a:t>
            </a:r>
          </a:p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Parameter `old_str` is required for str_replace.</a:t>
            </a:r>
          </a:p>
        </p:txBody>
      </p:sp>
      <p:sp>
        <p:nvSpPr>
          <p:cNvPr id="25" name="SE-023-25">
            <a:extLst xmlns:a="http://schemas.openxmlformats.org/drawingml/2006/main">
              <a:ext uri="{FF2B5EF4-FFF2-40B4-BE49-F238E27FC236}">
                <a16:creationId xmlns:a16="http://schemas.microsoft.com/office/drawing/2014/main" id="{06BDA7F5-669D-429A-BC4D-6D063EDD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09775"/>
            <a:ext cx="3133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3912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39125"/>
                </a:solidFill>
                <a:latin typeface="Arial"/>
                <a:ea typeface="Arial"/>
                <a:cs typeface="Arial"/>
              </a:rPr>
              <a:t>④ Stuck in Agentic Loop</a:t>
            </a:r>
          </a:p>
        </p:txBody>
      </p:sp>
      <p:sp>
        <p:nvSpPr>
          <p:cNvPr id="26" name="SE-023-26">
            <a:extLst xmlns:a="http://schemas.openxmlformats.org/drawingml/2006/main">
              <a:ext uri="{FF2B5EF4-FFF2-40B4-BE49-F238E27FC236}">
                <a16:creationId xmlns:a16="http://schemas.microsoft.com/office/drawing/2014/main" id="{8BE545C1-2F4F-4FFC-ACAE-1A2C469F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24100"/>
            <a:ext cx="1524000" cy="314325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7992"/>
            </a:solidFill>
          </a:ln>
        </p:spPr>
      </p:sp>
      <p:sp>
        <p:nvSpPr>
          <p:cNvPr id="27" name="SE-023-27">
            <a:extLst xmlns:a="http://schemas.openxmlformats.org/drawingml/2006/main">
              <a:ext uri="{FF2B5EF4-FFF2-40B4-BE49-F238E27FC236}">
                <a16:creationId xmlns:a16="http://schemas.microsoft.com/office/drawing/2014/main" id="{4AED737E-626A-45D0-B1F1-B940AC61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71725"/>
            <a:ext cx="1409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First Output</a:t>
            </a:r>
          </a:p>
        </p:txBody>
      </p:sp>
      <p:sp>
        <p:nvSpPr>
          <p:cNvPr id="28" name="SE-023-28">
            <a:extLst xmlns:a="http://schemas.openxmlformats.org/drawingml/2006/main">
              <a:ext uri="{FF2B5EF4-FFF2-40B4-BE49-F238E27FC236}">
                <a16:creationId xmlns:a16="http://schemas.microsoft.com/office/drawing/2014/main" id="{ED15F74B-5F12-44D0-BA68-8E70C3A5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28925"/>
            <a:ext cx="2162175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7992"/>
            </a:solidFill>
          </a:ln>
        </p:spPr>
      </p:sp>
      <p:sp>
        <p:nvSpPr>
          <p:cNvPr id="29" name="SE-023-29">
            <a:extLst xmlns:a="http://schemas.openxmlformats.org/drawingml/2006/main">
              <a:ext uri="{FF2B5EF4-FFF2-40B4-BE49-F238E27FC236}">
                <a16:creationId xmlns:a16="http://schemas.microsoft.com/office/drawing/2014/main" id="{9E3467DD-2C1B-47E9-9F59-B5AADC70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857500"/>
            <a:ext cx="2047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 reports an error because of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①②③ or other issues</a:t>
            </a:r>
          </a:p>
        </p:txBody>
      </p:sp>
      <p:sp>
        <p:nvSpPr>
          <p:cNvPr id="30" name="SE-023-30">
            <a:extLst xmlns:a="http://schemas.openxmlformats.org/drawingml/2006/main">
              <a:ext uri="{FF2B5EF4-FFF2-40B4-BE49-F238E27FC236}">
                <a16:creationId xmlns:a16="http://schemas.microsoft.com/office/drawing/2014/main" id="{BBA7C881-D0F3-44E4-B5DC-3E8B7157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146685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7992"/>
            </a:solidFill>
          </a:ln>
        </p:spPr>
      </p:sp>
      <p:sp>
        <p:nvSpPr>
          <p:cNvPr id="31" name="SE-023-31">
            <a:extLst xmlns:a="http://schemas.openxmlformats.org/drawingml/2006/main">
              <a:ext uri="{FF2B5EF4-FFF2-40B4-BE49-F238E27FC236}">
                <a16:creationId xmlns:a16="http://schemas.microsoft.com/office/drawing/2014/main" id="{70AE9EA8-D9D5-4110-A4B4-2E4D92E0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19475"/>
            <a:ext cx="1352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repeats the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same output...</a:t>
            </a:r>
          </a:p>
        </p:txBody>
      </p:sp>
      <p:sp>
        <p:nvSpPr>
          <p:cNvPr id="32" name="SE-023-path-32">
            <a:extLst xmlns:a="http://schemas.openxmlformats.org/drawingml/2006/main">
              <a:ext uri="{FF2B5EF4-FFF2-40B4-BE49-F238E27FC236}">
                <a16:creationId xmlns:a16="http://schemas.microsoft.com/office/drawing/2014/main" id="{5F8B51B2-A620-4CF7-8A65-D8AC0138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38425"/>
            <a:ext cx="95" cy="180975"/>
          </a:xfrm>
          <a:custGeom xmlns:a="http://schemas.openxmlformats.org/drawingml/2006/main"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377C7"/>
            </a:solidFill>
          </a:ln>
        </p:spPr>
      </p:sp>
      <p:sp>
        <p:nvSpPr>
          <p:cNvPr id="33" name="SE-023-path-33">
            <a:extLst xmlns:a="http://schemas.openxmlformats.org/drawingml/2006/main">
              <a:ext uri="{FF2B5EF4-FFF2-40B4-BE49-F238E27FC236}">
                <a16:creationId xmlns:a16="http://schemas.microsoft.com/office/drawing/2014/main" id="{2E7C3C40-2B6D-4CD4-A7BA-79E3ADB9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462" y="2751811"/>
            <a:ext cx="70375" cy="67589"/>
          </a:xfrm>
          <a:custGeom xmlns:a="http://schemas.openxmlformats.org/drawingml/2006/main">
            <a:pathLst>
              <a:path w="70375" h="67589">
                <a:moveTo>
                  <a:pt x="0" y="0"/>
                </a:moveTo>
                <a:lnTo>
                  <a:pt x="35188" y="67589"/>
                </a:lnTo>
                <a:lnTo>
                  <a:pt x="70375" y="0"/>
                </a:lnTo>
                <a:close/>
              </a:path>
            </a:pathLst>
          </a:custGeom>
          <a:solidFill xmlns:a="http://schemas.openxmlformats.org/drawingml/2006/main">
            <a:srgbClr val="5377C7"/>
          </a:solidFill>
          <a:ln xmlns:a="http://schemas.openxmlformats.org/drawingml/2006/main" w="19050">
            <a:solidFill>
              <a:srgbClr val="5377C7"/>
            </a:solidFill>
          </a:ln>
        </p:spPr>
      </p:sp>
      <p:sp>
        <p:nvSpPr>
          <p:cNvPr id="34" name="SE-023-path-34">
            <a:extLst xmlns:a="http://schemas.openxmlformats.org/drawingml/2006/main">
              <a:ext uri="{FF2B5EF4-FFF2-40B4-BE49-F238E27FC236}">
                <a16:creationId xmlns:a16="http://schemas.microsoft.com/office/drawing/2014/main" id="{9539A73F-6642-4CA0-9D9E-B135D9BA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00400"/>
            <a:ext cx="95" cy="180975"/>
          </a:xfrm>
          <a:custGeom xmlns:a="http://schemas.openxmlformats.org/drawingml/2006/main"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377C7"/>
            </a:solidFill>
          </a:ln>
        </p:spPr>
      </p:sp>
      <p:sp>
        <p:nvSpPr>
          <p:cNvPr id="35" name="SE-023-path-35">
            <a:extLst xmlns:a="http://schemas.openxmlformats.org/drawingml/2006/main">
              <a:ext uri="{FF2B5EF4-FFF2-40B4-BE49-F238E27FC236}">
                <a16:creationId xmlns:a16="http://schemas.microsoft.com/office/drawing/2014/main" id="{DEB4D664-1BCD-4ECE-BB45-848B1822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462" y="3313786"/>
            <a:ext cx="70375" cy="67589"/>
          </a:xfrm>
          <a:custGeom xmlns:a="http://schemas.openxmlformats.org/drawingml/2006/main">
            <a:pathLst>
              <a:path w="70375" h="67589">
                <a:moveTo>
                  <a:pt x="0" y="0"/>
                </a:moveTo>
                <a:lnTo>
                  <a:pt x="35188" y="67589"/>
                </a:lnTo>
                <a:lnTo>
                  <a:pt x="70375" y="0"/>
                </a:lnTo>
                <a:close/>
              </a:path>
            </a:pathLst>
          </a:custGeom>
          <a:solidFill xmlns:a="http://schemas.openxmlformats.org/drawingml/2006/main">
            <a:srgbClr val="5377C7"/>
          </a:solidFill>
          <a:ln xmlns:a="http://schemas.openxmlformats.org/drawingml/2006/main" w="19050">
            <a:solidFill>
              <a:srgbClr val="5377C7"/>
            </a:solidFill>
          </a:ln>
        </p:spPr>
      </p:sp>
      <p:sp>
        <p:nvSpPr>
          <p:cNvPr id="36" name="SE-023-path-36">
            <a:extLst xmlns:a="http://schemas.openxmlformats.org/drawingml/2006/main">
              <a:ext uri="{FF2B5EF4-FFF2-40B4-BE49-F238E27FC236}">
                <a16:creationId xmlns:a16="http://schemas.microsoft.com/office/drawing/2014/main" id="{DA587194-EB5F-426F-8269-2A5BE10F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6237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37" name="SE-023-path-37">
            <a:extLst xmlns:a="http://schemas.openxmlformats.org/drawingml/2006/main">
              <a:ext uri="{FF2B5EF4-FFF2-40B4-BE49-F238E27FC236}">
                <a16:creationId xmlns:a16="http://schemas.microsoft.com/office/drawing/2014/main" id="{42AC5A7E-43EE-482E-B5BB-51455492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38" name="SE-023-path-38">
            <a:extLst xmlns:a="http://schemas.openxmlformats.org/drawingml/2006/main">
              <a:ext uri="{FF2B5EF4-FFF2-40B4-BE49-F238E27FC236}">
                <a16:creationId xmlns:a16="http://schemas.microsoft.com/office/drawing/2014/main" id="{82FA4596-DB6E-4C2F-8212-AC1ED230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57625"/>
            <a:ext cx="95" cy="19050"/>
          </a:xfrm>
          <a:custGeom xmlns:a="http://schemas.openxmlformats.org/drawingml/2006/main">
            <a:pathLst>
              <a:path w="95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39" name="SE-023-path-39">
            <a:extLst xmlns:a="http://schemas.openxmlformats.org/drawingml/2006/main">
              <a:ext uri="{FF2B5EF4-FFF2-40B4-BE49-F238E27FC236}">
                <a16:creationId xmlns:a16="http://schemas.microsoft.com/office/drawing/2014/main" id="{8FE76EA1-0B11-446A-A9AD-8C2E179A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40" name="SE-023-path-40">
            <a:extLst xmlns:a="http://schemas.openxmlformats.org/drawingml/2006/main">
              <a:ext uri="{FF2B5EF4-FFF2-40B4-BE49-F238E27FC236}">
                <a16:creationId xmlns:a16="http://schemas.microsoft.com/office/drawing/2014/main" id="{5FEA19C5-6FC7-489C-B9F7-CD4AECA3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41" name="SE-023-path-41">
            <a:extLst xmlns:a="http://schemas.openxmlformats.org/drawingml/2006/main">
              <a:ext uri="{FF2B5EF4-FFF2-40B4-BE49-F238E27FC236}">
                <a16:creationId xmlns:a16="http://schemas.microsoft.com/office/drawing/2014/main" id="{0E8338C2-1DE9-416D-B838-16302A3C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42" name="SE-023-path-42">
            <a:extLst xmlns:a="http://schemas.openxmlformats.org/drawingml/2006/main">
              <a:ext uri="{FF2B5EF4-FFF2-40B4-BE49-F238E27FC236}">
                <a16:creationId xmlns:a16="http://schemas.microsoft.com/office/drawing/2014/main" id="{2374089E-F0BA-486A-BB24-5BBDF1C0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43" name="SE-023-path-43">
            <a:extLst xmlns:a="http://schemas.openxmlformats.org/drawingml/2006/main">
              <a:ext uri="{FF2B5EF4-FFF2-40B4-BE49-F238E27FC236}">
                <a16:creationId xmlns:a16="http://schemas.microsoft.com/office/drawing/2014/main" id="{84BFEB9D-7233-47FE-B353-FFD8368A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44" name="SE-023-path-44">
            <a:extLst xmlns:a="http://schemas.openxmlformats.org/drawingml/2006/main">
              <a:ext uri="{FF2B5EF4-FFF2-40B4-BE49-F238E27FC236}">
                <a16:creationId xmlns:a16="http://schemas.microsoft.com/office/drawing/2014/main" id="{47C740F7-2EF4-4A3E-BF96-7B25B365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45" name="SE-023-path-45">
            <a:extLst xmlns:a="http://schemas.openxmlformats.org/drawingml/2006/main">
              <a:ext uri="{FF2B5EF4-FFF2-40B4-BE49-F238E27FC236}">
                <a16:creationId xmlns:a16="http://schemas.microsoft.com/office/drawing/2014/main" id="{99F55CCF-7273-4E47-BD6C-E2B4B8A8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46" name="SE-023-path-46">
            <a:extLst xmlns:a="http://schemas.openxmlformats.org/drawingml/2006/main">
              <a:ext uri="{FF2B5EF4-FFF2-40B4-BE49-F238E27FC236}">
                <a16:creationId xmlns:a16="http://schemas.microsoft.com/office/drawing/2014/main" id="{21F336C2-CB22-41F0-AC2E-8C6479C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47" name="SE-023-path-47">
            <a:extLst xmlns:a="http://schemas.openxmlformats.org/drawingml/2006/main">
              <a:ext uri="{FF2B5EF4-FFF2-40B4-BE49-F238E27FC236}">
                <a16:creationId xmlns:a16="http://schemas.microsoft.com/office/drawing/2014/main" id="{D8760B93-A1A8-40C7-B823-506FE608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48" name="SE-023-path-48">
            <a:extLst xmlns:a="http://schemas.openxmlformats.org/drawingml/2006/main">
              <a:ext uri="{FF2B5EF4-FFF2-40B4-BE49-F238E27FC236}">
                <a16:creationId xmlns:a16="http://schemas.microsoft.com/office/drawing/2014/main" id="{6F361BEC-449A-4664-8982-C472B8E1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49" name="SE-023-path-49">
            <a:extLst xmlns:a="http://schemas.openxmlformats.org/drawingml/2006/main">
              <a:ext uri="{FF2B5EF4-FFF2-40B4-BE49-F238E27FC236}">
                <a16:creationId xmlns:a16="http://schemas.microsoft.com/office/drawing/2014/main" id="{0C7F56DC-3E60-4E9B-9E5E-806D4651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50" name="SE-023-path-50">
            <a:extLst xmlns:a="http://schemas.openxmlformats.org/drawingml/2006/main">
              <a:ext uri="{FF2B5EF4-FFF2-40B4-BE49-F238E27FC236}">
                <a16:creationId xmlns:a16="http://schemas.microsoft.com/office/drawing/2014/main" id="{5A630A8A-88CA-4F69-827F-C3EC2BA9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51" name="SE-023-path-51">
            <a:extLst xmlns:a="http://schemas.openxmlformats.org/drawingml/2006/main">
              <a:ext uri="{FF2B5EF4-FFF2-40B4-BE49-F238E27FC236}">
                <a16:creationId xmlns:a16="http://schemas.microsoft.com/office/drawing/2014/main" id="{75AE479D-7CE9-461E-AAEA-4925CDAB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52" name="SE-023-path-52">
            <a:extLst xmlns:a="http://schemas.openxmlformats.org/drawingml/2006/main">
              <a:ext uri="{FF2B5EF4-FFF2-40B4-BE49-F238E27FC236}">
                <a16:creationId xmlns:a16="http://schemas.microsoft.com/office/drawing/2014/main" id="{0FEA1121-2D73-41CB-9D8D-0CB92217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53" name="SE-023-path-53">
            <a:extLst xmlns:a="http://schemas.openxmlformats.org/drawingml/2006/main">
              <a:ext uri="{FF2B5EF4-FFF2-40B4-BE49-F238E27FC236}">
                <a16:creationId xmlns:a16="http://schemas.microsoft.com/office/drawing/2014/main" id="{2DCB599D-0110-482B-8023-B17A3A3E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54" name="SE-023-path-54">
            <a:extLst xmlns:a="http://schemas.openxmlformats.org/drawingml/2006/main">
              <a:ext uri="{FF2B5EF4-FFF2-40B4-BE49-F238E27FC236}">
                <a16:creationId xmlns:a16="http://schemas.microsoft.com/office/drawing/2014/main" id="{907872DE-77B7-40D1-87E2-44555B08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55" name="SE-023-path-55">
            <a:extLst xmlns:a="http://schemas.openxmlformats.org/drawingml/2006/main">
              <a:ext uri="{FF2B5EF4-FFF2-40B4-BE49-F238E27FC236}">
                <a16:creationId xmlns:a16="http://schemas.microsoft.com/office/drawing/2014/main" id="{2BD0FB07-51EB-4878-9A36-4AEC1B40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56" name="SE-023-path-56">
            <a:extLst xmlns:a="http://schemas.openxmlformats.org/drawingml/2006/main">
              <a:ext uri="{FF2B5EF4-FFF2-40B4-BE49-F238E27FC236}">
                <a16:creationId xmlns:a16="http://schemas.microsoft.com/office/drawing/2014/main" id="{B25F0101-56C8-4AD0-847F-54EAC738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57" name="SE-023-path-57">
            <a:extLst xmlns:a="http://schemas.openxmlformats.org/drawingml/2006/main">
              <a:ext uri="{FF2B5EF4-FFF2-40B4-BE49-F238E27FC236}">
                <a16:creationId xmlns:a16="http://schemas.microsoft.com/office/drawing/2014/main" id="{CB131D6D-C284-4F81-A078-D88B4E36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58" name="SE-023-path-58">
            <a:extLst xmlns:a="http://schemas.openxmlformats.org/drawingml/2006/main">
              <a:ext uri="{FF2B5EF4-FFF2-40B4-BE49-F238E27FC236}">
                <a16:creationId xmlns:a16="http://schemas.microsoft.com/office/drawing/2014/main" id="{B228A59F-FF3F-4E71-99A6-3567CAAD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59" name="SE-023-path-59">
            <a:extLst xmlns:a="http://schemas.openxmlformats.org/drawingml/2006/main">
              <a:ext uri="{FF2B5EF4-FFF2-40B4-BE49-F238E27FC236}">
                <a16:creationId xmlns:a16="http://schemas.microsoft.com/office/drawing/2014/main" id="{BCDA9960-243B-4AA8-A9AD-66CBA88D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60" name="SE-023-path-60">
            <a:extLst xmlns:a="http://schemas.openxmlformats.org/drawingml/2006/main">
              <a:ext uri="{FF2B5EF4-FFF2-40B4-BE49-F238E27FC236}">
                <a16:creationId xmlns:a16="http://schemas.microsoft.com/office/drawing/2014/main" id="{5930E0D9-81EB-447A-A0BE-9DFEEE8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61" name="SE-023-path-61">
            <a:extLst xmlns:a="http://schemas.openxmlformats.org/drawingml/2006/main">
              <a:ext uri="{FF2B5EF4-FFF2-40B4-BE49-F238E27FC236}">
                <a16:creationId xmlns:a16="http://schemas.microsoft.com/office/drawing/2014/main" id="{DEA1F481-0F6F-4BA4-BED6-41940272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62" name="SE-023-path-62">
            <a:extLst xmlns:a="http://schemas.openxmlformats.org/drawingml/2006/main">
              <a:ext uri="{FF2B5EF4-FFF2-40B4-BE49-F238E27FC236}">
                <a16:creationId xmlns:a16="http://schemas.microsoft.com/office/drawing/2014/main" id="{847A56E8-8B04-43F1-AFDA-257582D2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63" name="SE-023-path-63">
            <a:extLst xmlns:a="http://schemas.openxmlformats.org/drawingml/2006/main">
              <a:ext uri="{FF2B5EF4-FFF2-40B4-BE49-F238E27FC236}">
                <a16:creationId xmlns:a16="http://schemas.microsoft.com/office/drawing/2014/main" id="{44D01C92-E147-4D1C-B734-D7D7FC36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64" name="SE-023-path-64">
            <a:extLst xmlns:a="http://schemas.openxmlformats.org/drawingml/2006/main">
              <a:ext uri="{FF2B5EF4-FFF2-40B4-BE49-F238E27FC236}">
                <a16:creationId xmlns:a16="http://schemas.microsoft.com/office/drawing/2014/main" id="{6EFD9581-1E2A-499F-BC8F-9789DDB2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19050" cy="95"/>
          </a:xfrm>
          <a:custGeom xmlns:a="http://schemas.openxmlformats.org/drawingml/2006/main">
            <a:pathLst>
              <a:path w="19050" h="95">
                <a:moveTo>
                  <a:pt x="0" y="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65" name="SE-023-path-65">
            <a:extLst xmlns:a="http://schemas.openxmlformats.org/drawingml/2006/main">
              <a:ext uri="{FF2B5EF4-FFF2-40B4-BE49-F238E27FC236}">
                <a16:creationId xmlns:a16="http://schemas.microsoft.com/office/drawing/2014/main" id="{EB530A46-B214-4E69-AF99-93F1E932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862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66" name="SE-023-path-66">
            <a:extLst xmlns:a="http://schemas.openxmlformats.org/drawingml/2006/main">
              <a:ext uri="{FF2B5EF4-FFF2-40B4-BE49-F238E27FC236}">
                <a16:creationId xmlns:a16="http://schemas.microsoft.com/office/drawing/2014/main" id="{31D622D1-3B17-4F8C-AFD4-B297B3BA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38575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67" name="SE-023-path-67">
            <a:extLst xmlns:a="http://schemas.openxmlformats.org/drawingml/2006/main">
              <a:ext uri="{FF2B5EF4-FFF2-40B4-BE49-F238E27FC236}">
                <a16:creationId xmlns:a16="http://schemas.microsoft.com/office/drawing/2014/main" id="{5C62ADCB-7F44-4684-88D1-B609A4C7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909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68" name="SE-023-path-68">
            <a:extLst xmlns:a="http://schemas.openxmlformats.org/drawingml/2006/main">
              <a:ext uri="{FF2B5EF4-FFF2-40B4-BE49-F238E27FC236}">
                <a16:creationId xmlns:a16="http://schemas.microsoft.com/office/drawing/2014/main" id="{9579A65A-4BAE-4724-B2B7-10EB3DA1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43325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69" name="SE-023-path-69">
            <a:extLst xmlns:a="http://schemas.openxmlformats.org/drawingml/2006/main">
              <a:ext uri="{FF2B5EF4-FFF2-40B4-BE49-F238E27FC236}">
                <a16:creationId xmlns:a16="http://schemas.microsoft.com/office/drawing/2014/main" id="{38E5A51A-7AE5-4074-BDCC-63B4767D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957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70" name="SE-023-path-70">
            <a:extLst xmlns:a="http://schemas.openxmlformats.org/drawingml/2006/main">
              <a:ext uri="{FF2B5EF4-FFF2-40B4-BE49-F238E27FC236}">
                <a16:creationId xmlns:a16="http://schemas.microsoft.com/office/drawing/2014/main" id="{99DE93E3-7839-4D7C-8DBC-D92D4069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48075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71" name="SE-023-path-71">
            <a:extLst xmlns:a="http://schemas.openxmlformats.org/drawingml/2006/main">
              <a:ext uri="{FF2B5EF4-FFF2-40B4-BE49-F238E27FC236}">
                <a16:creationId xmlns:a16="http://schemas.microsoft.com/office/drawing/2014/main" id="{28CB7DB5-052C-4073-B3F6-0CC74FE9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004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72" name="SE-023-path-72">
            <a:extLst xmlns:a="http://schemas.openxmlformats.org/drawingml/2006/main">
              <a:ext uri="{FF2B5EF4-FFF2-40B4-BE49-F238E27FC236}">
                <a16:creationId xmlns:a16="http://schemas.microsoft.com/office/drawing/2014/main" id="{58C0CB5F-C4DE-4182-BB93-B41FF554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52825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73" name="SE-023-path-73">
            <a:extLst xmlns:a="http://schemas.openxmlformats.org/drawingml/2006/main">
              <a:ext uri="{FF2B5EF4-FFF2-40B4-BE49-F238E27FC236}">
                <a16:creationId xmlns:a16="http://schemas.microsoft.com/office/drawing/2014/main" id="{E1A4084B-9766-41B8-8191-13E28C20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052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74" name="SE-023-path-74">
            <a:extLst xmlns:a="http://schemas.openxmlformats.org/drawingml/2006/main">
              <a:ext uri="{FF2B5EF4-FFF2-40B4-BE49-F238E27FC236}">
                <a16:creationId xmlns:a16="http://schemas.microsoft.com/office/drawing/2014/main" id="{64781545-D843-4560-8E35-D238A79F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75" name="SE-023-path-75">
            <a:extLst xmlns:a="http://schemas.openxmlformats.org/drawingml/2006/main">
              <a:ext uri="{FF2B5EF4-FFF2-40B4-BE49-F238E27FC236}">
                <a16:creationId xmlns:a16="http://schemas.microsoft.com/office/drawing/2014/main" id="{EF9B5017-B73B-4BDE-9673-3F369074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099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76" name="SE-023-path-76">
            <a:extLst xmlns:a="http://schemas.openxmlformats.org/drawingml/2006/main">
              <a:ext uri="{FF2B5EF4-FFF2-40B4-BE49-F238E27FC236}">
                <a16:creationId xmlns:a16="http://schemas.microsoft.com/office/drawing/2014/main" id="{F5B6C8A4-6AA4-4585-81E3-AE2734E4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62325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77" name="SE-023-path-77">
            <a:extLst xmlns:a="http://schemas.openxmlformats.org/drawingml/2006/main">
              <a:ext uri="{FF2B5EF4-FFF2-40B4-BE49-F238E27FC236}">
                <a16:creationId xmlns:a16="http://schemas.microsoft.com/office/drawing/2014/main" id="{030C536D-77A3-426F-8C20-D1F9716E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147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78" name="SE-023-path-78">
            <a:extLst xmlns:a="http://schemas.openxmlformats.org/drawingml/2006/main">
              <a:ext uri="{FF2B5EF4-FFF2-40B4-BE49-F238E27FC236}">
                <a16:creationId xmlns:a16="http://schemas.microsoft.com/office/drawing/2014/main" id="{51C2145B-B4F1-436B-B281-E7B34553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67075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79" name="SE-023-path-79">
            <a:extLst xmlns:a="http://schemas.openxmlformats.org/drawingml/2006/main">
              <a:ext uri="{FF2B5EF4-FFF2-40B4-BE49-F238E27FC236}">
                <a16:creationId xmlns:a16="http://schemas.microsoft.com/office/drawing/2014/main" id="{54742C64-A7BE-494C-8F13-AE1B15CD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194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80" name="SE-023-path-80">
            <a:extLst xmlns:a="http://schemas.openxmlformats.org/drawingml/2006/main">
              <a:ext uri="{FF2B5EF4-FFF2-40B4-BE49-F238E27FC236}">
                <a16:creationId xmlns:a16="http://schemas.microsoft.com/office/drawing/2014/main" id="{A5D3B6A1-A181-4F9C-AB29-35034D6A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71825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81" name="SE-023-path-81">
            <a:extLst xmlns:a="http://schemas.openxmlformats.org/drawingml/2006/main">
              <a:ext uri="{FF2B5EF4-FFF2-40B4-BE49-F238E27FC236}">
                <a16:creationId xmlns:a16="http://schemas.microsoft.com/office/drawing/2014/main" id="{C3B2F1B3-E551-4137-89D0-0199552E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82" name="SE-023-path-82">
            <a:extLst xmlns:a="http://schemas.openxmlformats.org/drawingml/2006/main">
              <a:ext uri="{FF2B5EF4-FFF2-40B4-BE49-F238E27FC236}">
                <a16:creationId xmlns:a16="http://schemas.microsoft.com/office/drawing/2014/main" id="{0AC4DEEB-521D-4CDC-81C5-881BEB00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76575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83" name="SE-023-path-83">
            <a:extLst xmlns:a="http://schemas.openxmlformats.org/drawingml/2006/main">
              <a:ext uri="{FF2B5EF4-FFF2-40B4-BE49-F238E27FC236}">
                <a16:creationId xmlns:a16="http://schemas.microsoft.com/office/drawing/2014/main" id="{E9C265F1-EA25-4079-B767-5BECFEE1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84" name="SE-023-path-84">
            <a:extLst xmlns:a="http://schemas.openxmlformats.org/drawingml/2006/main">
              <a:ext uri="{FF2B5EF4-FFF2-40B4-BE49-F238E27FC236}">
                <a16:creationId xmlns:a16="http://schemas.microsoft.com/office/drawing/2014/main" id="{7C9FC678-9B2B-4C91-AEF2-5D2E7D2C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81325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85" name="SE-023-path-85">
            <a:extLst xmlns:a="http://schemas.openxmlformats.org/drawingml/2006/main">
              <a:ext uri="{FF2B5EF4-FFF2-40B4-BE49-F238E27FC236}">
                <a16:creationId xmlns:a16="http://schemas.microsoft.com/office/drawing/2014/main" id="{128DDD1D-D298-4C3E-BAC9-C4F89D70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337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86" name="SE-023-path-86">
            <a:extLst xmlns:a="http://schemas.openxmlformats.org/drawingml/2006/main">
              <a:ext uri="{FF2B5EF4-FFF2-40B4-BE49-F238E27FC236}">
                <a16:creationId xmlns:a16="http://schemas.microsoft.com/office/drawing/2014/main" id="{020A4DC8-A3D4-4563-9005-68AA0742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86075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87" name="SE-023-path-87">
            <a:extLst xmlns:a="http://schemas.openxmlformats.org/drawingml/2006/main">
              <a:ext uri="{FF2B5EF4-FFF2-40B4-BE49-F238E27FC236}">
                <a16:creationId xmlns:a16="http://schemas.microsoft.com/office/drawing/2014/main" id="{2BB56EBF-E3A9-411F-B929-9C58C049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88" name="SE-023-path-88">
            <a:extLst xmlns:a="http://schemas.openxmlformats.org/drawingml/2006/main">
              <a:ext uri="{FF2B5EF4-FFF2-40B4-BE49-F238E27FC236}">
                <a16:creationId xmlns:a16="http://schemas.microsoft.com/office/drawing/2014/main" id="{886694A8-846B-46B0-972A-17FAA2D7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90825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89" name="SE-023-path-89">
            <a:extLst xmlns:a="http://schemas.openxmlformats.org/drawingml/2006/main">
              <a:ext uri="{FF2B5EF4-FFF2-40B4-BE49-F238E27FC236}">
                <a16:creationId xmlns:a16="http://schemas.microsoft.com/office/drawing/2014/main" id="{EE129D02-B253-4977-81E5-198A7AE5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43200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90" name="SE-023-path-90">
            <a:extLst xmlns:a="http://schemas.openxmlformats.org/drawingml/2006/main">
              <a:ext uri="{FF2B5EF4-FFF2-40B4-BE49-F238E27FC236}">
                <a16:creationId xmlns:a16="http://schemas.microsoft.com/office/drawing/2014/main" id="{CD4293AF-A383-499D-81A7-35A199DE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95575"/>
            <a:ext cx="95" cy="19050"/>
          </a:xfrm>
          <a:custGeom xmlns:a="http://schemas.openxmlformats.org/drawingml/2006/main">
            <a:pathLst>
              <a:path w="95"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91" name="SE-023-path-91">
            <a:extLst xmlns:a="http://schemas.openxmlformats.org/drawingml/2006/main">
              <a:ext uri="{FF2B5EF4-FFF2-40B4-BE49-F238E27FC236}">
                <a16:creationId xmlns:a16="http://schemas.microsoft.com/office/drawing/2014/main" id="{B5C54EC3-C2D3-4F98-A6CC-032DB409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92" name="SE-023-path-92">
            <a:extLst xmlns:a="http://schemas.openxmlformats.org/drawingml/2006/main">
              <a:ext uri="{FF2B5EF4-FFF2-40B4-BE49-F238E27FC236}">
                <a16:creationId xmlns:a16="http://schemas.microsoft.com/office/drawing/2014/main" id="{264D711A-FE58-45B4-BDD3-843DAF77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93" name="SE-023-path-93">
            <a:extLst xmlns:a="http://schemas.openxmlformats.org/drawingml/2006/main">
              <a:ext uri="{FF2B5EF4-FFF2-40B4-BE49-F238E27FC236}">
                <a16:creationId xmlns:a16="http://schemas.microsoft.com/office/drawing/2014/main" id="{888533D1-4A97-4F45-987E-F89C0741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94" name="SE-023-path-94">
            <a:extLst xmlns:a="http://schemas.openxmlformats.org/drawingml/2006/main">
              <a:ext uri="{FF2B5EF4-FFF2-40B4-BE49-F238E27FC236}">
                <a16:creationId xmlns:a16="http://schemas.microsoft.com/office/drawing/2014/main" id="{3C269195-3C75-4CC9-8501-373825FB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95" name="SE-023-path-95">
            <a:extLst xmlns:a="http://schemas.openxmlformats.org/drawingml/2006/main">
              <a:ext uri="{FF2B5EF4-FFF2-40B4-BE49-F238E27FC236}">
                <a16:creationId xmlns:a16="http://schemas.microsoft.com/office/drawing/2014/main" id="{9F969DEA-605A-4551-9A6A-68FAC503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96" name="SE-023-path-96">
            <a:extLst xmlns:a="http://schemas.openxmlformats.org/drawingml/2006/main">
              <a:ext uri="{FF2B5EF4-FFF2-40B4-BE49-F238E27FC236}">
                <a16:creationId xmlns:a16="http://schemas.microsoft.com/office/drawing/2014/main" id="{D00E0E50-538D-442F-AEF8-E58EB235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97" name="SE-023-path-97">
            <a:extLst xmlns:a="http://schemas.openxmlformats.org/drawingml/2006/main">
              <a:ext uri="{FF2B5EF4-FFF2-40B4-BE49-F238E27FC236}">
                <a16:creationId xmlns:a16="http://schemas.microsoft.com/office/drawing/2014/main" id="{9DA033E8-E4E2-41DE-B5F6-F4E1D87E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98" name="SE-023-path-98">
            <a:extLst xmlns:a="http://schemas.openxmlformats.org/drawingml/2006/main">
              <a:ext uri="{FF2B5EF4-FFF2-40B4-BE49-F238E27FC236}">
                <a16:creationId xmlns:a16="http://schemas.microsoft.com/office/drawing/2014/main" id="{C782B771-238B-425B-BD88-25B18477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99" name="SE-023-path-99">
            <a:extLst xmlns:a="http://schemas.openxmlformats.org/drawingml/2006/main">
              <a:ext uri="{FF2B5EF4-FFF2-40B4-BE49-F238E27FC236}">
                <a16:creationId xmlns:a16="http://schemas.microsoft.com/office/drawing/2014/main" id="{9F53FE35-8235-456F-8DC9-76E91BFC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00" name="SE-023-path-100">
            <a:extLst xmlns:a="http://schemas.openxmlformats.org/drawingml/2006/main">
              <a:ext uri="{FF2B5EF4-FFF2-40B4-BE49-F238E27FC236}">
                <a16:creationId xmlns:a16="http://schemas.microsoft.com/office/drawing/2014/main" id="{7F52442F-5286-428A-959A-B9C21AE2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01" name="SE-023-path-101">
            <a:extLst xmlns:a="http://schemas.openxmlformats.org/drawingml/2006/main">
              <a:ext uri="{FF2B5EF4-FFF2-40B4-BE49-F238E27FC236}">
                <a16:creationId xmlns:a16="http://schemas.microsoft.com/office/drawing/2014/main" id="{B0CBE10E-D8B2-47A9-9BFF-BFFDA874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02" name="SE-023-path-102">
            <a:extLst xmlns:a="http://schemas.openxmlformats.org/drawingml/2006/main">
              <a:ext uri="{FF2B5EF4-FFF2-40B4-BE49-F238E27FC236}">
                <a16:creationId xmlns:a16="http://schemas.microsoft.com/office/drawing/2014/main" id="{1A12F74C-E8A3-4666-BEB9-DF6A509C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03" name="SE-023-path-103">
            <a:extLst xmlns:a="http://schemas.openxmlformats.org/drawingml/2006/main">
              <a:ext uri="{FF2B5EF4-FFF2-40B4-BE49-F238E27FC236}">
                <a16:creationId xmlns:a16="http://schemas.microsoft.com/office/drawing/2014/main" id="{3FEB3911-1DD4-4B76-AE0D-E614DEC9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04" name="SE-023-path-104">
            <a:extLst xmlns:a="http://schemas.openxmlformats.org/drawingml/2006/main">
              <a:ext uri="{FF2B5EF4-FFF2-40B4-BE49-F238E27FC236}">
                <a16:creationId xmlns:a16="http://schemas.microsoft.com/office/drawing/2014/main" id="{794F9051-44B3-41D6-B14B-3DE1014D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05" name="SE-023-path-105">
            <a:extLst xmlns:a="http://schemas.openxmlformats.org/drawingml/2006/main">
              <a:ext uri="{FF2B5EF4-FFF2-40B4-BE49-F238E27FC236}">
                <a16:creationId xmlns:a16="http://schemas.microsoft.com/office/drawing/2014/main" id="{40351047-7A91-45BB-9966-9E53515D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06" name="SE-023-path-106">
            <a:extLst xmlns:a="http://schemas.openxmlformats.org/drawingml/2006/main">
              <a:ext uri="{FF2B5EF4-FFF2-40B4-BE49-F238E27FC236}">
                <a16:creationId xmlns:a16="http://schemas.microsoft.com/office/drawing/2014/main" id="{B476942D-5DDF-4515-AE77-01B3961A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07" name="SE-023-path-107">
            <a:extLst xmlns:a="http://schemas.openxmlformats.org/drawingml/2006/main">
              <a:ext uri="{FF2B5EF4-FFF2-40B4-BE49-F238E27FC236}">
                <a16:creationId xmlns:a16="http://schemas.microsoft.com/office/drawing/2014/main" id="{D1BD0476-BCA4-4317-9D77-833A7829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08" name="SE-023-path-108">
            <a:extLst xmlns:a="http://schemas.openxmlformats.org/drawingml/2006/main">
              <a:ext uri="{FF2B5EF4-FFF2-40B4-BE49-F238E27FC236}">
                <a16:creationId xmlns:a16="http://schemas.microsoft.com/office/drawing/2014/main" id="{3ADD8ECA-1930-4617-BAD8-12025D10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09" name="SE-023-path-109">
            <a:extLst xmlns:a="http://schemas.openxmlformats.org/drawingml/2006/main">
              <a:ext uri="{FF2B5EF4-FFF2-40B4-BE49-F238E27FC236}">
                <a16:creationId xmlns:a16="http://schemas.microsoft.com/office/drawing/2014/main" id="{DEC4C61F-389C-4D90-A2AB-DFA66554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10" name="SE-023-path-110">
            <a:extLst xmlns:a="http://schemas.openxmlformats.org/drawingml/2006/main">
              <a:ext uri="{FF2B5EF4-FFF2-40B4-BE49-F238E27FC236}">
                <a16:creationId xmlns:a16="http://schemas.microsoft.com/office/drawing/2014/main" id="{EE0E6CA0-8803-4A53-9755-0E60C600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11" name="SE-023-path-111">
            <a:extLst xmlns:a="http://schemas.openxmlformats.org/drawingml/2006/main">
              <a:ext uri="{FF2B5EF4-FFF2-40B4-BE49-F238E27FC236}">
                <a16:creationId xmlns:a16="http://schemas.microsoft.com/office/drawing/2014/main" id="{892193DB-B83C-4159-8B5A-014F98D5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12" name="SE-023-path-112">
            <a:extLst xmlns:a="http://schemas.openxmlformats.org/drawingml/2006/main">
              <a:ext uri="{FF2B5EF4-FFF2-40B4-BE49-F238E27FC236}">
                <a16:creationId xmlns:a16="http://schemas.microsoft.com/office/drawing/2014/main" id="{60421753-D51A-4721-8076-DAAC34F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13" name="SE-023-path-113">
            <a:extLst xmlns:a="http://schemas.openxmlformats.org/drawingml/2006/main">
              <a:ext uri="{FF2B5EF4-FFF2-40B4-BE49-F238E27FC236}">
                <a16:creationId xmlns:a16="http://schemas.microsoft.com/office/drawing/2014/main" id="{E40971D9-F7D4-495F-8C21-4B9F3740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14" name="SE-023-path-114">
            <a:extLst xmlns:a="http://schemas.openxmlformats.org/drawingml/2006/main">
              <a:ext uri="{FF2B5EF4-FFF2-40B4-BE49-F238E27FC236}">
                <a16:creationId xmlns:a16="http://schemas.microsoft.com/office/drawing/2014/main" id="{BFEBD275-6EC4-41B6-8EEE-DA0600E6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15" name="SE-023-path-115">
            <a:extLst xmlns:a="http://schemas.openxmlformats.org/drawingml/2006/main">
              <a:ext uri="{FF2B5EF4-FFF2-40B4-BE49-F238E27FC236}">
                <a16:creationId xmlns:a16="http://schemas.microsoft.com/office/drawing/2014/main" id="{11E3E701-B7EE-46B3-8F2E-B6535AC1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16" name="SE-023-path-116">
            <a:extLst xmlns:a="http://schemas.openxmlformats.org/drawingml/2006/main">
              <a:ext uri="{FF2B5EF4-FFF2-40B4-BE49-F238E27FC236}">
                <a16:creationId xmlns:a16="http://schemas.microsoft.com/office/drawing/2014/main" id="{7304BEF7-95CD-4747-BBC3-E3D207E2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95575"/>
            <a:ext cx="19050" cy="95"/>
          </a:xfrm>
          <a:custGeom xmlns:a="http://schemas.openxmlformats.org/drawingml/2006/main">
            <a:pathLst>
              <a:path w="19050" h="95">
                <a:moveTo>
                  <a:pt x="19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81D4"/>
            </a:solidFill>
          </a:ln>
        </p:spPr>
      </p:sp>
      <p:sp>
        <p:nvSpPr>
          <p:cNvPr id="117" name="SE-023-path-117">
            <a:extLst xmlns:a="http://schemas.openxmlformats.org/drawingml/2006/main">
              <a:ext uri="{FF2B5EF4-FFF2-40B4-BE49-F238E27FC236}">
                <a16:creationId xmlns:a16="http://schemas.microsoft.com/office/drawing/2014/main" id="{0EA71E9B-407D-4278-9678-9EFA835F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95575"/>
            <a:ext cx="95" cy="123825"/>
          </a:xfrm>
          <a:custGeom xmlns:a="http://schemas.openxmlformats.org/drawingml/2006/main"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6281D4"/>
            </a:solidFill>
          </a:ln>
        </p:spPr>
      </p:sp>
      <p:sp>
        <p:nvSpPr>
          <p:cNvPr id="118" name="SE-023-path-118">
            <a:extLst xmlns:a="http://schemas.openxmlformats.org/drawingml/2006/main">
              <a:ext uri="{FF2B5EF4-FFF2-40B4-BE49-F238E27FC236}">
                <a16:creationId xmlns:a16="http://schemas.microsoft.com/office/drawing/2014/main" id="{A62E90E8-AD13-4AC3-877A-20BC669B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484" y="2768708"/>
            <a:ext cx="52781" cy="50692"/>
          </a:xfrm>
          <a:custGeom xmlns:a="http://schemas.openxmlformats.org/drawingml/2006/main">
            <a:pathLst>
              <a:path w="52781" h="50692">
                <a:moveTo>
                  <a:pt x="0" y="0"/>
                </a:moveTo>
                <a:lnTo>
                  <a:pt x="26391" y="50692"/>
                </a:lnTo>
                <a:lnTo>
                  <a:pt x="52781" y="0"/>
                </a:lnTo>
                <a:close/>
              </a:path>
            </a:pathLst>
          </a:custGeom>
          <a:solidFill xmlns:a="http://schemas.openxmlformats.org/drawingml/2006/main">
            <a:srgbClr val="6281D4"/>
          </a:solidFill>
          <a:ln xmlns:a="http://schemas.openxmlformats.org/drawingml/2006/main" w="16193">
            <a:solidFill>
              <a:srgbClr val="6281D4"/>
            </a:solidFill>
          </a:ln>
        </p:spPr>
      </p:sp>
      <p:sp>
        <p:nvSpPr>
          <p:cNvPr id="119" name="SE-023-119">
            <a:extLst xmlns:a="http://schemas.openxmlformats.org/drawingml/2006/main">
              <a:ext uri="{FF2B5EF4-FFF2-40B4-BE49-F238E27FC236}">
                <a16:creationId xmlns:a16="http://schemas.microsoft.com/office/drawing/2014/main" id="{558F59A5-FAA2-4E66-82BD-91307D3D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381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0"/>
          </a:solidFill>
          <a:ln xmlns:a="http://schemas.openxmlformats.org/drawingml/2006/main" w="0">
            <a:noFill/>
          </a:ln>
        </p:spPr>
      </p:sp>
      <p:sp>
        <p:nvSpPr>
          <p:cNvPr id="120" name="SE-023-120">
            <a:extLst xmlns:a="http://schemas.openxmlformats.org/drawingml/2006/main">
              <a:ext uri="{FF2B5EF4-FFF2-40B4-BE49-F238E27FC236}">
                <a16:creationId xmlns:a16="http://schemas.microsoft.com/office/drawing/2014/main" id="{91AF85CA-1B92-4FAE-97C0-E79013FC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67025"/>
            <a:ext cx="352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Stuck</a:t>
            </a:r>
          </a:p>
          <a:p xmlns:a="http://schemas.openxmlformats.org/drawingml/2006/main">
            <a:pPr algn="l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204448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2026-09-05T08:51:09.2560000Z</dcterms:created>
  <dcterms:modified xsi:type="dcterms:W3CDTF">2026-09-05T08:51:09.2560000Z</dcterms:modified>
</coreProperties>
</file>