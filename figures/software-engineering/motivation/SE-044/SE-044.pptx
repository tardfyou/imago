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05e881a2b4ec6" /><Relationship Type="http://schemas.openxmlformats.org/officeDocument/2006/relationships/extended-properties" Target="/docProps/app.xml" Id="R0cab9d0feab144ce" /><Relationship Type="http://schemas.openxmlformats.org/officeDocument/2006/relationships/officeDocument" Target="/ppt/presentation.xml" Id="R3f276dfc6e934c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26480529604d0f"/>
  </p:sldMasterIdLst>
  <p:notesMasterIdLst>
    <p:notesMasterId xmlns:r="http://schemas.openxmlformats.org/officeDocument/2006/relationships" r:id="R435539647ef140cb"/>
  </p:notesMasterIdLst>
  <p:sldIdLst>
    <p:sldId xmlns:r="http://schemas.openxmlformats.org/officeDocument/2006/relationships" id="256" r:id="R2e0ac30a9e8d410e"/>
  </p:sldIdLst>
  <p:sldSz cx="13087350" cy="51149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b0658913164332" /><Relationship Type="http://schemas.openxmlformats.org/officeDocument/2006/relationships/slideMaster" Target="/ppt/slideMasters/slideMaster1.xml" Id="Rd626480529604d0f" /><Relationship Type="http://schemas.openxmlformats.org/officeDocument/2006/relationships/notesMaster" Target="/ppt/notesMasters/notesMaster1.xml" Id="R435539647ef140cb" /><Relationship Type="http://schemas.openxmlformats.org/officeDocument/2006/relationships/presProps" Target="/ppt/presProps.xml" Id="Reffcd6da39f746f5" /><Relationship Type="http://schemas.openxmlformats.org/officeDocument/2006/relationships/tableStyles" Target="/ppt/tableStyles.xml" Id="R4a7976ef464a42a5" /><Relationship Type="http://schemas.openxmlformats.org/officeDocument/2006/relationships/slide" Target="/ppt/slides/slide1.xml" Id="R2e0ac30a9e8d41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bdf3add85d4e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d5b84f35774f7a" /><Relationship Type="http://schemas.openxmlformats.org/officeDocument/2006/relationships/notesMaster" Target="/ppt/notesMasters/notesMaster1.xml" Id="R8e33017dcd834d7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素材ID：SE-044</ns1:t>
            </ns1:r>
          </ns1:p>
          <ns1:p>
            <ns1:r>
              <ns1:t>论文：General and Practical Property-based Testing for Android Apps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类型：动机示例</ns1:t>
            </ns1:r>
          </ns1:p>
          <ns1:p>
            <ns1:r>
              <ns1:t>借鉴点：上下两行UI帧逐步对应，编号、鼠标动作与虚线范围强调同一功能在不同上下文中的结果差异。</ns1:t>
            </ns1:r>
          </ns1:p>
          <ns1:p>
            <ns1:r>
              <ns1:t>论文URL：https://xyiheng.github.io/files/Property_Based_Testing_for_Android_Apps.pdf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fac4b2a5a4a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15f5727704a65" /><Relationship Type="http://schemas.openxmlformats.org/officeDocument/2006/relationships/slideLayout" Target="/ppt/slideLayouts/slideLayout1.xml" Id="Re1364feb9be0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64feb9be0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de53ce4c34a90" /><Relationship Type="http://schemas.openxmlformats.org/officeDocument/2006/relationships/image" Target="/ppt/media/image.png" Id="R6e7f7dfa7e2d4b80" /><Relationship Type="http://schemas.openxmlformats.org/officeDocument/2006/relationships/image" Target="/ppt/media/image2.png" Id="R6a3c59c8d81a4f1a" /><Relationship Type="http://schemas.openxmlformats.org/officeDocument/2006/relationships/image" Target="/ppt/media/image3.png" Id="Red15ae3c53554517" /><Relationship Type="http://schemas.openxmlformats.org/officeDocument/2006/relationships/image" Target="/ppt/media/image4.png" Id="R8d074a0868554532" /><Relationship Type="http://schemas.openxmlformats.org/officeDocument/2006/relationships/image" Target="/ppt/media/image5.png" Id="Rcd3dcd61d6524b24" /><Relationship Type="http://schemas.openxmlformats.org/officeDocument/2006/relationships/image" Target="/ppt/media/image6.png" Id="R6a5a6c7a6bf74cf6" /><Relationship Type="http://schemas.openxmlformats.org/officeDocument/2006/relationships/image" Target="/ppt/media/image7.png" Id="Rb38845d56be74f3d" /><Relationship Type="http://schemas.openxmlformats.org/officeDocument/2006/relationships/image" Target="/ppt/media/image8.png" Id="R0ac254dbc29045a0" /><Relationship Type="http://schemas.openxmlformats.org/officeDocument/2006/relationships/image" Target="/ppt/media/image9.png" Id="Rcd28c8a6ba9a4596" /><Relationship Type="http://schemas.openxmlformats.org/officeDocument/2006/relationships/image" Target="/ppt/media/image10.png" Id="R42130d95a6af4317" /><Relationship Type="http://schemas.openxmlformats.org/officeDocument/2006/relationships/image" Target="/ppt/media/image11.png" Id="Ra3ddd4462c044471" /><Relationship Type="http://schemas.openxmlformats.org/officeDocument/2006/relationships/image" Target="/ppt/media/image12.png" Id="R2780cf41dea5487d" /><Relationship Type="http://schemas.openxmlformats.org/officeDocument/2006/relationships/image" Target="/ppt/media/image13.png" Id="R9a9348d1575d4b83" /><Relationship Type="http://schemas.openxmlformats.org/officeDocument/2006/relationships/image" Target="/ppt/media/image14.png" Id="R9944ecfcb68a40ca" /><Relationship Type="http://schemas.openxmlformats.org/officeDocument/2006/relationships/image" Target="/ppt/media/image15.png" Id="R238cd9f6aa484ab8" /><Relationship Type="http://schemas.openxmlformats.org/officeDocument/2006/relationships/image" Target="/ppt/media/image16.png" Id="Rc2c22741e16a421c" /><Relationship Type="http://schemas.openxmlformats.org/officeDocument/2006/relationships/image" Target="/ppt/media/image17.png" Id="R83abc5a617d14e8d" /><Relationship Type="http://schemas.openxmlformats.org/officeDocument/2006/relationships/image" Target="/ppt/media/image18.png" Id="Rcfced193846a412f" /><Relationship Type="http://schemas.openxmlformats.org/officeDocument/2006/relationships/image" Target="/ppt/media/image19.png" Id="R69cd11f2c7a74bb8" /><Relationship Type="http://schemas.openxmlformats.org/officeDocument/2006/relationships/image" Target="/ppt/media/image20.png" Id="R4f239149655245f1" /><Relationship Type="http://schemas.openxmlformats.org/officeDocument/2006/relationships/image" Target="/ppt/media/image21.png" Id="Rb6735eead6ae409e" /><Relationship Type="http://schemas.openxmlformats.org/officeDocument/2006/relationships/image" Target="/ppt/media/image22.png" Id="Rebf6485321234859" /><Relationship Type="http://schemas.openxmlformats.org/officeDocument/2006/relationships/image" Target="/ppt/media/image23.png" Id="R1e139a0a877740ac" /><Relationship Type="http://schemas.openxmlformats.org/officeDocument/2006/relationships/image" Target="/ppt/media/image24.png" Id="Rb7c30db44001461b" /><Relationship Type="http://schemas.openxmlformats.org/officeDocument/2006/relationships/image" Target="/ppt/media/image25.png" Id="Ra0e2299c007f408c" /><Relationship Type="http://schemas.openxmlformats.org/officeDocument/2006/relationships/image" Target="/ppt/media/image26.png" Id="R33fcd66fc82a4684" /><Relationship Type="http://schemas.openxmlformats.org/officeDocument/2006/relationships/image" Target="/ppt/media/image27.png" Id="R831a1b77744e44c2" /><Relationship Type="http://schemas.openxmlformats.org/officeDocument/2006/relationships/image" Target="/ppt/media/image28.png" Id="Rf8f3300fa7fc47c2" /><Relationship Type="http://schemas.openxmlformats.org/officeDocument/2006/relationships/image" Target="/ppt/media/image29.png" Id="Ree5419f2559a4927" /><Relationship Type="http://schemas.openxmlformats.org/officeDocument/2006/relationships/image" Target="/ppt/media/image30.png" Id="R265a2605f842481a" /><Relationship Type="http://schemas.openxmlformats.org/officeDocument/2006/relationships/image" Target="/ppt/media/image31.png" Id="Rc94ee80a0cc64130" /><Relationship Type="http://schemas.openxmlformats.org/officeDocument/2006/relationships/image" Target="/ppt/media/image32.png" Id="R827dcfc718714f59" /><Relationship Type="http://schemas.openxmlformats.org/officeDocument/2006/relationships/image" Target="/ppt/media/image33.png" Id="R5c4897c1f5854bbb" /><Relationship Type="http://schemas.openxmlformats.org/officeDocument/2006/relationships/image" Target="/ppt/media/image34.png" Id="Rfdb6a566bf734382" /><Relationship Type="http://schemas.openxmlformats.org/officeDocument/2006/relationships/image" Target="/ppt/media/image35.png" Id="R1b516c06e3b64e07" /><Relationship Type="http://schemas.openxmlformats.org/officeDocument/2006/relationships/image" Target="/ppt/media/image36.png" Id="R19e8d183035d4c0f" /><Relationship Type="http://schemas.openxmlformats.org/officeDocument/2006/relationships/image" Target="/ppt/media/image37.png" Id="Rd6417cfc431147a9" /><Relationship Type="http://schemas.openxmlformats.org/officeDocument/2006/relationships/image" Target="/ppt/media/image38.png" Id="Rec4287119a7f4290" /><Relationship Type="http://schemas.openxmlformats.org/officeDocument/2006/relationships/image" Target="/ppt/media/image39.png" Id="Rfb4fa8e2fe2f4747" /><Relationship Type="http://schemas.openxmlformats.org/officeDocument/2006/relationships/image" Target="/ppt/media/image40.png" Id="R9400bc1269344ed3" /><Relationship Type="http://schemas.openxmlformats.org/officeDocument/2006/relationships/image" Target="/ppt/media/image41.png" Id="Rfd4df2494e7849a2" /><Relationship Type="http://schemas.openxmlformats.org/officeDocument/2006/relationships/image" Target="/ppt/media/image42.png" Id="R21f5e02c2b7b4cfe" /><Relationship Type="http://schemas.openxmlformats.org/officeDocument/2006/relationships/image" Target="/ppt/media/image43.png" Id="R98869ef9daa14d5c" /><Relationship Type="http://schemas.openxmlformats.org/officeDocument/2006/relationships/image" Target="/ppt/media/image44.png" Id="R7eddf6f836d7493f" /><Relationship Type="http://schemas.openxmlformats.org/officeDocument/2006/relationships/image" Target="/ppt/media/image45.png" Id="R58c512ae0328401b" /><Relationship Type="http://schemas.openxmlformats.org/officeDocument/2006/relationships/image" Target="/ppt/media/image46.png" Id="R449242eccfac4a8a" /><Relationship Type="http://schemas.openxmlformats.org/officeDocument/2006/relationships/image" Target="/ppt/media/image47.png" Id="Rf4c2cf1852c14f17" /><Relationship Type="http://schemas.openxmlformats.org/officeDocument/2006/relationships/image" Target="/ppt/media/image48.png" Id="Rfa09025dfda84f2e" /><Relationship Type="http://schemas.openxmlformats.org/officeDocument/2006/relationships/image" Target="/ppt/media/image49.png" Id="R9b89b939b5834d1b" /><Relationship Type="http://schemas.openxmlformats.org/officeDocument/2006/relationships/image" Target="/ppt/media/image50.png" Id="Rfc20d3d027874f11" /><Relationship Type="http://schemas.openxmlformats.org/officeDocument/2006/relationships/image" Target="/ppt/media/image51.png" Id="Rfe0426ffd4b443dd" /><Relationship Type="http://schemas.openxmlformats.org/officeDocument/2006/relationships/image" Target="/ppt/media/image52.png" Id="Rf673379d2be84316" /><Relationship Type="http://schemas.openxmlformats.org/officeDocument/2006/relationships/image" Target="/ppt/media/image53.png" Id="Rfebfd7e339814aba" /><Relationship Type="http://schemas.openxmlformats.org/officeDocument/2006/relationships/image" Target="/ppt/media/image54.png" Id="R38c676a09a454ae3" /><Relationship Type="http://schemas.openxmlformats.org/officeDocument/2006/relationships/image" Target="/ppt/media/image55.png" Id="R104bc3644bda415c" /><Relationship Type="http://schemas.openxmlformats.org/officeDocument/2006/relationships/image" Target="/ppt/media/image56.png" Id="R82816a615837465d" /><Relationship Type="http://schemas.openxmlformats.org/officeDocument/2006/relationships/image" Target="/ppt/media/image57.png" Id="R2fac1024874b4fe4" /><Relationship Type="http://schemas.openxmlformats.org/officeDocument/2006/relationships/image" Target="/ppt/media/image58.png" Id="R5f33eb99f25d4608" /><Relationship Type="http://schemas.openxmlformats.org/officeDocument/2006/relationships/image" Target="/ppt/media/image59.png" Id="Re6e8442e89b84e90" /><Relationship Type="http://schemas.openxmlformats.org/officeDocument/2006/relationships/image" Target="/ppt/media/image60.png" Id="R7a421f6987474801" /><Relationship Type="http://schemas.openxmlformats.org/officeDocument/2006/relationships/image" Target="/ppt/media/image61.png" Id="R0ed8473ed1814463" /><Relationship Type="http://schemas.openxmlformats.org/officeDocument/2006/relationships/image" Target="/ppt/media/image62.png" Id="R0af471d69d164a18" /><Relationship Type="http://schemas.openxmlformats.org/officeDocument/2006/relationships/image" Target="/ppt/media/image63.png" Id="Rad557a513ce84ad4" /><Relationship Type="http://schemas.openxmlformats.org/officeDocument/2006/relationships/image" Target="/ppt/media/image64.png" Id="Refeb2c6a1fd64229" /><Relationship Type="http://schemas.openxmlformats.org/officeDocument/2006/relationships/image" Target="/ppt/media/image65.png" Id="R6cee30980a0c4556" /><Relationship Type="http://schemas.openxmlformats.org/officeDocument/2006/relationships/image" Target="/ppt/media/image66.png" Id="R9592e9101a434dab" /><Relationship Type="http://schemas.openxmlformats.org/officeDocument/2006/relationships/image" Target="/ppt/media/image67.png" Id="Rfc248ace1a424f76" /><Relationship Type="http://schemas.openxmlformats.org/officeDocument/2006/relationships/notesSlide" Target="/ppt/notesSlides/notesSlide1.xml" Id="R72c6ef9c7704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D0ED8-A102-48CB-A0FA-4FCDDA7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5" y="48153"/>
            <a:ext cx="12971811" cy="4755105"/>
          </a:xfrm>
          <a:custGeom xmlns:a="http://schemas.openxmlformats.org/drawingml/2006/main">
            <a:pathLst>
              <a:path w="12971811" h="4755105">
                <a:moveTo>
                  <a:pt x="12971811" y="4755105"/>
                </a:moveTo>
                <a:lnTo>
                  <a:pt x="0" y="4755105"/>
                </a:lnTo>
                <a:lnTo>
                  <a:pt x="0" y="0"/>
                </a:lnTo>
                <a:lnTo>
                  <a:pt x="12971811" y="0"/>
                </a:lnTo>
                <a:lnTo>
                  <a:pt x="12971811" y="475510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ADBBB-C643-48AE-AA4B-FC7D32A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015" y="150008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2BEFF-6292-4A0C-A924-2F4D366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7" y="114624"/>
            <a:ext cx="1935707" cy="475366"/>
          </a:xfrm>
          <a:custGeom xmlns:a="http://schemas.openxmlformats.org/drawingml/2006/main">
            <a:pathLst>
              <a:path w="1935707" h="475366">
                <a:moveTo>
                  <a:pt x="0" y="0"/>
                </a:moveTo>
                <a:lnTo>
                  <a:pt x="1935707" y="0"/>
                </a:lnTo>
                <a:lnTo>
                  <a:pt x="1935707" y="475366"/>
                </a:lnTo>
                <a:lnTo>
                  <a:pt x="0" y="4753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3951A-E565-46C3-AF49-F40504B7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5" y="106902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f7dfa7e2d4b80"/>
          <a:stretch xmlns:a="http://schemas.openxmlformats.org/drawingml/2006/main"/>
        </p:blipFill>
        <p:spPr>
          <a:xfrm xmlns:a="http://schemas.openxmlformats.org/drawingml/2006/main">
            <a:off x="167241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6" name="Text Notes">
            <a:extLst xmlns:a="http://schemas.openxmlformats.org/drawingml/2006/main">
              <a:ext uri="{FF2B5EF4-FFF2-40B4-BE49-F238E27FC236}">
                <a16:creationId xmlns:a16="http://schemas.microsoft.com/office/drawing/2014/main" id="{4BA9BADD-B1C4-4D4D-816C-3379E7F8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386" y="274381"/>
            <a:ext cx="469857" cy="130022"/>
          </a:xfrm>
          <a:custGeom xmlns:a="http://schemas.openxmlformats.org/drawingml/2006/main">
            <a:pathLst>
              <a:path w="469857" h="130022">
                <a:moveTo>
                  <a:pt x="104942" y="118613"/>
                </a:moveTo>
                <a:cubicBezTo>
                  <a:pt x="104942" y="120121"/>
                  <a:pt x="104680" y="121466"/>
                  <a:pt x="104156" y="122646"/>
                </a:cubicBezTo>
                <a:cubicBezTo>
                  <a:pt x="103631" y="123826"/>
                  <a:pt x="102926" y="124810"/>
                  <a:pt x="102041" y="125596"/>
                </a:cubicBezTo>
                <a:cubicBezTo>
                  <a:pt x="101156" y="126383"/>
                  <a:pt x="100107" y="126957"/>
                  <a:pt x="98894" y="127318"/>
                </a:cubicBezTo>
                <a:cubicBezTo>
                  <a:pt x="97681" y="127678"/>
                  <a:pt x="96451" y="127859"/>
                  <a:pt x="95205" y="127859"/>
                </a:cubicBezTo>
                <a:lnTo>
                  <a:pt x="84190" y="127859"/>
                </a:lnTo>
                <a:cubicBezTo>
                  <a:pt x="81895" y="127859"/>
                  <a:pt x="79912" y="127629"/>
                  <a:pt x="78240" y="127170"/>
                </a:cubicBezTo>
                <a:cubicBezTo>
                  <a:pt x="76568" y="126711"/>
                  <a:pt x="75027" y="125875"/>
                  <a:pt x="73617" y="124662"/>
                </a:cubicBezTo>
                <a:cubicBezTo>
                  <a:pt x="72207" y="123449"/>
                  <a:pt x="70847" y="121810"/>
                  <a:pt x="69535" y="119744"/>
                </a:cubicBezTo>
                <a:cubicBezTo>
                  <a:pt x="68224" y="117679"/>
                  <a:pt x="66749" y="115012"/>
                  <a:pt x="65109" y="111744"/>
                </a:cubicBezTo>
                <a:lnTo>
                  <a:pt x="33440" y="52299"/>
                </a:lnTo>
                <a:cubicBezTo>
                  <a:pt x="31604" y="48762"/>
                  <a:pt x="29735" y="44947"/>
                  <a:pt x="27834" y="40853"/>
                </a:cubicBezTo>
                <a:cubicBezTo>
                  <a:pt x="25932" y="36759"/>
                  <a:pt x="24228" y="32780"/>
                  <a:pt x="22719" y="28916"/>
                </a:cubicBezTo>
                <a:lnTo>
                  <a:pt x="22523" y="28916"/>
                </a:lnTo>
                <a:cubicBezTo>
                  <a:pt x="22785" y="33633"/>
                  <a:pt x="22982" y="38333"/>
                  <a:pt x="23113" y="43017"/>
                </a:cubicBezTo>
                <a:cubicBezTo>
                  <a:pt x="23244" y="47699"/>
                  <a:pt x="23310" y="52530"/>
                  <a:pt x="23310" y="57509"/>
                </a:cubicBezTo>
                <a:lnTo>
                  <a:pt x="23310" y="124026"/>
                </a:lnTo>
                <a:cubicBezTo>
                  <a:pt x="23310" y="124682"/>
                  <a:pt x="23129" y="125272"/>
                  <a:pt x="22769" y="125796"/>
                </a:cubicBezTo>
                <a:cubicBezTo>
                  <a:pt x="22408" y="126321"/>
                  <a:pt x="21785" y="126763"/>
                  <a:pt x="20900" y="127124"/>
                </a:cubicBezTo>
                <a:cubicBezTo>
                  <a:pt x="20015" y="127483"/>
                  <a:pt x="18818" y="127760"/>
                  <a:pt x="17310" y="127957"/>
                </a:cubicBezTo>
                <a:cubicBezTo>
                  <a:pt x="15802" y="128154"/>
                  <a:pt x="13868" y="128252"/>
                  <a:pt x="11507" y="128252"/>
                </a:cubicBezTo>
                <a:cubicBezTo>
                  <a:pt x="9212" y="128252"/>
                  <a:pt x="7311" y="128154"/>
                  <a:pt x="5803" y="127957"/>
                </a:cubicBezTo>
                <a:cubicBezTo>
                  <a:pt x="4295" y="127760"/>
                  <a:pt x="3115" y="127481"/>
                  <a:pt x="2262" y="127121"/>
                </a:cubicBezTo>
                <a:cubicBezTo>
                  <a:pt x="1410" y="126760"/>
                  <a:pt x="820" y="126318"/>
                  <a:pt x="492" y="125793"/>
                </a:cubicBezTo>
                <a:cubicBezTo>
                  <a:pt x="164" y="125269"/>
                  <a:pt x="0" y="124678"/>
                  <a:pt x="0" y="124023"/>
                </a:cubicBezTo>
                <a:lnTo>
                  <a:pt x="0" y="9639"/>
                </a:lnTo>
                <a:cubicBezTo>
                  <a:pt x="0" y="6557"/>
                  <a:pt x="902" y="4246"/>
                  <a:pt x="2705" y="2705"/>
                </a:cubicBezTo>
                <a:cubicBezTo>
                  <a:pt x="4508" y="1164"/>
                  <a:pt x="6721" y="393"/>
                  <a:pt x="9344" y="393"/>
                </a:cubicBezTo>
                <a:lnTo>
                  <a:pt x="23211" y="393"/>
                </a:lnTo>
                <a:cubicBezTo>
                  <a:pt x="25703" y="393"/>
                  <a:pt x="27801" y="607"/>
                  <a:pt x="29506" y="1033"/>
                </a:cubicBezTo>
                <a:cubicBezTo>
                  <a:pt x="31211" y="1459"/>
                  <a:pt x="32735" y="2164"/>
                  <a:pt x="34079" y="3147"/>
                </a:cubicBezTo>
                <a:cubicBezTo>
                  <a:pt x="35423" y="4131"/>
                  <a:pt x="36686" y="5491"/>
                  <a:pt x="37866" y="7229"/>
                </a:cubicBezTo>
                <a:cubicBezTo>
                  <a:pt x="39046" y="8966"/>
                  <a:pt x="40259" y="11109"/>
                  <a:pt x="41505" y="13656"/>
                </a:cubicBezTo>
                <a:lnTo>
                  <a:pt x="66290" y="60127"/>
                </a:lnTo>
                <a:cubicBezTo>
                  <a:pt x="67732" y="62945"/>
                  <a:pt x="69158" y="65713"/>
                  <a:pt x="70568" y="68432"/>
                </a:cubicBezTo>
                <a:cubicBezTo>
                  <a:pt x="71978" y="71149"/>
                  <a:pt x="73338" y="73867"/>
                  <a:pt x="74650" y="76586"/>
                </a:cubicBezTo>
                <a:cubicBezTo>
                  <a:pt x="75961" y="79303"/>
                  <a:pt x="77240" y="81972"/>
                  <a:pt x="78485" y="84593"/>
                </a:cubicBezTo>
                <a:cubicBezTo>
                  <a:pt x="79731" y="87211"/>
                  <a:pt x="80944" y="89831"/>
                  <a:pt x="82124" y="92452"/>
                </a:cubicBezTo>
                <a:lnTo>
                  <a:pt x="82223" y="92452"/>
                </a:lnTo>
                <a:cubicBezTo>
                  <a:pt x="82026" y="87866"/>
                  <a:pt x="81879" y="83084"/>
                  <a:pt x="81780" y="78107"/>
                </a:cubicBezTo>
                <a:cubicBezTo>
                  <a:pt x="81682" y="73130"/>
                  <a:pt x="81633" y="68382"/>
                  <a:pt x="81633" y="63862"/>
                </a:cubicBezTo>
                <a:lnTo>
                  <a:pt x="81633" y="4226"/>
                </a:lnTo>
                <a:cubicBezTo>
                  <a:pt x="81633" y="3570"/>
                  <a:pt x="81829" y="2980"/>
                  <a:pt x="82223" y="2456"/>
                </a:cubicBezTo>
                <a:cubicBezTo>
                  <a:pt x="82616" y="1931"/>
                  <a:pt x="83272" y="1473"/>
                  <a:pt x="84190" y="1082"/>
                </a:cubicBezTo>
                <a:cubicBezTo>
                  <a:pt x="85108" y="688"/>
                  <a:pt x="86321" y="410"/>
                  <a:pt x="87829" y="246"/>
                </a:cubicBezTo>
                <a:cubicBezTo>
                  <a:pt x="89337" y="82"/>
                  <a:pt x="91271" y="0"/>
                  <a:pt x="93632" y="0"/>
                </a:cubicBezTo>
                <a:cubicBezTo>
                  <a:pt x="95861" y="0"/>
                  <a:pt x="97730" y="82"/>
                  <a:pt x="99238" y="246"/>
                </a:cubicBezTo>
                <a:cubicBezTo>
                  <a:pt x="100746" y="410"/>
                  <a:pt x="101910" y="688"/>
                  <a:pt x="102729" y="1082"/>
                </a:cubicBezTo>
                <a:cubicBezTo>
                  <a:pt x="103549" y="1475"/>
                  <a:pt x="104123" y="1934"/>
                  <a:pt x="104451" y="2459"/>
                </a:cubicBezTo>
                <a:cubicBezTo>
                  <a:pt x="104778" y="2983"/>
                  <a:pt x="104942" y="3573"/>
                  <a:pt x="104942" y="4229"/>
                </a:cubicBezTo>
                <a:lnTo>
                  <a:pt x="104942" y="118613"/>
                </a:lnTo>
                <a:close/>
                <a:moveTo>
                  <a:pt x="219845" y="79564"/>
                </a:moveTo>
                <a:cubicBezTo>
                  <a:pt x="219845" y="87055"/>
                  <a:pt x="218861" y="93889"/>
                  <a:pt x="216894" y="100065"/>
                </a:cubicBezTo>
                <a:cubicBezTo>
                  <a:pt x="214927" y="106240"/>
                  <a:pt x="211944" y="111562"/>
                  <a:pt x="207944" y="116029"/>
                </a:cubicBezTo>
                <a:cubicBezTo>
                  <a:pt x="203944" y="120495"/>
                  <a:pt x="198928" y="123945"/>
                  <a:pt x="192896" y="126377"/>
                </a:cubicBezTo>
                <a:cubicBezTo>
                  <a:pt x="186864" y="128807"/>
                  <a:pt x="179815" y="130022"/>
                  <a:pt x="171750" y="130022"/>
                </a:cubicBezTo>
                <a:cubicBezTo>
                  <a:pt x="163947" y="130022"/>
                  <a:pt x="157161" y="128938"/>
                  <a:pt x="151391" y="126770"/>
                </a:cubicBezTo>
                <a:cubicBezTo>
                  <a:pt x="145621" y="124603"/>
                  <a:pt x="140835" y="121449"/>
                  <a:pt x="137032" y="117310"/>
                </a:cubicBezTo>
                <a:cubicBezTo>
                  <a:pt x="133229" y="113171"/>
                  <a:pt x="130409" y="108079"/>
                  <a:pt x="128573" y="102035"/>
                </a:cubicBezTo>
                <a:cubicBezTo>
                  <a:pt x="126737" y="95990"/>
                  <a:pt x="125819" y="89092"/>
                  <a:pt x="125819" y="81341"/>
                </a:cubicBezTo>
                <a:cubicBezTo>
                  <a:pt x="125819" y="73850"/>
                  <a:pt x="126819" y="67000"/>
                  <a:pt x="128819" y="60791"/>
                </a:cubicBezTo>
                <a:cubicBezTo>
                  <a:pt x="130819" y="54583"/>
                  <a:pt x="133819" y="49261"/>
                  <a:pt x="137818" y="44827"/>
                </a:cubicBezTo>
                <a:cubicBezTo>
                  <a:pt x="141818" y="40393"/>
                  <a:pt x="146818" y="36961"/>
                  <a:pt x="152817" y="34531"/>
                </a:cubicBezTo>
                <a:cubicBezTo>
                  <a:pt x="158817" y="32099"/>
                  <a:pt x="165849" y="30883"/>
                  <a:pt x="173914" y="30883"/>
                </a:cubicBezTo>
                <a:cubicBezTo>
                  <a:pt x="181782" y="30883"/>
                  <a:pt x="188601" y="31950"/>
                  <a:pt x="194371" y="34085"/>
                </a:cubicBezTo>
                <a:cubicBezTo>
                  <a:pt x="200141" y="36220"/>
                  <a:pt x="204911" y="39357"/>
                  <a:pt x="208681" y="43496"/>
                </a:cubicBezTo>
                <a:cubicBezTo>
                  <a:pt x="212452" y="47635"/>
                  <a:pt x="215255" y="52727"/>
                  <a:pt x="217091" y="58772"/>
                </a:cubicBezTo>
                <a:cubicBezTo>
                  <a:pt x="218927" y="64816"/>
                  <a:pt x="219845" y="71747"/>
                  <a:pt x="219845" y="79564"/>
                </a:cubicBezTo>
                <a:moveTo>
                  <a:pt x="194371" y="80551"/>
                </a:moveTo>
                <a:cubicBezTo>
                  <a:pt x="194371" y="76223"/>
                  <a:pt x="194027" y="72240"/>
                  <a:pt x="193338" y="68601"/>
                </a:cubicBezTo>
                <a:cubicBezTo>
                  <a:pt x="192650" y="64962"/>
                  <a:pt x="191486" y="61798"/>
                  <a:pt x="189847" y="59110"/>
                </a:cubicBezTo>
                <a:cubicBezTo>
                  <a:pt x="188208" y="56422"/>
                  <a:pt x="186028" y="54323"/>
                  <a:pt x="183307" y="52815"/>
                </a:cubicBezTo>
                <a:cubicBezTo>
                  <a:pt x="180585" y="51307"/>
                  <a:pt x="177159" y="50553"/>
                  <a:pt x="173029" y="50553"/>
                </a:cubicBezTo>
                <a:cubicBezTo>
                  <a:pt x="169357" y="50553"/>
                  <a:pt x="166144" y="51225"/>
                  <a:pt x="163390" y="52570"/>
                </a:cubicBezTo>
                <a:cubicBezTo>
                  <a:pt x="160636" y="53914"/>
                  <a:pt x="158374" y="55881"/>
                  <a:pt x="156604" y="58471"/>
                </a:cubicBezTo>
                <a:cubicBezTo>
                  <a:pt x="154833" y="61061"/>
                  <a:pt x="153506" y="64175"/>
                  <a:pt x="152620" y="67814"/>
                </a:cubicBezTo>
                <a:cubicBezTo>
                  <a:pt x="151735" y="71453"/>
                  <a:pt x="151293" y="75600"/>
                  <a:pt x="151293" y="80256"/>
                </a:cubicBezTo>
                <a:cubicBezTo>
                  <a:pt x="151293" y="84583"/>
                  <a:pt x="151653" y="88567"/>
                  <a:pt x="152375" y="92206"/>
                </a:cubicBezTo>
                <a:cubicBezTo>
                  <a:pt x="153096" y="95845"/>
                  <a:pt x="154260" y="99008"/>
                  <a:pt x="155866" y="101697"/>
                </a:cubicBezTo>
                <a:cubicBezTo>
                  <a:pt x="157473" y="104385"/>
                  <a:pt x="159653" y="106467"/>
                  <a:pt x="162407" y="107942"/>
                </a:cubicBezTo>
                <a:cubicBezTo>
                  <a:pt x="165160" y="109417"/>
                  <a:pt x="168570" y="110155"/>
                  <a:pt x="172635" y="110155"/>
                </a:cubicBezTo>
                <a:cubicBezTo>
                  <a:pt x="176373" y="110155"/>
                  <a:pt x="179618" y="109483"/>
                  <a:pt x="182372" y="108139"/>
                </a:cubicBezTo>
                <a:cubicBezTo>
                  <a:pt x="185126" y="106795"/>
                  <a:pt x="187388" y="104844"/>
                  <a:pt x="189158" y="102287"/>
                </a:cubicBezTo>
                <a:cubicBezTo>
                  <a:pt x="190929" y="99730"/>
                  <a:pt x="192240" y="96632"/>
                  <a:pt x="193093" y="92992"/>
                </a:cubicBezTo>
                <a:cubicBezTo>
                  <a:pt x="193945" y="89353"/>
                  <a:pt x="194371" y="85206"/>
                  <a:pt x="194371" y="80551"/>
                </a:cubicBezTo>
                <a:close/>
                <a:moveTo>
                  <a:pt x="291327" y="115595"/>
                </a:moveTo>
                <a:cubicBezTo>
                  <a:pt x="291327" y="118495"/>
                  <a:pt x="291147" y="120719"/>
                  <a:pt x="290786" y="122268"/>
                </a:cubicBezTo>
                <a:cubicBezTo>
                  <a:pt x="290426" y="123815"/>
                  <a:pt x="289950" y="124902"/>
                  <a:pt x="289360" y="125529"/>
                </a:cubicBezTo>
                <a:cubicBezTo>
                  <a:pt x="288770" y="126154"/>
                  <a:pt x="287901" y="126713"/>
                  <a:pt x="286754" y="127207"/>
                </a:cubicBezTo>
                <a:cubicBezTo>
                  <a:pt x="285606" y="127701"/>
                  <a:pt x="284262" y="128129"/>
                  <a:pt x="282721" y="128492"/>
                </a:cubicBezTo>
                <a:cubicBezTo>
                  <a:pt x="281180" y="128854"/>
                  <a:pt x="279508" y="129134"/>
                  <a:pt x="277705" y="129331"/>
                </a:cubicBezTo>
                <a:cubicBezTo>
                  <a:pt x="275902" y="129529"/>
                  <a:pt x="274083" y="129629"/>
                  <a:pt x="272247" y="129629"/>
                </a:cubicBezTo>
                <a:cubicBezTo>
                  <a:pt x="267329" y="129629"/>
                  <a:pt x="263067" y="129006"/>
                  <a:pt x="259461" y="127760"/>
                </a:cubicBezTo>
                <a:cubicBezTo>
                  <a:pt x="255855" y="126514"/>
                  <a:pt x="252871" y="124596"/>
                  <a:pt x="250511" y="122007"/>
                </a:cubicBezTo>
                <a:cubicBezTo>
                  <a:pt x="248150" y="119417"/>
                  <a:pt x="246413" y="116155"/>
                  <a:pt x="245298" y="112220"/>
                </a:cubicBezTo>
                <a:cubicBezTo>
                  <a:pt x="244183" y="108286"/>
                  <a:pt x="243626" y="103631"/>
                  <a:pt x="243626" y="98254"/>
                </a:cubicBezTo>
                <a:lnTo>
                  <a:pt x="243626" y="53307"/>
                </a:lnTo>
                <a:lnTo>
                  <a:pt x="233102" y="53307"/>
                </a:lnTo>
                <a:cubicBezTo>
                  <a:pt x="231857" y="53307"/>
                  <a:pt x="230906" y="52537"/>
                  <a:pt x="230250" y="50996"/>
                </a:cubicBezTo>
                <a:cubicBezTo>
                  <a:pt x="229594" y="49455"/>
                  <a:pt x="229267" y="46881"/>
                  <a:pt x="229267" y="43275"/>
                </a:cubicBezTo>
                <a:cubicBezTo>
                  <a:pt x="229267" y="41374"/>
                  <a:pt x="229349" y="39767"/>
                  <a:pt x="229513" y="38456"/>
                </a:cubicBezTo>
                <a:cubicBezTo>
                  <a:pt x="229676" y="37145"/>
                  <a:pt x="229922" y="36112"/>
                  <a:pt x="230250" y="35358"/>
                </a:cubicBezTo>
                <a:cubicBezTo>
                  <a:pt x="230578" y="34604"/>
                  <a:pt x="230988" y="34063"/>
                  <a:pt x="231480" y="33735"/>
                </a:cubicBezTo>
                <a:cubicBezTo>
                  <a:pt x="231971" y="33407"/>
                  <a:pt x="232545" y="33243"/>
                  <a:pt x="233201" y="33243"/>
                </a:cubicBezTo>
                <a:lnTo>
                  <a:pt x="243626" y="33243"/>
                </a:lnTo>
                <a:lnTo>
                  <a:pt x="243626" y="13591"/>
                </a:lnTo>
                <a:cubicBezTo>
                  <a:pt x="243626" y="12931"/>
                  <a:pt x="243806" y="12338"/>
                  <a:pt x="244167" y="11812"/>
                </a:cubicBezTo>
                <a:cubicBezTo>
                  <a:pt x="244528" y="11285"/>
                  <a:pt x="245183" y="10841"/>
                  <a:pt x="246134" y="10481"/>
                </a:cubicBezTo>
                <a:cubicBezTo>
                  <a:pt x="247085" y="10118"/>
                  <a:pt x="248363" y="9855"/>
                  <a:pt x="249970" y="9691"/>
                </a:cubicBezTo>
                <a:cubicBezTo>
                  <a:pt x="251576" y="9525"/>
                  <a:pt x="253560" y="9442"/>
                  <a:pt x="255920" y="9442"/>
                </a:cubicBezTo>
                <a:cubicBezTo>
                  <a:pt x="258346" y="9442"/>
                  <a:pt x="260362" y="9525"/>
                  <a:pt x="261969" y="9691"/>
                </a:cubicBezTo>
                <a:cubicBezTo>
                  <a:pt x="263575" y="9855"/>
                  <a:pt x="264838" y="10118"/>
                  <a:pt x="265755" y="10481"/>
                </a:cubicBezTo>
                <a:cubicBezTo>
                  <a:pt x="266673" y="10841"/>
                  <a:pt x="267329" y="11285"/>
                  <a:pt x="267723" y="11812"/>
                </a:cubicBezTo>
                <a:cubicBezTo>
                  <a:pt x="268116" y="12338"/>
                  <a:pt x="268313" y="12931"/>
                  <a:pt x="268313" y="13591"/>
                </a:cubicBezTo>
                <a:lnTo>
                  <a:pt x="268313" y="33243"/>
                </a:lnTo>
                <a:lnTo>
                  <a:pt x="287393" y="33243"/>
                </a:lnTo>
                <a:cubicBezTo>
                  <a:pt x="288049" y="33243"/>
                  <a:pt x="288622" y="33407"/>
                  <a:pt x="289114" y="33735"/>
                </a:cubicBezTo>
                <a:cubicBezTo>
                  <a:pt x="289606" y="34063"/>
                  <a:pt x="290016" y="34604"/>
                  <a:pt x="290344" y="35358"/>
                </a:cubicBezTo>
                <a:cubicBezTo>
                  <a:pt x="290671" y="36112"/>
                  <a:pt x="290917" y="37145"/>
                  <a:pt x="291081" y="38456"/>
                </a:cubicBezTo>
                <a:cubicBezTo>
                  <a:pt x="291245" y="39767"/>
                  <a:pt x="291327" y="41374"/>
                  <a:pt x="291327" y="43275"/>
                </a:cubicBezTo>
                <a:cubicBezTo>
                  <a:pt x="291327" y="46881"/>
                  <a:pt x="290999" y="49455"/>
                  <a:pt x="290344" y="50996"/>
                </a:cubicBezTo>
                <a:cubicBezTo>
                  <a:pt x="289688" y="52537"/>
                  <a:pt x="288737" y="53307"/>
                  <a:pt x="287491" y="53307"/>
                </a:cubicBezTo>
                <a:lnTo>
                  <a:pt x="268313" y="53307"/>
                </a:lnTo>
                <a:lnTo>
                  <a:pt x="268313" y="94443"/>
                </a:lnTo>
                <a:cubicBezTo>
                  <a:pt x="268313" y="99221"/>
                  <a:pt x="269067" y="102805"/>
                  <a:pt x="270575" y="105194"/>
                </a:cubicBezTo>
                <a:cubicBezTo>
                  <a:pt x="272083" y="107584"/>
                  <a:pt x="274771" y="108778"/>
                  <a:pt x="278640" y="108778"/>
                </a:cubicBezTo>
                <a:cubicBezTo>
                  <a:pt x="279951" y="108778"/>
                  <a:pt x="281131" y="108663"/>
                  <a:pt x="282180" y="108434"/>
                </a:cubicBezTo>
                <a:cubicBezTo>
                  <a:pt x="283229" y="108204"/>
                  <a:pt x="284164" y="107942"/>
                  <a:pt x="284983" y="107647"/>
                </a:cubicBezTo>
                <a:cubicBezTo>
                  <a:pt x="285803" y="107352"/>
                  <a:pt x="286492" y="107090"/>
                  <a:pt x="287049" y="106860"/>
                </a:cubicBezTo>
                <a:cubicBezTo>
                  <a:pt x="287606" y="106631"/>
                  <a:pt x="288114" y="106516"/>
                  <a:pt x="288573" y="106516"/>
                </a:cubicBezTo>
                <a:cubicBezTo>
                  <a:pt x="288967" y="106516"/>
                  <a:pt x="289344" y="106631"/>
                  <a:pt x="289704" y="106860"/>
                </a:cubicBezTo>
                <a:cubicBezTo>
                  <a:pt x="290065" y="107090"/>
                  <a:pt x="290344" y="107550"/>
                  <a:pt x="290540" y="108240"/>
                </a:cubicBezTo>
                <a:cubicBezTo>
                  <a:pt x="290737" y="108929"/>
                  <a:pt x="290917" y="109866"/>
                  <a:pt x="291081" y="111052"/>
                </a:cubicBezTo>
                <a:cubicBezTo>
                  <a:pt x="291245" y="112237"/>
                  <a:pt x="291327" y="113751"/>
                  <a:pt x="291327" y="115595"/>
                </a:cubicBezTo>
                <a:close/>
                <a:moveTo>
                  <a:pt x="387582" y="77880"/>
                </a:moveTo>
                <a:cubicBezTo>
                  <a:pt x="387582" y="80902"/>
                  <a:pt x="386910" y="83136"/>
                  <a:pt x="385566" y="84580"/>
                </a:cubicBezTo>
                <a:cubicBezTo>
                  <a:pt x="384221" y="86025"/>
                  <a:pt x="382369" y="86747"/>
                  <a:pt x="380009" y="86747"/>
                </a:cubicBezTo>
                <a:lnTo>
                  <a:pt x="326603" y="86747"/>
                </a:lnTo>
                <a:cubicBezTo>
                  <a:pt x="326603" y="90499"/>
                  <a:pt x="327046" y="93905"/>
                  <a:pt x="327931" y="96967"/>
                </a:cubicBezTo>
                <a:cubicBezTo>
                  <a:pt x="328816" y="100028"/>
                  <a:pt x="330226" y="102629"/>
                  <a:pt x="332160" y="104770"/>
                </a:cubicBezTo>
                <a:cubicBezTo>
                  <a:pt x="334094" y="106909"/>
                  <a:pt x="336586" y="108538"/>
                  <a:pt x="339635" y="109657"/>
                </a:cubicBezTo>
                <a:cubicBezTo>
                  <a:pt x="342684" y="110776"/>
                  <a:pt x="346339" y="111335"/>
                  <a:pt x="350601" y="111335"/>
                </a:cubicBezTo>
                <a:cubicBezTo>
                  <a:pt x="354929" y="111335"/>
                  <a:pt x="358732" y="111019"/>
                  <a:pt x="362010" y="110386"/>
                </a:cubicBezTo>
                <a:cubicBezTo>
                  <a:pt x="365288" y="109752"/>
                  <a:pt x="368124" y="109053"/>
                  <a:pt x="370518" y="108286"/>
                </a:cubicBezTo>
                <a:cubicBezTo>
                  <a:pt x="372911" y="107520"/>
                  <a:pt x="374894" y="106820"/>
                  <a:pt x="376468" y="106187"/>
                </a:cubicBezTo>
                <a:cubicBezTo>
                  <a:pt x="378042" y="105554"/>
                  <a:pt x="379320" y="105237"/>
                  <a:pt x="380304" y="105237"/>
                </a:cubicBezTo>
                <a:cubicBezTo>
                  <a:pt x="380894" y="105237"/>
                  <a:pt x="381386" y="105353"/>
                  <a:pt x="381779" y="105585"/>
                </a:cubicBezTo>
                <a:cubicBezTo>
                  <a:pt x="382172" y="105814"/>
                  <a:pt x="382500" y="106226"/>
                  <a:pt x="382762" y="106820"/>
                </a:cubicBezTo>
                <a:cubicBezTo>
                  <a:pt x="383025" y="107412"/>
                  <a:pt x="383205" y="108253"/>
                  <a:pt x="383303" y="109341"/>
                </a:cubicBezTo>
                <a:cubicBezTo>
                  <a:pt x="383402" y="110429"/>
                  <a:pt x="383451" y="111796"/>
                  <a:pt x="383451" y="113444"/>
                </a:cubicBezTo>
                <a:cubicBezTo>
                  <a:pt x="383451" y="114894"/>
                  <a:pt x="383418" y="116131"/>
                  <a:pt x="383353" y="117153"/>
                </a:cubicBezTo>
                <a:cubicBezTo>
                  <a:pt x="383287" y="118174"/>
                  <a:pt x="383189" y="119047"/>
                  <a:pt x="383058" y="119772"/>
                </a:cubicBezTo>
                <a:cubicBezTo>
                  <a:pt x="382926" y="120497"/>
                  <a:pt x="382730" y="121108"/>
                  <a:pt x="382467" y="121604"/>
                </a:cubicBezTo>
                <a:cubicBezTo>
                  <a:pt x="382205" y="122098"/>
                  <a:pt x="381861" y="122575"/>
                  <a:pt x="381435" y="123036"/>
                </a:cubicBezTo>
                <a:cubicBezTo>
                  <a:pt x="381009" y="123497"/>
                  <a:pt x="379845" y="124121"/>
                  <a:pt x="377943" y="124908"/>
                </a:cubicBezTo>
                <a:cubicBezTo>
                  <a:pt x="376042" y="125695"/>
                  <a:pt x="373616" y="126465"/>
                  <a:pt x="370665" y="127219"/>
                </a:cubicBezTo>
                <a:cubicBezTo>
                  <a:pt x="367714" y="127973"/>
                  <a:pt x="364338" y="128629"/>
                  <a:pt x="360535" y="129186"/>
                </a:cubicBezTo>
                <a:cubicBezTo>
                  <a:pt x="356732" y="129744"/>
                  <a:pt x="352667" y="130022"/>
                  <a:pt x="348339" y="130022"/>
                </a:cubicBezTo>
                <a:cubicBezTo>
                  <a:pt x="340536" y="130022"/>
                  <a:pt x="333701" y="129037"/>
                  <a:pt x="327832" y="127066"/>
                </a:cubicBezTo>
                <a:cubicBezTo>
                  <a:pt x="321964" y="125094"/>
                  <a:pt x="317063" y="122105"/>
                  <a:pt x="313129" y="118097"/>
                </a:cubicBezTo>
                <a:cubicBezTo>
                  <a:pt x="309195" y="114089"/>
                  <a:pt x="306260" y="109031"/>
                  <a:pt x="304326" y="102923"/>
                </a:cubicBezTo>
                <a:cubicBezTo>
                  <a:pt x="302392" y="96813"/>
                  <a:pt x="301425" y="89652"/>
                  <a:pt x="301425" y="81439"/>
                </a:cubicBezTo>
                <a:cubicBezTo>
                  <a:pt x="301425" y="73620"/>
                  <a:pt x="302441" y="66574"/>
                  <a:pt x="304474" y="60299"/>
                </a:cubicBezTo>
                <a:cubicBezTo>
                  <a:pt x="306506" y="54025"/>
                  <a:pt x="309457" y="48704"/>
                  <a:pt x="313325" y="44336"/>
                </a:cubicBezTo>
                <a:cubicBezTo>
                  <a:pt x="317194" y="39965"/>
                  <a:pt x="321899" y="36630"/>
                  <a:pt x="327439" y="34331"/>
                </a:cubicBezTo>
                <a:cubicBezTo>
                  <a:pt x="332980" y="32032"/>
                  <a:pt x="339225" y="30883"/>
                  <a:pt x="346175" y="30883"/>
                </a:cubicBezTo>
                <a:cubicBezTo>
                  <a:pt x="353519" y="30883"/>
                  <a:pt x="359797" y="31967"/>
                  <a:pt x="365010" y="34135"/>
                </a:cubicBezTo>
                <a:cubicBezTo>
                  <a:pt x="370222" y="36302"/>
                  <a:pt x="374501" y="39307"/>
                  <a:pt x="377845" y="43149"/>
                </a:cubicBezTo>
                <a:cubicBezTo>
                  <a:pt x="381189" y="46991"/>
                  <a:pt x="383648" y="51540"/>
                  <a:pt x="385221" y="56796"/>
                </a:cubicBezTo>
                <a:cubicBezTo>
                  <a:pt x="386795" y="62049"/>
                  <a:pt x="387582" y="67764"/>
                  <a:pt x="387582" y="73940"/>
                </a:cubicBezTo>
                <a:lnTo>
                  <a:pt x="387582" y="77880"/>
                </a:lnTo>
                <a:moveTo>
                  <a:pt x="363584" y="70814"/>
                </a:moveTo>
                <a:cubicBezTo>
                  <a:pt x="363780" y="63833"/>
                  <a:pt x="362387" y="58351"/>
                  <a:pt x="359404" y="54368"/>
                </a:cubicBezTo>
                <a:cubicBezTo>
                  <a:pt x="356420" y="50382"/>
                  <a:pt x="351814" y="48390"/>
                  <a:pt x="345585" y="48390"/>
                </a:cubicBezTo>
                <a:cubicBezTo>
                  <a:pt x="342438" y="48390"/>
                  <a:pt x="339700" y="48983"/>
                  <a:pt x="337373" y="50169"/>
                </a:cubicBezTo>
                <a:cubicBezTo>
                  <a:pt x="335045" y="51353"/>
                  <a:pt x="333111" y="52951"/>
                  <a:pt x="331570" y="54961"/>
                </a:cubicBezTo>
                <a:cubicBezTo>
                  <a:pt x="330029" y="56969"/>
                  <a:pt x="328849" y="59339"/>
                  <a:pt x="328029" y="62073"/>
                </a:cubicBezTo>
                <a:cubicBezTo>
                  <a:pt x="327210" y="64804"/>
                  <a:pt x="326734" y="67718"/>
                  <a:pt x="326603" y="70814"/>
                </a:cubicBezTo>
                <a:lnTo>
                  <a:pt x="363584" y="70814"/>
                </a:lnTo>
                <a:close/>
                <a:moveTo>
                  <a:pt x="469857" y="99570"/>
                </a:moveTo>
                <a:cubicBezTo>
                  <a:pt x="469857" y="104563"/>
                  <a:pt x="468923" y="108966"/>
                  <a:pt x="467054" y="112777"/>
                </a:cubicBezTo>
                <a:cubicBezTo>
                  <a:pt x="465185" y="116586"/>
                  <a:pt x="462546" y="119772"/>
                  <a:pt x="459137" y="122335"/>
                </a:cubicBezTo>
                <a:cubicBezTo>
                  <a:pt x="455727" y="124897"/>
                  <a:pt x="451695" y="126818"/>
                  <a:pt x="447039" y="128098"/>
                </a:cubicBezTo>
                <a:cubicBezTo>
                  <a:pt x="442384" y="129381"/>
                  <a:pt x="437335" y="130022"/>
                  <a:pt x="431893" y="130022"/>
                </a:cubicBezTo>
                <a:cubicBezTo>
                  <a:pt x="428614" y="130022"/>
                  <a:pt x="425484" y="129773"/>
                  <a:pt x="422500" y="129275"/>
                </a:cubicBezTo>
                <a:cubicBezTo>
                  <a:pt x="419517" y="128777"/>
                  <a:pt x="416845" y="128147"/>
                  <a:pt x="414484" y="127385"/>
                </a:cubicBezTo>
                <a:cubicBezTo>
                  <a:pt x="412124" y="126621"/>
                  <a:pt x="410157" y="125841"/>
                  <a:pt x="408583" y="125046"/>
                </a:cubicBezTo>
                <a:cubicBezTo>
                  <a:pt x="407010" y="124249"/>
                  <a:pt x="405862" y="123502"/>
                  <a:pt x="405141" y="122806"/>
                </a:cubicBezTo>
                <a:cubicBezTo>
                  <a:pt x="404420" y="122109"/>
                  <a:pt x="403862" y="121019"/>
                  <a:pt x="403469" y="119535"/>
                </a:cubicBezTo>
                <a:cubicBezTo>
                  <a:pt x="403076" y="118052"/>
                  <a:pt x="402879" y="115859"/>
                  <a:pt x="402879" y="112958"/>
                </a:cubicBezTo>
                <a:cubicBezTo>
                  <a:pt x="402879" y="111046"/>
                  <a:pt x="402944" y="109514"/>
                  <a:pt x="403076" y="108360"/>
                </a:cubicBezTo>
                <a:cubicBezTo>
                  <a:pt x="403207" y="107206"/>
                  <a:pt x="403403" y="106283"/>
                  <a:pt x="403666" y="105591"/>
                </a:cubicBezTo>
                <a:cubicBezTo>
                  <a:pt x="403928" y="104898"/>
                  <a:pt x="404256" y="104437"/>
                  <a:pt x="404649" y="104208"/>
                </a:cubicBezTo>
                <a:cubicBezTo>
                  <a:pt x="405043" y="103976"/>
                  <a:pt x="405534" y="103860"/>
                  <a:pt x="406124" y="103860"/>
                </a:cubicBezTo>
                <a:cubicBezTo>
                  <a:pt x="406846" y="103860"/>
                  <a:pt x="407911" y="104275"/>
                  <a:pt x="409321" y="105105"/>
                </a:cubicBezTo>
                <a:cubicBezTo>
                  <a:pt x="410731" y="105935"/>
                  <a:pt x="412485" y="106848"/>
                  <a:pt x="414583" y="107844"/>
                </a:cubicBezTo>
                <a:cubicBezTo>
                  <a:pt x="416681" y="108840"/>
                  <a:pt x="419123" y="109769"/>
                  <a:pt x="421910" y="110631"/>
                </a:cubicBezTo>
                <a:cubicBezTo>
                  <a:pt x="424697" y="111494"/>
                  <a:pt x="427860" y="111925"/>
                  <a:pt x="431401" y="111925"/>
                </a:cubicBezTo>
                <a:cubicBezTo>
                  <a:pt x="433630" y="111925"/>
                  <a:pt x="435614" y="111697"/>
                  <a:pt x="437351" y="111240"/>
                </a:cubicBezTo>
                <a:cubicBezTo>
                  <a:pt x="439089" y="110783"/>
                  <a:pt x="440597" y="110130"/>
                  <a:pt x="441876" y="109282"/>
                </a:cubicBezTo>
                <a:cubicBezTo>
                  <a:pt x="443154" y="108432"/>
                  <a:pt x="444121" y="107354"/>
                  <a:pt x="444777" y="106049"/>
                </a:cubicBezTo>
                <a:cubicBezTo>
                  <a:pt x="445433" y="104744"/>
                  <a:pt x="445761" y="103242"/>
                  <a:pt x="445761" y="101543"/>
                </a:cubicBezTo>
                <a:cubicBezTo>
                  <a:pt x="445761" y="99572"/>
                  <a:pt x="445154" y="97880"/>
                  <a:pt x="443941" y="96469"/>
                </a:cubicBezTo>
                <a:cubicBezTo>
                  <a:pt x="442728" y="95055"/>
                  <a:pt x="441122" y="93822"/>
                  <a:pt x="439122" y="92771"/>
                </a:cubicBezTo>
                <a:cubicBezTo>
                  <a:pt x="437122" y="91720"/>
                  <a:pt x="434860" y="90734"/>
                  <a:pt x="432335" y="89814"/>
                </a:cubicBezTo>
                <a:cubicBezTo>
                  <a:pt x="429811" y="88894"/>
                  <a:pt x="427221" y="87876"/>
                  <a:pt x="424566" y="86759"/>
                </a:cubicBezTo>
                <a:cubicBezTo>
                  <a:pt x="421910" y="85643"/>
                  <a:pt x="419320" y="84362"/>
                  <a:pt x="416796" y="82917"/>
                </a:cubicBezTo>
                <a:cubicBezTo>
                  <a:pt x="414271" y="81471"/>
                  <a:pt x="412009" y="79696"/>
                  <a:pt x="410009" y="77594"/>
                </a:cubicBezTo>
                <a:cubicBezTo>
                  <a:pt x="408010" y="75492"/>
                  <a:pt x="406403" y="72963"/>
                  <a:pt x="405190" y="70009"/>
                </a:cubicBezTo>
                <a:cubicBezTo>
                  <a:pt x="403977" y="67052"/>
                  <a:pt x="403371" y="63504"/>
                  <a:pt x="403371" y="59365"/>
                </a:cubicBezTo>
                <a:cubicBezTo>
                  <a:pt x="403371" y="55158"/>
                  <a:pt x="404190" y="51298"/>
                  <a:pt x="405829" y="47784"/>
                </a:cubicBezTo>
                <a:cubicBezTo>
                  <a:pt x="407469" y="44270"/>
                  <a:pt x="409829" y="41265"/>
                  <a:pt x="412911" y="38769"/>
                </a:cubicBezTo>
                <a:cubicBezTo>
                  <a:pt x="415993" y="36272"/>
                  <a:pt x="419746" y="34333"/>
                  <a:pt x="424172" y="32954"/>
                </a:cubicBezTo>
                <a:cubicBezTo>
                  <a:pt x="428598" y="31573"/>
                  <a:pt x="433565" y="30883"/>
                  <a:pt x="439073" y="30883"/>
                </a:cubicBezTo>
                <a:cubicBezTo>
                  <a:pt x="441826" y="30883"/>
                  <a:pt x="444498" y="31079"/>
                  <a:pt x="447088" y="31473"/>
                </a:cubicBezTo>
                <a:cubicBezTo>
                  <a:pt x="449678" y="31866"/>
                  <a:pt x="452022" y="32358"/>
                  <a:pt x="454121" y="32948"/>
                </a:cubicBezTo>
                <a:cubicBezTo>
                  <a:pt x="456219" y="33538"/>
                  <a:pt x="457989" y="34178"/>
                  <a:pt x="459432" y="34866"/>
                </a:cubicBezTo>
                <a:cubicBezTo>
                  <a:pt x="460874" y="35555"/>
                  <a:pt x="461907" y="36145"/>
                  <a:pt x="462530" y="36636"/>
                </a:cubicBezTo>
                <a:cubicBezTo>
                  <a:pt x="463153" y="37128"/>
                  <a:pt x="463595" y="37620"/>
                  <a:pt x="463858" y="38112"/>
                </a:cubicBezTo>
                <a:cubicBezTo>
                  <a:pt x="464120" y="38603"/>
                  <a:pt x="464316" y="39194"/>
                  <a:pt x="464448" y="39882"/>
                </a:cubicBezTo>
                <a:cubicBezTo>
                  <a:pt x="464579" y="40570"/>
                  <a:pt x="464694" y="41423"/>
                  <a:pt x="464792" y="42439"/>
                </a:cubicBezTo>
                <a:cubicBezTo>
                  <a:pt x="464890" y="43456"/>
                  <a:pt x="464939" y="44718"/>
                  <a:pt x="464939" y="46226"/>
                </a:cubicBezTo>
                <a:cubicBezTo>
                  <a:pt x="464939" y="47996"/>
                  <a:pt x="464890" y="49439"/>
                  <a:pt x="464792" y="50553"/>
                </a:cubicBezTo>
                <a:cubicBezTo>
                  <a:pt x="464694" y="51668"/>
                  <a:pt x="464530" y="52553"/>
                  <a:pt x="464300" y="53209"/>
                </a:cubicBezTo>
                <a:cubicBezTo>
                  <a:pt x="464071" y="53864"/>
                  <a:pt x="463759" y="54307"/>
                  <a:pt x="463366" y="54537"/>
                </a:cubicBezTo>
                <a:cubicBezTo>
                  <a:pt x="462972" y="54766"/>
                  <a:pt x="462513" y="54881"/>
                  <a:pt x="461989" y="54881"/>
                </a:cubicBezTo>
                <a:cubicBezTo>
                  <a:pt x="461399" y="54881"/>
                  <a:pt x="460481" y="54537"/>
                  <a:pt x="459235" y="53848"/>
                </a:cubicBezTo>
                <a:cubicBezTo>
                  <a:pt x="457989" y="53160"/>
                  <a:pt x="456432" y="52422"/>
                  <a:pt x="454563" y="51635"/>
                </a:cubicBezTo>
                <a:cubicBezTo>
                  <a:pt x="452694" y="50848"/>
                  <a:pt x="450531" y="50111"/>
                  <a:pt x="448072" y="49422"/>
                </a:cubicBezTo>
                <a:cubicBezTo>
                  <a:pt x="445613" y="48734"/>
                  <a:pt x="442810" y="48390"/>
                  <a:pt x="439663" y="48390"/>
                </a:cubicBezTo>
                <a:cubicBezTo>
                  <a:pt x="437433" y="48390"/>
                  <a:pt x="435499" y="48621"/>
                  <a:pt x="433860" y="49084"/>
                </a:cubicBezTo>
                <a:cubicBezTo>
                  <a:pt x="432221" y="49545"/>
                  <a:pt x="430877" y="50204"/>
                  <a:pt x="429827" y="51060"/>
                </a:cubicBezTo>
                <a:cubicBezTo>
                  <a:pt x="428778" y="51917"/>
                  <a:pt x="427992" y="52922"/>
                  <a:pt x="427467" y="54076"/>
                </a:cubicBezTo>
                <a:cubicBezTo>
                  <a:pt x="426942" y="55229"/>
                  <a:pt x="426680" y="56466"/>
                  <a:pt x="426680" y="57785"/>
                </a:cubicBezTo>
                <a:cubicBezTo>
                  <a:pt x="426680" y="59822"/>
                  <a:pt x="427303" y="61531"/>
                  <a:pt x="428549" y="62912"/>
                </a:cubicBezTo>
                <a:cubicBezTo>
                  <a:pt x="429795" y="64291"/>
                  <a:pt x="431434" y="65506"/>
                  <a:pt x="433467" y="66557"/>
                </a:cubicBezTo>
                <a:cubicBezTo>
                  <a:pt x="435499" y="67608"/>
                  <a:pt x="437810" y="68594"/>
                  <a:pt x="440400" y="69514"/>
                </a:cubicBezTo>
                <a:cubicBezTo>
                  <a:pt x="442990" y="70434"/>
                  <a:pt x="445613" y="71436"/>
                  <a:pt x="448269" y="72520"/>
                </a:cubicBezTo>
                <a:cubicBezTo>
                  <a:pt x="450924" y="73604"/>
                  <a:pt x="453547" y="74868"/>
                  <a:pt x="456137" y="76312"/>
                </a:cubicBezTo>
                <a:cubicBezTo>
                  <a:pt x="458727" y="77757"/>
                  <a:pt x="461038" y="79531"/>
                  <a:pt x="463071" y="81636"/>
                </a:cubicBezTo>
                <a:cubicBezTo>
                  <a:pt x="465103" y="83738"/>
                  <a:pt x="466743" y="86251"/>
                  <a:pt x="467988" y="89175"/>
                </a:cubicBezTo>
                <a:cubicBezTo>
                  <a:pt x="469234" y="92097"/>
                  <a:pt x="469857" y="95562"/>
                  <a:pt x="469857" y="995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2C5B93-6DA2-4A15-B617-AC6696C9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5" y="106902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c59c8d81a4f1a"/>
          <a:stretch xmlns:a="http://schemas.openxmlformats.org/drawingml/2006/main"/>
        </p:blipFill>
        <p:spPr>
          <a:xfrm xmlns:a="http://schemas.openxmlformats.org/drawingml/2006/main">
            <a:off x="1788545" y="229437"/>
            <a:ext cx="185312" cy="185312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D4491-87A4-4002-B43A-C5B4382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30" y="1482476"/>
            <a:ext cx="444816" cy="444816"/>
          </a:xfrm>
          <a:custGeom xmlns:a="http://schemas.openxmlformats.org/drawingml/2006/main">
            <a:pathLst>
              <a:path w="444816" h="444816">
                <a:moveTo>
                  <a:pt x="10004" y="288543"/>
                </a:moveTo>
                <a:lnTo>
                  <a:pt x="13496" y="298883"/>
                </a:lnTo>
                <a:lnTo>
                  <a:pt x="17474" y="308988"/>
                </a:lnTo>
                <a:lnTo>
                  <a:pt x="21939" y="318841"/>
                </a:lnTo>
                <a:lnTo>
                  <a:pt x="26840" y="328426"/>
                </a:lnTo>
                <a:lnTo>
                  <a:pt x="32195" y="337742"/>
                </a:lnTo>
                <a:lnTo>
                  <a:pt x="37986" y="346772"/>
                </a:lnTo>
                <a:lnTo>
                  <a:pt x="44180" y="355484"/>
                </a:lnTo>
                <a:lnTo>
                  <a:pt x="50793" y="363893"/>
                </a:lnTo>
                <a:lnTo>
                  <a:pt x="57776" y="371950"/>
                </a:lnTo>
                <a:lnTo>
                  <a:pt x="65145" y="379672"/>
                </a:lnTo>
                <a:lnTo>
                  <a:pt x="72866" y="387041"/>
                </a:lnTo>
                <a:lnTo>
                  <a:pt x="80923" y="394023"/>
                </a:lnTo>
                <a:lnTo>
                  <a:pt x="89333" y="400637"/>
                </a:lnTo>
                <a:lnTo>
                  <a:pt x="98044" y="406831"/>
                </a:lnTo>
                <a:lnTo>
                  <a:pt x="107075" y="412622"/>
                </a:lnTo>
                <a:lnTo>
                  <a:pt x="116391" y="417976"/>
                </a:lnTo>
                <a:lnTo>
                  <a:pt x="125975" y="422878"/>
                </a:lnTo>
                <a:lnTo>
                  <a:pt x="135828" y="427343"/>
                </a:lnTo>
                <a:lnTo>
                  <a:pt x="145933" y="431321"/>
                </a:lnTo>
                <a:lnTo>
                  <a:pt x="156273" y="434812"/>
                </a:lnTo>
                <a:lnTo>
                  <a:pt x="166831" y="437817"/>
                </a:lnTo>
                <a:lnTo>
                  <a:pt x="177591" y="440301"/>
                </a:lnTo>
                <a:lnTo>
                  <a:pt x="188552" y="442265"/>
                </a:lnTo>
                <a:lnTo>
                  <a:pt x="199681" y="443675"/>
                </a:lnTo>
                <a:lnTo>
                  <a:pt x="210977" y="444531"/>
                </a:lnTo>
                <a:lnTo>
                  <a:pt x="222408" y="444816"/>
                </a:lnTo>
                <a:lnTo>
                  <a:pt x="233839" y="444531"/>
                </a:lnTo>
                <a:lnTo>
                  <a:pt x="245136" y="443675"/>
                </a:lnTo>
                <a:lnTo>
                  <a:pt x="256265" y="442265"/>
                </a:lnTo>
                <a:lnTo>
                  <a:pt x="267226" y="440301"/>
                </a:lnTo>
                <a:lnTo>
                  <a:pt x="277985" y="437817"/>
                </a:lnTo>
                <a:lnTo>
                  <a:pt x="288543" y="434812"/>
                </a:lnTo>
                <a:lnTo>
                  <a:pt x="298883" y="431321"/>
                </a:lnTo>
                <a:lnTo>
                  <a:pt x="308988" y="427343"/>
                </a:lnTo>
                <a:lnTo>
                  <a:pt x="318841" y="422878"/>
                </a:lnTo>
                <a:lnTo>
                  <a:pt x="328426" y="417976"/>
                </a:lnTo>
                <a:lnTo>
                  <a:pt x="337742" y="412622"/>
                </a:lnTo>
                <a:lnTo>
                  <a:pt x="346772" y="406831"/>
                </a:lnTo>
                <a:lnTo>
                  <a:pt x="355484" y="400637"/>
                </a:lnTo>
                <a:lnTo>
                  <a:pt x="363893" y="394023"/>
                </a:lnTo>
                <a:lnTo>
                  <a:pt x="371950" y="387041"/>
                </a:lnTo>
                <a:lnTo>
                  <a:pt x="379672" y="379672"/>
                </a:lnTo>
                <a:lnTo>
                  <a:pt x="387041" y="371950"/>
                </a:lnTo>
                <a:lnTo>
                  <a:pt x="394023" y="363893"/>
                </a:lnTo>
                <a:lnTo>
                  <a:pt x="400637" y="355484"/>
                </a:lnTo>
                <a:lnTo>
                  <a:pt x="406831" y="346772"/>
                </a:lnTo>
                <a:lnTo>
                  <a:pt x="412622" y="337742"/>
                </a:lnTo>
                <a:lnTo>
                  <a:pt x="417976" y="328426"/>
                </a:lnTo>
                <a:lnTo>
                  <a:pt x="422878" y="318841"/>
                </a:lnTo>
                <a:lnTo>
                  <a:pt x="427343" y="308988"/>
                </a:lnTo>
                <a:lnTo>
                  <a:pt x="431321" y="298883"/>
                </a:lnTo>
                <a:lnTo>
                  <a:pt x="434812" y="288543"/>
                </a:lnTo>
                <a:lnTo>
                  <a:pt x="437817" y="277985"/>
                </a:lnTo>
                <a:lnTo>
                  <a:pt x="440301" y="267226"/>
                </a:lnTo>
                <a:lnTo>
                  <a:pt x="442265" y="256265"/>
                </a:lnTo>
                <a:lnTo>
                  <a:pt x="443675" y="245136"/>
                </a:lnTo>
                <a:lnTo>
                  <a:pt x="444531" y="233839"/>
                </a:lnTo>
                <a:lnTo>
                  <a:pt x="444816" y="222408"/>
                </a:lnTo>
                <a:lnTo>
                  <a:pt x="444531" y="210977"/>
                </a:lnTo>
                <a:lnTo>
                  <a:pt x="443675" y="199681"/>
                </a:lnTo>
                <a:lnTo>
                  <a:pt x="442265" y="188552"/>
                </a:lnTo>
                <a:lnTo>
                  <a:pt x="440301" y="177591"/>
                </a:lnTo>
                <a:lnTo>
                  <a:pt x="437817" y="166831"/>
                </a:lnTo>
                <a:lnTo>
                  <a:pt x="434812" y="156273"/>
                </a:lnTo>
                <a:lnTo>
                  <a:pt x="431321" y="145933"/>
                </a:lnTo>
                <a:lnTo>
                  <a:pt x="427343" y="135828"/>
                </a:lnTo>
                <a:lnTo>
                  <a:pt x="422878" y="125975"/>
                </a:lnTo>
                <a:lnTo>
                  <a:pt x="417976" y="116391"/>
                </a:lnTo>
                <a:lnTo>
                  <a:pt x="412622" y="107075"/>
                </a:lnTo>
                <a:lnTo>
                  <a:pt x="406831" y="98044"/>
                </a:lnTo>
                <a:lnTo>
                  <a:pt x="400637" y="89333"/>
                </a:lnTo>
                <a:lnTo>
                  <a:pt x="394023" y="80923"/>
                </a:lnTo>
                <a:lnTo>
                  <a:pt x="387041" y="72866"/>
                </a:lnTo>
                <a:lnTo>
                  <a:pt x="379672" y="65145"/>
                </a:lnTo>
                <a:lnTo>
                  <a:pt x="371950" y="57776"/>
                </a:lnTo>
                <a:lnTo>
                  <a:pt x="363893" y="50793"/>
                </a:lnTo>
                <a:lnTo>
                  <a:pt x="355484" y="44180"/>
                </a:lnTo>
                <a:lnTo>
                  <a:pt x="346772" y="37986"/>
                </a:lnTo>
                <a:lnTo>
                  <a:pt x="337742" y="32195"/>
                </a:lnTo>
                <a:lnTo>
                  <a:pt x="328426" y="26840"/>
                </a:lnTo>
                <a:lnTo>
                  <a:pt x="318841" y="21939"/>
                </a:lnTo>
                <a:lnTo>
                  <a:pt x="308988" y="17474"/>
                </a:lnTo>
                <a:lnTo>
                  <a:pt x="298883" y="13496"/>
                </a:lnTo>
                <a:lnTo>
                  <a:pt x="288543" y="10004"/>
                </a:lnTo>
                <a:lnTo>
                  <a:pt x="277985" y="7000"/>
                </a:lnTo>
                <a:lnTo>
                  <a:pt x="267226" y="4515"/>
                </a:lnTo>
                <a:lnTo>
                  <a:pt x="256265" y="2551"/>
                </a:lnTo>
                <a:lnTo>
                  <a:pt x="245136" y="1141"/>
                </a:lnTo>
                <a:lnTo>
                  <a:pt x="233839" y="285"/>
                </a:lnTo>
                <a:lnTo>
                  <a:pt x="222408" y="0"/>
                </a:lnTo>
                <a:lnTo>
                  <a:pt x="210977" y="285"/>
                </a:lnTo>
                <a:lnTo>
                  <a:pt x="199681" y="1141"/>
                </a:lnTo>
                <a:lnTo>
                  <a:pt x="188552" y="2551"/>
                </a:lnTo>
                <a:lnTo>
                  <a:pt x="177591" y="4515"/>
                </a:lnTo>
                <a:lnTo>
                  <a:pt x="166831" y="7000"/>
                </a:lnTo>
                <a:lnTo>
                  <a:pt x="156273" y="10004"/>
                </a:lnTo>
                <a:lnTo>
                  <a:pt x="145933" y="13496"/>
                </a:lnTo>
                <a:lnTo>
                  <a:pt x="135828" y="17474"/>
                </a:lnTo>
                <a:lnTo>
                  <a:pt x="125975" y="21939"/>
                </a:lnTo>
                <a:lnTo>
                  <a:pt x="116391" y="26840"/>
                </a:lnTo>
                <a:lnTo>
                  <a:pt x="107075" y="32195"/>
                </a:lnTo>
                <a:lnTo>
                  <a:pt x="98044" y="37986"/>
                </a:lnTo>
                <a:lnTo>
                  <a:pt x="89333" y="44180"/>
                </a:lnTo>
                <a:lnTo>
                  <a:pt x="80923" y="50793"/>
                </a:lnTo>
                <a:lnTo>
                  <a:pt x="72866" y="57776"/>
                </a:lnTo>
                <a:lnTo>
                  <a:pt x="65145" y="65145"/>
                </a:lnTo>
                <a:lnTo>
                  <a:pt x="57776" y="72866"/>
                </a:lnTo>
                <a:lnTo>
                  <a:pt x="50793" y="80923"/>
                </a:lnTo>
                <a:lnTo>
                  <a:pt x="44180" y="89333"/>
                </a:lnTo>
                <a:lnTo>
                  <a:pt x="37986" y="98044"/>
                </a:lnTo>
                <a:lnTo>
                  <a:pt x="32195" y="107075"/>
                </a:lnTo>
                <a:lnTo>
                  <a:pt x="26840" y="116391"/>
                </a:lnTo>
                <a:lnTo>
                  <a:pt x="21939" y="125975"/>
                </a:lnTo>
                <a:lnTo>
                  <a:pt x="17474" y="135828"/>
                </a:lnTo>
                <a:lnTo>
                  <a:pt x="13496" y="145933"/>
                </a:lnTo>
                <a:lnTo>
                  <a:pt x="10004" y="156273"/>
                </a:lnTo>
                <a:lnTo>
                  <a:pt x="7000" y="166831"/>
                </a:lnTo>
                <a:lnTo>
                  <a:pt x="4515" y="177591"/>
                </a:lnTo>
                <a:lnTo>
                  <a:pt x="2551" y="188552"/>
                </a:lnTo>
                <a:lnTo>
                  <a:pt x="1141" y="199681"/>
                </a:lnTo>
                <a:lnTo>
                  <a:pt x="285" y="210977"/>
                </a:lnTo>
                <a:lnTo>
                  <a:pt x="0" y="222408"/>
                </a:lnTo>
                <a:lnTo>
                  <a:pt x="285" y="233839"/>
                </a:lnTo>
                <a:lnTo>
                  <a:pt x="1141" y="245136"/>
                </a:lnTo>
                <a:lnTo>
                  <a:pt x="2551" y="256265"/>
                </a:lnTo>
                <a:lnTo>
                  <a:pt x="4515" y="267226"/>
                </a:lnTo>
                <a:lnTo>
                  <a:pt x="7000" y="277985"/>
                </a:lnTo>
                <a:lnTo>
                  <a:pt x="10004" y="288543"/>
                </a:lnTo>
                <a:close/>
                <a:moveTo>
                  <a:pt x="19167" y="191018"/>
                </a:moveTo>
                <a:lnTo>
                  <a:pt x="20954" y="180996"/>
                </a:lnTo>
                <a:lnTo>
                  <a:pt x="23315" y="170810"/>
                </a:lnTo>
                <a:lnTo>
                  <a:pt x="23198" y="171212"/>
                </a:lnTo>
                <a:lnTo>
                  <a:pt x="25986" y="161404"/>
                </a:lnTo>
                <a:lnTo>
                  <a:pt x="29324" y="151506"/>
                </a:lnTo>
                <a:lnTo>
                  <a:pt x="29190" y="151909"/>
                </a:lnTo>
                <a:lnTo>
                  <a:pt x="32910" y="142461"/>
                </a:lnTo>
                <a:lnTo>
                  <a:pt x="37110" y="133157"/>
                </a:lnTo>
                <a:lnTo>
                  <a:pt x="41685" y="124250"/>
                </a:lnTo>
                <a:lnTo>
                  <a:pt x="46647" y="115619"/>
                </a:lnTo>
                <a:lnTo>
                  <a:pt x="46446" y="115971"/>
                </a:lnTo>
                <a:lnTo>
                  <a:pt x="51820" y="107560"/>
                </a:lnTo>
                <a:lnTo>
                  <a:pt x="57594" y="99428"/>
                </a:lnTo>
                <a:lnTo>
                  <a:pt x="63869" y="91464"/>
                </a:lnTo>
                <a:lnTo>
                  <a:pt x="63600" y="91766"/>
                </a:lnTo>
                <a:lnTo>
                  <a:pt x="70298" y="84050"/>
                </a:lnTo>
                <a:lnTo>
                  <a:pt x="77007" y="77007"/>
                </a:lnTo>
                <a:lnTo>
                  <a:pt x="84050" y="70298"/>
                </a:lnTo>
                <a:lnTo>
                  <a:pt x="91766" y="63600"/>
                </a:lnTo>
                <a:lnTo>
                  <a:pt x="91464" y="63869"/>
                </a:lnTo>
                <a:lnTo>
                  <a:pt x="99428" y="57594"/>
                </a:lnTo>
                <a:lnTo>
                  <a:pt x="107560" y="51820"/>
                </a:lnTo>
                <a:lnTo>
                  <a:pt x="115971" y="46446"/>
                </a:lnTo>
                <a:lnTo>
                  <a:pt x="115619" y="46647"/>
                </a:lnTo>
                <a:lnTo>
                  <a:pt x="124250" y="41685"/>
                </a:lnTo>
                <a:lnTo>
                  <a:pt x="133157" y="37110"/>
                </a:lnTo>
                <a:lnTo>
                  <a:pt x="142461" y="32910"/>
                </a:lnTo>
                <a:lnTo>
                  <a:pt x="151909" y="29190"/>
                </a:lnTo>
                <a:lnTo>
                  <a:pt x="151506" y="29324"/>
                </a:lnTo>
                <a:lnTo>
                  <a:pt x="161404" y="25986"/>
                </a:lnTo>
                <a:lnTo>
                  <a:pt x="171212" y="23198"/>
                </a:lnTo>
                <a:lnTo>
                  <a:pt x="170810" y="23315"/>
                </a:lnTo>
                <a:lnTo>
                  <a:pt x="180996" y="20954"/>
                </a:lnTo>
                <a:lnTo>
                  <a:pt x="191018" y="19167"/>
                </a:lnTo>
                <a:lnTo>
                  <a:pt x="201542" y="17831"/>
                </a:lnTo>
                <a:lnTo>
                  <a:pt x="211907" y="17047"/>
                </a:lnTo>
                <a:lnTo>
                  <a:pt x="222408" y="16791"/>
                </a:lnTo>
                <a:lnTo>
                  <a:pt x="232910" y="17047"/>
                </a:lnTo>
                <a:lnTo>
                  <a:pt x="243275" y="17831"/>
                </a:lnTo>
                <a:lnTo>
                  <a:pt x="253798" y="19167"/>
                </a:lnTo>
                <a:lnTo>
                  <a:pt x="263820" y="20954"/>
                </a:lnTo>
                <a:lnTo>
                  <a:pt x="274007" y="23315"/>
                </a:lnTo>
                <a:lnTo>
                  <a:pt x="273604" y="23198"/>
                </a:lnTo>
                <a:lnTo>
                  <a:pt x="283413" y="25986"/>
                </a:lnTo>
                <a:lnTo>
                  <a:pt x="293310" y="29324"/>
                </a:lnTo>
                <a:lnTo>
                  <a:pt x="292907" y="29190"/>
                </a:lnTo>
                <a:lnTo>
                  <a:pt x="302355" y="32910"/>
                </a:lnTo>
                <a:lnTo>
                  <a:pt x="311660" y="37110"/>
                </a:lnTo>
                <a:lnTo>
                  <a:pt x="320567" y="41685"/>
                </a:lnTo>
                <a:lnTo>
                  <a:pt x="329198" y="46647"/>
                </a:lnTo>
                <a:lnTo>
                  <a:pt x="328845" y="46446"/>
                </a:lnTo>
                <a:lnTo>
                  <a:pt x="337256" y="51820"/>
                </a:lnTo>
                <a:lnTo>
                  <a:pt x="345388" y="57594"/>
                </a:lnTo>
                <a:lnTo>
                  <a:pt x="353352" y="63869"/>
                </a:lnTo>
                <a:lnTo>
                  <a:pt x="353050" y="63600"/>
                </a:lnTo>
                <a:lnTo>
                  <a:pt x="360766" y="70298"/>
                </a:lnTo>
                <a:lnTo>
                  <a:pt x="367809" y="77007"/>
                </a:lnTo>
                <a:lnTo>
                  <a:pt x="374519" y="84050"/>
                </a:lnTo>
                <a:lnTo>
                  <a:pt x="381216" y="91766"/>
                </a:lnTo>
                <a:lnTo>
                  <a:pt x="380948" y="91464"/>
                </a:lnTo>
                <a:lnTo>
                  <a:pt x="387223" y="99428"/>
                </a:lnTo>
                <a:lnTo>
                  <a:pt x="392996" y="107560"/>
                </a:lnTo>
                <a:lnTo>
                  <a:pt x="398371" y="115971"/>
                </a:lnTo>
                <a:lnTo>
                  <a:pt x="398169" y="115619"/>
                </a:lnTo>
                <a:lnTo>
                  <a:pt x="403131" y="124250"/>
                </a:lnTo>
                <a:lnTo>
                  <a:pt x="407707" y="133157"/>
                </a:lnTo>
                <a:lnTo>
                  <a:pt x="411906" y="142461"/>
                </a:lnTo>
                <a:lnTo>
                  <a:pt x="415626" y="151909"/>
                </a:lnTo>
                <a:lnTo>
                  <a:pt x="415492" y="151506"/>
                </a:lnTo>
                <a:lnTo>
                  <a:pt x="418830" y="161404"/>
                </a:lnTo>
                <a:lnTo>
                  <a:pt x="421619" y="171212"/>
                </a:lnTo>
                <a:lnTo>
                  <a:pt x="421501" y="170810"/>
                </a:lnTo>
                <a:lnTo>
                  <a:pt x="423862" y="180996"/>
                </a:lnTo>
                <a:lnTo>
                  <a:pt x="425650" y="191018"/>
                </a:lnTo>
                <a:lnTo>
                  <a:pt x="426986" y="201542"/>
                </a:lnTo>
                <a:lnTo>
                  <a:pt x="427769" y="211907"/>
                </a:lnTo>
                <a:lnTo>
                  <a:pt x="428026" y="222408"/>
                </a:lnTo>
                <a:lnTo>
                  <a:pt x="427769" y="232910"/>
                </a:lnTo>
                <a:lnTo>
                  <a:pt x="426986" y="243275"/>
                </a:lnTo>
                <a:lnTo>
                  <a:pt x="425650" y="253798"/>
                </a:lnTo>
                <a:lnTo>
                  <a:pt x="423862" y="263820"/>
                </a:lnTo>
                <a:lnTo>
                  <a:pt x="421501" y="274007"/>
                </a:lnTo>
                <a:lnTo>
                  <a:pt x="421619" y="273604"/>
                </a:lnTo>
                <a:lnTo>
                  <a:pt x="418830" y="283413"/>
                </a:lnTo>
                <a:lnTo>
                  <a:pt x="415492" y="293310"/>
                </a:lnTo>
                <a:lnTo>
                  <a:pt x="415626" y="292907"/>
                </a:lnTo>
                <a:lnTo>
                  <a:pt x="411906" y="302355"/>
                </a:lnTo>
                <a:lnTo>
                  <a:pt x="407707" y="311660"/>
                </a:lnTo>
                <a:lnTo>
                  <a:pt x="403131" y="320567"/>
                </a:lnTo>
                <a:lnTo>
                  <a:pt x="398169" y="329198"/>
                </a:lnTo>
                <a:lnTo>
                  <a:pt x="398371" y="328845"/>
                </a:lnTo>
                <a:lnTo>
                  <a:pt x="392996" y="337256"/>
                </a:lnTo>
                <a:lnTo>
                  <a:pt x="387223" y="345388"/>
                </a:lnTo>
                <a:lnTo>
                  <a:pt x="380948" y="353352"/>
                </a:lnTo>
                <a:lnTo>
                  <a:pt x="381216" y="353050"/>
                </a:lnTo>
                <a:lnTo>
                  <a:pt x="374519" y="360766"/>
                </a:lnTo>
                <a:lnTo>
                  <a:pt x="367809" y="367809"/>
                </a:lnTo>
                <a:lnTo>
                  <a:pt x="360766" y="374519"/>
                </a:lnTo>
                <a:lnTo>
                  <a:pt x="353050" y="381216"/>
                </a:lnTo>
                <a:lnTo>
                  <a:pt x="353352" y="380948"/>
                </a:lnTo>
                <a:lnTo>
                  <a:pt x="345388" y="387223"/>
                </a:lnTo>
                <a:lnTo>
                  <a:pt x="337256" y="392996"/>
                </a:lnTo>
                <a:lnTo>
                  <a:pt x="328845" y="398371"/>
                </a:lnTo>
                <a:lnTo>
                  <a:pt x="329198" y="398169"/>
                </a:lnTo>
                <a:lnTo>
                  <a:pt x="320567" y="403131"/>
                </a:lnTo>
                <a:lnTo>
                  <a:pt x="311660" y="407707"/>
                </a:lnTo>
                <a:lnTo>
                  <a:pt x="302355" y="411906"/>
                </a:lnTo>
                <a:lnTo>
                  <a:pt x="292907" y="415626"/>
                </a:lnTo>
                <a:lnTo>
                  <a:pt x="293310" y="415492"/>
                </a:lnTo>
                <a:lnTo>
                  <a:pt x="283413" y="418830"/>
                </a:lnTo>
                <a:lnTo>
                  <a:pt x="273604" y="421619"/>
                </a:lnTo>
                <a:lnTo>
                  <a:pt x="274007" y="421501"/>
                </a:lnTo>
                <a:lnTo>
                  <a:pt x="263820" y="423862"/>
                </a:lnTo>
                <a:lnTo>
                  <a:pt x="253798" y="425650"/>
                </a:lnTo>
                <a:lnTo>
                  <a:pt x="243275" y="426986"/>
                </a:lnTo>
                <a:lnTo>
                  <a:pt x="232910" y="427769"/>
                </a:lnTo>
                <a:lnTo>
                  <a:pt x="222408" y="428026"/>
                </a:lnTo>
                <a:lnTo>
                  <a:pt x="211907" y="427769"/>
                </a:lnTo>
                <a:lnTo>
                  <a:pt x="201542" y="426986"/>
                </a:lnTo>
                <a:lnTo>
                  <a:pt x="191018" y="425650"/>
                </a:lnTo>
                <a:lnTo>
                  <a:pt x="180996" y="423862"/>
                </a:lnTo>
                <a:lnTo>
                  <a:pt x="170810" y="421501"/>
                </a:lnTo>
                <a:lnTo>
                  <a:pt x="171212" y="421619"/>
                </a:lnTo>
                <a:lnTo>
                  <a:pt x="161404" y="418830"/>
                </a:lnTo>
                <a:lnTo>
                  <a:pt x="151506" y="415492"/>
                </a:lnTo>
                <a:lnTo>
                  <a:pt x="151909" y="415626"/>
                </a:lnTo>
                <a:lnTo>
                  <a:pt x="142461" y="411906"/>
                </a:lnTo>
                <a:lnTo>
                  <a:pt x="133157" y="407707"/>
                </a:lnTo>
                <a:lnTo>
                  <a:pt x="124250" y="403131"/>
                </a:lnTo>
                <a:lnTo>
                  <a:pt x="115619" y="398169"/>
                </a:lnTo>
                <a:lnTo>
                  <a:pt x="115971" y="398371"/>
                </a:lnTo>
                <a:lnTo>
                  <a:pt x="107560" y="392996"/>
                </a:lnTo>
                <a:lnTo>
                  <a:pt x="99428" y="387223"/>
                </a:lnTo>
                <a:lnTo>
                  <a:pt x="91464" y="380948"/>
                </a:lnTo>
                <a:lnTo>
                  <a:pt x="91766" y="381216"/>
                </a:lnTo>
                <a:lnTo>
                  <a:pt x="84050" y="374519"/>
                </a:lnTo>
                <a:lnTo>
                  <a:pt x="77007" y="367809"/>
                </a:lnTo>
                <a:lnTo>
                  <a:pt x="70298" y="360766"/>
                </a:lnTo>
                <a:lnTo>
                  <a:pt x="63600" y="353050"/>
                </a:lnTo>
                <a:lnTo>
                  <a:pt x="63869" y="353352"/>
                </a:lnTo>
                <a:lnTo>
                  <a:pt x="57594" y="345388"/>
                </a:lnTo>
                <a:lnTo>
                  <a:pt x="51820" y="337256"/>
                </a:lnTo>
                <a:lnTo>
                  <a:pt x="46446" y="328845"/>
                </a:lnTo>
                <a:lnTo>
                  <a:pt x="46647" y="329198"/>
                </a:lnTo>
                <a:lnTo>
                  <a:pt x="41685" y="320567"/>
                </a:lnTo>
                <a:lnTo>
                  <a:pt x="37110" y="311660"/>
                </a:lnTo>
                <a:lnTo>
                  <a:pt x="32910" y="302355"/>
                </a:lnTo>
                <a:lnTo>
                  <a:pt x="29190" y="292907"/>
                </a:lnTo>
                <a:lnTo>
                  <a:pt x="29324" y="293310"/>
                </a:lnTo>
                <a:lnTo>
                  <a:pt x="25986" y="283413"/>
                </a:lnTo>
                <a:lnTo>
                  <a:pt x="23198" y="273604"/>
                </a:lnTo>
                <a:lnTo>
                  <a:pt x="23315" y="274007"/>
                </a:lnTo>
                <a:lnTo>
                  <a:pt x="20954" y="263820"/>
                </a:lnTo>
                <a:lnTo>
                  <a:pt x="19167" y="253798"/>
                </a:lnTo>
                <a:lnTo>
                  <a:pt x="17831" y="243275"/>
                </a:lnTo>
                <a:lnTo>
                  <a:pt x="17047" y="232910"/>
                </a:lnTo>
                <a:lnTo>
                  <a:pt x="16791" y="222408"/>
                </a:lnTo>
                <a:lnTo>
                  <a:pt x="17047" y="211907"/>
                </a:lnTo>
                <a:lnTo>
                  <a:pt x="17831" y="201542"/>
                </a:lnTo>
                <a:lnTo>
                  <a:pt x="19167" y="1910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+">
            <a:extLst xmlns:a="http://schemas.openxmlformats.org/drawingml/2006/main">
              <a:ext uri="{FF2B5EF4-FFF2-40B4-BE49-F238E27FC236}">
                <a16:creationId xmlns:a16="http://schemas.microsoft.com/office/drawing/2014/main" id="{97898336-D386-4BC8-B709-FB6DE35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34" y="1641063"/>
            <a:ext cx="129826" cy="138530"/>
          </a:xfrm>
          <a:custGeom xmlns:a="http://schemas.openxmlformats.org/drawingml/2006/main">
            <a:pathLst>
              <a:path w="129826" h="138530">
                <a:moveTo>
                  <a:pt x="129826" y="69486"/>
                </a:moveTo>
                <a:cubicBezTo>
                  <a:pt x="129826" y="71355"/>
                  <a:pt x="129678" y="72953"/>
                  <a:pt x="129383" y="74281"/>
                </a:cubicBezTo>
                <a:cubicBezTo>
                  <a:pt x="129088" y="75609"/>
                  <a:pt x="128695" y="76715"/>
                  <a:pt x="128203" y="77600"/>
                </a:cubicBezTo>
                <a:cubicBezTo>
                  <a:pt x="127711" y="78485"/>
                  <a:pt x="127121" y="79125"/>
                  <a:pt x="126432" y="79518"/>
                </a:cubicBezTo>
                <a:cubicBezTo>
                  <a:pt x="125744" y="79912"/>
                  <a:pt x="125006" y="80108"/>
                  <a:pt x="124219" y="80108"/>
                </a:cubicBezTo>
                <a:lnTo>
                  <a:pt x="75830" y="80108"/>
                </a:lnTo>
                <a:lnTo>
                  <a:pt x="75830" y="133809"/>
                </a:lnTo>
                <a:cubicBezTo>
                  <a:pt x="75830" y="134596"/>
                  <a:pt x="75633" y="135260"/>
                  <a:pt x="75240" y="135800"/>
                </a:cubicBezTo>
                <a:cubicBezTo>
                  <a:pt x="74846" y="136341"/>
                  <a:pt x="74232" y="136809"/>
                  <a:pt x="73396" y="137202"/>
                </a:cubicBezTo>
                <a:cubicBezTo>
                  <a:pt x="72560" y="137595"/>
                  <a:pt x="71453" y="137915"/>
                  <a:pt x="70076" y="138161"/>
                </a:cubicBezTo>
                <a:cubicBezTo>
                  <a:pt x="68699" y="138407"/>
                  <a:pt x="66978" y="138530"/>
                  <a:pt x="64913" y="138530"/>
                </a:cubicBezTo>
                <a:cubicBezTo>
                  <a:pt x="62946" y="138530"/>
                  <a:pt x="61249" y="138407"/>
                  <a:pt x="59823" y="138161"/>
                </a:cubicBezTo>
                <a:cubicBezTo>
                  <a:pt x="58397" y="137915"/>
                  <a:pt x="57266" y="137595"/>
                  <a:pt x="56430" y="137202"/>
                </a:cubicBezTo>
                <a:cubicBezTo>
                  <a:pt x="55594" y="136809"/>
                  <a:pt x="54979" y="136341"/>
                  <a:pt x="54586" y="135800"/>
                </a:cubicBezTo>
                <a:cubicBezTo>
                  <a:pt x="54192" y="135260"/>
                  <a:pt x="53996" y="134596"/>
                  <a:pt x="53996" y="133809"/>
                </a:cubicBezTo>
                <a:lnTo>
                  <a:pt x="53996" y="80108"/>
                </a:lnTo>
                <a:lnTo>
                  <a:pt x="5606" y="80108"/>
                </a:lnTo>
                <a:cubicBezTo>
                  <a:pt x="4721" y="80108"/>
                  <a:pt x="3959" y="79912"/>
                  <a:pt x="3319" y="79518"/>
                </a:cubicBezTo>
                <a:cubicBezTo>
                  <a:pt x="2680" y="79125"/>
                  <a:pt x="2115" y="78485"/>
                  <a:pt x="1623" y="77600"/>
                </a:cubicBezTo>
                <a:cubicBezTo>
                  <a:pt x="1131" y="76715"/>
                  <a:pt x="738" y="75609"/>
                  <a:pt x="443" y="74281"/>
                </a:cubicBezTo>
                <a:cubicBezTo>
                  <a:pt x="148" y="72953"/>
                  <a:pt x="0" y="71355"/>
                  <a:pt x="0" y="69486"/>
                </a:cubicBezTo>
                <a:cubicBezTo>
                  <a:pt x="0" y="67716"/>
                  <a:pt x="148" y="66167"/>
                  <a:pt x="443" y="64839"/>
                </a:cubicBezTo>
                <a:cubicBezTo>
                  <a:pt x="738" y="63511"/>
                  <a:pt x="1131" y="62405"/>
                  <a:pt x="1623" y="61520"/>
                </a:cubicBezTo>
                <a:cubicBezTo>
                  <a:pt x="2115" y="60634"/>
                  <a:pt x="2680" y="59995"/>
                  <a:pt x="3319" y="59602"/>
                </a:cubicBezTo>
                <a:cubicBezTo>
                  <a:pt x="3959" y="59208"/>
                  <a:pt x="4672" y="59012"/>
                  <a:pt x="5459" y="59012"/>
                </a:cubicBezTo>
                <a:lnTo>
                  <a:pt x="53996" y="59012"/>
                </a:lnTo>
                <a:lnTo>
                  <a:pt x="53996" y="5177"/>
                </a:lnTo>
                <a:cubicBezTo>
                  <a:pt x="53996" y="4387"/>
                  <a:pt x="54192" y="3673"/>
                  <a:pt x="54586" y="3034"/>
                </a:cubicBezTo>
                <a:cubicBezTo>
                  <a:pt x="54979" y="2391"/>
                  <a:pt x="55594" y="1849"/>
                  <a:pt x="56430" y="1406"/>
                </a:cubicBezTo>
                <a:cubicBezTo>
                  <a:pt x="57266" y="960"/>
                  <a:pt x="58397" y="615"/>
                  <a:pt x="59823" y="369"/>
                </a:cubicBezTo>
                <a:cubicBezTo>
                  <a:pt x="61249" y="123"/>
                  <a:pt x="62946" y="0"/>
                  <a:pt x="64913" y="0"/>
                </a:cubicBezTo>
                <a:cubicBezTo>
                  <a:pt x="66978" y="0"/>
                  <a:pt x="68699" y="123"/>
                  <a:pt x="70076" y="369"/>
                </a:cubicBezTo>
                <a:cubicBezTo>
                  <a:pt x="71453" y="615"/>
                  <a:pt x="72560" y="960"/>
                  <a:pt x="73396" y="1406"/>
                </a:cubicBezTo>
                <a:cubicBezTo>
                  <a:pt x="74232" y="1849"/>
                  <a:pt x="74846" y="2391"/>
                  <a:pt x="75240" y="3034"/>
                </a:cubicBezTo>
                <a:cubicBezTo>
                  <a:pt x="75633" y="3673"/>
                  <a:pt x="75830" y="4387"/>
                  <a:pt x="75830" y="5177"/>
                </a:cubicBezTo>
                <a:lnTo>
                  <a:pt x="75830" y="59012"/>
                </a:lnTo>
                <a:lnTo>
                  <a:pt x="124367" y="59012"/>
                </a:lnTo>
                <a:cubicBezTo>
                  <a:pt x="125154" y="59012"/>
                  <a:pt x="125867" y="59208"/>
                  <a:pt x="126506" y="59602"/>
                </a:cubicBezTo>
                <a:cubicBezTo>
                  <a:pt x="127145" y="59995"/>
                  <a:pt x="127736" y="60634"/>
                  <a:pt x="128277" y="61520"/>
                </a:cubicBezTo>
                <a:cubicBezTo>
                  <a:pt x="128817" y="62405"/>
                  <a:pt x="129211" y="63511"/>
                  <a:pt x="129457" y="64839"/>
                </a:cubicBezTo>
                <a:cubicBezTo>
                  <a:pt x="129703" y="66167"/>
                  <a:pt x="129826" y="67716"/>
                  <a:pt x="129826" y="694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5ae3c53554517"/>
          <a:stretch xmlns:a="http://schemas.openxmlformats.org/drawingml/2006/main"/>
        </p:blipFill>
        <p:spPr>
          <a:xfrm xmlns:a="http://schemas.openxmlformats.org/drawingml/2006/main">
            <a:off x="2294108" y="660605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84E76-1D78-4539-A960-39610FB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365" y="150008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94F5A-2C6E-40E2-BD26-E98E84CB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25" y="114624"/>
            <a:ext cx="1935707" cy="475366"/>
          </a:xfrm>
          <a:custGeom xmlns:a="http://schemas.openxmlformats.org/drawingml/2006/main">
            <a:pathLst>
              <a:path w="1935707" h="475366">
                <a:moveTo>
                  <a:pt x="0" y="0"/>
                </a:moveTo>
                <a:lnTo>
                  <a:pt x="1935707" y="0"/>
                </a:lnTo>
                <a:lnTo>
                  <a:pt x="1935707" y="475366"/>
                </a:lnTo>
                <a:lnTo>
                  <a:pt x="0" y="4753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DE23A-11C0-43ED-BF71-949C52D1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525" y="106902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74a0868554532"/>
          <a:stretch xmlns:a="http://schemas.openxmlformats.org/drawingml/2006/main"/>
        </p:blipFill>
        <p:spPr>
          <a:xfrm xmlns:a="http://schemas.openxmlformats.org/drawingml/2006/main">
            <a:off x="2356746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6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9596ECB0-55E9-46DA-ABB3-E0496202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736" y="265332"/>
            <a:ext cx="937799" cy="139071"/>
          </a:xfrm>
          <a:custGeom xmlns:a="http://schemas.openxmlformats.org/drawingml/2006/main">
            <a:pathLst>
              <a:path w="937799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4" y="88613"/>
                </a:moveTo>
                <a:cubicBezTo>
                  <a:pt x="219844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9" y="58310"/>
                  <a:pt x="137818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4" y="80796"/>
                  <a:pt x="219844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6" y="61864"/>
                </a:cubicBezTo>
                <a:cubicBezTo>
                  <a:pt x="180585" y="60356"/>
                  <a:pt x="177159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4" y="67519"/>
                </a:cubicBezTo>
                <a:cubicBezTo>
                  <a:pt x="154833" y="70109"/>
                  <a:pt x="153506" y="73224"/>
                  <a:pt x="152620" y="76863"/>
                </a:cubicBezTo>
                <a:cubicBezTo>
                  <a:pt x="151735" y="80502"/>
                  <a:pt x="151293" y="84649"/>
                  <a:pt x="151293" y="89304"/>
                </a:cubicBezTo>
                <a:cubicBezTo>
                  <a:pt x="151293" y="93632"/>
                  <a:pt x="151653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2" y="113433"/>
                  <a:pt x="159653" y="115515"/>
                  <a:pt x="162407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3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5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0" y="137903"/>
                  <a:pt x="279508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4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3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2" y="62356"/>
                </a:lnTo>
                <a:cubicBezTo>
                  <a:pt x="231856" y="62356"/>
                  <a:pt x="230906" y="61585"/>
                  <a:pt x="230250" y="60044"/>
                </a:cubicBezTo>
                <a:cubicBezTo>
                  <a:pt x="229594" y="58503"/>
                  <a:pt x="229266" y="55930"/>
                  <a:pt x="229266" y="52324"/>
                </a:cubicBezTo>
                <a:cubicBezTo>
                  <a:pt x="229266" y="50422"/>
                  <a:pt x="229348" y="48816"/>
                  <a:pt x="229512" y="47504"/>
                </a:cubicBezTo>
                <a:cubicBezTo>
                  <a:pt x="229676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79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6" y="21387"/>
                  <a:pt x="244167" y="20860"/>
                </a:cubicBezTo>
                <a:cubicBezTo>
                  <a:pt x="244528" y="20333"/>
                  <a:pt x="245183" y="19890"/>
                  <a:pt x="246134" y="19529"/>
                </a:cubicBezTo>
                <a:cubicBezTo>
                  <a:pt x="247085" y="19166"/>
                  <a:pt x="248363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2" y="18573"/>
                  <a:pt x="261969" y="18739"/>
                </a:cubicBezTo>
                <a:cubicBezTo>
                  <a:pt x="263575" y="18903"/>
                  <a:pt x="264837" y="19166"/>
                  <a:pt x="265755" y="19529"/>
                </a:cubicBezTo>
                <a:cubicBezTo>
                  <a:pt x="266673" y="19890"/>
                  <a:pt x="267329" y="20333"/>
                  <a:pt x="267722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2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1" y="45160"/>
                  <a:pt x="290917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1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0" y="117482"/>
                </a:cubicBezTo>
                <a:cubicBezTo>
                  <a:pt x="283229" y="117253"/>
                  <a:pt x="284164" y="116991"/>
                  <a:pt x="284983" y="116695"/>
                </a:cubicBezTo>
                <a:cubicBezTo>
                  <a:pt x="285803" y="116400"/>
                  <a:pt x="286491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4" y="115909"/>
                </a:cubicBezTo>
                <a:cubicBezTo>
                  <a:pt x="290065" y="116138"/>
                  <a:pt x="290344" y="116598"/>
                  <a:pt x="290540" y="117289"/>
                </a:cubicBezTo>
                <a:cubicBezTo>
                  <a:pt x="290737" y="117977"/>
                  <a:pt x="290917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09" y="92184"/>
                  <a:pt x="385565" y="93629"/>
                </a:cubicBezTo>
                <a:cubicBezTo>
                  <a:pt x="384221" y="95073"/>
                  <a:pt x="382369" y="95796"/>
                  <a:pt x="380008" y="95796"/>
                </a:cubicBezTo>
                <a:lnTo>
                  <a:pt x="326603" y="95796"/>
                </a:lnTo>
                <a:cubicBezTo>
                  <a:pt x="326603" y="99547"/>
                  <a:pt x="327045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8" y="120384"/>
                  <a:pt x="358731" y="120067"/>
                  <a:pt x="362010" y="119434"/>
                </a:cubicBezTo>
                <a:cubicBezTo>
                  <a:pt x="365288" y="118801"/>
                  <a:pt x="368124" y="118101"/>
                  <a:pt x="370517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1" y="114602"/>
                  <a:pt x="379320" y="114286"/>
                  <a:pt x="380303" y="114286"/>
                </a:cubicBezTo>
                <a:cubicBezTo>
                  <a:pt x="380894" y="114286"/>
                  <a:pt x="381385" y="114402"/>
                  <a:pt x="381779" y="114633"/>
                </a:cubicBezTo>
                <a:cubicBezTo>
                  <a:pt x="382172" y="114863"/>
                  <a:pt x="382500" y="115274"/>
                  <a:pt x="382762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2" y="126202"/>
                </a:cubicBezTo>
                <a:cubicBezTo>
                  <a:pt x="383287" y="127222"/>
                  <a:pt x="383188" y="128095"/>
                  <a:pt x="383057" y="128821"/>
                </a:cubicBezTo>
                <a:cubicBezTo>
                  <a:pt x="382926" y="129546"/>
                  <a:pt x="382729" y="130156"/>
                  <a:pt x="382467" y="130652"/>
                </a:cubicBezTo>
                <a:cubicBezTo>
                  <a:pt x="382205" y="131146"/>
                  <a:pt x="381861" y="131624"/>
                  <a:pt x="381434" y="132085"/>
                </a:cubicBezTo>
                <a:cubicBezTo>
                  <a:pt x="381008" y="132546"/>
                  <a:pt x="379844" y="133170"/>
                  <a:pt x="377943" y="133956"/>
                </a:cubicBezTo>
                <a:cubicBezTo>
                  <a:pt x="376041" y="134743"/>
                  <a:pt x="373615" y="135514"/>
                  <a:pt x="370665" y="136268"/>
                </a:cubicBezTo>
                <a:cubicBezTo>
                  <a:pt x="367714" y="137022"/>
                  <a:pt x="364338" y="137677"/>
                  <a:pt x="360535" y="138235"/>
                </a:cubicBezTo>
                <a:cubicBezTo>
                  <a:pt x="356732" y="138792"/>
                  <a:pt x="352666" y="139071"/>
                  <a:pt x="348339" y="139071"/>
                </a:cubicBezTo>
                <a:cubicBezTo>
                  <a:pt x="340536" y="139071"/>
                  <a:pt x="333701" y="138085"/>
                  <a:pt x="327832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4" y="123138"/>
                  <a:pt x="306260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5" y="53384"/>
                </a:cubicBezTo>
                <a:cubicBezTo>
                  <a:pt x="317194" y="49013"/>
                  <a:pt x="321898" y="45679"/>
                  <a:pt x="327439" y="43380"/>
                </a:cubicBezTo>
                <a:cubicBezTo>
                  <a:pt x="332979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2" y="45351"/>
                  <a:pt x="374501" y="48356"/>
                  <a:pt x="377845" y="52198"/>
                </a:cubicBezTo>
                <a:cubicBezTo>
                  <a:pt x="381189" y="56040"/>
                  <a:pt x="383647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3" y="79862"/>
                </a:moveTo>
                <a:cubicBezTo>
                  <a:pt x="363780" y="72881"/>
                  <a:pt x="362387" y="67399"/>
                  <a:pt x="359403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2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09" y="73853"/>
                  <a:pt x="326734" y="76766"/>
                  <a:pt x="326603" y="79862"/>
                </a:cubicBezTo>
                <a:lnTo>
                  <a:pt x="363583" y="79862"/>
                </a:lnTo>
                <a:close/>
                <a:moveTo>
                  <a:pt x="530324" y="126580"/>
                </a:moveTo>
                <a:cubicBezTo>
                  <a:pt x="530324" y="128481"/>
                  <a:pt x="530242" y="130071"/>
                  <a:pt x="530078" y="131350"/>
                </a:cubicBezTo>
                <a:cubicBezTo>
                  <a:pt x="529914" y="132629"/>
                  <a:pt x="529668" y="133661"/>
                  <a:pt x="529340" y="134448"/>
                </a:cubicBezTo>
                <a:cubicBezTo>
                  <a:pt x="529013" y="135235"/>
                  <a:pt x="528603" y="135809"/>
                  <a:pt x="528111" y="136169"/>
                </a:cubicBezTo>
                <a:cubicBezTo>
                  <a:pt x="527619" y="136530"/>
                  <a:pt x="527078" y="136710"/>
                  <a:pt x="526488" y="136710"/>
                </a:cubicBezTo>
                <a:lnTo>
                  <a:pt x="462559" y="136710"/>
                </a:lnTo>
                <a:cubicBezTo>
                  <a:pt x="460395" y="136710"/>
                  <a:pt x="458576" y="136071"/>
                  <a:pt x="457100" y="134792"/>
                </a:cubicBezTo>
                <a:cubicBezTo>
                  <a:pt x="455625" y="133514"/>
                  <a:pt x="454887" y="131432"/>
                  <a:pt x="454887" y="128547"/>
                </a:cubicBezTo>
                <a:lnTo>
                  <a:pt x="454887" y="17605"/>
                </a:lnTo>
                <a:cubicBezTo>
                  <a:pt x="454887" y="14720"/>
                  <a:pt x="455625" y="12638"/>
                  <a:pt x="457100" y="11360"/>
                </a:cubicBezTo>
                <a:cubicBezTo>
                  <a:pt x="458576" y="10081"/>
                  <a:pt x="460395" y="9442"/>
                  <a:pt x="462559" y="9442"/>
                </a:cubicBezTo>
                <a:lnTo>
                  <a:pt x="526095" y="9442"/>
                </a:lnTo>
                <a:cubicBezTo>
                  <a:pt x="526685" y="9442"/>
                  <a:pt x="527209" y="9606"/>
                  <a:pt x="527668" y="9934"/>
                </a:cubicBezTo>
                <a:cubicBezTo>
                  <a:pt x="528127" y="10261"/>
                  <a:pt x="528521" y="10835"/>
                  <a:pt x="528849" y="11655"/>
                </a:cubicBezTo>
                <a:cubicBezTo>
                  <a:pt x="529176" y="12474"/>
                  <a:pt x="529422" y="13523"/>
                  <a:pt x="529586" y="14802"/>
                </a:cubicBezTo>
                <a:cubicBezTo>
                  <a:pt x="529750" y="16081"/>
                  <a:pt x="529832" y="17703"/>
                  <a:pt x="529832" y="19671"/>
                </a:cubicBezTo>
                <a:cubicBezTo>
                  <a:pt x="529832" y="21506"/>
                  <a:pt x="529750" y="23064"/>
                  <a:pt x="529586" y="24342"/>
                </a:cubicBezTo>
                <a:cubicBezTo>
                  <a:pt x="529422" y="25621"/>
                  <a:pt x="529176" y="26654"/>
                  <a:pt x="528849" y="27440"/>
                </a:cubicBezTo>
                <a:cubicBezTo>
                  <a:pt x="528521" y="28227"/>
                  <a:pt x="528127" y="28801"/>
                  <a:pt x="527668" y="29162"/>
                </a:cubicBezTo>
                <a:cubicBezTo>
                  <a:pt x="527209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6" y="61492"/>
                  <a:pt x="521636" y="62052"/>
                  <a:pt x="521964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7" y="68724"/>
                  <a:pt x="522947" y="70568"/>
                </a:cubicBezTo>
                <a:cubicBezTo>
                  <a:pt x="522947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4" y="78329"/>
                </a:cubicBezTo>
                <a:cubicBezTo>
                  <a:pt x="521636" y="79085"/>
                  <a:pt x="521226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8" y="116450"/>
                </a:lnTo>
                <a:cubicBezTo>
                  <a:pt x="527078" y="116450"/>
                  <a:pt x="527619" y="116630"/>
                  <a:pt x="528111" y="116991"/>
                </a:cubicBezTo>
                <a:cubicBezTo>
                  <a:pt x="528603" y="117351"/>
                  <a:pt x="529013" y="117925"/>
                  <a:pt x="529340" y="118712"/>
                </a:cubicBezTo>
                <a:cubicBezTo>
                  <a:pt x="529668" y="119499"/>
                  <a:pt x="529914" y="120531"/>
                  <a:pt x="530078" y="121810"/>
                </a:cubicBezTo>
                <a:cubicBezTo>
                  <a:pt x="530242" y="123088"/>
                  <a:pt x="530324" y="124678"/>
                  <a:pt x="530324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7" y="135678"/>
                  <a:pt x="630080" y="136087"/>
                  <a:pt x="629293" y="136415"/>
                </a:cubicBezTo>
                <a:cubicBezTo>
                  <a:pt x="628506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2000" y="136093"/>
                  <a:pt x="611409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6" y="132338"/>
                  <a:pt x="596296" y="135032"/>
                </a:cubicBezTo>
                <a:cubicBezTo>
                  <a:pt x="591345" y="137725"/>
                  <a:pt x="585854" y="139071"/>
                  <a:pt x="579822" y="139071"/>
                </a:cubicBezTo>
                <a:cubicBezTo>
                  <a:pt x="573134" y="139071"/>
                  <a:pt x="567479" y="137774"/>
                  <a:pt x="562856" y="135180"/>
                </a:cubicBezTo>
                <a:cubicBezTo>
                  <a:pt x="558233" y="132584"/>
                  <a:pt x="554463" y="129085"/>
                  <a:pt x="551545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0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2" y="45846"/>
                  <a:pt x="565069" y="43481"/>
                </a:cubicBezTo>
                <a:cubicBezTo>
                  <a:pt x="569855" y="41115"/>
                  <a:pt x="575363" y="39931"/>
                  <a:pt x="581592" y="39931"/>
                </a:cubicBezTo>
                <a:cubicBezTo>
                  <a:pt x="586510" y="39931"/>
                  <a:pt x="590968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0" y="1934"/>
                  <a:pt x="608426" y="1492"/>
                  <a:pt x="609377" y="1131"/>
                </a:cubicBezTo>
                <a:cubicBezTo>
                  <a:pt x="610328" y="770"/>
                  <a:pt x="611590" y="492"/>
                  <a:pt x="613163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2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3" y="1935"/>
                  <a:pt x="630867" y="2462"/>
                </a:cubicBezTo>
                <a:cubicBezTo>
                  <a:pt x="631260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89" y="64513"/>
                </a:cubicBezTo>
                <a:cubicBezTo>
                  <a:pt x="593444" y="62157"/>
                  <a:pt x="590050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1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5" y="106303"/>
                  <a:pt x="572199" y="109024"/>
                </a:cubicBezTo>
                <a:cubicBezTo>
                  <a:pt x="573544" y="111745"/>
                  <a:pt x="575330" y="113925"/>
                  <a:pt x="577560" y="115564"/>
                </a:cubicBezTo>
                <a:cubicBezTo>
                  <a:pt x="579789" y="117204"/>
                  <a:pt x="582608" y="118023"/>
                  <a:pt x="586018" y="118023"/>
                </a:cubicBezTo>
                <a:cubicBezTo>
                  <a:pt x="587723" y="118023"/>
                  <a:pt x="589378" y="117778"/>
                  <a:pt x="590985" y="117289"/>
                </a:cubicBezTo>
                <a:cubicBezTo>
                  <a:pt x="592591" y="116797"/>
                  <a:pt x="594230" y="115995"/>
                  <a:pt x="595902" y="114882"/>
                </a:cubicBezTo>
                <a:cubicBezTo>
                  <a:pt x="597574" y="113769"/>
                  <a:pt x="599296" y="112314"/>
                  <a:pt x="601066" y="110515"/>
                </a:cubicBezTo>
                <a:cubicBezTo>
                  <a:pt x="602836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5" y="134596"/>
                  <a:pt x="680712" y="135087"/>
                </a:cubicBezTo>
                <a:cubicBezTo>
                  <a:pt x="680318" y="135579"/>
                  <a:pt x="679646" y="135989"/>
                  <a:pt x="678695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5" y="137218"/>
                  <a:pt x="671335" y="137300"/>
                  <a:pt x="668909" y="137300"/>
                </a:cubicBezTo>
                <a:cubicBezTo>
                  <a:pt x="666483" y="137300"/>
                  <a:pt x="664484" y="137218"/>
                  <a:pt x="662910" y="137054"/>
                </a:cubicBezTo>
                <a:cubicBezTo>
                  <a:pt x="661336" y="136891"/>
                  <a:pt x="660074" y="136645"/>
                  <a:pt x="659123" y="136317"/>
                </a:cubicBezTo>
                <a:cubicBezTo>
                  <a:pt x="658173" y="135989"/>
                  <a:pt x="657500" y="135579"/>
                  <a:pt x="657107" y="135087"/>
                </a:cubicBezTo>
                <a:cubicBezTo>
                  <a:pt x="656714" y="134596"/>
                  <a:pt x="656517" y="134022"/>
                  <a:pt x="656517" y="133366"/>
                </a:cubicBezTo>
                <a:lnTo>
                  <a:pt x="656517" y="45832"/>
                </a:lnTo>
                <a:cubicBezTo>
                  <a:pt x="656517" y="45177"/>
                  <a:pt x="656714" y="44603"/>
                  <a:pt x="657107" y="44111"/>
                </a:cubicBezTo>
                <a:cubicBezTo>
                  <a:pt x="657500" y="43619"/>
                  <a:pt x="658173" y="43193"/>
                  <a:pt x="659123" y="42833"/>
                </a:cubicBezTo>
                <a:cubicBezTo>
                  <a:pt x="660074" y="42472"/>
                  <a:pt x="661336" y="42193"/>
                  <a:pt x="662910" y="41997"/>
                </a:cubicBezTo>
                <a:cubicBezTo>
                  <a:pt x="664484" y="41800"/>
                  <a:pt x="666483" y="41702"/>
                  <a:pt x="668909" y="41702"/>
                </a:cubicBezTo>
                <a:cubicBezTo>
                  <a:pt x="671335" y="41702"/>
                  <a:pt x="673335" y="41800"/>
                  <a:pt x="674909" y="41997"/>
                </a:cubicBezTo>
                <a:cubicBezTo>
                  <a:pt x="676483" y="42193"/>
                  <a:pt x="677745" y="42472"/>
                  <a:pt x="678695" y="42833"/>
                </a:cubicBezTo>
                <a:cubicBezTo>
                  <a:pt x="679646" y="43193"/>
                  <a:pt x="680318" y="43619"/>
                  <a:pt x="680712" y="44111"/>
                </a:cubicBezTo>
                <a:cubicBezTo>
                  <a:pt x="681105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4" y="24359"/>
                  <a:pt x="680122" y="26260"/>
                </a:cubicBezTo>
                <a:cubicBezTo>
                  <a:pt x="678089" y="28162"/>
                  <a:pt x="674319" y="29112"/>
                  <a:pt x="668811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5" y="24523"/>
                  <a:pt x="654648" y="21211"/>
                  <a:pt x="654648" y="16425"/>
                </a:cubicBezTo>
                <a:cubicBezTo>
                  <a:pt x="654648" y="11442"/>
                  <a:pt x="655648" y="7983"/>
                  <a:pt x="657648" y="6049"/>
                </a:cubicBezTo>
                <a:cubicBezTo>
                  <a:pt x="659648" y="4114"/>
                  <a:pt x="663434" y="3147"/>
                  <a:pt x="669008" y="3147"/>
                </a:cubicBezTo>
                <a:cubicBezTo>
                  <a:pt x="674515" y="3147"/>
                  <a:pt x="678253" y="4082"/>
                  <a:pt x="680220" y="5950"/>
                </a:cubicBezTo>
                <a:cubicBezTo>
                  <a:pt x="682187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4" y="129767"/>
                  <a:pt x="757424" y="131316"/>
                </a:cubicBezTo>
                <a:cubicBezTo>
                  <a:pt x="757063" y="132863"/>
                  <a:pt x="756588" y="133950"/>
                  <a:pt x="755997" y="134577"/>
                </a:cubicBezTo>
                <a:cubicBezTo>
                  <a:pt x="755407" y="135202"/>
                  <a:pt x="754539" y="135762"/>
                  <a:pt x="753391" y="136255"/>
                </a:cubicBezTo>
                <a:cubicBezTo>
                  <a:pt x="752244" y="136749"/>
                  <a:pt x="750900" y="137177"/>
                  <a:pt x="749359" y="137540"/>
                </a:cubicBezTo>
                <a:cubicBezTo>
                  <a:pt x="747818" y="137903"/>
                  <a:pt x="746146" y="138182"/>
                  <a:pt x="744343" y="138379"/>
                </a:cubicBezTo>
                <a:cubicBezTo>
                  <a:pt x="742540" y="138578"/>
                  <a:pt x="740720" y="138677"/>
                  <a:pt x="738884" y="138677"/>
                </a:cubicBezTo>
                <a:cubicBezTo>
                  <a:pt x="733966" y="138677"/>
                  <a:pt x="729704" y="138054"/>
                  <a:pt x="726098" y="136809"/>
                </a:cubicBezTo>
                <a:cubicBezTo>
                  <a:pt x="722492" y="135563"/>
                  <a:pt x="719509" y="133645"/>
                  <a:pt x="717148" y="131055"/>
                </a:cubicBezTo>
                <a:cubicBezTo>
                  <a:pt x="714788" y="128465"/>
                  <a:pt x="713050" y="125203"/>
                  <a:pt x="711935" y="121269"/>
                </a:cubicBezTo>
                <a:cubicBezTo>
                  <a:pt x="710821" y="117335"/>
                  <a:pt x="710263" y="112679"/>
                  <a:pt x="710263" y="107303"/>
                </a:cubicBezTo>
                <a:lnTo>
                  <a:pt x="710263" y="62356"/>
                </a:lnTo>
                <a:lnTo>
                  <a:pt x="699740" y="62356"/>
                </a:lnTo>
                <a:cubicBezTo>
                  <a:pt x="698494" y="62356"/>
                  <a:pt x="697543" y="61585"/>
                  <a:pt x="696887" y="60044"/>
                </a:cubicBezTo>
                <a:cubicBezTo>
                  <a:pt x="696232" y="58503"/>
                  <a:pt x="695904" y="55930"/>
                  <a:pt x="695904" y="52324"/>
                </a:cubicBezTo>
                <a:cubicBezTo>
                  <a:pt x="695904" y="50422"/>
                  <a:pt x="695986" y="48816"/>
                  <a:pt x="696150" y="47504"/>
                </a:cubicBezTo>
                <a:cubicBezTo>
                  <a:pt x="696314" y="46193"/>
                  <a:pt x="696560" y="45160"/>
                  <a:pt x="696887" y="44406"/>
                </a:cubicBezTo>
                <a:cubicBezTo>
                  <a:pt x="697215" y="43652"/>
                  <a:pt x="697625" y="43111"/>
                  <a:pt x="698117" y="42783"/>
                </a:cubicBezTo>
                <a:cubicBezTo>
                  <a:pt x="698609" y="42456"/>
                  <a:pt x="699182" y="42292"/>
                  <a:pt x="699838" y="42292"/>
                </a:cubicBezTo>
                <a:lnTo>
                  <a:pt x="710263" y="42292"/>
                </a:lnTo>
                <a:lnTo>
                  <a:pt x="710263" y="22640"/>
                </a:lnTo>
                <a:cubicBezTo>
                  <a:pt x="710263" y="21980"/>
                  <a:pt x="710444" y="21387"/>
                  <a:pt x="710804" y="20860"/>
                </a:cubicBezTo>
                <a:cubicBezTo>
                  <a:pt x="711165" y="20333"/>
                  <a:pt x="711821" y="19890"/>
                  <a:pt x="712771" y="19529"/>
                </a:cubicBezTo>
                <a:cubicBezTo>
                  <a:pt x="713722" y="19166"/>
                  <a:pt x="715001" y="18903"/>
                  <a:pt x="716607" y="18739"/>
                </a:cubicBezTo>
                <a:cubicBezTo>
                  <a:pt x="718214" y="18573"/>
                  <a:pt x="720197" y="18490"/>
                  <a:pt x="722558" y="18490"/>
                </a:cubicBezTo>
                <a:cubicBezTo>
                  <a:pt x="724984" y="18490"/>
                  <a:pt x="727000" y="18573"/>
                  <a:pt x="728606" y="18739"/>
                </a:cubicBezTo>
                <a:cubicBezTo>
                  <a:pt x="730213" y="18903"/>
                  <a:pt x="731475" y="19166"/>
                  <a:pt x="732393" y="19529"/>
                </a:cubicBezTo>
                <a:cubicBezTo>
                  <a:pt x="733311" y="19890"/>
                  <a:pt x="733966" y="20333"/>
                  <a:pt x="734360" y="20860"/>
                </a:cubicBezTo>
                <a:cubicBezTo>
                  <a:pt x="734753" y="21387"/>
                  <a:pt x="734950" y="21980"/>
                  <a:pt x="734950" y="22640"/>
                </a:cubicBezTo>
                <a:lnTo>
                  <a:pt x="734950" y="42292"/>
                </a:lnTo>
                <a:lnTo>
                  <a:pt x="754030" y="42292"/>
                </a:lnTo>
                <a:cubicBezTo>
                  <a:pt x="754686" y="42292"/>
                  <a:pt x="755260" y="42456"/>
                  <a:pt x="755752" y="42783"/>
                </a:cubicBezTo>
                <a:cubicBezTo>
                  <a:pt x="756243" y="43111"/>
                  <a:pt x="756653" y="43652"/>
                  <a:pt x="756981" y="44406"/>
                </a:cubicBezTo>
                <a:cubicBezTo>
                  <a:pt x="757309" y="45160"/>
                  <a:pt x="757555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7" y="58503"/>
                  <a:pt x="756981" y="60044"/>
                </a:cubicBezTo>
                <a:cubicBezTo>
                  <a:pt x="756325" y="61585"/>
                  <a:pt x="755375" y="62356"/>
                  <a:pt x="754129" y="62356"/>
                </a:cubicBezTo>
                <a:lnTo>
                  <a:pt x="734950" y="62356"/>
                </a:lnTo>
                <a:lnTo>
                  <a:pt x="734950" y="103492"/>
                </a:lnTo>
                <a:cubicBezTo>
                  <a:pt x="734950" y="108270"/>
                  <a:pt x="735704" y="111854"/>
                  <a:pt x="737212" y="114243"/>
                </a:cubicBezTo>
                <a:cubicBezTo>
                  <a:pt x="738720" y="116632"/>
                  <a:pt x="741408" y="117827"/>
                  <a:pt x="745277" y="117827"/>
                </a:cubicBezTo>
                <a:cubicBezTo>
                  <a:pt x="746588" y="117827"/>
                  <a:pt x="747769" y="117712"/>
                  <a:pt x="748818" y="117482"/>
                </a:cubicBezTo>
                <a:cubicBezTo>
                  <a:pt x="749867" y="117253"/>
                  <a:pt x="750801" y="116991"/>
                  <a:pt x="751621" y="116695"/>
                </a:cubicBezTo>
                <a:cubicBezTo>
                  <a:pt x="752440" y="116400"/>
                  <a:pt x="753129" y="116138"/>
                  <a:pt x="753686" y="115909"/>
                </a:cubicBezTo>
                <a:cubicBezTo>
                  <a:pt x="754243" y="115679"/>
                  <a:pt x="754752" y="115564"/>
                  <a:pt x="755211" y="115564"/>
                </a:cubicBezTo>
                <a:cubicBezTo>
                  <a:pt x="755604" y="115564"/>
                  <a:pt x="755981" y="115679"/>
                  <a:pt x="756342" y="115909"/>
                </a:cubicBezTo>
                <a:cubicBezTo>
                  <a:pt x="756702" y="116138"/>
                  <a:pt x="756981" y="116598"/>
                  <a:pt x="757178" y="117289"/>
                </a:cubicBezTo>
                <a:cubicBezTo>
                  <a:pt x="757374" y="117977"/>
                  <a:pt x="757555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1" y="88613"/>
                </a:moveTo>
                <a:cubicBezTo>
                  <a:pt x="861891" y="96104"/>
                  <a:pt x="860907" y="102937"/>
                  <a:pt x="858940" y="109113"/>
                </a:cubicBezTo>
                <a:cubicBezTo>
                  <a:pt x="856973" y="115289"/>
                  <a:pt x="853990" y="120610"/>
                  <a:pt x="849990" y="125077"/>
                </a:cubicBezTo>
                <a:cubicBezTo>
                  <a:pt x="845990" y="129544"/>
                  <a:pt x="840974" y="132993"/>
                  <a:pt x="834942" y="135426"/>
                </a:cubicBezTo>
                <a:cubicBezTo>
                  <a:pt x="828910" y="137856"/>
                  <a:pt x="821861" y="139071"/>
                  <a:pt x="813796" y="139071"/>
                </a:cubicBezTo>
                <a:cubicBezTo>
                  <a:pt x="805993" y="139071"/>
                  <a:pt x="799207" y="137987"/>
                  <a:pt x="793437" y="135819"/>
                </a:cubicBezTo>
                <a:cubicBezTo>
                  <a:pt x="787667" y="133651"/>
                  <a:pt x="782881" y="130498"/>
                  <a:pt x="779078" y="126359"/>
                </a:cubicBezTo>
                <a:cubicBezTo>
                  <a:pt x="775275" y="122220"/>
                  <a:pt x="772455" y="117128"/>
                  <a:pt x="770619" y="111083"/>
                </a:cubicBezTo>
                <a:cubicBezTo>
                  <a:pt x="768783" y="105039"/>
                  <a:pt x="767865" y="98141"/>
                  <a:pt x="767865" y="90389"/>
                </a:cubicBezTo>
                <a:cubicBezTo>
                  <a:pt x="767865" y="82898"/>
                  <a:pt x="768865" y="76048"/>
                  <a:pt x="770865" y="69840"/>
                </a:cubicBezTo>
                <a:cubicBezTo>
                  <a:pt x="772865" y="63631"/>
                  <a:pt x="775865" y="58310"/>
                  <a:pt x="779864" y="53876"/>
                </a:cubicBezTo>
                <a:cubicBezTo>
                  <a:pt x="783864" y="49442"/>
                  <a:pt x="788864" y="46010"/>
                  <a:pt x="794863" y="43579"/>
                </a:cubicBezTo>
                <a:cubicBezTo>
                  <a:pt x="800863" y="41147"/>
                  <a:pt x="807895" y="39931"/>
                  <a:pt x="815960" y="39931"/>
                </a:cubicBezTo>
                <a:cubicBezTo>
                  <a:pt x="823828" y="39931"/>
                  <a:pt x="830647" y="40999"/>
                  <a:pt x="836417" y="43134"/>
                </a:cubicBezTo>
                <a:cubicBezTo>
                  <a:pt x="842187" y="45269"/>
                  <a:pt x="846957" y="48406"/>
                  <a:pt x="850727" y="52545"/>
                </a:cubicBezTo>
                <a:cubicBezTo>
                  <a:pt x="854498" y="56684"/>
                  <a:pt x="857301" y="61776"/>
                  <a:pt x="859137" y="67820"/>
                </a:cubicBezTo>
                <a:cubicBezTo>
                  <a:pt x="860973" y="73865"/>
                  <a:pt x="861891" y="80796"/>
                  <a:pt x="861891" y="88613"/>
                </a:cubicBezTo>
                <a:moveTo>
                  <a:pt x="836417" y="89599"/>
                </a:moveTo>
                <a:cubicBezTo>
                  <a:pt x="836417" y="85272"/>
                  <a:pt x="836073" y="81289"/>
                  <a:pt x="835384" y="77649"/>
                </a:cubicBezTo>
                <a:cubicBezTo>
                  <a:pt x="834696" y="74010"/>
                  <a:pt x="833532" y="70847"/>
                  <a:pt x="831893" y="68158"/>
                </a:cubicBezTo>
                <a:cubicBezTo>
                  <a:pt x="830254" y="65470"/>
                  <a:pt x="828074" y="63372"/>
                  <a:pt x="825352" y="61864"/>
                </a:cubicBezTo>
                <a:cubicBezTo>
                  <a:pt x="822631" y="60356"/>
                  <a:pt x="819205" y="59602"/>
                  <a:pt x="815075" y="59602"/>
                </a:cubicBezTo>
                <a:cubicBezTo>
                  <a:pt x="811403" y="59602"/>
                  <a:pt x="808190" y="60274"/>
                  <a:pt x="805436" y="61618"/>
                </a:cubicBezTo>
                <a:cubicBezTo>
                  <a:pt x="802682" y="62962"/>
                  <a:pt x="800420" y="64929"/>
                  <a:pt x="798650" y="67519"/>
                </a:cubicBezTo>
                <a:cubicBezTo>
                  <a:pt x="796879" y="70109"/>
                  <a:pt x="795552" y="73224"/>
                  <a:pt x="794666" y="76863"/>
                </a:cubicBezTo>
                <a:cubicBezTo>
                  <a:pt x="793781" y="80502"/>
                  <a:pt x="793339" y="84649"/>
                  <a:pt x="793339" y="89304"/>
                </a:cubicBezTo>
                <a:cubicBezTo>
                  <a:pt x="793339" y="93632"/>
                  <a:pt x="793699" y="97615"/>
                  <a:pt x="794421" y="101254"/>
                </a:cubicBezTo>
                <a:cubicBezTo>
                  <a:pt x="795142" y="104893"/>
                  <a:pt x="796306" y="108057"/>
                  <a:pt x="797912" y="110745"/>
                </a:cubicBezTo>
                <a:cubicBezTo>
                  <a:pt x="799519" y="113433"/>
                  <a:pt x="801699" y="115515"/>
                  <a:pt x="804453" y="116991"/>
                </a:cubicBezTo>
                <a:cubicBezTo>
                  <a:pt x="807206" y="118466"/>
                  <a:pt x="810616" y="119203"/>
                  <a:pt x="814681" y="119203"/>
                </a:cubicBezTo>
                <a:cubicBezTo>
                  <a:pt x="818419" y="119203"/>
                  <a:pt x="821664" y="118531"/>
                  <a:pt x="824418" y="117187"/>
                </a:cubicBezTo>
                <a:cubicBezTo>
                  <a:pt x="827172" y="115843"/>
                  <a:pt x="829434" y="113892"/>
                  <a:pt x="831204" y="111335"/>
                </a:cubicBezTo>
                <a:cubicBezTo>
                  <a:pt x="832975" y="108778"/>
                  <a:pt x="834286" y="105680"/>
                  <a:pt x="835139" y="102041"/>
                </a:cubicBezTo>
                <a:cubicBezTo>
                  <a:pt x="835991" y="98402"/>
                  <a:pt x="836417" y="94255"/>
                  <a:pt x="836417" y="89599"/>
                </a:cubicBezTo>
                <a:close/>
                <a:moveTo>
                  <a:pt x="937799" y="53701"/>
                </a:moveTo>
                <a:cubicBezTo>
                  <a:pt x="937799" y="56061"/>
                  <a:pt x="937734" y="57995"/>
                  <a:pt x="937602" y="59503"/>
                </a:cubicBezTo>
                <a:cubicBezTo>
                  <a:pt x="937471" y="61011"/>
                  <a:pt x="937275" y="62192"/>
                  <a:pt x="937012" y="63044"/>
                </a:cubicBezTo>
                <a:cubicBezTo>
                  <a:pt x="936750" y="63896"/>
                  <a:pt x="936406" y="64487"/>
                  <a:pt x="935980" y="64814"/>
                </a:cubicBezTo>
                <a:cubicBezTo>
                  <a:pt x="935553" y="65142"/>
                  <a:pt x="935012" y="65306"/>
                  <a:pt x="934357" y="65306"/>
                </a:cubicBezTo>
                <a:cubicBezTo>
                  <a:pt x="933832" y="65306"/>
                  <a:pt x="933242" y="65191"/>
                  <a:pt x="932586" y="64962"/>
                </a:cubicBezTo>
                <a:cubicBezTo>
                  <a:pt x="931931" y="64732"/>
                  <a:pt x="931193" y="64487"/>
                  <a:pt x="930373" y="64224"/>
                </a:cubicBezTo>
                <a:cubicBezTo>
                  <a:pt x="929554" y="63962"/>
                  <a:pt x="928652" y="63716"/>
                  <a:pt x="927669" y="63487"/>
                </a:cubicBezTo>
                <a:cubicBezTo>
                  <a:pt x="926685" y="63257"/>
                  <a:pt x="925603" y="63142"/>
                  <a:pt x="924423" y="63142"/>
                </a:cubicBezTo>
                <a:cubicBezTo>
                  <a:pt x="923046" y="63142"/>
                  <a:pt x="921669" y="63423"/>
                  <a:pt x="920292" y="63985"/>
                </a:cubicBezTo>
                <a:cubicBezTo>
                  <a:pt x="918915" y="64544"/>
                  <a:pt x="917489" y="65418"/>
                  <a:pt x="916014" y="66606"/>
                </a:cubicBezTo>
                <a:cubicBezTo>
                  <a:pt x="914539" y="67795"/>
                  <a:pt x="912998" y="69379"/>
                  <a:pt x="911391" y="71358"/>
                </a:cubicBezTo>
                <a:cubicBezTo>
                  <a:pt x="909785" y="73337"/>
                  <a:pt x="908064" y="75779"/>
                  <a:pt x="906228" y="78682"/>
                </a:cubicBezTo>
                <a:lnTo>
                  <a:pt x="906228" y="133366"/>
                </a:lnTo>
                <a:cubicBezTo>
                  <a:pt x="906228" y="134022"/>
                  <a:pt x="906031" y="134596"/>
                  <a:pt x="905638" y="135087"/>
                </a:cubicBezTo>
                <a:cubicBezTo>
                  <a:pt x="905244" y="135579"/>
                  <a:pt x="904572" y="135989"/>
                  <a:pt x="903622" y="136317"/>
                </a:cubicBezTo>
                <a:cubicBezTo>
                  <a:pt x="902671" y="136645"/>
                  <a:pt x="901409" y="136891"/>
                  <a:pt x="899835" y="137054"/>
                </a:cubicBezTo>
                <a:cubicBezTo>
                  <a:pt x="898261" y="137218"/>
                  <a:pt x="896261" y="137300"/>
                  <a:pt x="893835" y="137300"/>
                </a:cubicBezTo>
                <a:cubicBezTo>
                  <a:pt x="891409" y="137300"/>
                  <a:pt x="889410" y="137218"/>
                  <a:pt x="887836" y="137054"/>
                </a:cubicBezTo>
                <a:cubicBezTo>
                  <a:pt x="886262" y="136891"/>
                  <a:pt x="885000" y="136645"/>
                  <a:pt x="884049" y="136317"/>
                </a:cubicBezTo>
                <a:cubicBezTo>
                  <a:pt x="883099" y="135989"/>
                  <a:pt x="882427" y="135579"/>
                  <a:pt x="882033" y="135087"/>
                </a:cubicBezTo>
                <a:cubicBezTo>
                  <a:pt x="881640" y="134596"/>
                  <a:pt x="881443" y="134022"/>
                  <a:pt x="881443" y="133366"/>
                </a:cubicBezTo>
                <a:lnTo>
                  <a:pt x="881443" y="45636"/>
                </a:lnTo>
                <a:cubicBezTo>
                  <a:pt x="881443" y="44980"/>
                  <a:pt x="881607" y="44406"/>
                  <a:pt x="881935" y="43914"/>
                </a:cubicBezTo>
                <a:cubicBezTo>
                  <a:pt x="882263" y="43423"/>
                  <a:pt x="882853" y="43013"/>
                  <a:pt x="883705" y="42685"/>
                </a:cubicBezTo>
                <a:cubicBezTo>
                  <a:pt x="884558" y="42357"/>
                  <a:pt x="885656" y="42111"/>
                  <a:pt x="887000" y="41947"/>
                </a:cubicBezTo>
                <a:cubicBezTo>
                  <a:pt x="888344" y="41784"/>
                  <a:pt x="890032" y="41702"/>
                  <a:pt x="892065" y="41702"/>
                </a:cubicBezTo>
                <a:cubicBezTo>
                  <a:pt x="894163" y="41702"/>
                  <a:pt x="895901" y="41784"/>
                  <a:pt x="897278" y="41947"/>
                </a:cubicBezTo>
                <a:cubicBezTo>
                  <a:pt x="898655" y="42111"/>
                  <a:pt x="899720" y="42357"/>
                  <a:pt x="900474" y="42685"/>
                </a:cubicBezTo>
                <a:cubicBezTo>
                  <a:pt x="901228" y="43013"/>
                  <a:pt x="901769" y="43423"/>
                  <a:pt x="902097" y="43914"/>
                </a:cubicBezTo>
                <a:cubicBezTo>
                  <a:pt x="902425" y="44406"/>
                  <a:pt x="902589" y="44980"/>
                  <a:pt x="902589" y="45636"/>
                </a:cubicBezTo>
                <a:lnTo>
                  <a:pt x="902589" y="56553"/>
                </a:lnTo>
                <a:cubicBezTo>
                  <a:pt x="904884" y="53254"/>
                  <a:pt x="907047" y="50533"/>
                  <a:pt x="909080" y="48390"/>
                </a:cubicBezTo>
                <a:cubicBezTo>
                  <a:pt x="911113" y="46246"/>
                  <a:pt x="913047" y="44549"/>
                  <a:pt x="914883" y="43297"/>
                </a:cubicBezTo>
                <a:cubicBezTo>
                  <a:pt x="916719" y="42043"/>
                  <a:pt x="918555" y="41169"/>
                  <a:pt x="920391" y="40675"/>
                </a:cubicBezTo>
                <a:cubicBezTo>
                  <a:pt x="922227" y="40179"/>
                  <a:pt x="924063" y="39931"/>
                  <a:pt x="925898" y="39931"/>
                </a:cubicBezTo>
                <a:cubicBezTo>
                  <a:pt x="926751" y="39931"/>
                  <a:pt x="927669" y="39980"/>
                  <a:pt x="928652" y="40079"/>
                </a:cubicBezTo>
                <a:cubicBezTo>
                  <a:pt x="929636" y="40177"/>
                  <a:pt x="930652" y="40341"/>
                  <a:pt x="931701" y="40570"/>
                </a:cubicBezTo>
                <a:cubicBezTo>
                  <a:pt x="932750" y="40800"/>
                  <a:pt x="933668" y="41062"/>
                  <a:pt x="934455" y="41357"/>
                </a:cubicBezTo>
                <a:cubicBezTo>
                  <a:pt x="935242" y="41652"/>
                  <a:pt x="935816" y="41964"/>
                  <a:pt x="936176" y="42292"/>
                </a:cubicBezTo>
                <a:cubicBezTo>
                  <a:pt x="936537" y="42620"/>
                  <a:pt x="936799" y="42980"/>
                  <a:pt x="936963" y="43374"/>
                </a:cubicBezTo>
                <a:cubicBezTo>
                  <a:pt x="937127" y="43767"/>
                  <a:pt x="937275" y="44308"/>
                  <a:pt x="937406" y="44996"/>
                </a:cubicBezTo>
                <a:cubicBezTo>
                  <a:pt x="937537" y="45685"/>
                  <a:pt x="937635" y="46718"/>
                  <a:pt x="937701" y="48094"/>
                </a:cubicBezTo>
                <a:cubicBezTo>
                  <a:pt x="937766" y="49471"/>
                  <a:pt x="937799" y="51340"/>
                  <a:pt x="937799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F7A07-9F16-41FD-B2C6-8779529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525" y="106902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dcd61d6524b24"/>
          <a:stretch xmlns:a="http://schemas.openxmlformats.org/drawingml/2006/main"/>
        </p:blipFill>
        <p:spPr>
          <a:xfrm xmlns:a="http://schemas.openxmlformats.org/drawingml/2006/main">
            <a:off x="3980063" y="229437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a6c7a6bf74cf6"/>
          <a:stretch xmlns:a="http://schemas.openxmlformats.org/drawingml/2006/main"/>
        </p:blipFill>
        <p:spPr>
          <a:xfrm xmlns:a="http://schemas.openxmlformats.org/drawingml/2006/main">
            <a:off x="3720223" y="231451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845d56be74f3d"/>
          <a:stretch xmlns:a="http://schemas.openxmlformats.org/drawingml/2006/main"/>
        </p:blipFill>
        <p:spPr>
          <a:xfrm xmlns:a="http://schemas.openxmlformats.org/drawingml/2006/main">
            <a:off x="2294580" y="1083635"/>
            <a:ext cx="1871850" cy="869860"/>
          </a:xfrm>
          <a:prstGeom xmlns:a="http://schemas.openxmlformats.org/drawingml/2006/main" prst="rect">
            <a:avLst/>
          </a:prstGeom>
        </p:spPr>
      </p:pic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254dbc29045a0"/>
          <a:stretch xmlns:a="http://schemas.openxmlformats.org/drawingml/2006/main"/>
        </p:blipFill>
        <p:spPr>
          <a:xfrm xmlns:a="http://schemas.openxmlformats.org/drawingml/2006/main">
            <a:off x="4473709" y="660605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EF689-072B-4998-A137-8C96871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966" y="150008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689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689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304E5-04FB-4300-8450-152C70F7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358" y="114624"/>
            <a:ext cx="1935707" cy="475366"/>
          </a:xfrm>
          <a:custGeom xmlns:a="http://schemas.openxmlformats.org/drawingml/2006/main">
            <a:pathLst>
              <a:path w="1935707" h="475366">
                <a:moveTo>
                  <a:pt x="0" y="0"/>
                </a:moveTo>
                <a:lnTo>
                  <a:pt x="1935707" y="0"/>
                </a:lnTo>
                <a:lnTo>
                  <a:pt x="1935707" y="475366"/>
                </a:lnTo>
                <a:lnTo>
                  <a:pt x="0" y="4753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85E31-1F77-4738-A34D-5886ABA1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126" y="106902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8c8a6ba9a4596"/>
          <a:stretch xmlns:a="http://schemas.openxmlformats.org/drawingml/2006/main"/>
        </p:blipFill>
        <p:spPr>
          <a:xfrm xmlns:a="http://schemas.openxmlformats.org/drawingml/2006/main">
            <a:off x="4538192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26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841B0F66-218E-4EFB-A049-8B3B0256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337" y="265332"/>
            <a:ext cx="937800" cy="139071"/>
          </a:xfrm>
          <a:custGeom xmlns:a="http://schemas.openxmlformats.org/drawingml/2006/main">
            <a:pathLst>
              <a:path w="937800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4" y="88613"/>
                </a:moveTo>
                <a:cubicBezTo>
                  <a:pt x="219844" y="96104"/>
                  <a:pt x="218861" y="102937"/>
                  <a:pt x="216894" y="109113"/>
                </a:cubicBezTo>
                <a:cubicBezTo>
                  <a:pt x="214927" y="115289"/>
                  <a:pt x="211943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3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4" y="130498"/>
                  <a:pt x="137031" y="126359"/>
                </a:cubicBezTo>
                <a:cubicBezTo>
                  <a:pt x="133228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8" y="58310"/>
                  <a:pt x="137818" y="53876"/>
                </a:cubicBezTo>
                <a:cubicBezTo>
                  <a:pt x="141818" y="49442"/>
                  <a:pt x="146817" y="46010"/>
                  <a:pt x="152817" y="43579"/>
                </a:cubicBezTo>
                <a:cubicBezTo>
                  <a:pt x="158816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1" y="56684"/>
                  <a:pt x="215254" y="61776"/>
                  <a:pt x="217090" y="67820"/>
                </a:cubicBezTo>
                <a:cubicBezTo>
                  <a:pt x="218926" y="73865"/>
                  <a:pt x="219844" y="80796"/>
                  <a:pt x="219844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7" y="65470"/>
                  <a:pt x="186027" y="63372"/>
                  <a:pt x="183306" y="61864"/>
                </a:cubicBezTo>
                <a:cubicBezTo>
                  <a:pt x="180585" y="60356"/>
                  <a:pt x="177159" y="59602"/>
                  <a:pt x="173028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3" y="67519"/>
                </a:cubicBezTo>
                <a:cubicBezTo>
                  <a:pt x="154833" y="70109"/>
                  <a:pt x="153505" y="73224"/>
                  <a:pt x="152620" y="76863"/>
                </a:cubicBezTo>
                <a:cubicBezTo>
                  <a:pt x="151735" y="80502"/>
                  <a:pt x="151292" y="84649"/>
                  <a:pt x="151292" y="89304"/>
                </a:cubicBezTo>
                <a:cubicBezTo>
                  <a:pt x="151292" y="93632"/>
                  <a:pt x="151653" y="97615"/>
                  <a:pt x="152374" y="101254"/>
                </a:cubicBezTo>
                <a:cubicBezTo>
                  <a:pt x="153096" y="104893"/>
                  <a:pt x="154259" y="108057"/>
                  <a:pt x="155866" y="110745"/>
                </a:cubicBezTo>
                <a:cubicBezTo>
                  <a:pt x="157472" y="113433"/>
                  <a:pt x="159652" y="115515"/>
                  <a:pt x="162406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2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2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6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1" y="137903"/>
                  <a:pt x="279509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5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4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3" y="62356"/>
                </a:lnTo>
                <a:cubicBezTo>
                  <a:pt x="231857" y="62356"/>
                  <a:pt x="230906" y="61585"/>
                  <a:pt x="230250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80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7" y="21387"/>
                  <a:pt x="244167" y="20860"/>
                </a:cubicBezTo>
                <a:cubicBezTo>
                  <a:pt x="244528" y="20333"/>
                  <a:pt x="245184" y="19890"/>
                  <a:pt x="246134" y="19529"/>
                </a:cubicBezTo>
                <a:cubicBezTo>
                  <a:pt x="247085" y="19166"/>
                  <a:pt x="248364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3" y="18573"/>
                  <a:pt x="261969" y="18739"/>
                </a:cubicBezTo>
                <a:cubicBezTo>
                  <a:pt x="263575" y="18903"/>
                  <a:pt x="264838" y="19166"/>
                  <a:pt x="265756" y="19529"/>
                </a:cubicBezTo>
                <a:cubicBezTo>
                  <a:pt x="266674" y="19890"/>
                  <a:pt x="267329" y="20333"/>
                  <a:pt x="267723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3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2" y="45160"/>
                  <a:pt x="290918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1" y="117482"/>
                </a:cubicBezTo>
                <a:cubicBezTo>
                  <a:pt x="283230" y="117253"/>
                  <a:pt x="284164" y="116991"/>
                  <a:pt x="284984" y="116695"/>
                </a:cubicBezTo>
                <a:cubicBezTo>
                  <a:pt x="285803" y="116400"/>
                  <a:pt x="286492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5" y="116138"/>
                  <a:pt x="290344" y="116598"/>
                  <a:pt x="290541" y="117289"/>
                </a:cubicBezTo>
                <a:cubicBezTo>
                  <a:pt x="290737" y="117977"/>
                  <a:pt x="290918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1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4" y="118101"/>
                  <a:pt x="370518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2" y="114863"/>
                  <a:pt x="382500" y="115274"/>
                  <a:pt x="382763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6" y="129546"/>
                  <a:pt x="382730" y="130156"/>
                  <a:pt x="382467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3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6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0" y="72881"/>
                  <a:pt x="362387" y="67399"/>
                  <a:pt x="359404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10" y="73853"/>
                  <a:pt x="326734" y="76766"/>
                  <a:pt x="326603" y="79862"/>
                </a:cubicBezTo>
                <a:lnTo>
                  <a:pt x="363584" y="79862"/>
                </a:lnTo>
                <a:close/>
                <a:moveTo>
                  <a:pt x="530324" y="126580"/>
                </a:moveTo>
                <a:cubicBezTo>
                  <a:pt x="530324" y="128481"/>
                  <a:pt x="530242" y="130071"/>
                  <a:pt x="530078" y="131350"/>
                </a:cubicBezTo>
                <a:cubicBezTo>
                  <a:pt x="529914" y="132629"/>
                  <a:pt x="529669" y="133661"/>
                  <a:pt x="529341" y="134448"/>
                </a:cubicBezTo>
                <a:cubicBezTo>
                  <a:pt x="529013" y="135235"/>
                  <a:pt x="528603" y="135809"/>
                  <a:pt x="528111" y="136169"/>
                </a:cubicBezTo>
                <a:cubicBezTo>
                  <a:pt x="527620" y="136530"/>
                  <a:pt x="527079" y="136710"/>
                  <a:pt x="526488" y="136710"/>
                </a:cubicBezTo>
                <a:lnTo>
                  <a:pt x="462559" y="136710"/>
                </a:lnTo>
                <a:cubicBezTo>
                  <a:pt x="460395" y="136710"/>
                  <a:pt x="458576" y="136071"/>
                  <a:pt x="457101" y="134792"/>
                </a:cubicBezTo>
                <a:cubicBezTo>
                  <a:pt x="455625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5" y="12638"/>
                  <a:pt x="457101" y="11360"/>
                </a:cubicBezTo>
                <a:cubicBezTo>
                  <a:pt x="458576" y="10081"/>
                  <a:pt x="460395" y="9442"/>
                  <a:pt x="462559" y="9442"/>
                </a:cubicBezTo>
                <a:lnTo>
                  <a:pt x="526095" y="9442"/>
                </a:lnTo>
                <a:cubicBezTo>
                  <a:pt x="526685" y="9442"/>
                  <a:pt x="527210" y="9606"/>
                  <a:pt x="527669" y="9934"/>
                </a:cubicBezTo>
                <a:cubicBezTo>
                  <a:pt x="528128" y="10261"/>
                  <a:pt x="528521" y="10835"/>
                  <a:pt x="528849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2" y="17703"/>
                  <a:pt x="529832" y="19671"/>
                </a:cubicBezTo>
                <a:cubicBezTo>
                  <a:pt x="529832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49" y="27440"/>
                </a:cubicBezTo>
                <a:cubicBezTo>
                  <a:pt x="528521" y="28227"/>
                  <a:pt x="528128" y="28801"/>
                  <a:pt x="527669" y="29162"/>
                </a:cubicBezTo>
                <a:cubicBezTo>
                  <a:pt x="527210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7" y="61492"/>
                  <a:pt x="521636" y="62052"/>
                  <a:pt x="521964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4" y="78329"/>
                </a:cubicBezTo>
                <a:cubicBezTo>
                  <a:pt x="521636" y="79085"/>
                  <a:pt x="521227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8" y="116450"/>
                </a:lnTo>
                <a:cubicBezTo>
                  <a:pt x="527079" y="116450"/>
                  <a:pt x="527620" y="116630"/>
                  <a:pt x="528111" y="116991"/>
                </a:cubicBezTo>
                <a:cubicBezTo>
                  <a:pt x="528603" y="117351"/>
                  <a:pt x="529013" y="117925"/>
                  <a:pt x="529341" y="118712"/>
                </a:cubicBezTo>
                <a:cubicBezTo>
                  <a:pt x="529669" y="119499"/>
                  <a:pt x="529914" y="120531"/>
                  <a:pt x="530078" y="121810"/>
                </a:cubicBezTo>
                <a:cubicBezTo>
                  <a:pt x="530242" y="123088"/>
                  <a:pt x="530324" y="124678"/>
                  <a:pt x="530324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8" y="135678"/>
                  <a:pt x="630080" y="136087"/>
                  <a:pt x="629293" y="136415"/>
                </a:cubicBezTo>
                <a:cubicBezTo>
                  <a:pt x="628507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2000" y="136093"/>
                  <a:pt x="611410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7" y="132338"/>
                  <a:pt x="596296" y="135032"/>
                </a:cubicBezTo>
                <a:cubicBezTo>
                  <a:pt x="591346" y="137725"/>
                  <a:pt x="585854" y="139071"/>
                  <a:pt x="579822" y="139071"/>
                </a:cubicBezTo>
                <a:cubicBezTo>
                  <a:pt x="573134" y="139071"/>
                  <a:pt x="567479" y="137774"/>
                  <a:pt x="562856" y="135180"/>
                </a:cubicBezTo>
                <a:cubicBezTo>
                  <a:pt x="558234" y="132584"/>
                  <a:pt x="554463" y="129085"/>
                  <a:pt x="551546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1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3" y="45846"/>
                  <a:pt x="565069" y="43481"/>
                </a:cubicBezTo>
                <a:cubicBezTo>
                  <a:pt x="569856" y="41115"/>
                  <a:pt x="575363" y="39931"/>
                  <a:pt x="581592" y="39931"/>
                </a:cubicBezTo>
                <a:cubicBezTo>
                  <a:pt x="586510" y="39931"/>
                  <a:pt x="590969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1" y="1934"/>
                  <a:pt x="608426" y="1492"/>
                  <a:pt x="609377" y="1131"/>
                </a:cubicBezTo>
                <a:cubicBezTo>
                  <a:pt x="610328" y="770"/>
                  <a:pt x="611590" y="492"/>
                  <a:pt x="613164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3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4" y="1935"/>
                  <a:pt x="630867" y="2462"/>
                </a:cubicBezTo>
                <a:cubicBezTo>
                  <a:pt x="631261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90" y="64513"/>
                </a:cubicBezTo>
                <a:cubicBezTo>
                  <a:pt x="593444" y="62157"/>
                  <a:pt x="590051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2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6" y="106303"/>
                  <a:pt x="572200" y="109024"/>
                </a:cubicBezTo>
                <a:cubicBezTo>
                  <a:pt x="573544" y="111745"/>
                  <a:pt x="575331" y="113925"/>
                  <a:pt x="577560" y="115564"/>
                </a:cubicBezTo>
                <a:cubicBezTo>
                  <a:pt x="579789" y="117204"/>
                  <a:pt x="582609" y="118023"/>
                  <a:pt x="586018" y="118023"/>
                </a:cubicBezTo>
                <a:cubicBezTo>
                  <a:pt x="587723" y="118023"/>
                  <a:pt x="589379" y="117778"/>
                  <a:pt x="590985" y="117289"/>
                </a:cubicBezTo>
                <a:cubicBezTo>
                  <a:pt x="592592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6" y="110515"/>
                </a:cubicBezTo>
                <a:cubicBezTo>
                  <a:pt x="602837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6" y="134596"/>
                  <a:pt x="680712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0" y="137054"/>
                </a:cubicBezTo>
                <a:cubicBezTo>
                  <a:pt x="661337" y="136891"/>
                  <a:pt x="660075" y="136645"/>
                  <a:pt x="659124" y="136317"/>
                </a:cubicBezTo>
                <a:cubicBezTo>
                  <a:pt x="658173" y="135989"/>
                  <a:pt x="657501" y="135579"/>
                  <a:pt x="657108" y="135087"/>
                </a:cubicBezTo>
                <a:cubicBezTo>
                  <a:pt x="656714" y="134596"/>
                  <a:pt x="656518" y="134022"/>
                  <a:pt x="656518" y="133366"/>
                </a:cubicBezTo>
                <a:lnTo>
                  <a:pt x="656518" y="45832"/>
                </a:lnTo>
                <a:cubicBezTo>
                  <a:pt x="656518" y="45177"/>
                  <a:pt x="656714" y="44603"/>
                  <a:pt x="657108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5" y="42472"/>
                  <a:pt x="661337" y="42193"/>
                  <a:pt x="662910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09" y="41997"/>
                </a:cubicBezTo>
                <a:cubicBezTo>
                  <a:pt x="676483" y="42193"/>
                  <a:pt x="677745" y="42472"/>
                  <a:pt x="678696" y="42833"/>
                </a:cubicBezTo>
                <a:cubicBezTo>
                  <a:pt x="679647" y="43193"/>
                  <a:pt x="680319" y="43619"/>
                  <a:pt x="680712" y="44111"/>
                </a:cubicBezTo>
                <a:cubicBezTo>
                  <a:pt x="681106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90" y="28162"/>
                  <a:pt x="674319" y="29112"/>
                  <a:pt x="668812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9" y="6049"/>
                </a:cubicBezTo>
                <a:cubicBezTo>
                  <a:pt x="659648" y="4114"/>
                  <a:pt x="663435" y="3147"/>
                  <a:pt x="669008" y="3147"/>
                </a:cubicBezTo>
                <a:cubicBezTo>
                  <a:pt x="674516" y="3147"/>
                  <a:pt x="678253" y="4082"/>
                  <a:pt x="680221" y="5950"/>
                </a:cubicBezTo>
                <a:cubicBezTo>
                  <a:pt x="682188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5" y="129767"/>
                  <a:pt x="757424" y="131316"/>
                </a:cubicBezTo>
                <a:cubicBezTo>
                  <a:pt x="757064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2" y="136255"/>
                </a:cubicBezTo>
                <a:cubicBezTo>
                  <a:pt x="752245" y="136749"/>
                  <a:pt x="750900" y="137177"/>
                  <a:pt x="749360" y="137540"/>
                </a:cubicBezTo>
                <a:cubicBezTo>
                  <a:pt x="747819" y="137903"/>
                  <a:pt x="746147" y="138182"/>
                  <a:pt x="744344" y="138379"/>
                </a:cubicBezTo>
                <a:cubicBezTo>
                  <a:pt x="742540" y="138578"/>
                  <a:pt x="740721" y="138677"/>
                  <a:pt x="738885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3" y="135563"/>
                  <a:pt x="719509" y="133645"/>
                  <a:pt x="717149" y="131055"/>
                </a:cubicBezTo>
                <a:cubicBezTo>
                  <a:pt x="714789" y="128465"/>
                  <a:pt x="713051" y="125203"/>
                  <a:pt x="711936" y="121269"/>
                </a:cubicBezTo>
                <a:cubicBezTo>
                  <a:pt x="710822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1" y="62356"/>
                </a:lnTo>
                <a:cubicBezTo>
                  <a:pt x="698495" y="62356"/>
                  <a:pt x="697544" y="61585"/>
                  <a:pt x="696888" y="60044"/>
                </a:cubicBezTo>
                <a:cubicBezTo>
                  <a:pt x="696233" y="58503"/>
                  <a:pt x="695905" y="55930"/>
                  <a:pt x="695905" y="52324"/>
                </a:cubicBezTo>
                <a:cubicBezTo>
                  <a:pt x="695905" y="50422"/>
                  <a:pt x="695987" y="48816"/>
                  <a:pt x="696151" y="47504"/>
                </a:cubicBezTo>
                <a:cubicBezTo>
                  <a:pt x="696315" y="46193"/>
                  <a:pt x="696560" y="45160"/>
                  <a:pt x="696888" y="44406"/>
                </a:cubicBezTo>
                <a:cubicBezTo>
                  <a:pt x="697216" y="43652"/>
                  <a:pt x="697626" y="43111"/>
                  <a:pt x="698118" y="42783"/>
                </a:cubicBezTo>
                <a:cubicBezTo>
                  <a:pt x="698610" y="42456"/>
                  <a:pt x="699183" y="42292"/>
                  <a:pt x="699839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5" y="21387"/>
                  <a:pt x="710805" y="20860"/>
                </a:cubicBezTo>
                <a:cubicBezTo>
                  <a:pt x="711166" y="20333"/>
                  <a:pt x="711822" y="19890"/>
                  <a:pt x="712772" y="19529"/>
                </a:cubicBezTo>
                <a:cubicBezTo>
                  <a:pt x="713723" y="19166"/>
                  <a:pt x="715002" y="18903"/>
                  <a:pt x="716608" y="18739"/>
                </a:cubicBezTo>
                <a:cubicBezTo>
                  <a:pt x="718214" y="18573"/>
                  <a:pt x="720198" y="18490"/>
                  <a:pt x="722558" y="18490"/>
                </a:cubicBezTo>
                <a:cubicBezTo>
                  <a:pt x="724984" y="18490"/>
                  <a:pt x="727001" y="18573"/>
                  <a:pt x="728607" y="18739"/>
                </a:cubicBezTo>
                <a:cubicBezTo>
                  <a:pt x="730214" y="18903"/>
                  <a:pt x="731476" y="19166"/>
                  <a:pt x="732394" y="19529"/>
                </a:cubicBezTo>
                <a:cubicBezTo>
                  <a:pt x="733312" y="19890"/>
                  <a:pt x="733967" y="20333"/>
                  <a:pt x="734361" y="20860"/>
                </a:cubicBezTo>
                <a:cubicBezTo>
                  <a:pt x="734754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1" y="42292"/>
                </a:lnTo>
                <a:cubicBezTo>
                  <a:pt x="754687" y="42292"/>
                  <a:pt x="755261" y="42456"/>
                  <a:pt x="755752" y="42783"/>
                </a:cubicBezTo>
                <a:cubicBezTo>
                  <a:pt x="756244" y="43111"/>
                  <a:pt x="756654" y="43652"/>
                  <a:pt x="756982" y="44406"/>
                </a:cubicBezTo>
                <a:cubicBezTo>
                  <a:pt x="757310" y="45160"/>
                  <a:pt x="757556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8" y="58503"/>
                  <a:pt x="756982" y="60044"/>
                </a:cubicBezTo>
                <a:cubicBezTo>
                  <a:pt x="756326" y="61585"/>
                  <a:pt x="755375" y="62356"/>
                  <a:pt x="754130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3" y="114243"/>
                </a:cubicBezTo>
                <a:cubicBezTo>
                  <a:pt x="738721" y="116632"/>
                  <a:pt x="741409" y="117827"/>
                  <a:pt x="745278" y="117827"/>
                </a:cubicBezTo>
                <a:cubicBezTo>
                  <a:pt x="746589" y="117827"/>
                  <a:pt x="747769" y="117712"/>
                  <a:pt x="748819" y="117482"/>
                </a:cubicBezTo>
                <a:cubicBezTo>
                  <a:pt x="749868" y="117253"/>
                  <a:pt x="750802" y="116991"/>
                  <a:pt x="751622" y="116695"/>
                </a:cubicBezTo>
                <a:cubicBezTo>
                  <a:pt x="752441" y="116400"/>
                  <a:pt x="753130" y="116138"/>
                  <a:pt x="753687" y="115909"/>
                </a:cubicBezTo>
                <a:cubicBezTo>
                  <a:pt x="754244" y="115679"/>
                  <a:pt x="754753" y="115564"/>
                  <a:pt x="755211" y="115564"/>
                </a:cubicBezTo>
                <a:cubicBezTo>
                  <a:pt x="755605" y="115564"/>
                  <a:pt x="755982" y="115679"/>
                  <a:pt x="756343" y="115909"/>
                </a:cubicBezTo>
                <a:cubicBezTo>
                  <a:pt x="756703" y="116138"/>
                  <a:pt x="756982" y="116598"/>
                  <a:pt x="757179" y="117289"/>
                </a:cubicBezTo>
                <a:cubicBezTo>
                  <a:pt x="757375" y="117977"/>
                  <a:pt x="757556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1" y="88613"/>
                </a:moveTo>
                <a:cubicBezTo>
                  <a:pt x="861891" y="96104"/>
                  <a:pt x="860908" y="102937"/>
                  <a:pt x="858941" y="109113"/>
                </a:cubicBezTo>
                <a:cubicBezTo>
                  <a:pt x="856974" y="115289"/>
                  <a:pt x="853990" y="120610"/>
                  <a:pt x="849991" y="125077"/>
                </a:cubicBezTo>
                <a:cubicBezTo>
                  <a:pt x="845991" y="129544"/>
                  <a:pt x="840975" y="132993"/>
                  <a:pt x="834943" y="135426"/>
                </a:cubicBezTo>
                <a:cubicBezTo>
                  <a:pt x="828910" y="137856"/>
                  <a:pt x="821862" y="139071"/>
                  <a:pt x="813797" y="139071"/>
                </a:cubicBezTo>
                <a:cubicBezTo>
                  <a:pt x="805994" y="139071"/>
                  <a:pt x="799208" y="137987"/>
                  <a:pt x="793438" y="135819"/>
                </a:cubicBezTo>
                <a:cubicBezTo>
                  <a:pt x="787668" y="133651"/>
                  <a:pt x="782881" y="130498"/>
                  <a:pt x="779078" y="126359"/>
                </a:cubicBezTo>
                <a:cubicBezTo>
                  <a:pt x="775275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6" y="69840"/>
                </a:cubicBezTo>
                <a:cubicBezTo>
                  <a:pt x="772866" y="63631"/>
                  <a:pt x="775866" y="58310"/>
                  <a:pt x="779865" y="53876"/>
                </a:cubicBezTo>
                <a:cubicBezTo>
                  <a:pt x="783865" y="49442"/>
                  <a:pt x="788864" y="46010"/>
                  <a:pt x="794864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8" y="52545"/>
                </a:cubicBezTo>
                <a:cubicBezTo>
                  <a:pt x="854499" y="56684"/>
                  <a:pt x="857302" y="61776"/>
                  <a:pt x="859137" y="67820"/>
                </a:cubicBezTo>
                <a:cubicBezTo>
                  <a:pt x="860973" y="73865"/>
                  <a:pt x="861891" y="80796"/>
                  <a:pt x="861891" y="88613"/>
                </a:cubicBezTo>
                <a:moveTo>
                  <a:pt x="836418" y="89599"/>
                </a:moveTo>
                <a:cubicBezTo>
                  <a:pt x="836418" y="85272"/>
                  <a:pt x="836074" y="81289"/>
                  <a:pt x="835385" y="77649"/>
                </a:cubicBezTo>
                <a:cubicBezTo>
                  <a:pt x="834697" y="74010"/>
                  <a:pt x="833533" y="70847"/>
                  <a:pt x="831894" y="68158"/>
                </a:cubicBezTo>
                <a:cubicBezTo>
                  <a:pt x="830255" y="65470"/>
                  <a:pt x="828074" y="63372"/>
                  <a:pt x="825353" y="61864"/>
                </a:cubicBezTo>
                <a:cubicBezTo>
                  <a:pt x="822632" y="60356"/>
                  <a:pt x="819206" y="59602"/>
                  <a:pt x="815075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3" y="62962"/>
                  <a:pt x="800421" y="64929"/>
                  <a:pt x="798651" y="67519"/>
                </a:cubicBezTo>
                <a:cubicBezTo>
                  <a:pt x="796880" y="70109"/>
                  <a:pt x="795552" y="73224"/>
                  <a:pt x="794667" y="76863"/>
                </a:cubicBezTo>
                <a:cubicBezTo>
                  <a:pt x="793782" y="80502"/>
                  <a:pt x="793340" y="84649"/>
                  <a:pt x="793340" y="89304"/>
                </a:cubicBezTo>
                <a:cubicBezTo>
                  <a:pt x="793340" y="93632"/>
                  <a:pt x="793700" y="97615"/>
                  <a:pt x="794421" y="101254"/>
                </a:cubicBezTo>
                <a:cubicBezTo>
                  <a:pt x="795143" y="104893"/>
                  <a:pt x="796307" y="108057"/>
                  <a:pt x="797913" y="110745"/>
                </a:cubicBezTo>
                <a:cubicBezTo>
                  <a:pt x="799519" y="113433"/>
                  <a:pt x="801700" y="115515"/>
                  <a:pt x="804453" y="116991"/>
                </a:cubicBezTo>
                <a:cubicBezTo>
                  <a:pt x="807207" y="118466"/>
                  <a:pt x="810617" y="119203"/>
                  <a:pt x="814682" y="119203"/>
                </a:cubicBezTo>
                <a:cubicBezTo>
                  <a:pt x="818419" y="119203"/>
                  <a:pt x="821665" y="118531"/>
                  <a:pt x="824419" y="117187"/>
                </a:cubicBezTo>
                <a:cubicBezTo>
                  <a:pt x="827173" y="115843"/>
                  <a:pt x="829435" y="113892"/>
                  <a:pt x="831205" y="111335"/>
                </a:cubicBezTo>
                <a:cubicBezTo>
                  <a:pt x="832976" y="108778"/>
                  <a:pt x="834287" y="105680"/>
                  <a:pt x="835139" y="102041"/>
                </a:cubicBezTo>
                <a:cubicBezTo>
                  <a:pt x="835992" y="98402"/>
                  <a:pt x="836418" y="94255"/>
                  <a:pt x="836418" y="89599"/>
                </a:cubicBezTo>
                <a:close/>
                <a:moveTo>
                  <a:pt x="937800" y="53701"/>
                </a:moveTo>
                <a:cubicBezTo>
                  <a:pt x="937800" y="56061"/>
                  <a:pt x="937735" y="57995"/>
                  <a:pt x="937604" y="59503"/>
                </a:cubicBezTo>
                <a:cubicBezTo>
                  <a:pt x="937472" y="61011"/>
                  <a:pt x="937276" y="62192"/>
                  <a:pt x="937013" y="63044"/>
                </a:cubicBezTo>
                <a:cubicBezTo>
                  <a:pt x="936751" y="63896"/>
                  <a:pt x="936407" y="64487"/>
                  <a:pt x="935981" y="64814"/>
                </a:cubicBezTo>
                <a:cubicBezTo>
                  <a:pt x="935555" y="65142"/>
                  <a:pt x="935014" y="65306"/>
                  <a:pt x="934358" y="65306"/>
                </a:cubicBezTo>
                <a:cubicBezTo>
                  <a:pt x="933833" y="65306"/>
                  <a:pt x="933243" y="65191"/>
                  <a:pt x="932588" y="64962"/>
                </a:cubicBezTo>
                <a:cubicBezTo>
                  <a:pt x="931932" y="64732"/>
                  <a:pt x="931194" y="64487"/>
                  <a:pt x="930375" y="64224"/>
                </a:cubicBezTo>
                <a:cubicBezTo>
                  <a:pt x="929555" y="63962"/>
                  <a:pt x="928653" y="63716"/>
                  <a:pt x="927670" y="63487"/>
                </a:cubicBezTo>
                <a:cubicBezTo>
                  <a:pt x="926686" y="63257"/>
                  <a:pt x="925605" y="63142"/>
                  <a:pt x="924424" y="63142"/>
                </a:cubicBezTo>
                <a:cubicBezTo>
                  <a:pt x="923047" y="63142"/>
                  <a:pt x="921670" y="63423"/>
                  <a:pt x="920294" y="63985"/>
                </a:cubicBezTo>
                <a:cubicBezTo>
                  <a:pt x="918917" y="64544"/>
                  <a:pt x="917490" y="65418"/>
                  <a:pt x="916015" y="66606"/>
                </a:cubicBezTo>
                <a:cubicBezTo>
                  <a:pt x="914540" y="67795"/>
                  <a:pt x="912999" y="69379"/>
                  <a:pt x="911393" y="71358"/>
                </a:cubicBezTo>
                <a:cubicBezTo>
                  <a:pt x="909786" y="73337"/>
                  <a:pt x="908065" y="75779"/>
                  <a:pt x="906229" y="78682"/>
                </a:cubicBezTo>
                <a:lnTo>
                  <a:pt x="906229" y="133366"/>
                </a:lnTo>
                <a:cubicBezTo>
                  <a:pt x="906229" y="134022"/>
                  <a:pt x="906032" y="134596"/>
                  <a:pt x="905639" y="135087"/>
                </a:cubicBezTo>
                <a:cubicBezTo>
                  <a:pt x="905246" y="135579"/>
                  <a:pt x="904573" y="135989"/>
                  <a:pt x="903623" y="136317"/>
                </a:cubicBezTo>
                <a:cubicBezTo>
                  <a:pt x="902672" y="136645"/>
                  <a:pt x="901410" y="136891"/>
                  <a:pt x="899836" y="137054"/>
                </a:cubicBezTo>
                <a:cubicBezTo>
                  <a:pt x="898263" y="137218"/>
                  <a:pt x="896263" y="137300"/>
                  <a:pt x="893837" y="137300"/>
                </a:cubicBezTo>
                <a:cubicBezTo>
                  <a:pt x="891411" y="137300"/>
                  <a:pt x="889411" y="137218"/>
                  <a:pt x="887837" y="137054"/>
                </a:cubicBezTo>
                <a:cubicBezTo>
                  <a:pt x="886263" y="136891"/>
                  <a:pt x="885001" y="136645"/>
                  <a:pt x="884051" y="136317"/>
                </a:cubicBezTo>
                <a:cubicBezTo>
                  <a:pt x="883100" y="135989"/>
                  <a:pt x="882428" y="135579"/>
                  <a:pt x="882034" y="135087"/>
                </a:cubicBezTo>
                <a:cubicBezTo>
                  <a:pt x="881641" y="134596"/>
                  <a:pt x="881444" y="134022"/>
                  <a:pt x="881444" y="133366"/>
                </a:cubicBezTo>
                <a:lnTo>
                  <a:pt x="881444" y="45636"/>
                </a:lnTo>
                <a:cubicBezTo>
                  <a:pt x="881444" y="44980"/>
                  <a:pt x="881608" y="44406"/>
                  <a:pt x="881936" y="43914"/>
                </a:cubicBezTo>
                <a:cubicBezTo>
                  <a:pt x="882264" y="43423"/>
                  <a:pt x="882854" y="43013"/>
                  <a:pt x="883706" y="42685"/>
                </a:cubicBezTo>
                <a:cubicBezTo>
                  <a:pt x="884559" y="42357"/>
                  <a:pt x="885657" y="42111"/>
                  <a:pt x="887001" y="41947"/>
                </a:cubicBezTo>
                <a:cubicBezTo>
                  <a:pt x="888345" y="41784"/>
                  <a:pt x="890034" y="41702"/>
                  <a:pt x="892066" y="41702"/>
                </a:cubicBezTo>
                <a:cubicBezTo>
                  <a:pt x="894164" y="41702"/>
                  <a:pt x="895902" y="41784"/>
                  <a:pt x="897279" y="41947"/>
                </a:cubicBezTo>
                <a:cubicBezTo>
                  <a:pt x="898656" y="42111"/>
                  <a:pt x="899721" y="42357"/>
                  <a:pt x="900475" y="42685"/>
                </a:cubicBezTo>
                <a:cubicBezTo>
                  <a:pt x="901229" y="43013"/>
                  <a:pt x="901770" y="43423"/>
                  <a:pt x="902098" y="43914"/>
                </a:cubicBezTo>
                <a:cubicBezTo>
                  <a:pt x="902426" y="44406"/>
                  <a:pt x="902590" y="44980"/>
                  <a:pt x="902590" y="45636"/>
                </a:cubicBezTo>
                <a:lnTo>
                  <a:pt x="902590" y="56553"/>
                </a:lnTo>
                <a:cubicBezTo>
                  <a:pt x="904885" y="53254"/>
                  <a:pt x="907049" y="50533"/>
                  <a:pt x="909081" y="48390"/>
                </a:cubicBezTo>
                <a:cubicBezTo>
                  <a:pt x="911114" y="46246"/>
                  <a:pt x="913048" y="44549"/>
                  <a:pt x="914884" y="43297"/>
                </a:cubicBezTo>
                <a:cubicBezTo>
                  <a:pt x="916720" y="42043"/>
                  <a:pt x="918556" y="41169"/>
                  <a:pt x="920392" y="40675"/>
                </a:cubicBezTo>
                <a:cubicBezTo>
                  <a:pt x="922228" y="40179"/>
                  <a:pt x="924064" y="39931"/>
                  <a:pt x="925900" y="39931"/>
                </a:cubicBezTo>
                <a:cubicBezTo>
                  <a:pt x="926752" y="39931"/>
                  <a:pt x="927670" y="39980"/>
                  <a:pt x="928653" y="40079"/>
                </a:cubicBezTo>
                <a:cubicBezTo>
                  <a:pt x="929637" y="40177"/>
                  <a:pt x="930653" y="40341"/>
                  <a:pt x="931702" y="40570"/>
                </a:cubicBezTo>
                <a:cubicBezTo>
                  <a:pt x="932752" y="40800"/>
                  <a:pt x="933669" y="41062"/>
                  <a:pt x="934456" y="41357"/>
                </a:cubicBezTo>
                <a:cubicBezTo>
                  <a:pt x="935243" y="41652"/>
                  <a:pt x="935817" y="41964"/>
                  <a:pt x="936177" y="42292"/>
                </a:cubicBezTo>
                <a:cubicBezTo>
                  <a:pt x="936538" y="42620"/>
                  <a:pt x="936800" y="42980"/>
                  <a:pt x="936964" y="43374"/>
                </a:cubicBezTo>
                <a:cubicBezTo>
                  <a:pt x="937128" y="43767"/>
                  <a:pt x="937276" y="44308"/>
                  <a:pt x="937407" y="44996"/>
                </a:cubicBezTo>
                <a:cubicBezTo>
                  <a:pt x="937538" y="45685"/>
                  <a:pt x="937636" y="46718"/>
                  <a:pt x="937702" y="48094"/>
                </a:cubicBezTo>
                <a:cubicBezTo>
                  <a:pt x="937768" y="49471"/>
                  <a:pt x="937800" y="51340"/>
                  <a:pt x="937800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B4241-406C-46C1-88D3-5AA42B6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126" y="106902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30d95a6af4317"/>
          <a:stretch xmlns:a="http://schemas.openxmlformats.org/drawingml/2006/main"/>
        </p:blipFill>
        <p:spPr>
          <a:xfrm xmlns:a="http://schemas.openxmlformats.org/drawingml/2006/main">
            <a:off x="6159496" y="229437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dd4462c044471"/>
          <a:stretch xmlns:a="http://schemas.openxmlformats.org/drawingml/2006/main"/>
        </p:blipFill>
        <p:spPr>
          <a:xfrm xmlns:a="http://schemas.openxmlformats.org/drawingml/2006/main">
            <a:off x="5899655" y="231451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0cf41dea5487d"/>
          <a:stretch xmlns:a="http://schemas.openxmlformats.org/drawingml/2006/main"/>
        </p:blipFill>
        <p:spPr>
          <a:xfrm xmlns:a="http://schemas.openxmlformats.org/drawingml/2006/main">
            <a:off x="4474181" y="1083635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31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8BF500B7-E359-487C-9974-3DB500F6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399" y="1232227"/>
            <a:ext cx="1232852" cy="152011"/>
          </a:xfrm>
          <a:custGeom xmlns:a="http://schemas.openxmlformats.org/drawingml/2006/main">
            <a:pathLst>
              <a:path w="1232852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50" y="69481"/>
                </a:moveTo>
                <a:cubicBezTo>
                  <a:pt x="72895" y="80547"/>
                  <a:pt x="75587" y="89226"/>
                  <a:pt x="81023" y="95519"/>
                </a:cubicBezTo>
                <a:cubicBezTo>
                  <a:pt x="86460" y="101810"/>
                  <a:pt x="92848" y="104956"/>
                  <a:pt x="100188" y="104956"/>
                </a:cubicBezTo>
                <a:cubicBezTo>
                  <a:pt x="105081" y="104956"/>
                  <a:pt x="109335" y="103610"/>
                  <a:pt x="112950" y="100919"/>
                </a:cubicBezTo>
                <a:cubicBezTo>
                  <a:pt x="116566" y="98228"/>
                  <a:pt x="119597" y="93620"/>
                  <a:pt x="122043" y="87096"/>
                </a:cubicBezTo>
                <a:lnTo>
                  <a:pt x="124571" y="88727"/>
                </a:lnTo>
                <a:cubicBezTo>
                  <a:pt x="123430" y="96176"/>
                  <a:pt x="120113" y="102958"/>
                  <a:pt x="114622" y="109074"/>
                </a:cubicBezTo>
                <a:cubicBezTo>
                  <a:pt x="109131" y="115190"/>
                  <a:pt x="102254" y="118249"/>
                  <a:pt x="93990" y="118249"/>
                </a:cubicBezTo>
                <a:cubicBezTo>
                  <a:pt x="85019" y="118249"/>
                  <a:pt x="77340" y="114763"/>
                  <a:pt x="70952" y="107792"/>
                </a:cubicBezTo>
                <a:cubicBezTo>
                  <a:pt x="64564" y="100820"/>
                  <a:pt x="61370" y="91446"/>
                  <a:pt x="61370" y="79673"/>
                </a:cubicBezTo>
                <a:cubicBezTo>
                  <a:pt x="61370" y="66923"/>
                  <a:pt x="64645" y="56982"/>
                  <a:pt x="71196" y="49848"/>
                </a:cubicBezTo>
                <a:cubicBezTo>
                  <a:pt x="77748" y="42712"/>
                  <a:pt x="85971" y="39144"/>
                  <a:pt x="95866" y="39144"/>
                </a:cubicBezTo>
                <a:cubicBezTo>
                  <a:pt x="104238" y="39144"/>
                  <a:pt x="111116" y="41897"/>
                  <a:pt x="116498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50" y="69481"/>
                </a:lnTo>
                <a:moveTo>
                  <a:pt x="72950" y="64751"/>
                </a:moveTo>
                <a:lnTo>
                  <a:pt x="107527" y="64751"/>
                </a:lnTo>
                <a:cubicBezTo>
                  <a:pt x="107255" y="59967"/>
                  <a:pt x="106685" y="56596"/>
                  <a:pt x="105815" y="54639"/>
                </a:cubicBezTo>
                <a:cubicBezTo>
                  <a:pt x="104456" y="51594"/>
                  <a:pt x="102430" y="49202"/>
                  <a:pt x="99739" y="47463"/>
                </a:cubicBezTo>
                <a:cubicBezTo>
                  <a:pt x="97048" y="45723"/>
                  <a:pt x="94235" y="44853"/>
                  <a:pt x="91299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8" y="58499"/>
                  <a:pt x="72950" y="64751"/>
                </a:cubicBezTo>
                <a:close/>
                <a:moveTo>
                  <a:pt x="177412" y="105201"/>
                </a:moveTo>
                <a:cubicBezTo>
                  <a:pt x="169746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9" y="117596"/>
                </a:cubicBezTo>
                <a:cubicBezTo>
                  <a:pt x="148434" y="117596"/>
                  <a:pt x="144180" y="115829"/>
                  <a:pt x="140836" y="112295"/>
                </a:cubicBezTo>
                <a:cubicBezTo>
                  <a:pt x="137493" y="108762"/>
                  <a:pt x="135821" y="104113"/>
                  <a:pt x="135821" y="98350"/>
                </a:cubicBezTo>
                <a:cubicBezTo>
                  <a:pt x="135821" y="94708"/>
                  <a:pt x="136636" y="91554"/>
                  <a:pt x="138267" y="88890"/>
                </a:cubicBezTo>
                <a:cubicBezTo>
                  <a:pt x="140496" y="85193"/>
                  <a:pt x="144370" y="81714"/>
                  <a:pt x="149888" y="78452"/>
                </a:cubicBezTo>
                <a:cubicBezTo>
                  <a:pt x="155407" y="75190"/>
                  <a:pt x="164581" y="71221"/>
                  <a:pt x="177412" y="66545"/>
                </a:cubicBezTo>
                <a:lnTo>
                  <a:pt x="177412" y="63610"/>
                </a:lnTo>
                <a:cubicBezTo>
                  <a:pt x="177412" y="56161"/>
                  <a:pt x="176229" y="51051"/>
                  <a:pt x="173864" y="48278"/>
                </a:cubicBezTo>
                <a:cubicBezTo>
                  <a:pt x="171499" y="45505"/>
                  <a:pt x="168061" y="44119"/>
                  <a:pt x="163548" y="44119"/>
                </a:cubicBezTo>
                <a:cubicBezTo>
                  <a:pt x="160123" y="44119"/>
                  <a:pt x="157405" y="45040"/>
                  <a:pt x="155393" y="46882"/>
                </a:cubicBezTo>
                <a:cubicBezTo>
                  <a:pt x="153327" y="48723"/>
                  <a:pt x="152294" y="50836"/>
                  <a:pt x="152294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1" y="63699"/>
                </a:cubicBezTo>
                <a:cubicBezTo>
                  <a:pt x="149263" y="65053"/>
                  <a:pt x="147591" y="65730"/>
                  <a:pt x="145525" y="65730"/>
                </a:cubicBezTo>
                <a:cubicBezTo>
                  <a:pt x="143514" y="65730"/>
                  <a:pt x="141869" y="65026"/>
                  <a:pt x="140592" y="63617"/>
                </a:cubicBezTo>
                <a:cubicBezTo>
                  <a:pt x="139314" y="62207"/>
                  <a:pt x="138675" y="60282"/>
                  <a:pt x="138675" y="57842"/>
                </a:cubicBezTo>
                <a:cubicBezTo>
                  <a:pt x="138675" y="53182"/>
                  <a:pt x="141067" y="48901"/>
                  <a:pt x="145852" y="44998"/>
                </a:cubicBezTo>
                <a:cubicBezTo>
                  <a:pt x="150636" y="41096"/>
                  <a:pt x="157350" y="39144"/>
                  <a:pt x="165995" y="39144"/>
                </a:cubicBezTo>
                <a:cubicBezTo>
                  <a:pt x="172627" y="39144"/>
                  <a:pt x="178064" y="40257"/>
                  <a:pt x="182305" y="42483"/>
                </a:cubicBezTo>
                <a:cubicBezTo>
                  <a:pt x="185512" y="44167"/>
                  <a:pt x="187877" y="46801"/>
                  <a:pt x="189400" y="50386"/>
                </a:cubicBezTo>
                <a:cubicBezTo>
                  <a:pt x="190378" y="52720"/>
                  <a:pt x="190868" y="57498"/>
                  <a:pt x="190868" y="64721"/>
                </a:cubicBezTo>
                <a:lnTo>
                  <a:pt x="190868" y="90052"/>
                </a:lnTo>
                <a:cubicBezTo>
                  <a:pt x="190868" y="97166"/>
                  <a:pt x="191004" y="101524"/>
                  <a:pt x="191275" y="103126"/>
                </a:cubicBezTo>
                <a:cubicBezTo>
                  <a:pt x="191547" y="104728"/>
                  <a:pt x="191996" y="105801"/>
                  <a:pt x="192621" y="106345"/>
                </a:cubicBezTo>
                <a:cubicBezTo>
                  <a:pt x="193246" y="106887"/>
                  <a:pt x="193967" y="107158"/>
                  <a:pt x="194782" y="107158"/>
                </a:cubicBezTo>
                <a:cubicBezTo>
                  <a:pt x="195652" y="107158"/>
                  <a:pt x="196413" y="106967"/>
                  <a:pt x="197065" y="106587"/>
                </a:cubicBezTo>
                <a:cubicBezTo>
                  <a:pt x="198207" y="105880"/>
                  <a:pt x="200409" y="103896"/>
                  <a:pt x="203671" y="100634"/>
                </a:cubicBezTo>
                <a:lnTo>
                  <a:pt x="203671" y="105201"/>
                </a:lnTo>
                <a:cubicBezTo>
                  <a:pt x="197582" y="113356"/>
                  <a:pt x="191765" y="117433"/>
                  <a:pt x="186219" y="117433"/>
                </a:cubicBezTo>
                <a:cubicBezTo>
                  <a:pt x="183555" y="117433"/>
                  <a:pt x="181435" y="116509"/>
                  <a:pt x="179858" y="114660"/>
                </a:cubicBezTo>
                <a:cubicBezTo>
                  <a:pt x="178282" y="112812"/>
                  <a:pt x="177466" y="109659"/>
                  <a:pt x="177412" y="105201"/>
                </a:cubicBezTo>
                <a:moveTo>
                  <a:pt x="177412" y="99854"/>
                </a:moveTo>
                <a:lnTo>
                  <a:pt x="177412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3" y="83293"/>
                  <a:pt x="152294" y="85891"/>
                </a:cubicBezTo>
                <a:cubicBezTo>
                  <a:pt x="150446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8" y="104117"/>
                </a:cubicBezTo>
                <a:cubicBezTo>
                  <a:pt x="155366" y="106688"/>
                  <a:pt x="158057" y="107973"/>
                  <a:pt x="161102" y="107973"/>
                </a:cubicBezTo>
                <a:cubicBezTo>
                  <a:pt x="165233" y="107973"/>
                  <a:pt x="170670" y="105267"/>
                  <a:pt x="177412" y="99854"/>
                </a:cubicBezTo>
                <a:close/>
                <a:moveTo>
                  <a:pt x="262546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2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1" y="52450"/>
                </a:cubicBezTo>
                <a:cubicBezTo>
                  <a:pt x="226962" y="43580"/>
                  <a:pt x="235634" y="39144"/>
                  <a:pt x="246235" y="39144"/>
                </a:cubicBezTo>
                <a:cubicBezTo>
                  <a:pt x="252814" y="39144"/>
                  <a:pt x="258251" y="41238"/>
                  <a:pt x="262546" y="45424"/>
                </a:cubicBezTo>
                <a:lnTo>
                  <a:pt x="262546" y="31611"/>
                </a:lnTo>
                <a:cubicBezTo>
                  <a:pt x="262546" y="23040"/>
                  <a:pt x="262342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8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2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2" y="106179"/>
                </a:cubicBezTo>
                <a:lnTo>
                  <a:pt x="288479" y="109033"/>
                </a:lnTo>
                <a:lnTo>
                  <a:pt x="266297" y="118249"/>
                </a:lnTo>
                <a:lnTo>
                  <a:pt x="262546" y="118249"/>
                </a:lnTo>
                <a:lnTo>
                  <a:pt x="262546" y="107565"/>
                </a:lnTo>
                <a:moveTo>
                  <a:pt x="262546" y="101875"/>
                </a:moveTo>
                <a:lnTo>
                  <a:pt x="262546" y="63480"/>
                </a:lnTo>
                <a:cubicBezTo>
                  <a:pt x="262219" y="59791"/>
                  <a:pt x="261241" y="56429"/>
                  <a:pt x="259610" y="53393"/>
                </a:cubicBezTo>
                <a:cubicBezTo>
                  <a:pt x="257979" y="50355"/>
                  <a:pt x="255818" y="48064"/>
                  <a:pt x="253126" y="46520"/>
                </a:cubicBezTo>
                <a:cubicBezTo>
                  <a:pt x="250435" y="44974"/>
                  <a:pt x="247812" y="44201"/>
                  <a:pt x="245257" y="44201"/>
                </a:cubicBezTo>
                <a:cubicBezTo>
                  <a:pt x="240472" y="44201"/>
                  <a:pt x="236205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9" y="100534"/>
                </a:cubicBezTo>
                <a:cubicBezTo>
                  <a:pt x="236993" y="106363"/>
                  <a:pt x="242321" y="109278"/>
                  <a:pt x="248193" y="109278"/>
                </a:cubicBezTo>
                <a:cubicBezTo>
                  <a:pt x="253140" y="109278"/>
                  <a:pt x="257924" y="106810"/>
                  <a:pt x="262546" y="101875"/>
                </a:cubicBezTo>
                <a:close/>
                <a:moveTo>
                  <a:pt x="377999" y="105201"/>
                </a:moveTo>
                <a:cubicBezTo>
                  <a:pt x="370333" y="111127"/>
                  <a:pt x="365522" y="114552"/>
                  <a:pt x="363564" y="115476"/>
                </a:cubicBezTo>
                <a:cubicBezTo>
                  <a:pt x="360628" y="116889"/>
                  <a:pt x="357502" y="117596"/>
                  <a:pt x="354186" y="117596"/>
                </a:cubicBezTo>
                <a:cubicBezTo>
                  <a:pt x="349021" y="117596"/>
                  <a:pt x="344767" y="115829"/>
                  <a:pt x="341423" y="112295"/>
                </a:cubicBezTo>
                <a:cubicBezTo>
                  <a:pt x="338080" y="108762"/>
                  <a:pt x="336408" y="104113"/>
                  <a:pt x="336408" y="98350"/>
                </a:cubicBezTo>
                <a:cubicBezTo>
                  <a:pt x="336408" y="94708"/>
                  <a:pt x="337223" y="91554"/>
                  <a:pt x="338854" y="88890"/>
                </a:cubicBezTo>
                <a:cubicBezTo>
                  <a:pt x="341083" y="85193"/>
                  <a:pt x="344957" y="81714"/>
                  <a:pt x="350475" y="78452"/>
                </a:cubicBezTo>
                <a:cubicBezTo>
                  <a:pt x="355994" y="75190"/>
                  <a:pt x="365168" y="71221"/>
                  <a:pt x="377999" y="66545"/>
                </a:cubicBezTo>
                <a:lnTo>
                  <a:pt x="377999" y="63610"/>
                </a:lnTo>
                <a:cubicBezTo>
                  <a:pt x="377999" y="56161"/>
                  <a:pt x="376816" y="51051"/>
                  <a:pt x="374451" y="48278"/>
                </a:cubicBezTo>
                <a:cubicBezTo>
                  <a:pt x="372086" y="45505"/>
                  <a:pt x="368648" y="44119"/>
                  <a:pt x="364135" y="44119"/>
                </a:cubicBezTo>
                <a:cubicBezTo>
                  <a:pt x="360710" y="44119"/>
                  <a:pt x="357992" y="45040"/>
                  <a:pt x="355980" y="46882"/>
                </a:cubicBezTo>
                <a:cubicBezTo>
                  <a:pt x="353914" y="48723"/>
                  <a:pt x="352881" y="50836"/>
                  <a:pt x="352881" y="53220"/>
                </a:cubicBezTo>
                <a:lnTo>
                  <a:pt x="353044" y="57932"/>
                </a:lnTo>
                <a:cubicBezTo>
                  <a:pt x="353044" y="60422"/>
                  <a:pt x="352405" y="62345"/>
                  <a:pt x="351128" y="63699"/>
                </a:cubicBezTo>
                <a:cubicBezTo>
                  <a:pt x="349850" y="65053"/>
                  <a:pt x="348178" y="65730"/>
                  <a:pt x="346112" y="65730"/>
                </a:cubicBezTo>
                <a:cubicBezTo>
                  <a:pt x="344101" y="65730"/>
                  <a:pt x="342456" y="65026"/>
                  <a:pt x="341179" y="63617"/>
                </a:cubicBezTo>
                <a:cubicBezTo>
                  <a:pt x="339901" y="62207"/>
                  <a:pt x="339262" y="60282"/>
                  <a:pt x="339262" y="57842"/>
                </a:cubicBezTo>
                <a:cubicBezTo>
                  <a:pt x="339262" y="53182"/>
                  <a:pt x="341654" y="48901"/>
                  <a:pt x="346439" y="44998"/>
                </a:cubicBezTo>
                <a:cubicBezTo>
                  <a:pt x="351223" y="41096"/>
                  <a:pt x="357937" y="39144"/>
                  <a:pt x="366582" y="39144"/>
                </a:cubicBezTo>
                <a:cubicBezTo>
                  <a:pt x="373214" y="39144"/>
                  <a:pt x="378651" y="40257"/>
                  <a:pt x="382892" y="42483"/>
                </a:cubicBezTo>
                <a:cubicBezTo>
                  <a:pt x="386100" y="44167"/>
                  <a:pt x="388464" y="46801"/>
                  <a:pt x="389987" y="50386"/>
                </a:cubicBezTo>
                <a:cubicBezTo>
                  <a:pt x="390965" y="52720"/>
                  <a:pt x="391455" y="57498"/>
                  <a:pt x="391455" y="64721"/>
                </a:cubicBezTo>
                <a:lnTo>
                  <a:pt x="391455" y="90052"/>
                </a:lnTo>
                <a:cubicBezTo>
                  <a:pt x="391455" y="97166"/>
                  <a:pt x="391591" y="101524"/>
                  <a:pt x="391862" y="103126"/>
                </a:cubicBezTo>
                <a:cubicBezTo>
                  <a:pt x="392134" y="104728"/>
                  <a:pt x="392583" y="105801"/>
                  <a:pt x="393208" y="106345"/>
                </a:cubicBezTo>
                <a:cubicBezTo>
                  <a:pt x="393833" y="106887"/>
                  <a:pt x="394554" y="107158"/>
                  <a:pt x="395369" y="107158"/>
                </a:cubicBezTo>
                <a:cubicBezTo>
                  <a:pt x="396239" y="107158"/>
                  <a:pt x="397000" y="106967"/>
                  <a:pt x="397653" y="106587"/>
                </a:cubicBezTo>
                <a:cubicBezTo>
                  <a:pt x="398794" y="105880"/>
                  <a:pt x="400996" y="103896"/>
                  <a:pt x="404258" y="100634"/>
                </a:cubicBezTo>
                <a:lnTo>
                  <a:pt x="404258" y="105201"/>
                </a:lnTo>
                <a:cubicBezTo>
                  <a:pt x="398169" y="113356"/>
                  <a:pt x="392352" y="117433"/>
                  <a:pt x="386806" y="117433"/>
                </a:cubicBezTo>
                <a:cubicBezTo>
                  <a:pt x="384142" y="117433"/>
                  <a:pt x="382022" y="116509"/>
                  <a:pt x="380445" y="114660"/>
                </a:cubicBezTo>
                <a:cubicBezTo>
                  <a:pt x="378869" y="112812"/>
                  <a:pt x="378053" y="109659"/>
                  <a:pt x="377999" y="105201"/>
                </a:cubicBezTo>
                <a:moveTo>
                  <a:pt x="377999" y="99854"/>
                </a:moveTo>
                <a:lnTo>
                  <a:pt x="377999" y="71520"/>
                </a:lnTo>
                <a:cubicBezTo>
                  <a:pt x="369789" y="74767"/>
                  <a:pt x="364489" y="77067"/>
                  <a:pt x="362096" y="78421"/>
                </a:cubicBezTo>
                <a:cubicBezTo>
                  <a:pt x="357801" y="80803"/>
                  <a:pt x="354730" y="83293"/>
                  <a:pt x="352881" y="85891"/>
                </a:cubicBezTo>
                <a:cubicBezTo>
                  <a:pt x="351033" y="88489"/>
                  <a:pt x="350108" y="91330"/>
                  <a:pt x="350108" y="94415"/>
                </a:cubicBezTo>
                <a:cubicBezTo>
                  <a:pt x="350108" y="98313"/>
                  <a:pt x="351277" y="101547"/>
                  <a:pt x="353615" y="104117"/>
                </a:cubicBezTo>
                <a:cubicBezTo>
                  <a:pt x="355953" y="106688"/>
                  <a:pt x="358644" y="107973"/>
                  <a:pt x="361689" y="107973"/>
                </a:cubicBezTo>
                <a:cubicBezTo>
                  <a:pt x="365821" y="107973"/>
                  <a:pt x="371257" y="105267"/>
                  <a:pt x="377999" y="99854"/>
                </a:cubicBezTo>
                <a:close/>
                <a:moveTo>
                  <a:pt x="472803" y="54231"/>
                </a:moveTo>
                <a:cubicBezTo>
                  <a:pt x="480034" y="44173"/>
                  <a:pt x="487835" y="39144"/>
                  <a:pt x="496208" y="39144"/>
                </a:cubicBezTo>
                <a:cubicBezTo>
                  <a:pt x="503874" y="39144"/>
                  <a:pt x="510561" y="42417"/>
                  <a:pt x="516269" y="48961"/>
                </a:cubicBezTo>
                <a:cubicBezTo>
                  <a:pt x="521978" y="55506"/>
                  <a:pt x="524832" y="64453"/>
                  <a:pt x="524832" y="75804"/>
                </a:cubicBezTo>
                <a:cubicBezTo>
                  <a:pt x="524832" y="89056"/>
                  <a:pt x="520429" y="99728"/>
                  <a:pt x="511621" y="107820"/>
                </a:cubicBezTo>
                <a:cubicBezTo>
                  <a:pt x="504064" y="114773"/>
                  <a:pt x="495637" y="118249"/>
                  <a:pt x="486340" y="118249"/>
                </a:cubicBezTo>
                <a:cubicBezTo>
                  <a:pt x="481991" y="118249"/>
                  <a:pt x="477574" y="117460"/>
                  <a:pt x="473088" y="115884"/>
                </a:cubicBezTo>
                <a:cubicBezTo>
                  <a:pt x="468603" y="114307"/>
                  <a:pt x="464023" y="111942"/>
                  <a:pt x="459347" y="108789"/>
                </a:cubicBezTo>
                <a:lnTo>
                  <a:pt x="459347" y="31397"/>
                </a:lnTo>
                <a:cubicBezTo>
                  <a:pt x="459347" y="22916"/>
                  <a:pt x="459143" y="17697"/>
                  <a:pt x="458735" y="15739"/>
                </a:cubicBezTo>
                <a:cubicBezTo>
                  <a:pt x="458328" y="13782"/>
                  <a:pt x="457689" y="12450"/>
                  <a:pt x="456819" y="11743"/>
                </a:cubicBezTo>
                <a:cubicBezTo>
                  <a:pt x="455949" y="11037"/>
                  <a:pt x="454862" y="10683"/>
                  <a:pt x="453557" y="10683"/>
                </a:cubicBezTo>
                <a:cubicBezTo>
                  <a:pt x="452035" y="10683"/>
                  <a:pt x="450132" y="11118"/>
                  <a:pt x="447848" y="11988"/>
                </a:cubicBezTo>
                <a:lnTo>
                  <a:pt x="446707" y="9134"/>
                </a:lnTo>
                <a:lnTo>
                  <a:pt x="469133" y="0"/>
                </a:lnTo>
                <a:lnTo>
                  <a:pt x="472803" y="0"/>
                </a:lnTo>
                <a:lnTo>
                  <a:pt x="472803" y="54231"/>
                </a:lnTo>
                <a:moveTo>
                  <a:pt x="472803" y="59428"/>
                </a:moveTo>
                <a:lnTo>
                  <a:pt x="472803" y="104000"/>
                </a:lnTo>
                <a:cubicBezTo>
                  <a:pt x="475576" y="106710"/>
                  <a:pt x="478444" y="108756"/>
                  <a:pt x="481407" y="110139"/>
                </a:cubicBezTo>
                <a:cubicBezTo>
                  <a:pt x="484370" y="111522"/>
                  <a:pt x="487401" y="112214"/>
                  <a:pt x="490499" y="112214"/>
                </a:cubicBezTo>
                <a:cubicBezTo>
                  <a:pt x="495447" y="112214"/>
                  <a:pt x="500054" y="109503"/>
                  <a:pt x="504322" y="104082"/>
                </a:cubicBezTo>
                <a:cubicBezTo>
                  <a:pt x="508590" y="98659"/>
                  <a:pt x="510724" y="90769"/>
                  <a:pt x="510724" y="80412"/>
                </a:cubicBezTo>
                <a:cubicBezTo>
                  <a:pt x="510724" y="70868"/>
                  <a:pt x="508590" y="63535"/>
                  <a:pt x="504322" y="58411"/>
                </a:cubicBezTo>
                <a:cubicBezTo>
                  <a:pt x="500054" y="53287"/>
                  <a:pt x="495202" y="50725"/>
                  <a:pt x="489765" y="50725"/>
                </a:cubicBezTo>
                <a:cubicBezTo>
                  <a:pt x="486884" y="50725"/>
                  <a:pt x="484003" y="51457"/>
                  <a:pt x="481121" y="52921"/>
                </a:cubicBezTo>
                <a:cubicBezTo>
                  <a:pt x="478946" y="54005"/>
                  <a:pt x="476174" y="56174"/>
                  <a:pt x="472803" y="59428"/>
                </a:cubicBezTo>
                <a:close/>
                <a:moveTo>
                  <a:pt x="572796" y="39144"/>
                </a:moveTo>
                <a:cubicBezTo>
                  <a:pt x="584104" y="39144"/>
                  <a:pt x="593184" y="43435"/>
                  <a:pt x="600034" y="52017"/>
                </a:cubicBezTo>
                <a:cubicBezTo>
                  <a:pt x="605851" y="59348"/>
                  <a:pt x="608760" y="67766"/>
                  <a:pt x="608760" y="77272"/>
                </a:cubicBezTo>
                <a:cubicBezTo>
                  <a:pt x="608760" y="83952"/>
                  <a:pt x="607156" y="90714"/>
                  <a:pt x="603948" y="97558"/>
                </a:cubicBezTo>
                <a:cubicBezTo>
                  <a:pt x="600741" y="104399"/>
                  <a:pt x="596323" y="109558"/>
                  <a:pt x="590696" y="113034"/>
                </a:cubicBezTo>
                <a:cubicBezTo>
                  <a:pt x="585069" y="116511"/>
                  <a:pt x="578804" y="118249"/>
                  <a:pt x="571899" y="118249"/>
                </a:cubicBezTo>
                <a:cubicBezTo>
                  <a:pt x="560645" y="118249"/>
                  <a:pt x="551702" y="113768"/>
                  <a:pt x="545069" y="104805"/>
                </a:cubicBezTo>
                <a:cubicBezTo>
                  <a:pt x="539469" y="97257"/>
                  <a:pt x="536669" y="88785"/>
                  <a:pt x="536669" y="79390"/>
                </a:cubicBezTo>
                <a:cubicBezTo>
                  <a:pt x="536669" y="72546"/>
                  <a:pt x="538368" y="65744"/>
                  <a:pt x="541766" y="58982"/>
                </a:cubicBezTo>
                <a:cubicBezTo>
                  <a:pt x="545164" y="52220"/>
                  <a:pt x="549636" y="47223"/>
                  <a:pt x="555181" y="43992"/>
                </a:cubicBezTo>
                <a:cubicBezTo>
                  <a:pt x="560727" y="40760"/>
                  <a:pt x="566598" y="39144"/>
                  <a:pt x="572796" y="39144"/>
                </a:cubicBezTo>
                <a:moveTo>
                  <a:pt x="570268" y="44527"/>
                </a:moveTo>
                <a:cubicBezTo>
                  <a:pt x="567387" y="44527"/>
                  <a:pt x="564491" y="45382"/>
                  <a:pt x="561583" y="47093"/>
                </a:cubicBezTo>
                <a:cubicBezTo>
                  <a:pt x="558674" y="48804"/>
                  <a:pt x="556323" y="51804"/>
                  <a:pt x="554529" y="56094"/>
                </a:cubicBezTo>
                <a:cubicBezTo>
                  <a:pt x="552735" y="60384"/>
                  <a:pt x="551838" y="65896"/>
                  <a:pt x="551838" y="72629"/>
                </a:cubicBezTo>
                <a:cubicBezTo>
                  <a:pt x="551838" y="83488"/>
                  <a:pt x="553999" y="92856"/>
                  <a:pt x="558321" y="100730"/>
                </a:cubicBezTo>
                <a:cubicBezTo>
                  <a:pt x="562643" y="108604"/>
                  <a:pt x="568338" y="112540"/>
                  <a:pt x="575406" y="112540"/>
                </a:cubicBezTo>
                <a:cubicBezTo>
                  <a:pt x="580679" y="112540"/>
                  <a:pt x="585029" y="110368"/>
                  <a:pt x="588454" y="106024"/>
                </a:cubicBezTo>
                <a:cubicBezTo>
                  <a:pt x="591879" y="101679"/>
                  <a:pt x="593592" y="94213"/>
                  <a:pt x="593592" y="83625"/>
                </a:cubicBezTo>
                <a:cubicBezTo>
                  <a:pt x="593592" y="70375"/>
                  <a:pt x="590737" y="59948"/>
                  <a:pt x="585029" y="52345"/>
                </a:cubicBezTo>
                <a:cubicBezTo>
                  <a:pt x="581169" y="47133"/>
                  <a:pt x="576248" y="44527"/>
                  <a:pt x="570268" y="44527"/>
                </a:cubicBezTo>
                <a:close/>
                <a:moveTo>
                  <a:pt x="656723" y="39144"/>
                </a:moveTo>
                <a:cubicBezTo>
                  <a:pt x="668032" y="39144"/>
                  <a:pt x="677111" y="43435"/>
                  <a:pt x="683961" y="52017"/>
                </a:cubicBezTo>
                <a:cubicBezTo>
                  <a:pt x="689779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6" y="97558"/>
                </a:cubicBezTo>
                <a:cubicBezTo>
                  <a:pt x="684668" y="104399"/>
                  <a:pt x="680251" y="109558"/>
                  <a:pt x="674624" y="113034"/>
                </a:cubicBezTo>
                <a:cubicBezTo>
                  <a:pt x="668997" y="116511"/>
                  <a:pt x="662731" y="118249"/>
                  <a:pt x="655826" y="118249"/>
                </a:cubicBezTo>
                <a:cubicBezTo>
                  <a:pt x="644572" y="118249"/>
                  <a:pt x="635629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3" y="47223"/>
                  <a:pt x="639108" y="43992"/>
                </a:cubicBezTo>
                <a:cubicBezTo>
                  <a:pt x="644654" y="40760"/>
                  <a:pt x="650526" y="39144"/>
                  <a:pt x="656723" y="39144"/>
                </a:cubicBezTo>
                <a:moveTo>
                  <a:pt x="654195" y="44527"/>
                </a:moveTo>
                <a:cubicBezTo>
                  <a:pt x="651314" y="44527"/>
                  <a:pt x="648419" y="45382"/>
                  <a:pt x="645510" y="47093"/>
                </a:cubicBezTo>
                <a:cubicBezTo>
                  <a:pt x="642602" y="48804"/>
                  <a:pt x="640250" y="51804"/>
                  <a:pt x="638456" y="56094"/>
                </a:cubicBezTo>
                <a:cubicBezTo>
                  <a:pt x="636662" y="60384"/>
                  <a:pt x="635765" y="65896"/>
                  <a:pt x="635765" y="72629"/>
                </a:cubicBezTo>
                <a:cubicBezTo>
                  <a:pt x="635765" y="83488"/>
                  <a:pt x="637926" y="92856"/>
                  <a:pt x="642248" y="100730"/>
                </a:cubicBezTo>
                <a:cubicBezTo>
                  <a:pt x="646570" y="108604"/>
                  <a:pt x="652265" y="112540"/>
                  <a:pt x="659333" y="112540"/>
                </a:cubicBezTo>
                <a:cubicBezTo>
                  <a:pt x="664607" y="112540"/>
                  <a:pt x="668956" y="110368"/>
                  <a:pt x="672381" y="106024"/>
                </a:cubicBezTo>
                <a:cubicBezTo>
                  <a:pt x="675806" y="101679"/>
                  <a:pt x="677519" y="94213"/>
                  <a:pt x="677519" y="83625"/>
                </a:cubicBezTo>
                <a:cubicBezTo>
                  <a:pt x="677519" y="70375"/>
                  <a:pt x="674665" y="59948"/>
                  <a:pt x="668956" y="52345"/>
                </a:cubicBezTo>
                <a:cubicBezTo>
                  <a:pt x="665096" y="47133"/>
                  <a:pt x="660176" y="44527"/>
                  <a:pt x="654195" y="44527"/>
                </a:cubicBezTo>
                <a:close/>
                <a:moveTo>
                  <a:pt x="726217" y="0"/>
                </a:moveTo>
                <a:lnTo>
                  <a:pt x="726217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4" y="48686"/>
                  <a:pt x="752884" y="48033"/>
                </a:cubicBezTo>
                <a:cubicBezTo>
                  <a:pt x="752884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4" y="43874"/>
                </a:cubicBezTo>
                <a:lnTo>
                  <a:pt x="747094" y="41265"/>
                </a:lnTo>
                <a:lnTo>
                  <a:pt x="779551" y="41265"/>
                </a:lnTo>
                <a:lnTo>
                  <a:pt x="779551" y="43874"/>
                </a:lnTo>
                <a:cubicBezTo>
                  <a:pt x="775093" y="43983"/>
                  <a:pt x="771382" y="44663"/>
                  <a:pt x="768419" y="45913"/>
                </a:cubicBezTo>
                <a:cubicBezTo>
                  <a:pt x="765456" y="47164"/>
                  <a:pt x="762208" y="49393"/>
                  <a:pt x="758674" y="52600"/>
                </a:cubicBezTo>
                <a:lnTo>
                  <a:pt x="739509" y="70297"/>
                </a:lnTo>
                <a:lnTo>
                  <a:pt x="758674" y="94471"/>
                </a:lnTo>
                <a:cubicBezTo>
                  <a:pt x="764002" y="101145"/>
                  <a:pt x="767590" y="105377"/>
                  <a:pt x="769438" y="107168"/>
                </a:cubicBezTo>
                <a:cubicBezTo>
                  <a:pt x="772048" y="109718"/>
                  <a:pt x="774332" y="111374"/>
                  <a:pt x="776289" y="112135"/>
                </a:cubicBezTo>
                <a:cubicBezTo>
                  <a:pt x="777648" y="112677"/>
                  <a:pt x="780013" y="112948"/>
                  <a:pt x="783384" y="112948"/>
                </a:cubicBezTo>
                <a:lnTo>
                  <a:pt x="783384" y="115965"/>
                </a:lnTo>
                <a:lnTo>
                  <a:pt x="747094" y="115965"/>
                </a:lnTo>
                <a:lnTo>
                  <a:pt x="747094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7" y="74374"/>
                </a:lnTo>
                <a:lnTo>
                  <a:pt x="726217" y="99112"/>
                </a:lnTo>
                <a:cubicBezTo>
                  <a:pt x="726217" y="103941"/>
                  <a:pt x="726556" y="107115"/>
                  <a:pt x="727236" y="108636"/>
                </a:cubicBezTo>
                <a:cubicBezTo>
                  <a:pt x="727916" y="110155"/>
                  <a:pt x="728881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8" y="13758"/>
                  <a:pt x="711102" y="12427"/>
                  <a:pt x="710233" y="11695"/>
                </a:cubicBezTo>
                <a:cubicBezTo>
                  <a:pt x="709363" y="10961"/>
                  <a:pt x="708221" y="10594"/>
                  <a:pt x="706807" y="10594"/>
                </a:cubicBezTo>
                <a:cubicBezTo>
                  <a:pt x="705666" y="10594"/>
                  <a:pt x="703953" y="11056"/>
                  <a:pt x="701670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7" y="0"/>
                </a:lnTo>
                <a:close/>
                <a:moveTo>
                  <a:pt x="834167" y="118412"/>
                </a:moveTo>
                <a:lnTo>
                  <a:pt x="841751" y="81306"/>
                </a:lnTo>
                <a:lnTo>
                  <a:pt x="827806" y="81306"/>
                </a:lnTo>
                <a:lnTo>
                  <a:pt x="827806" y="74537"/>
                </a:lnTo>
                <a:lnTo>
                  <a:pt x="843056" y="74537"/>
                </a:lnTo>
                <a:lnTo>
                  <a:pt x="848683" y="46647"/>
                </a:lnTo>
                <a:lnTo>
                  <a:pt x="827806" y="46647"/>
                </a:lnTo>
                <a:lnTo>
                  <a:pt x="827806" y="40123"/>
                </a:lnTo>
                <a:lnTo>
                  <a:pt x="850233" y="40123"/>
                </a:lnTo>
                <a:lnTo>
                  <a:pt x="857654" y="2936"/>
                </a:lnTo>
                <a:lnTo>
                  <a:pt x="864422" y="2936"/>
                </a:lnTo>
                <a:lnTo>
                  <a:pt x="857001" y="40123"/>
                </a:lnTo>
                <a:lnTo>
                  <a:pt x="884484" y="40123"/>
                </a:lnTo>
                <a:lnTo>
                  <a:pt x="892394" y="2936"/>
                </a:lnTo>
                <a:lnTo>
                  <a:pt x="899163" y="2936"/>
                </a:lnTo>
                <a:lnTo>
                  <a:pt x="891416" y="40123"/>
                </a:lnTo>
                <a:lnTo>
                  <a:pt x="905279" y="40123"/>
                </a:lnTo>
                <a:lnTo>
                  <a:pt x="905279" y="46647"/>
                </a:lnTo>
                <a:lnTo>
                  <a:pt x="890192" y="46647"/>
                </a:lnTo>
                <a:lnTo>
                  <a:pt x="884484" y="74537"/>
                </a:lnTo>
                <a:lnTo>
                  <a:pt x="905279" y="74537"/>
                </a:lnTo>
                <a:lnTo>
                  <a:pt x="905279" y="81306"/>
                </a:lnTo>
                <a:lnTo>
                  <a:pt x="883098" y="81306"/>
                </a:lnTo>
                <a:lnTo>
                  <a:pt x="875513" y="118412"/>
                </a:lnTo>
                <a:lnTo>
                  <a:pt x="868908" y="118412"/>
                </a:lnTo>
                <a:lnTo>
                  <a:pt x="876329" y="81306"/>
                </a:lnTo>
                <a:lnTo>
                  <a:pt x="848683" y="81306"/>
                </a:lnTo>
                <a:lnTo>
                  <a:pt x="840936" y="118412"/>
                </a:lnTo>
                <a:lnTo>
                  <a:pt x="834167" y="118412"/>
                </a:lnTo>
                <a:moveTo>
                  <a:pt x="849906" y="74537"/>
                </a:moveTo>
                <a:lnTo>
                  <a:pt x="877552" y="74537"/>
                </a:lnTo>
                <a:lnTo>
                  <a:pt x="883424" y="46647"/>
                </a:lnTo>
                <a:lnTo>
                  <a:pt x="855615" y="46647"/>
                </a:lnTo>
                <a:lnTo>
                  <a:pt x="849906" y="74537"/>
                </a:lnTo>
                <a:close/>
                <a:moveTo>
                  <a:pt x="1005354" y="5382"/>
                </a:moveTo>
                <a:lnTo>
                  <a:pt x="1006577" y="31315"/>
                </a:lnTo>
                <a:lnTo>
                  <a:pt x="1003478" y="31315"/>
                </a:lnTo>
                <a:cubicBezTo>
                  <a:pt x="1002880" y="26749"/>
                  <a:pt x="1002065" y="23487"/>
                  <a:pt x="1001032" y="21529"/>
                </a:cubicBezTo>
                <a:cubicBezTo>
                  <a:pt x="999347" y="18376"/>
                  <a:pt x="997104" y="16052"/>
                  <a:pt x="994304" y="14557"/>
                </a:cubicBezTo>
                <a:cubicBezTo>
                  <a:pt x="991504" y="13062"/>
                  <a:pt x="987821" y="12314"/>
                  <a:pt x="983254" y="12314"/>
                </a:cubicBezTo>
                <a:lnTo>
                  <a:pt x="967678" y="12314"/>
                </a:lnTo>
                <a:lnTo>
                  <a:pt x="967678" y="96801"/>
                </a:lnTo>
                <a:cubicBezTo>
                  <a:pt x="967678" y="103597"/>
                  <a:pt x="968412" y="107837"/>
                  <a:pt x="969879" y="109523"/>
                </a:cubicBezTo>
                <a:cubicBezTo>
                  <a:pt x="971945" y="111806"/>
                  <a:pt x="975126" y="112948"/>
                  <a:pt x="979421" y="112948"/>
                </a:cubicBezTo>
                <a:lnTo>
                  <a:pt x="983254" y="112948"/>
                </a:lnTo>
                <a:lnTo>
                  <a:pt x="983254" y="115965"/>
                </a:lnTo>
                <a:lnTo>
                  <a:pt x="936362" y="115965"/>
                </a:lnTo>
                <a:lnTo>
                  <a:pt x="936362" y="112948"/>
                </a:lnTo>
                <a:lnTo>
                  <a:pt x="940277" y="112948"/>
                </a:lnTo>
                <a:cubicBezTo>
                  <a:pt x="944952" y="112948"/>
                  <a:pt x="948269" y="111534"/>
                  <a:pt x="950226" y="108707"/>
                </a:cubicBezTo>
                <a:cubicBezTo>
                  <a:pt x="951422" y="106967"/>
                  <a:pt x="952020" y="102999"/>
                  <a:pt x="952020" y="96801"/>
                </a:cubicBezTo>
                <a:lnTo>
                  <a:pt x="952020" y="12314"/>
                </a:lnTo>
                <a:lnTo>
                  <a:pt x="938727" y="12314"/>
                </a:lnTo>
                <a:cubicBezTo>
                  <a:pt x="933562" y="12314"/>
                  <a:pt x="929892" y="12695"/>
                  <a:pt x="927718" y="13456"/>
                </a:cubicBezTo>
                <a:cubicBezTo>
                  <a:pt x="924891" y="14489"/>
                  <a:pt x="922471" y="16473"/>
                  <a:pt x="920460" y="19409"/>
                </a:cubicBezTo>
                <a:cubicBezTo>
                  <a:pt x="918448" y="22345"/>
                  <a:pt x="917252" y="26314"/>
                  <a:pt x="916871" y="31315"/>
                </a:cubicBezTo>
                <a:lnTo>
                  <a:pt x="913773" y="31315"/>
                </a:lnTo>
                <a:lnTo>
                  <a:pt x="915077" y="5382"/>
                </a:lnTo>
                <a:lnTo>
                  <a:pt x="1005354" y="5382"/>
                </a:lnTo>
                <a:close/>
                <a:moveTo>
                  <a:pt x="1058652" y="105201"/>
                </a:moveTo>
                <a:cubicBezTo>
                  <a:pt x="1050986" y="111127"/>
                  <a:pt x="1046175" y="114552"/>
                  <a:pt x="1044217" y="115476"/>
                </a:cubicBezTo>
                <a:cubicBezTo>
                  <a:pt x="1041282" y="116889"/>
                  <a:pt x="1038155" y="117596"/>
                  <a:pt x="1034839" y="117596"/>
                </a:cubicBezTo>
                <a:cubicBezTo>
                  <a:pt x="1029674" y="117596"/>
                  <a:pt x="1025420" y="115829"/>
                  <a:pt x="1022076" y="112295"/>
                </a:cubicBezTo>
                <a:cubicBezTo>
                  <a:pt x="1018733" y="108762"/>
                  <a:pt x="1017061" y="104113"/>
                  <a:pt x="1017061" y="98350"/>
                </a:cubicBezTo>
                <a:cubicBezTo>
                  <a:pt x="1017061" y="94708"/>
                  <a:pt x="1017876" y="91554"/>
                  <a:pt x="1019508" y="88890"/>
                </a:cubicBezTo>
                <a:cubicBezTo>
                  <a:pt x="1021737" y="85193"/>
                  <a:pt x="1025610" y="81714"/>
                  <a:pt x="1031128" y="78452"/>
                </a:cubicBezTo>
                <a:cubicBezTo>
                  <a:pt x="1036647" y="75190"/>
                  <a:pt x="1045821" y="71221"/>
                  <a:pt x="1058652" y="66545"/>
                </a:cubicBezTo>
                <a:lnTo>
                  <a:pt x="1058652" y="63610"/>
                </a:lnTo>
                <a:cubicBezTo>
                  <a:pt x="1058652" y="56161"/>
                  <a:pt x="1057469" y="51051"/>
                  <a:pt x="1055104" y="48278"/>
                </a:cubicBezTo>
                <a:cubicBezTo>
                  <a:pt x="1052739" y="45505"/>
                  <a:pt x="1049301" y="44119"/>
                  <a:pt x="1044788" y="44119"/>
                </a:cubicBezTo>
                <a:cubicBezTo>
                  <a:pt x="1041363" y="44119"/>
                  <a:pt x="1038645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9" y="62345"/>
                  <a:pt x="1031781" y="63699"/>
                </a:cubicBezTo>
                <a:cubicBezTo>
                  <a:pt x="1030503" y="65053"/>
                  <a:pt x="1028831" y="65730"/>
                  <a:pt x="1026766" y="65730"/>
                </a:cubicBezTo>
                <a:cubicBezTo>
                  <a:pt x="1024754" y="65730"/>
                  <a:pt x="1023109" y="65026"/>
                  <a:pt x="1021832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2" y="44998"/>
                </a:cubicBezTo>
                <a:cubicBezTo>
                  <a:pt x="1031876" y="41096"/>
                  <a:pt x="1038590" y="39144"/>
                  <a:pt x="1047235" y="39144"/>
                </a:cubicBezTo>
                <a:cubicBezTo>
                  <a:pt x="1053868" y="39144"/>
                  <a:pt x="1059304" y="40257"/>
                  <a:pt x="1063545" y="42483"/>
                </a:cubicBezTo>
                <a:cubicBezTo>
                  <a:pt x="1066753" y="44167"/>
                  <a:pt x="1069118" y="46801"/>
                  <a:pt x="1070640" y="50386"/>
                </a:cubicBezTo>
                <a:cubicBezTo>
                  <a:pt x="1071618" y="52720"/>
                  <a:pt x="1072108" y="57498"/>
                  <a:pt x="1072108" y="64721"/>
                </a:cubicBezTo>
                <a:lnTo>
                  <a:pt x="1072108" y="90052"/>
                </a:lnTo>
                <a:cubicBezTo>
                  <a:pt x="1072108" y="97166"/>
                  <a:pt x="1072244" y="101524"/>
                  <a:pt x="1072516" y="103126"/>
                </a:cubicBezTo>
                <a:cubicBezTo>
                  <a:pt x="1072787" y="104728"/>
                  <a:pt x="1073236" y="105801"/>
                  <a:pt x="1073861" y="106345"/>
                </a:cubicBezTo>
                <a:cubicBezTo>
                  <a:pt x="1074486" y="106887"/>
                  <a:pt x="1075207" y="107158"/>
                  <a:pt x="1076022" y="107158"/>
                </a:cubicBezTo>
                <a:cubicBezTo>
                  <a:pt x="1076892" y="107158"/>
                  <a:pt x="1077653" y="106967"/>
                  <a:pt x="1078306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5" y="117433"/>
                  <a:pt x="1067459" y="117433"/>
                </a:cubicBezTo>
                <a:cubicBezTo>
                  <a:pt x="1064795" y="117433"/>
                  <a:pt x="1062675" y="116509"/>
                  <a:pt x="1061098" y="114660"/>
                </a:cubicBezTo>
                <a:cubicBezTo>
                  <a:pt x="1059522" y="112812"/>
                  <a:pt x="1058706" y="109659"/>
                  <a:pt x="1058652" y="105201"/>
                </a:cubicBezTo>
                <a:moveTo>
                  <a:pt x="1058652" y="99854"/>
                </a:moveTo>
                <a:lnTo>
                  <a:pt x="1058652" y="71520"/>
                </a:lnTo>
                <a:cubicBezTo>
                  <a:pt x="1050442" y="74767"/>
                  <a:pt x="1045142" y="77067"/>
                  <a:pt x="1042749" y="78421"/>
                </a:cubicBezTo>
                <a:cubicBezTo>
                  <a:pt x="1038454" y="80803"/>
                  <a:pt x="1035383" y="83293"/>
                  <a:pt x="1033534" y="85891"/>
                </a:cubicBezTo>
                <a:cubicBezTo>
                  <a:pt x="1031686" y="88489"/>
                  <a:pt x="1030762" y="91330"/>
                  <a:pt x="1030762" y="94415"/>
                </a:cubicBezTo>
                <a:cubicBezTo>
                  <a:pt x="1030762" y="98313"/>
                  <a:pt x="1031930" y="101547"/>
                  <a:pt x="1034268" y="104117"/>
                </a:cubicBezTo>
                <a:cubicBezTo>
                  <a:pt x="1036606" y="106688"/>
                  <a:pt x="1039297" y="107973"/>
                  <a:pt x="1042342" y="107973"/>
                </a:cubicBezTo>
                <a:cubicBezTo>
                  <a:pt x="1046474" y="107973"/>
                  <a:pt x="1051910" y="105267"/>
                  <a:pt x="1058652" y="99854"/>
                </a:cubicBezTo>
                <a:close/>
                <a:moveTo>
                  <a:pt x="1111003" y="88745"/>
                </a:moveTo>
                <a:cubicBezTo>
                  <a:pt x="1106436" y="86519"/>
                  <a:pt x="1102929" y="83411"/>
                  <a:pt x="1100483" y="79420"/>
                </a:cubicBezTo>
                <a:cubicBezTo>
                  <a:pt x="1098036" y="75429"/>
                  <a:pt x="1096813" y="71017"/>
                  <a:pt x="1096813" y="66184"/>
                </a:cubicBezTo>
                <a:cubicBezTo>
                  <a:pt x="1096813" y="58800"/>
                  <a:pt x="1099599" y="52447"/>
                  <a:pt x="1105172" y="47126"/>
                </a:cubicBezTo>
                <a:cubicBezTo>
                  <a:pt x="1110745" y="41805"/>
                  <a:pt x="1117880" y="39144"/>
                  <a:pt x="1126579" y="39144"/>
                </a:cubicBezTo>
                <a:cubicBezTo>
                  <a:pt x="1133701" y="39144"/>
                  <a:pt x="1139872" y="40884"/>
                  <a:pt x="1145091" y="44364"/>
                </a:cubicBezTo>
                <a:lnTo>
                  <a:pt x="1160912" y="44364"/>
                </a:lnTo>
                <a:cubicBezTo>
                  <a:pt x="1163250" y="44364"/>
                  <a:pt x="1164609" y="44431"/>
                  <a:pt x="1164989" y="44565"/>
                </a:cubicBezTo>
                <a:cubicBezTo>
                  <a:pt x="1165370" y="44699"/>
                  <a:pt x="1165642" y="44928"/>
                  <a:pt x="1165805" y="45250"/>
                </a:cubicBezTo>
                <a:cubicBezTo>
                  <a:pt x="1166131" y="45735"/>
                  <a:pt x="1166294" y="46595"/>
                  <a:pt x="1166294" y="47832"/>
                </a:cubicBezTo>
                <a:cubicBezTo>
                  <a:pt x="1166294" y="49229"/>
                  <a:pt x="1166158" y="50196"/>
                  <a:pt x="1165887" y="50735"/>
                </a:cubicBezTo>
                <a:cubicBezTo>
                  <a:pt x="1165723" y="51003"/>
                  <a:pt x="1165438" y="51218"/>
                  <a:pt x="1165030" y="51380"/>
                </a:cubicBezTo>
                <a:cubicBezTo>
                  <a:pt x="1164623" y="51541"/>
                  <a:pt x="1163250" y="51622"/>
                  <a:pt x="1160912" y="51622"/>
                </a:cubicBezTo>
                <a:lnTo>
                  <a:pt x="1151207" y="51622"/>
                </a:lnTo>
                <a:cubicBezTo>
                  <a:pt x="1154252" y="55545"/>
                  <a:pt x="1155774" y="60557"/>
                  <a:pt x="1155774" y="66658"/>
                </a:cubicBezTo>
                <a:cubicBezTo>
                  <a:pt x="1155774" y="73630"/>
                  <a:pt x="1153110" y="79595"/>
                  <a:pt x="1147782" y="84553"/>
                </a:cubicBezTo>
                <a:cubicBezTo>
                  <a:pt x="1142454" y="89510"/>
                  <a:pt x="1135305" y="91989"/>
                  <a:pt x="1126334" y="91989"/>
                </a:cubicBezTo>
                <a:cubicBezTo>
                  <a:pt x="1122637" y="91989"/>
                  <a:pt x="1118859" y="91435"/>
                  <a:pt x="1114999" y="90325"/>
                </a:cubicBezTo>
                <a:cubicBezTo>
                  <a:pt x="1112607" y="92389"/>
                  <a:pt x="1110989" y="94196"/>
                  <a:pt x="1110147" y="95746"/>
                </a:cubicBezTo>
                <a:cubicBezTo>
                  <a:pt x="1109304" y="97293"/>
                  <a:pt x="1108883" y="98610"/>
                  <a:pt x="1108883" y="99696"/>
                </a:cubicBezTo>
                <a:cubicBezTo>
                  <a:pt x="1108883" y="100620"/>
                  <a:pt x="1109331" y="101517"/>
                  <a:pt x="1110228" y="102387"/>
                </a:cubicBezTo>
                <a:cubicBezTo>
                  <a:pt x="1111125" y="103255"/>
                  <a:pt x="1112879" y="103880"/>
                  <a:pt x="1115488" y="104260"/>
                </a:cubicBezTo>
                <a:cubicBezTo>
                  <a:pt x="1117010" y="104478"/>
                  <a:pt x="1120816" y="104668"/>
                  <a:pt x="1126905" y="104831"/>
                </a:cubicBezTo>
                <a:cubicBezTo>
                  <a:pt x="1138105" y="105101"/>
                  <a:pt x="1145363" y="105481"/>
                  <a:pt x="1148679" y="105970"/>
                </a:cubicBezTo>
                <a:cubicBezTo>
                  <a:pt x="1153735" y="106677"/>
                  <a:pt x="1157772" y="108552"/>
                  <a:pt x="1160790" y="111595"/>
                </a:cubicBezTo>
                <a:cubicBezTo>
                  <a:pt x="1163807" y="114636"/>
                  <a:pt x="1165316" y="118384"/>
                  <a:pt x="1165316" y="122838"/>
                </a:cubicBezTo>
                <a:cubicBezTo>
                  <a:pt x="1165316" y="128977"/>
                  <a:pt x="1162434" y="134735"/>
                  <a:pt x="1156671" y="140114"/>
                </a:cubicBezTo>
                <a:cubicBezTo>
                  <a:pt x="1148190" y="148045"/>
                  <a:pt x="1137126" y="152011"/>
                  <a:pt x="1123480" y="152011"/>
                </a:cubicBezTo>
                <a:cubicBezTo>
                  <a:pt x="1112987" y="152011"/>
                  <a:pt x="1104125" y="149649"/>
                  <a:pt x="1096895" y="144926"/>
                </a:cubicBezTo>
                <a:cubicBezTo>
                  <a:pt x="1092817" y="142211"/>
                  <a:pt x="1090778" y="139387"/>
                  <a:pt x="1090778" y="136455"/>
                </a:cubicBezTo>
                <a:cubicBezTo>
                  <a:pt x="1090778" y="135153"/>
                  <a:pt x="1091077" y="133851"/>
                  <a:pt x="1091675" y="132548"/>
                </a:cubicBezTo>
                <a:cubicBezTo>
                  <a:pt x="1092600" y="130538"/>
                  <a:pt x="1094502" y="127742"/>
                  <a:pt x="1097384" y="124159"/>
                </a:cubicBezTo>
                <a:cubicBezTo>
                  <a:pt x="1097764" y="123671"/>
                  <a:pt x="1100537" y="120739"/>
                  <a:pt x="1105702" y="115364"/>
                </a:cubicBezTo>
                <a:cubicBezTo>
                  <a:pt x="1102875" y="113677"/>
                  <a:pt x="1100877" y="112166"/>
                  <a:pt x="1099708" y="110833"/>
                </a:cubicBezTo>
                <a:cubicBezTo>
                  <a:pt x="1098539" y="109499"/>
                  <a:pt x="1097955" y="107989"/>
                  <a:pt x="1097955" y="106301"/>
                </a:cubicBezTo>
                <a:cubicBezTo>
                  <a:pt x="1097955" y="104395"/>
                  <a:pt x="1098729" y="102163"/>
                  <a:pt x="1100279" y="99604"/>
                </a:cubicBezTo>
                <a:cubicBezTo>
                  <a:pt x="1101828" y="97045"/>
                  <a:pt x="1105403" y="93426"/>
                  <a:pt x="1111003" y="88745"/>
                </a:cubicBezTo>
                <a:moveTo>
                  <a:pt x="1125193" y="43222"/>
                </a:moveTo>
                <a:cubicBezTo>
                  <a:pt x="1121170" y="43222"/>
                  <a:pt x="1117799" y="44817"/>
                  <a:pt x="1115080" y="48008"/>
                </a:cubicBezTo>
                <a:cubicBezTo>
                  <a:pt x="1112362" y="51197"/>
                  <a:pt x="1111003" y="56090"/>
                  <a:pt x="1111003" y="62687"/>
                </a:cubicBezTo>
                <a:cubicBezTo>
                  <a:pt x="1111003" y="71231"/>
                  <a:pt x="1112851" y="77855"/>
                  <a:pt x="1116548" y="82557"/>
                </a:cubicBezTo>
                <a:cubicBezTo>
                  <a:pt x="1119375" y="86127"/>
                  <a:pt x="1122964" y="87912"/>
                  <a:pt x="1127313" y="87912"/>
                </a:cubicBezTo>
                <a:cubicBezTo>
                  <a:pt x="1131445" y="87912"/>
                  <a:pt x="1134843" y="86371"/>
                  <a:pt x="1137507" y="83289"/>
                </a:cubicBezTo>
                <a:cubicBezTo>
                  <a:pt x="1140171" y="80207"/>
                  <a:pt x="1141503" y="75367"/>
                  <a:pt x="1141503" y="68770"/>
                </a:cubicBezTo>
                <a:cubicBezTo>
                  <a:pt x="1141503" y="60173"/>
                  <a:pt x="1139627" y="53441"/>
                  <a:pt x="1135876" y="48574"/>
                </a:cubicBezTo>
                <a:cubicBezTo>
                  <a:pt x="1133103" y="45006"/>
                  <a:pt x="1129542" y="43222"/>
                  <a:pt x="1125193" y="43222"/>
                </a:cubicBezTo>
                <a:moveTo>
                  <a:pt x="1110187" y="116014"/>
                </a:moveTo>
                <a:cubicBezTo>
                  <a:pt x="1107632" y="118781"/>
                  <a:pt x="1105702" y="121359"/>
                  <a:pt x="1104397" y="123746"/>
                </a:cubicBezTo>
                <a:cubicBezTo>
                  <a:pt x="1103092" y="126134"/>
                  <a:pt x="1102440" y="128333"/>
                  <a:pt x="1102440" y="130341"/>
                </a:cubicBezTo>
                <a:cubicBezTo>
                  <a:pt x="1102440" y="132946"/>
                  <a:pt x="1104017" y="135225"/>
                  <a:pt x="1107170" y="137179"/>
                </a:cubicBezTo>
                <a:cubicBezTo>
                  <a:pt x="1112607" y="140543"/>
                  <a:pt x="1120463" y="142225"/>
                  <a:pt x="1130738" y="142225"/>
                </a:cubicBezTo>
                <a:cubicBezTo>
                  <a:pt x="1140524" y="142225"/>
                  <a:pt x="1147741" y="140501"/>
                  <a:pt x="1152390" y="137054"/>
                </a:cubicBezTo>
                <a:cubicBezTo>
                  <a:pt x="1157038" y="133608"/>
                  <a:pt x="1159362" y="129932"/>
                  <a:pt x="1159362" y="126027"/>
                </a:cubicBezTo>
                <a:cubicBezTo>
                  <a:pt x="1159362" y="123205"/>
                  <a:pt x="1157976" y="121196"/>
                  <a:pt x="1155203" y="120002"/>
                </a:cubicBezTo>
                <a:cubicBezTo>
                  <a:pt x="1152376" y="118808"/>
                  <a:pt x="1146776" y="118103"/>
                  <a:pt x="1138404" y="117887"/>
                </a:cubicBezTo>
                <a:cubicBezTo>
                  <a:pt x="1126171" y="117561"/>
                  <a:pt x="1116766" y="116936"/>
                  <a:pt x="1110187" y="116014"/>
                </a:cubicBezTo>
                <a:close/>
                <a:moveTo>
                  <a:pt x="1189304" y="16229"/>
                </a:moveTo>
                <a:lnTo>
                  <a:pt x="1216216" y="3099"/>
                </a:lnTo>
                <a:lnTo>
                  <a:pt x="1218907" y="3099"/>
                </a:lnTo>
                <a:lnTo>
                  <a:pt x="1218907" y="96475"/>
                </a:lnTo>
                <a:cubicBezTo>
                  <a:pt x="1218907" y="102672"/>
                  <a:pt x="1219165" y="106532"/>
                  <a:pt x="1219681" y="108055"/>
                </a:cubicBezTo>
                <a:cubicBezTo>
                  <a:pt x="1220198" y="109577"/>
                  <a:pt x="1221272" y="110746"/>
                  <a:pt x="1222903" y="111561"/>
                </a:cubicBezTo>
                <a:cubicBezTo>
                  <a:pt x="1224534" y="112377"/>
                  <a:pt x="1227850" y="112839"/>
                  <a:pt x="1232852" y="112948"/>
                </a:cubicBezTo>
                <a:lnTo>
                  <a:pt x="1232852" y="115965"/>
                </a:lnTo>
                <a:lnTo>
                  <a:pt x="1191261" y="115965"/>
                </a:lnTo>
                <a:lnTo>
                  <a:pt x="1191261" y="112948"/>
                </a:lnTo>
                <a:cubicBezTo>
                  <a:pt x="1196480" y="112839"/>
                  <a:pt x="1199851" y="112391"/>
                  <a:pt x="1201373" y="111602"/>
                </a:cubicBezTo>
                <a:cubicBezTo>
                  <a:pt x="1202896" y="110814"/>
                  <a:pt x="1203956" y="109754"/>
                  <a:pt x="1204554" y="108422"/>
                </a:cubicBezTo>
                <a:cubicBezTo>
                  <a:pt x="1205152" y="107090"/>
                  <a:pt x="1205451" y="103107"/>
                  <a:pt x="1205451" y="96475"/>
                </a:cubicBezTo>
                <a:lnTo>
                  <a:pt x="1205451" y="36779"/>
                </a:lnTo>
                <a:cubicBezTo>
                  <a:pt x="1205451" y="28733"/>
                  <a:pt x="1205179" y="23568"/>
                  <a:pt x="1204635" y="21285"/>
                </a:cubicBezTo>
                <a:cubicBezTo>
                  <a:pt x="1204255" y="19545"/>
                  <a:pt x="1203562" y="18267"/>
                  <a:pt x="1202556" y="17452"/>
                </a:cubicBezTo>
                <a:cubicBezTo>
                  <a:pt x="1201550" y="16636"/>
                  <a:pt x="1200340" y="16229"/>
                  <a:pt x="1198927" y="16229"/>
                </a:cubicBezTo>
                <a:cubicBezTo>
                  <a:pt x="1196915" y="16229"/>
                  <a:pt x="1194115" y="17071"/>
                  <a:pt x="1190527" y="18757"/>
                </a:cubicBezTo>
                <a:lnTo>
                  <a:pt x="1189304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348d1575d4b83"/>
          <a:stretch xmlns:a="http://schemas.openxmlformats.org/drawingml/2006/main"/>
        </p:blipFill>
        <p:spPr>
          <a:xfrm xmlns:a="http://schemas.openxmlformats.org/drawingml/2006/main">
            <a:off x="11050278" y="660605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56C87-88AF-4C8E-9360-6838E1E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535" y="150008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689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689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9AC6A-6511-4E59-B02B-BA065D96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1927" y="114624"/>
            <a:ext cx="1935708" cy="475366"/>
          </a:xfrm>
          <a:custGeom xmlns:a="http://schemas.openxmlformats.org/drawingml/2006/main">
            <a:pathLst>
              <a:path w="1935708" h="475366">
                <a:moveTo>
                  <a:pt x="0" y="0"/>
                </a:moveTo>
                <a:lnTo>
                  <a:pt x="1935708" y="0"/>
                </a:lnTo>
                <a:lnTo>
                  <a:pt x="1935708" y="475366"/>
                </a:lnTo>
                <a:lnTo>
                  <a:pt x="0" y="4753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4188A-A9C2-41DF-AF5B-AF339C5E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695" y="106902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4ecfcb68a40ca"/>
          <a:stretch xmlns:a="http://schemas.openxmlformats.org/drawingml/2006/main"/>
        </p:blipFill>
        <p:spPr>
          <a:xfrm xmlns:a="http://schemas.openxmlformats.org/drawingml/2006/main">
            <a:off x="11114761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37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6B60F7EA-27AE-4DD3-A11B-DFED95E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906" y="265332"/>
            <a:ext cx="937801" cy="139071"/>
          </a:xfrm>
          <a:custGeom xmlns:a="http://schemas.openxmlformats.org/drawingml/2006/main">
            <a:pathLst>
              <a:path w="937801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9" y="58310"/>
                  <a:pt x="137818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2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9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7" y="61864"/>
                </a:cubicBezTo>
                <a:cubicBezTo>
                  <a:pt x="180585" y="60356"/>
                  <a:pt x="177159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4" y="67519"/>
                </a:cubicBezTo>
                <a:cubicBezTo>
                  <a:pt x="154833" y="70109"/>
                  <a:pt x="153506" y="73224"/>
                  <a:pt x="152620" y="76863"/>
                </a:cubicBezTo>
                <a:cubicBezTo>
                  <a:pt x="151735" y="80502"/>
                  <a:pt x="151293" y="84649"/>
                  <a:pt x="151293" y="89304"/>
                </a:cubicBezTo>
                <a:cubicBezTo>
                  <a:pt x="151293" y="93632"/>
                  <a:pt x="151653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3" y="113433"/>
                  <a:pt x="159653" y="115515"/>
                  <a:pt x="162407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3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9" y="111335"/>
                </a:cubicBezTo>
                <a:cubicBezTo>
                  <a:pt x="190929" y="108778"/>
                  <a:pt x="192240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8" y="124644"/>
                </a:moveTo>
                <a:cubicBezTo>
                  <a:pt x="291328" y="127543"/>
                  <a:pt x="291148" y="129767"/>
                  <a:pt x="290787" y="131316"/>
                </a:cubicBezTo>
                <a:cubicBezTo>
                  <a:pt x="290426" y="132863"/>
                  <a:pt x="289951" y="133950"/>
                  <a:pt x="289361" y="134577"/>
                </a:cubicBezTo>
                <a:cubicBezTo>
                  <a:pt x="288771" y="135202"/>
                  <a:pt x="287902" y="135762"/>
                  <a:pt x="286754" y="136255"/>
                </a:cubicBezTo>
                <a:cubicBezTo>
                  <a:pt x="285607" y="136749"/>
                  <a:pt x="284263" y="137177"/>
                  <a:pt x="282722" y="137540"/>
                </a:cubicBezTo>
                <a:cubicBezTo>
                  <a:pt x="281181" y="137903"/>
                  <a:pt x="279509" y="138182"/>
                  <a:pt x="277706" y="138379"/>
                </a:cubicBezTo>
                <a:cubicBezTo>
                  <a:pt x="275903" y="138578"/>
                  <a:pt x="274083" y="138677"/>
                  <a:pt x="272247" y="138677"/>
                </a:cubicBezTo>
                <a:cubicBezTo>
                  <a:pt x="267330" y="138677"/>
                  <a:pt x="263068" y="138054"/>
                  <a:pt x="259462" y="136809"/>
                </a:cubicBezTo>
                <a:cubicBezTo>
                  <a:pt x="255855" y="135563"/>
                  <a:pt x="252872" y="133645"/>
                  <a:pt x="250512" y="131055"/>
                </a:cubicBezTo>
                <a:cubicBezTo>
                  <a:pt x="248151" y="128465"/>
                  <a:pt x="246413" y="125203"/>
                  <a:pt x="245299" y="121269"/>
                </a:cubicBezTo>
                <a:cubicBezTo>
                  <a:pt x="244184" y="117335"/>
                  <a:pt x="243627" y="112679"/>
                  <a:pt x="243627" y="107303"/>
                </a:cubicBezTo>
                <a:lnTo>
                  <a:pt x="243627" y="62356"/>
                </a:lnTo>
                <a:lnTo>
                  <a:pt x="233103" y="62356"/>
                </a:lnTo>
                <a:cubicBezTo>
                  <a:pt x="231857" y="62356"/>
                  <a:pt x="230907" y="61585"/>
                  <a:pt x="230251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3" y="45160"/>
                  <a:pt x="230251" y="44406"/>
                </a:cubicBezTo>
                <a:cubicBezTo>
                  <a:pt x="230579" y="43652"/>
                  <a:pt x="230989" y="43111"/>
                  <a:pt x="231480" y="42783"/>
                </a:cubicBezTo>
                <a:cubicBezTo>
                  <a:pt x="231972" y="42456"/>
                  <a:pt x="232546" y="42292"/>
                  <a:pt x="233201" y="42292"/>
                </a:cubicBezTo>
                <a:lnTo>
                  <a:pt x="243627" y="42292"/>
                </a:lnTo>
                <a:lnTo>
                  <a:pt x="243627" y="22640"/>
                </a:lnTo>
                <a:cubicBezTo>
                  <a:pt x="243627" y="21980"/>
                  <a:pt x="243807" y="21387"/>
                  <a:pt x="244168" y="20860"/>
                </a:cubicBezTo>
                <a:cubicBezTo>
                  <a:pt x="244528" y="20333"/>
                  <a:pt x="245184" y="19890"/>
                  <a:pt x="246135" y="19529"/>
                </a:cubicBezTo>
                <a:cubicBezTo>
                  <a:pt x="247086" y="19166"/>
                  <a:pt x="248364" y="18903"/>
                  <a:pt x="249971" y="18739"/>
                </a:cubicBezTo>
                <a:cubicBezTo>
                  <a:pt x="251577" y="18573"/>
                  <a:pt x="253560" y="18490"/>
                  <a:pt x="255921" y="18490"/>
                </a:cubicBezTo>
                <a:cubicBezTo>
                  <a:pt x="258347" y="18490"/>
                  <a:pt x="260363" y="18573"/>
                  <a:pt x="261970" y="18739"/>
                </a:cubicBezTo>
                <a:cubicBezTo>
                  <a:pt x="263576" y="18903"/>
                  <a:pt x="264838" y="19166"/>
                  <a:pt x="265756" y="19529"/>
                </a:cubicBezTo>
                <a:cubicBezTo>
                  <a:pt x="266674" y="19890"/>
                  <a:pt x="267330" y="20333"/>
                  <a:pt x="267723" y="20860"/>
                </a:cubicBezTo>
                <a:cubicBezTo>
                  <a:pt x="268117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4" y="42292"/>
                </a:lnTo>
                <a:cubicBezTo>
                  <a:pt x="288049" y="42292"/>
                  <a:pt x="288623" y="42456"/>
                  <a:pt x="289115" y="42783"/>
                </a:cubicBezTo>
                <a:cubicBezTo>
                  <a:pt x="289607" y="43111"/>
                  <a:pt x="290017" y="43652"/>
                  <a:pt x="290344" y="44406"/>
                </a:cubicBezTo>
                <a:cubicBezTo>
                  <a:pt x="290672" y="45160"/>
                  <a:pt x="290918" y="46193"/>
                  <a:pt x="291082" y="47504"/>
                </a:cubicBezTo>
                <a:cubicBezTo>
                  <a:pt x="291246" y="48816"/>
                  <a:pt x="291328" y="50422"/>
                  <a:pt x="291328" y="52324"/>
                </a:cubicBezTo>
                <a:cubicBezTo>
                  <a:pt x="291328" y="55930"/>
                  <a:pt x="291000" y="58503"/>
                  <a:pt x="290344" y="60044"/>
                </a:cubicBezTo>
                <a:cubicBezTo>
                  <a:pt x="289689" y="61585"/>
                  <a:pt x="288738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4" y="116632"/>
                  <a:pt x="274772" y="117827"/>
                  <a:pt x="278640" y="117827"/>
                </a:cubicBezTo>
                <a:cubicBezTo>
                  <a:pt x="279952" y="117827"/>
                  <a:pt x="281132" y="117712"/>
                  <a:pt x="282181" y="117482"/>
                </a:cubicBezTo>
                <a:cubicBezTo>
                  <a:pt x="283230" y="117253"/>
                  <a:pt x="284165" y="116991"/>
                  <a:pt x="284984" y="116695"/>
                </a:cubicBezTo>
                <a:cubicBezTo>
                  <a:pt x="285804" y="116400"/>
                  <a:pt x="286492" y="116138"/>
                  <a:pt x="287050" y="115909"/>
                </a:cubicBezTo>
                <a:cubicBezTo>
                  <a:pt x="287607" y="115679"/>
                  <a:pt x="288115" y="115564"/>
                  <a:pt x="288574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6" y="116138"/>
                  <a:pt x="290344" y="116598"/>
                  <a:pt x="290541" y="117289"/>
                </a:cubicBezTo>
                <a:cubicBezTo>
                  <a:pt x="290738" y="117977"/>
                  <a:pt x="290918" y="118915"/>
                  <a:pt x="291082" y="120101"/>
                </a:cubicBezTo>
                <a:cubicBezTo>
                  <a:pt x="291246" y="121285"/>
                  <a:pt x="291328" y="122799"/>
                  <a:pt x="291328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2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5" y="115958"/>
                  <a:pt x="336586" y="117587"/>
                  <a:pt x="339635" y="118706"/>
                </a:cubicBezTo>
                <a:cubicBezTo>
                  <a:pt x="342684" y="119824"/>
                  <a:pt x="346340" y="120384"/>
                  <a:pt x="350602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5" y="118101"/>
                  <a:pt x="370518" y="117335"/>
                </a:cubicBezTo>
                <a:cubicBezTo>
                  <a:pt x="372911" y="116568"/>
                  <a:pt x="374895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3" y="114863"/>
                  <a:pt x="382501" y="115274"/>
                  <a:pt x="382763" y="115869"/>
                </a:cubicBezTo>
                <a:cubicBezTo>
                  <a:pt x="383025" y="116461"/>
                  <a:pt x="383205" y="117301"/>
                  <a:pt x="383304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9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7" y="129546"/>
                  <a:pt x="382730" y="130156"/>
                  <a:pt x="382468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4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7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7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7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6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2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1" y="72881"/>
                  <a:pt x="362387" y="67399"/>
                  <a:pt x="359404" y="63416"/>
                </a:cubicBezTo>
                <a:cubicBezTo>
                  <a:pt x="356421" y="59431"/>
                  <a:pt x="351815" y="57438"/>
                  <a:pt x="345586" y="57438"/>
                </a:cubicBezTo>
                <a:cubicBezTo>
                  <a:pt x="342438" y="57438"/>
                  <a:pt x="339701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30" y="71121"/>
                </a:cubicBezTo>
                <a:cubicBezTo>
                  <a:pt x="327210" y="73853"/>
                  <a:pt x="326735" y="76766"/>
                  <a:pt x="326603" y="79862"/>
                </a:cubicBezTo>
                <a:lnTo>
                  <a:pt x="363584" y="79862"/>
                </a:lnTo>
                <a:close/>
                <a:moveTo>
                  <a:pt x="530324" y="126580"/>
                </a:moveTo>
                <a:cubicBezTo>
                  <a:pt x="530324" y="128481"/>
                  <a:pt x="530242" y="130071"/>
                  <a:pt x="530078" y="131350"/>
                </a:cubicBezTo>
                <a:cubicBezTo>
                  <a:pt x="529914" y="132629"/>
                  <a:pt x="529668" y="133661"/>
                  <a:pt x="529340" y="134448"/>
                </a:cubicBezTo>
                <a:cubicBezTo>
                  <a:pt x="529013" y="135235"/>
                  <a:pt x="528603" y="135809"/>
                  <a:pt x="528111" y="136169"/>
                </a:cubicBezTo>
                <a:cubicBezTo>
                  <a:pt x="527619" y="136530"/>
                  <a:pt x="527078" y="136710"/>
                  <a:pt x="526488" y="136710"/>
                </a:cubicBezTo>
                <a:lnTo>
                  <a:pt x="462559" y="136710"/>
                </a:lnTo>
                <a:cubicBezTo>
                  <a:pt x="460395" y="136710"/>
                  <a:pt x="458576" y="136071"/>
                  <a:pt x="457100" y="134792"/>
                </a:cubicBezTo>
                <a:cubicBezTo>
                  <a:pt x="455625" y="133514"/>
                  <a:pt x="454887" y="131432"/>
                  <a:pt x="454887" y="128547"/>
                </a:cubicBezTo>
                <a:lnTo>
                  <a:pt x="454887" y="17605"/>
                </a:lnTo>
                <a:cubicBezTo>
                  <a:pt x="454887" y="14720"/>
                  <a:pt x="455625" y="12638"/>
                  <a:pt x="457100" y="11360"/>
                </a:cubicBezTo>
                <a:cubicBezTo>
                  <a:pt x="458576" y="10081"/>
                  <a:pt x="460395" y="9442"/>
                  <a:pt x="462559" y="9442"/>
                </a:cubicBezTo>
                <a:lnTo>
                  <a:pt x="526095" y="9442"/>
                </a:lnTo>
                <a:cubicBezTo>
                  <a:pt x="526685" y="9442"/>
                  <a:pt x="527209" y="9606"/>
                  <a:pt x="527668" y="9934"/>
                </a:cubicBezTo>
                <a:cubicBezTo>
                  <a:pt x="528127" y="10261"/>
                  <a:pt x="528521" y="10835"/>
                  <a:pt x="528849" y="11655"/>
                </a:cubicBezTo>
                <a:cubicBezTo>
                  <a:pt x="529176" y="12474"/>
                  <a:pt x="529422" y="13523"/>
                  <a:pt x="529586" y="14802"/>
                </a:cubicBezTo>
                <a:cubicBezTo>
                  <a:pt x="529750" y="16081"/>
                  <a:pt x="529832" y="17703"/>
                  <a:pt x="529832" y="19671"/>
                </a:cubicBezTo>
                <a:cubicBezTo>
                  <a:pt x="529832" y="21506"/>
                  <a:pt x="529750" y="23064"/>
                  <a:pt x="529586" y="24342"/>
                </a:cubicBezTo>
                <a:cubicBezTo>
                  <a:pt x="529422" y="25621"/>
                  <a:pt x="529176" y="26654"/>
                  <a:pt x="528849" y="27440"/>
                </a:cubicBezTo>
                <a:cubicBezTo>
                  <a:pt x="528521" y="28227"/>
                  <a:pt x="528127" y="28801"/>
                  <a:pt x="527668" y="29162"/>
                </a:cubicBezTo>
                <a:cubicBezTo>
                  <a:pt x="527209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6" y="61492"/>
                  <a:pt x="521636" y="62052"/>
                  <a:pt x="521964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7" y="68724"/>
                  <a:pt x="522947" y="70568"/>
                </a:cubicBezTo>
                <a:cubicBezTo>
                  <a:pt x="522947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4" y="78329"/>
                </a:cubicBezTo>
                <a:cubicBezTo>
                  <a:pt x="521636" y="79085"/>
                  <a:pt x="521226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8" y="116450"/>
                </a:lnTo>
                <a:cubicBezTo>
                  <a:pt x="527078" y="116450"/>
                  <a:pt x="527619" y="116630"/>
                  <a:pt x="528111" y="116991"/>
                </a:cubicBezTo>
                <a:cubicBezTo>
                  <a:pt x="528603" y="117351"/>
                  <a:pt x="529013" y="117925"/>
                  <a:pt x="529340" y="118712"/>
                </a:cubicBezTo>
                <a:cubicBezTo>
                  <a:pt x="529668" y="119499"/>
                  <a:pt x="529914" y="120531"/>
                  <a:pt x="530078" y="121810"/>
                </a:cubicBezTo>
                <a:cubicBezTo>
                  <a:pt x="530242" y="123088"/>
                  <a:pt x="530324" y="124678"/>
                  <a:pt x="530324" y="126580"/>
                </a:cubicBezTo>
                <a:close/>
                <a:moveTo>
                  <a:pt x="631458" y="133363"/>
                </a:moveTo>
                <a:cubicBezTo>
                  <a:pt x="631458" y="134084"/>
                  <a:pt x="631294" y="134692"/>
                  <a:pt x="630966" y="135186"/>
                </a:cubicBezTo>
                <a:cubicBezTo>
                  <a:pt x="630638" y="135678"/>
                  <a:pt x="630081" y="136087"/>
                  <a:pt x="629294" y="136415"/>
                </a:cubicBezTo>
                <a:cubicBezTo>
                  <a:pt x="628507" y="136743"/>
                  <a:pt x="627442" y="136973"/>
                  <a:pt x="626098" y="137104"/>
                </a:cubicBezTo>
                <a:cubicBezTo>
                  <a:pt x="624753" y="137235"/>
                  <a:pt x="623098" y="137300"/>
                  <a:pt x="621131" y="137300"/>
                </a:cubicBezTo>
                <a:cubicBezTo>
                  <a:pt x="619033" y="137300"/>
                  <a:pt x="617328" y="137235"/>
                  <a:pt x="616016" y="137104"/>
                </a:cubicBezTo>
                <a:cubicBezTo>
                  <a:pt x="614705" y="136975"/>
                  <a:pt x="613640" y="136747"/>
                  <a:pt x="612820" y="136421"/>
                </a:cubicBezTo>
                <a:cubicBezTo>
                  <a:pt x="612000" y="136093"/>
                  <a:pt x="611410" y="135686"/>
                  <a:pt x="611050" y="135198"/>
                </a:cubicBezTo>
                <a:cubicBezTo>
                  <a:pt x="610689" y="134708"/>
                  <a:pt x="610509" y="134104"/>
                  <a:pt x="610509" y="133385"/>
                </a:cubicBezTo>
                <a:lnTo>
                  <a:pt x="610509" y="123697"/>
                </a:lnTo>
                <a:cubicBezTo>
                  <a:pt x="605984" y="128559"/>
                  <a:pt x="601247" y="132338"/>
                  <a:pt x="596297" y="135032"/>
                </a:cubicBezTo>
                <a:cubicBezTo>
                  <a:pt x="591346" y="137725"/>
                  <a:pt x="585855" y="139071"/>
                  <a:pt x="579823" y="139071"/>
                </a:cubicBezTo>
                <a:cubicBezTo>
                  <a:pt x="573135" y="139071"/>
                  <a:pt x="567479" y="137774"/>
                  <a:pt x="562857" y="135180"/>
                </a:cubicBezTo>
                <a:cubicBezTo>
                  <a:pt x="558234" y="132584"/>
                  <a:pt x="554464" y="129085"/>
                  <a:pt x="551546" y="124684"/>
                </a:cubicBezTo>
                <a:cubicBezTo>
                  <a:pt x="548628" y="120280"/>
                  <a:pt x="546514" y="115139"/>
                  <a:pt x="545202" y="109261"/>
                </a:cubicBezTo>
                <a:cubicBezTo>
                  <a:pt x="543891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8" y="58031"/>
                  <a:pt x="553071" y="53630"/>
                </a:cubicBezTo>
                <a:cubicBezTo>
                  <a:pt x="556284" y="49229"/>
                  <a:pt x="560283" y="45846"/>
                  <a:pt x="565070" y="43481"/>
                </a:cubicBezTo>
                <a:cubicBezTo>
                  <a:pt x="569856" y="41115"/>
                  <a:pt x="575364" y="39931"/>
                  <a:pt x="581593" y="39931"/>
                </a:cubicBezTo>
                <a:cubicBezTo>
                  <a:pt x="586511" y="39931"/>
                  <a:pt x="590969" y="40933"/>
                  <a:pt x="594969" y="42937"/>
                </a:cubicBezTo>
                <a:cubicBezTo>
                  <a:pt x="598969" y="44941"/>
                  <a:pt x="602936" y="47881"/>
                  <a:pt x="606870" y="51758"/>
                </a:cubicBezTo>
                <a:lnTo>
                  <a:pt x="606870" y="4232"/>
                </a:lnTo>
                <a:cubicBezTo>
                  <a:pt x="606870" y="3575"/>
                  <a:pt x="607050" y="2983"/>
                  <a:pt x="607411" y="2459"/>
                </a:cubicBezTo>
                <a:cubicBezTo>
                  <a:pt x="607771" y="1934"/>
                  <a:pt x="608427" y="1492"/>
                  <a:pt x="609378" y="1131"/>
                </a:cubicBezTo>
                <a:cubicBezTo>
                  <a:pt x="610328" y="770"/>
                  <a:pt x="611591" y="492"/>
                  <a:pt x="613164" y="295"/>
                </a:cubicBezTo>
                <a:cubicBezTo>
                  <a:pt x="614738" y="98"/>
                  <a:pt x="616738" y="0"/>
                  <a:pt x="619164" y="0"/>
                </a:cubicBezTo>
                <a:cubicBezTo>
                  <a:pt x="621590" y="0"/>
                  <a:pt x="623590" y="98"/>
                  <a:pt x="625163" y="295"/>
                </a:cubicBezTo>
                <a:cubicBezTo>
                  <a:pt x="626737" y="492"/>
                  <a:pt x="627983" y="770"/>
                  <a:pt x="628901" y="1131"/>
                </a:cubicBezTo>
                <a:cubicBezTo>
                  <a:pt x="629819" y="1492"/>
                  <a:pt x="630474" y="1935"/>
                  <a:pt x="630868" y="2462"/>
                </a:cubicBezTo>
                <a:cubicBezTo>
                  <a:pt x="631261" y="2986"/>
                  <a:pt x="631458" y="3577"/>
                  <a:pt x="631458" y="4232"/>
                </a:cubicBezTo>
                <a:lnTo>
                  <a:pt x="631458" y="133363"/>
                </a:lnTo>
                <a:moveTo>
                  <a:pt x="606870" y="74717"/>
                </a:moveTo>
                <a:cubicBezTo>
                  <a:pt x="603329" y="70269"/>
                  <a:pt x="599936" y="66868"/>
                  <a:pt x="596690" y="64513"/>
                </a:cubicBezTo>
                <a:cubicBezTo>
                  <a:pt x="593444" y="62157"/>
                  <a:pt x="590051" y="60979"/>
                  <a:pt x="586511" y="60979"/>
                </a:cubicBezTo>
                <a:cubicBezTo>
                  <a:pt x="583298" y="60979"/>
                  <a:pt x="580527" y="61782"/>
                  <a:pt x="578200" y="63388"/>
                </a:cubicBezTo>
                <a:cubicBezTo>
                  <a:pt x="575872" y="64995"/>
                  <a:pt x="574003" y="67142"/>
                  <a:pt x="572594" y="69830"/>
                </a:cubicBezTo>
                <a:cubicBezTo>
                  <a:pt x="571184" y="72519"/>
                  <a:pt x="570135" y="75518"/>
                  <a:pt x="569446" y="78830"/>
                </a:cubicBezTo>
                <a:cubicBezTo>
                  <a:pt x="568758" y="82141"/>
                  <a:pt x="568414" y="85534"/>
                  <a:pt x="568414" y="89009"/>
                </a:cubicBezTo>
                <a:cubicBezTo>
                  <a:pt x="568414" y="92681"/>
                  <a:pt x="568709" y="96255"/>
                  <a:pt x="569299" y="99730"/>
                </a:cubicBezTo>
                <a:cubicBezTo>
                  <a:pt x="569889" y="103205"/>
                  <a:pt x="570856" y="106303"/>
                  <a:pt x="572200" y="109024"/>
                </a:cubicBezTo>
                <a:cubicBezTo>
                  <a:pt x="573544" y="111745"/>
                  <a:pt x="575331" y="113925"/>
                  <a:pt x="577561" y="115564"/>
                </a:cubicBezTo>
                <a:cubicBezTo>
                  <a:pt x="579790" y="117204"/>
                  <a:pt x="582609" y="118023"/>
                  <a:pt x="586019" y="118023"/>
                </a:cubicBezTo>
                <a:cubicBezTo>
                  <a:pt x="587724" y="118023"/>
                  <a:pt x="589379" y="117778"/>
                  <a:pt x="590986" y="117289"/>
                </a:cubicBezTo>
                <a:cubicBezTo>
                  <a:pt x="592592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7" y="110515"/>
                </a:cubicBezTo>
                <a:cubicBezTo>
                  <a:pt x="602837" y="108714"/>
                  <a:pt x="604771" y="106505"/>
                  <a:pt x="606870" y="103888"/>
                </a:cubicBezTo>
                <a:lnTo>
                  <a:pt x="606870" y="74717"/>
                </a:lnTo>
                <a:close/>
                <a:moveTo>
                  <a:pt x="681304" y="133366"/>
                </a:moveTo>
                <a:cubicBezTo>
                  <a:pt x="681304" y="134022"/>
                  <a:pt x="681107" y="134596"/>
                  <a:pt x="680713" y="135087"/>
                </a:cubicBezTo>
                <a:cubicBezTo>
                  <a:pt x="680320" y="135579"/>
                  <a:pt x="679648" y="135989"/>
                  <a:pt x="678697" y="136317"/>
                </a:cubicBezTo>
                <a:cubicBezTo>
                  <a:pt x="677746" y="136645"/>
                  <a:pt x="676484" y="136891"/>
                  <a:pt x="674911" y="137054"/>
                </a:cubicBezTo>
                <a:cubicBezTo>
                  <a:pt x="673337" y="137218"/>
                  <a:pt x="671337" y="137300"/>
                  <a:pt x="668911" y="137300"/>
                </a:cubicBezTo>
                <a:cubicBezTo>
                  <a:pt x="666485" y="137300"/>
                  <a:pt x="664485" y="137218"/>
                  <a:pt x="662912" y="137054"/>
                </a:cubicBezTo>
                <a:cubicBezTo>
                  <a:pt x="661338" y="136891"/>
                  <a:pt x="660076" y="136645"/>
                  <a:pt x="659125" y="136317"/>
                </a:cubicBezTo>
                <a:cubicBezTo>
                  <a:pt x="658174" y="135989"/>
                  <a:pt x="657502" y="135579"/>
                  <a:pt x="657109" y="135087"/>
                </a:cubicBezTo>
                <a:cubicBezTo>
                  <a:pt x="656715" y="134596"/>
                  <a:pt x="656519" y="134022"/>
                  <a:pt x="656519" y="133366"/>
                </a:cubicBezTo>
                <a:lnTo>
                  <a:pt x="656519" y="45832"/>
                </a:lnTo>
                <a:cubicBezTo>
                  <a:pt x="656519" y="45177"/>
                  <a:pt x="656715" y="44603"/>
                  <a:pt x="657109" y="44111"/>
                </a:cubicBezTo>
                <a:cubicBezTo>
                  <a:pt x="657502" y="43619"/>
                  <a:pt x="658174" y="43193"/>
                  <a:pt x="659125" y="42833"/>
                </a:cubicBezTo>
                <a:cubicBezTo>
                  <a:pt x="660076" y="42472"/>
                  <a:pt x="661338" y="42193"/>
                  <a:pt x="662912" y="41997"/>
                </a:cubicBezTo>
                <a:cubicBezTo>
                  <a:pt x="664485" y="41800"/>
                  <a:pt x="666485" y="41702"/>
                  <a:pt x="668911" y="41702"/>
                </a:cubicBezTo>
                <a:cubicBezTo>
                  <a:pt x="671337" y="41702"/>
                  <a:pt x="673337" y="41800"/>
                  <a:pt x="674911" y="41997"/>
                </a:cubicBezTo>
                <a:cubicBezTo>
                  <a:pt x="676484" y="42193"/>
                  <a:pt x="677746" y="42472"/>
                  <a:pt x="678697" y="42833"/>
                </a:cubicBezTo>
                <a:cubicBezTo>
                  <a:pt x="679648" y="43193"/>
                  <a:pt x="680320" y="43619"/>
                  <a:pt x="680713" y="44111"/>
                </a:cubicBezTo>
                <a:cubicBezTo>
                  <a:pt x="681107" y="44603"/>
                  <a:pt x="681304" y="45177"/>
                  <a:pt x="681304" y="45832"/>
                </a:cubicBezTo>
                <a:lnTo>
                  <a:pt x="681304" y="133366"/>
                </a:lnTo>
                <a:moveTo>
                  <a:pt x="683172" y="15933"/>
                </a:moveTo>
                <a:cubicBezTo>
                  <a:pt x="683172" y="20916"/>
                  <a:pt x="682156" y="24359"/>
                  <a:pt x="680123" y="26260"/>
                </a:cubicBezTo>
                <a:cubicBezTo>
                  <a:pt x="678091" y="28162"/>
                  <a:pt x="674321" y="29112"/>
                  <a:pt x="668813" y="29112"/>
                </a:cubicBezTo>
                <a:cubicBezTo>
                  <a:pt x="663239" y="29112"/>
                  <a:pt x="659486" y="28194"/>
                  <a:pt x="657551" y="26359"/>
                </a:cubicBezTo>
                <a:cubicBezTo>
                  <a:pt x="655617" y="24523"/>
                  <a:pt x="654650" y="21211"/>
                  <a:pt x="654650" y="16425"/>
                </a:cubicBezTo>
                <a:cubicBezTo>
                  <a:pt x="654650" y="11442"/>
                  <a:pt x="655650" y="7983"/>
                  <a:pt x="657650" y="6049"/>
                </a:cubicBezTo>
                <a:cubicBezTo>
                  <a:pt x="659650" y="4114"/>
                  <a:pt x="663436" y="3147"/>
                  <a:pt x="669009" y="3147"/>
                </a:cubicBezTo>
                <a:cubicBezTo>
                  <a:pt x="674517" y="3147"/>
                  <a:pt x="678255" y="4082"/>
                  <a:pt x="680222" y="5950"/>
                </a:cubicBezTo>
                <a:cubicBezTo>
                  <a:pt x="682189" y="7819"/>
                  <a:pt x="683172" y="11147"/>
                  <a:pt x="683172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5" y="129767"/>
                  <a:pt x="757424" y="131316"/>
                </a:cubicBezTo>
                <a:cubicBezTo>
                  <a:pt x="757064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2" y="136255"/>
                </a:cubicBezTo>
                <a:cubicBezTo>
                  <a:pt x="752245" y="136749"/>
                  <a:pt x="750900" y="137177"/>
                  <a:pt x="749360" y="137540"/>
                </a:cubicBezTo>
                <a:cubicBezTo>
                  <a:pt x="747819" y="137903"/>
                  <a:pt x="746147" y="138182"/>
                  <a:pt x="744344" y="138379"/>
                </a:cubicBezTo>
                <a:cubicBezTo>
                  <a:pt x="742540" y="138578"/>
                  <a:pt x="740721" y="138677"/>
                  <a:pt x="738885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3" y="135563"/>
                  <a:pt x="719509" y="133645"/>
                  <a:pt x="717149" y="131055"/>
                </a:cubicBezTo>
                <a:cubicBezTo>
                  <a:pt x="714789" y="128465"/>
                  <a:pt x="713051" y="125203"/>
                  <a:pt x="711936" y="121269"/>
                </a:cubicBezTo>
                <a:cubicBezTo>
                  <a:pt x="710822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1" y="62356"/>
                </a:lnTo>
                <a:cubicBezTo>
                  <a:pt x="698495" y="62356"/>
                  <a:pt x="697544" y="61585"/>
                  <a:pt x="696888" y="60044"/>
                </a:cubicBezTo>
                <a:cubicBezTo>
                  <a:pt x="696233" y="58503"/>
                  <a:pt x="695905" y="55930"/>
                  <a:pt x="695905" y="52324"/>
                </a:cubicBezTo>
                <a:cubicBezTo>
                  <a:pt x="695905" y="50422"/>
                  <a:pt x="695987" y="48816"/>
                  <a:pt x="696151" y="47504"/>
                </a:cubicBezTo>
                <a:cubicBezTo>
                  <a:pt x="696315" y="46193"/>
                  <a:pt x="696560" y="45160"/>
                  <a:pt x="696888" y="44406"/>
                </a:cubicBezTo>
                <a:cubicBezTo>
                  <a:pt x="697216" y="43652"/>
                  <a:pt x="697626" y="43111"/>
                  <a:pt x="698118" y="42783"/>
                </a:cubicBezTo>
                <a:cubicBezTo>
                  <a:pt x="698610" y="42456"/>
                  <a:pt x="699183" y="42292"/>
                  <a:pt x="699839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5" y="21387"/>
                  <a:pt x="710805" y="20860"/>
                </a:cubicBezTo>
                <a:cubicBezTo>
                  <a:pt x="711166" y="20333"/>
                  <a:pt x="711822" y="19890"/>
                  <a:pt x="712772" y="19529"/>
                </a:cubicBezTo>
                <a:cubicBezTo>
                  <a:pt x="713723" y="19166"/>
                  <a:pt x="715002" y="18903"/>
                  <a:pt x="716608" y="18739"/>
                </a:cubicBezTo>
                <a:cubicBezTo>
                  <a:pt x="718214" y="18573"/>
                  <a:pt x="720198" y="18490"/>
                  <a:pt x="722558" y="18490"/>
                </a:cubicBezTo>
                <a:cubicBezTo>
                  <a:pt x="724984" y="18490"/>
                  <a:pt x="727001" y="18573"/>
                  <a:pt x="728607" y="18739"/>
                </a:cubicBezTo>
                <a:cubicBezTo>
                  <a:pt x="730214" y="18903"/>
                  <a:pt x="731476" y="19166"/>
                  <a:pt x="732394" y="19529"/>
                </a:cubicBezTo>
                <a:cubicBezTo>
                  <a:pt x="733312" y="19890"/>
                  <a:pt x="733967" y="20333"/>
                  <a:pt x="734361" y="20860"/>
                </a:cubicBezTo>
                <a:cubicBezTo>
                  <a:pt x="734754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1" y="42292"/>
                </a:lnTo>
                <a:cubicBezTo>
                  <a:pt x="754687" y="42292"/>
                  <a:pt x="755261" y="42456"/>
                  <a:pt x="755752" y="42783"/>
                </a:cubicBezTo>
                <a:cubicBezTo>
                  <a:pt x="756244" y="43111"/>
                  <a:pt x="756654" y="43652"/>
                  <a:pt x="756982" y="44406"/>
                </a:cubicBezTo>
                <a:cubicBezTo>
                  <a:pt x="757310" y="45160"/>
                  <a:pt x="757556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8" y="58503"/>
                  <a:pt x="756982" y="60044"/>
                </a:cubicBezTo>
                <a:cubicBezTo>
                  <a:pt x="756326" y="61585"/>
                  <a:pt x="755375" y="62356"/>
                  <a:pt x="754130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3" y="114243"/>
                </a:cubicBezTo>
                <a:cubicBezTo>
                  <a:pt x="738721" y="116632"/>
                  <a:pt x="741409" y="117827"/>
                  <a:pt x="745278" y="117827"/>
                </a:cubicBezTo>
                <a:cubicBezTo>
                  <a:pt x="746589" y="117827"/>
                  <a:pt x="747769" y="117712"/>
                  <a:pt x="748819" y="117482"/>
                </a:cubicBezTo>
                <a:cubicBezTo>
                  <a:pt x="749868" y="117253"/>
                  <a:pt x="750802" y="116991"/>
                  <a:pt x="751622" y="116695"/>
                </a:cubicBezTo>
                <a:cubicBezTo>
                  <a:pt x="752441" y="116400"/>
                  <a:pt x="753130" y="116138"/>
                  <a:pt x="753687" y="115909"/>
                </a:cubicBezTo>
                <a:cubicBezTo>
                  <a:pt x="754244" y="115679"/>
                  <a:pt x="754753" y="115564"/>
                  <a:pt x="755211" y="115564"/>
                </a:cubicBezTo>
                <a:cubicBezTo>
                  <a:pt x="755605" y="115564"/>
                  <a:pt x="755982" y="115679"/>
                  <a:pt x="756343" y="115909"/>
                </a:cubicBezTo>
                <a:cubicBezTo>
                  <a:pt x="756703" y="116138"/>
                  <a:pt x="756982" y="116598"/>
                  <a:pt x="757179" y="117289"/>
                </a:cubicBezTo>
                <a:cubicBezTo>
                  <a:pt x="757375" y="117977"/>
                  <a:pt x="757556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2" y="88613"/>
                </a:moveTo>
                <a:cubicBezTo>
                  <a:pt x="861892" y="96104"/>
                  <a:pt x="860908" y="102937"/>
                  <a:pt x="858941" y="109113"/>
                </a:cubicBezTo>
                <a:cubicBezTo>
                  <a:pt x="856974" y="115289"/>
                  <a:pt x="853991" y="120610"/>
                  <a:pt x="849991" y="125077"/>
                </a:cubicBezTo>
                <a:cubicBezTo>
                  <a:pt x="845992" y="129544"/>
                  <a:pt x="840976" y="132993"/>
                  <a:pt x="834943" y="135426"/>
                </a:cubicBezTo>
                <a:cubicBezTo>
                  <a:pt x="828911" y="137856"/>
                  <a:pt x="821862" y="139071"/>
                  <a:pt x="813797" y="139071"/>
                </a:cubicBezTo>
                <a:cubicBezTo>
                  <a:pt x="805995" y="139071"/>
                  <a:pt x="799208" y="137987"/>
                  <a:pt x="793438" y="135819"/>
                </a:cubicBezTo>
                <a:cubicBezTo>
                  <a:pt x="787668" y="133651"/>
                  <a:pt x="782882" y="130498"/>
                  <a:pt x="779079" y="126359"/>
                </a:cubicBezTo>
                <a:cubicBezTo>
                  <a:pt x="775276" y="122220"/>
                  <a:pt x="772457" y="117128"/>
                  <a:pt x="770621" y="111083"/>
                </a:cubicBezTo>
                <a:cubicBezTo>
                  <a:pt x="768785" y="105039"/>
                  <a:pt x="767867" y="98141"/>
                  <a:pt x="767867" y="90389"/>
                </a:cubicBezTo>
                <a:cubicBezTo>
                  <a:pt x="767867" y="82898"/>
                  <a:pt x="768867" y="76048"/>
                  <a:pt x="770867" y="69840"/>
                </a:cubicBezTo>
                <a:cubicBezTo>
                  <a:pt x="772866" y="63631"/>
                  <a:pt x="775866" y="58310"/>
                  <a:pt x="779866" y="53876"/>
                </a:cubicBezTo>
                <a:cubicBezTo>
                  <a:pt x="783865" y="49442"/>
                  <a:pt x="788865" y="46010"/>
                  <a:pt x="794865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9" y="40999"/>
                  <a:pt x="836419" y="43134"/>
                </a:cubicBezTo>
                <a:cubicBezTo>
                  <a:pt x="842189" y="45269"/>
                  <a:pt x="846959" y="48406"/>
                  <a:pt x="850729" y="52545"/>
                </a:cubicBezTo>
                <a:cubicBezTo>
                  <a:pt x="854499" y="56684"/>
                  <a:pt x="857302" y="61776"/>
                  <a:pt x="859138" y="67820"/>
                </a:cubicBezTo>
                <a:cubicBezTo>
                  <a:pt x="860974" y="73865"/>
                  <a:pt x="861892" y="80796"/>
                  <a:pt x="861892" y="88613"/>
                </a:cubicBezTo>
                <a:moveTo>
                  <a:pt x="836419" y="89599"/>
                </a:moveTo>
                <a:cubicBezTo>
                  <a:pt x="836419" y="85272"/>
                  <a:pt x="836074" y="81289"/>
                  <a:pt x="835386" y="77649"/>
                </a:cubicBezTo>
                <a:cubicBezTo>
                  <a:pt x="834697" y="74010"/>
                  <a:pt x="833534" y="70847"/>
                  <a:pt x="831894" y="68158"/>
                </a:cubicBezTo>
                <a:cubicBezTo>
                  <a:pt x="830255" y="65470"/>
                  <a:pt x="828075" y="63372"/>
                  <a:pt x="825354" y="61864"/>
                </a:cubicBezTo>
                <a:cubicBezTo>
                  <a:pt x="822633" y="60356"/>
                  <a:pt x="819207" y="59602"/>
                  <a:pt x="815076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4" y="62962"/>
                  <a:pt x="800422" y="64929"/>
                  <a:pt x="798651" y="67519"/>
                </a:cubicBezTo>
                <a:cubicBezTo>
                  <a:pt x="796881" y="70109"/>
                  <a:pt x="795553" y="73224"/>
                  <a:pt x="794668" y="76863"/>
                </a:cubicBezTo>
                <a:cubicBezTo>
                  <a:pt x="793783" y="80502"/>
                  <a:pt x="793340" y="84649"/>
                  <a:pt x="793340" y="89304"/>
                </a:cubicBezTo>
                <a:cubicBezTo>
                  <a:pt x="793340" y="93632"/>
                  <a:pt x="793701" y="97615"/>
                  <a:pt x="794422" y="101254"/>
                </a:cubicBezTo>
                <a:cubicBezTo>
                  <a:pt x="795143" y="104893"/>
                  <a:pt x="796307" y="108057"/>
                  <a:pt x="797914" y="110745"/>
                </a:cubicBezTo>
                <a:cubicBezTo>
                  <a:pt x="799520" y="113433"/>
                  <a:pt x="801700" y="115515"/>
                  <a:pt x="804454" y="116991"/>
                </a:cubicBezTo>
                <a:cubicBezTo>
                  <a:pt x="807208" y="118466"/>
                  <a:pt x="810617" y="119203"/>
                  <a:pt x="814683" y="119203"/>
                </a:cubicBezTo>
                <a:cubicBezTo>
                  <a:pt x="818420" y="119203"/>
                  <a:pt x="821666" y="118531"/>
                  <a:pt x="824420" y="117187"/>
                </a:cubicBezTo>
                <a:cubicBezTo>
                  <a:pt x="827173" y="115843"/>
                  <a:pt x="829436" y="113892"/>
                  <a:pt x="831206" y="111335"/>
                </a:cubicBezTo>
                <a:cubicBezTo>
                  <a:pt x="832976" y="108778"/>
                  <a:pt x="834288" y="105680"/>
                  <a:pt x="835140" y="102041"/>
                </a:cubicBezTo>
                <a:cubicBezTo>
                  <a:pt x="835992" y="98402"/>
                  <a:pt x="836419" y="94255"/>
                  <a:pt x="836419" y="89599"/>
                </a:cubicBezTo>
                <a:close/>
                <a:moveTo>
                  <a:pt x="937801" y="53701"/>
                </a:moveTo>
                <a:cubicBezTo>
                  <a:pt x="937801" y="56061"/>
                  <a:pt x="937735" y="57995"/>
                  <a:pt x="937604" y="59503"/>
                </a:cubicBezTo>
                <a:cubicBezTo>
                  <a:pt x="937473" y="61011"/>
                  <a:pt x="937276" y="62192"/>
                  <a:pt x="937014" y="63044"/>
                </a:cubicBezTo>
                <a:cubicBezTo>
                  <a:pt x="936752" y="63896"/>
                  <a:pt x="936408" y="64487"/>
                  <a:pt x="935981" y="64814"/>
                </a:cubicBezTo>
                <a:cubicBezTo>
                  <a:pt x="935555" y="65142"/>
                  <a:pt x="935014" y="65306"/>
                  <a:pt x="934359" y="65306"/>
                </a:cubicBezTo>
                <a:cubicBezTo>
                  <a:pt x="933834" y="65306"/>
                  <a:pt x="933244" y="65191"/>
                  <a:pt x="932588" y="64962"/>
                </a:cubicBezTo>
                <a:cubicBezTo>
                  <a:pt x="931932" y="64732"/>
                  <a:pt x="931195" y="64487"/>
                  <a:pt x="930375" y="64224"/>
                </a:cubicBezTo>
                <a:cubicBezTo>
                  <a:pt x="929556" y="63962"/>
                  <a:pt x="928654" y="63716"/>
                  <a:pt x="927671" y="63487"/>
                </a:cubicBezTo>
                <a:cubicBezTo>
                  <a:pt x="926687" y="63257"/>
                  <a:pt x="925605" y="63142"/>
                  <a:pt x="924425" y="63142"/>
                </a:cubicBezTo>
                <a:cubicBezTo>
                  <a:pt x="923048" y="63142"/>
                  <a:pt x="921671" y="63423"/>
                  <a:pt x="920294" y="63985"/>
                </a:cubicBezTo>
                <a:cubicBezTo>
                  <a:pt x="918917" y="64544"/>
                  <a:pt x="917491" y="65418"/>
                  <a:pt x="916016" y="66606"/>
                </a:cubicBezTo>
                <a:cubicBezTo>
                  <a:pt x="914540" y="67795"/>
                  <a:pt x="913000" y="69379"/>
                  <a:pt x="911393" y="71358"/>
                </a:cubicBezTo>
                <a:cubicBezTo>
                  <a:pt x="909787" y="73337"/>
                  <a:pt x="908066" y="75779"/>
                  <a:pt x="906230" y="78682"/>
                </a:cubicBezTo>
                <a:lnTo>
                  <a:pt x="906230" y="133366"/>
                </a:lnTo>
                <a:cubicBezTo>
                  <a:pt x="906230" y="134022"/>
                  <a:pt x="906033" y="134596"/>
                  <a:pt x="905640" y="135087"/>
                </a:cubicBezTo>
                <a:cubicBezTo>
                  <a:pt x="905246" y="135579"/>
                  <a:pt x="904574" y="135989"/>
                  <a:pt x="903623" y="136317"/>
                </a:cubicBezTo>
                <a:cubicBezTo>
                  <a:pt x="902673" y="136645"/>
                  <a:pt x="901410" y="136891"/>
                  <a:pt x="899837" y="137054"/>
                </a:cubicBezTo>
                <a:cubicBezTo>
                  <a:pt x="898263" y="137218"/>
                  <a:pt x="896263" y="137300"/>
                  <a:pt x="893837" y="137300"/>
                </a:cubicBezTo>
                <a:cubicBezTo>
                  <a:pt x="891411" y="137300"/>
                  <a:pt x="889411" y="137218"/>
                  <a:pt x="887838" y="137054"/>
                </a:cubicBezTo>
                <a:cubicBezTo>
                  <a:pt x="886264" y="136891"/>
                  <a:pt x="885002" y="136645"/>
                  <a:pt x="884051" y="136317"/>
                </a:cubicBezTo>
                <a:cubicBezTo>
                  <a:pt x="883100" y="135989"/>
                  <a:pt x="882428" y="135579"/>
                  <a:pt x="882035" y="135087"/>
                </a:cubicBezTo>
                <a:cubicBezTo>
                  <a:pt x="881641" y="134596"/>
                  <a:pt x="881445" y="134022"/>
                  <a:pt x="881445" y="133366"/>
                </a:cubicBezTo>
                <a:lnTo>
                  <a:pt x="881445" y="45636"/>
                </a:lnTo>
                <a:cubicBezTo>
                  <a:pt x="881445" y="44980"/>
                  <a:pt x="881609" y="44406"/>
                  <a:pt x="881937" y="43914"/>
                </a:cubicBezTo>
                <a:cubicBezTo>
                  <a:pt x="882264" y="43423"/>
                  <a:pt x="882854" y="43013"/>
                  <a:pt x="883707" y="42685"/>
                </a:cubicBezTo>
                <a:cubicBezTo>
                  <a:pt x="884559" y="42357"/>
                  <a:pt x="885658" y="42111"/>
                  <a:pt x="887002" y="41947"/>
                </a:cubicBezTo>
                <a:cubicBezTo>
                  <a:pt x="888346" y="41784"/>
                  <a:pt x="890034" y="41702"/>
                  <a:pt x="892067" y="41702"/>
                </a:cubicBezTo>
                <a:cubicBezTo>
                  <a:pt x="894165" y="41702"/>
                  <a:pt x="895903" y="41784"/>
                  <a:pt x="897280" y="41947"/>
                </a:cubicBezTo>
                <a:cubicBezTo>
                  <a:pt x="898656" y="42111"/>
                  <a:pt x="899722" y="42357"/>
                  <a:pt x="900476" y="42685"/>
                </a:cubicBezTo>
                <a:cubicBezTo>
                  <a:pt x="901230" y="43013"/>
                  <a:pt x="901771" y="43423"/>
                  <a:pt x="902099" y="43914"/>
                </a:cubicBezTo>
                <a:cubicBezTo>
                  <a:pt x="902427" y="44406"/>
                  <a:pt x="902591" y="44980"/>
                  <a:pt x="902591" y="45636"/>
                </a:cubicBezTo>
                <a:lnTo>
                  <a:pt x="902591" y="56553"/>
                </a:lnTo>
                <a:cubicBezTo>
                  <a:pt x="904886" y="53254"/>
                  <a:pt x="907049" y="50533"/>
                  <a:pt x="909082" y="48390"/>
                </a:cubicBezTo>
                <a:cubicBezTo>
                  <a:pt x="911115" y="46246"/>
                  <a:pt x="913049" y="44549"/>
                  <a:pt x="914885" y="43297"/>
                </a:cubicBezTo>
                <a:cubicBezTo>
                  <a:pt x="916721" y="42043"/>
                  <a:pt x="918557" y="41169"/>
                  <a:pt x="920392" y="40675"/>
                </a:cubicBezTo>
                <a:cubicBezTo>
                  <a:pt x="922228" y="40179"/>
                  <a:pt x="924064" y="39931"/>
                  <a:pt x="925900" y="39931"/>
                </a:cubicBezTo>
                <a:cubicBezTo>
                  <a:pt x="926753" y="39931"/>
                  <a:pt x="927671" y="39980"/>
                  <a:pt x="928654" y="40079"/>
                </a:cubicBezTo>
                <a:cubicBezTo>
                  <a:pt x="929638" y="40177"/>
                  <a:pt x="930654" y="40341"/>
                  <a:pt x="931703" y="40570"/>
                </a:cubicBezTo>
                <a:cubicBezTo>
                  <a:pt x="932752" y="40800"/>
                  <a:pt x="933670" y="41062"/>
                  <a:pt x="934457" y="41357"/>
                </a:cubicBezTo>
                <a:cubicBezTo>
                  <a:pt x="935244" y="41652"/>
                  <a:pt x="935817" y="41964"/>
                  <a:pt x="936178" y="42292"/>
                </a:cubicBezTo>
                <a:cubicBezTo>
                  <a:pt x="936539" y="42620"/>
                  <a:pt x="936801" y="42980"/>
                  <a:pt x="936965" y="43374"/>
                </a:cubicBezTo>
                <a:cubicBezTo>
                  <a:pt x="937129" y="43767"/>
                  <a:pt x="937276" y="44308"/>
                  <a:pt x="937407" y="44996"/>
                </a:cubicBezTo>
                <a:cubicBezTo>
                  <a:pt x="937539" y="45685"/>
                  <a:pt x="937637" y="46718"/>
                  <a:pt x="937703" y="48094"/>
                </a:cubicBezTo>
                <a:cubicBezTo>
                  <a:pt x="937768" y="49471"/>
                  <a:pt x="937801" y="51340"/>
                  <a:pt x="937801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E463B-9238-43CA-B960-F476D16A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695" y="106902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cd9f6aa484ab8"/>
          <a:stretch xmlns:a="http://schemas.openxmlformats.org/drawingml/2006/main"/>
        </p:blipFill>
        <p:spPr>
          <a:xfrm xmlns:a="http://schemas.openxmlformats.org/drawingml/2006/main">
            <a:off x="12736066" y="229437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22741e16a421c"/>
          <a:stretch xmlns:a="http://schemas.openxmlformats.org/drawingml/2006/main"/>
        </p:blipFill>
        <p:spPr>
          <a:xfrm xmlns:a="http://schemas.openxmlformats.org/drawingml/2006/main">
            <a:off x="12476225" y="231451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bc5a617d14e8d"/>
          <a:stretch xmlns:a="http://schemas.openxmlformats.org/drawingml/2006/main"/>
        </p:blipFill>
        <p:spPr>
          <a:xfrm xmlns:a="http://schemas.openxmlformats.org/drawingml/2006/main">
            <a:off x="11050750" y="1083635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42" name="Text readabook">
            <a:extLst xmlns:a="http://schemas.openxmlformats.org/drawingml/2006/main">
              <a:ext uri="{FF2B5EF4-FFF2-40B4-BE49-F238E27FC236}">
                <a16:creationId xmlns:a16="http://schemas.microsoft.com/office/drawing/2014/main" id="{96ACD16E-4638-4803-94E5-F2BF99B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004" y="1227191"/>
            <a:ext cx="783382" cy="118249"/>
          </a:xfrm>
          <a:custGeom xmlns:a="http://schemas.openxmlformats.org/drawingml/2006/main">
            <a:pathLst>
              <a:path w="783382" h="118249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5" y="80547"/>
                  <a:pt x="75586" y="89226"/>
                  <a:pt x="81022" y="95519"/>
                </a:cubicBezTo>
                <a:cubicBezTo>
                  <a:pt x="86459" y="101810"/>
                  <a:pt x="92847" y="104956"/>
                  <a:pt x="100187" y="104956"/>
                </a:cubicBezTo>
                <a:cubicBezTo>
                  <a:pt x="105080" y="104956"/>
                  <a:pt x="109334" y="103610"/>
                  <a:pt x="112950" y="100919"/>
                </a:cubicBezTo>
                <a:cubicBezTo>
                  <a:pt x="116565" y="98228"/>
                  <a:pt x="119596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2" y="102958"/>
                  <a:pt x="114621" y="109074"/>
                </a:cubicBezTo>
                <a:cubicBezTo>
                  <a:pt x="109130" y="115190"/>
                  <a:pt x="102253" y="118249"/>
                  <a:pt x="93989" y="118249"/>
                </a:cubicBezTo>
                <a:cubicBezTo>
                  <a:pt x="85018" y="118249"/>
                  <a:pt x="77339" y="114763"/>
                  <a:pt x="70951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4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7" y="39144"/>
                  <a:pt x="111115" y="41897"/>
                  <a:pt x="116497" y="47401"/>
                </a:cubicBezTo>
                <a:cubicBezTo>
                  <a:pt x="121879" y="52904"/>
                  <a:pt x="124571" y="60264"/>
                  <a:pt x="124571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6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8" y="47463"/>
                </a:cubicBezTo>
                <a:cubicBezTo>
                  <a:pt x="97047" y="45723"/>
                  <a:pt x="94234" y="44853"/>
                  <a:pt x="91298" y="44853"/>
                </a:cubicBezTo>
                <a:cubicBezTo>
                  <a:pt x="86785" y="44853"/>
                  <a:pt x="82749" y="46606"/>
                  <a:pt x="79188" y="50113"/>
                </a:cubicBezTo>
                <a:cubicBezTo>
                  <a:pt x="75627" y="53620"/>
                  <a:pt x="73547" y="58499"/>
                  <a:pt x="72949" y="64751"/>
                </a:cubicBezTo>
                <a:close/>
                <a:moveTo>
                  <a:pt x="177410" y="105201"/>
                </a:moveTo>
                <a:cubicBezTo>
                  <a:pt x="169745" y="111127"/>
                  <a:pt x="164933" y="114552"/>
                  <a:pt x="162976" y="115476"/>
                </a:cubicBezTo>
                <a:cubicBezTo>
                  <a:pt x="160040" y="116889"/>
                  <a:pt x="156914" y="117596"/>
                  <a:pt x="153597" y="117596"/>
                </a:cubicBezTo>
                <a:cubicBezTo>
                  <a:pt x="148433" y="117596"/>
                  <a:pt x="144178" y="115829"/>
                  <a:pt x="140835" y="112295"/>
                </a:cubicBezTo>
                <a:cubicBezTo>
                  <a:pt x="137491" y="108762"/>
                  <a:pt x="135819" y="104113"/>
                  <a:pt x="135819" y="98350"/>
                </a:cubicBezTo>
                <a:cubicBezTo>
                  <a:pt x="135819" y="94708"/>
                  <a:pt x="136635" y="91554"/>
                  <a:pt x="138266" y="88890"/>
                </a:cubicBezTo>
                <a:cubicBezTo>
                  <a:pt x="140495" y="85193"/>
                  <a:pt x="144369" y="81714"/>
                  <a:pt x="149887" y="78452"/>
                </a:cubicBezTo>
                <a:cubicBezTo>
                  <a:pt x="155405" y="75190"/>
                  <a:pt x="164580" y="71221"/>
                  <a:pt x="177410" y="66545"/>
                </a:cubicBezTo>
                <a:lnTo>
                  <a:pt x="177410" y="63610"/>
                </a:lnTo>
                <a:cubicBezTo>
                  <a:pt x="177410" y="56161"/>
                  <a:pt x="176228" y="51051"/>
                  <a:pt x="173863" y="48278"/>
                </a:cubicBezTo>
                <a:cubicBezTo>
                  <a:pt x="171498" y="45505"/>
                  <a:pt x="168059" y="44119"/>
                  <a:pt x="163547" y="44119"/>
                </a:cubicBezTo>
                <a:cubicBezTo>
                  <a:pt x="160122" y="44119"/>
                  <a:pt x="157403" y="45040"/>
                  <a:pt x="155392" y="46882"/>
                </a:cubicBezTo>
                <a:cubicBezTo>
                  <a:pt x="153326" y="48723"/>
                  <a:pt x="152293" y="50836"/>
                  <a:pt x="152293" y="53220"/>
                </a:cubicBezTo>
                <a:lnTo>
                  <a:pt x="152456" y="57932"/>
                </a:lnTo>
                <a:cubicBezTo>
                  <a:pt x="152456" y="60422"/>
                  <a:pt x="151817" y="62345"/>
                  <a:pt x="150539" y="63699"/>
                </a:cubicBezTo>
                <a:cubicBezTo>
                  <a:pt x="149262" y="65053"/>
                  <a:pt x="147590" y="65730"/>
                  <a:pt x="145524" y="65730"/>
                </a:cubicBezTo>
                <a:cubicBezTo>
                  <a:pt x="143512" y="65730"/>
                  <a:pt x="141868" y="65026"/>
                  <a:pt x="140590" y="63617"/>
                </a:cubicBezTo>
                <a:cubicBezTo>
                  <a:pt x="139313" y="62207"/>
                  <a:pt x="138674" y="60282"/>
                  <a:pt x="138674" y="57842"/>
                </a:cubicBezTo>
                <a:cubicBezTo>
                  <a:pt x="138674" y="53182"/>
                  <a:pt x="141066" y="48901"/>
                  <a:pt x="145850" y="44998"/>
                </a:cubicBezTo>
                <a:cubicBezTo>
                  <a:pt x="150634" y="41096"/>
                  <a:pt x="157349" y="39144"/>
                  <a:pt x="165993" y="39144"/>
                </a:cubicBezTo>
                <a:cubicBezTo>
                  <a:pt x="172626" y="39144"/>
                  <a:pt x="178063" y="40257"/>
                  <a:pt x="182303" y="42483"/>
                </a:cubicBezTo>
                <a:cubicBezTo>
                  <a:pt x="185511" y="44167"/>
                  <a:pt x="187876" y="46801"/>
                  <a:pt x="189398" y="50386"/>
                </a:cubicBezTo>
                <a:cubicBezTo>
                  <a:pt x="190377" y="52720"/>
                  <a:pt x="190866" y="57498"/>
                  <a:pt x="190866" y="64721"/>
                </a:cubicBezTo>
                <a:lnTo>
                  <a:pt x="190866" y="90052"/>
                </a:lnTo>
                <a:cubicBezTo>
                  <a:pt x="190866" y="97166"/>
                  <a:pt x="191002" y="101524"/>
                  <a:pt x="191274" y="103126"/>
                </a:cubicBezTo>
                <a:cubicBezTo>
                  <a:pt x="191546" y="104728"/>
                  <a:pt x="191994" y="105801"/>
                  <a:pt x="192620" y="106345"/>
                </a:cubicBezTo>
                <a:cubicBezTo>
                  <a:pt x="193245" y="106887"/>
                  <a:pt x="193965" y="107158"/>
                  <a:pt x="194781" y="107158"/>
                </a:cubicBezTo>
                <a:cubicBezTo>
                  <a:pt x="195650" y="107158"/>
                  <a:pt x="196412" y="106967"/>
                  <a:pt x="197064" y="106587"/>
                </a:cubicBezTo>
                <a:cubicBezTo>
                  <a:pt x="198206" y="105880"/>
                  <a:pt x="200408" y="103896"/>
                  <a:pt x="203670" y="100634"/>
                </a:cubicBezTo>
                <a:lnTo>
                  <a:pt x="203670" y="105201"/>
                </a:lnTo>
                <a:cubicBezTo>
                  <a:pt x="197581" y="113356"/>
                  <a:pt x="191763" y="117433"/>
                  <a:pt x="186218" y="117433"/>
                </a:cubicBezTo>
                <a:cubicBezTo>
                  <a:pt x="183554" y="117433"/>
                  <a:pt x="181433" y="116509"/>
                  <a:pt x="179857" y="114660"/>
                </a:cubicBezTo>
                <a:cubicBezTo>
                  <a:pt x="178280" y="112812"/>
                  <a:pt x="177465" y="109659"/>
                  <a:pt x="177410" y="105201"/>
                </a:cubicBezTo>
                <a:moveTo>
                  <a:pt x="177410" y="99854"/>
                </a:moveTo>
                <a:lnTo>
                  <a:pt x="177410" y="71520"/>
                </a:lnTo>
                <a:cubicBezTo>
                  <a:pt x="169201" y="74767"/>
                  <a:pt x="163900" y="77067"/>
                  <a:pt x="161508" y="78421"/>
                </a:cubicBezTo>
                <a:cubicBezTo>
                  <a:pt x="157213" y="80803"/>
                  <a:pt x="154141" y="83293"/>
                  <a:pt x="152293" y="85891"/>
                </a:cubicBezTo>
                <a:cubicBezTo>
                  <a:pt x="150444" y="88489"/>
                  <a:pt x="149520" y="91330"/>
                  <a:pt x="149520" y="94415"/>
                </a:cubicBezTo>
                <a:cubicBezTo>
                  <a:pt x="149520" y="98313"/>
                  <a:pt x="150689" y="101547"/>
                  <a:pt x="153027" y="104117"/>
                </a:cubicBezTo>
                <a:cubicBezTo>
                  <a:pt x="155364" y="106688"/>
                  <a:pt x="158056" y="107973"/>
                  <a:pt x="161100" y="107973"/>
                </a:cubicBezTo>
                <a:cubicBezTo>
                  <a:pt x="165232" y="107973"/>
                  <a:pt x="170669" y="105267"/>
                  <a:pt x="177410" y="99854"/>
                </a:cubicBezTo>
                <a:close/>
                <a:moveTo>
                  <a:pt x="262545" y="107565"/>
                </a:moveTo>
                <a:cubicBezTo>
                  <a:pt x="258902" y="111371"/>
                  <a:pt x="255341" y="114103"/>
                  <a:pt x="251862" y="115761"/>
                </a:cubicBezTo>
                <a:cubicBezTo>
                  <a:pt x="248382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2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3" y="39144"/>
                  <a:pt x="246235" y="39144"/>
                </a:cubicBezTo>
                <a:cubicBezTo>
                  <a:pt x="252813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3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1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0" y="104317"/>
                  <a:pt x="277673" y="105663"/>
                  <a:pt x="278570" y="106424"/>
                </a:cubicBezTo>
                <a:cubicBezTo>
                  <a:pt x="279467" y="107185"/>
                  <a:pt x="280513" y="107565"/>
                  <a:pt x="281709" y="107565"/>
                </a:cubicBezTo>
                <a:cubicBezTo>
                  <a:pt x="283177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6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1" y="44201"/>
                  <a:pt x="245256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5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2" y="106363"/>
                  <a:pt x="242320" y="109278"/>
                  <a:pt x="248192" y="109278"/>
                </a:cubicBezTo>
                <a:cubicBezTo>
                  <a:pt x="253139" y="109278"/>
                  <a:pt x="257924" y="106810"/>
                  <a:pt x="262545" y="101875"/>
                </a:cubicBezTo>
                <a:close/>
                <a:moveTo>
                  <a:pt x="377997" y="105201"/>
                </a:moveTo>
                <a:cubicBezTo>
                  <a:pt x="370331" y="111127"/>
                  <a:pt x="365520" y="114552"/>
                  <a:pt x="363563" y="115476"/>
                </a:cubicBezTo>
                <a:cubicBezTo>
                  <a:pt x="360627" y="116889"/>
                  <a:pt x="357501" y="117596"/>
                  <a:pt x="354184" y="117596"/>
                </a:cubicBezTo>
                <a:cubicBezTo>
                  <a:pt x="349019" y="117596"/>
                  <a:pt x="344765" y="115829"/>
                  <a:pt x="341422" y="112295"/>
                </a:cubicBezTo>
                <a:cubicBezTo>
                  <a:pt x="338078" y="108762"/>
                  <a:pt x="336406" y="104113"/>
                  <a:pt x="336406" y="98350"/>
                </a:cubicBezTo>
                <a:cubicBezTo>
                  <a:pt x="336406" y="94708"/>
                  <a:pt x="337222" y="91554"/>
                  <a:pt x="338853" y="88890"/>
                </a:cubicBezTo>
                <a:cubicBezTo>
                  <a:pt x="341082" y="85193"/>
                  <a:pt x="344955" y="81714"/>
                  <a:pt x="350474" y="78452"/>
                </a:cubicBezTo>
                <a:cubicBezTo>
                  <a:pt x="355992" y="75190"/>
                  <a:pt x="365166" y="71221"/>
                  <a:pt x="377997" y="66545"/>
                </a:cubicBezTo>
                <a:lnTo>
                  <a:pt x="377997" y="63610"/>
                </a:lnTo>
                <a:cubicBezTo>
                  <a:pt x="377997" y="56161"/>
                  <a:pt x="376815" y="51051"/>
                  <a:pt x="374450" y="48278"/>
                </a:cubicBezTo>
                <a:cubicBezTo>
                  <a:pt x="372085" y="45505"/>
                  <a:pt x="368646" y="44119"/>
                  <a:pt x="364133" y="44119"/>
                </a:cubicBezTo>
                <a:cubicBezTo>
                  <a:pt x="360708" y="44119"/>
                  <a:pt x="357990" y="45040"/>
                  <a:pt x="355978" y="46882"/>
                </a:cubicBezTo>
                <a:cubicBezTo>
                  <a:pt x="353912" y="48723"/>
                  <a:pt x="352879" y="50836"/>
                  <a:pt x="352879" y="53220"/>
                </a:cubicBezTo>
                <a:lnTo>
                  <a:pt x="353043" y="57932"/>
                </a:lnTo>
                <a:cubicBezTo>
                  <a:pt x="353043" y="60422"/>
                  <a:pt x="352404" y="62345"/>
                  <a:pt x="351126" y="63699"/>
                </a:cubicBezTo>
                <a:cubicBezTo>
                  <a:pt x="349848" y="65053"/>
                  <a:pt x="348177" y="65730"/>
                  <a:pt x="346111" y="65730"/>
                </a:cubicBezTo>
                <a:cubicBezTo>
                  <a:pt x="344099" y="65730"/>
                  <a:pt x="342455" y="65026"/>
                  <a:pt x="341177" y="63617"/>
                </a:cubicBezTo>
                <a:cubicBezTo>
                  <a:pt x="339899" y="62207"/>
                  <a:pt x="339260" y="60282"/>
                  <a:pt x="339260" y="57842"/>
                </a:cubicBezTo>
                <a:cubicBezTo>
                  <a:pt x="339260" y="53182"/>
                  <a:pt x="341653" y="48901"/>
                  <a:pt x="346437" y="44998"/>
                </a:cubicBezTo>
                <a:cubicBezTo>
                  <a:pt x="351221" y="41096"/>
                  <a:pt x="357936" y="39144"/>
                  <a:pt x="366580" y="39144"/>
                </a:cubicBezTo>
                <a:cubicBezTo>
                  <a:pt x="373213" y="39144"/>
                  <a:pt x="378649" y="40257"/>
                  <a:pt x="382890" y="42483"/>
                </a:cubicBezTo>
                <a:cubicBezTo>
                  <a:pt x="386098" y="44167"/>
                  <a:pt x="388463" y="46801"/>
                  <a:pt x="389985" y="50386"/>
                </a:cubicBezTo>
                <a:cubicBezTo>
                  <a:pt x="390964" y="52720"/>
                  <a:pt x="391453" y="57498"/>
                  <a:pt x="391453" y="64721"/>
                </a:cubicBezTo>
                <a:lnTo>
                  <a:pt x="391453" y="90052"/>
                </a:lnTo>
                <a:cubicBezTo>
                  <a:pt x="391453" y="97166"/>
                  <a:pt x="391589" y="101524"/>
                  <a:pt x="391861" y="103126"/>
                </a:cubicBezTo>
                <a:cubicBezTo>
                  <a:pt x="392133" y="104728"/>
                  <a:pt x="392581" y="105801"/>
                  <a:pt x="393206" y="106345"/>
                </a:cubicBezTo>
                <a:cubicBezTo>
                  <a:pt x="393832" y="106887"/>
                  <a:pt x="394552" y="107158"/>
                  <a:pt x="395367" y="107158"/>
                </a:cubicBezTo>
                <a:cubicBezTo>
                  <a:pt x="396237" y="107158"/>
                  <a:pt x="396998" y="106967"/>
                  <a:pt x="397651" y="106587"/>
                </a:cubicBezTo>
                <a:cubicBezTo>
                  <a:pt x="398793" y="105880"/>
                  <a:pt x="400994" y="103896"/>
                  <a:pt x="404256" y="100634"/>
                </a:cubicBezTo>
                <a:lnTo>
                  <a:pt x="404256" y="105201"/>
                </a:lnTo>
                <a:cubicBezTo>
                  <a:pt x="398167" y="113356"/>
                  <a:pt x="392350" y="117433"/>
                  <a:pt x="386805" y="117433"/>
                </a:cubicBezTo>
                <a:cubicBezTo>
                  <a:pt x="384141" y="117433"/>
                  <a:pt x="382020" y="116509"/>
                  <a:pt x="380444" y="114660"/>
                </a:cubicBezTo>
                <a:cubicBezTo>
                  <a:pt x="378867" y="112812"/>
                  <a:pt x="378051" y="109659"/>
                  <a:pt x="377997" y="105201"/>
                </a:cubicBezTo>
                <a:moveTo>
                  <a:pt x="377997" y="99854"/>
                </a:moveTo>
                <a:lnTo>
                  <a:pt x="377997" y="71520"/>
                </a:lnTo>
                <a:cubicBezTo>
                  <a:pt x="369788" y="74767"/>
                  <a:pt x="364487" y="77067"/>
                  <a:pt x="362095" y="78421"/>
                </a:cubicBezTo>
                <a:cubicBezTo>
                  <a:pt x="357800" y="80803"/>
                  <a:pt x="354728" y="83293"/>
                  <a:pt x="352879" y="85891"/>
                </a:cubicBezTo>
                <a:cubicBezTo>
                  <a:pt x="351031" y="88489"/>
                  <a:pt x="350107" y="91330"/>
                  <a:pt x="350107" y="94415"/>
                </a:cubicBezTo>
                <a:cubicBezTo>
                  <a:pt x="350107" y="98313"/>
                  <a:pt x="351276" y="101547"/>
                  <a:pt x="353613" y="104117"/>
                </a:cubicBezTo>
                <a:cubicBezTo>
                  <a:pt x="355951" y="106688"/>
                  <a:pt x="358642" y="107973"/>
                  <a:pt x="361687" y="107973"/>
                </a:cubicBezTo>
                <a:cubicBezTo>
                  <a:pt x="365819" y="107973"/>
                  <a:pt x="371256" y="105267"/>
                  <a:pt x="377997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4" y="39144"/>
                  <a:pt x="496207" y="39144"/>
                </a:cubicBezTo>
                <a:cubicBezTo>
                  <a:pt x="503873" y="39144"/>
                  <a:pt x="510560" y="42417"/>
                  <a:pt x="516268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7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2" y="117460"/>
                  <a:pt x="473087" y="115884"/>
                </a:cubicBezTo>
                <a:cubicBezTo>
                  <a:pt x="468602" y="114307"/>
                  <a:pt x="464021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4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7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2" y="108756"/>
                  <a:pt x="481405" y="110139"/>
                </a:cubicBezTo>
                <a:cubicBezTo>
                  <a:pt x="484368" y="111522"/>
                  <a:pt x="487399" y="112214"/>
                  <a:pt x="490498" y="112214"/>
                </a:cubicBezTo>
                <a:cubicBezTo>
                  <a:pt x="495446" y="112214"/>
                  <a:pt x="500053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3" y="53287"/>
                  <a:pt x="495201" y="50725"/>
                  <a:pt x="489764" y="50725"/>
                </a:cubicBezTo>
                <a:cubicBezTo>
                  <a:pt x="486883" y="50725"/>
                  <a:pt x="484001" y="51457"/>
                  <a:pt x="481120" y="52921"/>
                </a:cubicBezTo>
                <a:cubicBezTo>
                  <a:pt x="478945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3" y="39144"/>
                  <a:pt x="593183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7" y="97558"/>
                </a:cubicBezTo>
                <a:cubicBezTo>
                  <a:pt x="600740" y="104399"/>
                  <a:pt x="596322" y="109558"/>
                  <a:pt x="590695" y="113034"/>
                </a:cubicBezTo>
                <a:cubicBezTo>
                  <a:pt x="585068" y="116511"/>
                  <a:pt x="578802" y="118249"/>
                  <a:pt x="571898" y="118249"/>
                </a:cubicBezTo>
                <a:cubicBezTo>
                  <a:pt x="560644" y="118249"/>
                  <a:pt x="551700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4" y="47223"/>
                  <a:pt x="555180" y="43992"/>
                </a:cubicBezTo>
                <a:cubicBezTo>
                  <a:pt x="560725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5" y="44527"/>
                  <a:pt x="564490" y="45382"/>
                  <a:pt x="561582" y="47093"/>
                </a:cubicBezTo>
                <a:cubicBezTo>
                  <a:pt x="558673" y="48804"/>
                  <a:pt x="556322" y="51804"/>
                  <a:pt x="554528" y="56094"/>
                </a:cubicBezTo>
                <a:cubicBezTo>
                  <a:pt x="552733" y="60384"/>
                  <a:pt x="551836" y="65896"/>
                  <a:pt x="551836" y="72629"/>
                </a:cubicBezTo>
                <a:cubicBezTo>
                  <a:pt x="551836" y="83488"/>
                  <a:pt x="553997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8" y="112540"/>
                  <a:pt x="585028" y="110368"/>
                  <a:pt x="588453" y="106024"/>
                </a:cubicBezTo>
                <a:cubicBezTo>
                  <a:pt x="591878" y="101679"/>
                  <a:pt x="593590" y="94213"/>
                  <a:pt x="593590" y="83625"/>
                </a:cubicBezTo>
                <a:cubicBezTo>
                  <a:pt x="593590" y="70375"/>
                  <a:pt x="590736" y="59948"/>
                  <a:pt x="585028" y="52345"/>
                </a:cubicBezTo>
                <a:cubicBezTo>
                  <a:pt x="581167" y="47133"/>
                  <a:pt x="576247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0" y="43435"/>
                  <a:pt x="683961" y="52017"/>
                </a:cubicBezTo>
                <a:cubicBezTo>
                  <a:pt x="689778" y="59348"/>
                  <a:pt x="692686" y="67766"/>
                  <a:pt x="692686" y="77272"/>
                </a:cubicBezTo>
                <a:cubicBezTo>
                  <a:pt x="692686" y="83952"/>
                  <a:pt x="691083" y="90714"/>
                  <a:pt x="687875" y="97558"/>
                </a:cubicBezTo>
                <a:cubicBezTo>
                  <a:pt x="684667" y="104399"/>
                  <a:pt x="680250" y="109558"/>
                  <a:pt x="674623" y="113034"/>
                </a:cubicBezTo>
                <a:cubicBezTo>
                  <a:pt x="668996" y="116511"/>
                  <a:pt x="662730" y="118249"/>
                  <a:pt x="655825" y="118249"/>
                </a:cubicBezTo>
                <a:cubicBezTo>
                  <a:pt x="644571" y="118249"/>
                  <a:pt x="635628" y="113768"/>
                  <a:pt x="628995" y="104805"/>
                </a:cubicBezTo>
                <a:cubicBezTo>
                  <a:pt x="623395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2" y="58982"/>
                </a:cubicBezTo>
                <a:cubicBezTo>
                  <a:pt x="629090" y="52220"/>
                  <a:pt x="633562" y="47223"/>
                  <a:pt x="639108" y="43992"/>
                </a:cubicBezTo>
                <a:cubicBezTo>
                  <a:pt x="644653" y="40760"/>
                  <a:pt x="650525" y="39144"/>
                  <a:pt x="656723" y="39144"/>
                </a:cubicBezTo>
                <a:moveTo>
                  <a:pt x="654194" y="44527"/>
                </a:moveTo>
                <a:cubicBezTo>
                  <a:pt x="651313" y="44527"/>
                  <a:pt x="648418" y="45382"/>
                  <a:pt x="645509" y="47093"/>
                </a:cubicBezTo>
                <a:cubicBezTo>
                  <a:pt x="642601" y="48804"/>
                  <a:pt x="640249" y="51804"/>
                  <a:pt x="638455" y="56094"/>
                </a:cubicBezTo>
                <a:cubicBezTo>
                  <a:pt x="636661" y="60384"/>
                  <a:pt x="635764" y="65896"/>
                  <a:pt x="635764" y="72629"/>
                </a:cubicBezTo>
                <a:cubicBezTo>
                  <a:pt x="635764" y="83488"/>
                  <a:pt x="637925" y="92856"/>
                  <a:pt x="642247" y="100730"/>
                </a:cubicBezTo>
                <a:cubicBezTo>
                  <a:pt x="646569" y="108604"/>
                  <a:pt x="652264" y="112540"/>
                  <a:pt x="659332" y="112540"/>
                </a:cubicBezTo>
                <a:cubicBezTo>
                  <a:pt x="664606" y="112540"/>
                  <a:pt x="668955" y="110368"/>
                  <a:pt x="672380" y="106024"/>
                </a:cubicBezTo>
                <a:cubicBezTo>
                  <a:pt x="675805" y="101679"/>
                  <a:pt x="677518" y="94213"/>
                  <a:pt x="677518" y="83625"/>
                </a:cubicBezTo>
                <a:cubicBezTo>
                  <a:pt x="677518" y="70375"/>
                  <a:pt x="674664" y="59948"/>
                  <a:pt x="668955" y="52345"/>
                </a:cubicBezTo>
                <a:cubicBezTo>
                  <a:pt x="665095" y="47133"/>
                  <a:pt x="660175" y="44527"/>
                  <a:pt x="654194" y="44527"/>
                </a:cubicBezTo>
                <a:close/>
                <a:moveTo>
                  <a:pt x="726215" y="0"/>
                </a:moveTo>
                <a:lnTo>
                  <a:pt x="726215" y="74293"/>
                </a:lnTo>
                <a:lnTo>
                  <a:pt x="745216" y="57004"/>
                </a:lnTo>
                <a:cubicBezTo>
                  <a:pt x="749240" y="53307"/>
                  <a:pt x="751577" y="50969"/>
                  <a:pt x="752230" y="49991"/>
                </a:cubicBezTo>
                <a:cubicBezTo>
                  <a:pt x="752665" y="49338"/>
                  <a:pt x="752882" y="48686"/>
                  <a:pt x="752882" y="48033"/>
                </a:cubicBezTo>
                <a:cubicBezTo>
                  <a:pt x="752882" y="46946"/>
                  <a:pt x="752434" y="46008"/>
                  <a:pt x="751537" y="45220"/>
                </a:cubicBezTo>
                <a:cubicBezTo>
                  <a:pt x="750640" y="44432"/>
                  <a:pt x="749158" y="43983"/>
                  <a:pt x="747092" y="43874"/>
                </a:cubicBezTo>
                <a:lnTo>
                  <a:pt x="747092" y="41265"/>
                </a:lnTo>
                <a:lnTo>
                  <a:pt x="779549" y="41265"/>
                </a:lnTo>
                <a:lnTo>
                  <a:pt x="779549" y="43874"/>
                </a:lnTo>
                <a:cubicBezTo>
                  <a:pt x="775091" y="43983"/>
                  <a:pt x="771381" y="44663"/>
                  <a:pt x="768418" y="45913"/>
                </a:cubicBezTo>
                <a:cubicBezTo>
                  <a:pt x="765455" y="47164"/>
                  <a:pt x="762206" y="49393"/>
                  <a:pt x="758672" y="52600"/>
                </a:cubicBezTo>
                <a:lnTo>
                  <a:pt x="739508" y="70297"/>
                </a:lnTo>
                <a:lnTo>
                  <a:pt x="758672" y="94471"/>
                </a:lnTo>
                <a:cubicBezTo>
                  <a:pt x="764000" y="101145"/>
                  <a:pt x="767589" y="105377"/>
                  <a:pt x="769437" y="107168"/>
                </a:cubicBezTo>
                <a:cubicBezTo>
                  <a:pt x="772047" y="109718"/>
                  <a:pt x="774330" y="111374"/>
                  <a:pt x="776287" y="112135"/>
                </a:cubicBezTo>
                <a:cubicBezTo>
                  <a:pt x="777646" y="112677"/>
                  <a:pt x="780011" y="112948"/>
                  <a:pt x="783382" y="112948"/>
                </a:cubicBezTo>
                <a:lnTo>
                  <a:pt x="783382" y="115965"/>
                </a:lnTo>
                <a:lnTo>
                  <a:pt x="747092" y="115965"/>
                </a:lnTo>
                <a:lnTo>
                  <a:pt x="747092" y="112948"/>
                </a:lnTo>
                <a:cubicBezTo>
                  <a:pt x="749158" y="112893"/>
                  <a:pt x="750558" y="112582"/>
                  <a:pt x="751292" y="112013"/>
                </a:cubicBezTo>
                <a:cubicBezTo>
                  <a:pt x="752026" y="111442"/>
                  <a:pt x="752393" y="110641"/>
                  <a:pt x="752393" y="109612"/>
                </a:cubicBezTo>
                <a:cubicBezTo>
                  <a:pt x="752393" y="108363"/>
                  <a:pt x="751306" y="106356"/>
                  <a:pt x="749131" y="103590"/>
                </a:cubicBezTo>
                <a:lnTo>
                  <a:pt x="726215" y="74374"/>
                </a:lnTo>
                <a:lnTo>
                  <a:pt x="726215" y="99112"/>
                </a:lnTo>
                <a:cubicBezTo>
                  <a:pt x="726215" y="103941"/>
                  <a:pt x="726555" y="107115"/>
                  <a:pt x="727235" y="108636"/>
                </a:cubicBezTo>
                <a:cubicBezTo>
                  <a:pt x="727914" y="110155"/>
                  <a:pt x="728879" y="111240"/>
                  <a:pt x="730130" y="111890"/>
                </a:cubicBezTo>
                <a:cubicBezTo>
                  <a:pt x="731380" y="112541"/>
                  <a:pt x="734098" y="112893"/>
                  <a:pt x="738285" y="112948"/>
                </a:cubicBezTo>
                <a:lnTo>
                  <a:pt x="738285" y="115965"/>
                </a:lnTo>
                <a:lnTo>
                  <a:pt x="700282" y="115965"/>
                </a:lnTo>
                <a:lnTo>
                  <a:pt x="700282" y="112948"/>
                </a:lnTo>
                <a:cubicBezTo>
                  <a:pt x="704088" y="112948"/>
                  <a:pt x="706942" y="112486"/>
                  <a:pt x="708845" y="111561"/>
                </a:cubicBezTo>
                <a:cubicBezTo>
                  <a:pt x="709987" y="110965"/>
                  <a:pt x="710856" y="110042"/>
                  <a:pt x="711454" y="108791"/>
                </a:cubicBezTo>
                <a:cubicBezTo>
                  <a:pt x="712270" y="106999"/>
                  <a:pt x="712678" y="103902"/>
                  <a:pt x="712678" y="99502"/>
                </a:cubicBezTo>
                <a:lnTo>
                  <a:pt x="712678" y="31537"/>
                </a:lnTo>
                <a:cubicBezTo>
                  <a:pt x="712678" y="22900"/>
                  <a:pt x="712487" y="17617"/>
                  <a:pt x="712107" y="15688"/>
                </a:cubicBezTo>
                <a:cubicBezTo>
                  <a:pt x="711726" y="13758"/>
                  <a:pt x="711101" y="12427"/>
                  <a:pt x="710231" y="11695"/>
                </a:cubicBezTo>
                <a:cubicBezTo>
                  <a:pt x="709361" y="10961"/>
                  <a:pt x="708220" y="10594"/>
                  <a:pt x="706806" y="10594"/>
                </a:cubicBezTo>
                <a:cubicBezTo>
                  <a:pt x="705664" y="10594"/>
                  <a:pt x="703952" y="11056"/>
                  <a:pt x="701668" y="11980"/>
                </a:cubicBezTo>
                <a:lnTo>
                  <a:pt x="700282" y="9126"/>
                </a:lnTo>
                <a:lnTo>
                  <a:pt x="722464" y="0"/>
                </a:lnTo>
                <a:lnTo>
                  <a:pt x="7262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ed193846a412f"/>
          <a:stretch xmlns:a="http://schemas.openxmlformats.org/drawingml/2006/main"/>
        </p:blipFill>
        <p:spPr>
          <a:xfrm xmlns:a="http://schemas.openxmlformats.org/drawingml/2006/main">
            <a:off x="8836267" y="658926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02B60-044D-4B35-9040-ABB201EF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9524" y="148329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79" y="43893"/>
                </a:lnTo>
                <a:lnTo>
                  <a:pt x="19865" y="40120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862" y="257412"/>
                </a:lnTo>
                <a:lnTo>
                  <a:pt x="18491" y="253680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D3D82-2D38-46D1-8706-181F0990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238" y="114624"/>
            <a:ext cx="1937721" cy="473352"/>
          </a:xfrm>
          <a:custGeom xmlns:a="http://schemas.openxmlformats.org/drawingml/2006/main">
            <a:pathLst>
              <a:path w="1937721" h="473352">
                <a:moveTo>
                  <a:pt x="0" y="0"/>
                </a:moveTo>
                <a:lnTo>
                  <a:pt x="1937721" y="0"/>
                </a:lnTo>
                <a:lnTo>
                  <a:pt x="1937721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E15E7-6484-4C42-B23D-8EC0BF56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684" y="105224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d11f2c7a74bb8"/>
          <a:stretch xmlns:a="http://schemas.openxmlformats.org/drawingml/2006/main"/>
        </p:blipFill>
        <p:spPr>
          <a:xfrm xmlns:a="http://schemas.openxmlformats.org/drawingml/2006/main">
            <a:off x="8899072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48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5561875F-2BEA-4841-95A2-087A511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896" y="263654"/>
            <a:ext cx="937801" cy="139071"/>
          </a:xfrm>
          <a:custGeom xmlns:a="http://schemas.openxmlformats.org/drawingml/2006/main">
            <a:pathLst>
              <a:path w="937801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2" y="102937"/>
                  <a:pt x="216895" y="109113"/>
                </a:cubicBezTo>
                <a:cubicBezTo>
                  <a:pt x="214928" y="115289"/>
                  <a:pt x="211944" y="120610"/>
                  <a:pt x="207945" y="125077"/>
                </a:cubicBezTo>
                <a:cubicBezTo>
                  <a:pt x="203945" y="129544"/>
                  <a:pt x="198929" y="132993"/>
                  <a:pt x="192897" y="135426"/>
                </a:cubicBezTo>
                <a:cubicBezTo>
                  <a:pt x="186864" y="137856"/>
                  <a:pt x="179816" y="139071"/>
                  <a:pt x="171751" y="139071"/>
                </a:cubicBezTo>
                <a:cubicBezTo>
                  <a:pt x="163948" y="139071"/>
                  <a:pt x="157162" y="137987"/>
                  <a:pt x="151392" y="135819"/>
                </a:cubicBezTo>
                <a:cubicBezTo>
                  <a:pt x="145622" y="133651"/>
                  <a:pt x="140835" y="130498"/>
                  <a:pt x="137032" y="126359"/>
                </a:cubicBezTo>
                <a:cubicBezTo>
                  <a:pt x="133229" y="122220"/>
                  <a:pt x="130410" y="117128"/>
                  <a:pt x="128574" y="111083"/>
                </a:cubicBezTo>
                <a:cubicBezTo>
                  <a:pt x="126738" y="105039"/>
                  <a:pt x="125820" y="98141"/>
                  <a:pt x="125820" y="90389"/>
                </a:cubicBezTo>
                <a:cubicBezTo>
                  <a:pt x="125820" y="82898"/>
                  <a:pt x="126820" y="76048"/>
                  <a:pt x="128820" y="69840"/>
                </a:cubicBezTo>
                <a:cubicBezTo>
                  <a:pt x="130820" y="63631"/>
                  <a:pt x="133820" y="58310"/>
                  <a:pt x="137819" y="53876"/>
                </a:cubicBezTo>
                <a:cubicBezTo>
                  <a:pt x="141819" y="49442"/>
                  <a:pt x="146819" y="46010"/>
                  <a:pt x="152818" y="43579"/>
                </a:cubicBezTo>
                <a:cubicBezTo>
                  <a:pt x="158818" y="41147"/>
                  <a:pt x="165850" y="39931"/>
                  <a:pt x="173915" y="39931"/>
                </a:cubicBezTo>
                <a:cubicBezTo>
                  <a:pt x="181783" y="39931"/>
                  <a:pt x="188602" y="40999"/>
                  <a:pt x="194372" y="43134"/>
                </a:cubicBezTo>
                <a:cubicBezTo>
                  <a:pt x="200142" y="45269"/>
                  <a:pt x="204912" y="48406"/>
                  <a:pt x="208682" y="52545"/>
                </a:cubicBezTo>
                <a:cubicBezTo>
                  <a:pt x="212453" y="56684"/>
                  <a:pt x="215256" y="61776"/>
                  <a:pt x="217092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2" y="89599"/>
                </a:moveTo>
                <a:cubicBezTo>
                  <a:pt x="194372" y="85272"/>
                  <a:pt x="194028" y="81289"/>
                  <a:pt x="193339" y="77649"/>
                </a:cubicBezTo>
                <a:cubicBezTo>
                  <a:pt x="192651" y="74010"/>
                  <a:pt x="191487" y="70847"/>
                  <a:pt x="189848" y="68158"/>
                </a:cubicBezTo>
                <a:cubicBezTo>
                  <a:pt x="188209" y="65470"/>
                  <a:pt x="186028" y="63372"/>
                  <a:pt x="183307" y="61864"/>
                </a:cubicBezTo>
                <a:cubicBezTo>
                  <a:pt x="180586" y="60356"/>
                  <a:pt x="177160" y="59602"/>
                  <a:pt x="173030" y="59602"/>
                </a:cubicBezTo>
                <a:cubicBezTo>
                  <a:pt x="169358" y="59602"/>
                  <a:pt x="166145" y="60274"/>
                  <a:pt x="163391" y="61618"/>
                </a:cubicBezTo>
                <a:cubicBezTo>
                  <a:pt x="160637" y="62962"/>
                  <a:pt x="158375" y="64929"/>
                  <a:pt x="156605" y="67519"/>
                </a:cubicBezTo>
                <a:cubicBezTo>
                  <a:pt x="154834" y="70109"/>
                  <a:pt x="153507" y="73224"/>
                  <a:pt x="152621" y="76863"/>
                </a:cubicBezTo>
                <a:cubicBezTo>
                  <a:pt x="151736" y="80502"/>
                  <a:pt x="151294" y="84649"/>
                  <a:pt x="151294" y="89304"/>
                </a:cubicBezTo>
                <a:cubicBezTo>
                  <a:pt x="151294" y="93632"/>
                  <a:pt x="151654" y="97615"/>
                  <a:pt x="152375" y="101254"/>
                </a:cubicBezTo>
                <a:cubicBezTo>
                  <a:pt x="153097" y="104893"/>
                  <a:pt x="154261" y="108057"/>
                  <a:pt x="155867" y="110745"/>
                </a:cubicBezTo>
                <a:cubicBezTo>
                  <a:pt x="157473" y="113433"/>
                  <a:pt x="159654" y="115515"/>
                  <a:pt x="162407" y="116991"/>
                </a:cubicBezTo>
                <a:cubicBezTo>
                  <a:pt x="165161" y="118466"/>
                  <a:pt x="168571" y="119203"/>
                  <a:pt x="172636" y="119203"/>
                </a:cubicBezTo>
                <a:cubicBezTo>
                  <a:pt x="176374" y="119203"/>
                  <a:pt x="179619" y="118531"/>
                  <a:pt x="182373" y="117187"/>
                </a:cubicBezTo>
                <a:cubicBezTo>
                  <a:pt x="185127" y="115843"/>
                  <a:pt x="187389" y="113892"/>
                  <a:pt x="189159" y="111335"/>
                </a:cubicBezTo>
                <a:cubicBezTo>
                  <a:pt x="190930" y="108778"/>
                  <a:pt x="192241" y="105680"/>
                  <a:pt x="193093" y="102041"/>
                </a:cubicBezTo>
                <a:cubicBezTo>
                  <a:pt x="193946" y="98402"/>
                  <a:pt x="194372" y="94255"/>
                  <a:pt x="194372" y="89599"/>
                </a:cubicBezTo>
                <a:close/>
                <a:moveTo>
                  <a:pt x="291328" y="124644"/>
                </a:moveTo>
                <a:cubicBezTo>
                  <a:pt x="291328" y="127543"/>
                  <a:pt x="291148" y="129767"/>
                  <a:pt x="290787" y="131316"/>
                </a:cubicBezTo>
                <a:cubicBezTo>
                  <a:pt x="290426" y="132863"/>
                  <a:pt x="289951" y="133950"/>
                  <a:pt x="289361" y="134577"/>
                </a:cubicBezTo>
                <a:cubicBezTo>
                  <a:pt x="288771" y="135202"/>
                  <a:pt x="287902" y="135762"/>
                  <a:pt x="286754" y="136255"/>
                </a:cubicBezTo>
                <a:cubicBezTo>
                  <a:pt x="285607" y="136749"/>
                  <a:pt x="284263" y="137177"/>
                  <a:pt x="282722" y="137540"/>
                </a:cubicBezTo>
                <a:cubicBezTo>
                  <a:pt x="281181" y="137903"/>
                  <a:pt x="279509" y="138182"/>
                  <a:pt x="277706" y="138379"/>
                </a:cubicBezTo>
                <a:cubicBezTo>
                  <a:pt x="275903" y="138578"/>
                  <a:pt x="274083" y="138677"/>
                  <a:pt x="272247" y="138677"/>
                </a:cubicBezTo>
                <a:cubicBezTo>
                  <a:pt x="267330" y="138677"/>
                  <a:pt x="263068" y="138054"/>
                  <a:pt x="259462" y="136809"/>
                </a:cubicBezTo>
                <a:cubicBezTo>
                  <a:pt x="255855" y="135563"/>
                  <a:pt x="252872" y="133645"/>
                  <a:pt x="250512" y="131055"/>
                </a:cubicBezTo>
                <a:cubicBezTo>
                  <a:pt x="248151" y="128465"/>
                  <a:pt x="246413" y="125203"/>
                  <a:pt x="245299" y="121269"/>
                </a:cubicBezTo>
                <a:cubicBezTo>
                  <a:pt x="244184" y="117335"/>
                  <a:pt x="243627" y="112679"/>
                  <a:pt x="243627" y="107303"/>
                </a:cubicBezTo>
                <a:lnTo>
                  <a:pt x="243627" y="62356"/>
                </a:lnTo>
                <a:lnTo>
                  <a:pt x="233103" y="62356"/>
                </a:lnTo>
                <a:cubicBezTo>
                  <a:pt x="231857" y="62356"/>
                  <a:pt x="230907" y="61585"/>
                  <a:pt x="230251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3" y="45160"/>
                  <a:pt x="230251" y="44406"/>
                </a:cubicBezTo>
                <a:cubicBezTo>
                  <a:pt x="230579" y="43652"/>
                  <a:pt x="230989" y="43111"/>
                  <a:pt x="231480" y="42783"/>
                </a:cubicBezTo>
                <a:cubicBezTo>
                  <a:pt x="231972" y="42456"/>
                  <a:pt x="232546" y="42292"/>
                  <a:pt x="233201" y="42292"/>
                </a:cubicBezTo>
                <a:lnTo>
                  <a:pt x="243627" y="42292"/>
                </a:lnTo>
                <a:lnTo>
                  <a:pt x="243627" y="22640"/>
                </a:lnTo>
                <a:cubicBezTo>
                  <a:pt x="243627" y="21980"/>
                  <a:pt x="243807" y="21387"/>
                  <a:pt x="244168" y="20860"/>
                </a:cubicBezTo>
                <a:cubicBezTo>
                  <a:pt x="244528" y="20333"/>
                  <a:pt x="245184" y="19890"/>
                  <a:pt x="246135" y="19529"/>
                </a:cubicBezTo>
                <a:cubicBezTo>
                  <a:pt x="247086" y="19166"/>
                  <a:pt x="248364" y="18903"/>
                  <a:pt x="249971" y="18739"/>
                </a:cubicBezTo>
                <a:cubicBezTo>
                  <a:pt x="251577" y="18573"/>
                  <a:pt x="253560" y="18490"/>
                  <a:pt x="255921" y="18490"/>
                </a:cubicBezTo>
                <a:cubicBezTo>
                  <a:pt x="258347" y="18490"/>
                  <a:pt x="260363" y="18573"/>
                  <a:pt x="261970" y="18739"/>
                </a:cubicBezTo>
                <a:cubicBezTo>
                  <a:pt x="263576" y="18903"/>
                  <a:pt x="264838" y="19166"/>
                  <a:pt x="265756" y="19529"/>
                </a:cubicBezTo>
                <a:cubicBezTo>
                  <a:pt x="266674" y="19890"/>
                  <a:pt x="267330" y="20333"/>
                  <a:pt x="267723" y="20860"/>
                </a:cubicBezTo>
                <a:cubicBezTo>
                  <a:pt x="268117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4" y="42292"/>
                </a:lnTo>
                <a:cubicBezTo>
                  <a:pt x="288049" y="42292"/>
                  <a:pt x="288623" y="42456"/>
                  <a:pt x="289115" y="42783"/>
                </a:cubicBezTo>
                <a:cubicBezTo>
                  <a:pt x="289607" y="43111"/>
                  <a:pt x="290017" y="43652"/>
                  <a:pt x="290344" y="44406"/>
                </a:cubicBezTo>
                <a:cubicBezTo>
                  <a:pt x="290672" y="45160"/>
                  <a:pt x="290918" y="46193"/>
                  <a:pt x="291082" y="47504"/>
                </a:cubicBezTo>
                <a:cubicBezTo>
                  <a:pt x="291246" y="48816"/>
                  <a:pt x="291328" y="50422"/>
                  <a:pt x="291328" y="52324"/>
                </a:cubicBezTo>
                <a:cubicBezTo>
                  <a:pt x="291328" y="55930"/>
                  <a:pt x="291000" y="58503"/>
                  <a:pt x="290344" y="60044"/>
                </a:cubicBezTo>
                <a:cubicBezTo>
                  <a:pt x="289689" y="61585"/>
                  <a:pt x="288738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4" y="116632"/>
                  <a:pt x="274772" y="117827"/>
                  <a:pt x="278640" y="117827"/>
                </a:cubicBezTo>
                <a:cubicBezTo>
                  <a:pt x="279952" y="117827"/>
                  <a:pt x="281132" y="117712"/>
                  <a:pt x="282181" y="117482"/>
                </a:cubicBezTo>
                <a:cubicBezTo>
                  <a:pt x="283230" y="117253"/>
                  <a:pt x="284165" y="116991"/>
                  <a:pt x="284984" y="116695"/>
                </a:cubicBezTo>
                <a:cubicBezTo>
                  <a:pt x="285804" y="116400"/>
                  <a:pt x="286492" y="116138"/>
                  <a:pt x="287050" y="115909"/>
                </a:cubicBezTo>
                <a:cubicBezTo>
                  <a:pt x="287607" y="115679"/>
                  <a:pt x="288115" y="115564"/>
                  <a:pt x="288574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6" y="116138"/>
                  <a:pt x="290344" y="116598"/>
                  <a:pt x="290541" y="117289"/>
                </a:cubicBezTo>
                <a:cubicBezTo>
                  <a:pt x="290738" y="117977"/>
                  <a:pt x="290918" y="118915"/>
                  <a:pt x="291082" y="120101"/>
                </a:cubicBezTo>
                <a:cubicBezTo>
                  <a:pt x="291246" y="121285"/>
                  <a:pt x="291328" y="122799"/>
                  <a:pt x="291328" y="124644"/>
                </a:cubicBezTo>
                <a:close/>
                <a:moveTo>
                  <a:pt x="387583" y="86928"/>
                </a:moveTo>
                <a:cubicBezTo>
                  <a:pt x="387583" y="89951"/>
                  <a:pt x="386911" y="92184"/>
                  <a:pt x="385567" y="93629"/>
                </a:cubicBezTo>
                <a:cubicBezTo>
                  <a:pt x="384223" y="95073"/>
                  <a:pt x="382370" y="95796"/>
                  <a:pt x="380010" y="95796"/>
                </a:cubicBezTo>
                <a:lnTo>
                  <a:pt x="326604" y="95796"/>
                </a:lnTo>
                <a:cubicBezTo>
                  <a:pt x="326604" y="99547"/>
                  <a:pt x="327047" y="102954"/>
                  <a:pt x="327932" y="106015"/>
                </a:cubicBezTo>
                <a:cubicBezTo>
                  <a:pt x="328817" y="109076"/>
                  <a:pt x="330227" y="111677"/>
                  <a:pt x="332161" y="113819"/>
                </a:cubicBezTo>
                <a:cubicBezTo>
                  <a:pt x="334095" y="115958"/>
                  <a:pt x="336587" y="117587"/>
                  <a:pt x="339636" y="118706"/>
                </a:cubicBezTo>
                <a:cubicBezTo>
                  <a:pt x="342685" y="119824"/>
                  <a:pt x="346340" y="120384"/>
                  <a:pt x="350602" y="120384"/>
                </a:cubicBezTo>
                <a:cubicBezTo>
                  <a:pt x="354930" y="120384"/>
                  <a:pt x="358733" y="120067"/>
                  <a:pt x="362011" y="119434"/>
                </a:cubicBezTo>
                <a:cubicBezTo>
                  <a:pt x="365290" y="118801"/>
                  <a:pt x="368126" y="118101"/>
                  <a:pt x="370519" y="117335"/>
                </a:cubicBezTo>
                <a:cubicBezTo>
                  <a:pt x="372912" y="116568"/>
                  <a:pt x="374895" y="115869"/>
                  <a:pt x="376469" y="115236"/>
                </a:cubicBezTo>
                <a:cubicBezTo>
                  <a:pt x="378043" y="114602"/>
                  <a:pt x="379321" y="114286"/>
                  <a:pt x="380305" y="114286"/>
                </a:cubicBezTo>
                <a:cubicBezTo>
                  <a:pt x="380895" y="114286"/>
                  <a:pt x="381387" y="114402"/>
                  <a:pt x="381780" y="114633"/>
                </a:cubicBezTo>
                <a:cubicBezTo>
                  <a:pt x="382174" y="114863"/>
                  <a:pt x="382501" y="115274"/>
                  <a:pt x="382764" y="115869"/>
                </a:cubicBezTo>
                <a:cubicBezTo>
                  <a:pt x="383026" y="116461"/>
                  <a:pt x="383206" y="117301"/>
                  <a:pt x="383305" y="118389"/>
                </a:cubicBezTo>
                <a:cubicBezTo>
                  <a:pt x="383403" y="119477"/>
                  <a:pt x="383452" y="120845"/>
                  <a:pt x="383452" y="122492"/>
                </a:cubicBezTo>
                <a:cubicBezTo>
                  <a:pt x="383452" y="123943"/>
                  <a:pt x="383419" y="125179"/>
                  <a:pt x="383354" y="126202"/>
                </a:cubicBezTo>
                <a:cubicBezTo>
                  <a:pt x="383288" y="127222"/>
                  <a:pt x="383190" y="128095"/>
                  <a:pt x="383059" y="128821"/>
                </a:cubicBezTo>
                <a:cubicBezTo>
                  <a:pt x="382928" y="129546"/>
                  <a:pt x="382731" y="130156"/>
                  <a:pt x="382469" y="130652"/>
                </a:cubicBezTo>
                <a:cubicBezTo>
                  <a:pt x="382206" y="131146"/>
                  <a:pt x="381862" y="131624"/>
                  <a:pt x="381436" y="132085"/>
                </a:cubicBezTo>
                <a:cubicBezTo>
                  <a:pt x="381010" y="132546"/>
                  <a:pt x="379846" y="133170"/>
                  <a:pt x="377944" y="133956"/>
                </a:cubicBezTo>
                <a:cubicBezTo>
                  <a:pt x="376043" y="134743"/>
                  <a:pt x="373617" y="135514"/>
                  <a:pt x="370666" y="136268"/>
                </a:cubicBezTo>
                <a:cubicBezTo>
                  <a:pt x="367716" y="137022"/>
                  <a:pt x="364339" y="137677"/>
                  <a:pt x="360536" y="138235"/>
                </a:cubicBezTo>
                <a:cubicBezTo>
                  <a:pt x="356733" y="138792"/>
                  <a:pt x="352668" y="139071"/>
                  <a:pt x="348340" y="139071"/>
                </a:cubicBezTo>
                <a:cubicBezTo>
                  <a:pt x="340538" y="139071"/>
                  <a:pt x="333702" y="138085"/>
                  <a:pt x="327834" y="136114"/>
                </a:cubicBezTo>
                <a:cubicBezTo>
                  <a:pt x="321965" y="134143"/>
                  <a:pt x="317064" y="131153"/>
                  <a:pt x="313130" y="127145"/>
                </a:cubicBezTo>
                <a:cubicBezTo>
                  <a:pt x="309196" y="123138"/>
                  <a:pt x="306262" y="118080"/>
                  <a:pt x="304327" y="111971"/>
                </a:cubicBezTo>
                <a:cubicBezTo>
                  <a:pt x="302393" y="105861"/>
                  <a:pt x="301426" y="98700"/>
                  <a:pt x="301426" y="90488"/>
                </a:cubicBezTo>
                <a:cubicBezTo>
                  <a:pt x="301426" y="82669"/>
                  <a:pt x="302442" y="75622"/>
                  <a:pt x="304475" y="69348"/>
                </a:cubicBezTo>
                <a:cubicBezTo>
                  <a:pt x="306508" y="63074"/>
                  <a:pt x="309458" y="57753"/>
                  <a:pt x="313327" y="53384"/>
                </a:cubicBezTo>
                <a:cubicBezTo>
                  <a:pt x="317195" y="49013"/>
                  <a:pt x="321900" y="45679"/>
                  <a:pt x="327440" y="43380"/>
                </a:cubicBezTo>
                <a:cubicBezTo>
                  <a:pt x="332981" y="41081"/>
                  <a:pt x="339226" y="39931"/>
                  <a:pt x="346176" y="39931"/>
                </a:cubicBezTo>
                <a:cubicBezTo>
                  <a:pt x="353520" y="39931"/>
                  <a:pt x="359798" y="41015"/>
                  <a:pt x="365011" y="43183"/>
                </a:cubicBezTo>
                <a:cubicBezTo>
                  <a:pt x="370224" y="45351"/>
                  <a:pt x="374502" y="48356"/>
                  <a:pt x="377846" y="52198"/>
                </a:cubicBezTo>
                <a:cubicBezTo>
                  <a:pt x="381190" y="56040"/>
                  <a:pt x="383649" y="60588"/>
                  <a:pt x="385223" y="65844"/>
                </a:cubicBezTo>
                <a:cubicBezTo>
                  <a:pt x="386796" y="71098"/>
                  <a:pt x="387583" y="76812"/>
                  <a:pt x="387583" y="82988"/>
                </a:cubicBezTo>
                <a:lnTo>
                  <a:pt x="387583" y="86928"/>
                </a:lnTo>
                <a:moveTo>
                  <a:pt x="363585" y="79862"/>
                </a:moveTo>
                <a:cubicBezTo>
                  <a:pt x="363782" y="72881"/>
                  <a:pt x="362388" y="67399"/>
                  <a:pt x="359405" y="63416"/>
                </a:cubicBezTo>
                <a:cubicBezTo>
                  <a:pt x="356422" y="59431"/>
                  <a:pt x="351815" y="57438"/>
                  <a:pt x="345586" y="57438"/>
                </a:cubicBezTo>
                <a:cubicBezTo>
                  <a:pt x="342439" y="57438"/>
                  <a:pt x="339702" y="58031"/>
                  <a:pt x="337374" y="59218"/>
                </a:cubicBezTo>
                <a:cubicBezTo>
                  <a:pt x="335046" y="60402"/>
                  <a:pt x="333112" y="61999"/>
                  <a:pt x="331571" y="64009"/>
                </a:cubicBezTo>
                <a:cubicBezTo>
                  <a:pt x="330030" y="66017"/>
                  <a:pt x="328850" y="68388"/>
                  <a:pt x="328030" y="71121"/>
                </a:cubicBezTo>
                <a:cubicBezTo>
                  <a:pt x="327211" y="73853"/>
                  <a:pt x="326735" y="76766"/>
                  <a:pt x="326604" y="79862"/>
                </a:cubicBezTo>
                <a:lnTo>
                  <a:pt x="363585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6" y="132629"/>
                  <a:pt x="529670" y="133661"/>
                  <a:pt x="529342" y="134448"/>
                </a:cubicBezTo>
                <a:cubicBezTo>
                  <a:pt x="529014" y="135235"/>
                  <a:pt x="528604" y="135809"/>
                  <a:pt x="528112" y="136169"/>
                </a:cubicBezTo>
                <a:cubicBezTo>
                  <a:pt x="527621" y="136530"/>
                  <a:pt x="527080" y="136710"/>
                  <a:pt x="526490" y="136710"/>
                </a:cubicBezTo>
                <a:lnTo>
                  <a:pt x="462560" y="136710"/>
                </a:lnTo>
                <a:cubicBezTo>
                  <a:pt x="460397" y="136710"/>
                  <a:pt x="458577" y="136071"/>
                  <a:pt x="457102" y="134792"/>
                </a:cubicBezTo>
                <a:cubicBezTo>
                  <a:pt x="455626" y="133514"/>
                  <a:pt x="454889" y="131432"/>
                  <a:pt x="454889" y="128547"/>
                </a:cubicBezTo>
                <a:lnTo>
                  <a:pt x="454889" y="17605"/>
                </a:lnTo>
                <a:cubicBezTo>
                  <a:pt x="454889" y="14720"/>
                  <a:pt x="455626" y="12638"/>
                  <a:pt x="457102" y="11360"/>
                </a:cubicBezTo>
                <a:cubicBezTo>
                  <a:pt x="458577" y="10081"/>
                  <a:pt x="460397" y="9442"/>
                  <a:pt x="462560" y="9442"/>
                </a:cubicBezTo>
                <a:lnTo>
                  <a:pt x="526096" y="9442"/>
                </a:lnTo>
                <a:cubicBezTo>
                  <a:pt x="526686" y="9442"/>
                  <a:pt x="527211" y="9606"/>
                  <a:pt x="527670" y="9934"/>
                </a:cubicBezTo>
                <a:cubicBezTo>
                  <a:pt x="528129" y="10261"/>
                  <a:pt x="528522" y="10835"/>
                  <a:pt x="528850" y="11655"/>
                </a:cubicBezTo>
                <a:cubicBezTo>
                  <a:pt x="529178" y="12474"/>
                  <a:pt x="529424" y="13523"/>
                  <a:pt x="529588" y="14802"/>
                </a:cubicBezTo>
                <a:cubicBezTo>
                  <a:pt x="529752" y="16081"/>
                  <a:pt x="529834" y="17703"/>
                  <a:pt x="529834" y="19671"/>
                </a:cubicBezTo>
                <a:cubicBezTo>
                  <a:pt x="529834" y="21506"/>
                  <a:pt x="529752" y="23064"/>
                  <a:pt x="529588" y="24342"/>
                </a:cubicBezTo>
                <a:cubicBezTo>
                  <a:pt x="529424" y="25621"/>
                  <a:pt x="529178" y="26654"/>
                  <a:pt x="528850" y="27440"/>
                </a:cubicBezTo>
                <a:cubicBezTo>
                  <a:pt x="528522" y="28227"/>
                  <a:pt x="528129" y="28801"/>
                  <a:pt x="527670" y="29162"/>
                </a:cubicBezTo>
                <a:cubicBezTo>
                  <a:pt x="527211" y="29522"/>
                  <a:pt x="526686" y="29703"/>
                  <a:pt x="526096" y="29703"/>
                </a:cubicBezTo>
                <a:lnTo>
                  <a:pt x="480657" y="29703"/>
                </a:lnTo>
                <a:lnTo>
                  <a:pt x="480657" y="60585"/>
                </a:lnTo>
                <a:lnTo>
                  <a:pt x="519113" y="60585"/>
                </a:lnTo>
                <a:cubicBezTo>
                  <a:pt x="519703" y="60585"/>
                  <a:pt x="520244" y="60767"/>
                  <a:pt x="520736" y="61129"/>
                </a:cubicBezTo>
                <a:cubicBezTo>
                  <a:pt x="521228" y="61492"/>
                  <a:pt x="521638" y="62052"/>
                  <a:pt x="521965" y="62810"/>
                </a:cubicBezTo>
                <a:cubicBezTo>
                  <a:pt x="522293" y="63567"/>
                  <a:pt x="522539" y="64588"/>
                  <a:pt x="522703" y="65875"/>
                </a:cubicBezTo>
                <a:cubicBezTo>
                  <a:pt x="522867" y="67160"/>
                  <a:pt x="522949" y="68724"/>
                  <a:pt x="522949" y="70568"/>
                </a:cubicBezTo>
                <a:cubicBezTo>
                  <a:pt x="522949" y="72480"/>
                  <a:pt x="522867" y="74062"/>
                  <a:pt x="522703" y="75314"/>
                </a:cubicBezTo>
                <a:cubicBezTo>
                  <a:pt x="522539" y="76566"/>
                  <a:pt x="522293" y="77571"/>
                  <a:pt x="521965" y="78329"/>
                </a:cubicBezTo>
                <a:cubicBezTo>
                  <a:pt x="521638" y="79085"/>
                  <a:pt x="521228" y="79628"/>
                  <a:pt x="520736" y="79958"/>
                </a:cubicBezTo>
                <a:cubicBezTo>
                  <a:pt x="520244" y="80288"/>
                  <a:pt x="519703" y="80453"/>
                  <a:pt x="519113" y="80453"/>
                </a:cubicBezTo>
                <a:lnTo>
                  <a:pt x="480657" y="80453"/>
                </a:lnTo>
                <a:lnTo>
                  <a:pt x="480657" y="116450"/>
                </a:lnTo>
                <a:lnTo>
                  <a:pt x="526490" y="116450"/>
                </a:lnTo>
                <a:cubicBezTo>
                  <a:pt x="527080" y="116450"/>
                  <a:pt x="527621" y="116630"/>
                  <a:pt x="528112" y="116991"/>
                </a:cubicBezTo>
                <a:cubicBezTo>
                  <a:pt x="528604" y="117351"/>
                  <a:pt x="529014" y="117925"/>
                  <a:pt x="529342" y="118712"/>
                </a:cubicBezTo>
                <a:cubicBezTo>
                  <a:pt x="529670" y="119499"/>
                  <a:pt x="529916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8" y="133363"/>
                </a:moveTo>
                <a:cubicBezTo>
                  <a:pt x="631458" y="134084"/>
                  <a:pt x="631294" y="134692"/>
                  <a:pt x="630967" y="135186"/>
                </a:cubicBezTo>
                <a:cubicBezTo>
                  <a:pt x="630639" y="135678"/>
                  <a:pt x="630081" y="136087"/>
                  <a:pt x="629295" y="136415"/>
                </a:cubicBezTo>
                <a:cubicBezTo>
                  <a:pt x="628508" y="136743"/>
                  <a:pt x="627442" y="136973"/>
                  <a:pt x="626098" y="137104"/>
                </a:cubicBezTo>
                <a:cubicBezTo>
                  <a:pt x="624754" y="137235"/>
                  <a:pt x="623098" y="137300"/>
                  <a:pt x="621131" y="137300"/>
                </a:cubicBezTo>
                <a:cubicBezTo>
                  <a:pt x="619033" y="137300"/>
                  <a:pt x="617328" y="137235"/>
                  <a:pt x="616017" y="137104"/>
                </a:cubicBezTo>
                <a:cubicBezTo>
                  <a:pt x="614706" y="136975"/>
                  <a:pt x="613640" y="136747"/>
                  <a:pt x="612821" y="136421"/>
                </a:cubicBezTo>
                <a:cubicBezTo>
                  <a:pt x="612001" y="136093"/>
                  <a:pt x="611411" y="135686"/>
                  <a:pt x="611050" y="135198"/>
                </a:cubicBezTo>
                <a:cubicBezTo>
                  <a:pt x="610690" y="134708"/>
                  <a:pt x="610509" y="134104"/>
                  <a:pt x="610509" y="133385"/>
                </a:cubicBezTo>
                <a:lnTo>
                  <a:pt x="610509" y="123697"/>
                </a:lnTo>
                <a:cubicBezTo>
                  <a:pt x="605985" y="128559"/>
                  <a:pt x="601248" y="132338"/>
                  <a:pt x="596297" y="135032"/>
                </a:cubicBezTo>
                <a:cubicBezTo>
                  <a:pt x="591347" y="137725"/>
                  <a:pt x="585856" y="139071"/>
                  <a:pt x="579823" y="139071"/>
                </a:cubicBezTo>
                <a:cubicBezTo>
                  <a:pt x="573135" y="139071"/>
                  <a:pt x="567480" y="137774"/>
                  <a:pt x="562857" y="135180"/>
                </a:cubicBezTo>
                <a:cubicBezTo>
                  <a:pt x="558235" y="132584"/>
                  <a:pt x="554465" y="129085"/>
                  <a:pt x="551547" y="124684"/>
                </a:cubicBezTo>
                <a:cubicBezTo>
                  <a:pt x="548629" y="120280"/>
                  <a:pt x="546514" y="115139"/>
                  <a:pt x="545203" y="109261"/>
                </a:cubicBezTo>
                <a:cubicBezTo>
                  <a:pt x="543892" y="103380"/>
                  <a:pt x="543236" y="97188"/>
                  <a:pt x="543236" y="90684"/>
                </a:cubicBezTo>
                <a:cubicBezTo>
                  <a:pt x="543236" y="82865"/>
                  <a:pt x="544072" y="75835"/>
                  <a:pt x="545744" y="69594"/>
                </a:cubicBezTo>
                <a:cubicBezTo>
                  <a:pt x="547416" y="63352"/>
                  <a:pt x="549858" y="58031"/>
                  <a:pt x="553071" y="53630"/>
                </a:cubicBezTo>
                <a:cubicBezTo>
                  <a:pt x="556284" y="49229"/>
                  <a:pt x="560284" y="45846"/>
                  <a:pt x="565070" y="43481"/>
                </a:cubicBezTo>
                <a:cubicBezTo>
                  <a:pt x="569857" y="41115"/>
                  <a:pt x="575365" y="39931"/>
                  <a:pt x="581594" y="39931"/>
                </a:cubicBezTo>
                <a:cubicBezTo>
                  <a:pt x="586511" y="39931"/>
                  <a:pt x="590970" y="40933"/>
                  <a:pt x="594970" y="42937"/>
                </a:cubicBezTo>
                <a:cubicBezTo>
                  <a:pt x="598969" y="44941"/>
                  <a:pt x="602936" y="47881"/>
                  <a:pt x="606870" y="51758"/>
                </a:cubicBezTo>
                <a:lnTo>
                  <a:pt x="606870" y="4232"/>
                </a:lnTo>
                <a:cubicBezTo>
                  <a:pt x="606870" y="3575"/>
                  <a:pt x="607051" y="2983"/>
                  <a:pt x="607411" y="2459"/>
                </a:cubicBezTo>
                <a:cubicBezTo>
                  <a:pt x="607772" y="1934"/>
                  <a:pt x="608427" y="1492"/>
                  <a:pt x="609378" y="1131"/>
                </a:cubicBezTo>
                <a:cubicBezTo>
                  <a:pt x="610329" y="770"/>
                  <a:pt x="611591" y="492"/>
                  <a:pt x="613165" y="295"/>
                </a:cubicBezTo>
                <a:cubicBezTo>
                  <a:pt x="614738" y="98"/>
                  <a:pt x="616738" y="0"/>
                  <a:pt x="619164" y="0"/>
                </a:cubicBezTo>
                <a:cubicBezTo>
                  <a:pt x="621590" y="0"/>
                  <a:pt x="623590" y="98"/>
                  <a:pt x="625164" y="295"/>
                </a:cubicBezTo>
                <a:cubicBezTo>
                  <a:pt x="626737" y="492"/>
                  <a:pt x="627983" y="770"/>
                  <a:pt x="628901" y="1131"/>
                </a:cubicBezTo>
                <a:cubicBezTo>
                  <a:pt x="629819" y="1492"/>
                  <a:pt x="630475" y="1935"/>
                  <a:pt x="630868" y="2462"/>
                </a:cubicBezTo>
                <a:cubicBezTo>
                  <a:pt x="631262" y="2986"/>
                  <a:pt x="631458" y="3577"/>
                  <a:pt x="631458" y="4232"/>
                </a:cubicBezTo>
                <a:lnTo>
                  <a:pt x="631458" y="133363"/>
                </a:lnTo>
                <a:moveTo>
                  <a:pt x="606870" y="74717"/>
                </a:moveTo>
                <a:cubicBezTo>
                  <a:pt x="603329" y="70269"/>
                  <a:pt x="599936" y="66868"/>
                  <a:pt x="596691" y="64513"/>
                </a:cubicBezTo>
                <a:cubicBezTo>
                  <a:pt x="593445" y="62157"/>
                  <a:pt x="590052" y="60979"/>
                  <a:pt x="586511" y="60979"/>
                </a:cubicBezTo>
                <a:cubicBezTo>
                  <a:pt x="583298" y="60979"/>
                  <a:pt x="580528" y="61782"/>
                  <a:pt x="578200" y="63388"/>
                </a:cubicBezTo>
                <a:cubicBezTo>
                  <a:pt x="575873" y="64995"/>
                  <a:pt x="574004" y="67142"/>
                  <a:pt x="572594" y="69830"/>
                </a:cubicBezTo>
                <a:cubicBezTo>
                  <a:pt x="571185" y="72519"/>
                  <a:pt x="570135" y="75518"/>
                  <a:pt x="569447" y="78830"/>
                </a:cubicBezTo>
                <a:cubicBezTo>
                  <a:pt x="568759" y="82141"/>
                  <a:pt x="568414" y="85534"/>
                  <a:pt x="568414" y="89009"/>
                </a:cubicBezTo>
                <a:cubicBezTo>
                  <a:pt x="568414" y="92681"/>
                  <a:pt x="568709" y="96255"/>
                  <a:pt x="569299" y="99730"/>
                </a:cubicBezTo>
                <a:cubicBezTo>
                  <a:pt x="569890" y="103205"/>
                  <a:pt x="570857" y="106303"/>
                  <a:pt x="572201" y="109024"/>
                </a:cubicBezTo>
                <a:cubicBezTo>
                  <a:pt x="573545" y="111745"/>
                  <a:pt x="575332" y="113925"/>
                  <a:pt x="577561" y="115564"/>
                </a:cubicBezTo>
                <a:cubicBezTo>
                  <a:pt x="579790" y="117204"/>
                  <a:pt x="582610" y="118023"/>
                  <a:pt x="586019" y="118023"/>
                </a:cubicBezTo>
                <a:cubicBezTo>
                  <a:pt x="587724" y="118023"/>
                  <a:pt x="589380" y="117778"/>
                  <a:pt x="590986" y="117289"/>
                </a:cubicBezTo>
                <a:cubicBezTo>
                  <a:pt x="592593" y="116797"/>
                  <a:pt x="594232" y="115995"/>
                  <a:pt x="595904" y="114882"/>
                </a:cubicBezTo>
                <a:cubicBezTo>
                  <a:pt x="597576" y="113769"/>
                  <a:pt x="599297" y="112314"/>
                  <a:pt x="601067" y="110515"/>
                </a:cubicBezTo>
                <a:cubicBezTo>
                  <a:pt x="602838" y="108714"/>
                  <a:pt x="604772" y="106505"/>
                  <a:pt x="606870" y="103888"/>
                </a:cubicBezTo>
                <a:lnTo>
                  <a:pt x="606870" y="74717"/>
                </a:lnTo>
                <a:close/>
                <a:moveTo>
                  <a:pt x="681304" y="133366"/>
                </a:moveTo>
                <a:cubicBezTo>
                  <a:pt x="681304" y="134022"/>
                  <a:pt x="681107" y="134596"/>
                  <a:pt x="680713" y="135087"/>
                </a:cubicBezTo>
                <a:cubicBezTo>
                  <a:pt x="680320" y="135579"/>
                  <a:pt x="679648" y="135989"/>
                  <a:pt x="678697" y="136317"/>
                </a:cubicBezTo>
                <a:cubicBezTo>
                  <a:pt x="677746" y="136645"/>
                  <a:pt x="676484" y="136891"/>
                  <a:pt x="674911" y="137054"/>
                </a:cubicBezTo>
                <a:cubicBezTo>
                  <a:pt x="673337" y="137218"/>
                  <a:pt x="671337" y="137300"/>
                  <a:pt x="668911" y="137300"/>
                </a:cubicBezTo>
                <a:cubicBezTo>
                  <a:pt x="666485" y="137300"/>
                  <a:pt x="664485" y="137218"/>
                  <a:pt x="662912" y="137054"/>
                </a:cubicBezTo>
                <a:cubicBezTo>
                  <a:pt x="661338" y="136891"/>
                  <a:pt x="660076" y="136645"/>
                  <a:pt x="659125" y="136317"/>
                </a:cubicBezTo>
                <a:cubicBezTo>
                  <a:pt x="658174" y="135989"/>
                  <a:pt x="657502" y="135579"/>
                  <a:pt x="657109" y="135087"/>
                </a:cubicBezTo>
                <a:cubicBezTo>
                  <a:pt x="656715" y="134596"/>
                  <a:pt x="656519" y="134022"/>
                  <a:pt x="656519" y="133366"/>
                </a:cubicBezTo>
                <a:lnTo>
                  <a:pt x="656519" y="45832"/>
                </a:lnTo>
                <a:cubicBezTo>
                  <a:pt x="656519" y="45177"/>
                  <a:pt x="656715" y="44603"/>
                  <a:pt x="657109" y="44111"/>
                </a:cubicBezTo>
                <a:cubicBezTo>
                  <a:pt x="657502" y="43619"/>
                  <a:pt x="658174" y="43193"/>
                  <a:pt x="659125" y="42833"/>
                </a:cubicBezTo>
                <a:cubicBezTo>
                  <a:pt x="660076" y="42472"/>
                  <a:pt x="661338" y="42193"/>
                  <a:pt x="662912" y="41997"/>
                </a:cubicBezTo>
                <a:cubicBezTo>
                  <a:pt x="664485" y="41800"/>
                  <a:pt x="666485" y="41702"/>
                  <a:pt x="668911" y="41702"/>
                </a:cubicBezTo>
                <a:cubicBezTo>
                  <a:pt x="671337" y="41702"/>
                  <a:pt x="673337" y="41800"/>
                  <a:pt x="674911" y="41997"/>
                </a:cubicBezTo>
                <a:cubicBezTo>
                  <a:pt x="676484" y="42193"/>
                  <a:pt x="677746" y="42472"/>
                  <a:pt x="678697" y="42833"/>
                </a:cubicBezTo>
                <a:cubicBezTo>
                  <a:pt x="679648" y="43193"/>
                  <a:pt x="680320" y="43619"/>
                  <a:pt x="680713" y="44111"/>
                </a:cubicBezTo>
                <a:cubicBezTo>
                  <a:pt x="681107" y="44603"/>
                  <a:pt x="681304" y="45177"/>
                  <a:pt x="681304" y="45832"/>
                </a:cubicBezTo>
                <a:lnTo>
                  <a:pt x="681304" y="133366"/>
                </a:lnTo>
                <a:moveTo>
                  <a:pt x="683172" y="15933"/>
                </a:moveTo>
                <a:cubicBezTo>
                  <a:pt x="683172" y="20916"/>
                  <a:pt x="682156" y="24359"/>
                  <a:pt x="680123" y="26260"/>
                </a:cubicBezTo>
                <a:cubicBezTo>
                  <a:pt x="678091" y="28162"/>
                  <a:pt x="674321" y="29112"/>
                  <a:pt x="668813" y="29112"/>
                </a:cubicBezTo>
                <a:cubicBezTo>
                  <a:pt x="663239" y="29112"/>
                  <a:pt x="659486" y="28194"/>
                  <a:pt x="657551" y="26359"/>
                </a:cubicBezTo>
                <a:cubicBezTo>
                  <a:pt x="655617" y="24523"/>
                  <a:pt x="654650" y="21211"/>
                  <a:pt x="654650" y="16425"/>
                </a:cubicBezTo>
                <a:cubicBezTo>
                  <a:pt x="654650" y="11442"/>
                  <a:pt x="655650" y="7983"/>
                  <a:pt x="657650" y="6049"/>
                </a:cubicBezTo>
                <a:cubicBezTo>
                  <a:pt x="659650" y="4114"/>
                  <a:pt x="663436" y="3147"/>
                  <a:pt x="669009" y="3147"/>
                </a:cubicBezTo>
                <a:cubicBezTo>
                  <a:pt x="674517" y="3147"/>
                  <a:pt x="678255" y="4082"/>
                  <a:pt x="680222" y="5950"/>
                </a:cubicBezTo>
                <a:cubicBezTo>
                  <a:pt x="682189" y="7819"/>
                  <a:pt x="683172" y="11147"/>
                  <a:pt x="683172" y="15933"/>
                </a:cubicBezTo>
                <a:close/>
                <a:moveTo>
                  <a:pt x="757967" y="124644"/>
                </a:moveTo>
                <a:cubicBezTo>
                  <a:pt x="757967" y="127543"/>
                  <a:pt x="757786" y="129767"/>
                  <a:pt x="757426" y="131316"/>
                </a:cubicBezTo>
                <a:cubicBezTo>
                  <a:pt x="757065" y="132863"/>
                  <a:pt x="756590" y="133950"/>
                  <a:pt x="756000" y="134577"/>
                </a:cubicBezTo>
                <a:cubicBezTo>
                  <a:pt x="755410" y="135202"/>
                  <a:pt x="754541" y="135762"/>
                  <a:pt x="753393" y="136255"/>
                </a:cubicBezTo>
                <a:cubicBezTo>
                  <a:pt x="752246" y="136749"/>
                  <a:pt x="750902" y="137177"/>
                  <a:pt x="749361" y="137540"/>
                </a:cubicBezTo>
                <a:cubicBezTo>
                  <a:pt x="747820" y="137903"/>
                  <a:pt x="746148" y="138182"/>
                  <a:pt x="744345" y="138379"/>
                </a:cubicBezTo>
                <a:cubicBezTo>
                  <a:pt x="742542" y="138578"/>
                  <a:pt x="740722" y="138677"/>
                  <a:pt x="738886" y="138677"/>
                </a:cubicBezTo>
                <a:cubicBezTo>
                  <a:pt x="733969" y="138677"/>
                  <a:pt x="729707" y="138054"/>
                  <a:pt x="726101" y="136809"/>
                </a:cubicBezTo>
                <a:cubicBezTo>
                  <a:pt x="722494" y="135563"/>
                  <a:pt x="719511" y="133645"/>
                  <a:pt x="717150" y="131055"/>
                </a:cubicBezTo>
                <a:cubicBezTo>
                  <a:pt x="714790" y="128465"/>
                  <a:pt x="713052" y="125203"/>
                  <a:pt x="711938" y="121269"/>
                </a:cubicBezTo>
                <a:cubicBezTo>
                  <a:pt x="710823" y="117335"/>
                  <a:pt x="710266" y="112679"/>
                  <a:pt x="710266" y="107303"/>
                </a:cubicBezTo>
                <a:lnTo>
                  <a:pt x="710266" y="62356"/>
                </a:lnTo>
                <a:lnTo>
                  <a:pt x="699742" y="62356"/>
                </a:lnTo>
                <a:cubicBezTo>
                  <a:pt x="698496" y="62356"/>
                  <a:pt x="697545" y="61585"/>
                  <a:pt x="696890" y="60044"/>
                </a:cubicBezTo>
                <a:cubicBezTo>
                  <a:pt x="696234" y="58503"/>
                  <a:pt x="695906" y="55930"/>
                  <a:pt x="695906" y="52324"/>
                </a:cubicBezTo>
                <a:cubicBezTo>
                  <a:pt x="695906" y="50422"/>
                  <a:pt x="695988" y="48816"/>
                  <a:pt x="696152" y="47504"/>
                </a:cubicBezTo>
                <a:cubicBezTo>
                  <a:pt x="696316" y="46193"/>
                  <a:pt x="696562" y="45160"/>
                  <a:pt x="696890" y="44406"/>
                </a:cubicBezTo>
                <a:cubicBezTo>
                  <a:pt x="697218" y="43652"/>
                  <a:pt x="697627" y="43111"/>
                  <a:pt x="698119" y="42783"/>
                </a:cubicBezTo>
                <a:cubicBezTo>
                  <a:pt x="698611" y="42456"/>
                  <a:pt x="699185" y="42292"/>
                  <a:pt x="699840" y="42292"/>
                </a:cubicBezTo>
                <a:lnTo>
                  <a:pt x="710266" y="42292"/>
                </a:lnTo>
                <a:lnTo>
                  <a:pt x="710266" y="22640"/>
                </a:lnTo>
                <a:cubicBezTo>
                  <a:pt x="710266" y="21980"/>
                  <a:pt x="710446" y="21387"/>
                  <a:pt x="710807" y="20860"/>
                </a:cubicBezTo>
                <a:cubicBezTo>
                  <a:pt x="711167" y="20333"/>
                  <a:pt x="711823" y="19890"/>
                  <a:pt x="712774" y="19529"/>
                </a:cubicBezTo>
                <a:cubicBezTo>
                  <a:pt x="713724" y="19166"/>
                  <a:pt x="715003" y="18903"/>
                  <a:pt x="716609" y="18739"/>
                </a:cubicBezTo>
                <a:cubicBezTo>
                  <a:pt x="718216" y="18573"/>
                  <a:pt x="720199" y="18490"/>
                  <a:pt x="722560" y="18490"/>
                </a:cubicBezTo>
                <a:cubicBezTo>
                  <a:pt x="724986" y="18490"/>
                  <a:pt x="727002" y="18573"/>
                  <a:pt x="728609" y="18739"/>
                </a:cubicBezTo>
                <a:cubicBezTo>
                  <a:pt x="730215" y="18903"/>
                  <a:pt x="731477" y="19166"/>
                  <a:pt x="732395" y="19529"/>
                </a:cubicBezTo>
                <a:cubicBezTo>
                  <a:pt x="733313" y="19890"/>
                  <a:pt x="733969" y="20333"/>
                  <a:pt x="734362" y="20860"/>
                </a:cubicBezTo>
                <a:cubicBezTo>
                  <a:pt x="734756" y="21387"/>
                  <a:pt x="734952" y="21980"/>
                  <a:pt x="734952" y="22640"/>
                </a:cubicBezTo>
                <a:lnTo>
                  <a:pt x="734952" y="42292"/>
                </a:lnTo>
                <a:lnTo>
                  <a:pt x="754033" y="42292"/>
                </a:lnTo>
                <a:cubicBezTo>
                  <a:pt x="754688" y="42292"/>
                  <a:pt x="755262" y="42456"/>
                  <a:pt x="755754" y="42783"/>
                </a:cubicBezTo>
                <a:cubicBezTo>
                  <a:pt x="756246" y="43111"/>
                  <a:pt x="756655" y="43652"/>
                  <a:pt x="756983" y="44406"/>
                </a:cubicBezTo>
                <a:cubicBezTo>
                  <a:pt x="757311" y="45160"/>
                  <a:pt x="757557" y="46193"/>
                  <a:pt x="757721" y="47504"/>
                </a:cubicBezTo>
                <a:cubicBezTo>
                  <a:pt x="757885" y="48816"/>
                  <a:pt x="757967" y="50422"/>
                  <a:pt x="757967" y="52324"/>
                </a:cubicBezTo>
                <a:cubicBezTo>
                  <a:pt x="757967" y="55930"/>
                  <a:pt x="757639" y="58503"/>
                  <a:pt x="756983" y="60044"/>
                </a:cubicBezTo>
                <a:cubicBezTo>
                  <a:pt x="756328" y="61585"/>
                  <a:pt x="755377" y="62356"/>
                  <a:pt x="754131" y="62356"/>
                </a:cubicBezTo>
                <a:lnTo>
                  <a:pt x="734952" y="62356"/>
                </a:lnTo>
                <a:lnTo>
                  <a:pt x="734952" y="103492"/>
                </a:lnTo>
                <a:cubicBezTo>
                  <a:pt x="734952" y="108270"/>
                  <a:pt x="735706" y="111854"/>
                  <a:pt x="737214" y="114243"/>
                </a:cubicBezTo>
                <a:cubicBezTo>
                  <a:pt x="738722" y="116632"/>
                  <a:pt x="741411" y="117827"/>
                  <a:pt x="745279" y="117827"/>
                </a:cubicBezTo>
                <a:cubicBezTo>
                  <a:pt x="746591" y="117827"/>
                  <a:pt x="747771" y="117712"/>
                  <a:pt x="748820" y="117482"/>
                </a:cubicBezTo>
                <a:cubicBezTo>
                  <a:pt x="749869" y="117253"/>
                  <a:pt x="750803" y="116991"/>
                  <a:pt x="751623" y="116695"/>
                </a:cubicBezTo>
                <a:cubicBezTo>
                  <a:pt x="752443" y="116400"/>
                  <a:pt x="753131" y="116138"/>
                  <a:pt x="753688" y="115909"/>
                </a:cubicBezTo>
                <a:cubicBezTo>
                  <a:pt x="754246" y="115679"/>
                  <a:pt x="754754" y="115564"/>
                  <a:pt x="755213" y="115564"/>
                </a:cubicBezTo>
                <a:cubicBezTo>
                  <a:pt x="755606" y="115564"/>
                  <a:pt x="755983" y="115679"/>
                  <a:pt x="756344" y="115909"/>
                </a:cubicBezTo>
                <a:cubicBezTo>
                  <a:pt x="756705" y="116138"/>
                  <a:pt x="756983" y="116598"/>
                  <a:pt x="757180" y="117289"/>
                </a:cubicBezTo>
                <a:cubicBezTo>
                  <a:pt x="757377" y="117977"/>
                  <a:pt x="757557" y="118915"/>
                  <a:pt x="757721" y="120101"/>
                </a:cubicBezTo>
                <a:cubicBezTo>
                  <a:pt x="757885" y="121285"/>
                  <a:pt x="757967" y="122799"/>
                  <a:pt x="757967" y="124644"/>
                </a:cubicBezTo>
                <a:close/>
                <a:moveTo>
                  <a:pt x="861893" y="88613"/>
                </a:moveTo>
                <a:cubicBezTo>
                  <a:pt x="861893" y="96104"/>
                  <a:pt x="860909" y="102937"/>
                  <a:pt x="858942" y="109113"/>
                </a:cubicBezTo>
                <a:cubicBezTo>
                  <a:pt x="856975" y="115289"/>
                  <a:pt x="853992" y="120610"/>
                  <a:pt x="849992" y="125077"/>
                </a:cubicBezTo>
                <a:cubicBezTo>
                  <a:pt x="845992" y="129544"/>
                  <a:pt x="840976" y="132993"/>
                  <a:pt x="834944" y="135426"/>
                </a:cubicBezTo>
                <a:cubicBezTo>
                  <a:pt x="828912" y="137856"/>
                  <a:pt x="821863" y="139071"/>
                  <a:pt x="813798" y="139071"/>
                </a:cubicBezTo>
                <a:cubicBezTo>
                  <a:pt x="805995" y="139071"/>
                  <a:pt x="799209" y="137987"/>
                  <a:pt x="793439" y="135819"/>
                </a:cubicBezTo>
                <a:cubicBezTo>
                  <a:pt x="787669" y="133651"/>
                  <a:pt x="782883" y="130498"/>
                  <a:pt x="779080" y="126359"/>
                </a:cubicBezTo>
                <a:cubicBezTo>
                  <a:pt x="775277" y="122220"/>
                  <a:pt x="772457" y="117128"/>
                  <a:pt x="770621" y="111083"/>
                </a:cubicBezTo>
                <a:cubicBezTo>
                  <a:pt x="768785" y="105039"/>
                  <a:pt x="767867" y="98141"/>
                  <a:pt x="767867" y="90389"/>
                </a:cubicBezTo>
                <a:cubicBezTo>
                  <a:pt x="767867" y="82898"/>
                  <a:pt x="768867" y="76048"/>
                  <a:pt x="770867" y="69840"/>
                </a:cubicBezTo>
                <a:cubicBezTo>
                  <a:pt x="772867" y="63631"/>
                  <a:pt x="775867" y="58310"/>
                  <a:pt x="779866" y="53876"/>
                </a:cubicBezTo>
                <a:cubicBezTo>
                  <a:pt x="783866" y="49442"/>
                  <a:pt x="788866" y="46010"/>
                  <a:pt x="794865" y="43579"/>
                </a:cubicBezTo>
                <a:cubicBezTo>
                  <a:pt x="800865" y="41147"/>
                  <a:pt x="807897" y="39931"/>
                  <a:pt x="815962" y="39931"/>
                </a:cubicBezTo>
                <a:cubicBezTo>
                  <a:pt x="823830" y="39931"/>
                  <a:pt x="830649" y="40999"/>
                  <a:pt x="836419" y="43134"/>
                </a:cubicBezTo>
                <a:cubicBezTo>
                  <a:pt x="842189" y="45269"/>
                  <a:pt x="846959" y="48406"/>
                  <a:pt x="850729" y="52545"/>
                </a:cubicBezTo>
                <a:cubicBezTo>
                  <a:pt x="854500" y="56684"/>
                  <a:pt x="857303" y="61776"/>
                  <a:pt x="859139" y="67820"/>
                </a:cubicBezTo>
                <a:cubicBezTo>
                  <a:pt x="860975" y="73865"/>
                  <a:pt x="861893" y="80796"/>
                  <a:pt x="861893" y="88613"/>
                </a:cubicBezTo>
                <a:moveTo>
                  <a:pt x="836419" y="89599"/>
                </a:moveTo>
                <a:cubicBezTo>
                  <a:pt x="836419" y="85272"/>
                  <a:pt x="836075" y="81289"/>
                  <a:pt x="835386" y="77649"/>
                </a:cubicBezTo>
                <a:cubicBezTo>
                  <a:pt x="834698" y="74010"/>
                  <a:pt x="833534" y="70847"/>
                  <a:pt x="831895" y="68158"/>
                </a:cubicBezTo>
                <a:cubicBezTo>
                  <a:pt x="830256" y="65470"/>
                  <a:pt x="828076" y="63372"/>
                  <a:pt x="825354" y="61864"/>
                </a:cubicBezTo>
                <a:cubicBezTo>
                  <a:pt x="822633" y="60356"/>
                  <a:pt x="819207" y="59602"/>
                  <a:pt x="815077" y="59602"/>
                </a:cubicBezTo>
                <a:cubicBezTo>
                  <a:pt x="811405" y="59602"/>
                  <a:pt x="808192" y="60274"/>
                  <a:pt x="805438" y="61618"/>
                </a:cubicBezTo>
                <a:cubicBezTo>
                  <a:pt x="802684" y="62962"/>
                  <a:pt x="800422" y="64929"/>
                  <a:pt x="798652" y="67519"/>
                </a:cubicBezTo>
                <a:cubicBezTo>
                  <a:pt x="796881" y="70109"/>
                  <a:pt x="795554" y="73224"/>
                  <a:pt x="794668" y="76863"/>
                </a:cubicBezTo>
                <a:cubicBezTo>
                  <a:pt x="793783" y="80502"/>
                  <a:pt x="793341" y="84649"/>
                  <a:pt x="793341" y="89304"/>
                </a:cubicBezTo>
                <a:cubicBezTo>
                  <a:pt x="793341" y="93632"/>
                  <a:pt x="793701" y="97615"/>
                  <a:pt x="794423" y="101254"/>
                </a:cubicBezTo>
                <a:cubicBezTo>
                  <a:pt x="795144" y="104893"/>
                  <a:pt x="796308" y="108057"/>
                  <a:pt x="797914" y="110745"/>
                </a:cubicBezTo>
                <a:cubicBezTo>
                  <a:pt x="799521" y="113433"/>
                  <a:pt x="801701" y="115515"/>
                  <a:pt x="804455" y="116991"/>
                </a:cubicBezTo>
                <a:cubicBezTo>
                  <a:pt x="807208" y="118466"/>
                  <a:pt x="810618" y="119203"/>
                  <a:pt x="814683" y="119203"/>
                </a:cubicBezTo>
                <a:cubicBezTo>
                  <a:pt x="818421" y="119203"/>
                  <a:pt x="821666" y="118531"/>
                  <a:pt x="824420" y="117187"/>
                </a:cubicBezTo>
                <a:cubicBezTo>
                  <a:pt x="827174" y="115843"/>
                  <a:pt x="829436" y="113892"/>
                  <a:pt x="831206" y="111335"/>
                </a:cubicBezTo>
                <a:cubicBezTo>
                  <a:pt x="832977" y="108778"/>
                  <a:pt x="834288" y="105680"/>
                  <a:pt x="835141" y="102041"/>
                </a:cubicBezTo>
                <a:cubicBezTo>
                  <a:pt x="835993" y="98402"/>
                  <a:pt x="836419" y="94255"/>
                  <a:pt x="836419" y="89599"/>
                </a:cubicBezTo>
                <a:close/>
                <a:moveTo>
                  <a:pt x="937801" y="53701"/>
                </a:moveTo>
                <a:cubicBezTo>
                  <a:pt x="937801" y="56061"/>
                  <a:pt x="937736" y="57995"/>
                  <a:pt x="937604" y="59503"/>
                </a:cubicBezTo>
                <a:cubicBezTo>
                  <a:pt x="937473" y="61011"/>
                  <a:pt x="937277" y="62192"/>
                  <a:pt x="937014" y="63044"/>
                </a:cubicBezTo>
                <a:cubicBezTo>
                  <a:pt x="936752" y="63896"/>
                  <a:pt x="936408" y="64487"/>
                  <a:pt x="935982" y="64814"/>
                </a:cubicBezTo>
                <a:cubicBezTo>
                  <a:pt x="935555" y="65142"/>
                  <a:pt x="935014" y="65306"/>
                  <a:pt x="934359" y="65306"/>
                </a:cubicBezTo>
                <a:cubicBezTo>
                  <a:pt x="933834" y="65306"/>
                  <a:pt x="933244" y="65191"/>
                  <a:pt x="932588" y="64962"/>
                </a:cubicBezTo>
                <a:cubicBezTo>
                  <a:pt x="931933" y="64732"/>
                  <a:pt x="931195" y="64487"/>
                  <a:pt x="930376" y="64224"/>
                </a:cubicBezTo>
                <a:cubicBezTo>
                  <a:pt x="929556" y="63962"/>
                  <a:pt x="928654" y="63716"/>
                  <a:pt x="927671" y="63487"/>
                </a:cubicBezTo>
                <a:cubicBezTo>
                  <a:pt x="926687" y="63257"/>
                  <a:pt x="925605" y="63142"/>
                  <a:pt x="924425" y="63142"/>
                </a:cubicBezTo>
                <a:cubicBezTo>
                  <a:pt x="923048" y="63142"/>
                  <a:pt x="921671" y="63423"/>
                  <a:pt x="920294" y="63985"/>
                </a:cubicBezTo>
                <a:cubicBezTo>
                  <a:pt x="918917" y="64544"/>
                  <a:pt x="917491" y="65418"/>
                  <a:pt x="916016" y="66606"/>
                </a:cubicBezTo>
                <a:cubicBezTo>
                  <a:pt x="914541" y="67795"/>
                  <a:pt x="913000" y="69379"/>
                  <a:pt x="911393" y="71358"/>
                </a:cubicBezTo>
                <a:cubicBezTo>
                  <a:pt x="909787" y="73337"/>
                  <a:pt x="908066" y="75779"/>
                  <a:pt x="906230" y="78682"/>
                </a:cubicBezTo>
                <a:lnTo>
                  <a:pt x="906230" y="133366"/>
                </a:lnTo>
                <a:cubicBezTo>
                  <a:pt x="906230" y="134022"/>
                  <a:pt x="906033" y="134596"/>
                  <a:pt x="905640" y="135087"/>
                </a:cubicBezTo>
                <a:cubicBezTo>
                  <a:pt x="905246" y="135579"/>
                  <a:pt x="904574" y="135989"/>
                  <a:pt x="903624" y="136317"/>
                </a:cubicBezTo>
                <a:cubicBezTo>
                  <a:pt x="902673" y="136645"/>
                  <a:pt x="901411" y="136891"/>
                  <a:pt x="899837" y="137054"/>
                </a:cubicBezTo>
                <a:cubicBezTo>
                  <a:pt x="898263" y="137218"/>
                  <a:pt x="896264" y="137300"/>
                  <a:pt x="893838" y="137300"/>
                </a:cubicBezTo>
                <a:cubicBezTo>
                  <a:pt x="891411" y="137300"/>
                  <a:pt x="889412" y="137218"/>
                  <a:pt x="887838" y="137054"/>
                </a:cubicBezTo>
                <a:cubicBezTo>
                  <a:pt x="886264" y="136891"/>
                  <a:pt x="885002" y="136645"/>
                  <a:pt x="884051" y="136317"/>
                </a:cubicBezTo>
                <a:cubicBezTo>
                  <a:pt x="883101" y="135989"/>
                  <a:pt x="882429" y="135579"/>
                  <a:pt x="882035" y="135087"/>
                </a:cubicBezTo>
                <a:cubicBezTo>
                  <a:pt x="881642" y="134596"/>
                  <a:pt x="881445" y="134022"/>
                  <a:pt x="881445" y="133366"/>
                </a:cubicBezTo>
                <a:lnTo>
                  <a:pt x="881445" y="45636"/>
                </a:lnTo>
                <a:cubicBezTo>
                  <a:pt x="881445" y="44980"/>
                  <a:pt x="881609" y="44406"/>
                  <a:pt x="881937" y="43914"/>
                </a:cubicBezTo>
                <a:cubicBezTo>
                  <a:pt x="882265" y="43423"/>
                  <a:pt x="882855" y="43013"/>
                  <a:pt x="883707" y="42685"/>
                </a:cubicBezTo>
                <a:cubicBezTo>
                  <a:pt x="884560" y="42357"/>
                  <a:pt x="885658" y="42111"/>
                  <a:pt x="887002" y="41947"/>
                </a:cubicBezTo>
                <a:cubicBezTo>
                  <a:pt x="888346" y="41784"/>
                  <a:pt x="890035" y="41702"/>
                  <a:pt x="892067" y="41702"/>
                </a:cubicBezTo>
                <a:cubicBezTo>
                  <a:pt x="894165" y="41702"/>
                  <a:pt x="895903" y="41784"/>
                  <a:pt x="897280" y="41947"/>
                </a:cubicBezTo>
                <a:cubicBezTo>
                  <a:pt x="898657" y="42111"/>
                  <a:pt x="899722" y="42357"/>
                  <a:pt x="900476" y="42685"/>
                </a:cubicBezTo>
                <a:cubicBezTo>
                  <a:pt x="901230" y="43013"/>
                  <a:pt x="901771" y="43423"/>
                  <a:pt x="902099" y="43914"/>
                </a:cubicBezTo>
                <a:cubicBezTo>
                  <a:pt x="902427" y="44406"/>
                  <a:pt x="902591" y="44980"/>
                  <a:pt x="902591" y="45636"/>
                </a:cubicBezTo>
                <a:lnTo>
                  <a:pt x="902591" y="56553"/>
                </a:lnTo>
                <a:cubicBezTo>
                  <a:pt x="904886" y="53254"/>
                  <a:pt x="907050" y="50533"/>
                  <a:pt x="909082" y="48390"/>
                </a:cubicBezTo>
                <a:cubicBezTo>
                  <a:pt x="911115" y="46246"/>
                  <a:pt x="913049" y="44549"/>
                  <a:pt x="914885" y="43297"/>
                </a:cubicBezTo>
                <a:cubicBezTo>
                  <a:pt x="916721" y="42043"/>
                  <a:pt x="918557" y="41169"/>
                  <a:pt x="920393" y="40675"/>
                </a:cubicBezTo>
                <a:cubicBezTo>
                  <a:pt x="922229" y="40179"/>
                  <a:pt x="924065" y="39931"/>
                  <a:pt x="925900" y="39931"/>
                </a:cubicBezTo>
                <a:cubicBezTo>
                  <a:pt x="926753" y="39931"/>
                  <a:pt x="927671" y="39980"/>
                  <a:pt x="928654" y="40079"/>
                </a:cubicBezTo>
                <a:cubicBezTo>
                  <a:pt x="929638" y="40177"/>
                  <a:pt x="930654" y="40341"/>
                  <a:pt x="931703" y="40570"/>
                </a:cubicBezTo>
                <a:cubicBezTo>
                  <a:pt x="932752" y="40800"/>
                  <a:pt x="933670" y="41062"/>
                  <a:pt x="934457" y="41357"/>
                </a:cubicBezTo>
                <a:cubicBezTo>
                  <a:pt x="935244" y="41652"/>
                  <a:pt x="935818" y="41964"/>
                  <a:pt x="936178" y="42292"/>
                </a:cubicBezTo>
                <a:cubicBezTo>
                  <a:pt x="936539" y="42620"/>
                  <a:pt x="936801" y="42980"/>
                  <a:pt x="936965" y="43374"/>
                </a:cubicBezTo>
                <a:cubicBezTo>
                  <a:pt x="937129" y="43767"/>
                  <a:pt x="937277" y="44308"/>
                  <a:pt x="937408" y="44996"/>
                </a:cubicBezTo>
                <a:cubicBezTo>
                  <a:pt x="937539" y="45685"/>
                  <a:pt x="937637" y="46718"/>
                  <a:pt x="937703" y="48094"/>
                </a:cubicBezTo>
                <a:cubicBezTo>
                  <a:pt x="937768" y="49471"/>
                  <a:pt x="937801" y="51340"/>
                  <a:pt x="937801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B8114-8484-45A0-ABFA-1C0E9EA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684" y="105224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39149655245f1"/>
          <a:stretch xmlns:a="http://schemas.openxmlformats.org/drawingml/2006/main"/>
        </p:blipFill>
        <p:spPr>
          <a:xfrm xmlns:a="http://schemas.openxmlformats.org/drawingml/2006/main">
            <a:off x="10522389" y="227423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35eead6ae409e"/>
          <a:stretch xmlns:a="http://schemas.openxmlformats.org/drawingml/2006/main"/>
        </p:blipFill>
        <p:spPr>
          <a:xfrm xmlns:a="http://schemas.openxmlformats.org/drawingml/2006/main">
            <a:off x="10262549" y="229437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6485321234859"/>
          <a:stretch xmlns:a="http://schemas.openxmlformats.org/drawingml/2006/main"/>
        </p:blipFill>
        <p:spPr>
          <a:xfrm xmlns:a="http://schemas.openxmlformats.org/drawingml/2006/main">
            <a:off x="8836740" y="1081957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F67F6-EBD6-4959-8C49-6B0C1280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252" y="114624"/>
            <a:ext cx="1937721" cy="1845065"/>
          </a:xfrm>
          <a:custGeom xmlns:a="http://schemas.openxmlformats.org/drawingml/2006/main">
            <a:pathLst>
              <a:path w="1937721" h="1845065">
                <a:moveTo>
                  <a:pt x="0" y="0"/>
                </a:moveTo>
                <a:lnTo>
                  <a:pt x="1937721" y="0"/>
                </a:lnTo>
                <a:lnTo>
                  <a:pt x="1937721" y="1845065"/>
                </a:lnTo>
                <a:lnTo>
                  <a:pt x="0" y="1845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8B13CFAD-8173-4DFB-BD70-7DDD6B00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993" y="1217959"/>
            <a:ext cx="1232850" cy="152011"/>
          </a:xfrm>
          <a:custGeom xmlns:a="http://schemas.openxmlformats.org/drawingml/2006/main">
            <a:pathLst>
              <a:path w="1232850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5" y="80547"/>
                  <a:pt x="75586" y="89226"/>
                  <a:pt x="81022" y="95519"/>
                </a:cubicBezTo>
                <a:cubicBezTo>
                  <a:pt x="86459" y="101810"/>
                  <a:pt x="92847" y="104956"/>
                  <a:pt x="100187" y="104956"/>
                </a:cubicBezTo>
                <a:cubicBezTo>
                  <a:pt x="105080" y="104956"/>
                  <a:pt x="109334" y="103610"/>
                  <a:pt x="112950" y="100919"/>
                </a:cubicBezTo>
                <a:cubicBezTo>
                  <a:pt x="116565" y="98228"/>
                  <a:pt x="119596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2" y="102958"/>
                  <a:pt x="114621" y="109074"/>
                </a:cubicBezTo>
                <a:cubicBezTo>
                  <a:pt x="109130" y="115190"/>
                  <a:pt x="102253" y="118249"/>
                  <a:pt x="93989" y="118249"/>
                </a:cubicBezTo>
                <a:cubicBezTo>
                  <a:pt x="85018" y="118249"/>
                  <a:pt x="77339" y="114763"/>
                  <a:pt x="70951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4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7" y="39144"/>
                  <a:pt x="111115" y="41897"/>
                  <a:pt x="116497" y="47401"/>
                </a:cubicBezTo>
                <a:cubicBezTo>
                  <a:pt x="121879" y="52904"/>
                  <a:pt x="124571" y="60264"/>
                  <a:pt x="124571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6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8" y="47463"/>
                </a:cubicBezTo>
                <a:cubicBezTo>
                  <a:pt x="97047" y="45723"/>
                  <a:pt x="94234" y="44853"/>
                  <a:pt x="91298" y="44853"/>
                </a:cubicBezTo>
                <a:cubicBezTo>
                  <a:pt x="86785" y="44853"/>
                  <a:pt x="82749" y="46606"/>
                  <a:pt x="79188" y="50113"/>
                </a:cubicBezTo>
                <a:cubicBezTo>
                  <a:pt x="75627" y="53620"/>
                  <a:pt x="73547" y="58499"/>
                  <a:pt x="72949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3" y="114552"/>
                  <a:pt x="162976" y="115476"/>
                </a:cubicBezTo>
                <a:cubicBezTo>
                  <a:pt x="160040" y="116889"/>
                  <a:pt x="156914" y="117596"/>
                  <a:pt x="153598" y="117596"/>
                </a:cubicBezTo>
                <a:cubicBezTo>
                  <a:pt x="148433" y="117596"/>
                  <a:pt x="144179" y="115829"/>
                  <a:pt x="140835" y="112295"/>
                </a:cubicBezTo>
                <a:cubicBezTo>
                  <a:pt x="137491" y="108762"/>
                  <a:pt x="135820" y="104113"/>
                  <a:pt x="135820" y="98350"/>
                </a:cubicBezTo>
                <a:cubicBezTo>
                  <a:pt x="135820" y="94708"/>
                  <a:pt x="136635" y="91554"/>
                  <a:pt x="138266" y="88890"/>
                </a:cubicBezTo>
                <a:cubicBezTo>
                  <a:pt x="140495" y="85193"/>
                  <a:pt x="144369" y="81714"/>
                  <a:pt x="149887" y="78452"/>
                </a:cubicBezTo>
                <a:cubicBezTo>
                  <a:pt x="155405" y="75190"/>
                  <a:pt x="164580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8" y="51051"/>
                  <a:pt x="173863" y="48278"/>
                </a:cubicBezTo>
                <a:cubicBezTo>
                  <a:pt x="171498" y="45505"/>
                  <a:pt x="168059" y="44119"/>
                  <a:pt x="163547" y="44119"/>
                </a:cubicBezTo>
                <a:cubicBezTo>
                  <a:pt x="160122" y="44119"/>
                  <a:pt x="157403" y="45040"/>
                  <a:pt x="155392" y="46882"/>
                </a:cubicBezTo>
                <a:cubicBezTo>
                  <a:pt x="153326" y="48723"/>
                  <a:pt x="152293" y="50836"/>
                  <a:pt x="152293" y="53220"/>
                </a:cubicBezTo>
                <a:lnTo>
                  <a:pt x="152456" y="57932"/>
                </a:lnTo>
                <a:cubicBezTo>
                  <a:pt x="152456" y="60422"/>
                  <a:pt x="151817" y="62345"/>
                  <a:pt x="150540" y="63699"/>
                </a:cubicBezTo>
                <a:cubicBezTo>
                  <a:pt x="149262" y="65053"/>
                  <a:pt x="147590" y="65730"/>
                  <a:pt x="145524" y="65730"/>
                </a:cubicBezTo>
                <a:cubicBezTo>
                  <a:pt x="143513" y="65730"/>
                  <a:pt x="141868" y="65026"/>
                  <a:pt x="140590" y="63617"/>
                </a:cubicBezTo>
                <a:cubicBezTo>
                  <a:pt x="139313" y="62207"/>
                  <a:pt x="138674" y="60282"/>
                  <a:pt x="138674" y="57842"/>
                </a:cubicBezTo>
                <a:cubicBezTo>
                  <a:pt x="138674" y="53182"/>
                  <a:pt x="141066" y="48901"/>
                  <a:pt x="145850" y="44998"/>
                </a:cubicBezTo>
                <a:cubicBezTo>
                  <a:pt x="150635" y="41096"/>
                  <a:pt x="157349" y="39144"/>
                  <a:pt x="165993" y="39144"/>
                </a:cubicBezTo>
                <a:cubicBezTo>
                  <a:pt x="172626" y="39144"/>
                  <a:pt x="178063" y="40257"/>
                  <a:pt x="182304" y="42483"/>
                </a:cubicBezTo>
                <a:cubicBezTo>
                  <a:pt x="185511" y="44167"/>
                  <a:pt x="187876" y="46801"/>
                  <a:pt x="189399" y="50386"/>
                </a:cubicBezTo>
                <a:cubicBezTo>
                  <a:pt x="190377" y="52720"/>
                  <a:pt x="190866" y="57498"/>
                  <a:pt x="190866" y="64721"/>
                </a:cubicBezTo>
                <a:lnTo>
                  <a:pt x="190866" y="90052"/>
                </a:lnTo>
                <a:cubicBezTo>
                  <a:pt x="190866" y="97166"/>
                  <a:pt x="191002" y="101524"/>
                  <a:pt x="191274" y="103126"/>
                </a:cubicBezTo>
                <a:cubicBezTo>
                  <a:pt x="191546" y="104728"/>
                  <a:pt x="191995" y="105801"/>
                  <a:pt x="192620" y="106345"/>
                </a:cubicBezTo>
                <a:cubicBezTo>
                  <a:pt x="193245" y="106887"/>
                  <a:pt x="193965" y="107158"/>
                  <a:pt x="194781" y="107158"/>
                </a:cubicBezTo>
                <a:cubicBezTo>
                  <a:pt x="195651" y="107158"/>
                  <a:pt x="196412" y="106967"/>
                  <a:pt x="197064" y="106587"/>
                </a:cubicBezTo>
                <a:cubicBezTo>
                  <a:pt x="198206" y="105880"/>
                  <a:pt x="200408" y="103896"/>
                  <a:pt x="203670" y="100634"/>
                </a:cubicBezTo>
                <a:lnTo>
                  <a:pt x="203670" y="105201"/>
                </a:lnTo>
                <a:cubicBezTo>
                  <a:pt x="197581" y="113356"/>
                  <a:pt x="191764" y="117433"/>
                  <a:pt x="186218" y="117433"/>
                </a:cubicBezTo>
                <a:cubicBezTo>
                  <a:pt x="183554" y="117433"/>
                  <a:pt x="181434" y="116509"/>
                  <a:pt x="179857" y="114660"/>
                </a:cubicBezTo>
                <a:cubicBezTo>
                  <a:pt x="178280" y="112812"/>
                  <a:pt x="177465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1" y="74767"/>
                  <a:pt x="163900" y="77067"/>
                  <a:pt x="161508" y="78421"/>
                </a:cubicBezTo>
                <a:cubicBezTo>
                  <a:pt x="157213" y="80803"/>
                  <a:pt x="154141" y="83293"/>
                  <a:pt x="152293" y="85891"/>
                </a:cubicBezTo>
                <a:cubicBezTo>
                  <a:pt x="150444" y="88489"/>
                  <a:pt x="149520" y="91330"/>
                  <a:pt x="149520" y="94415"/>
                </a:cubicBezTo>
                <a:cubicBezTo>
                  <a:pt x="149520" y="98313"/>
                  <a:pt x="150689" y="101547"/>
                  <a:pt x="153027" y="104117"/>
                </a:cubicBezTo>
                <a:cubicBezTo>
                  <a:pt x="155365" y="106688"/>
                  <a:pt x="158056" y="107973"/>
                  <a:pt x="161100" y="107973"/>
                </a:cubicBezTo>
                <a:cubicBezTo>
                  <a:pt x="165232" y="107973"/>
                  <a:pt x="170669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4" y="39144"/>
                  <a:pt x="246235" y="39144"/>
                </a:cubicBezTo>
                <a:cubicBezTo>
                  <a:pt x="252814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7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7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8" y="105201"/>
                </a:moveTo>
                <a:cubicBezTo>
                  <a:pt x="370332" y="111127"/>
                  <a:pt x="365521" y="114552"/>
                  <a:pt x="363563" y="115476"/>
                </a:cubicBezTo>
                <a:cubicBezTo>
                  <a:pt x="360628" y="116889"/>
                  <a:pt x="357502" y="117596"/>
                  <a:pt x="354185" y="117596"/>
                </a:cubicBezTo>
                <a:cubicBezTo>
                  <a:pt x="349020" y="117596"/>
                  <a:pt x="344766" y="115829"/>
                  <a:pt x="341422" y="112295"/>
                </a:cubicBezTo>
                <a:cubicBezTo>
                  <a:pt x="338079" y="108762"/>
                  <a:pt x="336407" y="104113"/>
                  <a:pt x="336407" y="98350"/>
                </a:cubicBezTo>
                <a:cubicBezTo>
                  <a:pt x="336407" y="94708"/>
                  <a:pt x="337223" y="91554"/>
                  <a:pt x="338854" y="88890"/>
                </a:cubicBezTo>
                <a:cubicBezTo>
                  <a:pt x="341083" y="85193"/>
                  <a:pt x="344956" y="81714"/>
                  <a:pt x="350475" y="78452"/>
                </a:cubicBezTo>
                <a:cubicBezTo>
                  <a:pt x="355993" y="75190"/>
                  <a:pt x="365167" y="71221"/>
                  <a:pt x="377998" y="66545"/>
                </a:cubicBezTo>
                <a:lnTo>
                  <a:pt x="377998" y="63610"/>
                </a:lnTo>
                <a:cubicBezTo>
                  <a:pt x="377998" y="56161"/>
                  <a:pt x="376815" y="51051"/>
                  <a:pt x="374450" y="48278"/>
                </a:cubicBezTo>
                <a:cubicBezTo>
                  <a:pt x="372086" y="45505"/>
                  <a:pt x="368647" y="44119"/>
                  <a:pt x="364134" y="44119"/>
                </a:cubicBezTo>
                <a:cubicBezTo>
                  <a:pt x="360709" y="44119"/>
                  <a:pt x="357991" y="45040"/>
                  <a:pt x="355979" y="46882"/>
                </a:cubicBezTo>
                <a:cubicBezTo>
                  <a:pt x="353913" y="48723"/>
                  <a:pt x="352880" y="50836"/>
                  <a:pt x="352880" y="53220"/>
                </a:cubicBezTo>
                <a:lnTo>
                  <a:pt x="353043" y="57932"/>
                </a:lnTo>
                <a:cubicBezTo>
                  <a:pt x="353043" y="60422"/>
                  <a:pt x="352405" y="62345"/>
                  <a:pt x="351127" y="63699"/>
                </a:cubicBezTo>
                <a:cubicBezTo>
                  <a:pt x="349849" y="65053"/>
                  <a:pt x="348178" y="65730"/>
                  <a:pt x="346112" y="65730"/>
                </a:cubicBezTo>
                <a:cubicBezTo>
                  <a:pt x="344100" y="65730"/>
                  <a:pt x="342455" y="65026"/>
                  <a:pt x="341178" y="63617"/>
                </a:cubicBezTo>
                <a:cubicBezTo>
                  <a:pt x="339900" y="62207"/>
                  <a:pt x="339261" y="60282"/>
                  <a:pt x="339261" y="57842"/>
                </a:cubicBezTo>
                <a:cubicBezTo>
                  <a:pt x="339261" y="53182"/>
                  <a:pt x="341653" y="48901"/>
                  <a:pt x="346438" y="44998"/>
                </a:cubicBezTo>
                <a:cubicBezTo>
                  <a:pt x="351222" y="41096"/>
                  <a:pt x="357936" y="39144"/>
                  <a:pt x="366581" y="39144"/>
                </a:cubicBezTo>
                <a:cubicBezTo>
                  <a:pt x="373214" y="39144"/>
                  <a:pt x="378650" y="40257"/>
                  <a:pt x="382891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3" y="104728"/>
                  <a:pt x="392582" y="105801"/>
                  <a:pt x="393207" y="106345"/>
                </a:cubicBezTo>
                <a:cubicBezTo>
                  <a:pt x="393832" y="106887"/>
                  <a:pt x="394553" y="107158"/>
                  <a:pt x="395368" y="107158"/>
                </a:cubicBezTo>
                <a:cubicBezTo>
                  <a:pt x="396238" y="107158"/>
                  <a:pt x="396999" y="106967"/>
                  <a:pt x="397652" y="106587"/>
                </a:cubicBezTo>
                <a:cubicBezTo>
                  <a:pt x="398793" y="105880"/>
                  <a:pt x="400995" y="103896"/>
                  <a:pt x="404257" y="100634"/>
                </a:cubicBezTo>
                <a:lnTo>
                  <a:pt x="404257" y="105201"/>
                </a:lnTo>
                <a:cubicBezTo>
                  <a:pt x="398168" y="113356"/>
                  <a:pt x="392351" y="117433"/>
                  <a:pt x="386805" y="117433"/>
                </a:cubicBezTo>
                <a:cubicBezTo>
                  <a:pt x="384141" y="117433"/>
                  <a:pt x="382021" y="116509"/>
                  <a:pt x="380444" y="114660"/>
                </a:cubicBezTo>
                <a:cubicBezTo>
                  <a:pt x="378868" y="112812"/>
                  <a:pt x="378052" y="109659"/>
                  <a:pt x="377998" y="105201"/>
                </a:cubicBezTo>
                <a:moveTo>
                  <a:pt x="377998" y="99854"/>
                </a:moveTo>
                <a:lnTo>
                  <a:pt x="377998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0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6" y="101547"/>
                  <a:pt x="353614" y="104117"/>
                </a:cubicBezTo>
                <a:cubicBezTo>
                  <a:pt x="355952" y="106688"/>
                  <a:pt x="358643" y="107973"/>
                  <a:pt x="361688" y="107973"/>
                </a:cubicBezTo>
                <a:cubicBezTo>
                  <a:pt x="365820" y="107973"/>
                  <a:pt x="371256" y="105267"/>
                  <a:pt x="377998" y="99854"/>
                </a:cubicBezTo>
                <a:close/>
                <a:moveTo>
                  <a:pt x="472801" y="54231"/>
                </a:moveTo>
                <a:cubicBezTo>
                  <a:pt x="480032" y="44173"/>
                  <a:pt x="487834" y="39144"/>
                  <a:pt x="496207" y="39144"/>
                </a:cubicBezTo>
                <a:cubicBezTo>
                  <a:pt x="503872" y="39144"/>
                  <a:pt x="510559" y="42417"/>
                  <a:pt x="516268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7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2" y="117460"/>
                  <a:pt x="473087" y="115884"/>
                </a:cubicBezTo>
                <a:cubicBezTo>
                  <a:pt x="468602" y="114307"/>
                  <a:pt x="464021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4" y="15739"/>
                </a:cubicBezTo>
                <a:cubicBezTo>
                  <a:pt x="458326" y="13782"/>
                  <a:pt x="457687" y="12450"/>
                  <a:pt x="456818" y="11743"/>
                </a:cubicBezTo>
                <a:cubicBezTo>
                  <a:pt x="455948" y="11037"/>
                  <a:pt x="454860" y="10683"/>
                  <a:pt x="453556" y="10683"/>
                </a:cubicBezTo>
                <a:cubicBezTo>
                  <a:pt x="452033" y="10683"/>
                  <a:pt x="450130" y="11118"/>
                  <a:pt x="447847" y="11988"/>
                </a:cubicBezTo>
                <a:lnTo>
                  <a:pt x="446705" y="9134"/>
                </a:lnTo>
                <a:lnTo>
                  <a:pt x="469132" y="0"/>
                </a:lnTo>
                <a:lnTo>
                  <a:pt x="472801" y="0"/>
                </a:lnTo>
                <a:lnTo>
                  <a:pt x="472801" y="54231"/>
                </a:lnTo>
                <a:moveTo>
                  <a:pt x="472801" y="59428"/>
                </a:moveTo>
                <a:lnTo>
                  <a:pt x="472801" y="104000"/>
                </a:lnTo>
                <a:cubicBezTo>
                  <a:pt x="475574" y="106710"/>
                  <a:pt x="478442" y="108756"/>
                  <a:pt x="481405" y="110139"/>
                </a:cubicBezTo>
                <a:cubicBezTo>
                  <a:pt x="484368" y="111522"/>
                  <a:pt x="487399" y="112214"/>
                  <a:pt x="490498" y="112214"/>
                </a:cubicBezTo>
                <a:cubicBezTo>
                  <a:pt x="495445" y="112214"/>
                  <a:pt x="500053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3" y="53287"/>
                  <a:pt x="495201" y="50725"/>
                  <a:pt x="489764" y="50725"/>
                </a:cubicBezTo>
                <a:cubicBezTo>
                  <a:pt x="486883" y="50725"/>
                  <a:pt x="484001" y="51457"/>
                  <a:pt x="481120" y="52921"/>
                </a:cubicBezTo>
                <a:cubicBezTo>
                  <a:pt x="478945" y="54005"/>
                  <a:pt x="476172" y="56174"/>
                  <a:pt x="472801" y="59428"/>
                </a:cubicBezTo>
                <a:close/>
                <a:moveTo>
                  <a:pt x="572795" y="39144"/>
                </a:moveTo>
                <a:cubicBezTo>
                  <a:pt x="584103" y="39144"/>
                  <a:pt x="593182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7" y="97558"/>
                </a:cubicBezTo>
                <a:cubicBezTo>
                  <a:pt x="600739" y="104399"/>
                  <a:pt x="596322" y="109558"/>
                  <a:pt x="590695" y="113034"/>
                </a:cubicBezTo>
                <a:cubicBezTo>
                  <a:pt x="585068" y="116511"/>
                  <a:pt x="578802" y="118249"/>
                  <a:pt x="571898" y="118249"/>
                </a:cubicBezTo>
                <a:cubicBezTo>
                  <a:pt x="560644" y="118249"/>
                  <a:pt x="551700" y="113768"/>
                  <a:pt x="545067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4" y="47223"/>
                  <a:pt x="555180" y="43992"/>
                </a:cubicBezTo>
                <a:cubicBezTo>
                  <a:pt x="560725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5" y="44527"/>
                  <a:pt x="564490" y="45382"/>
                  <a:pt x="561581" y="47093"/>
                </a:cubicBezTo>
                <a:cubicBezTo>
                  <a:pt x="558673" y="48804"/>
                  <a:pt x="556321" y="51804"/>
                  <a:pt x="554527" y="56094"/>
                </a:cubicBezTo>
                <a:cubicBezTo>
                  <a:pt x="552733" y="60384"/>
                  <a:pt x="551836" y="65896"/>
                  <a:pt x="551836" y="72629"/>
                </a:cubicBezTo>
                <a:cubicBezTo>
                  <a:pt x="551836" y="83488"/>
                  <a:pt x="553997" y="92856"/>
                  <a:pt x="558319" y="100730"/>
                </a:cubicBezTo>
                <a:cubicBezTo>
                  <a:pt x="562642" y="108604"/>
                  <a:pt x="568337" y="112540"/>
                  <a:pt x="575404" y="112540"/>
                </a:cubicBezTo>
                <a:cubicBezTo>
                  <a:pt x="580678" y="112540"/>
                  <a:pt x="585027" y="110368"/>
                  <a:pt x="588452" y="106024"/>
                </a:cubicBezTo>
                <a:cubicBezTo>
                  <a:pt x="591878" y="101679"/>
                  <a:pt x="593590" y="94213"/>
                  <a:pt x="593590" y="83625"/>
                </a:cubicBezTo>
                <a:cubicBezTo>
                  <a:pt x="593590" y="70375"/>
                  <a:pt x="590736" y="59948"/>
                  <a:pt x="585027" y="52345"/>
                </a:cubicBezTo>
                <a:cubicBezTo>
                  <a:pt x="581167" y="47133"/>
                  <a:pt x="576247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1" y="43435"/>
                  <a:pt x="683961" y="52017"/>
                </a:cubicBezTo>
                <a:cubicBezTo>
                  <a:pt x="689778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6" y="97558"/>
                </a:cubicBezTo>
                <a:cubicBezTo>
                  <a:pt x="684668" y="104399"/>
                  <a:pt x="680251" y="109558"/>
                  <a:pt x="674624" y="113034"/>
                </a:cubicBezTo>
                <a:cubicBezTo>
                  <a:pt x="668997" y="116511"/>
                  <a:pt x="662731" y="118249"/>
                  <a:pt x="655826" y="118249"/>
                </a:cubicBezTo>
                <a:cubicBezTo>
                  <a:pt x="644572" y="118249"/>
                  <a:pt x="635629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3" y="47223"/>
                  <a:pt x="639108" y="43992"/>
                </a:cubicBezTo>
                <a:cubicBezTo>
                  <a:pt x="644654" y="40760"/>
                  <a:pt x="650525" y="39144"/>
                  <a:pt x="656723" y="39144"/>
                </a:cubicBezTo>
                <a:moveTo>
                  <a:pt x="654195" y="44527"/>
                </a:moveTo>
                <a:cubicBezTo>
                  <a:pt x="651314" y="44527"/>
                  <a:pt x="648419" y="45382"/>
                  <a:pt x="645510" y="47093"/>
                </a:cubicBezTo>
                <a:cubicBezTo>
                  <a:pt x="642601" y="48804"/>
                  <a:pt x="640250" y="51804"/>
                  <a:pt x="638456" y="56094"/>
                </a:cubicBezTo>
                <a:cubicBezTo>
                  <a:pt x="636662" y="60384"/>
                  <a:pt x="635765" y="65896"/>
                  <a:pt x="635765" y="72629"/>
                </a:cubicBezTo>
                <a:cubicBezTo>
                  <a:pt x="635765" y="83488"/>
                  <a:pt x="637926" y="92856"/>
                  <a:pt x="642248" y="100730"/>
                </a:cubicBezTo>
                <a:cubicBezTo>
                  <a:pt x="646570" y="108604"/>
                  <a:pt x="652265" y="112540"/>
                  <a:pt x="659333" y="112540"/>
                </a:cubicBezTo>
                <a:cubicBezTo>
                  <a:pt x="664606" y="112540"/>
                  <a:pt x="668956" y="110368"/>
                  <a:pt x="672381" y="106024"/>
                </a:cubicBezTo>
                <a:cubicBezTo>
                  <a:pt x="675806" y="101679"/>
                  <a:pt x="677519" y="94213"/>
                  <a:pt x="677519" y="83625"/>
                </a:cubicBezTo>
                <a:cubicBezTo>
                  <a:pt x="677519" y="70375"/>
                  <a:pt x="674664" y="59948"/>
                  <a:pt x="668956" y="52345"/>
                </a:cubicBezTo>
                <a:cubicBezTo>
                  <a:pt x="665096" y="47133"/>
                  <a:pt x="660175" y="44527"/>
                  <a:pt x="654195" y="44527"/>
                </a:cubicBezTo>
                <a:close/>
                <a:moveTo>
                  <a:pt x="726216" y="0"/>
                </a:moveTo>
                <a:lnTo>
                  <a:pt x="726216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3" y="48686"/>
                  <a:pt x="752883" y="48033"/>
                </a:cubicBezTo>
                <a:cubicBezTo>
                  <a:pt x="752883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3" y="43874"/>
                </a:cubicBezTo>
                <a:lnTo>
                  <a:pt x="747093" y="41265"/>
                </a:lnTo>
                <a:lnTo>
                  <a:pt x="779550" y="41265"/>
                </a:lnTo>
                <a:lnTo>
                  <a:pt x="779550" y="43874"/>
                </a:lnTo>
                <a:cubicBezTo>
                  <a:pt x="775092" y="43983"/>
                  <a:pt x="771382" y="44663"/>
                  <a:pt x="768419" y="45913"/>
                </a:cubicBezTo>
                <a:cubicBezTo>
                  <a:pt x="765456" y="47164"/>
                  <a:pt x="762207" y="49393"/>
                  <a:pt x="758673" y="52600"/>
                </a:cubicBezTo>
                <a:lnTo>
                  <a:pt x="739509" y="70297"/>
                </a:lnTo>
                <a:lnTo>
                  <a:pt x="758673" y="94471"/>
                </a:lnTo>
                <a:cubicBezTo>
                  <a:pt x="764001" y="101145"/>
                  <a:pt x="767590" y="105377"/>
                  <a:pt x="769438" y="107168"/>
                </a:cubicBezTo>
                <a:cubicBezTo>
                  <a:pt x="772048" y="109718"/>
                  <a:pt x="774331" y="111374"/>
                  <a:pt x="776288" y="112135"/>
                </a:cubicBezTo>
                <a:cubicBezTo>
                  <a:pt x="777648" y="112677"/>
                  <a:pt x="780013" y="112948"/>
                  <a:pt x="783383" y="112948"/>
                </a:cubicBezTo>
                <a:lnTo>
                  <a:pt x="783383" y="115965"/>
                </a:lnTo>
                <a:lnTo>
                  <a:pt x="747093" y="115965"/>
                </a:lnTo>
                <a:lnTo>
                  <a:pt x="747093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6" y="74374"/>
                </a:lnTo>
                <a:lnTo>
                  <a:pt x="726216" y="99112"/>
                </a:lnTo>
                <a:cubicBezTo>
                  <a:pt x="726216" y="103941"/>
                  <a:pt x="726556" y="107115"/>
                  <a:pt x="727236" y="108636"/>
                </a:cubicBezTo>
                <a:cubicBezTo>
                  <a:pt x="727915" y="110155"/>
                  <a:pt x="728880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7" y="13758"/>
                  <a:pt x="711102" y="12427"/>
                  <a:pt x="710232" y="11695"/>
                </a:cubicBezTo>
                <a:cubicBezTo>
                  <a:pt x="709362" y="10961"/>
                  <a:pt x="708221" y="10594"/>
                  <a:pt x="706807" y="10594"/>
                </a:cubicBezTo>
                <a:cubicBezTo>
                  <a:pt x="705665" y="10594"/>
                  <a:pt x="703953" y="11056"/>
                  <a:pt x="701669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6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2" y="40123"/>
                </a:lnTo>
                <a:lnTo>
                  <a:pt x="857653" y="2936"/>
                </a:lnTo>
                <a:lnTo>
                  <a:pt x="864422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4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9" y="40123"/>
                </a:lnTo>
                <a:lnTo>
                  <a:pt x="905279" y="46647"/>
                </a:lnTo>
                <a:lnTo>
                  <a:pt x="890192" y="46647"/>
                </a:lnTo>
                <a:lnTo>
                  <a:pt x="884483" y="74537"/>
                </a:lnTo>
                <a:lnTo>
                  <a:pt x="905279" y="74537"/>
                </a:lnTo>
                <a:lnTo>
                  <a:pt x="905279" y="81306"/>
                </a:lnTo>
                <a:lnTo>
                  <a:pt x="883097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6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6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8" y="31315"/>
                </a:lnTo>
                <a:cubicBezTo>
                  <a:pt x="1002880" y="26749"/>
                  <a:pt x="1002064" y="23487"/>
                  <a:pt x="1001031" y="21529"/>
                </a:cubicBezTo>
                <a:cubicBezTo>
                  <a:pt x="999346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7" y="12314"/>
                </a:lnTo>
                <a:lnTo>
                  <a:pt x="967677" y="96801"/>
                </a:lnTo>
                <a:cubicBezTo>
                  <a:pt x="967677" y="103597"/>
                  <a:pt x="968411" y="107837"/>
                  <a:pt x="969879" y="109523"/>
                </a:cubicBezTo>
                <a:cubicBezTo>
                  <a:pt x="971945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6" y="112948"/>
                </a:lnTo>
                <a:cubicBezTo>
                  <a:pt x="944951" y="112948"/>
                  <a:pt x="948268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2" y="12695"/>
                  <a:pt x="927717" y="13456"/>
                </a:cubicBezTo>
                <a:cubicBezTo>
                  <a:pt x="924890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1" y="31315"/>
                </a:cubicBezTo>
                <a:lnTo>
                  <a:pt x="913772" y="31315"/>
                </a:lnTo>
                <a:lnTo>
                  <a:pt x="915077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6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8" y="117596"/>
                </a:cubicBezTo>
                <a:cubicBezTo>
                  <a:pt x="1029674" y="117596"/>
                  <a:pt x="1025419" y="115829"/>
                  <a:pt x="1022076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6" y="91554"/>
                  <a:pt x="1019507" y="88890"/>
                </a:cubicBezTo>
                <a:cubicBezTo>
                  <a:pt x="1021736" y="85193"/>
                  <a:pt x="1025610" y="81714"/>
                  <a:pt x="1031128" y="78452"/>
                </a:cubicBezTo>
                <a:cubicBezTo>
                  <a:pt x="1036646" y="75190"/>
                  <a:pt x="1045821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8" y="44119"/>
                </a:cubicBezTo>
                <a:cubicBezTo>
                  <a:pt x="1041363" y="44119"/>
                  <a:pt x="1038644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8" y="62345"/>
                  <a:pt x="1031780" y="63699"/>
                </a:cubicBezTo>
                <a:cubicBezTo>
                  <a:pt x="1030503" y="65053"/>
                  <a:pt x="1028831" y="65730"/>
                  <a:pt x="1026765" y="65730"/>
                </a:cubicBezTo>
                <a:cubicBezTo>
                  <a:pt x="1024753" y="65730"/>
                  <a:pt x="1023109" y="65026"/>
                  <a:pt x="1021831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1" y="44998"/>
                </a:cubicBezTo>
                <a:cubicBezTo>
                  <a:pt x="1031875" y="41096"/>
                  <a:pt x="1038590" y="39144"/>
                  <a:pt x="1047234" y="39144"/>
                </a:cubicBezTo>
                <a:cubicBezTo>
                  <a:pt x="1053867" y="39144"/>
                  <a:pt x="1059304" y="40257"/>
                  <a:pt x="1063544" y="42483"/>
                </a:cubicBezTo>
                <a:cubicBezTo>
                  <a:pt x="1066752" y="44167"/>
                  <a:pt x="1069117" y="46801"/>
                  <a:pt x="1070639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7" y="104728"/>
                  <a:pt x="1073235" y="105801"/>
                  <a:pt x="1073861" y="106345"/>
                </a:cubicBezTo>
                <a:cubicBezTo>
                  <a:pt x="1074486" y="106887"/>
                  <a:pt x="1075206" y="107158"/>
                  <a:pt x="1076022" y="107158"/>
                </a:cubicBezTo>
                <a:cubicBezTo>
                  <a:pt x="1076891" y="107158"/>
                  <a:pt x="1077653" y="106967"/>
                  <a:pt x="1078305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4" y="117433"/>
                  <a:pt x="1067459" y="117433"/>
                </a:cubicBezTo>
                <a:cubicBezTo>
                  <a:pt x="1064795" y="117433"/>
                  <a:pt x="1062674" y="116509"/>
                  <a:pt x="1061098" y="114660"/>
                </a:cubicBezTo>
                <a:cubicBezTo>
                  <a:pt x="1059521" y="112812"/>
                  <a:pt x="1058706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4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8" y="104117"/>
                </a:cubicBezTo>
                <a:cubicBezTo>
                  <a:pt x="1036605" y="106688"/>
                  <a:pt x="1039297" y="107973"/>
                  <a:pt x="1042341" y="107973"/>
                </a:cubicBezTo>
                <a:cubicBezTo>
                  <a:pt x="1046473" y="107973"/>
                  <a:pt x="1051910" y="105267"/>
                  <a:pt x="1058651" y="99854"/>
                </a:cubicBezTo>
                <a:close/>
                <a:moveTo>
                  <a:pt x="1111002" y="88745"/>
                </a:moveTo>
                <a:cubicBezTo>
                  <a:pt x="1106435" y="86519"/>
                  <a:pt x="1102928" y="83411"/>
                  <a:pt x="1100482" y="79420"/>
                </a:cubicBezTo>
                <a:cubicBezTo>
                  <a:pt x="1098035" y="75429"/>
                  <a:pt x="1096812" y="71017"/>
                  <a:pt x="1096812" y="66184"/>
                </a:cubicBezTo>
                <a:cubicBezTo>
                  <a:pt x="1096812" y="58800"/>
                  <a:pt x="1099598" y="52447"/>
                  <a:pt x="1105171" y="47126"/>
                </a:cubicBezTo>
                <a:cubicBezTo>
                  <a:pt x="1110743" y="41805"/>
                  <a:pt x="1117879" y="39144"/>
                  <a:pt x="1126578" y="39144"/>
                </a:cubicBezTo>
                <a:cubicBezTo>
                  <a:pt x="1133700" y="39144"/>
                  <a:pt x="1139871" y="40884"/>
                  <a:pt x="1145090" y="44364"/>
                </a:cubicBezTo>
                <a:lnTo>
                  <a:pt x="1160911" y="44364"/>
                </a:lnTo>
                <a:cubicBezTo>
                  <a:pt x="1163249" y="44364"/>
                  <a:pt x="1164608" y="44431"/>
                  <a:pt x="1164988" y="44565"/>
                </a:cubicBezTo>
                <a:cubicBezTo>
                  <a:pt x="1165369" y="44699"/>
                  <a:pt x="1165641" y="44928"/>
                  <a:pt x="1165804" y="45250"/>
                </a:cubicBezTo>
                <a:cubicBezTo>
                  <a:pt x="1166130" y="45735"/>
                  <a:pt x="1166293" y="46595"/>
                  <a:pt x="1166293" y="47832"/>
                </a:cubicBezTo>
                <a:cubicBezTo>
                  <a:pt x="1166293" y="49229"/>
                  <a:pt x="1166157" y="50196"/>
                  <a:pt x="1165885" y="50735"/>
                </a:cubicBezTo>
                <a:cubicBezTo>
                  <a:pt x="1165722" y="51003"/>
                  <a:pt x="1165437" y="51218"/>
                  <a:pt x="1165029" y="51380"/>
                </a:cubicBezTo>
                <a:cubicBezTo>
                  <a:pt x="1164621" y="51541"/>
                  <a:pt x="1163249" y="51622"/>
                  <a:pt x="1160911" y="51622"/>
                </a:cubicBezTo>
                <a:lnTo>
                  <a:pt x="1151206" y="51622"/>
                </a:lnTo>
                <a:cubicBezTo>
                  <a:pt x="1154251" y="55545"/>
                  <a:pt x="1155773" y="60557"/>
                  <a:pt x="1155773" y="66658"/>
                </a:cubicBezTo>
                <a:cubicBezTo>
                  <a:pt x="1155773" y="73630"/>
                  <a:pt x="1153109" y="79595"/>
                  <a:pt x="1147781" y="84553"/>
                </a:cubicBezTo>
                <a:cubicBezTo>
                  <a:pt x="1142453" y="89510"/>
                  <a:pt x="1135304" y="91989"/>
                  <a:pt x="1126333" y="91989"/>
                </a:cubicBezTo>
                <a:cubicBezTo>
                  <a:pt x="1122636" y="91989"/>
                  <a:pt x="1118858" y="91435"/>
                  <a:pt x="1114998" y="90325"/>
                </a:cubicBezTo>
                <a:cubicBezTo>
                  <a:pt x="1112606" y="92389"/>
                  <a:pt x="1110988" y="94196"/>
                  <a:pt x="1110145" y="95746"/>
                </a:cubicBezTo>
                <a:cubicBezTo>
                  <a:pt x="1109303" y="97293"/>
                  <a:pt x="1108881" y="98610"/>
                  <a:pt x="1108881" y="99696"/>
                </a:cubicBezTo>
                <a:cubicBezTo>
                  <a:pt x="1108881" y="100620"/>
                  <a:pt x="1109330" y="101517"/>
                  <a:pt x="1110227" y="102387"/>
                </a:cubicBezTo>
                <a:cubicBezTo>
                  <a:pt x="1111124" y="103255"/>
                  <a:pt x="1112877" y="103880"/>
                  <a:pt x="1115487" y="104260"/>
                </a:cubicBezTo>
                <a:cubicBezTo>
                  <a:pt x="1117009" y="104478"/>
                  <a:pt x="1120815" y="104668"/>
                  <a:pt x="1126904" y="104831"/>
                </a:cubicBezTo>
                <a:cubicBezTo>
                  <a:pt x="1138104" y="105101"/>
                  <a:pt x="1145362" y="105481"/>
                  <a:pt x="1148678" y="105970"/>
                </a:cubicBezTo>
                <a:cubicBezTo>
                  <a:pt x="1153734" y="106677"/>
                  <a:pt x="1157771" y="108552"/>
                  <a:pt x="1160788" y="111595"/>
                </a:cubicBezTo>
                <a:cubicBezTo>
                  <a:pt x="1163806" y="114636"/>
                  <a:pt x="1165315" y="118384"/>
                  <a:pt x="1165315" y="122838"/>
                </a:cubicBezTo>
                <a:cubicBezTo>
                  <a:pt x="1165315" y="128977"/>
                  <a:pt x="1162433" y="134735"/>
                  <a:pt x="1156670" y="140114"/>
                </a:cubicBezTo>
                <a:cubicBezTo>
                  <a:pt x="1148189" y="148045"/>
                  <a:pt x="1137125" y="152011"/>
                  <a:pt x="1123479" y="152011"/>
                </a:cubicBezTo>
                <a:cubicBezTo>
                  <a:pt x="1112986" y="152011"/>
                  <a:pt x="1104124" y="149649"/>
                  <a:pt x="1096893" y="144926"/>
                </a:cubicBezTo>
                <a:cubicBezTo>
                  <a:pt x="1092816" y="142211"/>
                  <a:pt x="1090777" y="139387"/>
                  <a:pt x="1090777" y="136455"/>
                </a:cubicBezTo>
                <a:cubicBezTo>
                  <a:pt x="1090777" y="135153"/>
                  <a:pt x="1091076" y="133851"/>
                  <a:pt x="1091674" y="132548"/>
                </a:cubicBezTo>
                <a:cubicBezTo>
                  <a:pt x="1092598" y="130538"/>
                  <a:pt x="1094501" y="127742"/>
                  <a:pt x="1097383" y="124159"/>
                </a:cubicBezTo>
                <a:cubicBezTo>
                  <a:pt x="1097763" y="123671"/>
                  <a:pt x="1100536" y="120739"/>
                  <a:pt x="1105701" y="115364"/>
                </a:cubicBezTo>
                <a:cubicBezTo>
                  <a:pt x="1102874" y="113677"/>
                  <a:pt x="1100876" y="112166"/>
                  <a:pt x="1099707" y="110833"/>
                </a:cubicBezTo>
                <a:cubicBezTo>
                  <a:pt x="1098538" y="109499"/>
                  <a:pt x="1097954" y="107989"/>
                  <a:pt x="1097954" y="106301"/>
                </a:cubicBezTo>
                <a:cubicBezTo>
                  <a:pt x="1097954" y="104395"/>
                  <a:pt x="1098728" y="102163"/>
                  <a:pt x="1100278" y="99604"/>
                </a:cubicBezTo>
                <a:cubicBezTo>
                  <a:pt x="1101827" y="97045"/>
                  <a:pt x="1105402" y="93426"/>
                  <a:pt x="1111002" y="88745"/>
                </a:cubicBezTo>
                <a:moveTo>
                  <a:pt x="1125192" y="43222"/>
                </a:moveTo>
                <a:cubicBezTo>
                  <a:pt x="1121168" y="43222"/>
                  <a:pt x="1117798" y="44817"/>
                  <a:pt x="1115079" y="48008"/>
                </a:cubicBezTo>
                <a:cubicBezTo>
                  <a:pt x="1112361" y="51197"/>
                  <a:pt x="1111002" y="56090"/>
                  <a:pt x="1111002" y="62687"/>
                </a:cubicBezTo>
                <a:cubicBezTo>
                  <a:pt x="1111002" y="71231"/>
                  <a:pt x="1112850" y="77855"/>
                  <a:pt x="1116547" y="82557"/>
                </a:cubicBezTo>
                <a:cubicBezTo>
                  <a:pt x="1119374" y="86127"/>
                  <a:pt x="1122963" y="87912"/>
                  <a:pt x="1127312" y="87912"/>
                </a:cubicBezTo>
                <a:cubicBezTo>
                  <a:pt x="1131444" y="87912"/>
                  <a:pt x="1134842" y="86371"/>
                  <a:pt x="1137506" y="83289"/>
                </a:cubicBezTo>
                <a:cubicBezTo>
                  <a:pt x="1140170" y="80207"/>
                  <a:pt x="1141502" y="75367"/>
                  <a:pt x="1141502" y="68770"/>
                </a:cubicBezTo>
                <a:cubicBezTo>
                  <a:pt x="1141502" y="60173"/>
                  <a:pt x="1139626" y="53441"/>
                  <a:pt x="1135875" y="48574"/>
                </a:cubicBezTo>
                <a:cubicBezTo>
                  <a:pt x="1133102" y="45006"/>
                  <a:pt x="1129541" y="43222"/>
                  <a:pt x="1125192" y="43222"/>
                </a:cubicBezTo>
                <a:moveTo>
                  <a:pt x="1110186" y="116014"/>
                </a:moveTo>
                <a:cubicBezTo>
                  <a:pt x="1107631" y="118781"/>
                  <a:pt x="1105701" y="121359"/>
                  <a:pt x="1104396" y="123746"/>
                </a:cubicBezTo>
                <a:cubicBezTo>
                  <a:pt x="1103091" y="126134"/>
                  <a:pt x="1102439" y="128333"/>
                  <a:pt x="1102439" y="130341"/>
                </a:cubicBezTo>
                <a:cubicBezTo>
                  <a:pt x="1102439" y="132946"/>
                  <a:pt x="1104016" y="135225"/>
                  <a:pt x="1107169" y="137179"/>
                </a:cubicBezTo>
                <a:cubicBezTo>
                  <a:pt x="1112606" y="140543"/>
                  <a:pt x="1120462" y="142225"/>
                  <a:pt x="1130737" y="142225"/>
                </a:cubicBezTo>
                <a:cubicBezTo>
                  <a:pt x="1140523" y="142225"/>
                  <a:pt x="1147740" y="140501"/>
                  <a:pt x="1152389" y="137054"/>
                </a:cubicBezTo>
                <a:cubicBezTo>
                  <a:pt x="1157037" y="133608"/>
                  <a:pt x="1159361" y="129932"/>
                  <a:pt x="1159361" y="126027"/>
                </a:cubicBezTo>
                <a:cubicBezTo>
                  <a:pt x="1159361" y="123205"/>
                  <a:pt x="1157975" y="121196"/>
                  <a:pt x="1155202" y="120002"/>
                </a:cubicBezTo>
                <a:cubicBezTo>
                  <a:pt x="1152375" y="118808"/>
                  <a:pt x="1146775" y="118103"/>
                  <a:pt x="1138403" y="117887"/>
                </a:cubicBezTo>
                <a:cubicBezTo>
                  <a:pt x="1126170" y="117561"/>
                  <a:pt x="1116765" y="116936"/>
                  <a:pt x="1110186" y="116014"/>
                </a:cubicBezTo>
                <a:close/>
                <a:moveTo>
                  <a:pt x="1189302" y="16229"/>
                </a:moveTo>
                <a:lnTo>
                  <a:pt x="1216214" y="3099"/>
                </a:lnTo>
                <a:lnTo>
                  <a:pt x="1218905" y="3099"/>
                </a:lnTo>
                <a:lnTo>
                  <a:pt x="1218905" y="96475"/>
                </a:lnTo>
                <a:cubicBezTo>
                  <a:pt x="1218905" y="102672"/>
                  <a:pt x="1219164" y="106532"/>
                  <a:pt x="1219680" y="108055"/>
                </a:cubicBezTo>
                <a:cubicBezTo>
                  <a:pt x="1220197" y="109577"/>
                  <a:pt x="1221270" y="110746"/>
                  <a:pt x="1222901" y="111561"/>
                </a:cubicBezTo>
                <a:cubicBezTo>
                  <a:pt x="1224532" y="112377"/>
                  <a:pt x="1227849" y="112839"/>
                  <a:pt x="1232850" y="112948"/>
                </a:cubicBezTo>
                <a:lnTo>
                  <a:pt x="1232850" y="115965"/>
                </a:lnTo>
                <a:lnTo>
                  <a:pt x="1191260" y="115965"/>
                </a:lnTo>
                <a:lnTo>
                  <a:pt x="1191260" y="112948"/>
                </a:lnTo>
                <a:cubicBezTo>
                  <a:pt x="1196479" y="112839"/>
                  <a:pt x="1199850" y="112391"/>
                  <a:pt x="1201372" y="111602"/>
                </a:cubicBezTo>
                <a:cubicBezTo>
                  <a:pt x="1202894" y="110814"/>
                  <a:pt x="1203954" y="109754"/>
                  <a:pt x="1204552" y="108422"/>
                </a:cubicBezTo>
                <a:cubicBezTo>
                  <a:pt x="1205150" y="107090"/>
                  <a:pt x="1205449" y="103107"/>
                  <a:pt x="1205449" y="96475"/>
                </a:cubicBezTo>
                <a:lnTo>
                  <a:pt x="1205449" y="36779"/>
                </a:lnTo>
                <a:cubicBezTo>
                  <a:pt x="1205449" y="28733"/>
                  <a:pt x="1205178" y="23568"/>
                  <a:pt x="1204634" y="21285"/>
                </a:cubicBezTo>
                <a:cubicBezTo>
                  <a:pt x="1204253" y="19545"/>
                  <a:pt x="1203560" y="18267"/>
                  <a:pt x="1202554" y="17452"/>
                </a:cubicBezTo>
                <a:cubicBezTo>
                  <a:pt x="1201549" y="16636"/>
                  <a:pt x="1200339" y="16229"/>
                  <a:pt x="1198925" y="16229"/>
                </a:cubicBezTo>
                <a:cubicBezTo>
                  <a:pt x="1196914" y="16229"/>
                  <a:pt x="1194114" y="17071"/>
                  <a:pt x="1190526" y="18757"/>
                </a:cubicBezTo>
                <a:lnTo>
                  <a:pt x="1189302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E16DC-B352-4E1F-8506-6C00C108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306" y="691878"/>
            <a:ext cx="1465376" cy="1149809"/>
          </a:xfrm>
          <a:custGeom xmlns:a="http://schemas.openxmlformats.org/drawingml/2006/main">
            <a:pathLst>
              <a:path w="1465376" h="1149809">
                <a:moveTo>
                  <a:pt x="671" y="4868"/>
                </a:moveTo>
                <a:cubicBezTo>
                  <a:pt x="0" y="2333"/>
                  <a:pt x="2333" y="0"/>
                  <a:pt x="4700" y="839"/>
                </a:cubicBezTo>
                <a:lnTo>
                  <a:pt x="1461012" y="839"/>
                </a:lnTo>
                <a:cubicBezTo>
                  <a:pt x="1463043" y="0"/>
                  <a:pt x="1465376" y="2333"/>
                  <a:pt x="1465041" y="4868"/>
                </a:cubicBezTo>
                <a:lnTo>
                  <a:pt x="1465041" y="1144941"/>
                </a:lnTo>
                <a:cubicBezTo>
                  <a:pt x="1465376" y="1147475"/>
                  <a:pt x="1463043" y="1149809"/>
                  <a:pt x="1461012" y="1148969"/>
                </a:cubicBezTo>
                <a:lnTo>
                  <a:pt x="4700" y="1148969"/>
                </a:lnTo>
                <a:cubicBezTo>
                  <a:pt x="2333" y="1149809"/>
                  <a:pt x="0" y="1147475"/>
                  <a:pt x="671" y="1144941"/>
                </a:cubicBezTo>
                <a:lnTo>
                  <a:pt x="671" y="486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CE791-0BFC-4F35-910D-3CE97597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913" y="683485"/>
            <a:ext cx="1482162" cy="1166594"/>
          </a:xfrm>
          <a:custGeom xmlns:a="http://schemas.openxmlformats.org/drawingml/2006/main">
            <a:pathLst>
              <a:path w="1482162" h="1166594">
                <a:moveTo>
                  <a:pt x="10877" y="1166359"/>
                </a:moveTo>
                <a:lnTo>
                  <a:pt x="13193" y="1166594"/>
                </a:lnTo>
                <a:lnTo>
                  <a:pt x="1468969" y="1166594"/>
                </a:lnTo>
                <a:lnTo>
                  <a:pt x="1471285" y="1166359"/>
                </a:lnTo>
                <a:lnTo>
                  <a:pt x="1474239" y="1165436"/>
                </a:lnTo>
                <a:lnTo>
                  <a:pt x="1478285" y="1162717"/>
                </a:lnTo>
                <a:lnTo>
                  <a:pt x="1481004" y="1158688"/>
                </a:lnTo>
                <a:lnTo>
                  <a:pt x="1481927" y="1155717"/>
                </a:lnTo>
                <a:lnTo>
                  <a:pt x="1482162" y="1153401"/>
                </a:lnTo>
                <a:lnTo>
                  <a:pt x="1482162" y="13193"/>
                </a:lnTo>
                <a:lnTo>
                  <a:pt x="1481927" y="10877"/>
                </a:lnTo>
                <a:lnTo>
                  <a:pt x="1481004" y="7906"/>
                </a:lnTo>
                <a:lnTo>
                  <a:pt x="1478285" y="3877"/>
                </a:lnTo>
                <a:lnTo>
                  <a:pt x="1474239" y="1158"/>
                </a:lnTo>
                <a:lnTo>
                  <a:pt x="1471285" y="235"/>
                </a:lnTo>
                <a:lnTo>
                  <a:pt x="1468969" y="0"/>
                </a:lnTo>
                <a:lnTo>
                  <a:pt x="13193" y="0"/>
                </a:lnTo>
                <a:lnTo>
                  <a:pt x="10877" y="235"/>
                </a:lnTo>
                <a:lnTo>
                  <a:pt x="7906" y="1158"/>
                </a:lnTo>
                <a:lnTo>
                  <a:pt x="3877" y="3877"/>
                </a:lnTo>
                <a:lnTo>
                  <a:pt x="1158" y="7906"/>
                </a:lnTo>
                <a:lnTo>
                  <a:pt x="235" y="10877"/>
                </a:lnTo>
                <a:lnTo>
                  <a:pt x="0" y="13193"/>
                </a:lnTo>
                <a:lnTo>
                  <a:pt x="0" y="1153401"/>
                </a:lnTo>
                <a:lnTo>
                  <a:pt x="235" y="1155717"/>
                </a:lnTo>
                <a:lnTo>
                  <a:pt x="1158" y="1158688"/>
                </a:lnTo>
                <a:lnTo>
                  <a:pt x="3877" y="1162717"/>
                </a:lnTo>
                <a:lnTo>
                  <a:pt x="7906" y="1165436"/>
                </a:lnTo>
                <a:lnTo>
                  <a:pt x="10877" y="1166359"/>
                </a:lnTo>
                <a:close/>
                <a:moveTo>
                  <a:pt x="1465376" y="1149809"/>
                </a:moveTo>
                <a:lnTo>
                  <a:pt x="16786" y="1149809"/>
                </a:lnTo>
                <a:lnTo>
                  <a:pt x="16786" y="16786"/>
                </a:lnTo>
                <a:lnTo>
                  <a:pt x="1465376" y="16786"/>
                </a:lnTo>
                <a:lnTo>
                  <a:pt x="1465376" y="1149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Selecttag">
            <a:extLst xmlns:a="http://schemas.openxmlformats.org/drawingml/2006/main">
              <a:ext uri="{FF2B5EF4-FFF2-40B4-BE49-F238E27FC236}">
                <a16:creationId xmlns:a16="http://schemas.microsoft.com/office/drawing/2014/main" id="{0B2AC73E-BC61-4C35-BDFE-6A689B0F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762" y="809743"/>
            <a:ext cx="741141" cy="165555"/>
          </a:xfrm>
          <a:custGeom xmlns:a="http://schemas.openxmlformats.org/drawingml/2006/main">
            <a:pathLst>
              <a:path w="741141" h="165555">
                <a:moveTo>
                  <a:pt x="77525" y="0"/>
                </a:moveTo>
                <a:lnTo>
                  <a:pt x="78521" y="40936"/>
                </a:lnTo>
                <a:lnTo>
                  <a:pt x="74808" y="40936"/>
                </a:lnTo>
                <a:cubicBezTo>
                  <a:pt x="73057" y="30698"/>
                  <a:pt x="68755" y="22463"/>
                  <a:pt x="61902" y="16231"/>
                </a:cubicBezTo>
                <a:cubicBezTo>
                  <a:pt x="55049" y="9999"/>
                  <a:pt x="47638" y="6883"/>
                  <a:pt x="39668" y="6883"/>
                </a:cubicBezTo>
                <a:cubicBezTo>
                  <a:pt x="33510" y="6883"/>
                  <a:pt x="28634" y="8524"/>
                  <a:pt x="25042" y="11805"/>
                </a:cubicBezTo>
                <a:cubicBezTo>
                  <a:pt x="21449" y="15084"/>
                  <a:pt x="19653" y="18860"/>
                  <a:pt x="19653" y="23134"/>
                </a:cubicBezTo>
                <a:cubicBezTo>
                  <a:pt x="19653" y="25842"/>
                  <a:pt x="20287" y="28249"/>
                  <a:pt x="21555" y="30357"/>
                </a:cubicBezTo>
                <a:cubicBezTo>
                  <a:pt x="23306" y="33185"/>
                  <a:pt x="26113" y="35983"/>
                  <a:pt x="29977" y="38751"/>
                </a:cubicBezTo>
                <a:cubicBezTo>
                  <a:pt x="32815" y="40738"/>
                  <a:pt x="39366" y="44260"/>
                  <a:pt x="49630" y="49316"/>
                </a:cubicBezTo>
                <a:cubicBezTo>
                  <a:pt x="64000" y="56358"/>
                  <a:pt x="73691" y="63010"/>
                  <a:pt x="78702" y="69272"/>
                </a:cubicBezTo>
                <a:cubicBezTo>
                  <a:pt x="83653" y="75532"/>
                  <a:pt x="86129" y="82697"/>
                  <a:pt x="86129" y="90765"/>
                </a:cubicBezTo>
                <a:cubicBezTo>
                  <a:pt x="86129" y="100999"/>
                  <a:pt x="82129" y="109803"/>
                  <a:pt x="74129" y="117179"/>
                </a:cubicBezTo>
                <a:cubicBezTo>
                  <a:pt x="66129" y="124554"/>
                  <a:pt x="55970" y="128242"/>
                  <a:pt x="43653" y="128242"/>
                </a:cubicBezTo>
                <a:cubicBezTo>
                  <a:pt x="39789" y="128242"/>
                  <a:pt x="36136" y="127850"/>
                  <a:pt x="32694" y="127065"/>
                </a:cubicBezTo>
                <a:cubicBezTo>
                  <a:pt x="29253" y="126280"/>
                  <a:pt x="24936" y="124801"/>
                  <a:pt x="19743" y="122627"/>
                </a:cubicBezTo>
                <a:cubicBezTo>
                  <a:pt x="16845" y="121419"/>
                  <a:pt x="14460" y="120816"/>
                  <a:pt x="12589" y="120816"/>
                </a:cubicBezTo>
                <a:cubicBezTo>
                  <a:pt x="11019" y="120816"/>
                  <a:pt x="9359" y="121427"/>
                  <a:pt x="7608" y="122650"/>
                </a:cubicBezTo>
                <a:cubicBezTo>
                  <a:pt x="5857" y="123872"/>
                  <a:pt x="4438" y="125736"/>
                  <a:pt x="3351" y="128242"/>
                </a:cubicBezTo>
                <a:lnTo>
                  <a:pt x="0" y="128242"/>
                </a:lnTo>
                <a:lnTo>
                  <a:pt x="0" y="81872"/>
                </a:lnTo>
                <a:lnTo>
                  <a:pt x="3351" y="81872"/>
                </a:lnTo>
                <a:cubicBezTo>
                  <a:pt x="6008" y="94883"/>
                  <a:pt x="11125" y="104808"/>
                  <a:pt x="18702" y="111646"/>
                </a:cubicBezTo>
                <a:cubicBezTo>
                  <a:pt x="26279" y="118484"/>
                  <a:pt x="34445" y="121902"/>
                  <a:pt x="43200" y="121902"/>
                </a:cubicBezTo>
                <a:cubicBezTo>
                  <a:pt x="49962" y="121902"/>
                  <a:pt x="55351" y="120067"/>
                  <a:pt x="59366" y="116395"/>
                </a:cubicBezTo>
                <a:cubicBezTo>
                  <a:pt x="63381" y="112723"/>
                  <a:pt x="65389" y="108450"/>
                  <a:pt x="65389" y="103574"/>
                </a:cubicBezTo>
                <a:cubicBezTo>
                  <a:pt x="65389" y="100685"/>
                  <a:pt x="64619" y="97887"/>
                  <a:pt x="63080" y="95180"/>
                </a:cubicBezTo>
                <a:cubicBezTo>
                  <a:pt x="61540" y="92470"/>
                  <a:pt x="59200" y="89897"/>
                  <a:pt x="56061" y="87459"/>
                </a:cubicBezTo>
                <a:cubicBezTo>
                  <a:pt x="52921" y="85021"/>
                  <a:pt x="47366" y="81847"/>
                  <a:pt x="39396" y="77935"/>
                </a:cubicBezTo>
                <a:cubicBezTo>
                  <a:pt x="28227" y="72458"/>
                  <a:pt x="20196" y="67790"/>
                  <a:pt x="15306" y="63931"/>
                </a:cubicBezTo>
                <a:cubicBezTo>
                  <a:pt x="10415" y="60073"/>
                  <a:pt x="6657" y="55763"/>
                  <a:pt x="4030" y="51000"/>
                </a:cubicBezTo>
                <a:cubicBezTo>
                  <a:pt x="1404" y="46238"/>
                  <a:pt x="91" y="40994"/>
                  <a:pt x="91" y="35267"/>
                </a:cubicBezTo>
                <a:cubicBezTo>
                  <a:pt x="91" y="25501"/>
                  <a:pt x="3683" y="17182"/>
                  <a:pt x="10868" y="10310"/>
                </a:cubicBezTo>
                <a:cubicBezTo>
                  <a:pt x="18053" y="3437"/>
                  <a:pt x="27110" y="0"/>
                  <a:pt x="38038" y="0"/>
                </a:cubicBezTo>
                <a:cubicBezTo>
                  <a:pt x="42023" y="0"/>
                  <a:pt x="45887" y="489"/>
                  <a:pt x="49630" y="1466"/>
                </a:cubicBezTo>
                <a:cubicBezTo>
                  <a:pt x="52468" y="2198"/>
                  <a:pt x="55925" y="3556"/>
                  <a:pt x="60000" y="5539"/>
                </a:cubicBezTo>
                <a:cubicBezTo>
                  <a:pt x="64076" y="7522"/>
                  <a:pt x="66929" y="8513"/>
                  <a:pt x="68559" y="8513"/>
                </a:cubicBezTo>
                <a:cubicBezTo>
                  <a:pt x="70129" y="8513"/>
                  <a:pt x="71366" y="8026"/>
                  <a:pt x="72272" y="7050"/>
                </a:cubicBezTo>
                <a:cubicBezTo>
                  <a:pt x="73178" y="6073"/>
                  <a:pt x="74023" y="3723"/>
                  <a:pt x="74808" y="0"/>
                </a:cubicBezTo>
                <a:lnTo>
                  <a:pt x="77525" y="0"/>
                </a:lnTo>
                <a:close/>
                <a:moveTo>
                  <a:pt x="170769" y="80061"/>
                </a:moveTo>
                <a:lnTo>
                  <a:pt x="124309" y="80061"/>
                </a:lnTo>
                <a:cubicBezTo>
                  <a:pt x="124852" y="91321"/>
                  <a:pt x="127841" y="100220"/>
                  <a:pt x="133275" y="106758"/>
                </a:cubicBezTo>
                <a:cubicBezTo>
                  <a:pt x="137441" y="111783"/>
                  <a:pt x="142452" y="114295"/>
                  <a:pt x="148309" y="114295"/>
                </a:cubicBezTo>
                <a:cubicBezTo>
                  <a:pt x="151931" y="114295"/>
                  <a:pt x="155222" y="113284"/>
                  <a:pt x="158181" y="111261"/>
                </a:cubicBezTo>
                <a:cubicBezTo>
                  <a:pt x="161139" y="109238"/>
                  <a:pt x="164309" y="105600"/>
                  <a:pt x="167690" y="100348"/>
                </a:cubicBezTo>
                <a:lnTo>
                  <a:pt x="170769" y="102340"/>
                </a:lnTo>
                <a:cubicBezTo>
                  <a:pt x="166181" y="111699"/>
                  <a:pt x="161109" y="118325"/>
                  <a:pt x="155554" y="122219"/>
                </a:cubicBezTo>
                <a:cubicBezTo>
                  <a:pt x="149999" y="126114"/>
                  <a:pt x="143569" y="128061"/>
                  <a:pt x="136264" y="128061"/>
                </a:cubicBezTo>
                <a:cubicBezTo>
                  <a:pt x="123705" y="128061"/>
                  <a:pt x="114195" y="123226"/>
                  <a:pt x="107735" y="113556"/>
                </a:cubicBezTo>
                <a:cubicBezTo>
                  <a:pt x="102543" y="105760"/>
                  <a:pt x="99946" y="96090"/>
                  <a:pt x="99946" y="84547"/>
                </a:cubicBezTo>
                <a:cubicBezTo>
                  <a:pt x="99946" y="70403"/>
                  <a:pt x="103765" y="59146"/>
                  <a:pt x="111403" y="50777"/>
                </a:cubicBezTo>
                <a:cubicBezTo>
                  <a:pt x="119041" y="42405"/>
                  <a:pt x="127992" y="38219"/>
                  <a:pt x="138256" y="38219"/>
                </a:cubicBezTo>
                <a:cubicBezTo>
                  <a:pt x="146830" y="38219"/>
                  <a:pt x="154271" y="41736"/>
                  <a:pt x="160581" y="48770"/>
                </a:cubicBezTo>
                <a:cubicBezTo>
                  <a:pt x="166890" y="55804"/>
                  <a:pt x="170286" y="66234"/>
                  <a:pt x="170769" y="80061"/>
                </a:cubicBezTo>
                <a:moveTo>
                  <a:pt x="148490" y="74083"/>
                </a:moveTo>
                <a:cubicBezTo>
                  <a:pt x="148490" y="64363"/>
                  <a:pt x="147962" y="57691"/>
                  <a:pt x="146905" y="54068"/>
                </a:cubicBezTo>
                <a:cubicBezTo>
                  <a:pt x="145848" y="50446"/>
                  <a:pt x="144203" y="47698"/>
                  <a:pt x="141969" y="45827"/>
                </a:cubicBezTo>
                <a:cubicBezTo>
                  <a:pt x="140701" y="44740"/>
                  <a:pt x="139011" y="44196"/>
                  <a:pt x="136897" y="44196"/>
                </a:cubicBezTo>
                <a:cubicBezTo>
                  <a:pt x="133758" y="44196"/>
                  <a:pt x="131192" y="45736"/>
                  <a:pt x="129199" y="48815"/>
                </a:cubicBezTo>
                <a:cubicBezTo>
                  <a:pt x="125637" y="54189"/>
                  <a:pt x="123856" y="61555"/>
                  <a:pt x="123856" y="70914"/>
                </a:cubicBezTo>
                <a:lnTo>
                  <a:pt x="123856" y="74083"/>
                </a:lnTo>
                <a:lnTo>
                  <a:pt x="148490" y="74083"/>
                </a:lnTo>
                <a:close/>
                <a:moveTo>
                  <a:pt x="214438" y="2717"/>
                </a:moveTo>
                <a:lnTo>
                  <a:pt x="214438" y="107955"/>
                </a:lnTo>
                <a:cubicBezTo>
                  <a:pt x="214438" y="113933"/>
                  <a:pt x="215132" y="117751"/>
                  <a:pt x="216521" y="119412"/>
                </a:cubicBezTo>
                <a:cubicBezTo>
                  <a:pt x="217909" y="121072"/>
                  <a:pt x="220626" y="122023"/>
                  <a:pt x="224672" y="122265"/>
                </a:cubicBezTo>
                <a:lnTo>
                  <a:pt x="224672" y="125525"/>
                </a:lnTo>
                <a:lnTo>
                  <a:pt x="178936" y="125525"/>
                </a:lnTo>
                <a:lnTo>
                  <a:pt x="178936" y="122265"/>
                </a:lnTo>
                <a:cubicBezTo>
                  <a:pt x="182679" y="122144"/>
                  <a:pt x="185456" y="121057"/>
                  <a:pt x="187268" y="119004"/>
                </a:cubicBezTo>
                <a:cubicBezTo>
                  <a:pt x="188475" y="117616"/>
                  <a:pt x="189079" y="113933"/>
                  <a:pt x="189079" y="107955"/>
                </a:cubicBezTo>
                <a:lnTo>
                  <a:pt x="189079" y="20287"/>
                </a:lnTo>
                <a:cubicBezTo>
                  <a:pt x="189079" y="14332"/>
                  <a:pt x="188385" y="10520"/>
                  <a:pt x="186996" y="8850"/>
                </a:cubicBezTo>
                <a:cubicBezTo>
                  <a:pt x="185607" y="7178"/>
                  <a:pt x="182921" y="6221"/>
                  <a:pt x="178936" y="5977"/>
                </a:cubicBezTo>
                <a:lnTo>
                  <a:pt x="178936" y="2717"/>
                </a:lnTo>
                <a:lnTo>
                  <a:pt x="214438" y="2717"/>
                </a:lnTo>
                <a:close/>
                <a:moveTo>
                  <a:pt x="304215" y="80061"/>
                </a:moveTo>
                <a:lnTo>
                  <a:pt x="257754" y="80061"/>
                </a:lnTo>
                <a:cubicBezTo>
                  <a:pt x="258297" y="91321"/>
                  <a:pt x="261286" y="100220"/>
                  <a:pt x="266720" y="106758"/>
                </a:cubicBezTo>
                <a:cubicBezTo>
                  <a:pt x="270886" y="111783"/>
                  <a:pt x="275897" y="114295"/>
                  <a:pt x="281754" y="114295"/>
                </a:cubicBezTo>
                <a:cubicBezTo>
                  <a:pt x="285377" y="114295"/>
                  <a:pt x="288667" y="113284"/>
                  <a:pt x="291626" y="111261"/>
                </a:cubicBezTo>
                <a:cubicBezTo>
                  <a:pt x="294584" y="109238"/>
                  <a:pt x="297754" y="105600"/>
                  <a:pt x="301135" y="100348"/>
                </a:cubicBezTo>
                <a:lnTo>
                  <a:pt x="304215" y="102340"/>
                </a:lnTo>
                <a:cubicBezTo>
                  <a:pt x="299626" y="111699"/>
                  <a:pt x="294554" y="118325"/>
                  <a:pt x="288999" y="122219"/>
                </a:cubicBezTo>
                <a:cubicBezTo>
                  <a:pt x="283445" y="126114"/>
                  <a:pt x="277014" y="128061"/>
                  <a:pt x="269709" y="128061"/>
                </a:cubicBezTo>
                <a:cubicBezTo>
                  <a:pt x="257150" y="128061"/>
                  <a:pt x="247641" y="123226"/>
                  <a:pt x="241180" y="113556"/>
                </a:cubicBezTo>
                <a:cubicBezTo>
                  <a:pt x="235988" y="105760"/>
                  <a:pt x="233392" y="96090"/>
                  <a:pt x="233392" y="84547"/>
                </a:cubicBezTo>
                <a:cubicBezTo>
                  <a:pt x="233392" y="70403"/>
                  <a:pt x="237210" y="59146"/>
                  <a:pt x="244848" y="50777"/>
                </a:cubicBezTo>
                <a:cubicBezTo>
                  <a:pt x="252486" y="42405"/>
                  <a:pt x="261437" y="38219"/>
                  <a:pt x="271701" y="38219"/>
                </a:cubicBezTo>
                <a:cubicBezTo>
                  <a:pt x="280275" y="38219"/>
                  <a:pt x="287716" y="41736"/>
                  <a:pt x="294026" y="48770"/>
                </a:cubicBezTo>
                <a:cubicBezTo>
                  <a:pt x="300335" y="55804"/>
                  <a:pt x="303732" y="66234"/>
                  <a:pt x="304215" y="80061"/>
                </a:cubicBezTo>
                <a:moveTo>
                  <a:pt x="281935" y="74083"/>
                </a:moveTo>
                <a:cubicBezTo>
                  <a:pt x="281935" y="64363"/>
                  <a:pt x="281407" y="57691"/>
                  <a:pt x="280350" y="54068"/>
                </a:cubicBezTo>
                <a:cubicBezTo>
                  <a:pt x="279294" y="50446"/>
                  <a:pt x="277648" y="47698"/>
                  <a:pt x="275414" y="45827"/>
                </a:cubicBezTo>
                <a:cubicBezTo>
                  <a:pt x="274147" y="44740"/>
                  <a:pt x="272456" y="44196"/>
                  <a:pt x="270343" y="44196"/>
                </a:cubicBezTo>
                <a:cubicBezTo>
                  <a:pt x="267203" y="44196"/>
                  <a:pt x="264637" y="45736"/>
                  <a:pt x="262645" y="48815"/>
                </a:cubicBezTo>
                <a:cubicBezTo>
                  <a:pt x="259082" y="54189"/>
                  <a:pt x="257301" y="61555"/>
                  <a:pt x="257301" y="70914"/>
                </a:cubicBezTo>
                <a:lnTo>
                  <a:pt x="257301" y="74083"/>
                </a:lnTo>
                <a:lnTo>
                  <a:pt x="281935" y="74083"/>
                </a:lnTo>
                <a:close/>
                <a:moveTo>
                  <a:pt x="383838" y="103628"/>
                </a:moveTo>
                <a:lnTo>
                  <a:pt x="386645" y="105799"/>
                </a:lnTo>
                <a:cubicBezTo>
                  <a:pt x="382660" y="113310"/>
                  <a:pt x="377694" y="118899"/>
                  <a:pt x="371747" y="122565"/>
                </a:cubicBezTo>
                <a:cubicBezTo>
                  <a:pt x="365800" y="126229"/>
                  <a:pt x="359475" y="128061"/>
                  <a:pt x="352773" y="128061"/>
                </a:cubicBezTo>
                <a:cubicBezTo>
                  <a:pt x="341483" y="128061"/>
                  <a:pt x="332456" y="123801"/>
                  <a:pt x="325694" y="115280"/>
                </a:cubicBezTo>
                <a:cubicBezTo>
                  <a:pt x="318932" y="106757"/>
                  <a:pt x="315550" y="96513"/>
                  <a:pt x="315550" y="84547"/>
                </a:cubicBezTo>
                <a:cubicBezTo>
                  <a:pt x="315550" y="73001"/>
                  <a:pt x="318630" y="62847"/>
                  <a:pt x="324788" y="54085"/>
                </a:cubicBezTo>
                <a:cubicBezTo>
                  <a:pt x="332215" y="43508"/>
                  <a:pt x="342449" y="38219"/>
                  <a:pt x="355490" y="38219"/>
                </a:cubicBezTo>
                <a:cubicBezTo>
                  <a:pt x="364245" y="38219"/>
                  <a:pt x="371204" y="40429"/>
                  <a:pt x="376366" y="44850"/>
                </a:cubicBezTo>
                <a:cubicBezTo>
                  <a:pt x="381528" y="49269"/>
                  <a:pt x="384109" y="54203"/>
                  <a:pt x="384109" y="59652"/>
                </a:cubicBezTo>
                <a:cubicBezTo>
                  <a:pt x="384109" y="63103"/>
                  <a:pt x="383068" y="65858"/>
                  <a:pt x="380985" y="67916"/>
                </a:cubicBezTo>
                <a:cubicBezTo>
                  <a:pt x="378902" y="69975"/>
                  <a:pt x="376170" y="71004"/>
                  <a:pt x="372788" y="71004"/>
                </a:cubicBezTo>
                <a:cubicBezTo>
                  <a:pt x="369226" y="71004"/>
                  <a:pt x="366283" y="69823"/>
                  <a:pt x="363958" y="67461"/>
                </a:cubicBezTo>
                <a:cubicBezTo>
                  <a:pt x="361634" y="65097"/>
                  <a:pt x="360200" y="60885"/>
                  <a:pt x="359656" y="54827"/>
                </a:cubicBezTo>
                <a:cubicBezTo>
                  <a:pt x="359294" y="51010"/>
                  <a:pt x="358419" y="48344"/>
                  <a:pt x="357030" y="46829"/>
                </a:cubicBezTo>
                <a:cubicBezTo>
                  <a:pt x="355641" y="45315"/>
                  <a:pt x="354011" y="44559"/>
                  <a:pt x="352139" y="44559"/>
                </a:cubicBezTo>
                <a:cubicBezTo>
                  <a:pt x="349241" y="44559"/>
                  <a:pt x="346766" y="46098"/>
                  <a:pt x="344713" y="49178"/>
                </a:cubicBezTo>
                <a:cubicBezTo>
                  <a:pt x="341573" y="53827"/>
                  <a:pt x="340003" y="60951"/>
                  <a:pt x="340003" y="70551"/>
                </a:cubicBezTo>
                <a:cubicBezTo>
                  <a:pt x="340003" y="78521"/>
                  <a:pt x="341271" y="86144"/>
                  <a:pt x="343807" y="93419"/>
                </a:cubicBezTo>
                <a:cubicBezTo>
                  <a:pt x="346343" y="100695"/>
                  <a:pt x="349815" y="106114"/>
                  <a:pt x="354222" y="109676"/>
                </a:cubicBezTo>
                <a:cubicBezTo>
                  <a:pt x="357543" y="112272"/>
                  <a:pt x="361468" y="113570"/>
                  <a:pt x="365996" y="113570"/>
                </a:cubicBezTo>
                <a:cubicBezTo>
                  <a:pt x="368954" y="113570"/>
                  <a:pt x="371762" y="112878"/>
                  <a:pt x="374419" y="111493"/>
                </a:cubicBezTo>
                <a:cubicBezTo>
                  <a:pt x="377075" y="110106"/>
                  <a:pt x="380215" y="107484"/>
                  <a:pt x="383838" y="103628"/>
                </a:cubicBezTo>
                <a:close/>
                <a:moveTo>
                  <a:pt x="430585" y="9600"/>
                </a:moveTo>
                <a:lnTo>
                  <a:pt x="430585" y="40755"/>
                </a:lnTo>
                <a:lnTo>
                  <a:pt x="450691" y="40755"/>
                </a:lnTo>
                <a:lnTo>
                  <a:pt x="450691" y="49630"/>
                </a:lnTo>
                <a:lnTo>
                  <a:pt x="430585" y="49630"/>
                </a:lnTo>
                <a:lnTo>
                  <a:pt x="430585" y="102029"/>
                </a:lnTo>
                <a:cubicBezTo>
                  <a:pt x="430585" y="106933"/>
                  <a:pt x="430812" y="110096"/>
                  <a:pt x="431264" y="111518"/>
                </a:cubicBezTo>
                <a:cubicBezTo>
                  <a:pt x="431717" y="112941"/>
                  <a:pt x="432517" y="114092"/>
                  <a:pt x="433664" y="114971"/>
                </a:cubicBezTo>
                <a:cubicBezTo>
                  <a:pt x="434812" y="115849"/>
                  <a:pt x="435868" y="116287"/>
                  <a:pt x="436834" y="116287"/>
                </a:cubicBezTo>
                <a:cubicBezTo>
                  <a:pt x="440759" y="116287"/>
                  <a:pt x="444472" y="113268"/>
                  <a:pt x="447974" y="107231"/>
                </a:cubicBezTo>
                <a:lnTo>
                  <a:pt x="450691" y="109243"/>
                </a:lnTo>
                <a:cubicBezTo>
                  <a:pt x="445800" y="120943"/>
                  <a:pt x="437861" y="126793"/>
                  <a:pt x="426872" y="126793"/>
                </a:cubicBezTo>
                <a:cubicBezTo>
                  <a:pt x="421498" y="126793"/>
                  <a:pt x="416955" y="125294"/>
                  <a:pt x="413242" y="122296"/>
                </a:cubicBezTo>
                <a:cubicBezTo>
                  <a:pt x="409529" y="119296"/>
                  <a:pt x="407159" y="115948"/>
                  <a:pt x="406132" y="112251"/>
                </a:cubicBezTo>
                <a:cubicBezTo>
                  <a:pt x="405529" y="110191"/>
                  <a:pt x="405227" y="104616"/>
                  <a:pt x="405227" y="95528"/>
                </a:cubicBezTo>
                <a:lnTo>
                  <a:pt x="405227" y="49630"/>
                </a:lnTo>
                <a:lnTo>
                  <a:pt x="394178" y="49630"/>
                </a:lnTo>
                <a:lnTo>
                  <a:pt x="394178" y="46452"/>
                </a:lnTo>
                <a:cubicBezTo>
                  <a:pt x="401785" y="41067"/>
                  <a:pt x="408261" y="35410"/>
                  <a:pt x="413604" y="29479"/>
                </a:cubicBezTo>
                <a:cubicBezTo>
                  <a:pt x="418947" y="23549"/>
                  <a:pt x="423612" y="16923"/>
                  <a:pt x="427597" y="9600"/>
                </a:cubicBezTo>
                <a:lnTo>
                  <a:pt x="430585" y="9600"/>
                </a:lnTo>
                <a:close/>
                <a:moveTo>
                  <a:pt x="538013" y="9600"/>
                </a:moveTo>
                <a:lnTo>
                  <a:pt x="538013" y="40755"/>
                </a:lnTo>
                <a:lnTo>
                  <a:pt x="558119" y="40755"/>
                </a:lnTo>
                <a:lnTo>
                  <a:pt x="558119" y="49630"/>
                </a:lnTo>
                <a:lnTo>
                  <a:pt x="538013" y="49630"/>
                </a:lnTo>
                <a:lnTo>
                  <a:pt x="538013" y="102029"/>
                </a:lnTo>
                <a:cubicBezTo>
                  <a:pt x="538013" y="106933"/>
                  <a:pt x="538239" y="110096"/>
                  <a:pt x="538692" y="111518"/>
                </a:cubicBezTo>
                <a:cubicBezTo>
                  <a:pt x="539145" y="112941"/>
                  <a:pt x="539945" y="114092"/>
                  <a:pt x="541092" y="114971"/>
                </a:cubicBezTo>
                <a:cubicBezTo>
                  <a:pt x="542239" y="115849"/>
                  <a:pt x="543296" y="116287"/>
                  <a:pt x="544262" y="116287"/>
                </a:cubicBezTo>
                <a:cubicBezTo>
                  <a:pt x="548187" y="116287"/>
                  <a:pt x="551900" y="113268"/>
                  <a:pt x="555402" y="107231"/>
                </a:cubicBezTo>
                <a:lnTo>
                  <a:pt x="558119" y="109243"/>
                </a:lnTo>
                <a:cubicBezTo>
                  <a:pt x="553228" y="120943"/>
                  <a:pt x="545288" y="126793"/>
                  <a:pt x="534300" y="126793"/>
                </a:cubicBezTo>
                <a:cubicBezTo>
                  <a:pt x="528926" y="126793"/>
                  <a:pt x="524383" y="125294"/>
                  <a:pt x="520669" y="122296"/>
                </a:cubicBezTo>
                <a:cubicBezTo>
                  <a:pt x="516956" y="119296"/>
                  <a:pt x="514586" y="115948"/>
                  <a:pt x="513560" y="112251"/>
                </a:cubicBezTo>
                <a:cubicBezTo>
                  <a:pt x="512956" y="110191"/>
                  <a:pt x="512654" y="104616"/>
                  <a:pt x="512654" y="95528"/>
                </a:cubicBezTo>
                <a:lnTo>
                  <a:pt x="512654" y="49630"/>
                </a:lnTo>
                <a:lnTo>
                  <a:pt x="501605" y="49630"/>
                </a:lnTo>
                <a:lnTo>
                  <a:pt x="501605" y="46452"/>
                </a:lnTo>
                <a:cubicBezTo>
                  <a:pt x="509213" y="41067"/>
                  <a:pt x="515688" y="35410"/>
                  <a:pt x="521032" y="29479"/>
                </a:cubicBezTo>
                <a:cubicBezTo>
                  <a:pt x="526375" y="23549"/>
                  <a:pt x="531039" y="16923"/>
                  <a:pt x="535024" y="9600"/>
                </a:cubicBezTo>
                <a:lnTo>
                  <a:pt x="538013" y="9600"/>
                </a:lnTo>
                <a:close/>
                <a:moveTo>
                  <a:pt x="612413" y="113027"/>
                </a:moveTo>
                <a:cubicBezTo>
                  <a:pt x="602088" y="122204"/>
                  <a:pt x="592820" y="126793"/>
                  <a:pt x="584609" y="126793"/>
                </a:cubicBezTo>
                <a:cubicBezTo>
                  <a:pt x="579779" y="126793"/>
                  <a:pt x="575764" y="125203"/>
                  <a:pt x="572563" y="122024"/>
                </a:cubicBezTo>
                <a:cubicBezTo>
                  <a:pt x="569363" y="118843"/>
                  <a:pt x="567763" y="114860"/>
                  <a:pt x="567763" y="110075"/>
                </a:cubicBezTo>
                <a:cubicBezTo>
                  <a:pt x="567763" y="103592"/>
                  <a:pt x="570541" y="97761"/>
                  <a:pt x="576096" y="92582"/>
                </a:cubicBezTo>
                <a:cubicBezTo>
                  <a:pt x="581650" y="87402"/>
                  <a:pt x="593756" y="80512"/>
                  <a:pt x="612413" y="71910"/>
                </a:cubicBezTo>
                <a:lnTo>
                  <a:pt x="612413" y="63397"/>
                </a:lnTo>
                <a:cubicBezTo>
                  <a:pt x="612413" y="56996"/>
                  <a:pt x="612066" y="52966"/>
                  <a:pt x="611371" y="51306"/>
                </a:cubicBezTo>
                <a:cubicBezTo>
                  <a:pt x="610677" y="49646"/>
                  <a:pt x="609364" y="48196"/>
                  <a:pt x="607432" y="46959"/>
                </a:cubicBezTo>
                <a:cubicBezTo>
                  <a:pt x="605499" y="45721"/>
                  <a:pt x="603326" y="45102"/>
                  <a:pt x="600911" y="45102"/>
                </a:cubicBezTo>
                <a:cubicBezTo>
                  <a:pt x="596986" y="45102"/>
                  <a:pt x="593756" y="45978"/>
                  <a:pt x="591220" y="47729"/>
                </a:cubicBezTo>
                <a:cubicBezTo>
                  <a:pt x="589650" y="48815"/>
                  <a:pt x="588865" y="50083"/>
                  <a:pt x="588865" y="51532"/>
                </a:cubicBezTo>
                <a:cubicBezTo>
                  <a:pt x="588865" y="52800"/>
                  <a:pt x="589711" y="54370"/>
                  <a:pt x="591401" y="56242"/>
                </a:cubicBezTo>
                <a:cubicBezTo>
                  <a:pt x="593696" y="58838"/>
                  <a:pt x="594843" y="61344"/>
                  <a:pt x="594843" y="63759"/>
                </a:cubicBezTo>
                <a:cubicBezTo>
                  <a:pt x="594843" y="66717"/>
                  <a:pt x="593741" y="69238"/>
                  <a:pt x="591537" y="71321"/>
                </a:cubicBezTo>
                <a:cubicBezTo>
                  <a:pt x="589333" y="73404"/>
                  <a:pt x="586450" y="74446"/>
                  <a:pt x="582888" y="74446"/>
                </a:cubicBezTo>
                <a:cubicBezTo>
                  <a:pt x="579084" y="74446"/>
                  <a:pt x="575899" y="73298"/>
                  <a:pt x="573333" y="71004"/>
                </a:cubicBezTo>
                <a:cubicBezTo>
                  <a:pt x="570767" y="68710"/>
                  <a:pt x="569484" y="66023"/>
                  <a:pt x="569484" y="62944"/>
                </a:cubicBezTo>
                <a:cubicBezTo>
                  <a:pt x="569484" y="58596"/>
                  <a:pt x="571205" y="54446"/>
                  <a:pt x="574647" y="50491"/>
                </a:cubicBezTo>
                <a:cubicBezTo>
                  <a:pt x="578088" y="46536"/>
                  <a:pt x="582888" y="43502"/>
                  <a:pt x="589047" y="41389"/>
                </a:cubicBezTo>
                <a:cubicBezTo>
                  <a:pt x="595205" y="39276"/>
                  <a:pt x="601605" y="38219"/>
                  <a:pt x="608247" y="38219"/>
                </a:cubicBezTo>
                <a:cubicBezTo>
                  <a:pt x="616277" y="38219"/>
                  <a:pt x="622632" y="39929"/>
                  <a:pt x="627311" y="43350"/>
                </a:cubicBezTo>
                <a:cubicBezTo>
                  <a:pt x="631990" y="46769"/>
                  <a:pt x="635024" y="50476"/>
                  <a:pt x="636413" y="54470"/>
                </a:cubicBezTo>
                <a:cubicBezTo>
                  <a:pt x="637258" y="57012"/>
                  <a:pt x="637681" y="62851"/>
                  <a:pt x="637681" y="71989"/>
                </a:cubicBezTo>
                <a:lnTo>
                  <a:pt x="637681" y="104941"/>
                </a:lnTo>
                <a:cubicBezTo>
                  <a:pt x="637681" y="108815"/>
                  <a:pt x="637832" y="111251"/>
                  <a:pt x="638134" y="112251"/>
                </a:cubicBezTo>
                <a:cubicBezTo>
                  <a:pt x="638435" y="113250"/>
                  <a:pt x="638888" y="113991"/>
                  <a:pt x="639492" y="114476"/>
                </a:cubicBezTo>
                <a:cubicBezTo>
                  <a:pt x="640096" y="114959"/>
                  <a:pt x="640790" y="115201"/>
                  <a:pt x="641575" y="115201"/>
                </a:cubicBezTo>
                <a:cubicBezTo>
                  <a:pt x="643145" y="115201"/>
                  <a:pt x="644745" y="114084"/>
                  <a:pt x="646375" y="111850"/>
                </a:cubicBezTo>
                <a:lnTo>
                  <a:pt x="649092" y="114023"/>
                </a:lnTo>
                <a:cubicBezTo>
                  <a:pt x="646073" y="118491"/>
                  <a:pt x="642949" y="121736"/>
                  <a:pt x="639719" y="123759"/>
                </a:cubicBezTo>
                <a:cubicBezTo>
                  <a:pt x="636488" y="125782"/>
                  <a:pt x="632820" y="126793"/>
                  <a:pt x="628715" y="126793"/>
                </a:cubicBezTo>
                <a:cubicBezTo>
                  <a:pt x="623884" y="126793"/>
                  <a:pt x="620111" y="125653"/>
                  <a:pt x="617394" y="123374"/>
                </a:cubicBezTo>
                <a:cubicBezTo>
                  <a:pt x="614677" y="121095"/>
                  <a:pt x="613017" y="117646"/>
                  <a:pt x="612413" y="113027"/>
                </a:cubicBezTo>
                <a:moveTo>
                  <a:pt x="612413" y="106325"/>
                </a:moveTo>
                <a:lnTo>
                  <a:pt x="612413" y="77995"/>
                </a:lnTo>
                <a:cubicBezTo>
                  <a:pt x="605107" y="82302"/>
                  <a:pt x="599673" y="86914"/>
                  <a:pt x="596111" y="91829"/>
                </a:cubicBezTo>
                <a:cubicBezTo>
                  <a:pt x="593756" y="95104"/>
                  <a:pt x="592579" y="98411"/>
                  <a:pt x="592579" y="101749"/>
                </a:cubicBezTo>
                <a:cubicBezTo>
                  <a:pt x="592579" y="104539"/>
                  <a:pt x="593575" y="106997"/>
                  <a:pt x="595567" y="109121"/>
                </a:cubicBezTo>
                <a:cubicBezTo>
                  <a:pt x="597077" y="110759"/>
                  <a:pt x="599190" y="111578"/>
                  <a:pt x="601907" y="111578"/>
                </a:cubicBezTo>
                <a:cubicBezTo>
                  <a:pt x="604926" y="111578"/>
                  <a:pt x="608428" y="109827"/>
                  <a:pt x="612413" y="106325"/>
                </a:cubicBezTo>
                <a:close/>
                <a:moveTo>
                  <a:pt x="712340" y="41842"/>
                </a:moveTo>
                <a:lnTo>
                  <a:pt x="740869" y="41842"/>
                </a:lnTo>
                <a:lnTo>
                  <a:pt x="740869" y="51804"/>
                </a:lnTo>
                <a:lnTo>
                  <a:pt x="724657" y="51804"/>
                </a:lnTo>
                <a:cubicBezTo>
                  <a:pt x="727616" y="54763"/>
                  <a:pt x="729669" y="57449"/>
                  <a:pt x="730816" y="59864"/>
                </a:cubicBezTo>
                <a:cubicBezTo>
                  <a:pt x="732265" y="63125"/>
                  <a:pt x="732990" y="66536"/>
                  <a:pt x="732990" y="70098"/>
                </a:cubicBezTo>
                <a:cubicBezTo>
                  <a:pt x="732990" y="76136"/>
                  <a:pt x="731314" y="81374"/>
                  <a:pt x="727963" y="85812"/>
                </a:cubicBezTo>
                <a:cubicBezTo>
                  <a:pt x="724612" y="90249"/>
                  <a:pt x="720054" y="93721"/>
                  <a:pt x="714288" y="96227"/>
                </a:cubicBezTo>
                <a:cubicBezTo>
                  <a:pt x="708522" y="98733"/>
                  <a:pt x="703405" y="99985"/>
                  <a:pt x="698937" y="99985"/>
                </a:cubicBezTo>
                <a:cubicBezTo>
                  <a:pt x="698574" y="99985"/>
                  <a:pt x="694952" y="99834"/>
                  <a:pt x="688069" y="99533"/>
                </a:cubicBezTo>
                <a:cubicBezTo>
                  <a:pt x="685352" y="99533"/>
                  <a:pt x="683072" y="100418"/>
                  <a:pt x="681231" y="102190"/>
                </a:cubicBezTo>
                <a:cubicBezTo>
                  <a:pt x="679389" y="103962"/>
                  <a:pt x="678469" y="106078"/>
                  <a:pt x="678469" y="108538"/>
                </a:cubicBezTo>
                <a:cubicBezTo>
                  <a:pt x="678469" y="110700"/>
                  <a:pt x="679299" y="112472"/>
                  <a:pt x="680959" y="113853"/>
                </a:cubicBezTo>
                <a:cubicBezTo>
                  <a:pt x="682620" y="115234"/>
                  <a:pt x="685321" y="115925"/>
                  <a:pt x="689065" y="115925"/>
                </a:cubicBezTo>
                <a:lnTo>
                  <a:pt x="704733" y="115744"/>
                </a:lnTo>
                <a:cubicBezTo>
                  <a:pt x="717412" y="115744"/>
                  <a:pt x="726137" y="117135"/>
                  <a:pt x="730907" y="119918"/>
                </a:cubicBezTo>
                <a:cubicBezTo>
                  <a:pt x="737729" y="123788"/>
                  <a:pt x="741141" y="129746"/>
                  <a:pt x="741141" y="137791"/>
                </a:cubicBezTo>
                <a:cubicBezTo>
                  <a:pt x="741141" y="142933"/>
                  <a:pt x="739571" y="147605"/>
                  <a:pt x="736431" y="151809"/>
                </a:cubicBezTo>
                <a:cubicBezTo>
                  <a:pt x="733291" y="156013"/>
                  <a:pt x="729156" y="159113"/>
                  <a:pt x="724023" y="161109"/>
                </a:cubicBezTo>
                <a:cubicBezTo>
                  <a:pt x="716235" y="164073"/>
                  <a:pt x="707269" y="165555"/>
                  <a:pt x="697125" y="165555"/>
                </a:cubicBezTo>
                <a:cubicBezTo>
                  <a:pt x="689518" y="165555"/>
                  <a:pt x="682574" y="164816"/>
                  <a:pt x="676295" y="163337"/>
                </a:cubicBezTo>
                <a:cubicBezTo>
                  <a:pt x="670016" y="161857"/>
                  <a:pt x="665518" y="159804"/>
                  <a:pt x="662801" y="157175"/>
                </a:cubicBezTo>
                <a:cubicBezTo>
                  <a:pt x="660084" y="154549"/>
                  <a:pt x="658725" y="151786"/>
                  <a:pt x="658725" y="148886"/>
                </a:cubicBezTo>
                <a:cubicBezTo>
                  <a:pt x="658725" y="146108"/>
                  <a:pt x="659767" y="143617"/>
                  <a:pt x="661850" y="141411"/>
                </a:cubicBezTo>
                <a:cubicBezTo>
                  <a:pt x="663933" y="139207"/>
                  <a:pt x="667812" y="137351"/>
                  <a:pt x="673487" y="135841"/>
                </a:cubicBezTo>
                <a:cubicBezTo>
                  <a:pt x="665638" y="131977"/>
                  <a:pt x="661714" y="126604"/>
                  <a:pt x="661714" y="119723"/>
                </a:cubicBezTo>
                <a:cubicBezTo>
                  <a:pt x="661714" y="115557"/>
                  <a:pt x="663314" y="111513"/>
                  <a:pt x="666514" y="107590"/>
                </a:cubicBezTo>
                <a:cubicBezTo>
                  <a:pt x="669714" y="103666"/>
                  <a:pt x="674786" y="100254"/>
                  <a:pt x="681729" y="97356"/>
                </a:cubicBezTo>
                <a:cubicBezTo>
                  <a:pt x="673638" y="94394"/>
                  <a:pt x="667782" y="90494"/>
                  <a:pt x="664159" y="85656"/>
                </a:cubicBezTo>
                <a:cubicBezTo>
                  <a:pt x="660536" y="80818"/>
                  <a:pt x="658725" y="75225"/>
                  <a:pt x="658725" y="68876"/>
                </a:cubicBezTo>
                <a:cubicBezTo>
                  <a:pt x="658725" y="60593"/>
                  <a:pt x="662106" y="53412"/>
                  <a:pt x="668869" y="47335"/>
                </a:cubicBezTo>
                <a:cubicBezTo>
                  <a:pt x="675631" y="41258"/>
                  <a:pt x="684325" y="38219"/>
                  <a:pt x="694952" y="38219"/>
                </a:cubicBezTo>
                <a:cubicBezTo>
                  <a:pt x="700567" y="38219"/>
                  <a:pt x="706363" y="39427"/>
                  <a:pt x="712340" y="41842"/>
                </a:cubicBezTo>
                <a:moveTo>
                  <a:pt x="696672" y="44015"/>
                </a:moveTo>
                <a:cubicBezTo>
                  <a:pt x="693171" y="44015"/>
                  <a:pt x="690212" y="45779"/>
                  <a:pt x="687797" y="49305"/>
                </a:cubicBezTo>
                <a:cubicBezTo>
                  <a:pt x="685382" y="52829"/>
                  <a:pt x="684174" y="60137"/>
                  <a:pt x="684174" y="71228"/>
                </a:cubicBezTo>
                <a:cubicBezTo>
                  <a:pt x="684174" y="80207"/>
                  <a:pt x="685367" y="86369"/>
                  <a:pt x="687752" y="89715"/>
                </a:cubicBezTo>
                <a:cubicBezTo>
                  <a:pt x="690137" y="93060"/>
                  <a:pt x="692959" y="94732"/>
                  <a:pt x="696220" y="94732"/>
                </a:cubicBezTo>
                <a:cubicBezTo>
                  <a:pt x="699842" y="94732"/>
                  <a:pt x="702861" y="93075"/>
                  <a:pt x="705276" y="89760"/>
                </a:cubicBezTo>
                <a:cubicBezTo>
                  <a:pt x="707691" y="86445"/>
                  <a:pt x="708899" y="79996"/>
                  <a:pt x="708899" y="70413"/>
                </a:cubicBezTo>
                <a:cubicBezTo>
                  <a:pt x="708899" y="59626"/>
                  <a:pt x="707540" y="52273"/>
                  <a:pt x="704823" y="48354"/>
                </a:cubicBezTo>
                <a:cubicBezTo>
                  <a:pt x="702891" y="45462"/>
                  <a:pt x="700174" y="44015"/>
                  <a:pt x="696672" y="44015"/>
                </a:cubicBezTo>
                <a:moveTo>
                  <a:pt x="691329" y="138023"/>
                </a:moveTo>
                <a:cubicBezTo>
                  <a:pt x="685170" y="138023"/>
                  <a:pt x="681095" y="138535"/>
                  <a:pt x="679103" y="139557"/>
                </a:cubicBezTo>
                <a:cubicBezTo>
                  <a:pt x="675661" y="141419"/>
                  <a:pt x="673940" y="143944"/>
                  <a:pt x="673940" y="147131"/>
                </a:cubicBezTo>
                <a:cubicBezTo>
                  <a:pt x="673940" y="150197"/>
                  <a:pt x="675721" y="152977"/>
                  <a:pt x="679284" y="155471"/>
                </a:cubicBezTo>
                <a:cubicBezTo>
                  <a:pt x="682846" y="157968"/>
                  <a:pt x="689548" y="159216"/>
                  <a:pt x="699389" y="159216"/>
                </a:cubicBezTo>
                <a:cubicBezTo>
                  <a:pt x="707782" y="159216"/>
                  <a:pt x="714378" y="158104"/>
                  <a:pt x="719178" y="155879"/>
                </a:cubicBezTo>
                <a:cubicBezTo>
                  <a:pt x="723978" y="153654"/>
                  <a:pt x="726378" y="150528"/>
                  <a:pt x="726378" y="146500"/>
                </a:cubicBezTo>
                <a:cubicBezTo>
                  <a:pt x="726378" y="144998"/>
                  <a:pt x="725925" y="143736"/>
                  <a:pt x="725020" y="142713"/>
                </a:cubicBezTo>
                <a:cubicBezTo>
                  <a:pt x="723390" y="140909"/>
                  <a:pt x="720929" y="139676"/>
                  <a:pt x="717639" y="139014"/>
                </a:cubicBezTo>
                <a:cubicBezTo>
                  <a:pt x="714348" y="138353"/>
                  <a:pt x="705578" y="138023"/>
                  <a:pt x="691329" y="1380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">
            <a:extLst xmlns:a="http://schemas.openxmlformats.org/drawingml/2006/main">
              <a:ext uri="{FF2B5EF4-FFF2-40B4-BE49-F238E27FC236}">
                <a16:creationId xmlns:a16="http://schemas.microsoft.com/office/drawing/2014/main" id="{529AA8DC-1600-4348-A82E-5A6473E8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576" y="1210259"/>
            <a:ext cx="97648" cy="97648"/>
          </a:xfrm>
          <a:custGeom xmlns:a="http://schemas.openxmlformats.org/drawingml/2006/main">
            <a:pathLst>
              <a:path w="97648" h="97648">
                <a:moveTo>
                  <a:pt x="9765" y="87751"/>
                </a:moveTo>
                <a:lnTo>
                  <a:pt x="87883" y="87751"/>
                </a:lnTo>
                <a:lnTo>
                  <a:pt x="87883" y="9897"/>
                </a:lnTo>
                <a:lnTo>
                  <a:pt x="9765" y="9897"/>
                </a:lnTo>
                <a:lnTo>
                  <a:pt x="9765" y="87751"/>
                </a:lnTo>
                <a:moveTo>
                  <a:pt x="0" y="97648"/>
                </a:moveTo>
                <a:lnTo>
                  <a:pt x="0" y="0"/>
                </a:lnTo>
                <a:lnTo>
                  <a:pt x="97648" y="0"/>
                </a:lnTo>
                <a:lnTo>
                  <a:pt x="97648" y="97648"/>
                </a:lnTo>
                <a:lnTo>
                  <a:pt x="0" y="97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">
            <a:extLst xmlns:a="http://schemas.openxmlformats.org/drawingml/2006/main">
              <a:ext uri="{FF2B5EF4-FFF2-40B4-BE49-F238E27FC236}">
                <a16:creationId xmlns:a16="http://schemas.microsoft.com/office/drawing/2014/main" id="{F64BE0BB-1619-41AE-BB53-0EB1C527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576" y="1210259"/>
            <a:ext cx="97648" cy="97648"/>
          </a:xfrm>
          <a:custGeom xmlns:a="http://schemas.openxmlformats.org/drawingml/2006/main">
            <a:pathLst>
              <a:path w="97648" h="97648" fill="none">
                <a:moveTo>
                  <a:pt x="9765" y="87751"/>
                </a:moveTo>
                <a:lnTo>
                  <a:pt x="87883" y="87751"/>
                </a:lnTo>
                <a:lnTo>
                  <a:pt x="87883" y="9897"/>
                </a:lnTo>
                <a:lnTo>
                  <a:pt x="9765" y="9897"/>
                </a:lnTo>
                <a:lnTo>
                  <a:pt x="9765" y="87751"/>
                </a:lnTo>
                <a:moveTo>
                  <a:pt x="0" y="97648"/>
                </a:moveTo>
                <a:lnTo>
                  <a:pt x="0" y="0"/>
                </a:lnTo>
                <a:lnTo>
                  <a:pt x="97648" y="0"/>
                </a:lnTo>
                <a:lnTo>
                  <a:pt x="97648" y="97648"/>
                </a:lnTo>
                <a:lnTo>
                  <a:pt x="0" y="976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60" name="Text Tag1">
            <a:extLst xmlns:a="http://schemas.openxmlformats.org/drawingml/2006/main">
              <a:ext uri="{FF2B5EF4-FFF2-40B4-BE49-F238E27FC236}">
                <a16:creationId xmlns:a16="http://schemas.microsoft.com/office/drawing/2014/main" id="{96437B99-D80F-4396-A70E-F7A93CF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471" y="1216593"/>
            <a:ext cx="276408" cy="120476"/>
          </a:xfrm>
          <a:custGeom xmlns:a="http://schemas.openxmlformats.org/drawingml/2006/main">
            <a:pathLst>
              <a:path w="276408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4" y="92238"/>
                  <a:pt x="103262" y="92238"/>
                </a:cubicBezTo>
                <a:cubicBezTo>
                  <a:pt x="99743" y="92238"/>
                  <a:pt x="96818" y="91080"/>
                  <a:pt x="94487" y="88763"/>
                </a:cubicBezTo>
                <a:cubicBezTo>
                  <a:pt x="92156" y="86446"/>
                  <a:pt x="90990" y="83544"/>
                  <a:pt x="90990" y="80058"/>
                </a:cubicBezTo>
                <a:cubicBezTo>
                  <a:pt x="90990" y="75335"/>
                  <a:pt x="93014" y="71087"/>
                  <a:pt x="97060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6" y="34979"/>
                  <a:pt x="119889" y="34078"/>
                </a:cubicBezTo>
                <a:cubicBezTo>
                  <a:pt x="118481" y="33176"/>
                  <a:pt x="116898" y="32725"/>
                  <a:pt x="115138" y="32725"/>
                </a:cubicBezTo>
                <a:cubicBezTo>
                  <a:pt x="112279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7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7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5" y="45656"/>
                  <a:pt x="141925" y="52313"/>
                </a:cubicBezTo>
                <a:lnTo>
                  <a:pt x="141925" y="76318"/>
                </a:lnTo>
                <a:cubicBezTo>
                  <a:pt x="141925" y="79140"/>
                  <a:pt x="142035" y="80915"/>
                  <a:pt x="142255" y="81644"/>
                </a:cubicBezTo>
                <a:cubicBezTo>
                  <a:pt x="142475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59" y="81351"/>
                </a:cubicBezTo>
                <a:lnTo>
                  <a:pt x="150239" y="82935"/>
                </a:lnTo>
                <a:cubicBezTo>
                  <a:pt x="148039" y="86190"/>
                  <a:pt x="145763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6" y="89747"/>
                </a:cubicBezTo>
                <a:cubicBezTo>
                  <a:pt x="125167" y="88086"/>
                  <a:pt x="123957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5" y="59826"/>
                  <a:pt x="114237" y="63185"/>
                  <a:pt x="111641" y="66766"/>
                </a:cubicBezTo>
                <a:cubicBezTo>
                  <a:pt x="109926" y="69152"/>
                  <a:pt x="109068" y="71561"/>
                  <a:pt x="109068" y="73993"/>
                </a:cubicBezTo>
                <a:cubicBezTo>
                  <a:pt x="109068" y="76026"/>
                  <a:pt x="109794" y="77816"/>
                  <a:pt x="111246" y="79364"/>
                </a:cubicBezTo>
                <a:cubicBezTo>
                  <a:pt x="112345" y="80557"/>
                  <a:pt x="113885" y="81153"/>
                  <a:pt x="115864" y="81153"/>
                </a:cubicBezTo>
                <a:cubicBezTo>
                  <a:pt x="118063" y="81153"/>
                  <a:pt x="120615" y="79878"/>
                  <a:pt x="123518" y="77327"/>
                </a:cubicBezTo>
                <a:close/>
                <a:moveTo>
                  <a:pt x="196202" y="30350"/>
                </a:moveTo>
                <a:lnTo>
                  <a:pt x="216985" y="30350"/>
                </a:lnTo>
                <a:lnTo>
                  <a:pt x="216985" y="37608"/>
                </a:lnTo>
                <a:lnTo>
                  <a:pt x="205175" y="37608"/>
                </a:lnTo>
                <a:cubicBezTo>
                  <a:pt x="207330" y="39763"/>
                  <a:pt x="208826" y="41720"/>
                  <a:pt x="209661" y="43480"/>
                </a:cubicBezTo>
                <a:cubicBezTo>
                  <a:pt x="210717" y="45855"/>
                  <a:pt x="211245" y="48340"/>
                  <a:pt x="211245" y="50935"/>
                </a:cubicBezTo>
                <a:cubicBezTo>
                  <a:pt x="211245" y="55334"/>
                  <a:pt x="210024" y="59150"/>
                  <a:pt x="207583" y="62382"/>
                </a:cubicBezTo>
                <a:cubicBezTo>
                  <a:pt x="205142" y="65615"/>
                  <a:pt x="201821" y="68145"/>
                  <a:pt x="197620" y="69970"/>
                </a:cubicBezTo>
                <a:cubicBezTo>
                  <a:pt x="193420" y="71795"/>
                  <a:pt x="189692" y="72708"/>
                  <a:pt x="186437" y="72708"/>
                </a:cubicBezTo>
                <a:cubicBezTo>
                  <a:pt x="186173" y="72708"/>
                  <a:pt x="183534" y="72598"/>
                  <a:pt x="178520" y="72378"/>
                </a:cubicBezTo>
                <a:cubicBezTo>
                  <a:pt x="176540" y="72378"/>
                  <a:pt x="174880" y="73024"/>
                  <a:pt x="173538" y="74314"/>
                </a:cubicBezTo>
                <a:cubicBezTo>
                  <a:pt x="172197" y="75605"/>
                  <a:pt x="171526" y="77146"/>
                  <a:pt x="171526" y="78939"/>
                </a:cubicBezTo>
                <a:cubicBezTo>
                  <a:pt x="171526" y="80514"/>
                  <a:pt x="172131" y="81805"/>
                  <a:pt x="173340" y="82811"/>
                </a:cubicBezTo>
                <a:cubicBezTo>
                  <a:pt x="174550" y="83817"/>
                  <a:pt x="176518" y="84320"/>
                  <a:pt x="179245" y="84320"/>
                </a:cubicBezTo>
                <a:lnTo>
                  <a:pt x="190660" y="84188"/>
                </a:lnTo>
                <a:cubicBezTo>
                  <a:pt x="199897" y="84188"/>
                  <a:pt x="206253" y="85202"/>
                  <a:pt x="209727" y="87229"/>
                </a:cubicBezTo>
                <a:cubicBezTo>
                  <a:pt x="214698" y="90049"/>
                  <a:pt x="217183" y="94389"/>
                  <a:pt x="217183" y="100250"/>
                </a:cubicBezTo>
                <a:cubicBezTo>
                  <a:pt x="217183" y="103995"/>
                  <a:pt x="216039" y="107400"/>
                  <a:pt x="213752" y="110462"/>
                </a:cubicBezTo>
                <a:cubicBezTo>
                  <a:pt x="211465" y="113525"/>
                  <a:pt x="208452" y="115783"/>
                  <a:pt x="204713" y="117237"/>
                </a:cubicBezTo>
                <a:cubicBezTo>
                  <a:pt x="199039" y="119397"/>
                  <a:pt x="192507" y="120476"/>
                  <a:pt x="185117" y="120476"/>
                </a:cubicBezTo>
                <a:cubicBezTo>
                  <a:pt x="179575" y="120476"/>
                  <a:pt x="174517" y="119937"/>
                  <a:pt x="169942" y="118860"/>
                </a:cubicBezTo>
                <a:cubicBezTo>
                  <a:pt x="165368" y="117782"/>
                  <a:pt x="162091" y="116286"/>
                  <a:pt x="160112" y="114371"/>
                </a:cubicBezTo>
                <a:cubicBezTo>
                  <a:pt x="158132" y="112458"/>
                  <a:pt x="157143" y="110445"/>
                  <a:pt x="157143" y="108332"/>
                </a:cubicBezTo>
                <a:cubicBezTo>
                  <a:pt x="157143" y="106309"/>
                  <a:pt x="157901" y="104494"/>
                  <a:pt x="159419" y="102887"/>
                </a:cubicBezTo>
                <a:cubicBezTo>
                  <a:pt x="160936" y="101281"/>
                  <a:pt x="163763" y="99929"/>
                  <a:pt x="167897" y="98829"/>
                </a:cubicBezTo>
                <a:cubicBezTo>
                  <a:pt x="162179" y="96014"/>
                  <a:pt x="159320" y="92100"/>
                  <a:pt x="159320" y="87087"/>
                </a:cubicBezTo>
                <a:cubicBezTo>
                  <a:pt x="159320" y="84052"/>
                  <a:pt x="160486" y="81106"/>
                  <a:pt x="162817" y="78248"/>
                </a:cubicBezTo>
                <a:cubicBezTo>
                  <a:pt x="165148" y="75389"/>
                  <a:pt x="168843" y="72904"/>
                  <a:pt x="173901" y="70793"/>
                </a:cubicBezTo>
                <a:cubicBezTo>
                  <a:pt x="168007" y="68635"/>
                  <a:pt x="163741" y="65793"/>
                  <a:pt x="161101" y="62269"/>
                </a:cubicBezTo>
                <a:cubicBezTo>
                  <a:pt x="158462" y="58745"/>
                  <a:pt x="157143" y="54670"/>
                  <a:pt x="157143" y="50045"/>
                </a:cubicBezTo>
                <a:cubicBezTo>
                  <a:pt x="157143" y="44010"/>
                  <a:pt x="159606" y="38779"/>
                  <a:pt x="164532" y="34352"/>
                </a:cubicBezTo>
                <a:cubicBezTo>
                  <a:pt x="169459" y="29925"/>
                  <a:pt x="175793" y="27711"/>
                  <a:pt x="183534" y="27711"/>
                </a:cubicBezTo>
                <a:cubicBezTo>
                  <a:pt x="187625" y="27711"/>
                  <a:pt x="191847" y="28591"/>
                  <a:pt x="196202" y="30350"/>
                </a:cubicBezTo>
                <a:moveTo>
                  <a:pt x="184788" y="31933"/>
                </a:moveTo>
                <a:cubicBezTo>
                  <a:pt x="182236" y="31933"/>
                  <a:pt x="180081" y="33218"/>
                  <a:pt x="178322" y="35787"/>
                </a:cubicBezTo>
                <a:cubicBezTo>
                  <a:pt x="176562" y="38355"/>
                  <a:pt x="175683" y="43678"/>
                  <a:pt x="175683" y="51758"/>
                </a:cubicBezTo>
                <a:cubicBezTo>
                  <a:pt x="175683" y="58299"/>
                  <a:pt x="176551" y="62789"/>
                  <a:pt x="178289" y="65226"/>
                </a:cubicBezTo>
                <a:cubicBezTo>
                  <a:pt x="180026" y="67663"/>
                  <a:pt x="182082" y="68881"/>
                  <a:pt x="184458" y="68881"/>
                </a:cubicBezTo>
                <a:cubicBezTo>
                  <a:pt x="187097" y="68881"/>
                  <a:pt x="189296" y="67674"/>
                  <a:pt x="191056" y="65259"/>
                </a:cubicBezTo>
                <a:cubicBezTo>
                  <a:pt x="192815" y="62844"/>
                  <a:pt x="193695" y="58145"/>
                  <a:pt x="193695" y="51164"/>
                </a:cubicBezTo>
                <a:cubicBezTo>
                  <a:pt x="193695" y="43306"/>
                  <a:pt x="192705" y="37949"/>
                  <a:pt x="190726" y="35094"/>
                </a:cubicBezTo>
                <a:cubicBezTo>
                  <a:pt x="189318" y="32987"/>
                  <a:pt x="187339" y="31933"/>
                  <a:pt x="184788" y="31933"/>
                </a:cubicBezTo>
                <a:moveTo>
                  <a:pt x="180895" y="100419"/>
                </a:moveTo>
                <a:cubicBezTo>
                  <a:pt x="176408" y="100419"/>
                  <a:pt x="173439" y="100791"/>
                  <a:pt x="171988" y="101536"/>
                </a:cubicBezTo>
                <a:cubicBezTo>
                  <a:pt x="169481" y="102893"/>
                  <a:pt x="168227" y="104732"/>
                  <a:pt x="168227" y="107054"/>
                </a:cubicBezTo>
                <a:cubicBezTo>
                  <a:pt x="168227" y="109288"/>
                  <a:pt x="169525" y="111313"/>
                  <a:pt x="172120" y="113130"/>
                </a:cubicBezTo>
                <a:cubicBezTo>
                  <a:pt x="174715" y="114949"/>
                  <a:pt x="179597" y="115858"/>
                  <a:pt x="186767" y="115858"/>
                </a:cubicBezTo>
                <a:cubicBezTo>
                  <a:pt x="192881" y="115858"/>
                  <a:pt x="197686" y="115048"/>
                  <a:pt x="201183" y="113427"/>
                </a:cubicBezTo>
                <a:cubicBezTo>
                  <a:pt x="204680" y="111806"/>
                  <a:pt x="206428" y="109529"/>
                  <a:pt x="206428" y="106594"/>
                </a:cubicBezTo>
                <a:cubicBezTo>
                  <a:pt x="206428" y="105500"/>
                  <a:pt x="206099" y="104580"/>
                  <a:pt x="205439" y="103835"/>
                </a:cubicBezTo>
                <a:cubicBezTo>
                  <a:pt x="204251" y="102521"/>
                  <a:pt x="202459" y="101623"/>
                  <a:pt x="200062" y="101141"/>
                </a:cubicBezTo>
                <a:cubicBezTo>
                  <a:pt x="197664" y="100659"/>
                  <a:pt x="191275" y="100419"/>
                  <a:pt x="180895" y="100419"/>
                </a:cubicBezTo>
                <a:close/>
                <a:moveTo>
                  <a:pt x="263213" y="0"/>
                </a:moveTo>
                <a:lnTo>
                  <a:pt x="263213" y="73104"/>
                </a:lnTo>
                <a:cubicBezTo>
                  <a:pt x="263213" y="78649"/>
                  <a:pt x="263454" y="82186"/>
                  <a:pt x="263938" y="83716"/>
                </a:cubicBezTo>
                <a:cubicBezTo>
                  <a:pt x="264422" y="85246"/>
                  <a:pt x="265434" y="86499"/>
                  <a:pt x="266973" y="87475"/>
                </a:cubicBezTo>
                <a:cubicBezTo>
                  <a:pt x="268513" y="88451"/>
                  <a:pt x="270976" y="88939"/>
                  <a:pt x="274363" y="88939"/>
                </a:cubicBezTo>
                <a:lnTo>
                  <a:pt x="276408" y="88939"/>
                </a:lnTo>
                <a:lnTo>
                  <a:pt x="276408" y="91314"/>
                </a:lnTo>
                <a:lnTo>
                  <a:pt x="229300" y="91314"/>
                </a:lnTo>
                <a:lnTo>
                  <a:pt x="229300" y="88939"/>
                </a:lnTo>
                <a:lnTo>
                  <a:pt x="231675" y="88939"/>
                </a:lnTo>
                <a:cubicBezTo>
                  <a:pt x="235502" y="88939"/>
                  <a:pt x="238229" y="88495"/>
                  <a:pt x="239856" y="87609"/>
                </a:cubicBezTo>
                <a:cubicBezTo>
                  <a:pt x="241484" y="86721"/>
                  <a:pt x="242583" y="85501"/>
                  <a:pt x="243155" y="83949"/>
                </a:cubicBezTo>
                <a:cubicBezTo>
                  <a:pt x="243727" y="82396"/>
                  <a:pt x="244013" y="78781"/>
                  <a:pt x="244013" y="73104"/>
                </a:cubicBezTo>
                <a:lnTo>
                  <a:pt x="244013" y="26787"/>
                </a:lnTo>
                <a:cubicBezTo>
                  <a:pt x="244013" y="22653"/>
                  <a:pt x="243815" y="20068"/>
                  <a:pt x="243419" y="19035"/>
                </a:cubicBezTo>
                <a:cubicBezTo>
                  <a:pt x="243023" y="18001"/>
                  <a:pt x="242286" y="17121"/>
                  <a:pt x="241209" y="16396"/>
                </a:cubicBezTo>
                <a:cubicBezTo>
                  <a:pt x="240131" y="15670"/>
                  <a:pt x="238889" y="15307"/>
                  <a:pt x="237481" y="15307"/>
                </a:cubicBezTo>
                <a:cubicBezTo>
                  <a:pt x="235238" y="15307"/>
                  <a:pt x="232511" y="16011"/>
                  <a:pt x="229300" y="17418"/>
                </a:cubicBezTo>
                <a:lnTo>
                  <a:pt x="228112" y="15043"/>
                </a:lnTo>
                <a:lnTo>
                  <a:pt x="261035" y="0"/>
                </a:lnTo>
                <a:lnTo>
                  <a:pt x="2632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ok">
            <a:extLst xmlns:a="http://schemas.openxmlformats.org/drawingml/2006/main">
              <a:ext uri="{FF2B5EF4-FFF2-40B4-BE49-F238E27FC236}">
                <a16:creationId xmlns:a16="http://schemas.microsoft.com/office/drawing/2014/main" id="{7E2A57D7-D65C-4C30-AB85-2A5F74DD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79" y="1594179"/>
            <a:ext cx="207328" cy="136120"/>
          </a:xfrm>
          <a:custGeom xmlns:a="http://schemas.openxmlformats.org/drawingml/2006/main">
            <a:pathLst>
              <a:path w="207328" h="136120">
                <a:moveTo>
                  <a:pt x="42882" y="38554"/>
                </a:moveTo>
                <a:cubicBezTo>
                  <a:pt x="50881" y="38554"/>
                  <a:pt x="58323" y="40622"/>
                  <a:pt x="65208" y="44757"/>
                </a:cubicBezTo>
                <a:cubicBezTo>
                  <a:pt x="72093" y="48892"/>
                  <a:pt x="77322" y="54766"/>
                  <a:pt x="80895" y="62380"/>
                </a:cubicBezTo>
                <a:cubicBezTo>
                  <a:pt x="84469" y="69994"/>
                  <a:pt x="86255" y="78330"/>
                  <a:pt x="86255" y="87386"/>
                </a:cubicBezTo>
                <a:cubicBezTo>
                  <a:pt x="86255" y="100447"/>
                  <a:pt x="82944" y="111375"/>
                  <a:pt x="76322" y="120172"/>
                </a:cubicBezTo>
                <a:cubicBezTo>
                  <a:pt x="68322" y="130804"/>
                  <a:pt x="57274" y="136120"/>
                  <a:pt x="43177" y="136120"/>
                </a:cubicBezTo>
                <a:cubicBezTo>
                  <a:pt x="29342" y="136120"/>
                  <a:pt x="18687" y="131263"/>
                  <a:pt x="11212" y="121549"/>
                </a:cubicBezTo>
                <a:cubicBezTo>
                  <a:pt x="3737" y="111834"/>
                  <a:pt x="0" y="100578"/>
                  <a:pt x="0" y="87780"/>
                </a:cubicBezTo>
                <a:cubicBezTo>
                  <a:pt x="0" y="74588"/>
                  <a:pt x="3819" y="63086"/>
                  <a:pt x="11458" y="53273"/>
                </a:cubicBezTo>
                <a:cubicBezTo>
                  <a:pt x="19097" y="43461"/>
                  <a:pt x="29571" y="38554"/>
                  <a:pt x="42882" y="38554"/>
                </a:cubicBezTo>
                <a:moveTo>
                  <a:pt x="43275" y="45439"/>
                </a:moveTo>
                <a:cubicBezTo>
                  <a:pt x="39931" y="45439"/>
                  <a:pt x="37063" y="46703"/>
                  <a:pt x="34669" y="49232"/>
                </a:cubicBezTo>
                <a:cubicBezTo>
                  <a:pt x="32276" y="51758"/>
                  <a:pt x="30702" y="56746"/>
                  <a:pt x="29948" y="64197"/>
                </a:cubicBezTo>
                <a:cubicBezTo>
                  <a:pt x="29194" y="71647"/>
                  <a:pt x="28817" y="82003"/>
                  <a:pt x="28817" y="95264"/>
                </a:cubicBezTo>
                <a:cubicBezTo>
                  <a:pt x="28817" y="102288"/>
                  <a:pt x="29276" y="108853"/>
                  <a:pt x="30194" y="114959"/>
                </a:cubicBezTo>
                <a:cubicBezTo>
                  <a:pt x="30916" y="119618"/>
                  <a:pt x="32456" y="123163"/>
                  <a:pt x="34817" y="125593"/>
                </a:cubicBezTo>
                <a:cubicBezTo>
                  <a:pt x="37177" y="128021"/>
                  <a:pt x="39866" y="129235"/>
                  <a:pt x="42882" y="129235"/>
                </a:cubicBezTo>
                <a:cubicBezTo>
                  <a:pt x="45832" y="129235"/>
                  <a:pt x="48291" y="128415"/>
                  <a:pt x="50258" y="126774"/>
                </a:cubicBezTo>
                <a:cubicBezTo>
                  <a:pt x="52815" y="124542"/>
                  <a:pt x="54520" y="121424"/>
                  <a:pt x="55373" y="117418"/>
                </a:cubicBezTo>
                <a:cubicBezTo>
                  <a:pt x="56684" y="111183"/>
                  <a:pt x="57340" y="98579"/>
                  <a:pt x="57340" y="79607"/>
                </a:cubicBezTo>
                <a:cubicBezTo>
                  <a:pt x="57340" y="68448"/>
                  <a:pt x="56717" y="60785"/>
                  <a:pt x="55471" y="56617"/>
                </a:cubicBezTo>
                <a:cubicBezTo>
                  <a:pt x="54225" y="52448"/>
                  <a:pt x="52389" y="49411"/>
                  <a:pt x="49963" y="47507"/>
                </a:cubicBezTo>
                <a:cubicBezTo>
                  <a:pt x="48258" y="46128"/>
                  <a:pt x="46029" y="45439"/>
                  <a:pt x="43275" y="45439"/>
                </a:cubicBezTo>
                <a:close/>
                <a:moveTo>
                  <a:pt x="137596" y="0"/>
                </a:moveTo>
                <a:lnTo>
                  <a:pt x="137596" y="87804"/>
                </a:lnTo>
                <a:lnTo>
                  <a:pt x="158939" y="66821"/>
                </a:lnTo>
                <a:cubicBezTo>
                  <a:pt x="163332" y="62547"/>
                  <a:pt x="166069" y="59446"/>
                  <a:pt x="167151" y="57518"/>
                </a:cubicBezTo>
                <a:cubicBezTo>
                  <a:pt x="168233" y="55590"/>
                  <a:pt x="168774" y="53727"/>
                  <a:pt x="168774" y="51930"/>
                </a:cubicBezTo>
                <a:cubicBezTo>
                  <a:pt x="168774" y="50135"/>
                  <a:pt x="168053" y="48640"/>
                  <a:pt x="166610" y="47443"/>
                </a:cubicBezTo>
                <a:cubicBezTo>
                  <a:pt x="165168" y="46246"/>
                  <a:pt x="162348" y="45382"/>
                  <a:pt x="158152" y="44849"/>
                </a:cubicBezTo>
                <a:lnTo>
                  <a:pt x="158152" y="41308"/>
                </a:lnTo>
                <a:lnTo>
                  <a:pt x="199361" y="41308"/>
                </a:lnTo>
                <a:lnTo>
                  <a:pt x="199361" y="44849"/>
                </a:lnTo>
                <a:cubicBezTo>
                  <a:pt x="195427" y="45048"/>
                  <a:pt x="191985" y="45992"/>
                  <a:pt x="189034" y="47683"/>
                </a:cubicBezTo>
                <a:cubicBezTo>
                  <a:pt x="186084" y="49373"/>
                  <a:pt x="180314" y="54461"/>
                  <a:pt x="171724" y="62946"/>
                </a:cubicBezTo>
                <a:lnTo>
                  <a:pt x="161692" y="72864"/>
                </a:lnTo>
                <a:lnTo>
                  <a:pt x="183330" y="104460"/>
                </a:lnTo>
                <a:cubicBezTo>
                  <a:pt x="192051" y="117307"/>
                  <a:pt x="197231" y="124517"/>
                  <a:pt x="198870" y="126088"/>
                </a:cubicBezTo>
                <a:cubicBezTo>
                  <a:pt x="201099" y="128317"/>
                  <a:pt x="203918" y="129563"/>
                  <a:pt x="207328" y="129826"/>
                </a:cubicBezTo>
                <a:lnTo>
                  <a:pt x="207328" y="133366"/>
                </a:lnTo>
                <a:lnTo>
                  <a:pt x="159824" y="133366"/>
                </a:lnTo>
                <a:lnTo>
                  <a:pt x="159824" y="129826"/>
                </a:lnTo>
                <a:cubicBezTo>
                  <a:pt x="161922" y="129826"/>
                  <a:pt x="163446" y="129432"/>
                  <a:pt x="164397" y="128645"/>
                </a:cubicBezTo>
                <a:cubicBezTo>
                  <a:pt x="165348" y="127856"/>
                  <a:pt x="165823" y="127003"/>
                  <a:pt x="165823" y="126085"/>
                </a:cubicBezTo>
                <a:cubicBezTo>
                  <a:pt x="165823" y="124575"/>
                  <a:pt x="164446" y="121785"/>
                  <a:pt x="161692" y="117716"/>
                </a:cubicBezTo>
                <a:lnTo>
                  <a:pt x="143497" y="91035"/>
                </a:lnTo>
                <a:lnTo>
                  <a:pt x="137596" y="96877"/>
                </a:lnTo>
                <a:lnTo>
                  <a:pt x="137596" y="113302"/>
                </a:lnTo>
                <a:cubicBezTo>
                  <a:pt x="137596" y="120361"/>
                  <a:pt x="138252" y="124764"/>
                  <a:pt x="139563" y="126512"/>
                </a:cubicBezTo>
                <a:cubicBezTo>
                  <a:pt x="140874" y="128260"/>
                  <a:pt x="143563" y="129365"/>
                  <a:pt x="147628" y="129826"/>
                </a:cubicBezTo>
                <a:lnTo>
                  <a:pt x="147628" y="133366"/>
                </a:lnTo>
                <a:lnTo>
                  <a:pt x="100124" y="133366"/>
                </a:lnTo>
                <a:lnTo>
                  <a:pt x="100124" y="129826"/>
                </a:lnTo>
                <a:cubicBezTo>
                  <a:pt x="103992" y="129430"/>
                  <a:pt x="106746" y="128177"/>
                  <a:pt x="108385" y="126067"/>
                </a:cubicBezTo>
                <a:cubicBezTo>
                  <a:pt x="109500" y="124616"/>
                  <a:pt x="110057" y="120361"/>
                  <a:pt x="110057" y="113302"/>
                </a:cubicBezTo>
                <a:lnTo>
                  <a:pt x="110057" y="20064"/>
                </a:lnTo>
                <a:cubicBezTo>
                  <a:pt x="110057" y="13030"/>
                  <a:pt x="109418" y="8650"/>
                  <a:pt x="108139" y="6925"/>
                </a:cubicBezTo>
                <a:cubicBezTo>
                  <a:pt x="106861" y="5199"/>
                  <a:pt x="104189" y="4071"/>
                  <a:pt x="100124" y="3541"/>
                </a:cubicBezTo>
                <a:lnTo>
                  <a:pt x="100124" y="0"/>
                </a:lnTo>
                <a:lnTo>
                  <a:pt x="1375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39a0a877740ac"/>
          <a:stretch xmlns:a="http://schemas.openxmlformats.org/drawingml/2006/main"/>
        </p:blipFill>
        <p:spPr>
          <a:xfrm xmlns:a="http://schemas.openxmlformats.org/drawingml/2006/main">
            <a:off x="6665899" y="660605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2F6F5-53D5-46E2-8C80-D2004F25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56" y="150008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689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07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07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689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652" y="23404"/>
                </a:lnTo>
                <a:lnTo>
                  <a:pt x="36871" y="21436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3" y="246267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70" y="276088"/>
                </a:lnTo>
                <a:lnTo>
                  <a:pt x="33657" y="274137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6" y="246251"/>
                </a:lnTo>
                <a:lnTo>
                  <a:pt x="16786" y="242233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4BFC8-9EB8-4CE5-842A-7857297D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876" y="114624"/>
            <a:ext cx="1935707" cy="475366"/>
          </a:xfrm>
          <a:custGeom xmlns:a="http://schemas.openxmlformats.org/drawingml/2006/main">
            <a:pathLst>
              <a:path w="1935707" h="475366">
                <a:moveTo>
                  <a:pt x="0" y="0"/>
                </a:moveTo>
                <a:lnTo>
                  <a:pt x="1935707" y="0"/>
                </a:lnTo>
                <a:lnTo>
                  <a:pt x="1935707" y="475366"/>
                </a:lnTo>
                <a:lnTo>
                  <a:pt x="0" y="4753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B8346-E312-420B-BB5D-B4AC7FC1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15" y="106902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30db44001461b"/>
          <a:stretch xmlns:a="http://schemas.openxmlformats.org/drawingml/2006/main"/>
        </p:blipFill>
        <p:spPr>
          <a:xfrm xmlns:a="http://schemas.openxmlformats.org/drawingml/2006/main">
            <a:off x="6729711" y="241522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67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89B6768B-1FC3-4DBE-A38B-FAB81061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527" y="265332"/>
            <a:ext cx="937800" cy="139071"/>
          </a:xfrm>
          <a:custGeom xmlns:a="http://schemas.openxmlformats.org/drawingml/2006/main">
            <a:pathLst>
              <a:path w="937800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4" y="88613"/>
                </a:moveTo>
                <a:cubicBezTo>
                  <a:pt x="219844" y="96104"/>
                  <a:pt x="218861" y="102937"/>
                  <a:pt x="216894" y="109113"/>
                </a:cubicBezTo>
                <a:cubicBezTo>
                  <a:pt x="214927" y="115289"/>
                  <a:pt x="211943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3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4" y="130498"/>
                  <a:pt x="137031" y="126359"/>
                </a:cubicBezTo>
                <a:cubicBezTo>
                  <a:pt x="133228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8" y="58310"/>
                  <a:pt x="137818" y="53876"/>
                </a:cubicBezTo>
                <a:cubicBezTo>
                  <a:pt x="141818" y="49442"/>
                  <a:pt x="146817" y="46010"/>
                  <a:pt x="152817" y="43579"/>
                </a:cubicBezTo>
                <a:cubicBezTo>
                  <a:pt x="158816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1" y="56684"/>
                  <a:pt x="215254" y="61776"/>
                  <a:pt x="217090" y="67820"/>
                </a:cubicBezTo>
                <a:cubicBezTo>
                  <a:pt x="218926" y="73865"/>
                  <a:pt x="219844" y="80796"/>
                  <a:pt x="219844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7" y="65470"/>
                  <a:pt x="186027" y="63372"/>
                  <a:pt x="183306" y="61864"/>
                </a:cubicBezTo>
                <a:cubicBezTo>
                  <a:pt x="180585" y="60356"/>
                  <a:pt x="177159" y="59602"/>
                  <a:pt x="173028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3" y="67519"/>
                </a:cubicBezTo>
                <a:cubicBezTo>
                  <a:pt x="154833" y="70109"/>
                  <a:pt x="153505" y="73224"/>
                  <a:pt x="152620" y="76863"/>
                </a:cubicBezTo>
                <a:cubicBezTo>
                  <a:pt x="151735" y="80502"/>
                  <a:pt x="151292" y="84649"/>
                  <a:pt x="151292" y="89304"/>
                </a:cubicBezTo>
                <a:cubicBezTo>
                  <a:pt x="151292" y="93632"/>
                  <a:pt x="151653" y="97615"/>
                  <a:pt x="152374" y="101254"/>
                </a:cubicBezTo>
                <a:cubicBezTo>
                  <a:pt x="153096" y="104893"/>
                  <a:pt x="154259" y="108057"/>
                  <a:pt x="155866" y="110745"/>
                </a:cubicBezTo>
                <a:cubicBezTo>
                  <a:pt x="157472" y="113433"/>
                  <a:pt x="159652" y="115515"/>
                  <a:pt x="162406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2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2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5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0" y="137903"/>
                  <a:pt x="279508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4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3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2" y="62356"/>
                </a:lnTo>
                <a:cubicBezTo>
                  <a:pt x="231856" y="62356"/>
                  <a:pt x="230906" y="61585"/>
                  <a:pt x="230250" y="60044"/>
                </a:cubicBezTo>
                <a:cubicBezTo>
                  <a:pt x="229594" y="58503"/>
                  <a:pt x="229266" y="55930"/>
                  <a:pt x="229266" y="52324"/>
                </a:cubicBezTo>
                <a:cubicBezTo>
                  <a:pt x="229266" y="50422"/>
                  <a:pt x="229348" y="48816"/>
                  <a:pt x="229512" y="47504"/>
                </a:cubicBezTo>
                <a:cubicBezTo>
                  <a:pt x="229676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79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6" y="21387"/>
                  <a:pt x="244167" y="20860"/>
                </a:cubicBezTo>
                <a:cubicBezTo>
                  <a:pt x="244528" y="20333"/>
                  <a:pt x="245183" y="19890"/>
                  <a:pt x="246134" y="19529"/>
                </a:cubicBezTo>
                <a:cubicBezTo>
                  <a:pt x="247085" y="19166"/>
                  <a:pt x="248363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2" y="18573"/>
                  <a:pt x="261969" y="18739"/>
                </a:cubicBezTo>
                <a:cubicBezTo>
                  <a:pt x="263575" y="18903"/>
                  <a:pt x="264837" y="19166"/>
                  <a:pt x="265755" y="19529"/>
                </a:cubicBezTo>
                <a:cubicBezTo>
                  <a:pt x="266673" y="19890"/>
                  <a:pt x="267329" y="20333"/>
                  <a:pt x="267722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2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1" y="45160"/>
                  <a:pt x="290917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1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0" y="117482"/>
                </a:cubicBezTo>
                <a:cubicBezTo>
                  <a:pt x="283229" y="117253"/>
                  <a:pt x="284164" y="116991"/>
                  <a:pt x="284983" y="116695"/>
                </a:cubicBezTo>
                <a:cubicBezTo>
                  <a:pt x="285803" y="116400"/>
                  <a:pt x="286491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4" y="115909"/>
                </a:cubicBezTo>
                <a:cubicBezTo>
                  <a:pt x="290065" y="116138"/>
                  <a:pt x="290344" y="116598"/>
                  <a:pt x="290540" y="117289"/>
                </a:cubicBezTo>
                <a:cubicBezTo>
                  <a:pt x="290737" y="117977"/>
                  <a:pt x="290917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1" y="86928"/>
                </a:moveTo>
                <a:cubicBezTo>
                  <a:pt x="387581" y="89951"/>
                  <a:pt x="386909" y="92184"/>
                  <a:pt x="385565" y="93629"/>
                </a:cubicBezTo>
                <a:cubicBezTo>
                  <a:pt x="384221" y="95073"/>
                  <a:pt x="382369" y="95796"/>
                  <a:pt x="380008" y="95796"/>
                </a:cubicBezTo>
                <a:lnTo>
                  <a:pt x="326603" y="95796"/>
                </a:lnTo>
                <a:cubicBezTo>
                  <a:pt x="326603" y="99547"/>
                  <a:pt x="327045" y="102954"/>
                  <a:pt x="327930" y="106015"/>
                </a:cubicBezTo>
                <a:cubicBezTo>
                  <a:pt x="328816" y="109076"/>
                  <a:pt x="330225" y="111677"/>
                  <a:pt x="332160" y="113819"/>
                </a:cubicBezTo>
                <a:cubicBezTo>
                  <a:pt x="334094" y="115958"/>
                  <a:pt x="336585" y="117587"/>
                  <a:pt x="339634" y="118706"/>
                </a:cubicBezTo>
                <a:cubicBezTo>
                  <a:pt x="342683" y="119824"/>
                  <a:pt x="346339" y="120384"/>
                  <a:pt x="350601" y="120384"/>
                </a:cubicBezTo>
                <a:cubicBezTo>
                  <a:pt x="354928" y="120384"/>
                  <a:pt x="358731" y="120067"/>
                  <a:pt x="362010" y="119434"/>
                </a:cubicBezTo>
                <a:cubicBezTo>
                  <a:pt x="365288" y="118801"/>
                  <a:pt x="368124" y="118101"/>
                  <a:pt x="370517" y="117335"/>
                </a:cubicBezTo>
                <a:cubicBezTo>
                  <a:pt x="372910" y="116568"/>
                  <a:pt x="374894" y="115869"/>
                  <a:pt x="376467" y="115236"/>
                </a:cubicBezTo>
                <a:cubicBezTo>
                  <a:pt x="378041" y="114602"/>
                  <a:pt x="379320" y="114286"/>
                  <a:pt x="380303" y="114286"/>
                </a:cubicBezTo>
                <a:cubicBezTo>
                  <a:pt x="380893" y="114286"/>
                  <a:pt x="381385" y="114402"/>
                  <a:pt x="381778" y="114633"/>
                </a:cubicBezTo>
                <a:cubicBezTo>
                  <a:pt x="382172" y="114863"/>
                  <a:pt x="382500" y="115274"/>
                  <a:pt x="382762" y="115869"/>
                </a:cubicBezTo>
                <a:cubicBezTo>
                  <a:pt x="383024" y="116461"/>
                  <a:pt x="383205" y="117301"/>
                  <a:pt x="383303" y="118389"/>
                </a:cubicBezTo>
                <a:cubicBezTo>
                  <a:pt x="383401" y="119477"/>
                  <a:pt x="383450" y="120845"/>
                  <a:pt x="383450" y="122492"/>
                </a:cubicBezTo>
                <a:cubicBezTo>
                  <a:pt x="383450" y="123943"/>
                  <a:pt x="383418" y="125179"/>
                  <a:pt x="383352" y="126202"/>
                </a:cubicBezTo>
                <a:cubicBezTo>
                  <a:pt x="383287" y="127222"/>
                  <a:pt x="383188" y="128095"/>
                  <a:pt x="383057" y="128821"/>
                </a:cubicBezTo>
                <a:cubicBezTo>
                  <a:pt x="382926" y="129546"/>
                  <a:pt x="382729" y="130156"/>
                  <a:pt x="382467" y="130652"/>
                </a:cubicBezTo>
                <a:cubicBezTo>
                  <a:pt x="382205" y="131146"/>
                  <a:pt x="381860" y="131624"/>
                  <a:pt x="381434" y="132085"/>
                </a:cubicBezTo>
                <a:cubicBezTo>
                  <a:pt x="381008" y="132546"/>
                  <a:pt x="379844" y="133170"/>
                  <a:pt x="377943" y="133956"/>
                </a:cubicBezTo>
                <a:cubicBezTo>
                  <a:pt x="376041" y="134743"/>
                  <a:pt x="373615" y="135514"/>
                  <a:pt x="370665" y="136268"/>
                </a:cubicBezTo>
                <a:cubicBezTo>
                  <a:pt x="367714" y="137022"/>
                  <a:pt x="364337" y="137677"/>
                  <a:pt x="360534" y="138235"/>
                </a:cubicBezTo>
                <a:cubicBezTo>
                  <a:pt x="356731" y="138792"/>
                  <a:pt x="352666" y="139071"/>
                  <a:pt x="348339" y="139071"/>
                </a:cubicBezTo>
                <a:cubicBezTo>
                  <a:pt x="340536" y="139071"/>
                  <a:pt x="333700" y="138085"/>
                  <a:pt x="327832" y="136114"/>
                </a:cubicBezTo>
                <a:cubicBezTo>
                  <a:pt x="321964" y="134143"/>
                  <a:pt x="317062" y="131153"/>
                  <a:pt x="313128" y="127145"/>
                </a:cubicBezTo>
                <a:cubicBezTo>
                  <a:pt x="309194" y="123138"/>
                  <a:pt x="306260" y="118080"/>
                  <a:pt x="304326" y="111971"/>
                </a:cubicBezTo>
                <a:cubicBezTo>
                  <a:pt x="302391" y="105861"/>
                  <a:pt x="301424" y="98700"/>
                  <a:pt x="301424" y="90488"/>
                </a:cubicBezTo>
                <a:cubicBezTo>
                  <a:pt x="301424" y="82669"/>
                  <a:pt x="302441" y="75622"/>
                  <a:pt x="304473" y="69348"/>
                </a:cubicBezTo>
                <a:cubicBezTo>
                  <a:pt x="306506" y="63074"/>
                  <a:pt x="309456" y="57753"/>
                  <a:pt x="313325" y="53384"/>
                </a:cubicBezTo>
                <a:cubicBezTo>
                  <a:pt x="317194" y="49013"/>
                  <a:pt x="321898" y="45679"/>
                  <a:pt x="327439" y="43380"/>
                </a:cubicBezTo>
                <a:cubicBezTo>
                  <a:pt x="332979" y="41081"/>
                  <a:pt x="339225" y="39931"/>
                  <a:pt x="346175" y="39931"/>
                </a:cubicBezTo>
                <a:cubicBezTo>
                  <a:pt x="353518" y="39931"/>
                  <a:pt x="359797" y="41015"/>
                  <a:pt x="365009" y="43183"/>
                </a:cubicBezTo>
                <a:cubicBezTo>
                  <a:pt x="370222" y="45351"/>
                  <a:pt x="374500" y="48356"/>
                  <a:pt x="377844" y="52198"/>
                </a:cubicBezTo>
                <a:cubicBezTo>
                  <a:pt x="381188" y="56040"/>
                  <a:pt x="383647" y="60588"/>
                  <a:pt x="385221" y="65844"/>
                </a:cubicBezTo>
                <a:cubicBezTo>
                  <a:pt x="386794" y="71098"/>
                  <a:pt x="387581" y="76812"/>
                  <a:pt x="387581" y="82988"/>
                </a:cubicBezTo>
                <a:lnTo>
                  <a:pt x="387581" y="86928"/>
                </a:lnTo>
                <a:moveTo>
                  <a:pt x="363583" y="79862"/>
                </a:moveTo>
                <a:cubicBezTo>
                  <a:pt x="363780" y="72881"/>
                  <a:pt x="362387" y="67399"/>
                  <a:pt x="359403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7" y="57438"/>
                  <a:pt x="339700" y="58031"/>
                  <a:pt x="337372" y="59218"/>
                </a:cubicBezTo>
                <a:cubicBezTo>
                  <a:pt x="335045" y="60402"/>
                  <a:pt x="333110" y="61999"/>
                  <a:pt x="331569" y="64009"/>
                </a:cubicBezTo>
                <a:cubicBezTo>
                  <a:pt x="330029" y="66017"/>
                  <a:pt x="328848" y="68388"/>
                  <a:pt x="328029" y="71121"/>
                </a:cubicBezTo>
                <a:cubicBezTo>
                  <a:pt x="327209" y="73853"/>
                  <a:pt x="326734" y="76766"/>
                  <a:pt x="326603" y="79862"/>
                </a:cubicBezTo>
                <a:lnTo>
                  <a:pt x="363583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5" y="132629"/>
                  <a:pt x="529669" y="133661"/>
                  <a:pt x="529341" y="134448"/>
                </a:cubicBezTo>
                <a:cubicBezTo>
                  <a:pt x="529013" y="135235"/>
                  <a:pt x="528604" y="135809"/>
                  <a:pt x="528112" y="136169"/>
                </a:cubicBezTo>
                <a:cubicBezTo>
                  <a:pt x="527620" y="136530"/>
                  <a:pt x="527079" y="136710"/>
                  <a:pt x="526489" y="136710"/>
                </a:cubicBezTo>
                <a:lnTo>
                  <a:pt x="462560" y="136710"/>
                </a:lnTo>
                <a:cubicBezTo>
                  <a:pt x="460396" y="136710"/>
                  <a:pt x="458577" y="136071"/>
                  <a:pt x="457101" y="134792"/>
                </a:cubicBezTo>
                <a:cubicBezTo>
                  <a:pt x="455626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6" y="12638"/>
                  <a:pt x="457101" y="11360"/>
                </a:cubicBezTo>
                <a:cubicBezTo>
                  <a:pt x="458577" y="10081"/>
                  <a:pt x="460396" y="9442"/>
                  <a:pt x="462560" y="9442"/>
                </a:cubicBezTo>
                <a:lnTo>
                  <a:pt x="526096" y="9442"/>
                </a:lnTo>
                <a:cubicBezTo>
                  <a:pt x="526686" y="9442"/>
                  <a:pt x="527210" y="9606"/>
                  <a:pt x="527669" y="9934"/>
                </a:cubicBezTo>
                <a:cubicBezTo>
                  <a:pt x="528128" y="10261"/>
                  <a:pt x="528522" y="10835"/>
                  <a:pt x="528850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3" y="17703"/>
                  <a:pt x="529833" y="19671"/>
                </a:cubicBezTo>
                <a:cubicBezTo>
                  <a:pt x="529833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50" y="27440"/>
                </a:cubicBezTo>
                <a:cubicBezTo>
                  <a:pt x="528522" y="28227"/>
                  <a:pt x="528128" y="28801"/>
                  <a:pt x="527669" y="29162"/>
                </a:cubicBezTo>
                <a:cubicBezTo>
                  <a:pt x="527210" y="29522"/>
                  <a:pt x="526686" y="29703"/>
                  <a:pt x="526096" y="29703"/>
                </a:cubicBezTo>
                <a:lnTo>
                  <a:pt x="480657" y="29703"/>
                </a:lnTo>
                <a:lnTo>
                  <a:pt x="480657" y="60585"/>
                </a:lnTo>
                <a:lnTo>
                  <a:pt x="519113" y="60585"/>
                </a:lnTo>
                <a:cubicBezTo>
                  <a:pt x="519703" y="60585"/>
                  <a:pt x="520244" y="60767"/>
                  <a:pt x="520735" y="61129"/>
                </a:cubicBezTo>
                <a:cubicBezTo>
                  <a:pt x="521227" y="61492"/>
                  <a:pt x="521637" y="62052"/>
                  <a:pt x="521965" y="62810"/>
                </a:cubicBezTo>
                <a:cubicBezTo>
                  <a:pt x="522293" y="63567"/>
                  <a:pt x="522539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9" y="76566"/>
                  <a:pt x="522293" y="77571"/>
                  <a:pt x="521965" y="78329"/>
                </a:cubicBezTo>
                <a:cubicBezTo>
                  <a:pt x="521637" y="79085"/>
                  <a:pt x="521227" y="79628"/>
                  <a:pt x="520735" y="79958"/>
                </a:cubicBezTo>
                <a:cubicBezTo>
                  <a:pt x="520244" y="80288"/>
                  <a:pt x="519703" y="80453"/>
                  <a:pt x="519113" y="80453"/>
                </a:cubicBezTo>
                <a:lnTo>
                  <a:pt x="480657" y="80453"/>
                </a:lnTo>
                <a:lnTo>
                  <a:pt x="480657" y="116450"/>
                </a:lnTo>
                <a:lnTo>
                  <a:pt x="526489" y="116450"/>
                </a:lnTo>
                <a:cubicBezTo>
                  <a:pt x="527079" y="116450"/>
                  <a:pt x="527620" y="116630"/>
                  <a:pt x="528112" y="116991"/>
                </a:cubicBezTo>
                <a:cubicBezTo>
                  <a:pt x="528604" y="117351"/>
                  <a:pt x="529013" y="117925"/>
                  <a:pt x="529341" y="118712"/>
                </a:cubicBezTo>
                <a:cubicBezTo>
                  <a:pt x="529669" y="119499"/>
                  <a:pt x="529915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8" y="135678"/>
                  <a:pt x="630080" y="136087"/>
                  <a:pt x="629293" y="136415"/>
                </a:cubicBezTo>
                <a:cubicBezTo>
                  <a:pt x="628507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2000" y="136093"/>
                  <a:pt x="611410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7" y="132338"/>
                  <a:pt x="596296" y="135032"/>
                </a:cubicBezTo>
                <a:cubicBezTo>
                  <a:pt x="591346" y="137725"/>
                  <a:pt x="585854" y="139071"/>
                  <a:pt x="579822" y="139071"/>
                </a:cubicBezTo>
                <a:cubicBezTo>
                  <a:pt x="573134" y="139071"/>
                  <a:pt x="567479" y="137774"/>
                  <a:pt x="562856" y="135180"/>
                </a:cubicBezTo>
                <a:cubicBezTo>
                  <a:pt x="558234" y="132584"/>
                  <a:pt x="554463" y="129085"/>
                  <a:pt x="551546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1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3" y="45846"/>
                  <a:pt x="565069" y="43481"/>
                </a:cubicBezTo>
                <a:cubicBezTo>
                  <a:pt x="569856" y="41115"/>
                  <a:pt x="575363" y="39931"/>
                  <a:pt x="581592" y="39931"/>
                </a:cubicBezTo>
                <a:cubicBezTo>
                  <a:pt x="586510" y="39931"/>
                  <a:pt x="590969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1" y="1934"/>
                  <a:pt x="608426" y="1492"/>
                  <a:pt x="609377" y="1131"/>
                </a:cubicBezTo>
                <a:cubicBezTo>
                  <a:pt x="610328" y="770"/>
                  <a:pt x="611590" y="492"/>
                  <a:pt x="613164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3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4" y="1935"/>
                  <a:pt x="630867" y="2462"/>
                </a:cubicBezTo>
                <a:cubicBezTo>
                  <a:pt x="631261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90" y="64513"/>
                </a:cubicBezTo>
                <a:cubicBezTo>
                  <a:pt x="593444" y="62157"/>
                  <a:pt x="590051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2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6" y="106303"/>
                  <a:pt x="572200" y="109024"/>
                </a:cubicBezTo>
                <a:cubicBezTo>
                  <a:pt x="573544" y="111745"/>
                  <a:pt x="575331" y="113925"/>
                  <a:pt x="577560" y="115564"/>
                </a:cubicBezTo>
                <a:cubicBezTo>
                  <a:pt x="579789" y="117204"/>
                  <a:pt x="582609" y="118023"/>
                  <a:pt x="586018" y="118023"/>
                </a:cubicBezTo>
                <a:cubicBezTo>
                  <a:pt x="587723" y="118023"/>
                  <a:pt x="589379" y="117778"/>
                  <a:pt x="590985" y="117289"/>
                </a:cubicBezTo>
                <a:cubicBezTo>
                  <a:pt x="592592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6" y="110515"/>
                </a:cubicBezTo>
                <a:cubicBezTo>
                  <a:pt x="602837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5" y="134596"/>
                  <a:pt x="680712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0" y="137054"/>
                </a:cubicBezTo>
                <a:cubicBezTo>
                  <a:pt x="661337" y="136891"/>
                  <a:pt x="660074" y="136645"/>
                  <a:pt x="659124" y="136317"/>
                </a:cubicBezTo>
                <a:cubicBezTo>
                  <a:pt x="658173" y="135989"/>
                  <a:pt x="657501" y="135579"/>
                  <a:pt x="657107" y="135087"/>
                </a:cubicBezTo>
                <a:cubicBezTo>
                  <a:pt x="656714" y="134596"/>
                  <a:pt x="656517" y="134022"/>
                  <a:pt x="656517" y="133366"/>
                </a:cubicBezTo>
                <a:lnTo>
                  <a:pt x="656517" y="45832"/>
                </a:lnTo>
                <a:cubicBezTo>
                  <a:pt x="656517" y="45177"/>
                  <a:pt x="656714" y="44603"/>
                  <a:pt x="657107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4" y="42472"/>
                  <a:pt x="661337" y="42193"/>
                  <a:pt x="662910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09" y="41997"/>
                </a:cubicBezTo>
                <a:cubicBezTo>
                  <a:pt x="676483" y="42193"/>
                  <a:pt x="677745" y="42472"/>
                  <a:pt x="678696" y="42833"/>
                </a:cubicBezTo>
                <a:cubicBezTo>
                  <a:pt x="679647" y="43193"/>
                  <a:pt x="680319" y="43619"/>
                  <a:pt x="680712" y="44111"/>
                </a:cubicBezTo>
                <a:cubicBezTo>
                  <a:pt x="681105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89" y="28162"/>
                  <a:pt x="674319" y="29112"/>
                  <a:pt x="668811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8" y="7983"/>
                  <a:pt x="657648" y="6049"/>
                </a:cubicBezTo>
                <a:cubicBezTo>
                  <a:pt x="659648" y="4114"/>
                  <a:pt x="663435" y="3147"/>
                  <a:pt x="669008" y="3147"/>
                </a:cubicBezTo>
                <a:cubicBezTo>
                  <a:pt x="674516" y="3147"/>
                  <a:pt x="678253" y="4082"/>
                  <a:pt x="680220" y="5950"/>
                </a:cubicBezTo>
                <a:cubicBezTo>
                  <a:pt x="682187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5" y="129767"/>
                  <a:pt x="757424" y="131316"/>
                </a:cubicBezTo>
                <a:cubicBezTo>
                  <a:pt x="757064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2" y="136255"/>
                </a:cubicBezTo>
                <a:cubicBezTo>
                  <a:pt x="752244" y="136749"/>
                  <a:pt x="750900" y="137177"/>
                  <a:pt x="749359" y="137540"/>
                </a:cubicBezTo>
                <a:cubicBezTo>
                  <a:pt x="747818" y="137903"/>
                  <a:pt x="746146" y="138182"/>
                  <a:pt x="744343" y="138379"/>
                </a:cubicBezTo>
                <a:cubicBezTo>
                  <a:pt x="742540" y="138578"/>
                  <a:pt x="740721" y="138677"/>
                  <a:pt x="738885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3" y="135563"/>
                  <a:pt x="719509" y="133645"/>
                  <a:pt x="717149" y="131055"/>
                </a:cubicBezTo>
                <a:cubicBezTo>
                  <a:pt x="714788" y="128465"/>
                  <a:pt x="713051" y="125203"/>
                  <a:pt x="711936" y="121269"/>
                </a:cubicBezTo>
                <a:cubicBezTo>
                  <a:pt x="710821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0" y="62356"/>
                </a:lnTo>
                <a:cubicBezTo>
                  <a:pt x="698494" y="62356"/>
                  <a:pt x="697544" y="61585"/>
                  <a:pt x="696888" y="60044"/>
                </a:cubicBezTo>
                <a:cubicBezTo>
                  <a:pt x="696232" y="58503"/>
                  <a:pt x="695905" y="55930"/>
                  <a:pt x="695905" y="52324"/>
                </a:cubicBezTo>
                <a:cubicBezTo>
                  <a:pt x="695905" y="50422"/>
                  <a:pt x="695986" y="48816"/>
                  <a:pt x="696150" y="47504"/>
                </a:cubicBezTo>
                <a:cubicBezTo>
                  <a:pt x="696314" y="46193"/>
                  <a:pt x="696560" y="45160"/>
                  <a:pt x="696888" y="44406"/>
                </a:cubicBezTo>
                <a:cubicBezTo>
                  <a:pt x="697216" y="43652"/>
                  <a:pt x="697626" y="43111"/>
                  <a:pt x="698117" y="42783"/>
                </a:cubicBezTo>
                <a:cubicBezTo>
                  <a:pt x="698609" y="42456"/>
                  <a:pt x="699183" y="42292"/>
                  <a:pt x="699839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4" y="21387"/>
                  <a:pt x="710805" y="20860"/>
                </a:cubicBezTo>
                <a:cubicBezTo>
                  <a:pt x="711166" y="20333"/>
                  <a:pt x="711821" y="19890"/>
                  <a:pt x="712772" y="19529"/>
                </a:cubicBezTo>
                <a:cubicBezTo>
                  <a:pt x="713723" y="19166"/>
                  <a:pt x="715001" y="18903"/>
                  <a:pt x="716608" y="18739"/>
                </a:cubicBezTo>
                <a:cubicBezTo>
                  <a:pt x="718214" y="18573"/>
                  <a:pt x="720198" y="18490"/>
                  <a:pt x="722558" y="18490"/>
                </a:cubicBezTo>
                <a:cubicBezTo>
                  <a:pt x="724984" y="18490"/>
                  <a:pt x="727000" y="18573"/>
                  <a:pt x="728607" y="18739"/>
                </a:cubicBezTo>
                <a:cubicBezTo>
                  <a:pt x="730213" y="18903"/>
                  <a:pt x="731475" y="19166"/>
                  <a:pt x="732393" y="19529"/>
                </a:cubicBezTo>
                <a:cubicBezTo>
                  <a:pt x="733311" y="19890"/>
                  <a:pt x="733967" y="20333"/>
                  <a:pt x="734360" y="20860"/>
                </a:cubicBezTo>
                <a:cubicBezTo>
                  <a:pt x="734754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1" y="42292"/>
                </a:lnTo>
                <a:cubicBezTo>
                  <a:pt x="754687" y="42292"/>
                  <a:pt x="755260" y="42456"/>
                  <a:pt x="755752" y="42783"/>
                </a:cubicBezTo>
                <a:cubicBezTo>
                  <a:pt x="756244" y="43111"/>
                  <a:pt x="756654" y="43652"/>
                  <a:pt x="756982" y="44406"/>
                </a:cubicBezTo>
                <a:cubicBezTo>
                  <a:pt x="757309" y="45160"/>
                  <a:pt x="757555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7" y="58503"/>
                  <a:pt x="756982" y="60044"/>
                </a:cubicBezTo>
                <a:cubicBezTo>
                  <a:pt x="756326" y="61585"/>
                  <a:pt x="755375" y="62356"/>
                  <a:pt x="754129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3" y="114243"/>
                </a:cubicBezTo>
                <a:cubicBezTo>
                  <a:pt x="738721" y="116632"/>
                  <a:pt x="741409" y="117827"/>
                  <a:pt x="745278" y="117827"/>
                </a:cubicBezTo>
                <a:cubicBezTo>
                  <a:pt x="746589" y="117827"/>
                  <a:pt x="747769" y="117712"/>
                  <a:pt x="748818" y="117482"/>
                </a:cubicBezTo>
                <a:cubicBezTo>
                  <a:pt x="749867" y="117253"/>
                  <a:pt x="750802" y="116991"/>
                  <a:pt x="751621" y="116695"/>
                </a:cubicBezTo>
                <a:cubicBezTo>
                  <a:pt x="752441" y="116400"/>
                  <a:pt x="753129" y="116138"/>
                  <a:pt x="753687" y="115909"/>
                </a:cubicBezTo>
                <a:cubicBezTo>
                  <a:pt x="754244" y="115679"/>
                  <a:pt x="754752" y="115564"/>
                  <a:pt x="755211" y="115564"/>
                </a:cubicBezTo>
                <a:cubicBezTo>
                  <a:pt x="755605" y="115564"/>
                  <a:pt x="755982" y="115679"/>
                  <a:pt x="756342" y="115909"/>
                </a:cubicBezTo>
                <a:cubicBezTo>
                  <a:pt x="756703" y="116138"/>
                  <a:pt x="756982" y="116598"/>
                  <a:pt x="757178" y="117289"/>
                </a:cubicBezTo>
                <a:cubicBezTo>
                  <a:pt x="757375" y="117977"/>
                  <a:pt x="757555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1" y="88613"/>
                </a:moveTo>
                <a:cubicBezTo>
                  <a:pt x="861891" y="96104"/>
                  <a:pt x="860908" y="102937"/>
                  <a:pt x="858941" y="109113"/>
                </a:cubicBezTo>
                <a:cubicBezTo>
                  <a:pt x="856973" y="115289"/>
                  <a:pt x="853990" y="120610"/>
                  <a:pt x="849990" y="125077"/>
                </a:cubicBezTo>
                <a:cubicBezTo>
                  <a:pt x="845991" y="129544"/>
                  <a:pt x="840975" y="132993"/>
                  <a:pt x="834942" y="135426"/>
                </a:cubicBezTo>
                <a:cubicBezTo>
                  <a:pt x="828910" y="137856"/>
                  <a:pt x="821862" y="139071"/>
                  <a:pt x="813797" y="139071"/>
                </a:cubicBezTo>
                <a:cubicBezTo>
                  <a:pt x="805994" y="139071"/>
                  <a:pt x="799208" y="137987"/>
                  <a:pt x="793438" y="135819"/>
                </a:cubicBezTo>
                <a:cubicBezTo>
                  <a:pt x="787668" y="133651"/>
                  <a:pt x="782881" y="130498"/>
                  <a:pt x="779078" y="126359"/>
                </a:cubicBezTo>
                <a:cubicBezTo>
                  <a:pt x="775275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6" y="69840"/>
                </a:cubicBezTo>
                <a:cubicBezTo>
                  <a:pt x="772866" y="63631"/>
                  <a:pt x="775865" y="58310"/>
                  <a:pt x="779865" y="53876"/>
                </a:cubicBezTo>
                <a:cubicBezTo>
                  <a:pt x="783865" y="49442"/>
                  <a:pt x="788864" y="46010"/>
                  <a:pt x="794864" y="43579"/>
                </a:cubicBezTo>
                <a:cubicBezTo>
                  <a:pt x="800863" y="41147"/>
                  <a:pt x="807895" y="39931"/>
                  <a:pt x="815960" y="39931"/>
                </a:cubicBezTo>
                <a:cubicBezTo>
                  <a:pt x="823829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8" y="52545"/>
                </a:cubicBezTo>
                <a:cubicBezTo>
                  <a:pt x="854498" y="56684"/>
                  <a:pt x="857301" y="61776"/>
                  <a:pt x="859137" y="67820"/>
                </a:cubicBezTo>
                <a:cubicBezTo>
                  <a:pt x="860973" y="73865"/>
                  <a:pt x="861891" y="80796"/>
                  <a:pt x="861891" y="88613"/>
                </a:cubicBezTo>
                <a:moveTo>
                  <a:pt x="836418" y="89599"/>
                </a:moveTo>
                <a:cubicBezTo>
                  <a:pt x="836418" y="85272"/>
                  <a:pt x="836074" y="81289"/>
                  <a:pt x="835385" y="77649"/>
                </a:cubicBezTo>
                <a:cubicBezTo>
                  <a:pt x="834697" y="74010"/>
                  <a:pt x="833533" y="70847"/>
                  <a:pt x="831894" y="68158"/>
                </a:cubicBezTo>
                <a:cubicBezTo>
                  <a:pt x="830254" y="65470"/>
                  <a:pt x="828074" y="63372"/>
                  <a:pt x="825353" y="61864"/>
                </a:cubicBezTo>
                <a:cubicBezTo>
                  <a:pt x="822632" y="60356"/>
                  <a:pt x="819206" y="59602"/>
                  <a:pt x="815075" y="59602"/>
                </a:cubicBezTo>
                <a:cubicBezTo>
                  <a:pt x="811403" y="59602"/>
                  <a:pt x="808191" y="60274"/>
                  <a:pt x="805437" y="61618"/>
                </a:cubicBezTo>
                <a:cubicBezTo>
                  <a:pt x="802683" y="62962"/>
                  <a:pt x="800421" y="64929"/>
                  <a:pt x="798650" y="67519"/>
                </a:cubicBezTo>
                <a:cubicBezTo>
                  <a:pt x="796880" y="70109"/>
                  <a:pt x="795552" y="73224"/>
                  <a:pt x="794667" y="76863"/>
                </a:cubicBezTo>
                <a:cubicBezTo>
                  <a:pt x="793782" y="80502"/>
                  <a:pt x="793339" y="84649"/>
                  <a:pt x="793339" y="89304"/>
                </a:cubicBezTo>
                <a:cubicBezTo>
                  <a:pt x="793339" y="93632"/>
                  <a:pt x="793700" y="97615"/>
                  <a:pt x="794421" y="101254"/>
                </a:cubicBezTo>
                <a:cubicBezTo>
                  <a:pt x="795142" y="104893"/>
                  <a:pt x="796306" y="108057"/>
                  <a:pt x="797913" y="110745"/>
                </a:cubicBezTo>
                <a:cubicBezTo>
                  <a:pt x="799519" y="113433"/>
                  <a:pt x="801699" y="115515"/>
                  <a:pt x="804453" y="116991"/>
                </a:cubicBezTo>
                <a:cubicBezTo>
                  <a:pt x="807207" y="118466"/>
                  <a:pt x="810617" y="119203"/>
                  <a:pt x="814682" y="119203"/>
                </a:cubicBezTo>
                <a:cubicBezTo>
                  <a:pt x="818419" y="119203"/>
                  <a:pt x="821665" y="118531"/>
                  <a:pt x="824419" y="117187"/>
                </a:cubicBezTo>
                <a:cubicBezTo>
                  <a:pt x="827173" y="115843"/>
                  <a:pt x="829435" y="113892"/>
                  <a:pt x="831205" y="111335"/>
                </a:cubicBezTo>
                <a:cubicBezTo>
                  <a:pt x="832975" y="108778"/>
                  <a:pt x="834287" y="105680"/>
                  <a:pt x="835139" y="102041"/>
                </a:cubicBezTo>
                <a:cubicBezTo>
                  <a:pt x="835992" y="98402"/>
                  <a:pt x="836418" y="94255"/>
                  <a:pt x="836418" y="89599"/>
                </a:cubicBezTo>
                <a:close/>
                <a:moveTo>
                  <a:pt x="937800" y="53701"/>
                </a:moveTo>
                <a:cubicBezTo>
                  <a:pt x="937800" y="56061"/>
                  <a:pt x="937735" y="57995"/>
                  <a:pt x="937604" y="59503"/>
                </a:cubicBezTo>
                <a:cubicBezTo>
                  <a:pt x="937472" y="61011"/>
                  <a:pt x="937276" y="62192"/>
                  <a:pt x="937013" y="63044"/>
                </a:cubicBezTo>
                <a:cubicBezTo>
                  <a:pt x="936751" y="63896"/>
                  <a:pt x="936407" y="64487"/>
                  <a:pt x="935981" y="64814"/>
                </a:cubicBezTo>
                <a:cubicBezTo>
                  <a:pt x="935555" y="65142"/>
                  <a:pt x="935014" y="65306"/>
                  <a:pt x="934358" y="65306"/>
                </a:cubicBezTo>
                <a:cubicBezTo>
                  <a:pt x="933833" y="65306"/>
                  <a:pt x="933243" y="65191"/>
                  <a:pt x="932588" y="64962"/>
                </a:cubicBezTo>
                <a:cubicBezTo>
                  <a:pt x="931932" y="64732"/>
                  <a:pt x="931194" y="64487"/>
                  <a:pt x="930375" y="64224"/>
                </a:cubicBezTo>
                <a:cubicBezTo>
                  <a:pt x="929555" y="63962"/>
                  <a:pt x="928653" y="63716"/>
                  <a:pt x="927670" y="63487"/>
                </a:cubicBezTo>
                <a:cubicBezTo>
                  <a:pt x="926686" y="63257"/>
                  <a:pt x="925605" y="63142"/>
                  <a:pt x="924424" y="63142"/>
                </a:cubicBezTo>
                <a:cubicBezTo>
                  <a:pt x="923047" y="63142"/>
                  <a:pt x="921670" y="63423"/>
                  <a:pt x="920294" y="63985"/>
                </a:cubicBezTo>
                <a:cubicBezTo>
                  <a:pt x="918917" y="64544"/>
                  <a:pt x="917490" y="65418"/>
                  <a:pt x="916015" y="66606"/>
                </a:cubicBezTo>
                <a:cubicBezTo>
                  <a:pt x="914540" y="67795"/>
                  <a:pt x="912999" y="69379"/>
                  <a:pt x="911393" y="71358"/>
                </a:cubicBezTo>
                <a:cubicBezTo>
                  <a:pt x="909786" y="73337"/>
                  <a:pt x="908065" y="75779"/>
                  <a:pt x="906229" y="78682"/>
                </a:cubicBezTo>
                <a:lnTo>
                  <a:pt x="906229" y="133366"/>
                </a:lnTo>
                <a:cubicBezTo>
                  <a:pt x="906229" y="134022"/>
                  <a:pt x="906032" y="134596"/>
                  <a:pt x="905639" y="135087"/>
                </a:cubicBezTo>
                <a:cubicBezTo>
                  <a:pt x="905246" y="135579"/>
                  <a:pt x="904573" y="135989"/>
                  <a:pt x="903623" y="136317"/>
                </a:cubicBezTo>
                <a:cubicBezTo>
                  <a:pt x="902672" y="136645"/>
                  <a:pt x="901410" y="136891"/>
                  <a:pt x="899836" y="137054"/>
                </a:cubicBezTo>
                <a:cubicBezTo>
                  <a:pt x="898263" y="137218"/>
                  <a:pt x="896263" y="137300"/>
                  <a:pt x="893837" y="137300"/>
                </a:cubicBezTo>
                <a:cubicBezTo>
                  <a:pt x="891411" y="137300"/>
                  <a:pt x="889411" y="137218"/>
                  <a:pt x="887837" y="137054"/>
                </a:cubicBezTo>
                <a:cubicBezTo>
                  <a:pt x="886263" y="136891"/>
                  <a:pt x="885001" y="136645"/>
                  <a:pt x="884051" y="136317"/>
                </a:cubicBezTo>
                <a:cubicBezTo>
                  <a:pt x="883100" y="135989"/>
                  <a:pt x="882428" y="135579"/>
                  <a:pt x="882034" y="135087"/>
                </a:cubicBezTo>
                <a:cubicBezTo>
                  <a:pt x="881641" y="134596"/>
                  <a:pt x="881444" y="134022"/>
                  <a:pt x="881444" y="133366"/>
                </a:cubicBezTo>
                <a:lnTo>
                  <a:pt x="881444" y="45636"/>
                </a:lnTo>
                <a:cubicBezTo>
                  <a:pt x="881444" y="44980"/>
                  <a:pt x="881608" y="44406"/>
                  <a:pt x="881936" y="43914"/>
                </a:cubicBezTo>
                <a:cubicBezTo>
                  <a:pt x="882264" y="43423"/>
                  <a:pt x="882854" y="43013"/>
                  <a:pt x="883706" y="42685"/>
                </a:cubicBezTo>
                <a:cubicBezTo>
                  <a:pt x="884559" y="42357"/>
                  <a:pt x="885657" y="42111"/>
                  <a:pt x="887001" y="41947"/>
                </a:cubicBezTo>
                <a:cubicBezTo>
                  <a:pt x="888345" y="41784"/>
                  <a:pt x="890034" y="41702"/>
                  <a:pt x="892066" y="41702"/>
                </a:cubicBezTo>
                <a:cubicBezTo>
                  <a:pt x="894164" y="41702"/>
                  <a:pt x="895902" y="41784"/>
                  <a:pt x="897279" y="41947"/>
                </a:cubicBezTo>
                <a:cubicBezTo>
                  <a:pt x="898656" y="42111"/>
                  <a:pt x="899721" y="42357"/>
                  <a:pt x="900475" y="42685"/>
                </a:cubicBezTo>
                <a:cubicBezTo>
                  <a:pt x="901229" y="43013"/>
                  <a:pt x="901770" y="43423"/>
                  <a:pt x="902098" y="43914"/>
                </a:cubicBezTo>
                <a:cubicBezTo>
                  <a:pt x="902426" y="44406"/>
                  <a:pt x="902590" y="44980"/>
                  <a:pt x="902590" y="45636"/>
                </a:cubicBezTo>
                <a:lnTo>
                  <a:pt x="902590" y="56553"/>
                </a:lnTo>
                <a:cubicBezTo>
                  <a:pt x="904885" y="53254"/>
                  <a:pt x="907049" y="50533"/>
                  <a:pt x="909081" y="48390"/>
                </a:cubicBezTo>
                <a:cubicBezTo>
                  <a:pt x="911114" y="46246"/>
                  <a:pt x="913048" y="44549"/>
                  <a:pt x="914884" y="43297"/>
                </a:cubicBezTo>
                <a:cubicBezTo>
                  <a:pt x="916720" y="42043"/>
                  <a:pt x="918556" y="41169"/>
                  <a:pt x="920392" y="40675"/>
                </a:cubicBezTo>
                <a:cubicBezTo>
                  <a:pt x="922228" y="40179"/>
                  <a:pt x="924064" y="39931"/>
                  <a:pt x="925900" y="39931"/>
                </a:cubicBezTo>
                <a:cubicBezTo>
                  <a:pt x="926752" y="39931"/>
                  <a:pt x="927670" y="39980"/>
                  <a:pt x="928653" y="40079"/>
                </a:cubicBezTo>
                <a:cubicBezTo>
                  <a:pt x="929637" y="40177"/>
                  <a:pt x="930653" y="40341"/>
                  <a:pt x="931702" y="40570"/>
                </a:cubicBezTo>
                <a:cubicBezTo>
                  <a:pt x="932752" y="40800"/>
                  <a:pt x="933669" y="41062"/>
                  <a:pt x="934456" y="41357"/>
                </a:cubicBezTo>
                <a:cubicBezTo>
                  <a:pt x="935243" y="41652"/>
                  <a:pt x="935817" y="41964"/>
                  <a:pt x="936177" y="42292"/>
                </a:cubicBezTo>
                <a:cubicBezTo>
                  <a:pt x="936538" y="42620"/>
                  <a:pt x="936800" y="42980"/>
                  <a:pt x="936964" y="43374"/>
                </a:cubicBezTo>
                <a:cubicBezTo>
                  <a:pt x="937128" y="43767"/>
                  <a:pt x="937276" y="44308"/>
                  <a:pt x="937407" y="44996"/>
                </a:cubicBezTo>
                <a:cubicBezTo>
                  <a:pt x="937538" y="45685"/>
                  <a:pt x="937636" y="46718"/>
                  <a:pt x="937702" y="48094"/>
                </a:cubicBezTo>
                <a:cubicBezTo>
                  <a:pt x="937768" y="49471"/>
                  <a:pt x="937800" y="51340"/>
                  <a:pt x="937800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F1454-4EC7-4F14-8872-8D708295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315" y="106902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2299c007f408c"/>
          <a:stretch xmlns:a="http://schemas.openxmlformats.org/drawingml/2006/main"/>
        </p:blipFill>
        <p:spPr>
          <a:xfrm xmlns:a="http://schemas.openxmlformats.org/drawingml/2006/main">
            <a:off x="8351014" y="229437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2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cd66fc82a4684"/>
          <a:stretch xmlns:a="http://schemas.openxmlformats.org/drawingml/2006/main"/>
        </p:blipFill>
        <p:spPr>
          <a:xfrm xmlns:a="http://schemas.openxmlformats.org/drawingml/2006/main">
            <a:off x="8091174" y="231451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2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a1b77744e44c2"/>
          <a:stretch xmlns:a="http://schemas.openxmlformats.org/drawingml/2006/main"/>
        </p:blipFill>
        <p:spPr>
          <a:xfrm xmlns:a="http://schemas.openxmlformats.org/drawingml/2006/main">
            <a:off x="6666371" y="1083635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44800-654D-4FFC-8F08-E8661A25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819" y="114624"/>
            <a:ext cx="1935707" cy="1847079"/>
          </a:xfrm>
          <a:custGeom xmlns:a="http://schemas.openxmlformats.org/drawingml/2006/main">
            <a:pathLst>
              <a:path w="1935707" h="1847079">
                <a:moveTo>
                  <a:pt x="0" y="0"/>
                </a:moveTo>
                <a:lnTo>
                  <a:pt x="1935707" y="0"/>
                </a:lnTo>
                <a:lnTo>
                  <a:pt x="1935707" y="1847079"/>
                </a:lnTo>
                <a:lnTo>
                  <a:pt x="0" y="18470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80A58AEF-2FD0-4A33-9862-08682322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624" y="1219638"/>
            <a:ext cx="1232852" cy="152011"/>
          </a:xfrm>
          <a:custGeom xmlns:a="http://schemas.openxmlformats.org/drawingml/2006/main">
            <a:pathLst>
              <a:path w="1232852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5" y="80547"/>
                  <a:pt x="75586" y="89226"/>
                  <a:pt x="81023" y="95519"/>
                </a:cubicBezTo>
                <a:cubicBezTo>
                  <a:pt x="86459" y="101810"/>
                  <a:pt x="92848" y="104956"/>
                  <a:pt x="100187" y="104956"/>
                </a:cubicBezTo>
                <a:cubicBezTo>
                  <a:pt x="105080" y="104956"/>
                  <a:pt x="109334" y="103610"/>
                  <a:pt x="112950" y="100919"/>
                </a:cubicBezTo>
                <a:cubicBezTo>
                  <a:pt x="116565" y="98228"/>
                  <a:pt x="119596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3" y="102958"/>
                  <a:pt x="114622" y="109074"/>
                </a:cubicBezTo>
                <a:cubicBezTo>
                  <a:pt x="109131" y="115190"/>
                  <a:pt x="102253" y="118249"/>
                  <a:pt x="93989" y="118249"/>
                </a:cubicBezTo>
                <a:cubicBezTo>
                  <a:pt x="85019" y="118249"/>
                  <a:pt x="77339" y="114763"/>
                  <a:pt x="70951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5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8" y="39144"/>
                  <a:pt x="111115" y="41897"/>
                  <a:pt x="116497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7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9" y="47463"/>
                </a:cubicBezTo>
                <a:cubicBezTo>
                  <a:pt x="97047" y="45723"/>
                  <a:pt x="94234" y="44853"/>
                  <a:pt x="91298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7" y="58499"/>
                  <a:pt x="72949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8" y="117596"/>
                </a:cubicBezTo>
                <a:cubicBezTo>
                  <a:pt x="148433" y="117596"/>
                  <a:pt x="144179" y="115829"/>
                  <a:pt x="140836" y="112295"/>
                </a:cubicBezTo>
                <a:cubicBezTo>
                  <a:pt x="137492" y="108762"/>
                  <a:pt x="135820" y="104113"/>
                  <a:pt x="135820" y="98350"/>
                </a:cubicBezTo>
                <a:cubicBezTo>
                  <a:pt x="135820" y="94708"/>
                  <a:pt x="136636" y="91554"/>
                  <a:pt x="138267" y="88890"/>
                </a:cubicBezTo>
                <a:cubicBezTo>
                  <a:pt x="140496" y="85193"/>
                  <a:pt x="144370" y="81714"/>
                  <a:pt x="149888" y="78452"/>
                </a:cubicBezTo>
                <a:cubicBezTo>
                  <a:pt x="155406" y="75190"/>
                  <a:pt x="164581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8" y="44119"/>
                </a:cubicBezTo>
                <a:cubicBezTo>
                  <a:pt x="160122" y="44119"/>
                  <a:pt x="157404" y="45040"/>
                  <a:pt x="155392" y="46882"/>
                </a:cubicBezTo>
                <a:cubicBezTo>
                  <a:pt x="153327" y="48723"/>
                  <a:pt x="152294" y="50836"/>
                  <a:pt x="152294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0" y="63699"/>
                </a:cubicBezTo>
                <a:cubicBezTo>
                  <a:pt x="149263" y="65053"/>
                  <a:pt x="147591" y="65730"/>
                  <a:pt x="145525" y="65730"/>
                </a:cubicBezTo>
                <a:cubicBezTo>
                  <a:pt x="143513" y="65730"/>
                  <a:pt x="141869" y="65026"/>
                  <a:pt x="140591" y="63617"/>
                </a:cubicBezTo>
                <a:cubicBezTo>
                  <a:pt x="139313" y="62207"/>
                  <a:pt x="138675" y="60282"/>
                  <a:pt x="138675" y="57842"/>
                </a:cubicBezTo>
                <a:cubicBezTo>
                  <a:pt x="138675" y="53182"/>
                  <a:pt x="141067" y="48901"/>
                  <a:pt x="145851" y="44998"/>
                </a:cubicBezTo>
                <a:cubicBezTo>
                  <a:pt x="150635" y="41096"/>
                  <a:pt x="157350" y="39144"/>
                  <a:pt x="165994" y="39144"/>
                </a:cubicBezTo>
                <a:cubicBezTo>
                  <a:pt x="172627" y="39144"/>
                  <a:pt x="178064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7" y="104728"/>
                  <a:pt x="191995" y="105801"/>
                  <a:pt x="192620" y="106345"/>
                </a:cubicBezTo>
                <a:cubicBezTo>
                  <a:pt x="193246" y="106887"/>
                  <a:pt x="193966" y="107158"/>
                  <a:pt x="194781" y="107158"/>
                </a:cubicBezTo>
                <a:cubicBezTo>
                  <a:pt x="195651" y="107158"/>
                  <a:pt x="196412" y="106967"/>
                  <a:pt x="197065" y="106587"/>
                </a:cubicBezTo>
                <a:cubicBezTo>
                  <a:pt x="198207" y="105880"/>
                  <a:pt x="200408" y="103896"/>
                  <a:pt x="203671" y="100634"/>
                </a:cubicBezTo>
                <a:lnTo>
                  <a:pt x="203671" y="105201"/>
                </a:lnTo>
                <a:cubicBezTo>
                  <a:pt x="197581" y="113356"/>
                  <a:pt x="191764" y="117433"/>
                  <a:pt x="186219" y="117433"/>
                </a:cubicBezTo>
                <a:cubicBezTo>
                  <a:pt x="183555" y="117433"/>
                  <a:pt x="181434" y="116509"/>
                  <a:pt x="179858" y="114660"/>
                </a:cubicBezTo>
                <a:cubicBezTo>
                  <a:pt x="178281" y="112812"/>
                  <a:pt x="177466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4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7" y="104117"/>
                </a:cubicBezTo>
                <a:cubicBezTo>
                  <a:pt x="155365" y="106688"/>
                  <a:pt x="158056" y="107973"/>
                  <a:pt x="161101" y="107973"/>
                </a:cubicBezTo>
                <a:cubicBezTo>
                  <a:pt x="165233" y="107973"/>
                  <a:pt x="170670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4" y="39144"/>
                  <a:pt x="246235" y="39144"/>
                </a:cubicBezTo>
                <a:cubicBezTo>
                  <a:pt x="252814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7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7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9" y="105201"/>
                </a:moveTo>
                <a:cubicBezTo>
                  <a:pt x="370333" y="111127"/>
                  <a:pt x="365521" y="114552"/>
                  <a:pt x="363564" y="115476"/>
                </a:cubicBezTo>
                <a:cubicBezTo>
                  <a:pt x="360628" y="116889"/>
                  <a:pt x="357502" y="117596"/>
                  <a:pt x="354186" y="117596"/>
                </a:cubicBezTo>
                <a:cubicBezTo>
                  <a:pt x="349021" y="117596"/>
                  <a:pt x="344767" y="115829"/>
                  <a:pt x="341423" y="112295"/>
                </a:cubicBezTo>
                <a:cubicBezTo>
                  <a:pt x="338079" y="108762"/>
                  <a:pt x="336408" y="104113"/>
                  <a:pt x="336408" y="98350"/>
                </a:cubicBezTo>
                <a:cubicBezTo>
                  <a:pt x="336408" y="94708"/>
                  <a:pt x="337223" y="91554"/>
                  <a:pt x="338854" y="88890"/>
                </a:cubicBezTo>
                <a:cubicBezTo>
                  <a:pt x="341083" y="85193"/>
                  <a:pt x="344957" y="81714"/>
                  <a:pt x="350475" y="78452"/>
                </a:cubicBezTo>
                <a:cubicBezTo>
                  <a:pt x="355993" y="75190"/>
                  <a:pt x="365168" y="71221"/>
                  <a:pt x="377999" y="66545"/>
                </a:cubicBezTo>
                <a:lnTo>
                  <a:pt x="377999" y="63610"/>
                </a:lnTo>
                <a:cubicBezTo>
                  <a:pt x="377999" y="56161"/>
                  <a:pt x="376816" y="51051"/>
                  <a:pt x="374451" y="48278"/>
                </a:cubicBezTo>
                <a:cubicBezTo>
                  <a:pt x="372086" y="45505"/>
                  <a:pt x="368647" y="44119"/>
                  <a:pt x="364135" y="44119"/>
                </a:cubicBezTo>
                <a:cubicBezTo>
                  <a:pt x="360710" y="44119"/>
                  <a:pt x="357991" y="45040"/>
                  <a:pt x="355980" y="46882"/>
                </a:cubicBezTo>
                <a:cubicBezTo>
                  <a:pt x="353914" y="48723"/>
                  <a:pt x="352881" y="50836"/>
                  <a:pt x="352881" y="53220"/>
                </a:cubicBezTo>
                <a:lnTo>
                  <a:pt x="353044" y="57932"/>
                </a:lnTo>
                <a:cubicBezTo>
                  <a:pt x="353044" y="60422"/>
                  <a:pt x="352405" y="62345"/>
                  <a:pt x="351128" y="63699"/>
                </a:cubicBezTo>
                <a:cubicBezTo>
                  <a:pt x="349850" y="65053"/>
                  <a:pt x="348178" y="65730"/>
                  <a:pt x="346112" y="65730"/>
                </a:cubicBezTo>
                <a:cubicBezTo>
                  <a:pt x="344101" y="65730"/>
                  <a:pt x="342456" y="65026"/>
                  <a:pt x="341178" y="63617"/>
                </a:cubicBezTo>
                <a:cubicBezTo>
                  <a:pt x="339901" y="62207"/>
                  <a:pt x="339262" y="60282"/>
                  <a:pt x="339262" y="57842"/>
                </a:cubicBezTo>
                <a:cubicBezTo>
                  <a:pt x="339262" y="53182"/>
                  <a:pt x="341654" y="48901"/>
                  <a:pt x="346438" y="44998"/>
                </a:cubicBezTo>
                <a:cubicBezTo>
                  <a:pt x="351223" y="41096"/>
                  <a:pt x="357937" y="39144"/>
                  <a:pt x="366581" y="39144"/>
                </a:cubicBezTo>
                <a:cubicBezTo>
                  <a:pt x="373214" y="39144"/>
                  <a:pt x="378651" y="40257"/>
                  <a:pt x="382892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4" y="104728"/>
                  <a:pt x="392583" y="105801"/>
                  <a:pt x="393208" y="106345"/>
                </a:cubicBezTo>
                <a:cubicBezTo>
                  <a:pt x="393833" y="106887"/>
                  <a:pt x="394553" y="107158"/>
                  <a:pt x="395369" y="107158"/>
                </a:cubicBezTo>
                <a:cubicBezTo>
                  <a:pt x="396239" y="107158"/>
                  <a:pt x="397000" y="106967"/>
                  <a:pt x="397652" y="106587"/>
                </a:cubicBezTo>
                <a:cubicBezTo>
                  <a:pt x="398794" y="105880"/>
                  <a:pt x="400996" y="103896"/>
                  <a:pt x="404258" y="100634"/>
                </a:cubicBezTo>
                <a:lnTo>
                  <a:pt x="404258" y="105201"/>
                </a:lnTo>
                <a:cubicBezTo>
                  <a:pt x="398169" y="113356"/>
                  <a:pt x="392351" y="117433"/>
                  <a:pt x="386806" y="117433"/>
                </a:cubicBezTo>
                <a:cubicBezTo>
                  <a:pt x="384142" y="117433"/>
                  <a:pt x="382022" y="116509"/>
                  <a:pt x="380445" y="114660"/>
                </a:cubicBezTo>
                <a:cubicBezTo>
                  <a:pt x="378868" y="112812"/>
                  <a:pt x="378053" y="109659"/>
                  <a:pt x="377999" y="105201"/>
                </a:cubicBezTo>
                <a:moveTo>
                  <a:pt x="377999" y="99854"/>
                </a:moveTo>
                <a:lnTo>
                  <a:pt x="377999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1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7" y="101547"/>
                  <a:pt x="353615" y="104117"/>
                </a:cubicBezTo>
                <a:cubicBezTo>
                  <a:pt x="355953" y="106688"/>
                  <a:pt x="358644" y="107973"/>
                  <a:pt x="361688" y="107973"/>
                </a:cubicBezTo>
                <a:cubicBezTo>
                  <a:pt x="365820" y="107973"/>
                  <a:pt x="371257" y="105267"/>
                  <a:pt x="377999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5" y="39144"/>
                  <a:pt x="496207" y="39144"/>
                </a:cubicBezTo>
                <a:cubicBezTo>
                  <a:pt x="503873" y="39144"/>
                  <a:pt x="510560" y="42417"/>
                  <a:pt x="516269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8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3" y="117460"/>
                  <a:pt x="473087" y="115884"/>
                </a:cubicBezTo>
                <a:cubicBezTo>
                  <a:pt x="468602" y="114307"/>
                  <a:pt x="464022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5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8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3" y="108756"/>
                  <a:pt x="481406" y="110139"/>
                </a:cubicBezTo>
                <a:cubicBezTo>
                  <a:pt x="484369" y="111522"/>
                  <a:pt x="487400" y="112214"/>
                  <a:pt x="490499" y="112214"/>
                </a:cubicBezTo>
                <a:cubicBezTo>
                  <a:pt x="495446" y="112214"/>
                  <a:pt x="500054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4" y="53287"/>
                  <a:pt x="495201" y="50725"/>
                  <a:pt x="489765" y="50725"/>
                </a:cubicBezTo>
                <a:cubicBezTo>
                  <a:pt x="486883" y="50725"/>
                  <a:pt x="484002" y="51457"/>
                  <a:pt x="481120" y="52921"/>
                </a:cubicBezTo>
                <a:cubicBezTo>
                  <a:pt x="478946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4" y="39144"/>
                  <a:pt x="593183" y="43435"/>
                  <a:pt x="600033" y="52017"/>
                </a:cubicBezTo>
                <a:cubicBezTo>
                  <a:pt x="605851" y="59348"/>
                  <a:pt x="608759" y="67766"/>
                  <a:pt x="608759" y="77272"/>
                </a:cubicBezTo>
                <a:cubicBezTo>
                  <a:pt x="608759" y="83952"/>
                  <a:pt x="607156" y="90714"/>
                  <a:pt x="603948" y="97558"/>
                </a:cubicBezTo>
                <a:cubicBezTo>
                  <a:pt x="600740" y="104399"/>
                  <a:pt x="596323" y="109558"/>
                  <a:pt x="590696" y="113034"/>
                </a:cubicBezTo>
                <a:cubicBezTo>
                  <a:pt x="585069" y="116511"/>
                  <a:pt x="578803" y="118249"/>
                  <a:pt x="571898" y="118249"/>
                </a:cubicBezTo>
                <a:cubicBezTo>
                  <a:pt x="560644" y="118249"/>
                  <a:pt x="551701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5" y="47223"/>
                  <a:pt x="555181" y="43992"/>
                </a:cubicBezTo>
                <a:cubicBezTo>
                  <a:pt x="560726" y="40760"/>
                  <a:pt x="566598" y="39144"/>
                  <a:pt x="572795" y="39144"/>
                </a:cubicBezTo>
                <a:moveTo>
                  <a:pt x="570267" y="44527"/>
                </a:moveTo>
                <a:cubicBezTo>
                  <a:pt x="567386" y="44527"/>
                  <a:pt x="564491" y="45382"/>
                  <a:pt x="561582" y="47093"/>
                </a:cubicBezTo>
                <a:cubicBezTo>
                  <a:pt x="558674" y="48804"/>
                  <a:pt x="556322" y="51804"/>
                  <a:pt x="554528" y="56094"/>
                </a:cubicBezTo>
                <a:cubicBezTo>
                  <a:pt x="552734" y="60384"/>
                  <a:pt x="551837" y="65896"/>
                  <a:pt x="551837" y="72629"/>
                </a:cubicBezTo>
                <a:cubicBezTo>
                  <a:pt x="551837" y="83488"/>
                  <a:pt x="553998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9" y="112540"/>
                  <a:pt x="585028" y="110368"/>
                  <a:pt x="588453" y="106024"/>
                </a:cubicBezTo>
                <a:cubicBezTo>
                  <a:pt x="591878" y="101679"/>
                  <a:pt x="593591" y="94213"/>
                  <a:pt x="593591" y="83625"/>
                </a:cubicBezTo>
                <a:cubicBezTo>
                  <a:pt x="593591" y="70375"/>
                  <a:pt x="590737" y="59948"/>
                  <a:pt x="585028" y="52345"/>
                </a:cubicBezTo>
                <a:cubicBezTo>
                  <a:pt x="581168" y="47133"/>
                  <a:pt x="576248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2" y="39144"/>
                  <a:pt x="677111" y="43435"/>
                  <a:pt x="683961" y="52017"/>
                </a:cubicBezTo>
                <a:cubicBezTo>
                  <a:pt x="689779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6" y="97558"/>
                </a:cubicBezTo>
                <a:cubicBezTo>
                  <a:pt x="684668" y="104399"/>
                  <a:pt x="680251" y="109558"/>
                  <a:pt x="674624" y="113034"/>
                </a:cubicBezTo>
                <a:cubicBezTo>
                  <a:pt x="668997" y="116511"/>
                  <a:pt x="662731" y="118249"/>
                  <a:pt x="655826" y="118249"/>
                </a:cubicBezTo>
                <a:cubicBezTo>
                  <a:pt x="644572" y="118249"/>
                  <a:pt x="635629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3" y="47223"/>
                  <a:pt x="639108" y="43992"/>
                </a:cubicBezTo>
                <a:cubicBezTo>
                  <a:pt x="644654" y="40760"/>
                  <a:pt x="650526" y="39144"/>
                  <a:pt x="656723" y="39144"/>
                </a:cubicBezTo>
                <a:moveTo>
                  <a:pt x="654195" y="44527"/>
                </a:moveTo>
                <a:cubicBezTo>
                  <a:pt x="651314" y="44527"/>
                  <a:pt x="648419" y="45382"/>
                  <a:pt x="645510" y="47093"/>
                </a:cubicBezTo>
                <a:cubicBezTo>
                  <a:pt x="642602" y="48804"/>
                  <a:pt x="640250" y="51804"/>
                  <a:pt x="638456" y="56094"/>
                </a:cubicBezTo>
                <a:cubicBezTo>
                  <a:pt x="636662" y="60384"/>
                  <a:pt x="635765" y="65896"/>
                  <a:pt x="635765" y="72629"/>
                </a:cubicBezTo>
                <a:cubicBezTo>
                  <a:pt x="635765" y="83488"/>
                  <a:pt x="637926" y="92856"/>
                  <a:pt x="642248" y="100730"/>
                </a:cubicBezTo>
                <a:cubicBezTo>
                  <a:pt x="646570" y="108604"/>
                  <a:pt x="652265" y="112540"/>
                  <a:pt x="659333" y="112540"/>
                </a:cubicBezTo>
                <a:cubicBezTo>
                  <a:pt x="664607" y="112540"/>
                  <a:pt x="668956" y="110368"/>
                  <a:pt x="672381" y="106024"/>
                </a:cubicBezTo>
                <a:cubicBezTo>
                  <a:pt x="675806" y="101679"/>
                  <a:pt x="677519" y="94213"/>
                  <a:pt x="677519" y="83625"/>
                </a:cubicBezTo>
                <a:cubicBezTo>
                  <a:pt x="677519" y="70375"/>
                  <a:pt x="674665" y="59948"/>
                  <a:pt x="668956" y="52345"/>
                </a:cubicBezTo>
                <a:cubicBezTo>
                  <a:pt x="665096" y="47133"/>
                  <a:pt x="660176" y="44527"/>
                  <a:pt x="654195" y="44527"/>
                </a:cubicBezTo>
                <a:close/>
                <a:moveTo>
                  <a:pt x="726217" y="0"/>
                </a:moveTo>
                <a:lnTo>
                  <a:pt x="726217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4" y="48686"/>
                  <a:pt x="752884" y="48033"/>
                </a:cubicBezTo>
                <a:cubicBezTo>
                  <a:pt x="752884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4" y="43874"/>
                </a:cubicBezTo>
                <a:lnTo>
                  <a:pt x="747094" y="41265"/>
                </a:lnTo>
                <a:lnTo>
                  <a:pt x="779551" y="41265"/>
                </a:lnTo>
                <a:lnTo>
                  <a:pt x="779551" y="43874"/>
                </a:lnTo>
                <a:cubicBezTo>
                  <a:pt x="775093" y="43983"/>
                  <a:pt x="771382" y="44663"/>
                  <a:pt x="768419" y="45913"/>
                </a:cubicBezTo>
                <a:cubicBezTo>
                  <a:pt x="765456" y="47164"/>
                  <a:pt x="762208" y="49393"/>
                  <a:pt x="758674" y="52600"/>
                </a:cubicBezTo>
                <a:lnTo>
                  <a:pt x="739509" y="70297"/>
                </a:lnTo>
                <a:lnTo>
                  <a:pt x="758674" y="94471"/>
                </a:lnTo>
                <a:cubicBezTo>
                  <a:pt x="764002" y="101145"/>
                  <a:pt x="767590" y="105377"/>
                  <a:pt x="769438" y="107168"/>
                </a:cubicBezTo>
                <a:cubicBezTo>
                  <a:pt x="772048" y="109718"/>
                  <a:pt x="774332" y="111374"/>
                  <a:pt x="776289" y="112135"/>
                </a:cubicBezTo>
                <a:cubicBezTo>
                  <a:pt x="777648" y="112677"/>
                  <a:pt x="780013" y="112948"/>
                  <a:pt x="783384" y="112948"/>
                </a:cubicBezTo>
                <a:lnTo>
                  <a:pt x="783384" y="115965"/>
                </a:lnTo>
                <a:lnTo>
                  <a:pt x="747094" y="115965"/>
                </a:lnTo>
                <a:lnTo>
                  <a:pt x="747094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7" y="74374"/>
                </a:lnTo>
                <a:lnTo>
                  <a:pt x="726217" y="99112"/>
                </a:lnTo>
                <a:cubicBezTo>
                  <a:pt x="726217" y="103941"/>
                  <a:pt x="726556" y="107115"/>
                  <a:pt x="727236" y="108636"/>
                </a:cubicBezTo>
                <a:cubicBezTo>
                  <a:pt x="727916" y="110155"/>
                  <a:pt x="728881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8" y="13758"/>
                  <a:pt x="711102" y="12427"/>
                  <a:pt x="710233" y="11695"/>
                </a:cubicBezTo>
                <a:cubicBezTo>
                  <a:pt x="709363" y="10961"/>
                  <a:pt x="708221" y="10594"/>
                  <a:pt x="706807" y="10594"/>
                </a:cubicBezTo>
                <a:cubicBezTo>
                  <a:pt x="705666" y="10594"/>
                  <a:pt x="703953" y="11056"/>
                  <a:pt x="701670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7" y="0"/>
                </a:lnTo>
                <a:close/>
                <a:moveTo>
                  <a:pt x="834167" y="118412"/>
                </a:moveTo>
                <a:lnTo>
                  <a:pt x="841751" y="81306"/>
                </a:lnTo>
                <a:lnTo>
                  <a:pt x="827806" y="81306"/>
                </a:lnTo>
                <a:lnTo>
                  <a:pt x="827806" y="74537"/>
                </a:lnTo>
                <a:lnTo>
                  <a:pt x="843056" y="74537"/>
                </a:lnTo>
                <a:lnTo>
                  <a:pt x="848683" y="46647"/>
                </a:lnTo>
                <a:lnTo>
                  <a:pt x="827806" y="46647"/>
                </a:lnTo>
                <a:lnTo>
                  <a:pt x="827806" y="40123"/>
                </a:lnTo>
                <a:lnTo>
                  <a:pt x="850232" y="40123"/>
                </a:lnTo>
                <a:lnTo>
                  <a:pt x="857653" y="2936"/>
                </a:lnTo>
                <a:lnTo>
                  <a:pt x="864422" y="2936"/>
                </a:lnTo>
                <a:lnTo>
                  <a:pt x="857001" y="40123"/>
                </a:lnTo>
                <a:lnTo>
                  <a:pt x="884483" y="40123"/>
                </a:lnTo>
                <a:lnTo>
                  <a:pt x="892394" y="2936"/>
                </a:lnTo>
                <a:lnTo>
                  <a:pt x="899163" y="2936"/>
                </a:lnTo>
                <a:lnTo>
                  <a:pt x="891415" y="40123"/>
                </a:lnTo>
                <a:lnTo>
                  <a:pt x="905279" y="40123"/>
                </a:lnTo>
                <a:lnTo>
                  <a:pt x="905279" y="46647"/>
                </a:lnTo>
                <a:lnTo>
                  <a:pt x="890192" y="46647"/>
                </a:lnTo>
                <a:lnTo>
                  <a:pt x="884483" y="74537"/>
                </a:lnTo>
                <a:lnTo>
                  <a:pt x="905279" y="74537"/>
                </a:lnTo>
                <a:lnTo>
                  <a:pt x="905279" y="81306"/>
                </a:lnTo>
                <a:lnTo>
                  <a:pt x="883097" y="81306"/>
                </a:lnTo>
                <a:lnTo>
                  <a:pt x="875513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3" y="81306"/>
                </a:lnTo>
                <a:lnTo>
                  <a:pt x="840935" y="118412"/>
                </a:lnTo>
                <a:lnTo>
                  <a:pt x="834167" y="118412"/>
                </a:lnTo>
                <a:moveTo>
                  <a:pt x="849906" y="74537"/>
                </a:moveTo>
                <a:lnTo>
                  <a:pt x="877552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6" y="74537"/>
                </a:lnTo>
                <a:close/>
                <a:moveTo>
                  <a:pt x="1005354" y="5382"/>
                </a:moveTo>
                <a:lnTo>
                  <a:pt x="1006577" y="31315"/>
                </a:lnTo>
                <a:lnTo>
                  <a:pt x="1003478" y="31315"/>
                </a:lnTo>
                <a:cubicBezTo>
                  <a:pt x="1002880" y="26749"/>
                  <a:pt x="1002064" y="23487"/>
                  <a:pt x="1001031" y="21529"/>
                </a:cubicBezTo>
                <a:cubicBezTo>
                  <a:pt x="999346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7" y="12314"/>
                </a:lnTo>
                <a:lnTo>
                  <a:pt x="967677" y="96801"/>
                </a:lnTo>
                <a:cubicBezTo>
                  <a:pt x="967677" y="103597"/>
                  <a:pt x="968411" y="107837"/>
                  <a:pt x="969879" y="109523"/>
                </a:cubicBezTo>
                <a:cubicBezTo>
                  <a:pt x="971945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2" y="115965"/>
                </a:lnTo>
                <a:lnTo>
                  <a:pt x="936362" y="112948"/>
                </a:lnTo>
                <a:lnTo>
                  <a:pt x="940276" y="112948"/>
                </a:lnTo>
                <a:cubicBezTo>
                  <a:pt x="944952" y="112948"/>
                  <a:pt x="948268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7" y="12314"/>
                </a:lnTo>
                <a:cubicBezTo>
                  <a:pt x="933562" y="12314"/>
                  <a:pt x="929892" y="12695"/>
                  <a:pt x="927717" y="13456"/>
                </a:cubicBezTo>
                <a:cubicBezTo>
                  <a:pt x="924890" y="14489"/>
                  <a:pt x="922471" y="16473"/>
                  <a:pt x="920459" y="19409"/>
                </a:cubicBezTo>
                <a:cubicBezTo>
                  <a:pt x="918448" y="22345"/>
                  <a:pt x="917251" y="26314"/>
                  <a:pt x="916871" y="31315"/>
                </a:cubicBezTo>
                <a:lnTo>
                  <a:pt x="913772" y="31315"/>
                </a:lnTo>
                <a:lnTo>
                  <a:pt x="915077" y="5382"/>
                </a:lnTo>
                <a:lnTo>
                  <a:pt x="1005354" y="5382"/>
                </a:lnTo>
                <a:close/>
                <a:moveTo>
                  <a:pt x="1058652" y="105201"/>
                </a:moveTo>
                <a:cubicBezTo>
                  <a:pt x="1050986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9" y="117596"/>
                </a:cubicBezTo>
                <a:cubicBezTo>
                  <a:pt x="1029674" y="117596"/>
                  <a:pt x="1025420" y="115829"/>
                  <a:pt x="1022076" y="112295"/>
                </a:cubicBezTo>
                <a:cubicBezTo>
                  <a:pt x="1018732" y="108762"/>
                  <a:pt x="1017061" y="104113"/>
                  <a:pt x="1017061" y="98350"/>
                </a:cubicBezTo>
                <a:cubicBezTo>
                  <a:pt x="1017061" y="94708"/>
                  <a:pt x="1017876" y="91554"/>
                  <a:pt x="1019507" y="88890"/>
                </a:cubicBezTo>
                <a:cubicBezTo>
                  <a:pt x="1021736" y="85193"/>
                  <a:pt x="1025610" y="81714"/>
                  <a:pt x="1031128" y="78452"/>
                </a:cubicBezTo>
                <a:cubicBezTo>
                  <a:pt x="1036646" y="75190"/>
                  <a:pt x="1045821" y="71221"/>
                  <a:pt x="1058652" y="66545"/>
                </a:cubicBezTo>
                <a:lnTo>
                  <a:pt x="1058652" y="63610"/>
                </a:lnTo>
                <a:cubicBezTo>
                  <a:pt x="1058652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8" y="44119"/>
                </a:cubicBezTo>
                <a:cubicBezTo>
                  <a:pt x="1041363" y="44119"/>
                  <a:pt x="1038644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8" y="62345"/>
                  <a:pt x="1031781" y="63699"/>
                </a:cubicBezTo>
                <a:cubicBezTo>
                  <a:pt x="1030503" y="65053"/>
                  <a:pt x="1028831" y="65730"/>
                  <a:pt x="1026765" y="65730"/>
                </a:cubicBezTo>
                <a:cubicBezTo>
                  <a:pt x="1024754" y="65730"/>
                  <a:pt x="1023109" y="65026"/>
                  <a:pt x="1021831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1" y="44998"/>
                </a:cubicBezTo>
                <a:cubicBezTo>
                  <a:pt x="1031876" y="41096"/>
                  <a:pt x="1038590" y="39144"/>
                  <a:pt x="1047234" y="39144"/>
                </a:cubicBezTo>
                <a:cubicBezTo>
                  <a:pt x="1053867" y="39144"/>
                  <a:pt x="1059304" y="40257"/>
                  <a:pt x="1063545" y="42483"/>
                </a:cubicBezTo>
                <a:cubicBezTo>
                  <a:pt x="1066752" y="44167"/>
                  <a:pt x="1069117" y="46801"/>
                  <a:pt x="1070640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7" y="104728"/>
                  <a:pt x="1073236" y="105801"/>
                  <a:pt x="1073861" y="106345"/>
                </a:cubicBezTo>
                <a:cubicBezTo>
                  <a:pt x="1074486" y="106887"/>
                  <a:pt x="1075206" y="107158"/>
                  <a:pt x="1076022" y="107158"/>
                </a:cubicBezTo>
                <a:cubicBezTo>
                  <a:pt x="1076892" y="107158"/>
                  <a:pt x="1077653" y="106967"/>
                  <a:pt x="1078305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5" y="117433"/>
                  <a:pt x="1067459" y="117433"/>
                </a:cubicBezTo>
                <a:cubicBezTo>
                  <a:pt x="1064795" y="117433"/>
                  <a:pt x="1062675" y="116509"/>
                  <a:pt x="1061098" y="114660"/>
                </a:cubicBezTo>
                <a:cubicBezTo>
                  <a:pt x="1059521" y="112812"/>
                  <a:pt x="1058706" y="109659"/>
                  <a:pt x="1058652" y="105201"/>
                </a:cubicBezTo>
                <a:moveTo>
                  <a:pt x="1058652" y="99854"/>
                </a:moveTo>
                <a:lnTo>
                  <a:pt x="1058652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4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8" y="104117"/>
                </a:cubicBezTo>
                <a:cubicBezTo>
                  <a:pt x="1036606" y="106688"/>
                  <a:pt x="1039297" y="107973"/>
                  <a:pt x="1042341" y="107973"/>
                </a:cubicBezTo>
                <a:cubicBezTo>
                  <a:pt x="1046473" y="107973"/>
                  <a:pt x="1051910" y="105267"/>
                  <a:pt x="1058652" y="99854"/>
                </a:cubicBezTo>
                <a:close/>
                <a:moveTo>
                  <a:pt x="1111003" y="88745"/>
                </a:moveTo>
                <a:cubicBezTo>
                  <a:pt x="1106436" y="86519"/>
                  <a:pt x="1102929" y="83411"/>
                  <a:pt x="1100483" y="79420"/>
                </a:cubicBezTo>
                <a:cubicBezTo>
                  <a:pt x="1098036" y="75429"/>
                  <a:pt x="1096813" y="71017"/>
                  <a:pt x="1096813" y="66184"/>
                </a:cubicBezTo>
                <a:cubicBezTo>
                  <a:pt x="1096813" y="58800"/>
                  <a:pt x="1099599" y="52447"/>
                  <a:pt x="1105172" y="47126"/>
                </a:cubicBezTo>
                <a:cubicBezTo>
                  <a:pt x="1110745" y="41805"/>
                  <a:pt x="1117880" y="39144"/>
                  <a:pt x="1126579" y="39144"/>
                </a:cubicBezTo>
                <a:cubicBezTo>
                  <a:pt x="1133701" y="39144"/>
                  <a:pt x="1139872" y="40884"/>
                  <a:pt x="1145091" y="44364"/>
                </a:cubicBezTo>
                <a:lnTo>
                  <a:pt x="1160912" y="44364"/>
                </a:lnTo>
                <a:cubicBezTo>
                  <a:pt x="1163250" y="44364"/>
                  <a:pt x="1164609" y="44431"/>
                  <a:pt x="1164989" y="44565"/>
                </a:cubicBezTo>
                <a:cubicBezTo>
                  <a:pt x="1165370" y="44699"/>
                  <a:pt x="1165642" y="44928"/>
                  <a:pt x="1165805" y="45250"/>
                </a:cubicBezTo>
                <a:cubicBezTo>
                  <a:pt x="1166131" y="45735"/>
                  <a:pt x="1166294" y="46595"/>
                  <a:pt x="1166294" y="47832"/>
                </a:cubicBezTo>
                <a:cubicBezTo>
                  <a:pt x="1166294" y="49229"/>
                  <a:pt x="1166158" y="50196"/>
                  <a:pt x="1165887" y="50735"/>
                </a:cubicBezTo>
                <a:cubicBezTo>
                  <a:pt x="1165723" y="51003"/>
                  <a:pt x="1165438" y="51218"/>
                  <a:pt x="1165030" y="51380"/>
                </a:cubicBezTo>
                <a:cubicBezTo>
                  <a:pt x="1164623" y="51541"/>
                  <a:pt x="1163250" y="51622"/>
                  <a:pt x="1160912" y="51622"/>
                </a:cubicBezTo>
                <a:lnTo>
                  <a:pt x="1151207" y="51622"/>
                </a:lnTo>
                <a:cubicBezTo>
                  <a:pt x="1154252" y="55545"/>
                  <a:pt x="1155774" y="60557"/>
                  <a:pt x="1155774" y="66658"/>
                </a:cubicBezTo>
                <a:cubicBezTo>
                  <a:pt x="1155774" y="73630"/>
                  <a:pt x="1153110" y="79595"/>
                  <a:pt x="1147782" y="84553"/>
                </a:cubicBezTo>
                <a:cubicBezTo>
                  <a:pt x="1142454" y="89510"/>
                  <a:pt x="1135305" y="91989"/>
                  <a:pt x="1126334" y="91989"/>
                </a:cubicBezTo>
                <a:cubicBezTo>
                  <a:pt x="1122637" y="91989"/>
                  <a:pt x="1118859" y="91435"/>
                  <a:pt x="1114999" y="90325"/>
                </a:cubicBezTo>
                <a:cubicBezTo>
                  <a:pt x="1112607" y="92389"/>
                  <a:pt x="1110989" y="94196"/>
                  <a:pt x="1110147" y="95746"/>
                </a:cubicBezTo>
                <a:cubicBezTo>
                  <a:pt x="1109304" y="97293"/>
                  <a:pt x="1108883" y="98610"/>
                  <a:pt x="1108883" y="99696"/>
                </a:cubicBezTo>
                <a:cubicBezTo>
                  <a:pt x="1108883" y="100620"/>
                  <a:pt x="1109331" y="101517"/>
                  <a:pt x="1110228" y="102387"/>
                </a:cubicBezTo>
                <a:cubicBezTo>
                  <a:pt x="1111125" y="103255"/>
                  <a:pt x="1112879" y="103880"/>
                  <a:pt x="1115488" y="104260"/>
                </a:cubicBezTo>
                <a:cubicBezTo>
                  <a:pt x="1117010" y="104478"/>
                  <a:pt x="1120816" y="104668"/>
                  <a:pt x="1126905" y="104831"/>
                </a:cubicBezTo>
                <a:cubicBezTo>
                  <a:pt x="1138105" y="105101"/>
                  <a:pt x="1145363" y="105481"/>
                  <a:pt x="1148679" y="105970"/>
                </a:cubicBezTo>
                <a:cubicBezTo>
                  <a:pt x="1153735" y="106677"/>
                  <a:pt x="1157772" y="108552"/>
                  <a:pt x="1160790" y="111595"/>
                </a:cubicBezTo>
                <a:cubicBezTo>
                  <a:pt x="1163807" y="114636"/>
                  <a:pt x="1165316" y="118384"/>
                  <a:pt x="1165316" y="122838"/>
                </a:cubicBezTo>
                <a:cubicBezTo>
                  <a:pt x="1165316" y="128977"/>
                  <a:pt x="1162434" y="134735"/>
                  <a:pt x="1156671" y="140114"/>
                </a:cubicBezTo>
                <a:cubicBezTo>
                  <a:pt x="1148190" y="148045"/>
                  <a:pt x="1137126" y="152011"/>
                  <a:pt x="1123480" y="152011"/>
                </a:cubicBezTo>
                <a:cubicBezTo>
                  <a:pt x="1112987" y="152011"/>
                  <a:pt x="1104125" y="149649"/>
                  <a:pt x="1096895" y="144926"/>
                </a:cubicBezTo>
                <a:cubicBezTo>
                  <a:pt x="1092817" y="142211"/>
                  <a:pt x="1090778" y="139387"/>
                  <a:pt x="1090778" y="136455"/>
                </a:cubicBezTo>
                <a:cubicBezTo>
                  <a:pt x="1090778" y="135153"/>
                  <a:pt x="1091077" y="133851"/>
                  <a:pt x="1091675" y="132548"/>
                </a:cubicBezTo>
                <a:cubicBezTo>
                  <a:pt x="1092600" y="130538"/>
                  <a:pt x="1094502" y="127742"/>
                  <a:pt x="1097384" y="124159"/>
                </a:cubicBezTo>
                <a:cubicBezTo>
                  <a:pt x="1097764" y="123671"/>
                  <a:pt x="1100537" y="120739"/>
                  <a:pt x="1105702" y="115364"/>
                </a:cubicBezTo>
                <a:cubicBezTo>
                  <a:pt x="1102875" y="113677"/>
                  <a:pt x="1100877" y="112166"/>
                  <a:pt x="1099708" y="110833"/>
                </a:cubicBezTo>
                <a:cubicBezTo>
                  <a:pt x="1098539" y="109499"/>
                  <a:pt x="1097955" y="107989"/>
                  <a:pt x="1097955" y="106301"/>
                </a:cubicBezTo>
                <a:cubicBezTo>
                  <a:pt x="1097955" y="104395"/>
                  <a:pt x="1098729" y="102163"/>
                  <a:pt x="1100279" y="99604"/>
                </a:cubicBezTo>
                <a:cubicBezTo>
                  <a:pt x="1101828" y="97045"/>
                  <a:pt x="1105403" y="93426"/>
                  <a:pt x="1111003" y="88745"/>
                </a:cubicBezTo>
                <a:moveTo>
                  <a:pt x="1125193" y="43222"/>
                </a:moveTo>
                <a:cubicBezTo>
                  <a:pt x="1121170" y="43222"/>
                  <a:pt x="1117799" y="44817"/>
                  <a:pt x="1115080" y="48008"/>
                </a:cubicBezTo>
                <a:cubicBezTo>
                  <a:pt x="1112362" y="51197"/>
                  <a:pt x="1111003" y="56090"/>
                  <a:pt x="1111003" y="62687"/>
                </a:cubicBezTo>
                <a:cubicBezTo>
                  <a:pt x="1111003" y="71231"/>
                  <a:pt x="1112851" y="77855"/>
                  <a:pt x="1116548" y="82557"/>
                </a:cubicBezTo>
                <a:cubicBezTo>
                  <a:pt x="1119375" y="86127"/>
                  <a:pt x="1122964" y="87912"/>
                  <a:pt x="1127313" y="87912"/>
                </a:cubicBezTo>
                <a:cubicBezTo>
                  <a:pt x="1131445" y="87912"/>
                  <a:pt x="1134843" y="86371"/>
                  <a:pt x="1137507" y="83289"/>
                </a:cubicBezTo>
                <a:cubicBezTo>
                  <a:pt x="1140171" y="80207"/>
                  <a:pt x="1141503" y="75367"/>
                  <a:pt x="1141503" y="68770"/>
                </a:cubicBezTo>
                <a:cubicBezTo>
                  <a:pt x="1141503" y="60173"/>
                  <a:pt x="1139627" y="53441"/>
                  <a:pt x="1135876" y="48574"/>
                </a:cubicBezTo>
                <a:cubicBezTo>
                  <a:pt x="1133103" y="45006"/>
                  <a:pt x="1129542" y="43222"/>
                  <a:pt x="1125193" y="43222"/>
                </a:cubicBezTo>
                <a:moveTo>
                  <a:pt x="1110187" y="116014"/>
                </a:moveTo>
                <a:cubicBezTo>
                  <a:pt x="1107632" y="118781"/>
                  <a:pt x="1105702" y="121359"/>
                  <a:pt x="1104397" y="123746"/>
                </a:cubicBezTo>
                <a:cubicBezTo>
                  <a:pt x="1103092" y="126134"/>
                  <a:pt x="1102440" y="128333"/>
                  <a:pt x="1102440" y="130341"/>
                </a:cubicBezTo>
                <a:cubicBezTo>
                  <a:pt x="1102440" y="132946"/>
                  <a:pt x="1104017" y="135225"/>
                  <a:pt x="1107170" y="137179"/>
                </a:cubicBezTo>
                <a:cubicBezTo>
                  <a:pt x="1112607" y="140543"/>
                  <a:pt x="1120463" y="142225"/>
                  <a:pt x="1130738" y="142225"/>
                </a:cubicBezTo>
                <a:cubicBezTo>
                  <a:pt x="1140524" y="142225"/>
                  <a:pt x="1147741" y="140501"/>
                  <a:pt x="1152390" y="137054"/>
                </a:cubicBezTo>
                <a:cubicBezTo>
                  <a:pt x="1157038" y="133608"/>
                  <a:pt x="1159362" y="129932"/>
                  <a:pt x="1159362" y="126027"/>
                </a:cubicBezTo>
                <a:cubicBezTo>
                  <a:pt x="1159362" y="123205"/>
                  <a:pt x="1157976" y="121196"/>
                  <a:pt x="1155203" y="120002"/>
                </a:cubicBezTo>
                <a:cubicBezTo>
                  <a:pt x="1152376" y="118808"/>
                  <a:pt x="1146776" y="118103"/>
                  <a:pt x="1138404" y="117887"/>
                </a:cubicBezTo>
                <a:cubicBezTo>
                  <a:pt x="1126171" y="117561"/>
                  <a:pt x="1116766" y="116936"/>
                  <a:pt x="1110187" y="116014"/>
                </a:cubicBezTo>
                <a:close/>
                <a:moveTo>
                  <a:pt x="1189303" y="16229"/>
                </a:moveTo>
                <a:lnTo>
                  <a:pt x="1216215" y="3099"/>
                </a:lnTo>
                <a:lnTo>
                  <a:pt x="1218906" y="3099"/>
                </a:lnTo>
                <a:lnTo>
                  <a:pt x="1218906" y="96475"/>
                </a:lnTo>
                <a:cubicBezTo>
                  <a:pt x="1218906" y="102672"/>
                  <a:pt x="1219165" y="106532"/>
                  <a:pt x="1219681" y="108055"/>
                </a:cubicBezTo>
                <a:cubicBezTo>
                  <a:pt x="1220198" y="109577"/>
                  <a:pt x="1221271" y="110746"/>
                  <a:pt x="1222902" y="111561"/>
                </a:cubicBezTo>
                <a:cubicBezTo>
                  <a:pt x="1224533" y="112377"/>
                  <a:pt x="1227850" y="112839"/>
                  <a:pt x="1232852" y="112948"/>
                </a:cubicBezTo>
                <a:lnTo>
                  <a:pt x="1232852" y="115965"/>
                </a:lnTo>
                <a:lnTo>
                  <a:pt x="1191261" y="115965"/>
                </a:lnTo>
                <a:lnTo>
                  <a:pt x="1191261" y="112948"/>
                </a:lnTo>
                <a:cubicBezTo>
                  <a:pt x="1196480" y="112839"/>
                  <a:pt x="1199851" y="112391"/>
                  <a:pt x="1201373" y="111602"/>
                </a:cubicBezTo>
                <a:cubicBezTo>
                  <a:pt x="1202895" y="110814"/>
                  <a:pt x="1203955" y="109754"/>
                  <a:pt x="1204553" y="108422"/>
                </a:cubicBezTo>
                <a:cubicBezTo>
                  <a:pt x="1205152" y="107090"/>
                  <a:pt x="1205451" y="103107"/>
                  <a:pt x="1205451" y="96475"/>
                </a:cubicBezTo>
                <a:lnTo>
                  <a:pt x="1205451" y="36779"/>
                </a:lnTo>
                <a:cubicBezTo>
                  <a:pt x="1205451" y="28733"/>
                  <a:pt x="1205179" y="23568"/>
                  <a:pt x="1204635" y="21285"/>
                </a:cubicBezTo>
                <a:cubicBezTo>
                  <a:pt x="1204254" y="19545"/>
                  <a:pt x="1203561" y="18267"/>
                  <a:pt x="1202555" y="17452"/>
                </a:cubicBezTo>
                <a:cubicBezTo>
                  <a:pt x="1201550" y="16636"/>
                  <a:pt x="1200340" y="16229"/>
                  <a:pt x="1198926" y="16229"/>
                </a:cubicBezTo>
                <a:cubicBezTo>
                  <a:pt x="1196915" y="16229"/>
                  <a:pt x="1194115" y="17071"/>
                  <a:pt x="1190527" y="18757"/>
                </a:cubicBezTo>
                <a:lnTo>
                  <a:pt x="1189303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8034B-5449-4EB6-B2E5-D36F7EFC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2" y="700774"/>
            <a:ext cx="1466384" cy="1150144"/>
          </a:xfrm>
          <a:custGeom xmlns:a="http://schemas.openxmlformats.org/drawingml/2006/main">
            <a:pathLst>
              <a:path w="1466384" h="1150144">
                <a:moveTo>
                  <a:pt x="0" y="6043"/>
                </a:moveTo>
                <a:cubicBezTo>
                  <a:pt x="671" y="2669"/>
                  <a:pt x="3005" y="336"/>
                  <a:pt x="6043" y="0"/>
                </a:cubicBezTo>
                <a:lnTo>
                  <a:pt x="1460341" y="0"/>
                </a:lnTo>
                <a:cubicBezTo>
                  <a:pt x="1463715" y="336"/>
                  <a:pt x="1466048" y="2669"/>
                  <a:pt x="1466384" y="6043"/>
                </a:cubicBezTo>
                <a:lnTo>
                  <a:pt x="1466384" y="1144101"/>
                </a:lnTo>
                <a:cubicBezTo>
                  <a:pt x="1466048" y="1147811"/>
                  <a:pt x="1463715" y="1150144"/>
                  <a:pt x="1460341" y="1150144"/>
                </a:cubicBezTo>
                <a:lnTo>
                  <a:pt x="6043" y="1150144"/>
                </a:lnTo>
                <a:cubicBezTo>
                  <a:pt x="3005" y="1150144"/>
                  <a:pt x="671" y="1147811"/>
                  <a:pt x="0" y="1144101"/>
                </a:cubicBezTo>
                <a:lnTo>
                  <a:pt x="0" y="604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4B5B6-4C39-409A-88B4-0CF1D012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080" y="692717"/>
            <a:ext cx="1482162" cy="1166594"/>
          </a:xfrm>
          <a:custGeom xmlns:a="http://schemas.openxmlformats.org/drawingml/2006/main">
            <a:pathLst>
              <a:path w="1482162" h="1166594">
                <a:moveTo>
                  <a:pt x="10877" y="1166359"/>
                </a:moveTo>
                <a:lnTo>
                  <a:pt x="13193" y="1166594"/>
                </a:lnTo>
                <a:lnTo>
                  <a:pt x="1468969" y="1166594"/>
                </a:lnTo>
                <a:lnTo>
                  <a:pt x="1471285" y="1166359"/>
                </a:lnTo>
                <a:lnTo>
                  <a:pt x="1474256" y="1165436"/>
                </a:lnTo>
                <a:lnTo>
                  <a:pt x="1478285" y="1162717"/>
                </a:lnTo>
                <a:lnTo>
                  <a:pt x="1481004" y="1158688"/>
                </a:lnTo>
                <a:lnTo>
                  <a:pt x="1481927" y="1155717"/>
                </a:lnTo>
                <a:lnTo>
                  <a:pt x="1482162" y="1153401"/>
                </a:lnTo>
                <a:lnTo>
                  <a:pt x="1482162" y="13193"/>
                </a:lnTo>
                <a:lnTo>
                  <a:pt x="1481927" y="10877"/>
                </a:lnTo>
                <a:lnTo>
                  <a:pt x="1481004" y="7906"/>
                </a:lnTo>
                <a:lnTo>
                  <a:pt x="1478285" y="3877"/>
                </a:lnTo>
                <a:lnTo>
                  <a:pt x="1474256" y="1158"/>
                </a:lnTo>
                <a:lnTo>
                  <a:pt x="1471285" y="235"/>
                </a:lnTo>
                <a:lnTo>
                  <a:pt x="1468969" y="0"/>
                </a:lnTo>
                <a:lnTo>
                  <a:pt x="13193" y="0"/>
                </a:lnTo>
                <a:lnTo>
                  <a:pt x="10877" y="235"/>
                </a:lnTo>
                <a:lnTo>
                  <a:pt x="7906" y="1158"/>
                </a:lnTo>
                <a:lnTo>
                  <a:pt x="3877" y="3877"/>
                </a:lnTo>
                <a:lnTo>
                  <a:pt x="1158" y="7906"/>
                </a:lnTo>
                <a:lnTo>
                  <a:pt x="235" y="10877"/>
                </a:lnTo>
                <a:lnTo>
                  <a:pt x="0" y="13193"/>
                </a:lnTo>
                <a:lnTo>
                  <a:pt x="0" y="1153401"/>
                </a:lnTo>
                <a:lnTo>
                  <a:pt x="235" y="1155717"/>
                </a:lnTo>
                <a:lnTo>
                  <a:pt x="1158" y="1158688"/>
                </a:lnTo>
                <a:lnTo>
                  <a:pt x="3877" y="1162717"/>
                </a:lnTo>
                <a:lnTo>
                  <a:pt x="7906" y="1165436"/>
                </a:lnTo>
                <a:lnTo>
                  <a:pt x="10877" y="1166359"/>
                </a:lnTo>
                <a:close/>
                <a:moveTo>
                  <a:pt x="1465376" y="1149809"/>
                </a:moveTo>
                <a:lnTo>
                  <a:pt x="16786" y="1149809"/>
                </a:lnTo>
                <a:lnTo>
                  <a:pt x="16786" y="16786"/>
                </a:lnTo>
                <a:lnTo>
                  <a:pt x="1465376" y="16786"/>
                </a:lnTo>
                <a:lnTo>
                  <a:pt x="1465376" y="1149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Selecttag">
            <a:extLst xmlns:a="http://schemas.openxmlformats.org/drawingml/2006/main">
              <a:ext uri="{FF2B5EF4-FFF2-40B4-BE49-F238E27FC236}">
                <a16:creationId xmlns:a16="http://schemas.microsoft.com/office/drawing/2014/main" id="{CE35788F-45B0-414F-965B-2CF35CB9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9089" y="837439"/>
            <a:ext cx="741138" cy="165555"/>
          </a:xfrm>
          <a:custGeom xmlns:a="http://schemas.openxmlformats.org/drawingml/2006/main">
            <a:pathLst>
              <a:path w="741138" h="165555">
                <a:moveTo>
                  <a:pt x="77525" y="0"/>
                </a:moveTo>
                <a:lnTo>
                  <a:pt x="78521" y="40936"/>
                </a:lnTo>
                <a:lnTo>
                  <a:pt x="74808" y="40936"/>
                </a:lnTo>
                <a:cubicBezTo>
                  <a:pt x="73057" y="30698"/>
                  <a:pt x="68755" y="22463"/>
                  <a:pt x="61902" y="16231"/>
                </a:cubicBezTo>
                <a:cubicBezTo>
                  <a:pt x="55049" y="9999"/>
                  <a:pt x="47638" y="6883"/>
                  <a:pt x="39668" y="6883"/>
                </a:cubicBezTo>
                <a:cubicBezTo>
                  <a:pt x="33510" y="6883"/>
                  <a:pt x="28634" y="8524"/>
                  <a:pt x="25042" y="11805"/>
                </a:cubicBezTo>
                <a:cubicBezTo>
                  <a:pt x="21449" y="15084"/>
                  <a:pt x="19653" y="18860"/>
                  <a:pt x="19653" y="23134"/>
                </a:cubicBezTo>
                <a:cubicBezTo>
                  <a:pt x="19653" y="25842"/>
                  <a:pt x="20287" y="28249"/>
                  <a:pt x="21555" y="30357"/>
                </a:cubicBezTo>
                <a:cubicBezTo>
                  <a:pt x="23306" y="33185"/>
                  <a:pt x="26113" y="35983"/>
                  <a:pt x="29977" y="38751"/>
                </a:cubicBezTo>
                <a:cubicBezTo>
                  <a:pt x="32815" y="40738"/>
                  <a:pt x="39366" y="44260"/>
                  <a:pt x="49630" y="49316"/>
                </a:cubicBezTo>
                <a:cubicBezTo>
                  <a:pt x="64000" y="56358"/>
                  <a:pt x="73691" y="63010"/>
                  <a:pt x="78702" y="69272"/>
                </a:cubicBezTo>
                <a:cubicBezTo>
                  <a:pt x="83653" y="75532"/>
                  <a:pt x="86129" y="82697"/>
                  <a:pt x="86129" y="90765"/>
                </a:cubicBezTo>
                <a:cubicBezTo>
                  <a:pt x="86129" y="100999"/>
                  <a:pt x="82129" y="109803"/>
                  <a:pt x="74129" y="117179"/>
                </a:cubicBezTo>
                <a:cubicBezTo>
                  <a:pt x="66129" y="124554"/>
                  <a:pt x="55970" y="128242"/>
                  <a:pt x="43653" y="128242"/>
                </a:cubicBezTo>
                <a:cubicBezTo>
                  <a:pt x="39789" y="128242"/>
                  <a:pt x="36136" y="127850"/>
                  <a:pt x="32694" y="127065"/>
                </a:cubicBezTo>
                <a:cubicBezTo>
                  <a:pt x="29253" y="126280"/>
                  <a:pt x="24936" y="124801"/>
                  <a:pt x="19743" y="122627"/>
                </a:cubicBezTo>
                <a:cubicBezTo>
                  <a:pt x="16845" y="121419"/>
                  <a:pt x="14460" y="120816"/>
                  <a:pt x="12589" y="120816"/>
                </a:cubicBezTo>
                <a:cubicBezTo>
                  <a:pt x="11019" y="120816"/>
                  <a:pt x="9359" y="121427"/>
                  <a:pt x="7608" y="122650"/>
                </a:cubicBezTo>
                <a:cubicBezTo>
                  <a:pt x="5857" y="123872"/>
                  <a:pt x="4438" y="125736"/>
                  <a:pt x="3351" y="128242"/>
                </a:cubicBezTo>
                <a:lnTo>
                  <a:pt x="0" y="128242"/>
                </a:lnTo>
                <a:lnTo>
                  <a:pt x="0" y="81872"/>
                </a:lnTo>
                <a:lnTo>
                  <a:pt x="3351" y="81872"/>
                </a:lnTo>
                <a:cubicBezTo>
                  <a:pt x="6008" y="94883"/>
                  <a:pt x="11125" y="104808"/>
                  <a:pt x="18702" y="111646"/>
                </a:cubicBezTo>
                <a:cubicBezTo>
                  <a:pt x="26279" y="118484"/>
                  <a:pt x="34445" y="121902"/>
                  <a:pt x="43200" y="121902"/>
                </a:cubicBezTo>
                <a:cubicBezTo>
                  <a:pt x="49962" y="121902"/>
                  <a:pt x="55351" y="120067"/>
                  <a:pt x="59366" y="116395"/>
                </a:cubicBezTo>
                <a:cubicBezTo>
                  <a:pt x="63381" y="112723"/>
                  <a:pt x="65389" y="108450"/>
                  <a:pt x="65389" y="103574"/>
                </a:cubicBezTo>
                <a:cubicBezTo>
                  <a:pt x="65389" y="100685"/>
                  <a:pt x="64619" y="97887"/>
                  <a:pt x="63080" y="95180"/>
                </a:cubicBezTo>
                <a:cubicBezTo>
                  <a:pt x="61540" y="92470"/>
                  <a:pt x="59200" y="89897"/>
                  <a:pt x="56061" y="87459"/>
                </a:cubicBezTo>
                <a:cubicBezTo>
                  <a:pt x="52921" y="85021"/>
                  <a:pt x="47366" y="81847"/>
                  <a:pt x="39396" y="77935"/>
                </a:cubicBezTo>
                <a:cubicBezTo>
                  <a:pt x="28227" y="72458"/>
                  <a:pt x="20196" y="67790"/>
                  <a:pt x="15306" y="63931"/>
                </a:cubicBezTo>
                <a:cubicBezTo>
                  <a:pt x="10415" y="60073"/>
                  <a:pt x="6657" y="55763"/>
                  <a:pt x="4030" y="51000"/>
                </a:cubicBezTo>
                <a:cubicBezTo>
                  <a:pt x="1404" y="46238"/>
                  <a:pt x="91" y="40994"/>
                  <a:pt x="91" y="35267"/>
                </a:cubicBezTo>
                <a:cubicBezTo>
                  <a:pt x="91" y="25501"/>
                  <a:pt x="3683" y="17182"/>
                  <a:pt x="10868" y="10310"/>
                </a:cubicBezTo>
                <a:cubicBezTo>
                  <a:pt x="18053" y="3437"/>
                  <a:pt x="27110" y="0"/>
                  <a:pt x="38038" y="0"/>
                </a:cubicBezTo>
                <a:cubicBezTo>
                  <a:pt x="42023" y="0"/>
                  <a:pt x="45887" y="489"/>
                  <a:pt x="49630" y="1466"/>
                </a:cubicBezTo>
                <a:cubicBezTo>
                  <a:pt x="52468" y="2198"/>
                  <a:pt x="55925" y="3556"/>
                  <a:pt x="60000" y="5539"/>
                </a:cubicBezTo>
                <a:cubicBezTo>
                  <a:pt x="64076" y="7522"/>
                  <a:pt x="66929" y="8513"/>
                  <a:pt x="68559" y="8513"/>
                </a:cubicBezTo>
                <a:cubicBezTo>
                  <a:pt x="70129" y="8513"/>
                  <a:pt x="71366" y="8026"/>
                  <a:pt x="72272" y="7050"/>
                </a:cubicBezTo>
                <a:cubicBezTo>
                  <a:pt x="73178" y="6073"/>
                  <a:pt x="74023" y="3723"/>
                  <a:pt x="74808" y="0"/>
                </a:cubicBezTo>
                <a:lnTo>
                  <a:pt x="77525" y="0"/>
                </a:lnTo>
                <a:close/>
                <a:moveTo>
                  <a:pt x="170769" y="80061"/>
                </a:moveTo>
                <a:lnTo>
                  <a:pt x="124309" y="80061"/>
                </a:lnTo>
                <a:cubicBezTo>
                  <a:pt x="124852" y="91321"/>
                  <a:pt x="127841" y="100220"/>
                  <a:pt x="133275" y="106758"/>
                </a:cubicBezTo>
                <a:cubicBezTo>
                  <a:pt x="137441" y="111783"/>
                  <a:pt x="142452" y="114295"/>
                  <a:pt x="148309" y="114295"/>
                </a:cubicBezTo>
                <a:cubicBezTo>
                  <a:pt x="151931" y="114295"/>
                  <a:pt x="155222" y="113284"/>
                  <a:pt x="158181" y="111261"/>
                </a:cubicBezTo>
                <a:cubicBezTo>
                  <a:pt x="161139" y="109238"/>
                  <a:pt x="164309" y="105600"/>
                  <a:pt x="167690" y="100348"/>
                </a:cubicBezTo>
                <a:lnTo>
                  <a:pt x="170769" y="102340"/>
                </a:lnTo>
                <a:cubicBezTo>
                  <a:pt x="166181" y="111699"/>
                  <a:pt x="161109" y="118325"/>
                  <a:pt x="155554" y="122219"/>
                </a:cubicBezTo>
                <a:cubicBezTo>
                  <a:pt x="149999" y="126114"/>
                  <a:pt x="143569" y="128061"/>
                  <a:pt x="136264" y="128061"/>
                </a:cubicBezTo>
                <a:cubicBezTo>
                  <a:pt x="123705" y="128061"/>
                  <a:pt x="114195" y="123226"/>
                  <a:pt x="107735" y="113556"/>
                </a:cubicBezTo>
                <a:cubicBezTo>
                  <a:pt x="102543" y="105760"/>
                  <a:pt x="99946" y="96090"/>
                  <a:pt x="99946" y="84547"/>
                </a:cubicBezTo>
                <a:cubicBezTo>
                  <a:pt x="99946" y="70403"/>
                  <a:pt x="103765" y="59146"/>
                  <a:pt x="111403" y="50777"/>
                </a:cubicBezTo>
                <a:cubicBezTo>
                  <a:pt x="119041" y="42405"/>
                  <a:pt x="127992" y="38219"/>
                  <a:pt x="138256" y="38219"/>
                </a:cubicBezTo>
                <a:cubicBezTo>
                  <a:pt x="146830" y="38219"/>
                  <a:pt x="154271" y="41736"/>
                  <a:pt x="160581" y="48770"/>
                </a:cubicBezTo>
                <a:cubicBezTo>
                  <a:pt x="166890" y="55804"/>
                  <a:pt x="170286" y="66234"/>
                  <a:pt x="170769" y="80061"/>
                </a:cubicBezTo>
                <a:moveTo>
                  <a:pt x="148490" y="74083"/>
                </a:moveTo>
                <a:cubicBezTo>
                  <a:pt x="148490" y="64363"/>
                  <a:pt x="147962" y="57691"/>
                  <a:pt x="146905" y="54068"/>
                </a:cubicBezTo>
                <a:cubicBezTo>
                  <a:pt x="145848" y="50446"/>
                  <a:pt x="144203" y="47698"/>
                  <a:pt x="141969" y="45827"/>
                </a:cubicBezTo>
                <a:cubicBezTo>
                  <a:pt x="140701" y="44740"/>
                  <a:pt x="139011" y="44196"/>
                  <a:pt x="136897" y="44196"/>
                </a:cubicBezTo>
                <a:cubicBezTo>
                  <a:pt x="133758" y="44196"/>
                  <a:pt x="131192" y="45736"/>
                  <a:pt x="129199" y="48815"/>
                </a:cubicBezTo>
                <a:cubicBezTo>
                  <a:pt x="125637" y="54189"/>
                  <a:pt x="123856" y="61555"/>
                  <a:pt x="123856" y="70914"/>
                </a:cubicBezTo>
                <a:lnTo>
                  <a:pt x="123856" y="74083"/>
                </a:lnTo>
                <a:lnTo>
                  <a:pt x="148490" y="74083"/>
                </a:lnTo>
                <a:close/>
                <a:moveTo>
                  <a:pt x="214437" y="2717"/>
                </a:moveTo>
                <a:lnTo>
                  <a:pt x="214437" y="107955"/>
                </a:lnTo>
                <a:cubicBezTo>
                  <a:pt x="214437" y="113933"/>
                  <a:pt x="215131" y="117751"/>
                  <a:pt x="216520" y="119412"/>
                </a:cubicBezTo>
                <a:cubicBezTo>
                  <a:pt x="217908" y="121072"/>
                  <a:pt x="220625" y="122023"/>
                  <a:pt x="224671" y="122265"/>
                </a:cubicBezTo>
                <a:lnTo>
                  <a:pt x="224671" y="125525"/>
                </a:lnTo>
                <a:lnTo>
                  <a:pt x="178935" y="125525"/>
                </a:lnTo>
                <a:lnTo>
                  <a:pt x="178935" y="122265"/>
                </a:lnTo>
                <a:cubicBezTo>
                  <a:pt x="182678" y="122144"/>
                  <a:pt x="185455" y="121057"/>
                  <a:pt x="187267" y="119004"/>
                </a:cubicBezTo>
                <a:cubicBezTo>
                  <a:pt x="188474" y="117616"/>
                  <a:pt x="189078" y="113933"/>
                  <a:pt x="189078" y="107955"/>
                </a:cubicBezTo>
                <a:lnTo>
                  <a:pt x="189078" y="20287"/>
                </a:lnTo>
                <a:cubicBezTo>
                  <a:pt x="189078" y="14332"/>
                  <a:pt x="188384" y="10520"/>
                  <a:pt x="186995" y="8850"/>
                </a:cubicBezTo>
                <a:cubicBezTo>
                  <a:pt x="185606" y="7178"/>
                  <a:pt x="182919" y="6221"/>
                  <a:pt x="178935" y="5977"/>
                </a:cubicBezTo>
                <a:lnTo>
                  <a:pt x="178935" y="2717"/>
                </a:lnTo>
                <a:lnTo>
                  <a:pt x="214437" y="2717"/>
                </a:lnTo>
                <a:close/>
                <a:moveTo>
                  <a:pt x="304214" y="80061"/>
                </a:moveTo>
                <a:lnTo>
                  <a:pt x="257753" y="80061"/>
                </a:lnTo>
                <a:cubicBezTo>
                  <a:pt x="258297" y="91321"/>
                  <a:pt x="261285" y="100220"/>
                  <a:pt x="266719" y="106758"/>
                </a:cubicBezTo>
                <a:cubicBezTo>
                  <a:pt x="270885" y="111783"/>
                  <a:pt x="275897" y="114295"/>
                  <a:pt x="281753" y="114295"/>
                </a:cubicBezTo>
                <a:cubicBezTo>
                  <a:pt x="285376" y="114295"/>
                  <a:pt x="288666" y="113284"/>
                  <a:pt x="291625" y="111261"/>
                </a:cubicBezTo>
                <a:cubicBezTo>
                  <a:pt x="294583" y="109238"/>
                  <a:pt x="297753" y="105600"/>
                  <a:pt x="301134" y="100348"/>
                </a:cubicBezTo>
                <a:lnTo>
                  <a:pt x="304214" y="102340"/>
                </a:lnTo>
                <a:cubicBezTo>
                  <a:pt x="299625" y="111699"/>
                  <a:pt x="294553" y="118325"/>
                  <a:pt x="288999" y="122219"/>
                </a:cubicBezTo>
                <a:cubicBezTo>
                  <a:pt x="283444" y="126114"/>
                  <a:pt x="277014" y="128061"/>
                  <a:pt x="269708" y="128061"/>
                </a:cubicBezTo>
                <a:cubicBezTo>
                  <a:pt x="257149" y="128061"/>
                  <a:pt x="247640" y="123226"/>
                  <a:pt x="241179" y="113556"/>
                </a:cubicBezTo>
                <a:cubicBezTo>
                  <a:pt x="235987" y="105760"/>
                  <a:pt x="233391" y="96090"/>
                  <a:pt x="233391" y="84547"/>
                </a:cubicBezTo>
                <a:cubicBezTo>
                  <a:pt x="233391" y="70403"/>
                  <a:pt x="237210" y="59146"/>
                  <a:pt x="244847" y="50777"/>
                </a:cubicBezTo>
                <a:cubicBezTo>
                  <a:pt x="252485" y="42405"/>
                  <a:pt x="261436" y="38219"/>
                  <a:pt x="271700" y="38219"/>
                </a:cubicBezTo>
                <a:cubicBezTo>
                  <a:pt x="280274" y="38219"/>
                  <a:pt x="287716" y="41736"/>
                  <a:pt x="294025" y="48770"/>
                </a:cubicBezTo>
                <a:cubicBezTo>
                  <a:pt x="300334" y="55804"/>
                  <a:pt x="303731" y="66234"/>
                  <a:pt x="304214" y="80061"/>
                </a:cubicBezTo>
                <a:moveTo>
                  <a:pt x="281934" y="74083"/>
                </a:moveTo>
                <a:cubicBezTo>
                  <a:pt x="281934" y="64363"/>
                  <a:pt x="281406" y="57691"/>
                  <a:pt x="280349" y="54068"/>
                </a:cubicBezTo>
                <a:cubicBezTo>
                  <a:pt x="279293" y="50446"/>
                  <a:pt x="277648" y="47698"/>
                  <a:pt x="275414" y="45827"/>
                </a:cubicBezTo>
                <a:cubicBezTo>
                  <a:pt x="274146" y="44740"/>
                  <a:pt x="272455" y="44196"/>
                  <a:pt x="270342" y="44196"/>
                </a:cubicBezTo>
                <a:cubicBezTo>
                  <a:pt x="267202" y="44196"/>
                  <a:pt x="264636" y="45736"/>
                  <a:pt x="262644" y="48815"/>
                </a:cubicBezTo>
                <a:cubicBezTo>
                  <a:pt x="259081" y="54189"/>
                  <a:pt x="257300" y="61555"/>
                  <a:pt x="257300" y="70914"/>
                </a:cubicBezTo>
                <a:lnTo>
                  <a:pt x="257300" y="74083"/>
                </a:lnTo>
                <a:lnTo>
                  <a:pt x="281934" y="74083"/>
                </a:lnTo>
                <a:close/>
                <a:moveTo>
                  <a:pt x="383837" y="103628"/>
                </a:moveTo>
                <a:lnTo>
                  <a:pt x="386644" y="105799"/>
                </a:lnTo>
                <a:cubicBezTo>
                  <a:pt x="382659" y="113310"/>
                  <a:pt x="377693" y="118899"/>
                  <a:pt x="371746" y="122565"/>
                </a:cubicBezTo>
                <a:cubicBezTo>
                  <a:pt x="365799" y="126229"/>
                  <a:pt x="359474" y="128061"/>
                  <a:pt x="352772" y="128061"/>
                </a:cubicBezTo>
                <a:cubicBezTo>
                  <a:pt x="341482" y="128061"/>
                  <a:pt x="332455" y="123801"/>
                  <a:pt x="325693" y="115280"/>
                </a:cubicBezTo>
                <a:cubicBezTo>
                  <a:pt x="318931" y="106757"/>
                  <a:pt x="315550" y="96513"/>
                  <a:pt x="315550" y="84547"/>
                </a:cubicBezTo>
                <a:cubicBezTo>
                  <a:pt x="315550" y="73001"/>
                  <a:pt x="318629" y="62847"/>
                  <a:pt x="324787" y="54085"/>
                </a:cubicBezTo>
                <a:cubicBezTo>
                  <a:pt x="332214" y="43508"/>
                  <a:pt x="342448" y="38219"/>
                  <a:pt x="355489" y="38219"/>
                </a:cubicBezTo>
                <a:cubicBezTo>
                  <a:pt x="364244" y="38219"/>
                  <a:pt x="371203" y="40429"/>
                  <a:pt x="376365" y="44850"/>
                </a:cubicBezTo>
                <a:cubicBezTo>
                  <a:pt x="381527" y="49269"/>
                  <a:pt x="384108" y="54203"/>
                  <a:pt x="384108" y="59652"/>
                </a:cubicBezTo>
                <a:cubicBezTo>
                  <a:pt x="384108" y="63103"/>
                  <a:pt x="383067" y="65858"/>
                  <a:pt x="380984" y="67916"/>
                </a:cubicBezTo>
                <a:cubicBezTo>
                  <a:pt x="378901" y="69975"/>
                  <a:pt x="376169" y="71004"/>
                  <a:pt x="372788" y="71004"/>
                </a:cubicBezTo>
                <a:cubicBezTo>
                  <a:pt x="369225" y="71004"/>
                  <a:pt x="366282" y="69823"/>
                  <a:pt x="363957" y="67461"/>
                </a:cubicBezTo>
                <a:cubicBezTo>
                  <a:pt x="361633" y="65097"/>
                  <a:pt x="360199" y="60885"/>
                  <a:pt x="359655" y="54827"/>
                </a:cubicBezTo>
                <a:cubicBezTo>
                  <a:pt x="359293" y="51010"/>
                  <a:pt x="358418" y="48344"/>
                  <a:pt x="357029" y="46829"/>
                </a:cubicBezTo>
                <a:cubicBezTo>
                  <a:pt x="355640" y="45315"/>
                  <a:pt x="354010" y="44559"/>
                  <a:pt x="352138" y="44559"/>
                </a:cubicBezTo>
                <a:cubicBezTo>
                  <a:pt x="349240" y="44559"/>
                  <a:pt x="346765" y="46098"/>
                  <a:pt x="344712" y="49178"/>
                </a:cubicBezTo>
                <a:cubicBezTo>
                  <a:pt x="341572" y="53827"/>
                  <a:pt x="340003" y="60951"/>
                  <a:pt x="340003" y="70551"/>
                </a:cubicBezTo>
                <a:cubicBezTo>
                  <a:pt x="340003" y="78521"/>
                  <a:pt x="341270" y="86144"/>
                  <a:pt x="343806" y="93419"/>
                </a:cubicBezTo>
                <a:cubicBezTo>
                  <a:pt x="346342" y="100695"/>
                  <a:pt x="349814" y="106114"/>
                  <a:pt x="354221" y="109676"/>
                </a:cubicBezTo>
                <a:cubicBezTo>
                  <a:pt x="357542" y="112272"/>
                  <a:pt x="361467" y="113570"/>
                  <a:pt x="365995" y="113570"/>
                </a:cubicBezTo>
                <a:cubicBezTo>
                  <a:pt x="368954" y="113570"/>
                  <a:pt x="371761" y="112878"/>
                  <a:pt x="374418" y="111493"/>
                </a:cubicBezTo>
                <a:cubicBezTo>
                  <a:pt x="377074" y="110106"/>
                  <a:pt x="380214" y="107484"/>
                  <a:pt x="383837" y="103628"/>
                </a:cubicBezTo>
                <a:close/>
                <a:moveTo>
                  <a:pt x="430584" y="9600"/>
                </a:moveTo>
                <a:lnTo>
                  <a:pt x="430584" y="40755"/>
                </a:lnTo>
                <a:lnTo>
                  <a:pt x="450689" y="40755"/>
                </a:lnTo>
                <a:lnTo>
                  <a:pt x="450689" y="49630"/>
                </a:lnTo>
                <a:lnTo>
                  <a:pt x="430584" y="49630"/>
                </a:lnTo>
                <a:lnTo>
                  <a:pt x="430584" y="102029"/>
                </a:lnTo>
                <a:cubicBezTo>
                  <a:pt x="430584" y="106933"/>
                  <a:pt x="430810" y="110096"/>
                  <a:pt x="431263" y="111518"/>
                </a:cubicBezTo>
                <a:cubicBezTo>
                  <a:pt x="431716" y="112941"/>
                  <a:pt x="432516" y="114092"/>
                  <a:pt x="433663" y="114971"/>
                </a:cubicBezTo>
                <a:cubicBezTo>
                  <a:pt x="434810" y="115849"/>
                  <a:pt x="435867" y="116287"/>
                  <a:pt x="436833" y="116287"/>
                </a:cubicBezTo>
                <a:cubicBezTo>
                  <a:pt x="440757" y="116287"/>
                  <a:pt x="444470" y="113268"/>
                  <a:pt x="447972" y="107231"/>
                </a:cubicBezTo>
                <a:lnTo>
                  <a:pt x="450689" y="109243"/>
                </a:lnTo>
                <a:cubicBezTo>
                  <a:pt x="445799" y="120943"/>
                  <a:pt x="437859" y="126793"/>
                  <a:pt x="426870" y="126793"/>
                </a:cubicBezTo>
                <a:cubicBezTo>
                  <a:pt x="421497" y="126793"/>
                  <a:pt x="416953" y="125294"/>
                  <a:pt x="413240" y="122296"/>
                </a:cubicBezTo>
                <a:cubicBezTo>
                  <a:pt x="409527" y="119296"/>
                  <a:pt x="407157" y="115948"/>
                  <a:pt x="406131" y="112251"/>
                </a:cubicBezTo>
                <a:cubicBezTo>
                  <a:pt x="405527" y="110191"/>
                  <a:pt x="405225" y="104616"/>
                  <a:pt x="405225" y="95528"/>
                </a:cubicBezTo>
                <a:lnTo>
                  <a:pt x="405225" y="49630"/>
                </a:lnTo>
                <a:lnTo>
                  <a:pt x="394176" y="49630"/>
                </a:lnTo>
                <a:lnTo>
                  <a:pt x="394176" y="46452"/>
                </a:lnTo>
                <a:cubicBezTo>
                  <a:pt x="401783" y="41067"/>
                  <a:pt x="408259" y="35410"/>
                  <a:pt x="413602" y="29479"/>
                </a:cubicBezTo>
                <a:cubicBezTo>
                  <a:pt x="418946" y="23549"/>
                  <a:pt x="423610" y="16923"/>
                  <a:pt x="427595" y="9600"/>
                </a:cubicBezTo>
                <a:lnTo>
                  <a:pt x="430584" y="9600"/>
                </a:lnTo>
                <a:close/>
                <a:moveTo>
                  <a:pt x="538010" y="9600"/>
                </a:moveTo>
                <a:lnTo>
                  <a:pt x="538010" y="40755"/>
                </a:lnTo>
                <a:lnTo>
                  <a:pt x="558116" y="40755"/>
                </a:lnTo>
                <a:lnTo>
                  <a:pt x="558116" y="49630"/>
                </a:lnTo>
                <a:lnTo>
                  <a:pt x="538010" y="49630"/>
                </a:lnTo>
                <a:lnTo>
                  <a:pt x="538010" y="102029"/>
                </a:lnTo>
                <a:cubicBezTo>
                  <a:pt x="538010" y="106933"/>
                  <a:pt x="538237" y="110096"/>
                  <a:pt x="538690" y="111518"/>
                </a:cubicBezTo>
                <a:cubicBezTo>
                  <a:pt x="539142" y="112941"/>
                  <a:pt x="539942" y="114092"/>
                  <a:pt x="541090" y="114971"/>
                </a:cubicBezTo>
                <a:cubicBezTo>
                  <a:pt x="542237" y="115849"/>
                  <a:pt x="543293" y="116287"/>
                  <a:pt x="544259" y="116287"/>
                </a:cubicBezTo>
                <a:cubicBezTo>
                  <a:pt x="548184" y="116287"/>
                  <a:pt x="551897" y="113268"/>
                  <a:pt x="555399" y="107231"/>
                </a:cubicBezTo>
                <a:lnTo>
                  <a:pt x="558116" y="109243"/>
                </a:lnTo>
                <a:cubicBezTo>
                  <a:pt x="553226" y="120943"/>
                  <a:pt x="545286" y="126793"/>
                  <a:pt x="534297" y="126793"/>
                </a:cubicBezTo>
                <a:cubicBezTo>
                  <a:pt x="528924" y="126793"/>
                  <a:pt x="524380" y="125294"/>
                  <a:pt x="520667" y="122296"/>
                </a:cubicBezTo>
                <a:cubicBezTo>
                  <a:pt x="516954" y="119296"/>
                  <a:pt x="514584" y="115948"/>
                  <a:pt x="513557" y="112251"/>
                </a:cubicBezTo>
                <a:cubicBezTo>
                  <a:pt x="512954" y="110191"/>
                  <a:pt x="512652" y="104616"/>
                  <a:pt x="512652" y="95528"/>
                </a:cubicBezTo>
                <a:lnTo>
                  <a:pt x="512652" y="49630"/>
                </a:lnTo>
                <a:lnTo>
                  <a:pt x="501603" y="49630"/>
                </a:lnTo>
                <a:lnTo>
                  <a:pt x="501603" y="46452"/>
                </a:lnTo>
                <a:cubicBezTo>
                  <a:pt x="509210" y="41067"/>
                  <a:pt x="515686" y="35410"/>
                  <a:pt x="521029" y="29479"/>
                </a:cubicBezTo>
                <a:cubicBezTo>
                  <a:pt x="526373" y="23549"/>
                  <a:pt x="531037" y="16923"/>
                  <a:pt x="535022" y="9600"/>
                </a:cubicBezTo>
                <a:lnTo>
                  <a:pt x="538010" y="9600"/>
                </a:lnTo>
                <a:close/>
                <a:moveTo>
                  <a:pt x="612410" y="113027"/>
                </a:moveTo>
                <a:cubicBezTo>
                  <a:pt x="602086" y="122204"/>
                  <a:pt x="592818" y="126793"/>
                  <a:pt x="584606" y="126793"/>
                </a:cubicBezTo>
                <a:cubicBezTo>
                  <a:pt x="579776" y="126793"/>
                  <a:pt x="575761" y="125203"/>
                  <a:pt x="572561" y="122024"/>
                </a:cubicBezTo>
                <a:cubicBezTo>
                  <a:pt x="569361" y="118843"/>
                  <a:pt x="567761" y="114860"/>
                  <a:pt x="567761" y="110075"/>
                </a:cubicBezTo>
                <a:cubicBezTo>
                  <a:pt x="567761" y="103592"/>
                  <a:pt x="570538" y="97761"/>
                  <a:pt x="576093" y="92582"/>
                </a:cubicBezTo>
                <a:cubicBezTo>
                  <a:pt x="581648" y="87402"/>
                  <a:pt x="593753" y="80512"/>
                  <a:pt x="612410" y="71910"/>
                </a:cubicBezTo>
                <a:lnTo>
                  <a:pt x="612410" y="63397"/>
                </a:lnTo>
                <a:cubicBezTo>
                  <a:pt x="612410" y="56996"/>
                  <a:pt x="612063" y="52966"/>
                  <a:pt x="611369" y="51306"/>
                </a:cubicBezTo>
                <a:cubicBezTo>
                  <a:pt x="610674" y="49646"/>
                  <a:pt x="609361" y="48196"/>
                  <a:pt x="607429" y="46959"/>
                </a:cubicBezTo>
                <a:cubicBezTo>
                  <a:pt x="605497" y="45721"/>
                  <a:pt x="603323" y="45102"/>
                  <a:pt x="600908" y="45102"/>
                </a:cubicBezTo>
                <a:cubicBezTo>
                  <a:pt x="596984" y="45102"/>
                  <a:pt x="593753" y="45978"/>
                  <a:pt x="591218" y="47729"/>
                </a:cubicBezTo>
                <a:cubicBezTo>
                  <a:pt x="589648" y="48815"/>
                  <a:pt x="588863" y="50083"/>
                  <a:pt x="588863" y="51532"/>
                </a:cubicBezTo>
                <a:cubicBezTo>
                  <a:pt x="588863" y="52800"/>
                  <a:pt x="589708" y="54370"/>
                  <a:pt x="591399" y="56242"/>
                </a:cubicBezTo>
                <a:cubicBezTo>
                  <a:pt x="593693" y="58838"/>
                  <a:pt x="594840" y="61344"/>
                  <a:pt x="594840" y="63759"/>
                </a:cubicBezTo>
                <a:cubicBezTo>
                  <a:pt x="594840" y="66717"/>
                  <a:pt x="593738" y="69238"/>
                  <a:pt x="591535" y="71321"/>
                </a:cubicBezTo>
                <a:cubicBezTo>
                  <a:pt x="589331" y="73404"/>
                  <a:pt x="586448" y="74446"/>
                  <a:pt x="582886" y="74446"/>
                </a:cubicBezTo>
                <a:cubicBezTo>
                  <a:pt x="579082" y="74446"/>
                  <a:pt x="575897" y="73298"/>
                  <a:pt x="573331" y="71004"/>
                </a:cubicBezTo>
                <a:cubicBezTo>
                  <a:pt x="570765" y="68710"/>
                  <a:pt x="569482" y="66023"/>
                  <a:pt x="569482" y="62944"/>
                </a:cubicBezTo>
                <a:cubicBezTo>
                  <a:pt x="569482" y="58596"/>
                  <a:pt x="571202" y="54446"/>
                  <a:pt x="574644" y="50491"/>
                </a:cubicBezTo>
                <a:cubicBezTo>
                  <a:pt x="578085" y="46536"/>
                  <a:pt x="582886" y="43502"/>
                  <a:pt x="589044" y="41389"/>
                </a:cubicBezTo>
                <a:cubicBezTo>
                  <a:pt x="595203" y="39276"/>
                  <a:pt x="601603" y="38219"/>
                  <a:pt x="608244" y="38219"/>
                </a:cubicBezTo>
                <a:cubicBezTo>
                  <a:pt x="616274" y="38219"/>
                  <a:pt x="622629" y="39929"/>
                  <a:pt x="627308" y="43350"/>
                </a:cubicBezTo>
                <a:cubicBezTo>
                  <a:pt x="631988" y="46769"/>
                  <a:pt x="635022" y="50476"/>
                  <a:pt x="636410" y="54470"/>
                </a:cubicBezTo>
                <a:cubicBezTo>
                  <a:pt x="637256" y="57012"/>
                  <a:pt x="637678" y="62851"/>
                  <a:pt x="637678" y="71989"/>
                </a:cubicBezTo>
                <a:lnTo>
                  <a:pt x="637678" y="104941"/>
                </a:lnTo>
                <a:cubicBezTo>
                  <a:pt x="637678" y="108815"/>
                  <a:pt x="637829" y="111251"/>
                  <a:pt x="638131" y="112251"/>
                </a:cubicBezTo>
                <a:cubicBezTo>
                  <a:pt x="638433" y="113250"/>
                  <a:pt x="638886" y="113991"/>
                  <a:pt x="639490" y="114476"/>
                </a:cubicBezTo>
                <a:cubicBezTo>
                  <a:pt x="640093" y="114959"/>
                  <a:pt x="640788" y="115201"/>
                  <a:pt x="641573" y="115201"/>
                </a:cubicBezTo>
                <a:cubicBezTo>
                  <a:pt x="643142" y="115201"/>
                  <a:pt x="644742" y="114084"/>
                  <a:pt x="646373" y="111850"/>
                </a:cubicBezTo>
                <a:lnTo>
                  <a:pt x="649090" y="114023"/>
                </a:lnTo>
                <a:cubicBezTo>
                  <a:pt x="646071" y="118491"/>
                  <a:pt x="642946" y="121736"/>
                  <a:pt x="639716" y="123759"/>
                </a:cubicBezTo>
                <a:cubicBezTo>
                  <a:pt x="636486" y="125782"/>
                  <a:pt x="632818" y="126793"/>
                  <a:pt x="628712" y="126793"/>
                </a:cubicBezTo>
                <a:cubicBezTo>
                  <a:pt x="623882" y="126793"/>
                  <a:pt x="620108" y="125653"/>
                  <a:pt x="617391" y="123374"/>
                </a:cubicBezTo>
                <a:cubicBezTo>
                  <a:pt x="614674" y="121095"/>
                  <a:pt x="613014" y="117646"/>
                  <a:pt x="612410" y="113027"/>
                </a:cubicBezTo>
                <a:moveTo>
                  <a:pt x="612410" y="106325"/>
                </a:moveTo>
                <a:lnTo>
                  <a:pt x="612410" y="77995"/>
                </a:lnTo>
                <a:cubicBezTo>
                  <a:pt x="605104" y="82302"/>
                  <a:pt x="599670" y="86914"/>
                  <a:pt x="596108" y="91829"/>
                </a:cubicBezTo>
                <a:cubicBezTo>
                  <a:pt x="593753" y="95104"/>
                  <a:pt x="592576" y="98411"/>
                  <a:pt x="592576" y="101749"/>
                </a:cubicBezTo>
                <a:cubicBezTo>
                  <a:pt x="592576" y="104539"/>
                  <a:pt x="593572" y="106997"/>
                  <a:pt x="595565" y="109121"/>
                </a:cubicBezTo>
                <a:cubicBezTo>
                  <a:pt x="597074" y="110759"/>
                  <a:pt x="599187" y="111578"/>
                  <a:pt x="601904" y="111578"/>
                </a:cubicBezTo>
                <a:cubicBezTo>
                  <a:pt x="604923" y="111578"/>
                  <a:pt x="608425" y="109827"/>
                  <a:pt x="612410" y="106325"/>
                </a:cubicBezTo>
                <a:close/>
                <a:moveTo>
                  <a:pt x="712338" y="41842"/>
                </a:moveTo>
                <a:lnTo>
                  <a:pt x="740866" y="41842"/>
                </a:lnTo>
                <a:lnTo>
                  <a:pt x="740866" y="51804"/>
                </a:lnTo>
                <a:lnTo>
                  <a:pt x="724655" y="51804"/>
                </a:lnTo>
                <a:cubicBezTo>
                  <a:pt x="727613" y="54763"/>
                  <a:pt x="729666" y="57449"/>
                  <a:pt x="730813" y="59864"/>
                </a:cubicBezTo>
                <a:cubicBezTo>
                  <a:pt x="732262" y="63125"/>
                  <a:pt x="732987" y="66536"/>
                  <a:pt x="732987" y="70098"/>
                </a:cubicBezTo>
                <a:cubicBezTo>
                  <a:pt x="732987" y="76136"/>
                  <a:pt x="731312" y="81374"/>
                  <a:pt x="727961" y="85812"/>
                </a:cubicBezTo>
                <a:cubicBezTo>
                  <a:pt x="724610" y="90249"/>
                  <a:pt x="720051" y="93721"/>
                  <a:pt x="714285" y="96227"/>
                </a:cubicBezTo>
                <a:cubicBezTo>
                  <a:pt x="708519" y="98733"/>
                  <a:pt x="703402" y="99985"/>
                  <a:pt x="698934" y="99985"/>
                </a:cubicBezTo>
                <a:cubicBezTo>
                  <a:pt x="698572" y="99985"/>
                  <a:pt x="694949" y="99834"/>
                  <a:pt x="688066" y="99533"/>
                </a:cubicBezTo>
                <a:cubicBezTo>
                  <a:pt x="685349" y="99533"/>
                  <a:pt x="683070" y="100418"/>
                  <a:pt x="681228" y="102190"/>
                </a:cubicBezTo>
                <a:cubicBezTo>
                  <a:pt x="679387" y="103962"/>
                  <a:pt x="678466" y="106078"/>
                  <a:pt x="678466" y="108538"/>
                </a:cubicBezTo>
                <a:cubicBezTo>
                  <a:pt x="678466" y="110700"/>
                  <a:pt x="679296" y="112472"/>
                  <a:pt x="680957" y="113853"/>
                </a:cubicBezTo>
                <a:cubicBezTo>
                  <a:pt x="682617" y="115234"/>
                  <a:pt x="685319" y="115925"/>
                  <a:pt x="689062" y="115925"/>
                </a:cubicBezTo>
                <a:lnTo>
                  <a:pt x="704730" y="115744"/>
                </a:lnTo>
                <a:cubicBezTo>
                  <a:pt x="717410" y="115744"/>
                  <a:pt x="726134" y="117135"/>
                  <a:pt x="730904" y="119918"/>
                </a:cubicBezTo>
                <a:cubicBezTo>
                  <a:pt x="737727" y="123788"/>
                  <a:pt x="741138" y="129746"/>
                  <a:pt x="741138" y="137791"/>
                </a:cubicBezTo>
                <a:cubicBezTo>
                  <a:pt x="741138" y="142933"/>
                  <a:pt x="739568" y="147605"/>
                  <a:pt x="736429" y="151809"/>
                </a:cubicBezTo>
                <a:cubicBezTo>
                  <a:pt x="733289" y="156013"/>
                  <a:pt x="729153" y="159113"/>
                  <a:pt x="724021" y="161109"/>
                </a:cubicBezTo>
                <a:cubicBezTo>
                  <a:pt x="716232" y="164073"/>
                  <a:pt x="707266" y="165555"/>
                  <a:pt x="697123" y="165555"/>
                </a:cubicBezTo>
                <a:cubicBezTo>
                  <a:pt x="689515" y="165555"/>
                  <a:pt x="682572" y="164816"/>
                  <a:pt x="676292" y="163337"/>
                </a:cubicBezTo>
                <a:cubicBezTo>
                  <a:pt x="670013" y="161857"/>
                  <a:pt x="665515" y="159804"/>
                  <a:pt x="662798" y="157175"/>
                </a:cubicBezTo>
                <a:cubicBezTo>
                  <a:pt x="660081" y="154549"/>
                  <a:pt x="658723" y="151786"/>
                  <a:pt x="658723" y="148886"/>
                </a:cubicBezTo>
                <a:cubicBezTo>
                  <a:pt x="658723" y="146108"/>
                  <a:pt x="659764" y="143617"/>
                  <a:pt x="661847" y="141411"/>
                </a:cubicBezTo>
                <a:cubicBezTo>
                  <a:pt x="663930" y="139207"/>
                  <a:pt x="667809" y="137351"/>
                  <a:pt x="673485" y="135841"/>
                </a:cubicBezTo>
                <a:cubicBezTo>
                  <a:pt x="665636" y="131977"/>
                  <a:pt x="661711" y="126604"/>
                  <a:pt x="661711" y="119723"/>
                </a:cubicBezTo>
                <a:cubicBezTo>
                  <a:pt x="661711" y="115557"/>
                  <a:pt x="663311" y="111513"/>
                  <a:pt x="666511" y="107590"/>
                </a:cubicBezTo>
                <a:cubicBezTo>
                  <a:pt x="669711" y="103666"/>
                  <a:pt x="674783" y="100254"/>
                  <a:pt x="681726" y="97356"/>
                </a:cubicBezTo>
                <a:cubicBezTo>
                  <a:pt x="673636" y="94394"/>
                  <a:pt x="667779" y="90494"/>
                  <a:pt x="664157" y="85656"/>
                </a:cubicBezTo>
                <a:cubicBezTo>
                  <a:pt x="660534" y="80818"/>
                  <a:pt x="658723" y="75225"/>
                  <a:pt x="658723" y="68876"/>
                </a:cubicBezTo>
                <a:cubicBezTo>
                  <a:pt x="658723" y="60593"/>
                  <a:pt x="662104" y="53412"/>
                  <a:pt x="668866" y="47335"/>
                </a:cubicBezTo>
                <a:cubicBezTo>
                  <a:pt x="675628" y="41258"/>
                  <a:pt x="684323" y="38219"/>
                  <a:pt x="694949" y="38219"/>
                </a:cubicBezTo>
                <a:cubicBezTo>
                  <a:pt x="700564" y="38219"/>
                  <a:pt x="706360" y="39427"/>
                  <a:pt x="712338" y="41842"/>
                </a:cubicBezTo>
                <a:moveTo>
                  <a:pt x="696670" y="44015"/>
                </a:moveTo>
                <a:cubicBezTo>
                  <a:pt x="693168" y="44015"/>
                  <a:pt x="690209" y="45779"/>
                  <a:pt x="687794" y="49305"/>
                </a:cubicBezTo>
                <a:cubicBezTo>
                  <a:pt x="685379" y="52829"/>
                  <a:pt x="684172" y="60137"/>
                  <a:pt x="684172" y="71228"/>
                </a:cubicBezTo>
                <a:cubicBezTo>
                  <a:pt x="684172" y="80207"/>
                  <a:pt x="685364" y="86369"/>
                  <a:pt x="687749" y="89715"/>
                </a:cubicBezTo>
                <a:cubicBezTo>
                  <a:pt x="690134" y="93060"/>
                  <a:pt x="692957" y="94732"/>
                  <a:pt x="696217" y="94732"/>
                </a:cubicBezTo>
                <a:cubicBezTo>
                  <a:pt x="699840" y="94732"/>
                  <a:pt x="702859" y="93075"/>
                  <a:pt x="705274" y="89760"/>
                </a:cubicBezTo>
                <a:cubicBezTo>
                  <a:pt x="707689" y="86445"/>
                  <a:pt x="708896" y="79996"/>
                  <a:pt x="708896" y="70413"/>
                </a:cubicBezTo>
                <a:cubicBezTo>
                  <a:pt x="708896" y="59626"/>
                  <a:pt x="707538" y="52273"/>
                  <a:pt x="704821" y="48354"/>
                </a:cubicBezTo>
                <a:cubicBezTo>
                  <a:pt x="702889" y="45462"/>
                  <a:pt x="700172" y="44015"/>
                  <a:pt x="696670" y="44015"/>
                </a:cubicBezTo>
                <a:moveTo>
                  <a:pt x="691326" y="138023"/>
                </a:moveTo>
                <a:cubicBezTo>
                  <a:pt x="685168" y="138023"/>
                  <a:pt x="681092" y="138535"/>
                  <a:pt x="679100" y="139557"/>
                </a:cubicBezTo>
                <a:cubicBezTo>
                  <a:pt x="675658" y="141419"/>
                  <a:pt x="673938" y="143944"/>
                  <a:pt x="673938" y="147131"/>
                </a:cubicBezTo>
                <a:cubicBezTo>
                  <a:pt x="673938" y="150197"/>
                  <a:pt x="675719" y="152977"/>
                  <a:pt x="679281" y="155471"/>
                </a:cubicBezTo>
                <a:cubicBezTo>
                  <a:pt x="682843" y="157968"/>
                  <a:pt x="689545" y="159216"/>
                  <a:pt x="699387" y="159216"/>
                </a:cubicBezTo>
                <a:cubicBezTo>
                  <a:pt x="707779" y="159216"/>
                  <a:pt x="714376" y="158104"/>
                  <a:pt x="719176" y="155879"/>
                </a:cubicBezTo>
                <a:cubicBezTo>
                  <a:pt x="723976" y="153654"/>
                  <a:pt x="726376" y="150528"/>
                  <a:pt x="726376" y="146500"/>
                </a:cubicBezTo>
                <a:cubicBezTo>
                  <a:pt x="726376" y="144998"/>
                  <a:pt x="725923" y="143736"/>
                  <a:pt x="725017" y="142713"/>
                </a:cubicBezTo>
                <a:cubicBezTo>
                  <a:pt x="723387" y="140909"/>
                  <a:pt x="720927" y="139676"/>
                  <a:pt x="717636" y="139014"/>
                </a:cubicBezTo>
                <a:cubicBezTo>
                  <a:pt x="714345" y="138353"/>
                  <a:pt x="705576" y="138023"/>
                  <a:pt x="691326" y="1380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">
            <a:extLst xmlns:a="http://schemas.openxmlformats.org/drawingml/2006/main">
              <a:ext uri="{FF2B5EF4-FFF2-40B4-BE49-F238E27FC236}">
                <a16:creationId xmlns:a16="http://schemas.microsoft.com/office/drawing/2014/main" id="{63AD0367-37B7-47A6-AE85-5E4491A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904" y="1232545"/>
            <a:ext cx="105235" cy="103058"/>
          </a:xfrm>
          <a:custGeom xmlns:a="http://schemas.openxmlformats.org/drawingml/2006/main">
            <a:pathLst>
              <a:path w="105235" h="103058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">
            <a:extLst xmlns:a="http://schemas.openxmlformats.org/drawingml/2006/main">
              <a:ext uri="{FF2B5EF4-FFF2-40B4-BE49-F238E27FC236}">
                <a16:creationId xmlns:a16="http://schemas.microsoft.com/office/drawing/2014/main" id="{37BEA08C-0553-4649-857B-B5ABA2F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904" y="1232545"/>
            <a:ext cx="105235" cy="103058"/>
          </a:xfrm>
          <a:custGeom xmlns:a="http://schemas.openxmlformats.org/drawingml/2006/main">
            <a:pathLst>
              <a:path w="105235" h="103058" fill="none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79" name="Text Tag1">
            <a:extLst xmlns:a="http://schemas.openxmlformats.org/drawingml/2006/main">
              <a:ext uri="{FF2B5EF4-FFF2-40B4-BE49-F238E27FC236}">
                <a16:creationId xmlns:a16="http://schemas.microsoft.com/office/drawing/2014/main" id="{B5E5A465-324C-4125-A0F0-2D67FA15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2370" y="1244289"/>
            <a:ext cx="276408" cy="120476"/>
          </a:xfrm>
          <a:custGeom xmlns:a="http://schemas.openxmlformats.org/drawingml/2006/main">
            <a:pathLst>
              <a:path w="276408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4" y="92238"/>
                  <a:pt x="103262" y="92238"/>
                </a:cubicBezTo>
                <a:cubicBezTo>
                  <a:pt x="99743" y="92238"/>
                  <a:pt x="96818" y="91080"/>
                  <a:pt x="94487" y="88763"/>
                </a:cubicBezTo>
                <a:cubicBezTo>
                  <a:pt x="92156" y="86446"/>
                  <a:pt x="90990" y="83544"/>
                  <a:pt x="90990" y="80058"/>
                </a:cubicBezTo>
                <a:cubicBezTo>
                  <a:pt x="90990" y="75335"/>
                  <a:pt x="93014" y="71087"/>
                  <a:pt x="97060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6" y="34979"/>
                  <a:pt x="119889" y="34078"/>
                </a:cubicBezTo>
                <a:cubicBezTo>
                  <a:pt x="118481" y="33176"/>
                  <a:pt x="116898" y="32725"/>
                  <a:pt x="115138" y="32725"/>
                </a:cubicBezTo>
                <a:cubicBezTo>
                  <a:pt x="112279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7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7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5" y="45656"/>
                  <a:pt x="141925" y="52313"/>
                </a:cubicBezTo>
                <a:lnTo>
                  <a:pt x="141925" y="76318"/>
                </a:lnTo>
                <a:cubicBezTo>
                  <a:pt x="141925" y="79140"/>
                  <a:pt x="142035" y="80915"/>
                  <a:pt x="142255" y="81644"/>
                </a:cubicBezTo>
                <a:cubicBezTo>
                  <a:pt x="142475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59" y="81351"/>
                </a:cubicBezTo>
                <a:lnTo>
                  <a:pt x="150239" y="82935"/>
                </a:lnTo>
                <a:cubicBezTo>
                  <a:pt x="148039" y="86190"/>
                  <a:pt x="145763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6" y="89747"/>
                </a:cubicBezTo>
                <a:cubicBezTo>
                  <a:pt x="125167" y="88086"/>
                  <a:pt x="123957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5" y="59826"/>
                  <a:pt x="114237" y="63185"/>
                  <a:pt x="111641" y="66766"/>
                </a:cubicBezTo>
                <a:cubicBezTo>
                  <a:pt x="109926" y="69152"/>
                  <a:pt x="109068" y="71561"/>
                  <a:pt x="109068" y="73993"/>
                </a:cubicBezTo>
                <a:cubicBezTo>
                  <a:pt x="109068" y="76026"/>
                  <a:pt x="109794" y="77816"/>
                  <a:pt x="111246" y="79364"/>
                </a:cubicBezTo>
                <a:cubicBezTo>
                  <a:pt x="112345" y="80557"/>
                  <a:pt x="113885" y="81153"/>
                  <a:pt x="115864" y="81153"/>
                </a:cubicBezTo>
                <a:cubicBezTo>
                  <a:pt x="118063" y="81153"/>
                  <a:pt x="120615" y="79878"/>
                  <a:pt x="123518" y="77327"/>
                </a:cubicBezTo>
                <a:close/>
                <a:moveTo>
                  <a:pt x="196203" y="30350"/>
                </a:moveTo>
                <a:lnTo>
                  <a:pt x="216986" y="30350"/>
                </a:lnTo>
                <a:lnTo>
                  <a:pt x="216986" y="37608"/>
                </a:lnTo>
                <a:lnTo>
                  <a:pt x="205176" y="37608"/>
                </a:lnTo>
                <a:cubicBezTo>
                  <a:pt x="207331" y="39763"/>
                  <a:pt x="208827" y="41720"/>
                  <a:pt x="209662" y="43480"/>
                </a:cubicBezTo>
                <a:cubicBezTo>
                  <a:pt x="210718" y="45855"/>
                  <a:pt x="211246" y="48340"/>
                  <a:pt x="211246" y="50935"/>
                </a:cubicBezTo>
                <a:cubicBezTo>
                  <a:pt x="211246" y="55334"/>
                  <a:pt x="210025" y="59150"/>
                  <a:pt x="207584" y="62382"/>
                </a:cubicBezTo>
                <a:cubicBezTo>
                  <a:pt x="205143" y="65615"/>
                  <a:pt x="201822" y="68145"/>
                  <a:pt x="197621" y="69970"/>
                </a:cubicBezTo>
                <a:cubicBezTo>
                  <a:pt x="193421" y="71795"/>
                  <a:pt x="189693" y="72708"/>
                  <a:pt x="186438" y="72708"/>
                </a:cubicBezTo>
                <a:cubicBezTo>
                  <a:pt x="186174" y="72708"/>
                  <a:pt x="183535" y="72598"/>
                  <a:pt x="178521" y="72378"/>
                </a:cubicBezTo>
                <a:cubicBezTo>
                  <a:pt x="176541" y="72378"/>
                  <a:pt x="174881" y="73024"/>
                  <a:pt x="173539" y="74314"/>
                </a:cubicBezTo>
                <a:cubicBezTo>
                  <a:pt x="172198" y="75605"/>
                  <a:pt x="171527" y="77146"/>
                  <a:pt x="171527" y="78939"/>
                </a:cubicBezTo>
                <a:cubicBezTo>
                  <a:pt x="171527" y="80514"/>
                  <a:pt x="172132" y="81805"/>
                  <a:pt x="173341" y="82811"/>
                </a:cubicBezTo>
                <a:cubicBezTo>
                  <a:pt x="174551" y="83817"/>
                  <a:pt x="176519" y="84320"/>
                  <a:pt x="179246" y="84320"/>
                </a:cubicBezTo>
                <a:lnTo>
                  <a:pt x="190661" y="84188"/>
                </a:lnTo>
                <a:cubicBezTo>
                  <a:pt x="199897" y="84188"/>
                  <a:pt x="206253" y="85202"/>
                  <a:pt x="209728" y="87229"/>
                </a:cubicBezTo>
                <a:cubicBezTo>
                  <a:pt x="214699" y="90049"/>
                  <a:pt x="217184" y="94389"/>
                  <a:pt x="217184" y="100250"/>
                </a:cubicBezTo>
                <a:cubicBezTo>
                  <a:pt x="217184" y="103995"/>
                  <a:pt x="216040" y="107400"/>
                  <a:pt x="213753" y="110462"/>
                </a:cubicBezTo>
                <a:cubicBezTo>
                  <a:pt x="211466" y="113525"/>
                  <a:pt x="208453" y="115783"/>
                  <a:pt x="204714" y="117237"/>
                </a:cubicBezTo>
                <a:cubicBezTo>
                  <a:pt x="199040" y="119397"/>
                  <a:pt x="192508" y="120476"/>
                  <a:pt x="185118" y="120476"/>
                </a:cubicBezTo>
                <a:cubicBezTo>
                  <a:pt x="179576" y="120476"/>
                  <a:pt x="174518" y="119937"/>
                  <a:pt x="169943" y="118860"/>
                </a:cubicBezTo>
                <a:cubicBezTo>
                  <a:pt x="165369" y="117782"/>
                  <a:pt x="162092" y="116286"/>
                  <a:pt x="160113" y="114371"/>
                </a:cubicBezTo>
                <a:cubicBezTo>
                  <a:pt x="158133" y="112458"/>
                  <a:pt x="157144" y="110445"/>
                  <a:pt x="157144" y="108332"/>
                </a:cubicBezTo>
                <a:cubicBezTo>
                  <a:pt x="157144" y="106309"/>
                  <a:pt x="157902" y="104494"/>
                  <a:pt x="159420" y="102887"/>
                </a:cubicBezTo>
                <a:cubicBezTo>
                  <a:pt x="160937" y="101281"/>
                  <a:pt x="163763" y="99929"/>
                  <a:pt x="167898" y="98829"/>
                </a:cubicBezTo>
                <a:cubicBezTo>
                  <a:pt x="162180" y="96014"/>
                  <a:pt x="159321" y="92100"/>
                  <a:pt x="159321" y="87087"/>
                </a:cubicBezTo>
                <a:cubicBezTo>
                  <a:pt x="159321" y="84052"/>
                  <a:pt x="160486" y="81106"/>
                  <a:pt x="162818" y="78248"/>
                </a:cubicBezTo>
                <a:cubicBezTo>
                  <a:pt x="165149" y="75389"/>
                  <a:pt x="168844" y="72904"/>
                  <a:pt x="173902" y="70793"/>
                </a:cubicBezTo>
                <a:cubicBezTo>
                  <a:pt x="168008" y="68635"/>
                  <a:pt x="163741" y="65793"/>
                  <a:pt x="161102" y="62269"/>
                </a:cubicBezTo>
                <a:cubicBezTo>
                  <a:pt x="158463" y="58745"/>
                  <a:pt x="157144" y="54670"/>
                  <a:pt x="157144" y="50045"/>
                </a:cubicBezTo>
                <a:cubicBezTo>
                  <a:pt x="157144" y="44010"/>
                  <a:pt x="159607" y="38779"/>
                  <a:pt x="164533" y="34352"/>
                </a:cubicBezTo>
                <a:cubicBezTo>
                  <a:pt x="169459" y="29925"/>
                  <a:pt x="175793" y="27711"/>
                  <a:pt x="183535" y="27711"/>
                </a:cubicBezTo>
                <a:cubicBezTo>
                  <a:pt x="187626" y="27711"/>
                  <a:pt x="191848" y="28591"/>
                  <a:pt x="196203" y="30350"/>
                </a:cubicBezTo>
                <a:moveTo>
                  <a:pt x="184788" y="31933"/>
                </a:moveTo>
                <a:cubicBezTo>
                  <a:pt x="182237" y="31933"/>
                  <a:pt x="180082" y="33218"/>
                  <a:pt x="178323" y="35787"/>
                </a:cubicBezTo>
                <a:cubicBezTo>
                  <a:pt x="176563" y="38355"/>
                  <a:pt x="175683" y="43678"/>
                  <a:pt x="175683" y="51758"/>
                </a:cubicBezTo>
                <a:cubicBezTo>
                  <a:pt x="175683" y="58299"/>
                  <a:pt x="176552" y="62789"/>
                  <a:pt x="178290" y="65226"/>
                </a:cubicBezTo>
                <a:cubicBezTo>
                  <a:pt x="180027" y="67663"/>
                  <a:pt x="182083" y="68881"/>
                  <a:pt x="184459" y="68881"/>
                </a:cubicBezTo>
                <a:cubicBezTo>
                  <a:pt x="187098" y="68881"/>
                  <a:pt x="189297" y="67674"/>
                  <a:pt x="191056" y="65259"/>
                </a:cubicBezTo>
                <a:cubicBezTo>
                  <a:pt x="192816" y="62844"/>
                  <a:pt x="193696" y="58145"/>
                  <a:pt x="193696" y="51164"/>
                </a:cubicBezTo>
                <a:cubicBezTo>
                  <a:pt x="193696" y="43306"/>
                  <a:pt x="192706" y="37949"/>
                  <a:pt x="190726" y="35094"/>
                </a:cubicBezTo>
                <a:cubicBezTo>
                  <a:pt x="189319" y="32987"/>
                  <a:pt x="187340" y="31933"/>
                  <a:pt x="184788" y="31933"/>
                </a:cubicBezTo>
                <a:moveTo>
                  <a:pt x="180896" y="100419"/>
                </a:moveTo>
                <a:cubicBezTo>
                  <a:pt x="176409" y="100419"/>
                  <a:pt x="173440" y="100791"/>
                  <a:pt x="171989" y="101536"/>
                </a:cubicBezTo>
                <a:cubicBezTo>
                  <a:pt x="169481" y="102893"/>
                  <a:pt x="168228" y="104732"/>
                  <a:pt x="168228" y="107054"/>
                </a:cubicBezTo>
                <a:cubicBezTo>
                  <a:pt x="168228" y="109288"/>
                  <a:pt x="169525" y="111313"/>
                  <a:pt x="172121" y="113130"/>
                </a:cubicBezTo>
                <a:cubicBezTo>
                  <a:pt x="174716" y="114949"/>
                  <a:pt x="179598" y="115858"/>
                  <a:pt x="186768" y="115858"/>
                </a:cubicBezTo>
                <a:cubicBezTo>
                  <a:pt x="192882" y="115858"/>
                  <a:pt x="197687" y="115048"/>
                  <a:pt x="201184" y="113427"/>
                </a:cubicBezTo>
                <a:cubicBezTo>
                  <a:pt x="204681" y="111806"/>
                  <a:pt x="206429" y="109529"/>
                  <a:pt x="206429" y="106594"/>
                </a:cubicBezTo>
                <a:cubicBezTo>
                  <a:pt x="206429" y="105500"/>
                  <a:pt x="206099" y="104580"/>
                  <a:pt x="205440" y="103835"/>
                </a:cubicBezTo>
                <a:cubicBezTo>
                  <a:pt x="204252" y="102521"/>
                  <a:pt x="202460" y="101623"/>
                  <a:pt x="200062" y="101141"/>
                </a:cubicBezTo>
                <a:cubicBezTo>
                  <a:pt x="197665" y="100659"/>
                  <a:pt x="191276" y="100419"/>
                  <a:pt x="180896" y="100419"/>
                </a:cubicBezTo>
                <a:close/>
                <a:moveTo>
                  <a:pt x="263213" y="0"/>
                </a:moveTo>
                <a:lnTo>
                  <a:pt x="263213" y="73104"/>
                </a:lnTo>
                <a:cubicBezTo>
                  <a:pt x="263213" y="78649"/>
                  <a:pt x="263454" y="82186"/>
                  <a:pt x="263938" y="83716"/>
                </a:cubicBezTo>
                <a:cubicBezTo>
                  <a:pt x="264422" y="85246"/>
                  <a:pt x="265434" y="86499"/>
                  <a:pt x="266973" y="87475"/>
                </a:cubicBezTo>
                <a:cubicBezTo>
                  <a:pt x="268513" y="88451"/>
                  <a:pt x="270976" y="88939"/>
                  <a:pt x="274363" y="88939"/>
                </a:cubicBezTo>
                <a:lnTo>
                  <a:pt x="276408" y="88939"/>
                </a:lnTo>
                <a:lnTo>
                  <a:pt x="276408" y="91314"/>
                </a:lnTo>
                <a:lnTo>
                  <a:pt x="229300" y="91314"/>
                </a:lnTo>
                <a:lnTo>
                  <a:pt x="229300" y="88939"/>
                </a:lnTo>
                <a:lnTo>
                  <a:pt x="231675" y="88939"/>
                </a:lnTo>
                <a:cubicBezTo>
                  <a:pt x="235502" y="88939"/>
                  <a:pt x="238229" y="88495"/>
                  <a:pt x="239856" y="87609"/>
                </a:cubicBezTo>
                <a:cubicBezTo>
                  <a:pt x="241484" y="86721"/>
                  <a:pt x="242583" y="85501"/>
                  <a:pt x="243155" y="83949"/>
                </a:cubicBezTo>
                <a:cubicBezTo>
                  <a:pt x="243727" y="82396"/>
                  <a:pt x="244013" y="78781"/>
                  <a:pt x="244013" y="73104"/>
                </a:cubicBezTo>
                <a:lnTo>
                  <a:pt x="244013" y="26787"/>
                </a:lnTo>
                <a:cubicBezTo>
                  <a:pt x="244013" y="22653"/>
                  <a:pt x="243815" y="20068"/>
                  <a:pt x="243419" y="19035"/>
                </a:cubicBezTo>
                <a:cubicBezTo>
                  <a:pt x="243023" y="18001"/>
                  <a:pt x="242286" y="17121"/>
                  <a:pt x="241209" y="16396"/>
                </a:cubicBezTo>
                <a:cubicBezTo>
                  <a:pt x="240131" y="15670"/>
                  <a:pt x="238889" y="15307"/>
                  <a:pt x="237481" y="15307"/>
                </a:cubicBezTo>
                <a:cubicBezTo>
                  <a:pt x="235238" y="15307"/>
                  <a:pt x="232511" y="16011"/>
                  <a:pt x="229300" y="17418"/>
                </a:cubicBezTo>
                <a:lnTo>
                  <a:pt x="228112" y="15043"/>
                </a:lnTo>
                <a:lnTo>
                  <a:pt x="261035" y="0"/>
                </a:lnTo>
                <a:lnTo>
                  <a:pt x="2632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ok">
            <a:extLst xmlns:a="http://schemas.openxmlformats.org/drawingml/2006/main">
              <a:ext uri="{FF2B5EF4-FFF2-40B4-BE49-F238E27FC236}">
                <a16:creationId xmlns:a16="http://schemas.microsoft.com/office/drawing/2014/main" id="{ECD3AF03-BF95-4C8D-A3DB-7D1A6C9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078" y="1603411"/>
            <a:ext cx="207327" cy="136120"/>
          </a:xfrm>
          <a:custGeom xmlns:a="http://schemas.openxmlformats.org/drawingml/2006/main">
            <a:pathLst>
              <a:path w="207327" h="136120">
                <a:moveTo>
                  <a:pt x="42882" y="38554"/>
                </a:moveTo>
                <a:cubicBezTo>
                  <a:pt x="50881" y="38554"/>
                  <a:pt x="58323" y="40622"/>
                  <a:pt x="65208" y="44757"/>
                </a:cubicBezTo>
                <a:cubicBezTo>
                  <a:pt x="72093" y="48892"/>
                  <a:pt x="77322" y="54766"/>
                  <a:pt x="80895" y="62380"/>
                </a:cubicBezTo>
                <a:cubicBezTo>
                  <a:pt x="84469" y="69994"/>
                  <a:pt x="86255" y="78330"/>
                  <a:pt x="86255" y="87386"/>
                </a:cubicBezTo>
                <a:cubicBezTo>
                  <a:pt x="86255" y="100447"/>
                  <a:pt x="82944" y="111375"/>
                  <a:pt x="76322" y="120172"/>
                </a:cubicBezTo>
                <a:cubicBezTo>
                  <a:pt x="68322" y="130804"/>
                  <a:pt x="57274" y="136120"/>
                  <a:pt x="43177" y="136120"/>
                </a:cubicBezTo>
                <a:cubicBezTo>
                  <a:pt x="29342" y="136120"/>
                  <a:pt x="18687" y="131263"/>
                  <a:pt x="11212" y="121549"/>
                </a:cubicBezTo>
                <a:cubicBezTo>
                  <a:pt x="3737" y="111834"/>
                  <a:pt x="0" y="100578"/>
                  <a:pt x="0" y="87780"/>
                </a:cubicBezTo>
                <a:cubicBezTo>
                  <a:pt x="0" y="74588"/>
                  <a:pt x="3819" y="63086"/>
                  <a:pt x="11458" y="53273"/>
                </a:cubicBezTo>
                <a:cubicBezTo>
                  <a:pt x="19097" y="43461"/>
                  <a:pt x="29571" y="38554"/>
                  <a:pt x="42882" y="38554"/>
                </a:cubicBezTo>
                <a:moveTo>
                  <a:pt x="43275" y="45439"/>
                </a:moveTo>
                <a:cubicBezTo>
                  <a:pt x="39931" y="45439"/>
                  <a:pt x="37063" y="46703"/>
                  <a:pt x="34669" y="49232"/>
                </a:cubicBezTo>
                <a:cubicBezTo>
                  <a:pt x="32276" y="51758"/>
                  <a:pt x="30702" y="56746"/>
                  <a:pt x="29948" y="64197"/>
                </a:cubicBezTo>
                <a:cubicBezTo>
                  <a:pt x="29194" y="71647"/>
                  <a:pt x="28817" y="82003"/>
                  <a:pt x="28817" y="95264"/>
                </a:cubicBezTo>
                <a:cubicBezTo>
                  <a:pt x="28817" y="102288"/>
                  <a:pt x="29276" y="108853"/>
                  <a:pt x="30194" y="114959"/>
                </a:cubicBezTo>
                <a:cubicBezTo>
                  <a:pt x="30916" y="119618"/>
                  <a:pt x="32456" y="123163"/>
                  <a:pt x="34817" y="125593"/>
                </a:cubicBezTo>
                <a:cubicBezTo>
                  <a:pt x="37177" y="128021"/>
                  <a:pt x="39866" y="129235"/>
                  <a:pt x="42882" y="129235"/>
                </a:cubicBezTo>
                <a:cubicBezTo>
                  <a:pt x="45832" y="129235"/>
                  <a:pt x="48291" y="128415"/>
                  <a:pt x="50258" y="126774"/>
                </a:cubicBezTo>
                <a:cubicBezTo>
                  <a:pt x="52815" y="124542"/>
                  <a:pt x="54520" y="121424"/>
                  <a:pt x="55373" y="117418"/>
                </a:cubicBezTo>
                <a:cubicBezTo>
                  <a:pt x="56684" y="111183"/>
                  <a:pt x="57340" y="98579"/>
                  <a:pt x="57340" y="79607"/>
                </a:cubicBezTo>
                <a:cubicBezTo>
                  <a:pt x="57340" y="68448"/>
                  <a:pt x="56717" y="60785"/>
                  <a:pt x="55471" y="56617"/>
                </a:cubicBezTo>
                <a:cubicBezTo>
                  <a:pt x="54225" y="52448"/>
                  <a:pt x="52389" y="49411"/>
                  <a:pt x="49963" y="47507"/>
                </a:cubicBezTo>
                <a:cubicBezTo>
                  <a:pt x="48258" y="46128"/>
                  <a:pt x="46029" y="45439"/>
                  <a:pt x="43275" y="45439"/>
                </a:cubicBezTo>
                <a:close/>
                <a:moveTo>
                  <a:pt x="137595" y="0"/>
                </a:moveTo>
                <a:lnTo>
                  <a:pt x="137595" y="87804"/>
                </a:lnTo>
                <a:lnTo>
                  <a:pt x="158938" y="66821"/>
                </a:lnTo>
                <a:cubicBezTo>
                  <a:pt x="163331" y="62547"/>
                  <a:pt x="166068" y="59446"/>
                  <a:pt x="167150" y="57518"/>
                </a:cubicBezTo>
                <a:cubicBezTo>
                  <a:pt x="168232" y="55590"/>
                  <a:pt x="168773" y="53727"/>
                  <a:pt x="168773" y="51930"/>
                </a:cubicBezTo>
                <a:cubicBezTo>
                  <a:pt x="168773" y="50135"/>
                  <a:pt x="168052" y="48640"/>
                  <a:pt x="166609" y="47443"/>
                </a:cubicBezTo>
                <a:cubicBezTo>
                  <a:pt x="165167" y="46246"/>
                  <a:pt x="162347" y="45382"/>
                  <a:pt x="158151" y="44849"/>
                </a:cubicBezTo>
                <a:lnTo>
                  <a:pt x="158151" y="41308"/>
                </a:lnTo>
                <a:lnTo>
                  <a:pt x="199361" y="41308"/>
                </a:lnTo>
                <a:lnTo>
                  <a:pt x="199361" y="44849"/>
                </a:lnTo>
                <a:cubicBezTo>
                  <a:pt x="195427" y="45048"/>
                  <a:pt x="191984" y="45992"/>
                  <a:pt x="189034" y="47683"/>
                </a:cubicBezTo>
                <a:cubicBezTo>
                  <a:pt x="186083" y="49373"/>
                  <a:pt x="180313" y="54461"/>
                  <a:pt x="171724" y="62946"/>
                </a:cubicBezTo>
                <a:lnTo>
                  <a:pt x="161692" y="72864"/>
                </a:lnTo>
                <a:lnTo>
                  <a:pt x="183329" y="104460"/>
                </a:lnTo>
                <a:cubicBezTo>
                  <a:pt x="192050" y="117307"/>
                  <a:pt x="197230" y="124517"/>
                  <a:pt x="198869" y="126088"/>
                </a:cubicBezTo>
                <a:cubicBezTo>
                  <a:pt x="201098" y="128317"/>
                  <a:pt x="203918" y="129563"/>
                  <a:pt x="207327" y="129826"/>
                </a:cubicBezTo>
                <a:lnTo>
                  <a:pt x="207327" y="133366"/>
                </a:lnTo>
                <a:lnTo>
                  <a:pt x="159823" y="133366"/>
                </a:lnTo>
                <a:lnTo>
                  <a:pt x="159823" y="129826"/>
                </a:lnTo>
                <a:cubicBezTo>
                  <a:pt x="161921" y="129826"/>
                  <a:pt x="163445" y="129432"/>
                  <a:pt x="164396" y="128645"/>
                </a:cubicBezTo>
                <a:cubicBezTo>
                  <a:pt x="165347" y="127856"/>
                  <a:pt x="165822" y="127003"/>
                  <a:pt x="165822" y="126085"/>
                </a:cubicBezTo>
                <a:cubicBezTo>
                  <a:pt x="165822" y="124575"/>
                  <a:pt x="164445" y="121785"/>
                  <a:pt x="161692" y="117716"/>
                </a:cubicBezTo>
                <a:lnTo>
                  <a:pt x="143496" y="91035"/>
                </a:lnTo>
                <a:lnTo>
                  <a:pt x="137595" y="96877"/>
                </a:lnTo>
                <a:lnTo>
                  <a:pt x="137595" y="113302"/>
                </a:lnTo>
                <a:cubicBezTo>
                  <a:pt x="137595" y="120361"/>
                  <a:pt x="138251" y="124764"/>
                  <a:pt x="139562" y="126512"/>
                </a:cubicBezTo>
                <a:cubicBezTo>
                  <a:pt x="140874" y="128260"/>
                  <a:pt x="143562" y="129365"/>
                  <a:pt x="147627" y="129826"/>
                </a:cubicBezTo>
                <a:lnTo>
                  <a:pt x="147627" y="133366"/>
                </a:lnTo>
                <a:lnTo>
                  <a:pt x="100123" y="133366"/>
                </a:lnTo>
                <a:lnTo>
                  <a:pt x="100123" y="129826"/>
                </a:lnTo>
                <a:cubicBezTo>
                  <a:pt x="103991" y="129430"/>
                  <a:pt x="106745" y="128177"/>
                  <a:pt x="108384" y="126067"/>
                </a:cubicBezTo>
                <a:cubicBezTo>
                  <a:pt x="109499" y="124616"/>
                  <a:pt x="110056" y="120361"/>
                  <a:pt x="110056" y="113302"/>
                </a:cubicBezTo>
                <a:lnTo>
                  <a:pt x="110056" y="20064"/>
                </a:lnTo>
                <a:cubicBezTo>
                  <a:pt x="110056" y="13030"/>
                  <a:pt x="109417" y="8650"/>
                  <a:pt x="108139" y="6925"/>
                </a:cubicBezTo>
                <a:cubicBezTo>
                  <a:pt x="106860" y="5199"/>
                  <a:pt x="104188" y="4071"/>
                  <a:pt x="100123" y="3541"/>
                </a:cubicBezTo>
                <a:lnTo>
                  <a:pt x="100123" y="0"/>
                </a:lnTo>
                <a:lnTo>
                  <a:pt x="1375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FEA2C-68A4-4F79-81FB-96610B1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406" y="986296"/>
            <a:ext cx="254351" cy="100713"/>
          </a:xfrm>
          <a:custGeom xmlns:a="http://schemas.openxmlformats.org/drawingml/2006/main">
            <a:pathLst>
              <a:path w="254351" h="100713">
                <a:moveTo>
                  <a:pt x="153974" y="100713"/>
                </a:moveTo>
                <a:lnTo>
                  <a:pt x="254351" y="49685"/>
                </a:lnTo>
                <a:lnTo>
                  <a:pt x="153302" y="0"/>
                </a:lnTo>
                <a:lnTo>
                  <a:pt x="153582" y="41961"/>
                </a:lnTo>
                <a:lnTo>
                  <a:pt x="0" y="42971"/>
                </a:lnTo>
                <a:lnTo>
                  <a:pt x="101" y="59756"/>
                </a:lnTo>
                <a:lnTo>
                  <a:pt x="153694" y="58747"/>
                </a:lnTo>
                <a:lnTo>
                  <a:pt x="153974" y="100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3BA69-DAB1-461E-8FC4-DBFC17E8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757" y="986313"/>
            <a:ext cx="248476" cy="100696"/>
          </a:xfrm>
          <a:custGeom xmlns:a="http://schemas.openxmlformats.org/drawingml/2006/main">
            <a:pathLst>
              <a:path w="248476" h="100696">
                <a:moveTo>
                  <a:pt x="148099" y="100696"/>
                </a:moveTo>
                <a:lnTo>
                  <a:pt x="248476" y="49668"/>
                </a:lnTo>
                <a:lnTo>
                  <a:pt x="147427" y="0"/>
                </a:lnTo>
                <a:lnTo>
                  <a:pt x="147707" y="41950"/>
                </a:lnTo>
                <a:lnTo>
                  <a:pt x="0" y="42954"/>
                </a:lnTo>
                <a:lnTo>
                  <a:pt x="101" y="59740"/>
                </a:lnTo>
                <a:lnTo>
                  <a:pt x="147819" y="58736"/>
                </a:lnTo>
                <a:lnTo>
                  <a:pt x="148099" y="100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4F22D-5ECB-4737-B3D5-F986408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374" y="987807"/>
            <a:ext cx="245942" cy="100696"/>
          </a:xfrm>
          <a:custGeom xmlns:a="http://schemas.openxmlformats.org/drawingml/2006/main">
            <a:pathLst>
              <a:path w="245942" h="100696">
                <a:moveTo>
                  <a:pt x="67" y="41460"/>
                </a:moveTo>
                <a:lnTo>
                  <a:pt x="0" y="58246"/>
                </a:lnTo>
                <a:lnTo>
                  <a:pt x="145200" y="58746"/>
                </a:lnTo>
                <a:lnTo>
                  <a:pt x="145061" y="100696"/>
                </a:lnTo>
                <a:lnTo>
                  <a:pt x="245942" y="50692"/>
                </a:lnTo>
                <a:lnTo>
                  <a:pt x="145396" y="0"/>
                </a:lnTo>
                <a:lnTo>
                  <a:pt x="145256" y="41961"/>
                </a:lnTo>
                <a:lnTo>
                  <a:pt x="67" y="41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77BE7-C1C7-488A-A4B8-4CF73C6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315" y="987152"/>
            <a:ext cx="243440" cy="100713"/>
          </a:xfrm>
          <a:custGeom xmlns:a="http://schemas.openxmlformats.org/drawingml/2006/main">
            <a:pathLst>
              <a:path w="243440" h="100713">
                <a:moveTo>
                  <a:pt x="143080" y="100713"/>
                </a:moveTo>
                <a:lnTo>
                  <a:pt x="243440" y="49668"/>
                </a:lnTo>
                <a:lnTo>
                  <a:pt x="142375" y="0"/>
                </a:lnTo>
                <a:lnTo>
                  <a:pt x="142669" y="41970"/>
                </a:lnTo>
                <a:lnTo>
                  <a:pt x="0" y="42954"/>
                </a:lnTo>
                <a:lnTo>
                  <a:pt x="101" y="59740"/>
                </a:lnTo>
                <a:lnTo>
                  <a:pt x="142786" y="58755"/>
                </a:lnTo>
                <a:lnTo>
                  <a:pt x="143080" y="100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02399-7743-4FD6-83F1-D0D5B5C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5688" y="989200"/>
            <a:ext cx="289668" cy="100713"/>
          </a:xfrm>
          <a:custGeom xmlns:a="http://schemas.openxmlformats.org/drawingml/2006/main">
            <a:pathLst>
              <a:path w="289668" h="100713">
                <a:moveTo>
                  <a:pt x="235" y="39228"/>
                </a:moveTo>
                <a:lnTo>
                  <a:pt x="0" y="56013"/>
                </a:lnTo>
                <a:lnTo>
                  <a:pt x="188848" y="58753"/>
                </a:lnTo>
                <a:lnTo>
                  <a:pt x="188233" y="100713"/>
                </a:lnTo>
                <a:lnTo>
                  <a:pt x="289668" y="51817"/>
                </a:lnTo>
                <a:lnTo>
                  <a:pt x="189693" y="0"/>
                </a:lnTo>
                <a:lnTo>
                  <a:pt x="189092" y="41968"/>
                </a:lnTo>
                <a:lnTo>
                  <a:pt x="235" y="39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(a)Theeventtraceofthef">
            <a:extLst xmlns:a="http://schemas.openxmlformats.org/drawingml/2006/main">
              <a:ext uri="{FF2B5EF4-FFF2-40B4-BE49-F238E27FC236}">
                <a16:creationId xmlns:a16="http://schemas.microsoft.com/office/drawing/2014/main" id="{F724B827-0D88-4B9A-A9F6-2D650CD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78" y="2197449"/>
            <a:ext cx="2512449" cy="214188"/>
          </a:xfrm>
          <a:custGeom xmlns:a="http://schemas.openxmlformats.org/drawingml/2006/main">
            <a:pathLst>
              <a:path w="2512449" h="214188">
                <a:moveTo>
                  <a:pt x="63565" y="209927"/>
                </a:moveTo>
                <a:lnTo>
                  <a:pt x="63565" y="214188"/>
                </a:lnTo>
                <a:cubicBezTo>
                  <a:pt x="51973" y="208353"/>
                  <a:pt x="42300" y="201521"/>
                  <a:pt x="34546" y="193690"/>
                </a:cubicBezTo>
                <a:cubicBezTo>
                  <a:pt x="23492" y="182558"/>
                  <a:pt x="14970" y="169431"/>
                  <a:pt x="8982" y="154307"/>
                </a:cubicBezTo>
                <a:cubicBezTo>
                  <a:pt x="2994" y="139184"/>
                  <a:pt x="0" y="123484"/>
                  <a:pt x="0" y="107209"/>
                </a:cubicBezTo>
                <a:cubicBezTo>
                  <a:pt x="0" y="83410"/>
                  <a:pt x="5873" y="61704"/>
                  <a:pt x="17619" y="42089"/>
                </a:cubicBezTo>
                <a:cubicBezTo>
                  <a:pt x="29364" y="22474"/>
                  <a:pt x="44680" y="8445"/>
                  <a:pt x="63565" y="0"/>
                </a:cubicBezTo>
                <a:lnTo>
                  <a:pt x="63565" y="4837"/>
                </a:lnTo>
                <a:cubicBezTo>
                  <a:pt x="54123" y="10057"/>
                  <a:pt x="46369" y="17196"/>
                  <a:pt x="40304" y="26255"/>
                </a:cubicBezTo>
                <a:cubicBezTo>
                  <a:pt x="34239" y="35314"/>
                  <a:pt x="29710" y="46791"/>
                  <a:pt x="26716" y="60686"/>
                </a:cubicBezTo>
                <a:cubicBezTo>
                  <a:pt x="23722" y="74582"/>
                  <a:pt x="22225" y="89091"/>
                  <a:pt x="22225" y="104215"/>
                </a:cubicBezTo>
                <a:cubicBezTo>
                  <a:pt x="22225" y="120644"/>
                  <a:pt x="23492" y="135575"/>
                  <a:pt x="26025" y="149010"/>
                </a:cubicBezTo>
                <a:cubicBezTo>
                  <a:pt x="28021" y="159604"/>
                  <a:pt x="30439" y="168107"/>
                  <a:pt x="33280" y="174517"/>
                </a:cubicBezTo>
                <a:cubicBezTo>
                  <a:pt x="36120" y="180927"/>
                  <a:pt x="39939" y="187088"/>
                  <a:pt x="44738" y="192999"/>
                </a:cubicBezTo>
                <a:cubicBezTo>
                  <a:pt x="49536" y="198910"/>
                  <a:pt x="55812" y="204553"/>
                  <a:pt x="63565" y="209927"/>
                </a:cubicBezTo>
                <a:close/>
                <a:moveTo>
                  <a:pt x="135515" y="148549"/>
                </a:moveTo>
                <a:cubicBezTo>
                  <a:pt x="124690" y="156917"/>
                  <a:pt x="117896" y="161754"/>
                  <a:pt x="115132" y="163059"/>
                </a:cubicBezTo>
                <a:cubicBezTo>
                  <a:pt x="110987" y="165055"/>
                  <a:pt x="106573" y="166053"/>
                  <a:pt x="101890" y="166053"/>
                </a:cubicBezTo>
                <a:cubicBezTo>
                  <a:pt x="94596" y="166053"/>
                  <a:pt x="88589" y="163558"/>
                  <a:pt x="83868" y="158568"/>
                </a:cubicBezTo>
                <a:cubicBezTo>
                  <a:pt x="79147" y="153578"/>
                  <a:pt x="76786" y="147014"/>
                  <a:pt x="76786" y="138876"/>
                </a:cubicBezTo>
                <a:cubicBezTo>
                  <a:pt x="76786" y="133733"/>
                  <a:pt x="77937" y="129280"/>
                  <a:pt x="80241" y="125519"/>
                </a:cubicBezTo>
                <a:cubicBezTo>
                  <a:pt x="83388" y="120298"/>
                  <a:pt x="88858" y="115385"/>
                  <a:pt x="96650" y="110779"/>
                </a:cubicBezTo>
                <a:cubicBezTo>
                  <a:pt x="104442" y="106173"/>
                  <a:pt x="117397" y="100568"/>
                  <a:pt x="135515" y="93966"/>
                </a:cubicBezTo>
                <a:lnTo>
                  <a:pt x="135515" y="89821"/>
                </a:lnTo>
                <a:cubicBezTo>
                  <a:pt x="135515" y="79303"/>
                  <a:pt x="133845" y="72087"/>
                  <a:pt x="130506" y="68172"/>
                </a:cubicBezTo>
                <a:cubicBezTo>
                  <a:pt x="127166" y="64256"/>
                  <a:pt x="122310" y="62299"/>
                  <a:pt x="115938" y="62299"/>
                </a:cubicBezTo>
                <a:cubicBezTo>
                  <a:pt x="111102" y="62299"/>
                  <a:pt x="107263" y="63599"/>
                  <a:pt x="104423" y="66200"/>
                </a:cubicBezTo>
                <a:cubicBezTo>
                  <a:pt x="101506" y="68800"/>
                  <a:pt x="100047" y="71783"/>
                  <a:pt x="100047" y="75149"/>
                </a:cubicBezTo>
                <a:lnTo>
                  <a:pt x="100277" y="81803"/>
                </a:lnTo>
                <a:cubicBezTo>
                  <a:pt x="100277" y="85320"/>
                  <a:pt x="99375" y="88035"/>
                  <a:pt x="97571" y="89947"/>
                </a:cubicBezTo>
                <a:cubicBezTo>
                  <a:pt x="95767" y="91859"/>
                  <a:pt x="93407" y="92815"/>
                  <a:pt x="90489" y="92815"/>
                </a:cubicBezTo>
                <a:cubicBezTo>
                  <a:pt x="87649" y="92815"/>
                  <a:pt x="85327" y="91820"/>
                  <a:pt x="83522" y="89831"/>
                </a:cubicBezTo>
                <a:cubicBezTo>
                  <a:pt x="81718" y="87840"/>
                  <a:pt x="80816" y="85122"/>
                  <a:pt x="80816" y="81677"/>
                </a:cubicBezTo>
                <a:cubicBezTo>
                  <a:pt x="80816" y="75096"/>
                  <a:pt x="84194" y="69051"/>
                  <a:pt x="90950" y="63540"/>
                </a:cubicBezTo>
                <a:cubicBezTo>
                  <a:pt x="97706" y="58030"/>
                  <a:pt x="107187" y="55274"/>
                  <a:pt x="119393" y="55274"/>
                </a:cubicBezTo>
                <a:cubicBezTo>
                  <a:pt x="128759" y="55274"/>
                  <a:pt x="136436" y="56846"/>
                  <a:pt x="142424" y="59988"/>
                </a:cubicBezTo>
                <a:cubicBezTo>
                  <a:pt x="146953" y="62366"/>
                  <a:pt x="150293" y="66086"/>
                  <a:pt x="152442" y="71148"/>
                </a:cubicBezTo>
                <a:cubicBezTo>
                  <a:pt x="153824" y="74444"/>
                  <a:pt x="154515" y="81191"/>
                  <a:pt x="154515" y="91390"/>
                </a:cubicBezTo>
                <a:lnTo>
                  <a:pt x="154515" y="127159"/>
                </a:lnTo>
                <a:cubicBezTo>
                  <a:pt x="154515" y="137204"/>
                  <a:pt x="154707" y="143358"/>
                  <a:pt x="155091" y="145620"/>
                </a:cubicBezTo>
                <a:cubicBezTo>
                  <a:pt x="155475" y="147883"/>
                  <a:pt x="156108" y="149398"/>
                  <a:pt x="156991" y="150165"/>
                </a:cubicBezTo>
                <a:cubicBezTo>
                  <a:pt x="157874" y="150931"/>
                  <a:pt x="158891" y="151313"/>
                  <a:pt x="160043" y="151313"/>
                </a:cubicBezTo>
                <a:cubicBezTo>
                  <a:pt x="161271" y="151313"/>
                  <a:pt x="162346" y="151044"/>
                  <a:pt x="163267" y="150507"/>
                </a:cubicBezTo>
                <a:cubicBezTo>
                  <a:pt x="164879" y="149509"/>
                  <a:pt x="167988" y="146707"/>
                  <a:pt x="172595" y="142101"/>
                </a:cubicBezTo>
                <a:lnTo>
                  <a:pt x="172595" y="148549"/>
                </a:lnTo>
                <a:cubicBezTo>
                  <a:pt x="163996" y="160065"/>
                  <a:pt x="155782" y="165823"/>
                  <a:pt x="147951" y="165823"/>
                </a:cubicBezTo>
                <a:cubicBezTo>
                  <a:pt x="144190" y="165823"/>
                  <a:pt x="141196" y="164518"/>
                  <a:pt x="138969" y="161907"/>
                </a:cubicBezTo>
                <a:cubicBezTo>
                  <a:pt x="136743" y="159297"/>
                  <a:pt x="135592" y="154845"/>
                  <a:pt x="135515" y="148549"/>
                </a:cubicBezTo>
                <a:moveTo>
                  <a:pt x="135515" y="141000"/>
                </a:moveTo>
                <a:lnTo>
                  <a:pt x="135515" y="100991"/>
                </a:lnTo>
                <a:cubicBezTo>
                  <a:pt x="123923" y="105575"/>
                  <a:pt x="116437" y="108824"/>
                  <a:pt x="113060" y="110736"/>
                </a:cubicBezTo>
                <a:cubicBezTo>
                  <a:pt x="106995" y="114099"/>
                  <a:pt x="102657" y="117615"/>
                  <a:pt x="100047" y="121283"/>
                </a:cubicBezTo>
                <a:cubicBezTo>
                  <a:pt x="97437" y="124951"/>
                  <a:pt x="96132" y="128964"/>
                  <a:pt x="96132" y="133320"/>
                </a:cubicBezTo>
                <a:cubicBezTo>
                  <a:pt x="96132" y="138824"/>
                  <a:pt x="97782" y="143390"/>
                  <a:pt x="101084" y="147020"/>
                </a:cubicBezTo>
                <a:cubicBezTo>
                  <a:pt x="104385" y="150650"/>
                  <a:pt x="108185" y="152465"/>
                  <a:pt x="112484" y="152465"/>
                </a:cubicBezTo>
                <a:cubicBezTo>
                  <a:pt x="118318" y="152465"/>
                  <a:pt x="125995" y="148643"/>
                  <a:pt x="135515" y="141000"/>
                </a:cubicBezTo>
                <a:close/>
                <a:moveTo>
                  <a:pt x="177747" y="4837"/>
                </a:moveTo>
                <a:lnTo>
                  <a:pt x="177747" y="0"/>
                </a:lnTo>
                <a:cubicBezTo>
                  <a:pt x="189416" y="5758"/>
                  <a:pt x="199127" y="12552"/>
                  <a:pt x="206881" y="20382"/>
                </a:cubicBezTo>
                <a:cubicBezTo>
                  <a:pt x="217859" y="31591"/>
                  <a:pt x="226342" y="44738"/>
                  <a:pt x="232330" y="59823"/>
                </a:cubicBezTo>
                <a:cubicBezTo>
                  <a:pt x="238318" y="74908"/>
                  <a:pt x="241312" y="90627"/>
                  <a:pt x="241312" y="106979"/>
                </a:cubicBezTo>
                <a:cubicBezTo>
                  <a:pt x="241312" y="130777"/>
                  <a:pt x="235459" y="152484"/>
                  <a:pt x="223751" y="172099"/>
                </a:cubicBezTo>
                <a:cubicBezTo>
                  <a:pt x="212044" y="191713"/>
                  <a:pt x="196709" y="205743"/>
                  <a:pt x="177747" y="214188"/>
                </a:cubicBezTo>
                <a:lnTo>
                  <a:pt x="177747" y="209927"/>
                </a:lnTo>
                <a:cubicBezTo>
                  <a:pt x="187190" y="204630"/>
                  <a:pt x="194963" y="197471"/>
                  <a:pt x="201066" y="188451"/>
                </a:cubicBezTo>
                <a:cubicBezTo>
                  <a:pt x="207169" y="179430"/>
                  <a:pt x="211698" y="167953"/>
                  <a:pt x="214654" y="154019"/>
                </a:cubicBezTo>
                <a:cubicBezTo>
                  <a:pt x="217610" y="140086"/>
                  <a:pt x="219087" y="125557"/>
                  <a:pt x="219087" y="110433"/>
                </a:cubicBezTo>
                <a:cubicBezTo>
                  <a:pt x="219087" y="94081"/>
                  <a:pt x="217821" y="79150"/>
                  <a:pt x="215287" y="65638"/>
                </a:cubicBezTo>
                <a:cubicBezTo>
                  <a:pt x="213368" y="55044"/>
                  <a:pt x="210969" y="46561"/>
                  <a:pt x="208090" y="40189"/>
                </a:cubicBezTo>
                <a:cubicBezTo>
                  <a:pt x="205211" y="33817"/>
                  <a:pt x="201392" y="27675"/>
                  <a:pt x="196632" y="21764"/>
                </a:cubicBezTo>
                <a:cubicBezTo>
                  <a:pt x="191873" y="15853"/>
                  <a:pt x="185577" y="10210"/>
                  <a:pt x="177747" y="4837"/>
                </a:cubicBezTo>
                <a:close/>
                <a:moveTo>
                  <a:pt x="440674" y="7600"/>
                </a:moveTo>
                <a:lnTo>
                  <a:pt x="442402" y="44219"/>
                </a:lnTo>
                <a:lnTo>
                  <a:pt x="438026" y="44219"/>
                </a:lnTo>
                <a:cubicBezTo>
                  <a:pt x="437181" y="37771"/>
                  <a:pt x="436030" y="33165"/>
                  <a:pt x="434571" y="30401"/>
                </a:cubicBezTo>
                <a:cubicBezTo>
                  <a:pt x="432191" y="25948"/>
                  <a:pt x="429025" y="22666"/>
                  <a:pt x="425071" y="20555"/>
                </a:cubicBezTo>
                <a:cubicBezTo>
                  <a:pt x="421117" y="18444"/>
                  <a:pt x="415916" y="17388"/>
                  <a:pt x="409468" y="17388"/>
                </a:cubicBezTo>
                <a:lnTo>
                  <a:pt x="387473" y="17388"/>
                </a:lnTo>
                <a:lnTo>
                  <a:pt x="387473" y="136689"/>
                </a:lnTo>
                <a:cubicBezTo>
                  <a:pt x="387473" y="146285"/>
                  <a:pt x="388509" y="152273"/>
                  <a:pt x="390582" y="154653"/>
                </a:cubicBezTo>
                <a:cubicBezTo>
                  <a:pt x="393499" y="157877"/>
                  <a:pt x="397990" y="159489"/>
                  <a:pt x="404055" y="159489"/>
                </a:cubicBezTo>
                <a:lnTo>
                  <a:pt x="409468" y="159489"/>
                </a:lnTo>
                <a:lnTo>
                  <a:pt x="409468" y="163750"/>
                </a:lnTo>
                <a:lnTo>
                  <a:pt x="343254" y="163750"/>
                </a:lnTo>
                <a:lnTo>
                  <a:pt x="343254" y="159489"/>
                </a:lnTo>
                <a:lnTo>
                  <a:pt x="348781" y="159489"/>
                </a:lnTo>
                <a:cubicBezTo>
                  <a:pt x="355383" y="159489"/>
                  <a:pt x="360066" y="157493"/>
                  <a:pt x="362830" y="153501"/>
                </a:cubicBezTo>
                <a:cubicBezTo>
                  <a:pt x="364519" y="151044"/>
                  <a:pt x="365363" y="145440"/>
                  <a:pt x="365363" y="136689"/>
                </a:cubicBezTo>
                <a:lnTo>
                  <a:pt x="365363" y="17388"/>
                </a:lnTo>
                <a:lnTo>
                  <a:pt x="346593" y="17388"/>
                </a:lnTo>
                <a:cubicBezTo>
                  <a:pt x="339300" y="17388"/>
                  <a:pt x="334118" y="17926"/>
                  <a:pt x="331047" y="19001"/>
                </a:cubicBezTo>
                <a:cubicBezTo>
                  <a:pt x="327055" y="20459"/>
                  <a:pt x="323639" y="23261"/>
                  <a:pt x="320799" y="27407"/>
                </a:cubicBezTo>
                <a:cubicBezTo>
                  <a:pt x="317958" y="31552"/>
                  <a:pt x="316269" y="37157"/>
                  <a:pt x="315732" y="44219"/>
                </a:cubicBezTo>
                <a:lnTo>
                  <a:pt x="311356" y="44219"/>
                </a:lnTo>
                <a:lnTo>
                  <a:pt x="313198" y="7600"/>
                </a:lnTo>
                <a:lnTo>
                  <a:pt x="440674" y="7600"/>
                </a:lnTo>
                <a:close/>
                <a:moveTo>
                  <a:pt x="486079" y="0"/>
                </a:moveTo>
                <a:lnTo>
                  <a:pt x="486079" y="77269"/>
                </a:lnTo>
                <a:cubicBezTo>
                  <a:pt x="494600" y="67903"/>
                  <a:pt x="501356" y="61896"/>
                  <a:pt x="506346" y="59247"/>
                </a:cubicBezTo>
                <a:cubicBezTo>
                  <a:pt x="511336" y="56598"/>
                  <a:pt x="516326" y="55274"/>
                  <a:pt x="521316" y="55274"/>
                </a:cubicBezTo>
                <a:cubicBezTo>
                  <a:pt x="527304" y="55274"/>
                  <a:pt x="532448" y="56921"/>
                  <a:pt x="536747" y="60215"/>
                </a:cubicBezTo>
                <a:cubicBezTo>
                  <a:pt x="541046" y="63509"/>
                  <a:pt x="544232" y="68679"/>
                  <a:pt x="546305" y="75725"/>
                </a:cubicBezTo>
                <a:cubicBezTo>
                  <a:pt x="547763" y="80629"/>
                  <a:pt x="548492" y="89591"/>
                  <a:pt x="548492" y="102614"/>
                </a:cubicBezTo>
                <a:lnTo>
                  <a:pt x="548492" y="139841"/>
                </a:lnTo>
                <a:cubicBezTo>
                  <a:pt x="548492" y="146505"/>
                  <a:pt x="549030" y="151064"/>
                  <a:pt x="550105" y="153515"/>
                </a:cubicBezTo>
                <a:cubicBezTo>
                  <a:pt x="550872" y="155353"/>
                  <a:pt x="552177" y="156808"/>
                  <a:pt x="554020" y="157881"/>
                </a:cubicBezTo>
                <a:cubicBezTo>
                  <a:pt x="555862" y="158953"/>
                  <a:pt x="559240" y="159489"/>
                  <a:pt x="564153" y="159489"/>
                </a:cubicBezTo>
                <a:lnTo>
                  <a:pt x="564153" y="163750"/>
                </a:lnTo>
                <a:lnTo>
                  <a:pt x="512334" y="163750"/>
                </a:lnTo>
                <a:lnTo>
                  <a:pt x="512334" y="159489"/>
                </a:lnTo>
                <a:lnTo>
                  <a:pt x="514752" y="159489"/>
                </a:lnTo>
                <a:cubicBezTo>
                  <a:pt x="519665" y="159489"/>
                  <a:pt x="523082" y="158741"/>
                  <a:pt x="525001" y="157244"/>
                </a:cubicBezTo>
                <a:cubicBezTo>
                  <a:pt x="526920" y="155747"/>
                  <a:pt x="528264" y="153539"/>
                  <a:pt x="529031" y="150622"/>
                </a:cubicBezTo>
                <a:cubicBezTo>
                  <a:pt x="529262" y="149394"/>
                  <a:pt x="529377" y="145786"/>
                  <a:pt x="529377" y="139798"/>
                </a:cubicBezTo>
                <a:lnTo>
                  <a:pt x="529377" y="102488"/>
                </a:lnTo>
                <a:cubicBezTo>
                  <a:pt x="529377" y="90972"/>
                  <a:pt x="528782" y="83410"/>
                  <a:pt x="527592" y="79802"/>
                </a:cubicBezTo>
                <a:cubicBezTo>
                  <a:pt x="526402" y="76194"/>
                  <a:pt x="524502" y="73488"/>
                  <a:pt x="521892" y="71684"/>
                </a:cubicBezTo>
                <a:cubicBezTo>
                  <a:pt x="519282" y="69880"/>
                  <a:pt x="516134" y="68978"/>
                  <a:pt x="512449" y="68978"/>
                </a:cubicBezTo>
                <a:cubicBezTo>
                  <a:pt x="508687" y="68978"/>
                  <a:pt x="504772" y="69976"/>
                  <a:pt x="500703" y="71972"/>
                </a:cubicBezTo>
                <a:cubicBezTo>
                  <a:pt x="496635" y="73968"/>
                  <a:pt x="491760" y="77998"/>
                  <a:pt x="486079" y="84063"/>
                </a:cubicBezTo>
                <a:lnTo>
                  <a:pt x="486079" y="139798"/>
                </a:lnTo>
                <a:cubicBezTo>
                  <a:pt x="486079" y="147014"/>
                  <a:pt x="486482" y="151505"/>
                  <a:pt x="487288" y="153271"/>
                </a:cubicBezTo>
                <a:cubicBezTo>
                  <a:pt x="488094" y="155036"/>
                  <a:pt x="489591" y="156514"/>
                  <a:pt x="491779" y="157704"/>
                </a:cubicBezTo>
                <a:cubicBezTo>
                  <a:pt x="493967" y="158894"/>
                  <a:pt x="497748" y="159489"/>
                  <a:pt x="503122" y="159489"/>
                </a:cubicBezTo>
                <a:lnTo>
                  <a:pt x="503122" y="163750"/>
                </a:lnTo>
                <a:lnTo>
                  <a:pt x="450841" y="163750"/>
                </a:lnTo>
                <a:lnTo>
                  <a:pt x="450841" y="159489"/>
                </a:lnTo>
                <a:cubicBezTo>
                  <a:pt x="455524" y="159489"/>
                  <a:pt x="459209" y="158760"/>
                  <a:pt x="461896" y="157301"/>
                </a:cubicBezTo>
                <a:cubicBezTo>
                  <a:pt x="463432" y="156536"/>
                  <a:pt x="464660" y="155080"/>
                  <a:pt x="465581" y="152933"/>
                </a:cubicBezTo>
                <a:cubicBezTo>
                  <a:pt x="466502" y="150783"/>
                  <a:pt x="466963" y="146409"/>
                  <a:pt x="466963" y="139812"/>
                </a:cubicBezTo>
                <a:lnTo>
                  <a:pt x="466963" y="44417"/>
                </a:lnTo>
                <a:cubicBezTo>
                  <a:pt x="466963" y="32374"/>
                  <a:pt x="466675" y="24972"/>
                  <a:pt x="466099" y="22210"/>
                </a:cubicBezTo>
                <a:cubicBezTo>
                  <a:pt x="465524" y="19447"/>
                  <a:pt x="464641" y="17567"/>
                  <a:pt x="463451" y="16571"/>
                </a:cubicBezTo>
                <a:cubicBezTo>
                  <a:pt x="462261" y="15573"/>
                  <a:pt x="460668" y="15074"/>
                  <a:pt x="458672" y="15074"/>
                </a:cubicBezTo>
                <a:cubicBezTo>
                  <a:pt x="457060" y="15074"/>
                  <a:pt x="454450" y="15689"/>
                  <a:pt x="450841" y="16917"/>
                </a:cubicBezTo>
                <a:lnTo>
                  <a:pt x="449229" y="12887"/>
                </a:lnTo>
                <a:lnTo>
                  <a:pt x="480782" y="0"/>
                </a:lnTo>
                <a:lnTo>
                  <a:pt x="486079" y="0"/>
                </a:lnTo>
                <a:close/>
                <a:moveTo>
                  <a:pt x="590335" y="98112"/>
                </a:moveTo>
                <a:cubicBezTo>
                  <a:pt x="590258" y="113737"/>
                  <a:pt x="594058" y="125992"/>
                  <a:pt x="601735" y="134878"/>
                </a:cubicBezTo>
                <a:cubicBezTo>
                  <a:pt x="609412" y="143762"/>
                  <a:pt x="618432" y="148204"/>
                  <a:pt x="628796" y="148204"/>
                </a:cubicBezTo>
                <a:cubicBezTo>
                  <a:pt x="635705" y="148204"/>
                  <a:pt x="641713" y="146304"/>
                  <a:pt x="646818" y="142504"/>
                </a:cubicBezTo>
                <a:cubicBezTo>
                  <a:pt x="651923" y="138704"/>
                  <a:pt x="656203" y="132198"/>
                  <a:pt x="659658" y="122985"/>
                </a:cubicBezTo>
                <a:lnTo>
                  <a:pt x="663227" y="125288"/>
                </a:lnTo>
                <a:cubicBezTo>
                  <a:pt x="661615" y="135806"/>
                  <a:pt x="656932" y="145383"/>
                  <a:pt x="649179" y="154019"/>
                </a:cubicBezTo>
                <a:cubicBezTo>
                  <a:pt x="641425" y="162656"/>
                  <a:pt x="631713" y="166974"/>
                  <a:pt x="620044" y="166974"/>
                </a:cubicBezTo>
                <a:cubicBezTo>
                  <a:pt x="607377" y="166974"/>
                  <a:pt x="596534" y="162053"/>
                  <a:pt x="587513" y="152209"/>
                </a:cubicBezTo>
                <a:cubicBezTo>
                  <a:pt x="578493" y="142363"/>
                  <a:pt x="573983" y="129128"/>
                  <a:pt x="573983" y="112502"/>
                </a:cubicBezTo>
                <a:cubicBezTo>
                  <a:pt x="573983" y="94500"/>
                  <a:pt x="578608" y="80462"/>
                  <a:pt x="587859" y="70388"/>
                </a:cubicBezTo>
                <a:cubicBezTo>
                  <a:pt x="597110" y="60312"/>
                  <a:pt x="608721" y="55274"/>
                  <a:pt x="622693" y="55274"/>
                </a:cubicBezTo>
                <a:cubicBezTo>
                  <a:pt x="634516" y="55274"/>
                  <a:pt x="644227" y="59161"/>
                  <a:pt x="651827" y="66934"/>
                </a:cubicBezTo>
                <a:cubicBezTo>
                  <a:pt x="659427" y="74704"/>
                  <a:pt x="663227" y="85097"/>
                  <a:pt x="663227" y="98112"/>
                </a:cubicBezTo>
                <a:lnTo>
                  <a:pt x="590335" y="98112"/>
                </a:lnTo>
                <a:moveTo>
                  <a:pt x="590335" y="91433"/>
                </a:moveTo>
                <a:lnTo>
                  <a:pt x="639160" y="91433"/>
                </a:lnTo>
                <a:cubicBezTo>
                  <a:pt x="638776" y="84677"/>
                  <a:pt x="637970" y="79917"/>
                  <a:pt x="636742" y="77154"/>
                </a:cubicBezTo>
                <a:cubicBezTo>
                  <a:pt x="634823" y="72854"/>
                  <a:pt x="631963" y="69477"/>
                  <a:pt x="628163" y="67020"/>
                </a:cubicBezTo>
                <a:cubicBezTo>
                  <a:pt x="624363" y="64563"/>
                  <a:pt x="620390" y="63335"/>
                  <a:pt x="616244" y="63335"/>
                </a:cubicBezTo>
                <a:cubicBezTo>
                  <a:pt x="609872" y="63335"/>
                  <a:pt x="604172" y="65811"/>
                  <a:pt x="599144" y="70763"/>
                </a:cubicBezTo>
                <a:cubicBezTo>
                  <a:pt x="594115" y="75714"/>
                  <a:pt x="591179" y="82604"/>
                  <a:pt x="590335" y="91433"/>
                </a:cubicBezTo>
                <a:close/>
                <a:moveTo>
                  <a:pt x="753154" y="98112"/>
                </a:moveTo>
                <a:cubicBezTo>
                  <a:pt x="753078" y="113737"/>
                  <a:pt x="756878" y="125992"/>
                  <a:pt x="764555" y="134878"/>
                </a:cubicBezTo>
                <a:cubicBezTo>
                  <a:pt x="772232" y="143762"/>
                  <a:pt x="781252" y="148204"/>
                  <a:pt x="791616" y="148204"/>
                </a:cubicBezTo>
                <a:cubicBezTo>
                  <a:pt x="798525" y="148204"/>
                  <a:pt x="804533" y="146304"/>
                  <a:pt x="809638" y="142504"/>
                </a:cubicBezTo>
                <a:cubicBezTo>
                  <a:pt x="814743" y="138704"/>
                  <a:pt x="819023" y="132198"/>
                  <a:pt x="822477" y="122985"/>
                </a:cubicBezTo>
                <a:lnTo>
                  <a:pt x="826047" y="125288"/>
                </a:lnTo>
                <a:cubicBezTo>
                  <a:pt x="824435" y="135806"/>
                  <a:pt x="819752" y="145383"/>
                  <a:pt x="811998" y="154019"/>
                </a:cubicBezTo>
                <a:cubicBezTo>
                  <a:pt x="804245" y="162656"/>
                  <a:pt x="794533" y="166974"/>
                  <a:pt x="782864" y="166974"/>
                </a:cubicBezTo>
                <a:cubicBezTo>
                  <a:pt x="770197" y="166974"/>
                  <a:pt x="759354" y="162053"/>
                  <a:pt x="750333" y="152209"/>
                </a:cubicBezTo>
                <a:cubicBezTo>
                  <a:pt x="741313" y="142363"/>
                  <a:pt x="736802" y="129128"/>
                  <a:pt x="736802" y="112502"/>
                </a:cubicBezTo>
                <a:cubicBezTo>
                  <a:pt x="736802" y="94500"/>
                  <a:pt x="741428" y="80462"/>
                  <a:pt x="750679" y="70388"/>
                </a:cubicBezTo>
                <a:cubicBezTo>
                  <a:pt x="759929" y="60312"/>
                  <a:pt x="771541" y="55274"/>
                  <a:pt x="785513" y="55274"/>
                </a:cubicBezTo>
                <a:cubicBezTo>
                  <a:pt x="797335" y="55274"/>
                  <a:pt x="807047" y="59161"/>
                  <a:pt x="814647" y="66934"/>
                </a:cubicBezTo>
                <a:cubicBezTo>
                  <a:pt x="822247" y="74704"/>
                  <a:pt x="826047" y="85097"/>
                  <a:pt x="826047" y="98112"/>
                </a:cubicBezTo>
                <a:lnTo>
                  <a:pt x="753154" y="98112"/>
                </a:lnTo>
                <a:moveTo>
                  <a:pt x="753154" y="91433"/>
                </a:moveTo>
                <a:lnTo>
                  <a:pt x="801980" y="91433"/>
                </a:lnTo>
                <a:cubicBezTo>
                  <a:pt x="801596" y="84677"/>
                  <a:pt x="800790" y="79917"/>
                  <a:pt x="799562" y="77154"/>
                </a:cubicBezTo>
                <a:cubicBezTo>
                  <a:pt x="797642" y="72854"/>
                  <a:pt x="794783" y="69477"/>
                  <a:pt x="790983" y="67020"/>
                </a:cubicBezTo>
                <a:cubicBezTo>
                  <a:pt x="787183" y="64563"/>
                  <a:pt x="783210" y="63335"/>
                  <a:pt x="779064" y="63335"/>
                </a:cubicBezTo>
                <a:cubicBezTo>
                  <a:pt x="772692" y="63335"/>
                  <a:pt x="766992" y="65811"/>
                  <a:pt x="761964" y="70763"/>
                </a:cubicBezTo>
                <a:cubicBezTo>
                  <a:pt x="756935" y="75714"/>
                  <a:pt x="753999" y="82604"/>
                  <a:pt x="753154" y="91433"/>
                </a:cubicBezTo>
                <a:close/>
                <a:moveTo>
                  <a:pt x="834079" y="58268"/>
                </a:moveTo>
                <a:lnTo>
                  <a:pt x="883710" y="58268"/>
                </a:lnTo>
                <a:lnTo>
                  <a:pt x="883710" y="62529"/>
                </a:lnTo>
                <a:lnTo>
                  <a:pt x="880486" y="62529"/>
                </a:lnTo>
                <a:cubicBezTo>
                  <a:pt x="877492" y="62529"/>
                  <a:pt x="875208" y="63258"/>
                  <a:pt x="873634" y="64717"/>
                </a:cubicBezTo>
                <a:cubicBezTo>
                  <a:pt x="872061" y="66176"/>
                  <a:pt x="871274" y="68133"/>
                  <a:pt x="871274" y="70590"/>
                </a:cubicBezTo>
                <a:cubicBezTo>
                  <a:pt x="871274" y="73277"/>
                  <a:pt x="872080" y="76463"/>
                  <a:pt x="873692" y="80148"/>
                </a:cubicBezTo>
                <a:lnTo>
                  <a:pt x="898220" y="138416"/>
                </a:lnTo>
                <a:lnTo>
                  <a:pt x="922863" y="77960"/>
                </a:lnTo>
                <a:cubicBezTo>
                  <a:pt x="924629" y="73661"/>
                  <a:pt x="925511" y="70398"/>
                  <a:pt x="925511" y="68172"/>
                </a:cubicBezTo>
                <a:cubicBezTo>
                  <a:pt x="925511" y="67097"/>
                  <a:pt x="925204" y="66214"/>
                  <a:pt x="924590" y="65523"/>
                </a:cubicBezTo>
                <a:cubicBezTo>
                  <a:pt x="923746" y="64371"/>
                  <a:pt x="922671" y="63585"/>
                  <a:pt x="921366" y="63162"/>
                </a:cubicBezTo>
                <a:cubicBezTo>
                  <a:pt x="920061" y="62740"/>
                  <a:pt x="917412" y="62529"/>
                  <a:pt x="913420" y="62529"/>
                </a:cubicBezTo>
                <a:lnTo>
                  <a:pt x="913420" y="58268"/>
                </a:lnTo>
                <a:lnTo>
                  <a:pt x="947851" y="58268"/>
                </a:lnTo>
                <a:lnTo>
                  <a:pt x="947851" y="62529"/>
                </a:lnTo>
                <a:cubicBezTo>
                  <a:pt x="943859" y="62836"/>
                  <a:pt x="941096" y="63642"/>
                  <a:pt x="939560" y="64947"/>
                </a:cubicBezTo>
                <a:cubicBezTo>
                  <a:pt x="936873" y="67250"/>
                  <a:pt x="934455" y="71089"/>
                  <a:pt x="932306" y="76463"/>
                </a:cubicBezTo>
                <a:lnTo>
                  <a:pt x="894880" y="166974"/>
                </a:lnTo>
                <a:lnTo>
                  <a:pt x="890159" y="166974"/>
                </a:lnTo>
                <a:lnTo>
                  <a:pt x="852503" y="77960"/>
                </a:lnTo>
                <a:cubicBezTo>
                  <a:pt x="850815" y="73814"/>
                  <a:pt x="849202" y="70839"/>
                  <a:pt x="847667" y="69035"/>
                </a:cubicBezTo>
                <a:cubicBezTo>
                  <a:pt x="846132" y="67231"/>
                  <a:pt x="844174" y="65715"/>
                  <a:pt x="841794" y="64487"/>
                </a:cubicBezTo>
                <a:cubicBezTo>
                  <a:pt x="840489" y="63796"/>
                  <a:pt x="837917" y="63143"/>
                  <a:pt x="834079" y="62529"/>
                </a:cubicBezTo>
                <a:lnTo>
                  <a:pt x="834079" y="58268"/>
                </a:lnTo>
                <a:close/>
                <a:moveTo>
                  <a:pt x="974724" y="98112"/>
                </a:moveTo>
                <a:cubicBezTo>
                  <a:pt x="974647" y="113737"/>
                  <a:pt x="978447" y="125992"/>
                  <a:pt x="986124" y="134878"/>
                </a:cubicBezTo>
                <a:cubicBezTo>
                  <a:pt x="993801" y="143762"/>
                  <a:pt x="1002821" y="148204"/>
                  <a:pt x="1013185" y="148204"/>
                </a:cubicBezTo>
                <a:cubicBezTo>
                  <a:pt x="1020095" y="148204"/>
                  <a:pt x="1026102" y="146304"/>
                  <a:pt x="1031207" y="142504"/>
                </a:cubicBezTo>
                <a:cubicBezTo>
                  <a:pt x="1036312" y="138704"/>
                  <a:pt x="1040592" y="132198"/>
                  <a:pt x="1044047" y="122985"/>
                </a:cubicBezTo>
                <a:lnTo>
                  <a:pt x="1047617" y="125288"/>
                </a:lnTo>
                <a:cubicBezTo>
                  <a:pt x="1046004" y="135806"/>
                  <a:pt x="1041322" y="145383"/>
                  <a:pt x="1033568" y="154019"/>
                </a:cubicBezTo>
                <a:cubicBezTo>
                  <a:pt x="1025814" y="162656"/>
                  <a:pt x="1016103" y="166974"/>
                  <a:pt x="1004434" y="166974"/>
                </a:cubicBezTo>
                <a:cubicBezTo>
                  <a:pt x="991767" y="166974"/>
                  <a:pt x="980923" y="162053"/>
                  <a:pt x="971902" y="152209"/>
                </a:cubicBezTo>
                <a:cubicBezTo>
                  <a:pt x="962882" y="142363"/>
                  <a:pt x="958372" y="129128"/>
                  <a:pt x="958372" y="112502"/>
                </a:cubicBezTo>
                <a:cubicBezTo>
                  <a:pt x="958372" y="94500"/>
                  <a:pt x="962997" y="80462"/>
                  <a:pt x="972248" y="70388"/>
                </a:cubicBezTo>
                <a:cubicBezTo>
                  <a:pt x="981499" y="60312"/>
                  <a:pt x="993110" y="55274"/>
                  <a:pt x="1007082" y="55274"/>
                </a:cubicBezTo>
                <a:cubicBezTo>
                  <a:pt x="1018905" y="55274"/>
                  <a:pt x="1028616" y="59161"/>
                  <a:pt x="1036216" y="66934"/>
                </a:cubicBezTo>
                <a:cubicBezTo>
                  <a:pt x="1043817" y="74704"/>
                  <a:pt x="1047617" y="85097"/>
                  <a:pt x="1047617" y="98112"/>
                </a:cubicBezTo>
                <a:lnTo>
                  <a:pt x="974724" y="98112"/>
                </a:lnTo>
                <a:moveTo>
                  <a:pt x="974724" y="91433"/>
                </a:moveTo>
                <a:lnTo>
                  <a:pt x="1023549" y="91433"/>
                </a:lnTo>
                <a:cubicBezTo>
                  <a:pt x="1023165" y="84677"/>
                  <a:pt x="1022359" y="79917"/>
                  <a:pt x="1021131" y="77154"/>
                </a:cubicBezTo>
                <a:cubicBezTo>
                  <a:pt x="1019212" y="72854"/>
                  <a:pt x="1016352" y="69477"/>
                  <a:pt x="1012552" y="67020"/>
                </a:cubicBezTo>
                <a:cubicBezTo>
                  <a:pt x="1008752" y="64563"/>
                  <a:pt x="1004779" y="63335"/>
                  <a:pt x="1000634" y="63335"/>
                </a:cubicBezTo>
                <a:cubicBezTo>
                  <a:pt x="994262" y="63335"/>
                  <a:pt x="988562" y="65811"/>
                  <a:pt x="983533" y="70763"/>
                </a:cubicBezTo>
                <a:cubicBezTo>
                  <a:pt x="978505" y="75714"/>
                  <a:pt x="975568" y="82604"/>
                  <a:pt x="974724" y="91433"/>
                </a:cubicBezTo>
                <a:close/>
                <a:moveTo>
                  <a:pt x="1091807" y="77614"/>
                </a:moveTo>
                <a:cubicBezTo>
                  <a:pt x="1104167" y="62721"/>
                  <a:pt x="1115951" y="55274"/>
                  <a:pt x="1127159" y="55274"/>
                </a:cubicBezTo>
                <a:cubicBezTo>
                  <a:pt x="1132917" y="55274"/>
                  <a:pt x="1137869" y="56711"/>
                  <a:pt x="1142014" y="59585"/>
                </a:cubicBezTo>
                <a:cubicBezTo>
                  <a:pt x="1146160" y="62457"/>
                  <a:pt x="1149461" y="67187"/>
                  <a:pt x="1151917" y="73775"/>
                </a:cubicBezTo>
                <a:cubicBezTo>
                  <a:pt x="1153606" y="78369"/>
                  <a:pt x="1154451" y="85416"/>
                  <a:pt x="1154451" y="94916"/>
                </a:cubicBezTo>
                <a:lnTo>
                  <a:pt x="1154451" y="139841"/>
                </a:lnTo>
                <a:cubicBezTo>
                  <a:pt x="1154451" y="146505"/>
                  <a:pt x="1154988" y="151025"/>
                  <a:pt x="1156063" y="153400"/>
                </a:cubicBezTo>
                <a:cubicBezTo>
                  <a:pt x="1156907" y="155315"/>
                  <a:pt x="1158270" y="156808"/>
                  <a:pt x="1160151" y="157881"/>
                </a:cubicBezTo>
                <a:cubicBezTo>
                  <a:pt x="1162032" y="158953"/>
                  <a:pt x="1165506" y="159489"/>
                  <a:pt x="1170572" y="159489"/>
                </a:cubicBezTo>
                <a:lnTo>
                  <a:pt x="1170572" y="163750"/>
                </a:lnTo>
                <a:lnTo>
                  <a:pt x="1118407" y="163750"/>
                </a:lnTo>
                <a:lnTo>
                  <a:pt x="1118407" y="159489"/>
                </a:lnTo>
                <a:lnTo>
                  <a:pt x="1120595" y="159489"/>
                </a:lnTo>
                <a:cubicBezTo>
                  <a:pt x="1125509" y="159489"/>
                  <a:pt x="1128944" y="158744"/>
                  <a:pt x="1130902" y="157254"/>
                </a:cubicBezTo>
                <a:cubicBezTo>
                  <a:pt x="1132859" y="155765"/>
                  <a:pt x="1134222" y="153569"/>
                  <a:pt x="1134990" y="150669"/>
                </a:cubicBezTo>
                <a:cubicBezTo>
                  <a:pt x="1135297" y="149522"/>
                  <a:pt x="1135450" y="145932"/>
                  <a:pt x="1135450" y="139898"/>
                </a:cubicBezTo>
                <a:lnTo>
                  <a:pt x="1135450" y="96935"/>
                </a:lnTo>
                <a:cubicBezTo>
                  <a:pt x="1135450" y="87389"/>
                  <a:pt x="1134203" y="80458"/>
                  <a:pt x="1131708" y="76142"/>
                </a:cubicBezTo>
                <a:cubicBezTo>
                  <a:pt x="1129213" y="71826"/>
                  <a:pt x="1125010" y="69669"/>
                  <a:pt x="1119098" y="69669"/>
                </a:cubicBezTo>
                <a:cubicBezTo>
                  <a:pt x="1109963" y="69669"/>
                  <a:pt x="1100865" y="74633"/>
                  <a:pt x="1091807" y="84563"/>
                </a:cubicBezTo>
                <a:lnTo>
                  <a:pt x="1091807" y="139898"/>
                </a:lnTo>
                <a:cubicBezTo>
                  <a:pt x="1091807" y="147002"/>
                  <a:pt x="1092229" y="151394"/>
                  <a:pt x="1093073" y="153073"/>
                </a:cubicBezTo>
                <a:cubicBezTo>
                  <a:pt x="1094148" y="155287"/>
                  <a:pt x="1095626" y="156910"/>
                  <a:pt x="1097507" y="157942"/>
                </a:cubicBezTo>
                <a:cubicBezTo>
                  <a:pt x="1099388" y="158973"/>
                  <a:pt x="1103207" y="159489"/>
                  <a:pt x="1108965" y="159489"/>
                </a:cubicBezTo>
                <a:lnTo>
                  <a:pt x="1108965" y="163750"/>
                </a:lnTo>
                <a:lnTo>
                  <a:pt x="1056800" y="163750"/>
                </a:lnTo>
                <a:lnTo>
                  <a:pt x="1056800" y="159489"/>
                </a:lnTo>
                <a:lnTo>
                  <a:pt x="1059103" y="159489"/>
                </a:lnTo>
                <a:cubicBezTo>
                  <a:pt x="1064477" y="159489"/>
                  <a:pt x="1068104" y="158130"/>
                  <a:pt x="1069985" y="155412"/>
                </a:cubicBezTo>
                <a:cubicBezTo>
                  <a:pt x="1071866" y="152691"/>
                  <a:pt x="1072806" y="147501"/>
                  <a:pt x="1072806" y="139841"/>
                </a:cubicBezTo>
                <a:lnTo>
                  <a:pt x="1072806" y="100775"/>
                </a:lnTo>
                <a:cubicBezTo>
                  <a:pt x="1072806" y="88136"/>
                  <a:pt x="1072518" y="80439"/>
                  <a:pt x="1071942" y="77683"/>
                </a:cubicBezTo>
                <a:cubicBezTo>
                  <a:pt x="1071367" y="74924"/>
                  <a:pt x="1070484" y="73046"/>
                  <a:pt x="1069294" y="72051"/>
                </a:cubicBezTo>
                <a:cubicBezTo>
                  <a:pt x="1068104" y="71055"/>
                  <a:pt x="1066511" y="70557"/>
                  <a:pt x="1064515" y="70557"/>
                </a:cubicBezTo>
                <a:cubicBezTo>
                  <a:pt x="1062365" y="70557"/>
                  <a:pt x="1059794" y="71132"/>
                  <a:pt x="1056800" y="72281"/>
                </a:cubicBezTo>
                <a:lnTo>
                  <a:pt x="1055072" y="68143"/>
                </a:lnTo>
                <a:lnTo>
                  <a:pt x="1086855" y="55274"/>
                </a:lnTo>
                <a:lnTo>
                  <a:pt x="1091807" y="55274"/>
                </a:lnTo>
                <a:lnTo>
                  <a:pt x="1091807" y="77614"/>
                </a:lnTo>
                <a:close/>
                <a:moveTo>
                  <a:pt x="1209190" y="23492"/>
                </a:moveTo>
                <a:lnTo>
                  <a:pt x="1209190" y="58268"/>
                </a:lnTo>
                <a:lnTo>
                  <a:pt x="1233833" y="58268"/>
                </a:lnTo>
                <a:lnTo>
                  <a:pt x="1233833" y="66329"/>
                </a:lnTo>
                <a:lnTo>
                  <a:pt x="1209190" y="66329"/>
                </a:lnTo>
                <a:lnTo>
                  <a:pt x="1209190" y="134637"/>
                </a:lnTo>
                <a:cubicBezTo>
                  <a:pt x="1209190" y="141463"/>
                  <a:pt x="1210169" y="146064"/>
                  <a:pt x="1212127" y="148441"/>
                </a:cubicBezTo>
                <a:cubicBezTo>
                  <a:pt x="1214084" y="150817"/>
                  <a:pt x="1216598" y="152004"/>
                  <a:pt x="1219669" y="152004"/>
                </a:cubicBezTo>
                <a:cubicBezTo>
                  <a:pt x="1222203" y="152004"/>
                  <a:pt x="1224659" y="151217"/>
                  <a:pt x="1227039" y="149643"/>
                </a:cubicBezTo>
                <a:cubicBezTo>
                  <a:pt x="1229419" y="148070"/>
                  <a:pt x="1231262" y="145747"/>
                  <a:pt x="1232567" y="142677"/>
                </a:cubicBezTo>
                <a:lnTo>
                  <a:pt x="1237058" y="142677"/>
                </a:lnTo>
                <a:cubicBezTo>
                  <a:pt x="1234371" y="150222"/>
                  <a:pt x="1230571" y="155928"/>
                  <a:pt x="1225657" y="159795"/>
                </a:cubicBezTo>
                <a:cubicBezTo>
                  <a:pt x="1220744" y="163660"/>
                  <a:pt x="1215677" y="165592"/>
                  <a:pt x="1210457" y="165592"/>
                </a:cubicBezTo>
                <a:cubicBezTo>
                  <a:pt x="1206925" y="165592"/>
                  <a:pt x="1203471" y="164612"/>
                  <a:pt x="1200093" y="162652"/>
                </a:cubicBezTo>
                <a:cubicBezTo>
                  <a:pt x="1196715" y="160692"/>
                  <a:pt x="1194220" y="157888"/>
                  <a:pt x="1192608" y="154239"/>
                </a:cubicBezTo>
                <a:cubicBezTo>
                  <a:pt x="1190996" y="150587"/>
                  <a:pt x="1190190" y="144957"/>
                  <a:pt x="1190190" y="137347"/>
                </a:cubicBezTo>
                <a:lnTo>
                  <a:pt x="1190190" y="66329"/>
                </a:lnTo>
                <a:lnTo>
                  <a:pt x="1173492" y="66329"/>
                </a:lnTo>
                <a:lnTo>
                  <a:pt x="1173492" y="62529"/>
                </a:lnTo>
                <a:cubicBezTo>
                  <a:pt x="1177715" y="60835"/>
                  <a:pt x="1182033" y="57967"/>
                  <a:pt x="1186447" y="53925"/>
                </a:cubicBezTo>
                <a:cubicBezTo>
                  <a:pt x="1190861" y="49882"/>
                  <a:pt x="1194796" y="45089"/>
                  <a:pt x="1198251" y="39545"/>
                </a:cubicBezTo>
                <a:cubicBezTo>
                  <a:pt x="1200016" y="36620"/>
                  <a:pt x="1202473" y="31269"/>
                  <a:pt x="1205620" y="23492"/>
                </a:cubicBezTo>
                <a:lnTo>
                  <a:pt x="1209190" y="23492"/>
                </a:lnTo>
                <a:close/>
                <a:moveTo>
                  <a:pt x="1333403" y="23492"/>
                </a:moveTo>
                <a:lnTo>
                  <a:pt x="1333403" y="58268"/>
                </a:lnTo>
                <a:lnTo>
                  <a:pt x="1358046" y="58268"/>
                </a:lnTo>
                <a:lnTo>
                  <a:pt x="1358046" y="66329"/>
                </a:lnTo>
                <a:lnTo>
                  <a:pt x="1333403" y="66329"/>
                </a:lnTo>
                <a:lnTo>
                  <a:pt x="1333403" y="134637"/>
                </a:lnTo>
                <a:cubicBezTo>
                  <a:pt x="1333403" y="141463"/>
                  <a:pt x="1334382" y="146064"/>
                  <a:pt x="1336339" y="148441"/>
                </a:cubicBezTo>
                <a:cubicBezTo>
                  <a:pt x="1338297" y="150817"/>
                  <a:pt x="1340811" y="152004"/>
                  <a:pt x="1343882" y="152004"/>
                </a:cubicBezTo>
                <a:cubicBezTo>
                  <a:pt x="1346415" y="152004"/>
                  <a:pt x="1348872" y="151217"/>
                  <a:pt x="1351252" y="149643"/>
                </a:cubicBezTo>
                <a:cubicBezTo>
                  <a:pt x="1353632" y="148070"/>
                  <a:pt x="1355474" y="145747"/>
                  <a:pt x="1356779" y="142677"/>
                </a:cubicBezTo>
                <a:lnTo>
                  <a:pt x="1361270" y="142677"/>
                </a:lnTo>
                <a:cubicBezTo>
                  <a:pt x="1358583" y="150222"/>
                  <a:pt x="1354783" y="155928"/>
                  <a:pt x="1349870" y="159795"/>
                </a:cubicBezTo>
                <a:cubicBezTo>
                  <a:pt x="1344957" y="163660"/>
                  <a:pt x="1339890" y="165592"/>
                  <a:pt x="1334670" y="165592"/>
                </a:cubicBezTo>
                <a:cubicBezTo>
                  <a:pt x="1331138" y="165592"/>
                  <a:pt x="1327684" y="164612"/>
                  <a:pt x="1324306" y="162652"/>
                </a:cubicBezTo>
                <a:cubicBezTo>
                  <a:pt x="1320928" y="160692"/>
                  <a:pt x="1318433" y="157888"/>
                  <a:pt x="1316821" y="154239"/>
                </a:cubicBezTo>
                <a:cubicBezTo>
                  <a:pt x="1315208" y="150587"/>
                  <a:pt x="1314402" y="144957"/>
                  <a:pt x="1314402" y="137347"/>
                </a:cubicBezTo>
                <a:lnTo>
                  <a:pt x="1314402" y="66329"/>
                </a:lnTo>
                <a:lnTo>
                  <a:pt x="1297705" y="66329"/>
                </a:lnTo>
                <a:lnTo>
                  <a:pt x="1297705" y="62529"/>
                </a:lnTo>
                <a:cubicBezTo>
                  <a:pt x="1301927" y="60835"/>
                  <a:pt x="1306246" y="57967"/>
                  <a:pt x="1310660" y="53925"/>
                </a:cubicBezTo>
                <a:cubicBezTo>
                  <a:pt x="1315074" y="49882"/>
                  <a:pt x="1319009" y="45089"/>
                  <a:pt x="1322463" y="39545"/>
                </a:cubicBezTo>
                <a:cubicBezTo>
                  <a:pt x="1324229" y="36620"/>
                  <a:pt x="1326686" y="31269"/>
                  <a:pt x="1329833" y="23492"/>
                </a:cubicBezTo>
                <a:lnTo>
                  <a:pt x="1333403" y="23492"/>
                </a:lnTo>
                <a:close/>
                <a:moveTo>
                  <a:pt x="1399097" y="55274"/>
                </a:moveTo>
                <a:lnTo>
                  <a:pt x="1399097" y="78996"/>
                </a:lnTo>
                <a:cubicBezTo>
                  <a:pt x="1407926" y="63182"/>
                  <a:pt x="1416984" y="55274"/>
                  <a:pt x="1426274" y="55274"/>
                </a:cubicBezTo>
                <a:cubicBezTo>
                  <a:pt x="1430496" y="55274"/>
                  <a:pt x="1433989" y="56560"/>
                  <a:pt x="1436753" y="59132"/>
                </a:cubicBezTo>
                <a:cubicBezTo>
                  <a:pt x="1439516" y="61704"/>
                  <a:pt x="1440898" y="64679"/>
                  <a:pt x="1440898" y="68056"/>
                </a:cubicBezTo>
                <a:cubicBezTo>
                  <a:pt x="1440898" y="71050"/>
                  <a:pt x="1439900" y="73584"/>
                  <a:pt x="1437904" y="75657"/>
                </a:cubicBezTo>
                <a:cubicBezTo>
                  <a:pt x="1435908" y="77729"/>
                  <a:pt x="1433528" y="78766"/>
                  <a:pt x="1430765" y="78766"/>
                </a:cubicBezTo>
                <a:cubicBezTo>
                  <a:pt x="1428078" y="78766"/>
                  <a:pt x="1425064" y="77441"/>
                  <a:pt x="1421725" y="74793"/>
                </a:cubicBezTo>
                <a:cubicBezTo>
                  <a:pt x="1418385" y="72144"/>
                  <a:pt x="1415910" y="70820"/>
                  <a:pt x="1414297" y="70820"/>
                </a:cubicBezTo>
                <a:cubicBezTo>
                  <a:pt x="1412916" y="70820"/>
                  <a:pt x="1411419" y="71585"/>
                  <a:pt x="1409806" y="73116"/>
                </a:cubicBezTo>
                <a:cubicBezTo>
                  <a:pt x="1406352" y="76256"/>
                  <a:pt x="1402782" y="81425"/>
                  <a:pt x="1399097" y="88622"/>
                </a:cubicBezTo>
                <a:lnTo>
                  <a:pt x="1399097" y="139046"/>
                </a:lnTo>
                <a:cubicBezTo>
                  <a:pt x="1399097" y="144863"/>
                  <a:pt x="1399826" y="149266"/>
                  <a:pt x="1401285" y="152252"/>
                </a:cubicBezTo>
                <a:cubicBezTo>
                  <a:pt x="1402283" y="154320"/>
                  <a:pt x="1404049" y="156044"/>
                  <a:pt x="1406582" y="157424"/>
                </a:cubicBezTo>
                <a:cubicBezTo>
                  <a:pt x="1409116" y="158801"/>
                  <a:pt x="1412762" y="159489"/>
                  <a:pt x="1417522" y="159489"/>
                </a:cubicBezTo>
                <a:lnTo>
                  <a:pt x="1417522" y="163750"/>
                </a:lnTo>
                <a:lnTo>
                  <a:pt x="1363514" y="163750"/>
                </a:lnTo>
                <a:lnTo>
                  <a:pt x="1363514" y="159489"/>
                </a:lnTo>
                <a:cubicBezTo>
                  <a:pt x="1368888" y="159489"/>
                  <a:pt x="1372880" y="158647"/>
                  <a:pt x="1375490" y="156963"/>
                </a:cubicBezTo>
                <a:cubicBezTo>
                  <a:pt x="1377410" y="155737"/>
                  <a:pt x="1378753" y="153783"/>
                  <a:pt x="1379521" y="151101"/>
                </a:cubicBezTo>
                <a:cubicBezTo>
                  <a:pt x="1379905" y="149798"/>
                  <a:pt x="1380097" y="146083"/>
                  <a:pt x="1380097" y="139956"/>
                </a:cubicBezTo>
                <a:lnTo>
                  <a:pt x="1380097" y="99166"/>
                </a:lnTo>
                <a:cubicBezTo>
                  <a:pt x="1380097" y="86909"/>
                  <a:pt x="1379847" y="79614"/>
                  <a:pt x="1379348" y="77280"/>
                </a:cubicBezTo>
                <a:cubicBezTo>
                  <a:pt x="1378849" y="74943"/>
                  <a:pt x="1377928" y="73238"/>
                  <a:pt x="1376584" y="72166"/>
                </a:cubicBezTo>
                <a:cubicBezTo>
                  <a:pt x="1375241" y="71094"/>
                  <a:pt x="1373571" y="70557"/>
                  <a:pt x="1371575" y="70557"/>
                </a:cubicBezTo>
                <a:cubicBezTo>
                  <a:pt x="1369195" y="70557"/>
                  <a:pt x="1366508" y="71132"/>
                  <a:pt x="1363514" y="72281"/>
                </a:cubicBezTo>
                <a:lnTo>
                  <a:pt x="1362363" y="68143"/>
                </a:lnTo>
                <a:lnTo>
                  <a:pt x="1394261" y="55274"/>
                </a:lnTo>
                <a:lnTo>
                  <a:pt x="1399097" y="55274"/>
                </a:lnTo>
                <a:close/>
                <a:moveTo>
                  <a:pt x="1506053" y="148549"/>
                </a:moveTo>
                <a:cubicBezTo>
                  <a:pt x="1495229" y="156917"/>
                  <a:pt x="1488435" y="161754"/>
                  <a:pt x="1485671" y="163059"/>
                </a:cubicBezTo>
                <a:cubicBezTo>
                  <a:pt x="1481525" y="165055"/>
                  <a:pt x="1477111" y="166053"/>
                  <a:pt x="1472428" y="166053"/>
                </a:cubicBezTo>
                <a:cubicBezTo>
                  <a:pt x="1465135" y="166053"/>
                  <a:pt x="1459128" y="163558"/>
                  <a:pt x="1454406" y="158568"/>
                </a:cubicBezTo>
                <a:cubicBezTo>
                  <a:pt x="1449685" y="153578"/>
                  <a:pt x="1447324" y="147014"/>
                  <a:pt x="1447324" y="138876"/>
                </a:cubicBezTo>
                <a:cubicBezTo>
                  <a:pt x="1447324" y="133733"/>
                  <a:pt x="1448476" y="129280"/>
                  <a:pt x="1450779" y="125519"/>
                </a:cubicBezTo>
                <a:cubicBezTo>
                  <a:pt x="1453927" y="120298"/>
                  <a:pt x="1459396" y="115385"/>
                  <a:pt x="1467189" y="110779"/>
                </a:cubicBezTo>
                <a:cubicBezTo>
                  <a:pt x="1474981" y="106173"/>
                  <a:pt x="1487936" y="100568"/>
                  <a:pt x="1506053" y="93966"/>
                </a:cubicBezTo>
                <a:lnTo>
                  <a:pt x="1506053" y="89821"/>
                </a:lnTo>
                <a:cubicBezTo>
                  <a:pt x="1506053" y="79303"/>
                  <a:pt x="1504383" y="72087"/>
                  <a:pt x="1501044" y="68172"/>
                </a:cubicBezTo>
                <a:cubicBezTo>
                  <a:pt x="1497704" y="64256"/>
                  <a:pt x="1492849" y="62299"/>
                  <a:pt x="1486477" y="62299"/>
                </a:cubicBezTo>
                <a:cubicBezTo>
                  <a:pt x="1481640" y="62299"/>
                  <a:pt x="1477802" y="63599"/>
                  <a:pt x="1474961" y="66200"/>
                </a:cubicBezTo>
                <a:cubicBezTo>
                  <a:pt x="1472044" y="68800"/>
                  <a:pt x="1470586" y="71783"/>
                  <a:pt x="1470586" y="75149"/>
                </a:cubicBezTo>
                <a:lnTo>
                  <a:pt x="1470816" y="81803"/>
                </a:lnTo>
                <a:cubicBezTo>
                  <a:pt x="1470816" y="85320"/>
                  <a:pt x="1469914" y="88035"/>
                  <a:pt x="1468110" y="89947"/>
                </a:cubicBezTo>
                <a:cubicBezTo>
                  <a:pt x="1466306" y="91859"/>
                  <a:pt x="1463945" y="92815"/>
                  <a:pt x="1461028" y="92815"/>
                </a:cubicBezTo>
                <a:cubicBezTo>
                  <a:pt x="1458187" y="92815"/>
                  <a:pt x="1455865" y="91820"/>
                  <a:pt x="1454061" y="89831"/>
                </a:cubicBezTo>
                <a:cubicBezTo>
                  <a:pt x="1452257" y="87840"/>
                  <a:pt x="1451355" y="85122"/>
                  <a:pt x="1451355" y="81677"/>
                </a:cubicBezTo>
                <a:cubicBezTo>
                  <a:pt x="1451355" y="75096"/>
                  <a:pt x="1454733" y="69051"/>
                  <a:pt x="1461488" y="63540"/>
                </a:cubicBezTo>
                <a:cubicBezTo>
                  <a:pt x="1468244" y="58030"/>
                  <a:pt x="1477725" y="55274"/>
                  <a:pt x="1489932" y="55274"/>
                </a:cubicBezTo>
                <a:cubicBezTo>
                  <a:pt x="1499297" y="55274"/>
                  <a:pt x="1506974" y="56846"/>
                  <a:pt x="1512962" y="59988"/>
                </a:cubicBezTo>
                <a:cubicBezTo>
                  <a:pt x="1517492" y="62366"/>
                  <a:pt x="1520831" y="66086"/>
                  <a:pt x="1522981" y="71148"/>
                </a:cubicBezTo>
                <a:cubicBezTo>
                  <a:pt x="1524363" y="74444"/>
                  <a:pt x="1525054" y="81191"/>
                  <a:pt x="1525054" y="91390"/>
                </a:cubicBezTo>
                <a:lnTo>
                  <a:pt x="1525054" y="127159"/>
                </a:lnTo>
                <a:cubicBezTo>
                  <a:pt x="1525054" y="137204"/>
                  <a:pt x="1525246" y="143358"/>
                  <a:pt x="1525629" y="145620"/>
                </a:cubicBezTo>
                <a:cubicBezTo>
                  <a:pt x="1526013" y="147883"/>
                  <a:pt x="1526647" y="149398"/>
                  <a:pt x="1527530" y="150165"/>
                </a:cubicBezTo>
                <a:cubicBezTo>
                  <a:pt x="1528412" y="150931"/>
                  <a:pt x="1529430" y="151313"/>
                  <a:pt x="1530581" y="151313"/>
                </a:cubicBezTo>
                <a:cubicBezTo>
                  <a:pt x="1531809" y="151313"/>
                  <a:pt x="1532884" y="151044"/>
                  <a:pt x="1533805" y="150507"/>
                </a:cubicBezTo>
                <a:cubicBezTo>
                  <a:pt x="1535418" y="149509"/>
                  <a:pt x="1538527" y="146707"/>
                  <a:pt x="1543133" y="142101"/>
                </a:cubicBezTo>
                <a:lnTo>
                  <a:pt x="1543133" y="148549"/>
                </a:lnTo>
                <a:cubicBezTo>
                  <a:pt x="1534535" y="160065"/>
                  <a:pt x="1526320" y="165823"/>
                  <a:pt x="1518490" y="165823"/>
                </a:cubicBezTo>
                <a:cubicBezTo>
                  <a:pt x="1514728" y="165823"/>
                  <a:pt x="1511734" y="164518"/>
                  <a:pt x="1509508" y="161907"/>
                </a:cubicBezTo>
                <a:cubicBezTo>
                  <a:pt x="1507282" y="159297"/>
                  <a:pt x="1506130" y="154845"/>
                  <a:pt x="1506053" y="148549"/>
                </a:cubicBezTo>
                <a:moveTo>
                  <a:pt x="1506053" y="141000"/>
                </a:moveTo>
                <a:lnTo>
                  <a:pt x="1506053" y="100991"/>
                </a:lnTo>
                <a:cubicBezTo>
                  <a:pt x="1494461" y="105575"/>
                  <a:pt x="1486976" y="108824"/>
                  <a:pt x="1483598" y="110736"/>
                </a:cubicBezTo>
                <a:cubicBezTo>
                  <a:pt x="1477533" y="114099"/>
                  <a:pt x="1473196" y="117615"/>
                  <a:pt x="1470586" y="121283"/>
                </a:cubicBezTo>
                <a:cubicBezTo>
                  <a:pt x="1467975" y="124951"/>
                  <a:pt x="1466670" y="128964"/>
                  <a:pt x="1466670" y="133320"/>
                </a:cubicBezTo>
                <a:cubicBezTo>
                  <a:pt x="1466670" y="138824"/>
                  <a:pt x="1468321" y="143390"/>
                  <a:pt x="1471622" y="147020"/>
                </a:cubicBezTo>
                <a:cubicBezTo>
                  <a:pt x="1474923" y="150650"/>
                  <a:pt x="1478723" y="152465"/>
                  <a:pt x="1483022" y="152465"/>
                </a:cubicBezTo>
                <a:cubicBezTo>
                  <a:pt x="1488857" y="152465"/>
                  <a:pt x="1496534" y="148643"/>
                  <a:pt x="1506053" y="141000"/>
                </a:cubicBezTo>
                <a:close/>
                <a:moveTo>
                  <a:pt x="1639949" y="123676"/>
                </a:moveTo>
                <a:cubicBezTo>
                  <a:pt x="1637108" y="137571"/>
                  <a:pt x="1631542" y="148262"/>
                  <a:pt x="1623251" y="155747"/>
                </a:cubicBezTo>
                <a:cubicBezTo>
                  <a:pt x="1614960" y="163232"/>
                  <a:pt x="1605786" y="166974"/>
                  <a:pt x="1595729" y="166974"/>
                </a:cubicBezTo>
                <a:cubicBezTo>
                  <a:pt x="1583753" y="166974"/>
                  <a:pt x="1573313" y="161952"/>
                  <a:pt x="1564407" y="151907"/>
                </a:cubicBezTo>
                <a:cubicBezTo>
                  <a:pt x="1555502" y="141860"/>
                  <a:pt x="1551049" y="128285"/>
                  <a:pt x="1551049" y="111182"/>
                </a:cubicBezTo>
                <a:cubicBezTo>
                  <a:pt x="1551049" y="94616"/>
                  <a:pt x="1555982" y="81158"/>
                  <a:pt x="1565847" y="70806"/>
                </a:cubicBezTo>
                <a:cubicBezTo>
                  <a:pt x="1575712" y="60451"/>
                  <a:pt x="1587553" y="55274"/>
                  <a:pt x="1601372" y="55274"/>
                </a:cubicBezTo>
                <a:cubicBezTo>
                  <a:pt x="1611736" y="55274"/>
                  <a:pt x="1620257" y="58010"/>
                  <a:pt x="1626936" y="63483"/>
                </a:cubicBezTo>
                <a:cubicBezTo>
                  <a:pt x="1633615" y="68952"/>
                  <a:pt x="1636955" y="74633"/>
                  <a:pt x="1636955" y="80525"/>
                </a:cubicBezTo>
                <a:cubicBezTo>
                  <a:pt x="1636955" y="83433"/>
                  <a:pt x="1636014" y="85787"/>
                  <a:pt x="1634133" y="87586"/>
                </a:cubicBezTo>
                <a:cubicBezTo>
                  <a:pt x="1632253" y="89383"/>
                  <a:pt x="1629623" y="90281"/>
                  <a:pt x="1626245" y="90281"/>
                </a:cubicBezTo>
                <a:cubicBezTo>
                  <a:pt x="1621716" y="90281"/>
                  <a:pt x="1618300" y="88823"/>
                  <a:pt x="1615997" y="85905"/>
                </a:cubicBezTo>
                <a:cubicBezTo>
                  <a:pt x="1614691" y="84293"/>
                  <a:pt x="1613828" y="81222"/>
                  <a:pt x="1613406" y="76693"/>
                </a:cubicBezTo>
                <a:cubicBezTo>
                  <a:pt x="1612983" y="72164"/>
                  <a:pt x="1611429" y="68709"/>
                  <a:pt x="1608742" y="66329"/>
                </a:cubicBezTo>
                <a:cubicBezTo>
                  <a:pt x="1606055" y="64026"/>
                  <a:pt x="1602332" y="62874"/>
                  <a:pt x="1597572" y="62874"/>
                </a:cubicBezTo>
                <a:cubicBezTo>
                  <a:pt x="1589895" y="62874"/>
                  <a:pt x="1583715" y="65715"/>
                  <a:pt x="1579032" y="71396"/>
                </a:cubicBezTo>
                <a:cubicBezTo>
                  <a:pt x="1572814" y="78919"/>
                  <a:pt x="1569704" y="88861"/>
                  <a:pt x="1569704" y="101221"/>
                </a:cubicBezTo>
                <a:cubicBezTo>
                  <a:pt x="1569704" y="113811"/>
                  <a:pt x="1572794" y="124924"/>
                  <a:pt x="1578974" y="134558"/>
                </a:cubicBezTo>
                <a:cubicBezTo>
                  <a:pt x="1585154" y="144193"/>
                  <a:pt x="1593503" y="149010"/>
                  <a:pt x="1604020" y="149010"/>
                </a:cubicBezTo>
                <a:cubicBezTo>
                  <a:pt x="1611544" y="149010"/>
                  <a:pt x="1618300" y="146438"/>
                  <a:pt x="1624288" y="141295"/>
                </a:cubicBezTo>
                <a:cubicBezTo>
                  <a:pt x="1628510" y="137763"/>
                  <a:pt x="1632617" y="131353"/>
                  <a:pt x="1636609" y="122064"/>
                </a:cubicBezTo>
                <a:lnTo>
                  <a:pt x="1639949" y="123676"/>
                </a:lnTo>
                <a:close/>
                <a:moveTo>
                  <a:pt x="1672163" y="98112"/>
                </a:moveTo>
                <a:cubicBezTo>
                  <a:pt x="1672086" y="113737"/>
                  <a:pt x="1675886" y="125992"/>
                  <a:pt x="1683563" y="134878"/>
                </a:cubicBezTo>
                <a:cubicBezTo>
                  <a:pt x="1691240" y="143762"/>
                  <a:pt x="1700261" y="148204"/>
                  <a:pt x="1710625" y="148204"/>
                </a:cubicBezTo>
                <a:cubicBezTo>
                  <a:pt x="1717534" y="148204"/>
                  <a:pt x="1723541" y="146304"/>
                  <a:pt x="1728646" y="142504"/>
                </a:cubicBezTo>
                <a:cubicBezTo>
                  <a:pt x="1733751" y="138704"/>
                  <a:pt x="1738031" y="132198"/>
                  <a:pt x="1741486" y="122985"/>
                </a:cubicBezTo>
                <a:lnTo>
                  <a:pt x="1745056" y="125288"/>
                </a:lnTo>
                <a:cubicBezTo>
                  <a:pt x="1743444" y="135806"/>
                  <a:pt x="1738761" y="145383"/>
                  <a:pt x="1731007" y="154019"/>
                </a:cubicBezTo>
                <a:cubicBezTo>
                  <a:pt x="1723253" y="162656"/>
                  <a:pt x="1713542" y="166974"/>
                  <a:pt x="1701873" y="166974"/>
                </a:cubicBezTo>
                <a:cubicBezTo>
                  <a:pt x="1689206" y="166974"/>
                  <a:pt x="1678362" y="162053"/>
                  <a:pt x="1669342" y="152209"/>
                </a:cubicBezTo>
                <a:cubicBezTo>
                  <a:pt x="1660321" y="142363"/>
                  <a:pt x="1655811" y="129128"/>
                  <a:pt x="1655811" y="112502"/>
                </a:cubicBezTo>
                <a:cubicBezTo>
                  <a:pt x="1655811" y="94500"/>
                  <a:pt x="1660436" y="80462"/>
                  <a:pt x="1669687" y="70388"/>
                </a:cubicBezTo>
                <a:cubicBezTo>
                  <a:pt x="1678938" y="60312"/>
                  <a:pt x="1690549" y="55274"/>
                  <a:pt x="1704521" y="55274"/>
                </a:cubicBezTo>
                <a:cubicBezTo>
                  <a:pt x="1716344" y="55274"/>
                  <a:pt x="1726055" y="59161"/>
                  <a:pt x="1733655" y="66934"/>
                </a:cubicBezTo>
                <a:cubicBezTo>
                  <a:pt x="1741256" y="74704"/>
                  <a:pt x="1745056" y="85097"/>
                  <a:pt x="1745056" y="98112"/>
                </a:cubicBezTo>
                <a:lnTo>
                  <a:pt x="1672163" y="98112"/>
                </a:lnTo>
                <a:moveTo>
                  <a:pt x="1672163" y="91433"/>
                </a:moveTo>
                <a:lnTo>
                  <a:pt x="1720988" y="91433"/>
                </a:lnTo>
                <a:cubicBezTo>
                  <a:pt x="1720605" y="84677"/>
                  <a:pt x="1719799" y="79917"/>
                  <a:pt x="1718570" y="77154"/>
                </a:cubicBezTo>
                <a:cubicBezTo>
                  <a:pt x="1716651" y="72854"/>
                  <a:pt x="1713791" y="69477"/>
                  <a:pt x="1709991" y="67020"/>
                </a:cubicBezTo>
                <a:cubicBezTo>
                  <a:pt x="1706191" y="64563"/>
                  <a:pt x="1702218" y="63335"/>
                  <a:pt x="1698073" y="63335"/>
                </a:cubicBezTo>
                <a:cubicBezTo>
                  <a:pt x="1691701" y="63335"/>
                  <a:pt x="1686001" y="65811"/>
                  <a:pt x="1680972" y="70763"/>
                </a:cubicBezTo>
                <a:cubicBezTo>
                  <a:pt x="1675944" y="75714"/>
                  <a:pt x="1673007" y="82604"/>
                  <a:pt x="1672163" y="91433"/>
                </a:cubicBezTo>
                <a:close/>
                <a:moveTo>
                  <a:pt x="1868838" y="55274"/>
                </a:moveTo>
                <a:cubicBezTo>
                  <a:pt x="1884806" y="55274"/>
                  <a:pt x="1897627" y="61333"/>
                  <a:pt x="1907300" y="73451"/>
                </a:cubicBezTo>
                <a:cubicBezTo>
                  <a:pt x="1915514" y="83803"/>
                  <a:pt x="1919621" y="95690"/>
                  <a:pt x="1919621" y="109113"/>
                </a:cubicBezTo>
                <a:cubicBezTo>
                  <a:pt x="1919621" y="118546"/>
                  <a:pt x="1917357" y="128094"/>
                  <a:pt x="1912827" y="137757"/>
                </a:cubicBezTo>
                <a:cubicBezTo>
                  <a:pt x="1908298" y="147418"/>
                  <a:pt x="1902060" y="154703"/>
                  <a:pt x="1894115" y="159611"/>
                </a:cubicBezTo>
                <a:cubicBezTo>
                  <a:pt x="1886169" y="164520"/>
                  <a:pt x="1877321" y="166974"/>
                  <a:pt x="1867571" y="166974"/>
                </a:cubicBezTo>
                <a:cubicBezTo>
                  <a:pt x="1851680" y="166974"/>
                  <a:pt x="1839052" y="160647"/>
                  <a:pt x="1829686" y="147992"/>
                </a:cubicBezTo>
                <a:cubicBezTo>
                  <a:pt x="1821778" y="137333"/>
                  <a:pt x="1817825" y="125370"/>
                  <a:pt x="1817825" y="112103"/>
                </a:cubicBezTo>
                <a:cubicBezTo>
                  <a:pt x="1817825" y="102440"/>
                  <a:pt x="1820224" y="92834"/>
                  <a:pt x="1825022" y="83286"/>
                </a:cubicBezTo>
                <a:cubicBezTo>
                  <a:pt x="1829820" y="73737"/>
                  <a:pt x="1836134" y="66682"/>
                  <a:pt x="1843965" y="62119"/>
                </a:cubicBezTo>
                <a:cubicBezTo>
                  <a:pt x="1851795" y="57556"/>
                  <a:pt x="1860086" y="55274"/>
                  <a:pt x="1868838" y="55274"/>
                </a:cubicBezTo>
                <a:moveTo>
                  <a:pt x="1865268" y="62874"/>
                </a:moveTo>
                <a:cubicBezTo>
                  <a:pt x="1861200" y="62874"/>
                  <a:pt x="1857112" y="64082"/>
                  <a:pt x="1853004" y="66498"/>
                </a:cubicBezTo>
                <a:cubicBezTo>
                  <a:pt x="1848897" y="68914"/>
                  <a:pt x="1845577" y="73151"/>
                  <a:pt x="1843044" y="79208"/>
                </a:cubicBezTo>
                <a:cubicBezTo>
                  <a:pt x="1840510" y="85266"/>
                  <a:pt x="1839243" y="93049"/>
                  <a:pt x="1839243" y="102556"/>
                </a:cubicBezTo>
                <a:cubicBezTo>
                  <a:pt x="1839243" y="117891"/>
                  <a:pt x="1842295" y="131118"/>
                  <a:pt x="1848398" y="142238"/>
                </a:cubicBezTo>
                <a:cubicBezTo>
                  <a:pt x="1854501" y="153355"/>
                  <a:pt x="1862543" y="158913"/>
                  <a:pt x="1872523" y="158913"/>
                </a:cubicBezTo>
                <a:cubicBezTo>
                  <a:pt x="1879970" y="158913"/>
                  <a:pt x="1886111" y="155846"/>
                  <a:pt x="1890948" y="149712"/>
                </a:cubicBezTo>
                <a:cubicBezTo>
                  <a:pt x="1895784" y="143577"/>
                  <a:pt x="1898203" y="133035"/>
                  <a:pt x="1898203" y="118084"/>
                </a:cubicBezTo>
                <a:cubicBezTo>
                  <a:pt x="1898203" y="99374"/>
                  <a:pt x="1894172" y="84651"/>
                  <a:pt x="1886111" y="73915"/>
                </a:cubicBezTo>
                <a:cubicBezTo>
                  <a:pt x="1880661" y="66555"/>
                  <a:pt x="1873713" y="62874"/>
                  <a:pt x="1865268" y="62874"/>
                </a:cubicBezTo>
                <a:close/>
                <a:moveTo>
                  <a:pt x="1975973" y="66329"/>
                </a:moveTo>
                <a:lnTo>
                  <a:pt x="1975973" y="135739"/>
                </a:lnTo>
                <a:cubicBezTo>
                  <a:pt x="1975973" y="145577"/>
                  <a:pt x="1977048" y="151803"/>
                  <a:pt x="1979197" y="154415"/>
                </a:cubicBezTo>
                <a:cubicBezTo>
                  <a:pt x="1982038" y="157798"/>
                  <a:pt x="1985838" y="159489"/>
                  <a:pt x="1990598" y="159489"/>
                </a:cubicBezTo>
                <a:lnTo>
                  <a:pt x="2000155" y="159489"/>
                </a:lnTo>
                <a:lnTo>
                  <a:pt x="2000155" y="163750"/>
                </a:lnTo>
                <a:lnTo>
                  <a:pt x="1937166" y="163750"/>
                </a:lnTo>
                <a:lnTo>
                  <a:pt x="1937166" y="159489"/>
                </a:lnTo>
                <a:lnTo>
                  <a:pt x="1941887" y="159489"/>
                </a:lnTo>
                <a:cubicBezTo>
                  <a:pt x="1944958" y="159489"/>
                  <a:pt x="1947760" y="158720"/>
                  <a:pt x="1950293" y="157182"/>
                </a:cubicBezTo>
                <a:cubicBezTo>
                  <a:pt x="1952827" y="155645"/>
                  <a:pt x="1954573" y="153569"/>
                  <a:pt x="1955533" y="150957"/>
                </a:cubicBezTo>
                <a:cubicBezTo>
                  <a:pt x="1956493" y="148344"/>
                  <a:pt x="1956972" y="143272"/>
                  <a:pt x="1956972" y="135739"/>
                </a:cubicBezTo>
                <a:lnTo>
                  <a:pt x="1956972" y="66329"/>
                </a:lnTo>
                <a:lnTo>
                  <a:pt x="1936475" y="66329"/>
                </a:lnTo>
                <a:lnTo>
                  <a:pt x="1936475" y="58268"/>
                </a:lnTo>
                <a:lnTo>
                  <a:pt x="1956972" y="58268"/>
                </a:lnTo>
                <a:lnTo>
                  <a:pt x="1956972" y="51330"/>
                </a:lnTo>
                <a:cubicBezTo>
                  <a:pt x="1956972" y="40772"/>
                  <a:pt x="1958661" y="31832"/>
                  <a:pt x="1962039" y="24510"/>
                </a:cubicBezTo>
                <a:cubicBezTo>
                  <a:pt x="1965417" y="17188"/>
                  <a:pt x="1970580" y="11273"/>
                  <a:pt x="1977528" y="6765"/>
                </a:cubicBezTo>
                <a:cubicBezTo>
                  <a:pt x="1984475" y="2255"/>
                  <a:pt x="1992287" y="0"/>
                  <a:pt x="2000961" y="0"/>
                </a:cubicBezTo>
                <a:cubicBezTo>
                  <a:pt x="2009022" y="0"/>
                  <a:pt x="2016431" y="2610"/>
                  <a:pt x="2023186" y="7831"/>
                </a:cubicBezTo>
                <a:cubicBezTo>
                  <a:pt x="2027639" y="11285"/>
                  <a:pt x="2029865" y="15162"/>
                  <a:pt x="2029865" y="19461"/>
                </a:cubicBezTo>
                <a:cubicBezTo>
                  <a:pt x="2029865" y="21764"/>
                  <a:pt x="2028867" y="23933"/>
                  <a:pt x="2026871" y="25967"/>
                </a:cubicBezTo>
                <a:cubicBezTo>
                  <a:pt x="2024875" y="28002"/>
                  <a:pt x="2022726" y="29019"/>
                  <a:pt x="2020423" y="29019"/>
                </a:cubicBezTo>
                <a:cubicBezTo>
                  <a:pt x="2018657" y="29019"/>
                  <a:pt x="2016795" y="28378"/>
                  <a:pt x="2014838" y="27097"/>
                </a:cubicBezTo>
                <a:cubicBezTo>
                  <a:pt x="2012880" y="25816"/>
                  <a:pt x="2010481" y="23061"/>
                  <a:pt x="2007640" y="18831"/>
                </a:cubicBezTo>
                <a:cubicBezTo>
                  <a:pt x="2004800" y="14602"/>
                  <a:pt x="2002190" y="11749"/>
                  <a:pt x="1999810" y="10274"/>
                </a:cubicBezTo>
                <a:cubicBezTo>
                  <a:pt x="1997430" y="8799"/>
                  <a:pt x="1994782" y="8061"/>
                  <a:pt x="1991864" y="8061"/>
                </a:cubicBezTo>
                <a:cubicBezTo>
                  <a:pt x="1988333" y="8061"/>
                  <a:pt x="1985339" y="9011"/>
                  <a:pt x="1982882" y="10911"/>
                </a:cubicBezTo>
                <a:cubicBezTo>
                  <a:pt x="1980426" y="12809"/>
                  <a:pt x="1978660" y="15752"/>
                  <a:pt x="1977585" y="19742"/>
                </a:cubicBezTo>
                <a:cubicBezTo>
                  <a:pt x="1976510" y="23731"/>
                  <a:pt x="1975973" y="34016"/>
                  <a:pt x="1975973" y="50596"/>
                </a:cubicBezTo>
                <a:lnTo>
                  <a:pt x="1975973" y="58268"/>
                </a:lnTo>
                <a:lnTo>
                  <a:pt x="2003149" y="58268"/>
                </a:lnTo>
                <a:lnTo>
                  <a:pt x="2003149" y="66329"/>
                </a:lnTo>
                <a:lnTo>
                  <a:pt x="1975973" y="66329"/>
                </a:lnTo>
                <a:close/>
                <a:moveTo>
                  <a:pt x="2102180" y="23492"/>
                </a:moveTo>
                <a:lnTo>
                  <a:pt x="2102180" y="58268"/>
                </a:lnTo>
                <a:lnTo>
                  <a:pt x="2126823" y="58268"/>
                </a:lnTo>
                <a:lnTo>
                  <a:pt x="2126823" y="66329"/>
                </a:lnTo>
                <a:lnTo>
                  <a:pt x="2102180" y="66329"/>
                </a:lnTo>
                <a:lnTo>
                  <a:pt x="2102180" y="134637"/>
                </a:lnTo>
                <a:cubicBezTo>
                  <a:pt x="2102180" y="141463"/>
                  <a:pt x="2103159" y="146064"/>
                  <a:pt x="2105117" y="148441"/>
                </a:cubicBezTo>
                <a:cubicBezTo>
                  <a:pt x="2107074" y="150817"/>
                  <a:pt x="2109589" y="152004"/>
                  <a:pt x="2112659" y="152004"/>
                </a:cubicBezTo>
                <a:cubicBezTo>
                  <a:pt x="2115193" y="152004"/>
                  <a:pt x="2117649" y="151217"/>
                  <a:pt x="2120029" y="149643"/>
                </a:cubicBezTo>
                <a:cubicBezTo>
                  <a:pt x="2122409" y="148070"/>
                  <a:pt x="2124252" y="145747"/>
                  <a:pt x="2125557" y="142677"/>
                </a:cubicBezTo>
                <a:lnTo>
                  <a:pt x="2130048" y="142677"/>
                </a:lnTo>
                <a:cubicBezTo>
                  <a:pt x="2127361" y="150222"/>
                  <a:pt x="2123561" y="155928"/>
                  <a:pt x="2118647" y="159795"/>
                </a:cubicBezTo>
                <a:cubicBezTo>
                  <a:pt x="2113734" y="163660"/>
                  <a:pt x="2108667" y="165592"/>
                  <a:pt x="2103447" y="165592"/>
                </a:cubicBezTo>
                <a:cubicBezTo>
                  <a:pt x="2099916" y="165592"/>
                  <a:pt x="2096461" y="164612"/>
                  <a:pt x="2093083" y="162652"/>
                </a:cubicBezTo>
                <a:cubicBezTo>
                  <a:pt x="2089705" y="160692"/>
                  <a:pt x="2087210" y="157888"/>
                  <a:pt x="2085598" y="154239"/>
                </a:cubicBezTo>
                <a:cubicBezTo>
                  <a:pt x="2083986" y="150587"/>
                  <a:pt x="2083180" y="144957"/>
                  <a:pt x="2083180" y="137347"/>
                </a:cubicBezTo>
                <a:lnTo>
                  <a:pt x="2083180" y="66329"/>
                </a:lnTo>
                <a:lnTo>
                  <a:pt x="2066482" y="66329"/>
                </a:lnTo>
                <a:lnTo>
                  <a:pt x="2066482" y="62529"/>
                </a:lnTo>
                <a:cubicBezTo>
                  <a:pt x="2070705" y="60835"/>
                  <a:pt x="2075023" y="57967"/>
                  <a:pt x="2079437" y="53925"/>
                </a:cubicBezTo>
                <a:cubicBezTo>
                  <a:pt x="2083852" y="49882"/>
                  <a:pt x="2087786" y="45089"/>
                  <a:pt x="2091241" y="39545"/>
                </a:cubicBezTo>
                <a:cubicBezTo>
                  <a:pt x="2093006" y="36620"/>
                  <a:pt x="2095463" y="31269"/>
                  <a:pt x="2098611" y="23492"/>
                </a:cubicBezTo>
                <a:lnTo>
                  <a:pt x="2102180" y="23492"/>
                </a:lnTo>
                <a:close/>
                <a:moveTo>
                  <a:pt x="2167989" y="0"/>
                </a:moveTo>
                <a:lnTo>
                  <a:pt x="2167989" y="77269"/>
                </a:lnTo>
                <a:cubicBezTo>
                  <a:pt x="2176511" y="67903"/>
                  <a:pt x="2183267" y="61896"/>
                  <a:pt x="2188257" y="59247"/>
                </a:cubicBezTo>
                <a:cubicBezTo>
                  <a:pt x="2193247" y="56598"/>
                  <a:pt x="2198237" y="55274"/>
                  <a:pt x="2203227" y="55274"/>
                </a:cubicBezTo>
                <a:cubicBezTo>
                  <a:pt x="2209215" y="55274"/>
                  <a:pt x="2214358" y="56921"/>
                  <a:pt x="2218657" y="60215"/>
                </a:cubicBezTo>
                <a:cubicBezTo>
                  <a:pt x="2222957" y="63509"/>
                  <a:pt x="2226143" y="68679"/>
                  <a:pt x="2228215" y="75725"/>
                </a:cubicBezTo>
                <a:cubicBezTo>
                  <a:pt x="2229674" y="80629"/>
                  <a:pt x="2230403" y="89591"/>
                  <a:pt x="2230403" y="102614"/>
                </a:cubicBezTo>
                <a:lnTo>
                  <a:pt x="2230403" y="139841"/>
                </a:lnTo>
                <a:cubicBezTo>
                  <a:pt x="2230403" y="146505"/>
                  <a:pt x="2230941" y="151064"/>
                  <a:pt x="2232015" y="153515"/>
                </a:cubicBezTo>
                <a:cubicBezTo>
                  <a:pt x="2232783" y="155353"/>
                  <a:pt x="2234088" y="156808"/>
                  <a:pt x="2235931" y="157881"/>
                </a:cubicBezTo>
                <a:cubicBezTo>
                  <a:pt x="2237773" y="158953"/>
                  <a:pt x="2241151" y="159489"/>
                  <a:pt x="2246064" y="159489"/>
                </a:cubicBezTo>
                <a:lnTo>
                  <a:pt x="2246064" y="163750"/>
                </a:lnTo>
                <a:lnTo>
                  <a:pt x="2194245" y="163750"/>
                </a:lnTo>
                <a:lnTo>
                  <a:pt x="2194245" y="159489"/>
                </a:lnTo>
                <a:lnTo>
                  <a:pt x="2196663" y="159489"/>
                </a:lnTo>
                <a:cubicBezTo>
                  <a:pt x="2201576" y="159489"/>
                  <a:pt x="2204992" y="158741"/>
                  <a:pt x="2206912" y="157244"/>
                </a:cubicBezTo>
                <a:cubicBezTo>
                  <a:pt x="2208831" y="155747"/>
                  <a:pt x="2210174" y="153539"/>
                  <a:pt x="2210942" y="150622"/>
                </a:cubicBezTo>
                <a:cubicBezTo>
                  <a:pt x="2211172" y="149394"/>
                  <a:pt x="2211288" y="145786"/>
                  <a:pt x="2211288" y="139798"/>
                </a:cubicBezTo>
                <a:lnTo>
                  <a:pt x="2211288" y="102488"/>
                </a:lnTo>
                <a:cubicBezTo>
                  <a:pt x="2211288" y="90972"/>
                  <a:pt x="2210693" y="83410"/>
                  <a:pt x="2209503" y="79802"/>
                </a:cubicBezTo>
                <a:cubicBezTo>
                  <a:pt x="2208313" y="76194"/>
                  <a:pt x="2206413" y="73488"/>
                  <a:pt x="2203803" y="71684"/>
                </a:cubicBezTo>
                <a:cubicBezTo>
                  <a:pt x="2201192" y="69880"/>
                  <a:pt x="2198045" y="68978"/>
                  <a:pt x="2194360" y="68978"/>
                </a:cubicBezTo>
                <a:cubicBezTo>
                  <a:pt x="2190598" y="68978"/>
                  <a:pt x="2186683" y="69976"/>
                  <a:pt x="2182614" y="71972"/>
                </a:cubicBezTo>
                <a:cubicBezTo>
                  <a:pt x="2178545" y="73968"/>
                  <a:pt x="2173670" y="77998"/>
                  <a:pt x="2167989" y="84063"/>
                </a:cubicBezTo>
                <a:lnTo>
                  <a:pt x="2167989" y="139798"/>
                </a:lnTo>
                <a:cubicBezTo>
                  <a:pt x="2167989" y="147014"/>
                  <a:pt x="2168392" y="151505"/>
                  <a:pt x="2169199" y="153271"/>
                </a:cubicBezTo>
                <a:cubicBezTo>
                  <a:pt x="2170005" y="155036"/>
                  <a:pt x="2171502" y="156514"/>
                  <a:pt x="2173690" y="157704"/>
                </a:cubicBezTo>
                <a:cubicBezTo>
                  <a:pt x="2175878" y="158894"/>
                  <a:pt x="2179658" y="159489"/>
                  <a:pt x="2185032" y="159489"/>
                </a:cubicBezTo>
                <a:lnTo>
                  <a:pt x="2185032" y="163750"/>
                </a:lnTo>
                <a:lnTo>
                  <a:pt x="2132752" y="163750"/>
                </a:lnTo>
                <a:lnTo>
                  <a:pt x="2132752" y="159489"/>
                </a:lnTo>
                <a:cubicBezTo>
                  <a:pt x="2137435" y="159489"/>
                  <a:pt x="2141120" y="158760"/>
                  <a:pt x="2143807" y="157301"/>
                </a:cubicBezTo>
                <a:cubicBezTo>
                  <a:pt x="2145342" y="156536"/>
                  <a:pt x="2146571" y="155080"/>
                  <a:pt x="2147492" y="152933"/>
                </a:cubicBezTo>
                <a:cubicBezTo>
                  <a:pt x="2148413" y="150783"/>
                  <a:pt x="2148874" y="146409"/>
                  <a:pt x="2148874" y="139812"/>
                </a:cubicBezTo>
                <a:lnTo>
                  <a:pt x="2148874" y="44417"/>
                </a:lnTo>
                <a:cubicBezTo>
                  <a:pt x="2148874" y="32374"/>
                  <a:pt x="2148586" y="24972"/>
                  <a:pt x="2148010" y="22210"/>
                </a:cubicBezTo>
                <a:cubicBezTo>
                  <a:pt x="2147434" y="19447"/>
                  <a:pt x="2146551" y="17567"/>
                  <a:pt x="2145362" y="16571"/>
                </a:cubicBezTo>
                <a:cubicBezTo>
                  <a:pt x="2144172" y="15573"/>
                  <a:pt x="2142579" y="15074"/>
                  <a:pt x="2140583" y="15074"/>
                </a:cubicBezTo>
                <a:cubicBezTo>
                  <a:pt x="2138970" y="15074"/>
                  <a:pt x="2136360" y="15689"/>
                  <a:pt x="2132752" y="16917"/>
                </a:cubicBezTo>
                <a:lnTo>
                  <a:pt x="2131140" y="12887"/>
                </a:lnTo>
                <a:lnTo>
                  <a:pt x="2162692" y="0"/>
                </a:lnTo>
                <a:lnTo>
                  <a:pt x="2167989" y="0"/>
                </a:lnTo>
                <a:close/>
                <a:moveTo>
                  <a:pt x="2272245" y="98112"/>
                </a:moveTo>
                <a:cubicBezTo>
                  <a:pt x="2272168" y="113737"/>
                  <a:pt x="2275968" y="125992"/>
                  <a:pt x="2283645" y="134878"/>
                </a:cubicBezTo>
                <a:cubicBezTo>
                  <a:pt x="2291322" y="143762"/>
                  <a:pt x="2300343" y="148204"/>
                  <a:pt x="2310707" y="148204"/>
                </a:cubicBezTo>
                <a:cubicBezTo>
                  <a:pt x="2317616" y="148204"/>
                  <a:pt x="2323623" y="146304"/>
                  <a:pt x="2328728" y="142504"/>
                </a:cubicBezTo>
                <a:cubicBezTo>
                  <a:pt x="2333834" y="138704"/>
                  <a:pt x="2338114" y="132198"/>
                  <a:pt x="2341568" y="122985"/>
                </a:cubicBezTo>
                <a:lnTo>
                  <a:pt x="2345138" y="125288"/>
                </a:lnTo>
                <a:cubicBezTo>
                  <a:pt x="2343526" y="135806"/>
                  <a:pt x="2338843" y="145383"/>
                  <a:pt x="2331089" y="154019"/>
                </a:cubicBezTo>
                <a:cubicBezTo>
                  <a:pt x="2323335" y="162656"/>
                  <a:pt x="2313624" y="166974"/>
                  <a:pt x="2301955" y="166974"/>
                </a:cubicBezTo>
                <a:cubicBezTo>
                  <a:pt x="2289288" y="166974"/>
                  <a:pt x="2278444" y="162053"/>
                  <a:pt x="2269424" y="152209"/>
                </a:cubicBezTo>
                <a:cubicBezTo>
                  <a:pt x="2260403" y="142363"/>
                  <a:pt x="2255893" y="129128"/>
                  <a:pt x="2255893" y="112502"/>
                </a:cubicBezTo>
                <a:cubicBezTo>
                  <a:pt x="2255893" y="94500"/>
                  <a:pt x="2260518" y="80462"/>
                  <a:pt x="2269769" y="70388"/>
                </a:cubicBezTo>
                <a:cubicBezTo>
                  <a:pt x="2279020" y="60312"/>
                  <a:pt x="2290631" y="55274"/>
                  <a:pt x="2304604" y="55274"/>
                </a:cubicBezTo>
                <a:cubicBezTo>
                  <a:pt x="2316426" y="55274"/>
                  <a:pt x="2326137" y="59161"/>
                  <a:pt x="2333738" y="66934"/>
                </a:cubicBezTo>
                <a:cubicBezTo>
                  <a:pt x="2341338" y="74704"/>
                  <a:pt x="2345138" y="85097"/>
                  <a:pt x="2345138" y="98112"/>
                </a:cubicBezTo>
                <a:lnTo>
                  <a:pt x="2272245" y="98112"/>
                </a:lnTo>
                <a:moveTo>
                  <a:pt x="2272245" y="91433"/>
                </a:moveTo>
                <a:lnTo>
                  <a:pt x="2321071" y="91433"/>
                </a:lnTo>
                <a:cubicBezTo>
                  <a:pt x="2320687" y="84677"/>
                  <a:pt x="2319881" y="79917"/>
                  <a:pt x="2318652" y="77154"/>
                </a:cubicBezTo>
                <a:cubicBezTo>
                  <a:pt x="2316733" y="72854"/>
                  <a:pt x="2313873" y="69477"/>
                  <a:pt x="2310073" y="67020"/>
                </a:cubicBezTo>
                <a:cubicBezTo>
                  <a:pt x="2306273" y="64563"/>
                  <a:pt x="2302300" y="63335"/>
                  <a:pt x="2298155" y="63335"/>
                </a:cubicBezTo>
                <a:cubicBezTo>
                  <a:pt x="2291783" y="63335"/>
                  <a:pt x="2286083" y="65811"/>
                  <a:pt x="2281054" y="70763"/>
                </a:cubicBezTo>
                <a:cubicBezTo>
                  <a:pt x="2276026" y="75714"/>
                  <a:pt x="2273090" y="82604"/>
                  <a:pt x="2272245" y="91433"/>
                </a:cubicBezTo>
                <a:close/>
                <a:moveTo>
                  <a:pt x="2458556" y="66329"/>
                </a:moveTo>
                <a:lnTo>
                  <a:pt x="2458556" y="135739"/>
                </a:lnTo>
                <a:cubicBezTo>
                  <a:pt x="2458556" y="145577"/>
                  <a:pt x="2459631" y="151803"/>
                  <a:pt x="2461781" y="154415"/>
                </a:cubicBezTo>
                <a:cubicBezTo>
                  <a:pt x="2464621" y="157798"/>
                  <a:pt x="2468421" y="159489"/>
                  <a:pt x="2473181" y="159489"/>
                </a:cubicBezTo>
                <a:lnTo>
                  <a:pt x="2482739" y="159489"/>
                </a:lnTo>
                <a:lnTo>
                  <a:pt x="2482739" y="163750"/>
                </a:lnTo>
                <a:lnTo>
                  <a:pt x="2419749" y="163750"/>
                </a:lnTo>
                <a:lnTo>
                  <a:pt x="2419749" y="159489"/>
                </a:lnTo>
                <a:lnTo>
                  <a:pt x="2424471" y="159489"/>
                </a:lnTo>
                <a:cubicBezTo>
                  <a:pt x="2427541" y="159489"/>
                  <a:pt x="2430344" y="158720"/>
                  <a:pt x="2432877" y="157182"/>
                </a:cubicBezTo>
                <a:cubicBezTo>
                  <a:pt x="2435410" y="155645"/>
                  <a:pt x="2437157" y="153569"/>
                  <a:pt x="2438116" y="150957"/>
                </a:cubicBezTo>
                <a:cubicBezTo>
                  <a:pt x="2439076" y="148344"/>
                  <a:pt x="2439556" y="143272"/>
                  <a:pt x="2439556" y="135739"/>
                </a:cubicBezTo>
                <a:lnTo>
                  <a:pt x="2439556" y="66329"/>
                </a:lnTo>
                <a:lnTo>
                  <a:pt x="2419058" y="66329"/>
                </a:lnTo>
                <a:lnTo>
                  <a:pt x="2419058" y="58268"/>
                </a:lnTo>
                <a:lnTo>
                  <a:pt x="2439556" y="58268"/>
                </a:lnTo>
                <a:lnTo>
                  <a:pt x="2439556" y="51330"/>
                </a:lnTo>
                <a:cubicBezTo>
                  <a:pt x="2439556" y="40772"/>
                  <a:pt x="2441245" y="31832"/>
                  <a:pt x="2444623" y="24510"/>
                </a:cubicBezTo>
                <a:cubicBezTo>
                  <a:pt x="2448001" y="17188"/>
                  <a:pt x="2453163" y="11273"/>
                  <a:pt x="2460111" y="6765"/>
                </a:cubicBezTo>
                <a:cubicBezTo>
                  <a:pt x="2467059" y="2255"/>
                  <a:pt x="2474870" y="0"/>
                  <a:pt x="2483545" y="0"/>
                </a:cubicBezTo>
                <a:cubicBezTo>
                  <a:pt x="2491606" y="0"/>
                  <a:pt x="2499014" y="2610"/>
                  <a:pt x="2505770" y="7831"/>
                </a:cubicBezTo>
                <a:cubicBezTo>
                  <a:pt x="2510222" y="11285"/>
                  <a:pt x="2512449" y="15162"/>
                  <a:pt x="2512449" y="19461"/>
                </a:cubicBezTo>
                <a:cubicBezTo>
                  <a:pt x="2512449" y="21764"/>
                  <a:pt x="2511451" y="23933"/>
                  <a:pt x="2509455" y="25967"/>
                </a:cubicBezTo>
                <a:cubicBezTo>
                  <a:pt x="2507459" y="28002"/>
                  <a:pt x="2505309" y="29019"/>
                  <a:pt x="2503006" y="29019"/>
                </a:cubicBezTo>
                <a:cubicBezTo>
                  <a:pt x="2501240" y="29019"/>
                  <a:pt x="2499379" y="28378"/>
                  <a:pt x="2497421" y="27097"/>
                </a:cubicBezTo>
                <a:cubicBezTo>
                  <a:pt x="2495463" y="25816"/>
                  <a:pt x="2493064" y="23061"/>
                  <a:pt x="2490224" y="18831"/>
                </a:cubicBezTo>
                <a:cubicBezTo>
                  <a:pt x="2487383" y="14602"/>
                  <a:pt x="2484773" y="11749"/>
                  <a:pt x="2482393" y="10274"/>
                </a:cubicBezTo>
                <a:cubicBezTo>
                  <a:pt x="2480014" y="8799"/>
                  <a:pt x="2477365" y="8061"/>
                  <a:pt x="2474448" y="8061"/>
                </a:cubicBezTo>
                <a:cubicBezTo>
                  <a:pt x="2470916" y="8061"/>
                  <a:pt x="2467922" y="9011"/>
                  <a:pt x="2465466" y="10911"/>
                </a:cubicBezTo>
                <a:cubicBezTo>
                  <a:pt x="2463009" y="12809"/>
                  <a:pt x="2461243" y="15752"/>
                  <a:pt x="2460169" y="19742"/>
                </a:cubicBezTo>
                <a:cubicBezTo>
                  <a:pt x="2459094" y="23731"/>
                  <a:pt x="2458556" y="34016"/>
                  <a:pt x="2458556" y="50596"/>
                </a:cubicBezTo>
                <a:lnTo>
                  <a:pt x="2458556" y="58268"/>
                </a:lnTo>
                <a:lnTo>
                  <a:pt x="2485733" y="58268"/>
                </a:lnTo>
                <a:lnTo>
                  <a:pt x="2485733" y="66329"/>
                </a:lnTo>
                <a:lnTo>
                  <a:pt x="2458556" y="663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unctionalityremovingnotetags">
            <a:extLst xmlns:a="http://schemas.openxmlformats.org/drawingml/2006/main">
              <a:ext uri="{FF2B5EF4-FFF2-40B4-BE49-F238E27FC236}">
                <a16:creationId xmlns:a16="http://schemas.microsoft.com/office/drawing/2014/main" id="{CCEF968F-D473-40B7-B6C4-57D8B02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22" y="2197449"/>
            <a:ext cx="2974565" cy="214648"/>
          </a:xfrm>
          <a:custGeom xmlns:a="http://schemas.openxmlformats.org/drawingml/2006/main">
            <a:pathLst>
              <a:path w="2974565" h="214648">
                <a:moveTo>
                  <a:pt x="99609" y="58268"/>
                </a:moveTo>
                <a:lnTo>
                  <a:pt x="99609" y="122179"/>
                </a:lnTo>
                <a:cubicBezTo>
                  <a:pt x="99609" y="134385"/>
                  <a:pt x="99897" y="141851"/>
                  <a:pt x="100472" y="144577"/>
                </a:cubicBezTo>
                <a:cubicBezTo>
                  <a:pt x="101048" y="147302"/>
                  <a:pt x="101969" y="149202"/>
                  <a:pt x="103236" y="150277"/>
                </a:cubicBezTo>
                <a:cubicBezTo>
                  <a:pt x="104503" y="151352"/>
                  <a:pt x="105981" y="151889"/>
                  <a:pt x="107670" y="151889"/>
                </a:cubicBezTo>
                <a:cubicBezTo>
                  <a:pt x="110049" y="151889"/>
                  <a:pt x="112736" y="151236"/>
                  <a:pt x="115730" y="149931"/>
                </a:cubicBezTo>
                <a:lnTo>
                  <a:pt x="117343" y="153962"/>
                </a:lnTo>
                <a:lnTo>
                  <a:pt x="85790" y="166974"/>
                </a:lnTo>
                <a:lnTo>
                  <a:pt x="80608" y="166974"/>
                </a:lnTo>
                <a:lnTo>
                  <a:pt x="80608" y="144634"/>
                </a:lnTo>
                <a:cubicBezTo>
                  <a:pt x="71549" y="154461"/>
                  <a:pt x="64640" y="160641"/>
                  <a:pt x="59880" y="163174"/>
                </a:cubicBezTo>
                <a:cubicBezTo>
                  <a:pt x="55121" y="165707"/>
                  <a:pt x="50092" y="166974"/>
                  <a:pt x="44795" y="166974"/>
                </a:cubicBezTo>
                <a:cubicBezTo>
                  <a:pt x="38884" y="166974"/>
                  <a:pt x="33759" y="165266"/>
                  <a:pt x="29422" y="161850"/>
                </a:cubicBezTo>
                <a:cubicBezTo>
                  <a:pt x="25085" y="158434"/>
                  <a:pt x="22071" y="154038"/>
                  <a:pt x="20382" y="148665"/>
                </a:cubicBezTo>
                <a:cubicBezTo>
                  <a:pt x="18693" y="143291"/>
                  <a:pt x="17849" y="135691"/>
                  <a:pt x="17849" y="125864"/>
                </a:cubicBezTo>
                <a:lnTo>
                  <a:pt x="17849" y="78766"/>
                </a:lnTo>
                <a:cubicBezTo>
                  <a:pt x="17849" y="73776"/>
                  <a:pt x="17312" y="70321"/>
                  <a:pt x="16237" y="68402"/>
                </a:cubicBezTo>
                <a:cubicBezTo>
                  <a:pt x="15162" y="66483"/>
                  <a:pt x="13569" y="65005"/>
                  <a:pt x="11458" y="63968"/>
                </a:cubicBezTo>
                <a:cubicBezTo>
                  <a:pt x="9347" y="62932"/>
                  <a:pt x="5527" y="62452"/>
                  <a:pt x="0" y="62529"/>
                </a:cubicBezTo>
                <a:lnTo>
                  <a:pt x="0" y="58268"/>
                </a:lnTo>
                <a:lnTo>
                  <a:pt x="36965" y="58268"/>
                </a:lnTo>
                <a:lnTo>
                  <a:pt x="36965" y="128685"/>
                </a:lnTo>
                <a:cubicBezTo>
                  <a:pt x="36965" y="138488"/>
                  <a:pt x="38673" y="144921"/>
                  <a:pt x="42089" y="147984"/>
                </a:cubicBezTo>
                <a:cubicBezTo>
                  <a:pt x="45505" y="151048"/>
                  <a:pt x="49632" y="152580"/>
                  <a:pt x="54468" y="152580"/>
                </a:cubicBezTo>
                <a:cubicBezTo>
                  <a:pt x="57769" y="152580"/>
                  <a:pt x="61512" y="151546"/>
                  <a:pt x="65696" y="149478"/>
                </a:cubicBezTo>
                <a:cubicBezTo>
                  <a:pt x="69880" y="147410"/>
                  <a:pt x="74850" y="143467"/>
                  <a:pt x="80608" y="137649"/>
                </a:cubicBezTo>
                <a:lnTo>
                  <a:pt x="80608" y="78035"/>
                </a:lnTo>
                <a:cubicBezTo>
                  <a:pt x="80608" y="72062"/>
                  <a:pt x="79514" y="68023"/>
                  <a:pt x="77326" y="65919"/>
                </a:cubicBezTo>
                <a:cubicBezTo>
                  <a:pt x="75138" y="63812"/>
                  <a:pt x="70590" y="62682"/>
                  <a:pt x="63681" y="62529"/>
                </a:cubicBezTo>
                <a:lnTo>
                  <a:pt x="63681" y="58268"/>
                </a:lnTo>
                <a:lnTo>
                  <a:pt x="99609" y="58268"/>
                </a:lnTo>
                <a:close/>
                <a:moveTo>
                  <a:pt x="155385" y="77614"/>
                </a:moveTo>
                <a:cubicBezTo>
                  <a:pt x="167744" y="62721"/>
                  <a:pt x="179529" y="55274"/>
                  <a:pt x="190737" y="55274"/>
                </a:cubicBezTo>
                <a:cubicBezTo>
                  <a:pt x="196495" y="55274"/>
                  <a:pt x="201446" y="56711"/>
                  <a:pt x="205592" y="59585"/>
                </a:cubicBezTo>
                <a:cubicBezTo>
                  <a:pt x="209738" y="62457"/>
                  <a:pt x="213039" y="67187"/>
                  <a:pt x="215495" y="73775"/>
                </a:cubicBezTo>
                <a:cubicBezTo>
                  <a:pt x="217184" y="78369"/>
                  <a:pt x="218029" y="85416"/>
                  <a:pt x="218029" y="94916"/>
                </a:cubicBezTo>
                <a:lnTo>
                  <a:pt x="218029" y="139841"/>
                </a:lnTo>
                <a:cubicBezTo>
                  <a:pt x="218029" y="146505"/>
                  <a:pt x="218566" y="151025"/>
                  <a:pt x="219641" y="153400"/>
                </a:cubicBezTo>
                <a:cubicBezTo>
                  <a:pt x="220485" y="155315"/>
                  <a:pt x="221848" y="156808"/>
                  <a:pt x="223729" y="157881"/>
                </a:cubicBezTo>
                <a:cubicBezTo>
                  <a:pt x="225610" y="158953"/>
                  <a:pt x="229084" y="159489"/>
                  <a:pt x="234150" y="159489"/>
                </a:cubicBezTo>
                <a:lnTo>
                  <a:pt x="234150" y="163750"/>
                </a:lnTo>
                <a:lnTo>
                  <a:pt x="181985" y="163750"/>
                </a:lnTo>
                <a:lnTo>
                  <a:pt x="181985" y="159489"/>
                </a:lnTo>
                <a:lnTo>
                  <a:pt x="184173" y="159489"/>
                </a:lnTo>
                <a:cubicBezTo>
                  <a:pt x="189086" y="159489"/>
                  <a:pt x="192522" y="158744"/>
                  <a:pt x="194480" y="157254"/>
                </a:cubicBezTo>
                <a:cubicBezTo>
                  <a:pt x="196437" y="155765"/>
                  <a:pt x="197800" y="153569"/>
                  <a:pt x="198568" y="150669"/>
                </a:cubicBezTo>
                <a:cubicBezTo>
                  <a:pt x="198875" y="149522"/>
                  <a:pt x="199028" y="145932"/>
                  <a:pt x="199028" y="139898"/>
                </a:cubicBezTo>
                <a:lnTo>
                  <a:pt x="199028" y="96935"/>
                </a:lnTo>
                <a:cubicBezTo>
                  <a:pt x="199028" y="87389"/>
                  <a:pt x="197781" y="80458"/>
                  <a:pt x="195286" y="76142"/>
                </a:cubicBezTo>
                <a:cubicBezTo>
                  <a:pt x="192791" y="71826"/>
                  <a:pt x="188587" y="69669"/>
                  <a:pt x="182676" y="69669"/>
                </a:cubicBezTo>
                <a:cubicBezTo>
                  <a:pt x="173541" y="69669"/>
                  <a:pt x="164443" y="74633"/>
                  <a:pt x="155385" y="84563"/>
                </a:cubicBezTo>
                <a:lnTo>
                  <a:pt x="155385" y="139898"/>
                </a:lnTo>
                <a:cubicBezTo>
                  <a:pt x="155385" y="147002"/>
                  <a:pt x="155807" y="151394"/>
                  <a:pt x="156651" y="153073"/>
                </a:cubicBezTo>
                <a:cubicBezTo>
                  <a:pt x="157726" y="155287"/>
                  <a:pt x="159204" y="156910"/>
                  <a:pt x="161085" y="157942"/>
                </a:cubicBezTo>
                <a:cubicBezTo>
                  <a:pt x="162966" y="158973"/>
                  <a:pt x="166785" y="159489"/>
                  <a:pt x="172543" y="159489"/>
                </a:cubicBezTo>
                <a:lnTo>
                  <a:pt x="172543" y="163750"/>
                </a:lnTo>
                <a:lnTo>
                  <a:pt x="120378" y="163750"/>
                </a:lnTo>
                <a:lnTo>
                  <a:pt x="120378" y="159489"/>
                </a:lnTo>
                <a:lnTo>
                  <a:pt x="122681" y="159489"/>
                </a:lnTo>
                <a:cubicBezTo>
                  <a:pt x="128055" y="159489"/>
                  <a:pt x="131682" y="158130"/>
                  <a:pt x="133563" y="155412"/>
                </a:cubicBezTo>
                <a:cubicBezTo>
                  <a:pt x="135444" y="152691"/>
                  <a:pt x="136384" y="147501"/>
                  <a:pt x="136384" y="139841"/>
                </a:cubicBezTo>
                <a:lnTo>
                  <a:pt x="136384" y="100775"/>
                </a:lnTo>
                <a:cubicBezTo>
                  <a:pt x="136384" y="88136"/>
                  <a:pt x="136096" y="80439"/>
                  <a:pt x="135520" y="77683"/>
                </a:cubicBezTo>
                <a:cubicBezTo>
                  <a:pt x="134945" y="74924"/>
                  <a:pt x="134062" y="73046"/>
                  <a:pt x="132872" y="72051"/>
                </a:cubicBezTo>
                <a:cubicBezTo>
                  <a:pt x="131682" y="71055"/>
                  <a:pt x="130089" y="70557"/>
                  <a:pt x="128093" y="70557"/>
                </a:cubicBezTo>
                <a:cubicBezTo>
                  <a:pt x="125943" y="70557"/>
                  <a:pt x="123372" y="71132"/>
                  <a:pt x="120378" y="72281"/>
                </a:cubicBezTo>
                <a:lnTo>
                  <a:pt x="118650" y="68143"/>
                </a:lnTo>
                <a:lnTo>
                  <a:pt x="150433" y="55274"/>
                </a:lnTo>
                <a:lnTo>
                  <a:pt x="155385" y="55274"/>
                </a:lnTo>
                <a:lnTo>
                  <a:pt x="155385" y="77614"/>
                </a:lnTo>
                <a:close/>
                <a:moveTo>
                  <a:pt x="331727" y="123676"/>
                </a:moveTo>
                <a:cubicBezTo>
                  <a:pt x="328887" y="137571"/>
                  <a:pt x="323321" y="148262"/>
                  <a:pt x="315030" y="155747"/>
                </a:cubicBezTo>
                <a:cubicBezTo>
                  <a:pt x="306739" y="163232"/>
                  <a:pt x="297565" y="166974"/>
                  <a:pt x="287508" y="166974"/>
                </a:cubicBezTo>
                <a:cubicBezTo>
                  <a:pt x="275532" y="166974"/>
                  <a:pt x="265091" y="161952"/>
                  <a:pt x="256186" y="151907"/>
                </a:cubicBezTo>
                <a:cubicBezTo>
                  <a:pt x="247281" y="141860"/>
                  <a:pt x="242828" y="128285"/>
                  <a:pt x="242828" y="111182"/>
                </a:cubicBezTo>
                <a:cubicBezTo>
                  <a:pt x="242828" y="94616"/>
                  <a:pt x="247760" y="81158"/>
                  <a:pt x="257625" y="70806"/>
                </a:cubicBezTo>
                <a:cubicBezTo>
                  <a:pt x="267490" y="60451"/>
                  <a:pt x="279332" y="55274"/>
                  <a:pt x="293150" y="55274"/>
                </a:cubicBezTo>
                <a:cubicBezTo>
                  <a:pt x="303514" y="55274"/>
                  <a:pt x="312036" y="58010"/>
                  <a:pt x="318715" y="63483"/>
                </a:cubicBezTo>
                <a:cubicBezTo>
                  <a:pt x="325394" y="68952"/>
                  <a:pt x="328733" y="74633"/>
                  <a:pt x="328733" y="80525"/>
                </a:cubicBezTo>
                <a:cubicBezTo>
                  <a:pt x="328733" y="83433"/>
                  <a:pt x="327793" y="85787"/>
                  <a:pt x="325912" y="87586"/>
                </a:cubicBezTo>
                <a:cubicBezTo>
                  <a:pt x="324031" y="89383"/>
                  <a:pt x="321402" y="90281"/>
                  <a:pt x="318024" y="90281"/>
                </a:cubicBezTo>
                <a:cubicBezTo>
                  <a:pt x="313494" y="90281"/>
                  <a:pt x="310078" y="88823"/>
                  <a:pt x="307775" y="85905"/>
                </a:cubicBezTo>
                <a:cubicBezTo>
                  <a:pt x="306470" y="84293"/>
                  <a:pt x="305606" y="81222"/>
                  <a:pt x="305184" y="76693"/>
                </a:cubicBezTo>
                <a:cubicBezTo>
                  <a:pt x="304762" y="72164"/>
                  <a:pt x="303207" y="68709"/>
                  <a:pt x="300520" y="66329"/>
                </a:cubicBezTo>
                <a:cubicBezTo>
                  <a:pt x="297833" y="64026"/>
                  <a:pt x="294110" y="62874"/>
                  <a:pt x="289350" y="62874"/>
                </a:cubicBezTo>
                <a:cubicBezTo>
                  <a:pt x="281673" y="62874"/>
                  <a:pt x="275493" y="65715"/>
                  <a:pt x="270810" y="71396"/>
                </a:cubicBezTo>
                <a:cubicBezTo>
                  <a:pt x="264592" y="78919"/>
                  <a:pt x="261483" y="88861"/>
                  <a:pt x="261483" y="101221"/>
                </a:cubicBezTo>
                <a:cubicBezTo>
                  <a:pt x="261483" y="113811"/>
                  <a:pt x="264573" y="124924"/>
                  <a:pt x="270753" y="134558"/>
                </a:cubicBezTo>
                <a:cubicBezTo>
                  <a:pt x="276933" y="144193"/>
                  <a:pt x="285282" y="149010"/>
                  <a:pt x="295799" y="149010"/>
                </a:cubicBezTo>
                <a:cubicBezTo>
                  <a:pt x="303322" y="149010"/>
                  <a:pt x="310078" y="146438"/>
                  <a:pt x="316066" y="141295"/>
                </a:cubicBezTo>
                <a:cubicBezTo>
                  <a:pt x="320289" y="137763"/>
                  <a:pt x="324396" y="131353"/>
                  <a:pt x="328388" y="122064"/>
                </a:cubicBezTo>
                <a:lnTo>
                  <a:pt x="331727" y="123676"/>
                </a:lnTo>
                <a:close/>
                <a:moveTo>
                  <a:pt x="376839" y="23492"/>
                </a:moveTo>
                <a:lnTo>
                  <a:pt x="376839" y="58268"/>
                </a:lnTo>
                <a:lnTo>
                  <a:pt x="401482" y="58268"/>
                </a:lnTo>
                <a:lnTo>
                  <a:pt x="401482" y="66329"/>
                </a:lnTo>
                <a:lnTo>
                  <a:pt x="376839" y="66329"/>
                </a:lnTo>
                <a:lnTo>
                  <a:pt x="376839" y="134637"/>
                </a:lnTo>
                <a:cubicBezTo>
                  <a:pt x="376839" y="141463"/>
                  <a:pt x="377817" y="146064"/>
                  <a:pt x="379775" y="148441"/>
                </a:cubicBezTo>
                <a:cubicBezTo>
                  <a:pt x="381733" y="150817"/>
                  <a:pt x="384247" y="152004"/>
                  <a:pt x="387318" y="152004"/>
                </a:cubicBezTo>
                <a:cubicBezTo>
                  <a:pt x="389851" y="152004"/>
                  <a:pt x="392308" y="151217"/>
                  <a:pt x="394687" y="149643"/>
                </a:cubicBezTo>
                <a:cubicBezTo>
                  <a:pt x="397067" y="148070"/>
                  <a:pt x="398910" y="145747"/>
                  <a:pt x="400215" y="142677"/>
                </a:cubicBezTo>
                <a:lnTo>
                  <a:pt x="404706" y="142677"/>
                </a:lnTo>
                <a:cubicBezTo>
                  <a:pt x="402019" y="150222"/>
                  <a:pt x="398219" y="155928"/>
                  <a:pt x="393306" y="159795"/>
                </a:cubicBezTo>
                <a:cubicBezTo>
                  <a:pt x="388392" y="163660"/>
                  <a:pt x="383326" y="165592"/>
                  <a:pt x="378105" y="165592"/>
                </a:cubicBezTo>
                <a:cubicBezTo>
                  <a:pt x="374574" y="165592"/>
                  <a:pt x="371119" y="164612"/>
                  <a:pt x="367741" y="162652"/>
                </a:cubicBezTo>
                <a:cubicBezTo>
                  <a:pt x="364363" y="160692"/>
                  <a:pt x="361868" y="157888"/>
                  <a:pt x="360256" y="154239"/>
                </a:cubicBezTo>
                <a:cubicBezTo>
                  <a:pt x="358644" y="150587"/>
                  <a:pt x="357838" y="144957"/>
                  <a:pt x="357838" y="137347"/>
                </a:cubicBezTo>
                <a:lnTo>
                  <a:pt x="357838" y="66329"/>
                </a:lnTo>
                <a:lnTo>
                  <a:pt x="341141" y="66329"/>
                </a:lnTo>
                <a:lnTo>
                  <a:pt x="341141" y="62529"/>
                </a:lnTo>
                <a:cubicBezTo>
                  <a:pt x="345363" y="60835"/>
                  <a:pt x="349681" y="57967"/>
                  <a:pt x="354095" y="53925"/>
                </a:cubicBezTo>
                <a:cubicBezTo>
                  <a:pt x="358510" y="49882"/>
                  <a:pt x="362444" y="45089"/>
                  <a:pt x="365899" y="39545"/>
                </a:cubicBezTo>
                <a:cubicBezTo>
                  <a:pt x="367665" y="36620"/>
                  <a:pt x="370121" y="31269"/>
                  <a:pt x="373269" y="23492"/>
                </a:cubicBezTo>
                <a:lnTo>
                  <a:pt x="376839" y="23492"/>
                </a:lnTo>
                <a:close/>
                <a:moveTo>
                  <a:pt x="438502" y="0"/>
                </a:moveTo>
                <a:cubicBezTo>
                  <a:pt x="441726" y="0"/>
                  <a:pt x="444471" y="1138"/>
                  <a:pt x="446735" y="3415"/>
                </a:cubicBezTo>
                <a:cubicBezTo>
                  <a:pt x="449000" y="5689"/>
                  <a:pt x="450132" y="8447"/>
                  <a:pt x="450132" y="11688"/>
                </a:cubicBezTo>
                <a:cubicBezTo>
                  <a:pt x="450132" y="14929"/>
                  <a:pt x="449000" y="17707"/>
                  <a:pt x="446735" y="20023"/>
                </a:cubicBezTo>
                <a:cubicBezTo>
                  <a:pt x="444471" y="22335"/>
                  <a:pt x="441726" y="23492"/>
                  <a:pt x="438502" y="23492"/>
                </a:cubicBezTo>
                <a:cubicBezTo>
                  <a:pt x="435277" y="23492"/>
                  <a:pt x="432514" y="22335"/>
                  <a:pt x="430211" y="20023"/>
                </a:cubicBezTo>
                <a:cubicBezTo>
                  <a:pt x="427908" y="17707"/>
                  <a:pt x="426756" y="14929"/>
                  <a:pt x="426756" y="11688"/>
                </a:cubicBezTo>
                <a:cubicBezTo>
                  <a:pt x="426756" y="8447"/>
                  <a:pt x="427888" y="5689"/>
                  <a:pt x="430153" y="3415"/>
                </a:cubicBezTo>
                <a:cubicBezTo>
                  <a:pt x="432418" y="1138"/>
                  <a:pt x="435201" y="0"/>
                  <a:pt x="438502" y="0"/>
                </a:cubicBezTo>
                <a:moveTo>
                  <a:pt x="448060" y="55274"/>
                </a:moveTo>
                <a:lnTo>
                  <a:pt x="448060" y="139841"/>
                </a:lnTo>
                <a:cubicBezTo>
                  <a:pt x="448060" y="146429"/>
                  <a:pt x="448539" y="150814"/>
                  <a:pt x="449499" y="152997"/>
                </a:cubicBezTo>
                <a:cubicBezTo>
                  <a:pt x="450459" y="155180"/>
                  <a:pt x="451879" y="156808"/>
                  <a:pt x="453760" y="157881"/>
                </a:cubicBezTo>
                <a:cubicBezTo>
                  <a:pt x="455641" y="158953"/>
                  <a:pt x="459076" y="159489"/>
                  <a:pt x="464066" y="159489"/>
                </a:cubicBezTo>
                <a:lnTo>
                  <a:pt x="464066" y="163750"/>
                </a:lnTo>
                <a:lnTo>
                  <a:pt x="412822" y="163750"/>
                </a:lnTo>
                <a:lnTo>
                  <a:pt x="412822" y="159489"/>
                </a:lnTo>
                <a:cubicBezTo>
                  <a:pt x="417966" y="159489"/>
                  <a:pt x="421420" y="158991"/>
                  <a:pt x="423186" y="157996"/>
                </a:cubicBezTo>
                <a:cubicBezTo>
                  <a:pt x="424952" y="157000"/>
                  <a:pt x="426353" y="155353"/>
                  <a:pt x="427389" y="153055"/>
                </a:cubicBezTo>
                <a:cubicBezTo>
                  <a:pt x="428426" y="150757"/>
                  <a:pt x="428944" y="146352"/>
                  <a:pt x="428944" y="139841"/>
                </a:cubicBezTo>
                <a:lnTo>
                  <a:pt x="428944" y="99281"/>
                </a:lnTo>
                <a:cubicBezTo>
                  <a:pt x="428944" y="87867"/>
                  <a:pt x="428598" y="80475"/>
                  <a:pt x="427908" y="77107"/>
                </a:cubicBezTo>
                <a:cubicBezTo>
                  <a:pt x="427370" y="74655"/>
                  <a:pt x="426526" y="72950"/>
                  <a:pt x="425374" y="71993"/>
                </a:cubicBezTo>
                <a:cubicBezTo>
                  <a:pt x="424223" y="71036"/>
                  <a:pt x="422649" y="70557"/>
                  <a:pt x="420653" y="70557"/>
                </a:cubicBezTo>
                <a:cubicBezTo>
                  <a:pt x="418503" y="70557"/>
                  <a:pt x="415893" y="71132"/>
                  <a:pt x="412822" y="72281"/>
                </a:cubicBezTo>
                <a:lnTo>
                  <a:pt x="411210" y="68143"/>
                </a:lnTo>
                <a:lnTo>
                  <a:pt x="442993" y="55274"/>
                </a:lnTo>
                <a:lnTo>
                  <a:pt x="448060" y="55274"/>
                </a:lnTo>
                <a:close/>
                <a:moveTo>
                  <a:pt x="528724" y="55274"/>
                </a:moveTo>
                <a:cubicBezTo>
                  <a:pt x="544692" y="55274"/>
                  <a:pt x="557512" y="61333"/>
                  <a:pt x="567185" y="73451"/>
                </a:cubicBezTo>
                <a:cubicBezTo>
                  <a:pt x="575400" y="83803"/>
                  <a:pt x="579507" y="95690"/>
                  <a:pt x="579507" y="109113"/>
                </a:cubicBezTo>
                <a:cubicBezTo>
                  <a:pt x="579507" y="118546"/>
                  <a:pt x="577242" y="128094"/>
                  <a:pt x="572713" y="137757"/>
                </a:cubicBezTo>
                <a:cubicBezTo>
                  <a:pt x="568183" y="147418"/>
                  <a:pt x="561946" y="154703"/>
                  <a:pt x="554000" y="159611"/>
                </a:cubicBezTo>
                <a:cubicBezTo>
                  <a:pt x="546054" y="164520"/>
                  <a:pt x="537207" y="166974"/>
                  <a:pt x="527457" y="166974"/>
                </a:cubicBezTo>
                <a:cubicBezTo>
                  <a:pt x="511566" y="166974"/>
                  <a:pt x="498937" y="160647"/>
                  <a:pt x="489571" y="147992"/>
                </a:cubicBezTo>
                <a:cubicBezTo>
                  <a:pt x="481664" y="137333"/>
                  <a:pt x="477710" y="125370"/>
                  <a:pt x="477710" y="112103"/>
                </a:cubicBezTo>
                <a:cubicBezTo>
                  <a:pt x="477710" y="102440"/>
                  <a:pt x="480109" y="92834"/>
                  <a:pt x="484907" y="83286"/>
                </a:cubicBezTo>
                <a:cubicBezTo>
                  <a:pt x="489705" y="73737"/>
                  <a:pt x="496020" y="66682"/>
                  <a:pt x="503850" y="62119"/>
                </a:cubicBezTo>
                <a:cubicBezTo>
                  <a:pt x="511681" y="57556"/>
                  <a:pt x="519972" y="55274"/>
                  <a:pt x="528724" y="55274"/>
                </a:cubicBezTo>
                <a:moveTo>
                  <a:pt x="525154" y="62874"/>
                </a:moveTo>
                <a:cubicBezTo>
                  <a:pt x="521085" y="62874"/>
                  <a:pt x="516997" y="64082"/>
                  <a:pt x="512890" y="66498"/>
                </a:cubicBezTo>
                <a:cubicBezTo>
                  <a:pt x="508783" y="68914"/>
                  <a:pt x="505462" y="73151"/>
                  <a:pt x="502929" y="79208"/>
                </a:cubicBezTo>
                <a:cubicBezTo>
                  <a:pt x="500396" y="85266"/>
                  <a:pt x="499129" y="93049"/>
                  <a:pt x="499129" y="102556"/>
                </a:cubicBezTo>
                <a:cubicBezTo>
                  <a:pt x="499129" y="117891"/>
                  <a:pt x="502180" y="131118"/>
                  <a:pt x="508284" y="142238"/>
                </a:cubicBezTo>
                <a:cubicBezTo>
                  <a:pt x="514387" y="153355"/>
                  <a:pt x="522428" y="158913"/>
                  <a:pt x="532409" y="158913"/>
                </a:cubicBezTo>
                <a:cubicBezTo>
                  <a:pt x="539855" y="158913"/>
                  <a:pt x="545997" y="155846"/>
                  <a:pt x="550833" y="149712"/>
                </a:cubicBezTo>
                <a:cubicBezTo>
                  <a:pt x="555670" y="143577"/>
                  <a:pt x="558088" y="133035"/>
                  <a:pt x="558088" y="118084"/>
                </a:cubicBezTo>
                <a:cubicBezTo>
                  <a:pt x="558088" y="99374"/>
                  <a:pt x="554058" y="84651"/>
                  <a:pt x="545997" y="73915"/>
                </a:cubicBezTo>
                <a:cubicBezTo>
                  <a:pt x="540546" y="66555"/>
                  <a:pt x="533598" y="62874"/>
                  <a:pt x="525154" y="62874"/>
                </a:cubicBezTo>
                <a:close/>
                <a:moveTo>
                  <a:pt x="625379" y="77614"/>
                </a:moveTo>
                <a:cubicBezTo>
                  <a:pt x="637739" y="62721"/>
                  <a:pt x="649523" y="55274"/>
                  <a:pt x="660731" y="55274"/>
                </a:cubicBezTo>
                <a:cubicBezTo>
                  <a:pt x="666489" y="55274"/>
                  <a:pt x="671441" y="56711"/>
                  <a:pt x="675586" y="59585"/>
                </a:cubicBezTo>
                <a:cubicBezTo>
                  <a:pt x="679732" y="62457"/>
                  <a:pt x="683033" y="67187"/>
                  <a:pt x="685490" y="73775"/>
                </a:cubicBezTo>
                <a:cubicBezTo>
                  <a:pt x="687179" y="78369"/>
                  <a:pt x="688023" y="85416"/>
                  <a:pt x="688023" y="94916"/>
                </a:cubicBezTo>
                <a:lnTo>
                  <a:pt x="688023" y="139841"/>
                </a:lnTo>
                <a:cubicBezTo>
                  <a:pt x="688023" y="146505"/>
                  <a:pt x="688561" y="151025"/>
                  <a:pt x="689635" y="153400"/>
                </a:cubicBezTo>
                <a:cubicBezTo>
                  <a:pt x="690480" y="155315"/>
                  <a:pt x="691842" y="156808"/>
                  <a:pt x="693723" y="157881"/>
                </a:cubicBezTo>
                <a:cubicBezTo>
                  <a:pt x="695604" y="158953"/>
                  <a:pt x="699078" y="159489"/>
                  <a:pt x="704145" y="159489"/>
                </a:cubicBezTo>
                <a:lnTo>
                  <a:pt x="704145" y="163750"/>
                </a:lnTo>
                <a:lnTo>
                  <a:pt x="651980" y="163750"/>
                </a:lnTo>
                <a:lnTo>
                  <a:pt x="651980" y="159489"/>
                </a:lnTo>
                <a:lnTo>
                  <a:pt x="654168" y="159489"/>
                </a:lnTo>
                <a:cubicBezTo>
                  <a:pt x="659081" y="159489"/>
                  <a:pt x="662516" y="158744"/>
                  <a:pt x="664474" y="157254"/>
                </a:cubicBezTo>
                <a:cubicBezTo>
                  <a:pt x="666432" y="155765"/>
                  <a:pt x="667794" y="153569"/>
                  <a:pt x="668562" y="150669"/>
                </a:cubicBezTo>
                <a:cubicBezTo>
                  <a:pt x="668869" y="149522"/>
                  <a:pt x="669023" y="145932"/>
                  <a:pt x="669023" y="139898"/>
                </a:cubicBezTo>
                <a:lnTo>
                  <a:pt x="669023" y="96935"/>
                </a:lnTo>
                <a:cubicBezTo>
                  <a:pt x="669023" y="87389"/>
                  <a:pt x="667775" y="80458"/>
                  <a:pt x="665280" y="76142"/>
                </a:cubicBezTo>
                <a:cubicBezTo>
                  <a:pt x="662785" y="71826"/>
                  <a:pt x="658582" y="69669"/>
                  <a:pt x="652671" y="69669"/>
                </a:cubicBezTo>
                <a:cubicBezTo>
                  <a:pt x="643535" y="69669"/>
                  <a:pt x="634438" y="74633"/>
                  <a:pt x="625379" y="84563"/>
                </a:cubicBezTo>
                <a:lnTo>
                  <a:pt x="625379" y="139898"/>
                </a:lnTo>
                <a:cubicBezTo>
                  <a:pt x="625379" y="147002"/>
                  <a:pt x="625801" y="151394"/>
                  <a:pt x="626646" y="153073"/>
                </a:cubicBezTo>
                <a:cubicBezTo>
                  <a:pt x="627720" y="155287"/>
                  <a:pt x="629198" y="156910"/>
                  <a:pt x="631079" y="157942"/>
                </a:cubicBezTo>
                <a:cubicBezTo>
                  <a:pt x="632960" y="158973"/>
                  <a:pt x="636779" y="159489"/>
                  <a:pt x="642537" y="159489"/>
                </a:cubicBezTo>
                <a:lnTo>
                  <a:pt x="642537" y="163750"/>
                </a:lnTo>
                <a:lnTo>
                  <a:pt x="590372" y="163750"/>
                </a:lnTo>
                <a:lnTo>
                  <a:pt x="590372" y="159489"/>
                </a:lnTo>
                <a:lnTo>
                  <a:pt x="592675" y="159489"/>
                </a:lnTo>
                <a:cubicBezTo>
                  <a:pt x="598049" y="159489"/>
                  <a:pt x="601676" y="158130"/>
                  <a:pt x="603557" y="155412"/>
                </a:cubicBezTo>
                <a:cubicBezTo>
                  <a:pt x="605438" y="152691"/>
                  <a:pt x="606378" y="147501"/>
                  <a:pt x="606378" y="139841"/>
                </a:cubicBezTo>
                <a:lnTo>
                  <a:pt x="606378" y="100775"/>
                </a:lnTo>
                <a:cubicBezTo>
                  <a:pt x="606378" y="88136"/>
                  <a:pt x="606091" y="80439"/>
                  <a:pt x="605515" y="77683"/>
                </a:cubicBezTo>
                <a:cubicBezTo>
                  <a:pt x="604939" y="74924"/>
                  <a:pt x="604056" y="73046"/>
                  <a:pt x="602866" y="72051"/>
                </a:cubicBezTo>
                <a:cubicBezTo>
                  <a:pt x="601676" y="71055"/>
                  <a:pt x="600083" y="70557"/>
                  <a:pt x="598087" y="70557"/>
                </a:cubicBezTo>
                <a:cubicBezTo>
                  <a:pt x="595938" y="70557"/>
                  <a:pt x="593366" y="71132"/>
                  <a:pt x="590372" y="72281"/>
                </a:cubicBezTo>
                <a:lnTo>
                  <a:pt x="588645" y="68143"/>
                </a:lnTo>
                <a:lnTo>
                  <a:pt x="620427" y="55274"/>
                </a:lnTo>
                <a:lnTo>
                  <a:pt x="625379" y="55274"/>
                </a:lnTo>
                <a:lnTo>
                  <a:pt x="625379" y="77614"/>
                </a:lnTo>
                <a:close/>
                <a:moveTo>
                  <a:pt x="771897" y="148549"/>
                </a:moveTo>
                <a:cubicBezTo>
                  <a:pt x="761072" y="156917"/>
                  <a:pt x="754278" y="161754"/>
                  <a:pt x="751514" y="163059"/>
                </a:cubicBezTo>
                <a:cubicBezTo>
                  <a:pt x="747369" y="165055"/>
                  <a:pt x="742954" y="166053"/>
                  <a:pt x="738272" y="166053"/>
                </a:cubicBezTo>
                <a:cubicBezTo>
                  <a:pt x="730978" y="166053"/>
                  <a:pt x="724971" y="163558"/>
                  <a:pt x="720250" y="158568"/>
                </a:cubicBezTo>
                <a:cubicBezTo>
                  <a:pt x="715528" y="153578"/>
                  <a:pt x="713168" y="147014"/>
                  <a:pt x="713168" y="138876"/>
                </a:cubicBezTo>
                <a:cubicBezTo>
                  <a:pt x="713168" y="133733"/>
                  <a:pt x="714319" y="129280"/>
                  <a:pt x="716622" y="125519"/>
                </a:cubicBezTo>
                <a:cubicBezTo>
                  <a:pt x="719770" y="120298"/>
                  <a:pt x="725240" y="115385"/>
                  <a:pt x="733032" y="110779"/>
                </a:cubicBezTo>
                <a:cubicBezTo>
                  <a:pt x="740824" y="106173"/>
                  <a:pt x="753779" y="100568"/>
                  <a:pt x="771897" y="93966"/>
                </a:cubicBezTo>
                <a:lnTo>
                  <a:pt x="771897" y="89821"/>
                </a:lnTo>
                <a:cubicBezTo>
                  <a:pt x="771897" y="79303"/>
                  <a:pt x="770227" y="72087"/>
                  <a:pt x="766887" y="68172"/>
                </a:cubicBezTo>
                <a:cubicBezTo>
                  <a:pt x="763548" y="64256"/>
                  <a:pt x="758692" y="62299"/>
                  <a:pt x="752320" y="62299"/>
                </a:cubicBezTo>
                <a:cubicBezTo>
                  <a:pt x="747484" y="62299"/>
                  <a:pt x="743645" y="63599"/>
                  <a:pt x="740805" y="66200"/>
                </a:cubicBezTo>
                <a:cubicBezTo>
                  <a:pt x="737888" y="68800"/>
                  <a:pt x="736429" y="71783"/>
                  <a:pt x="736429" y="75149"/>
                </a:cubicBezTo>
                <a:lnTo>
                  <a:pt x="736659" y="81803"/>
                </a:lnTo>
                <a:cubicBezTo>
                  <a:pt x="736659" y="85320"/>
                  <a:pt x="735757" y="88035"/>
                  <a:pt x="733953" y="89947"/>
                </a:cubicBezTo>
                <a:cubicBezTo>
                  <a:pt x="732149" y="91859"/>
                  <a:pt x="729788" y="92815"/>
                  <a:pt x="726871" y="92815"/>
                </a:cubicBezTo>
                <a:cubicBezTo>
                  <a:pt x="724031" y="92815"/>
                  <a:pt x="721708" y="91820"/>
                  <a:pt x="719904" y="89831"/>
                </a:cubicBezTo>
                <a:cubicBezTo>
                  <a:pt x="718100" y="87840"/>
                  <a:pt x="717198" y="85122"/>
                  <a:pt x="717198" y="81677"/>
                </a:cubicBezTo>
                <a:cubicBezTo>
                  <a:pt x="717198" y="75096"/>
                  <a:pt x="720576" y="69051"/>
                  <a:pt x="727332" y="63540"/>
                </a:cubicBezTo>
                <a:cubicBezTo>
                  <a:pt x="734088" y="58030"/>
                  <a:pt x="743569" y="55274"/>
                  <a:pt x="755775" y="55274"/>
                </a:cubicBezTo>
                <a:cubicBezTo>
                  <a:pt x="765141" y="55274"/>
                  <a:pt x="772818" y="56846"/>
                  <a:pt x="778806" y="59988"/>
                </a:cubicBezTo>
                <a:cubicBezTo>
                  <a:pt x="783335" y="62366"/>
                  <a:pt x="786675" y="66086"/>
                  <a:pt x="788824" y="71148"/>
                </a:cubicBezTo>
                <a:cubicBezTo>
                  <a:pt x="790206" y="74444"/>
                  <a:pt x="790897" y="81191"/>
                  <a:pt x="790897" y="91390"/>
                </a:cubicBezTo>
                <a:lnTo>
                  <a:pt x="790897" y="127159"/>
                </a:lnTo>
                <a:cubicBezTo>
                  <a:pt x="790897" y="137204"/>
                  <a:pt x="791089" y="143358"/>
                  <a:pt x="791473" y="145620"/>
                </a:cubicBezTo>
                <a:cubicBezTo>
                  <a:pt x="791857" y="147883"/>
                  <a:pt x="792490" y="149398"/>
                  <a:pt x="793373" y="150165"/>
                </a:cubicBezTo>
                <a:cubicBezTo>
                  <a:pt x="794256" y="150931"/>
                  <a:pt x="795273" y="151313"/>
                  <a:pt x="796425" y="151313"/>
                </a:cubicBezTo>
                <a:cubicBezTo>
                  <a:pt x="797653" y="151313"/>
                  <a:pt x="798728" y="151044"/>
                  <a:pt x="799649" y="150507"/>
                </a:cubicBezTo>
                <a:cubicBezTo>
                  <a:pt x="801261" y="149509"/>
                  <a:pt x="804370" y="146707"/>
                  <a:pt x="808976" y="142101"/>
                </a:cubicBezTo>
                <a:lnTo>
                  <a:pt x="808976" y="148549"/>
                </a:lnTo>
                <a:cubicBezTo>
                  <a:pt x="800378" y="160065"/>
                  <a:pt x="792164" y="165823"/>
                  <a:pt x="784333" y="165823"/>
                </a:cubicBezTo>
                <a:cubicBezTo>
                  <a:pt x="780572" y="165823"/>
                  <a:pt x="777578" y="164518"/>
                  <a:pt x="775351" y="161907"/>
                </a:cubicBezTo>
                <a:cubicBezTo>
                  <a:pt x="773125" y="159297"/>
                  <a:pt x="771973" y="154845"/>
                  <a:pt x="771897" y="148549"/>
                </a:cubicBezTo>
                <a:moveTo>
                  <a:pt x="771897" y="141000"/>
                </a:moveTo>
                <a:lnTo>
                  <a:pt x="771897" y="100991"/>
                </a:lnTo>
                <a:cubicBezTo>
                  <a:pt x="760304" y="105575"/>
                  <a:pt x="752819" y="108824"/>
                  <a:pt x="749442" y="110736"/>
                </a:cubicBezTo>
                <a:cubicBezTo>
                  <a:pt x="743377" y="114099"/>
                  <a:pt x="739039" y="117615"/>
                  <a:pt x="736429" y="121283"/>
                </a:cubicBezTo>
                <a:cubicBezTo>
                  <a:pt x="733819" y="124951"/>
                  <a:pt x="732514" y="128964"/>
                  <a:pt x="732514" y="133320"/>
                </a:cubicBezTo>
                <a:cubicBezTo>
                  <a:pt x="732514" y="138824"/>
                  <a:pt x="734164" y="143390"/>
                  <a:pt x="737465" y="147020"/>
                </a:cubicBezTo>
                <a:cubicBezTo>
                  <a:pt x="740767" y="150650"/>
                  <a:pt x="744567" y="152465"/>
                  <a:pt x="748866" y="152465"/>
                </a:cubicBezTo>
                <a:cubicBezTo>
                  <a:pt x="754700" y="152465"/>
                  <a:pt x="762377" y="148643"/>
                  <a:pt x="771897" y="141000"/>
                </a:cubicBezTo>
                <a:close/>
                <a:moveTo>
                  <a:pt x="852476" y="0"/>
                </a:moveTo>
                <a:lnTo>
                  <a:pt x="852476" y="139812"/>
                </a:lnTo>
                <a:cubicBezTo>
                  <a:pt x="852476" y="146409"/>
                  <a:pt x="852956" y="150783"/>
                  <a:pt x="853915" y="152933"/>
                </a:cubicBezTo>
                <a:cubicBezTo>
                  <a:pt x="854875" y="155080"/>
                  <a:pt x="856353" y="156710"/>
                  <a:pt x="858349" y="157823"/>
                </a:cubicBezTo>
                <a:cubicBezTo>
                  <a:pt x="860345" y="158934"/>
                  <a:pt x="864068" y="159489"/>
                  <a:pt x="869519" y="159489"/>
                </a:cubicBezTo>
                <a:lnTo>
                  <a:pt x="869519" y="163750"/>
                </a:lnTo>
                <a:lnTo>
                  <a:pt x="817814" y="163750"/>
                </a:lnTo>
                <a:lnTo>
                  <a:pt x="817814" y="159489"/>
                </a:lnTo>
                <a:cubicBezTo>
                  <a:pt x="822651" y="159489"/>
                  <a:pt x="825952" y="158991"/>
                  <a:pt x="827718" y="157996"/>
                </a:cubicBezTo>
                <a:cubicBezTo>
                  <a:pt x="829483" y="156998"/>
                  <a:pt x="830865" y="155348"/>
                  <a:pt x="831863" y="153048"/>
                </a:cubicBezTo>
                <a:cubicBezTo>
                  <a:pt x="832861" y="150745"/>
                  <a:pt x="833360" y="146333"/>
                  <a:pt x="833360" y="139812"/>
                </a:cubicBezTo>
                <a:lnTo>
                  <a:pt x="833360" y="44072"/>
                </a:lnTo>
                <a:cubicBezTo>
                  <a:pt x="833360" y="32182"/>
                  <a:pt x="833091" y="24876"/>
                  <a:pt x="832554" y="22153"/>
                </a:cubicBezTo>
                <a:cubicBezTo>
                  <a:pt x="832017" y="19428"/>
                  <a:pt x="831153" y="17567"/>
                  <a:pt x="829963" y="16571"/>
                </a:cubicBezTo>
                <a:cubicBezTo>
                  <a:pt x="828773" y="15573"/>
                  <a:pt x="827257" y="15074"/>
                  <a:pt x="825415" y="15074"/>
                </a:cubicBezTo>
                <a:cubicBezTo>
                  <a:pt x="823418" y="15074"/>
                  <a:pt x="820885" y="15689"/>
                  <a:pt x="817814" y="16917"/>
                </a:cubicBezTo>
                <a:lnTo>
                  <a:pt x="815857" y="12887"/>
                </a:lnTo>
                <a:lnTo>
                  <a:pt x="847294" y="0"/>
                </a:lnTo>
                <a:lnTo>
                  <a:pt x="852476" y="0"/>
                </a:lnTo>
                <a:close/>
                <a:moveTo>
                  <a:pt x="908497" y="0"/>
                </a:moveTo>
                <a:cubicBezTo>
                  <a:pt x="911721" y="0"/>
                  <a:pt x="914466" y="1138"/>
                  <a:pt x="916730" y="3415"/>
                </a:cubicBezTo>
                <a:cubicBezTo>
                  <a:pt x="918995" y="5689"/>
                  <a:pt x="920127" y="8447"/>
                  <a:pt x="920127" y="11688"/>
                </a:cubicBezTo>
                <a:cubicBezTo>
                  <a:pt x="920127" y="14929"/>
                  <a:pt x="918995" y="17707"/>
                  <a:pt x="916730" y="20023"/>
                </a:cubicBezTo>
                <a:cubicBezTo>
                  <a:pt x="914466" y="22335"/>
                  <a:pt x="911721" y="23492"/>
                  <a:pt x="908497" y="23492"/>
                </a:cubicBezTo>
                <a:cubicBezTo>
                  <a:pt x="905272" y="23492"/>
                  <a:pt x="902509" y="22335"/>
                  <a:pt x="900206" y="20023"/>
                </a:cubicBezTo>
                <a:cubicBezTo>
                  <a:pt x="897903" y="17707"/>
                  <a:pt x="896751" y="14929"/>
                  <a:pt x="896751" y="11688"/>
                </a:cubicBezTo>
                <a:cubicBezTo>
                  <a:pt x="896751" y="8447"/>
                  <a:pt x="897883" y="5689"/>
                  <a:pt x="900148" y="3415"/>
                </a:cubicBezTo>
                <a:cubicBezTo>
                  <a:pt x="902413" y="1138"/>
                  <a:pt x="905196" y="0"/>
                  <a:pt x="908497" y="0"/>
                </a:cubicBezTo>
                <a:moveTo>
                  <a:pt x="918055" y="55274"/>
                </a:moveTo>
                <a:lnTo>
                  <a:pt x="918055" y="139841"/>
                </a:lnTo>
                <a:cubicBezTo>
                  <a:pt x="918055" y="146429"/>
                  <a:pt x="918534" y="150814"/>
                  <a:pt x="919494" y="152997"/>
                </a:cubicBezTo>
                <a:cubicBezTo>
                  <a:pt x="920454" y="155180"/>
                  <a:pt x="921874" y="156808"/>
                  <a:pt x="923755" y="157881"/>
                </a:cubicBezTo>
                <a:cubicBezTo>
                  <a:pt x="925636" y="158953"/>
                  <a:pt x="929071" y="159489"/>
                  <a:pt x="934061" y="159489"/>
                </a:cubicBezTo>
                <a:lnTo>
                  <a:pt x="934061" y="163750"/>
                </a:lnTo>
                <a:lnTo>
                  <a:pt x="882817" y="163750"/>
                </a:lnTo>
                <a:lnTo>
                  <a:pt x="882817" y="159489"/>
                </a:lnTo>
                <a:cubicBezTo>
                  <a:pt x="887961" y="159489"/>
                  <a:pt x="891416" y="158991"/>
                  <a:pt x="893181" y="157996"/>
                </a:cubicBezTo>
                <a:cubicBezTo>
                  <a:pt x="894947" y="157000"/>
                  <a:pt x="896348" y="155353"/>
                  <a:pt x="897384" y="153055"/>
                </a:cubicBezTo>
                <a:cubicBezTo>
                  <a:pt x="898421" y="150757"/>
                  <a:pt x="898939" y="146352"/>
                  <a:pt x="898939" y="139841"/>
                </a:cubicBezTo>
                <a:lnTo>
                  <a:pt x="898939" y="99281"/>
                </a:lnTo>
                <a:cubicBezTo>
                  <a:pt x="898939" y="87867"/>
                  <a:pt x="898593" y="80475"/>
                  <a:pt x="897903" y="77107"/>
                </a:cubicBezTo>
                <a:cubicBezTo>
                  <a:pt x="897365" y="74655"/>
                  <a:pt x="896521" y="72950"/>
                  <a:pt x="895369" y="71993"/>
                </a:cubicBezTo>
                <a:cubicBezTo>
                  <a:pt x="894218" y="71036"/>
                  <a:pt x="892644" y="70557"/>
                  <a:pt x="890648" y="70557"/>
                </a:cubicBezTo>
                <a:cubicBezTo>
                  <a:pt x="888498" y="70557"/>
                  <a:pt x="885888" y="71132"/>
                  <a:pt x="882817" y="72281"/>
                </a:cubicBezTo>
                <a:lnTo>
                  <a:pt x="881205" y="68143"/>
                </a:lnTo>
                <a:lnTo>
                  <a:pt x="912988" y="55274"/>
                </a:lnTo>
                <a:lnTo>
                  <a:pt x="918055" y="55274"/>
                </a:lnTo>
                <a:close/>
                <a:moveTo>
                  <a:pt x="977760" y="23492"/>
                </a:moveTo>
                <a:lnTo>
                  <a:pt x="977760" y="58268"/>
                </a:lnTo>
                <a:lnTo>
                  <a:pt x="1002403" y="58268"/>
                </a:lnTo>
                <a:lnTo>
                  <a:pt x="1002403" y="66329"/>
                </a:lnTo>
                <a:lnTo>
                  <a:pt x="977760" y="66329"/>
                </a:lnTo>
                <a:lnTo>
                  <a:pt x="977760" y="134637"/>
                </a:lnTo>
                <a:cubicBezTo>
                  <a:pt x="977760" y="141463"/>
                  <a:pt x="978739" y="146064"/>
                  <a:pt x="980696" y="148441"/>
                </a:cubicBezTo>
                <a:cubicBezTo>
                  <a:pt x="982654" y="150817"/>
                  <a:pt x="985168" y="152004"/>
                  <a:pt x="988239" y="152004"/>
                </a:cubicBezTo>
                <a:cubicBezTo>
                  <a:pt x="990772" y="152004"/>
                  <a:pt x="993229" y="151217"/>
                  <a:pt x="995609" y="149643"/>
                </a:cubicBezTo>
                <a:cubicBezTo>
                  <a:pt x="997989" y="148070"/>
                  <a:pt x="999831" y="145747"/>
                  <a:pt x="1001136" y="142677"/>
                </a:cubicBezTo>
                <a:lnTo>
                  <a:pt x="1005627" y="142677"/>
                </a:lnTo>
                <a:cubicBezTo>
                  <a:pt x="1002940" y="150222"/>
                  <a:pt x="999140" y="155928"/>
                  <a:pt x="994227" y="159795"/>
                </a:cubicBezTo>
                <a:cubicBezTo>
                  <a:pt x="989314" y="163660"/>
                  <a:pt x="984247" y="165592"/>
                  <a:pt x="979027" y="165592"/>
                </a:cubicBezTo>
                <a:cubicBezTo>
                  <a:pt x="975495" y="165592"/>
                  <a:pt x="972041" y="164612"/>
                  <a:pt x="968663" y="162652"/>
                </a:cubicBezTo>
                <a:cubicBezTo>
                  <a:pt x="965285" y="160692"/>
                  <a:pt x="962790" y="157888"/>
                  <a:pt x="961178" y="154239"/>
                </a:cubicBezTo>
                <a:cubicBezTo>
                  <a:pt x="959565" y="150587"/>
                  <a:pt x="958759" y="144957"/>
                  <a:pt x="958759" y="137347"/>
                </a:cubicBezTo>
                <a:lnTo>
                  <a:pt x="958759" y="66329"/>
                </a:lnTo>
                <a:lnTo>
                  <a:pt x="942062" y="66329"/>
                </a:lnTo>
                <a:lnTo>
                  <a:pt x="942062" y="62529"/>
                </a:lnTo>
                <a:cubicBezTo>
                  <a:pt x="946284" y="60835"/>
                  <a:pt x="950603" y="57967"/>
                  <a:pt x="955017" y="53925"/>
                </a:cubicBezTo>
                <a:cubicBezTo>
                  <a:pt x="959431" y="49882"/>
                  <a:pt x="963366" y="45089"/>
                  <a:pt x="966820" y="39545"/>
                </a:cubicBezTo>
                <a:cubicBezTo>
                  <a:pt x="968586" y="36620"/>
                  <a:pt x="971043" y="31269"/>
                  <a:pt x="974190" y="23492"/>
                </a:cubicBezTo>
                <a:lnTo>
                  <a:pt x="977760" y="23492"/>
                </a:lnTo>
                <a:close/>
                <a:moveTo>
                  <a:pt x="1006604" y="58268"/>
                </a:moveTo>
                <a:lnTo>
                  <a:pt x="1055775" y="58268"/>
                </a:lnTo>
                <a:lnTo>
                  <a:pt x="1055775" y="62529"/>
                </a:lnTo>
                <a:lnTo>
                  <a:pt x="1053357" y="62529"/>
                </a:lnTo>
                <a:cubicBezTo>
                  <a:pt x="1049902" y="62529"/>
                  <a:pt x="1047312" y="63277"/>
                  <a:pt x="1045584" y="64774"/>
                </a:cubicBezTo>
                <a:cubicBezTo>
                  <a:pt x="1043857" y="66271"/>
                  <a:pt x="1042993" y="68133"/>
                  <a:pt x="1042993" y="70359"/>
                </a:cubicBezTo>
                <a:cubicBezTo>
                  <a:pt x="1042993" y="73353"/>
                  <a:pt x="1044260" y="77499"/>
                  <a:pt x="1046793" y="82796"/>
                </a:cubicBezTo>
                <a:lnTo>
                  <a:pt x="1072473" y="135998"/>
                </a:lnTo>
                <a:lnTo>
                  <a:pt x="1096079" y="77729"/>
                </a:lnTo>
                <a:cubicBezTo>
                  <a:pt x="1097385" y="74582"/>
                  <a:pt x="1098037" y="71473"/>
                  <a:pt x="1098037" y="68402"/>
                </a:cubicBezTo>
                <a:cubicBezTo>
                  <a:pt x="1098037" y="67020"/>
                  <a:pt x="1097768" y="65984"/>
                  <a:pt x="1097231" y="65293"/>
                </a:cubicBezTo>
                <a:cubicBezTo>
                  <a:pt x="1096617" y="64448"/>
                  <a:pt x="1095657" y="63776"/>
                  <a:pt x="1094352" y="63277"/>
                </a:cubicBezTo>
                <a:cubicBezTo>
                  <a:pt x="1093047" y="62778"/>
                  <a:pt x="1090744" y="62529"/>
                  <a:pt x="1087443" y="62529"/>
                </a:cubicBezTo>
                <a:lnTo>
                  <a:pt x="1087443" y="58268"/>
                </a:lnTo>
                <a:lnTo>
                  <a:pt x="1121759" y="58268"/>
                </a:lnTo>
                <a:lnTo>
                  <a:pt x="1121759" y="62529"/>
                </a:lnTo>
                <a:cubicBezTo>
                  <a:pt x="1118918" y="62836"/>
                  <a:pt x="1116731" y="63450"/>
                  <a:pt x="1115195" y="64371"/>
                </a:cubicBezTo>
                <a:cubicBezTo>
                  <a:pt x="1113660" y="65293"/>
                  <a:pt x="1111971" y="67020"/>
                  <a:pt x="1110128" y="69553"/>
                </a:cubicBezTo>
                <a:cubicBezTo>
                  <a:pt x="1109437" y="70628"/>
                  <a:pt x="1108132" y="73584"/>
                  <a:pt x="1106213" y="78420"/>
                </a:cubicBezTo>
                <a:lnTo>
                  <a:pt x="1063260" y="183672"/>
                </a:lnTo>
                <a:cubicBezTo>
                  <a:pt x="1059115" y="193882"/>
                  <a:pt x="1053683" y="201597"/>
                  <a:pt x="1046966" y="206818"/>
                </a:cubicBezTo>
                <a:cubicBezTo>
                  <a:pt x="1040249" y="212038"/>
                  <a:pt x="1033781" y="214648"/>
                  <a:pt x="1027562" y="214648"/>
                </a:cubicBezTo>
                <a:cubicBezTo>
                  <a:pt x="1023033" y="214648"/>
                  <a:pt x="1019310" y="213359"/>
                  <a:pt x="1016392" y="210780"/>
                </a:cubicBezTo>
                <a:cubicBezTo>
                  <a:pt x="1013475" y="208201"/>
                  <a:pt x="1012017" y="205243"/>
                  <a:pt x="1012017" y="201906"/>
                </a:cubicBezTo>
                <a:cubicBezTo>
                  <a:pt x="1012017" y="198720"/>
                  <a:pt x="1013072" y="196150"/>
                  <a:pt x="1015183" y="194197"/>
                </a:cubicBezTo>
                <a:cubicBezTo>
                  <a:pt x="1017295" y="192247"/>
                  <a:pt x="1020193" y="191272"/>
                  <a:pt x="1023878" y="191272"/>
                </a:cubicBezTo>
                <a:cubicBezTo>
                  <a:pt x="1026411" y="191272"/>
                  <a:pt x="1029866" y="192116"/>
                  <a:pt x="1034241" y="193805"/>
                </a:cubicBezTo>
                <a:cubicBezTo>
                  <a:pt x="1037312" y="194957"/>
                  <a:pt x="1039231" y="195533"/>
                  <a:pt x="1039999" y="195533"/>
                </a:cubicBezTo>
                <a:cubicBezTo>
                  <a:pt x="1042302" y="195533"/>
                  <a:pt x="1044816" y="194334"/>
                  <a:pt x="1047542" y="191938"/>
                </a:cubicBezTo>
                <a:cubicBezTo>
                  <a:pt x="1050267" y="189543"/>
                  <a:pt x="1053012" y="184908"/>
                  <a:pt x="1055775" y="178033"/>
                </a:cubicBezTo>
                <a:lnTo>
                  <a:pt x="1063260" y="159604"/>
                </a:lnTo>
                <a:lnTo>
                  <a:pt x="1025375" y="80032"/>
                </a:lnTo>
                <a:cubicBezTo>
                  <a:pt x="1024223" y="77653"/>
                  <a:pt x="1022381" y="74697"/>
                  <a:pt x="1019847" y="71166"/>
                </a:cubicBezTo>
                <a:cubicBezTo>
                  <a:pt x="1017928" y="68479"/>
                  <a:pt x="1016354" y="66675"/>
                  <a:pt x="1015126" y="65753"/>
                </a:cubicBezTo>
                <a:cubicBezTo>
                  <a:pt x="1013360" y="64525"/>
                  <a:pt x="1010520" y="63450"/>
                  <a:pt x="1006604" y="62529"/>
                </a:cubicBezTo>
                <a:lnTo>
                  <a:pt x="1006604" y="58268"/>
                </a:lnTo>
                <a:close/>
                <a:moveTo>
                  <a:pt x="1219702" y="55274"/>
                </a:moveTo>
                <a:lnTo>
                  <a:pt x="1219702" y="78996"/>
                </a:lnTo>
                <a:cubicBezTo>
                  <a:pt x="1228531" y="63182"/>
                  <a:pt x="1237590" y="55274"/>
                  <a:pt x="1246879" y="55274"/>
                </a:cubicBezTo>
                <a:cubicBezTo>
                  <a:pt x="1251101" y="55274"/>
                  <a:pt x="1254594" y="56560"/>
                  <a:pt x="1257358" y="59132"/>
                </a:cubicBezTo>
                <a:cubicBezTo>
                  <a:pt x="1260122" y="61704"/>
                  <a:pt x="1261504" y="64679"/>
                  <a:pt x="1261504" y="68056"/>
                </a:cubicBezTo>
                <a:cubicBezTo>
                  <a:pt x="1261504" y="71050"/>
                  <a:pt x="1260506" y="73584"/>
                  <a:pt x="1258510" y="75657"/>
                </a:cubicBezTo>
                <a:cubicBezTo>
                  <a:pt x="1256514" y="77729"/>
                  <a:pt x="1254134" y="78766"/>
                  <a:pt x="1251370" y="78766"/>
                </a:cubicBezTo>
                <a:cubicBezTo>
                  <a:pt x="1248683" y="78766"/>
                  <a:pt x="1245670" y="77441"/>
                  <a:pt x="1242330" y="74793"/>
                </a:cubicBezTo>
                <a:cubicBezTo>
                  <a:pt x="1238991" y="72144"/>
                  <a:pt x="1236515" y="70820"/>
                  <a:pt x="1234903" y="70820"/>
                </a:cubicBezTo>
                <a:cubicBezTo>
                  <a:pt x="1233521" y="70820"/>
                  <a:pt x="1232024" y="71585"/>
                  <a:pt x="1230412" y="73116"/>
                </a:cubicBezTo>
                <a:cubicBezTo>
                  <a:pt x="1226957" y="76256"/>
                  <a:pt x="1223387" y="81425"/>
                  <a:pt x="1219702" y="88622"/>
                </a:cubicBezTo>
                <a:lnTo>
                  <a:pt x="1219702" y="139046"/>
                </a:lnTo>
                <a:cubicBezTo>
                  <a:pt x="1219702" y="144863"/>
                  <a:pt x="1220432" y="149266"/>
                  <a:pt x="1221890" y="152252"/>
                </a:cubicBezTo>
                <a:cubicBezTo>
                  <a:pt x="1222888" y="154320"/>
                  <a:pt x="1224654" y="156044"/>
                  <a:pt x="1227187" y="157424"/>
                </a:cubicBezTo>
                <a:cubicBezTo>
                  <a:pt x="1229721" y="158801"/>
                  <a:pt x="1233367" y="159489"/>
                  <a:pt x="1238127" y="159489"/>
                </a:cubicBezTo>
                <a:lnTo>
                  <a:pt x="1238127" y="163750"/>
                </a:lnTo>
                <a:lnTo>
                  <a:pt x="1184120" y="163750"/>
                </a:lnTo>
                <a:lnTo>
                  <a:pt x="1184120" y="159489"/>
                </a:lnTo>
                <a:cubicBezTo>
                  <a:pt x="1189494" y="159489"/>
                  <a:pt x="1193486" y="158647"/>
                  <a:pt x="1196096" y="156963"/>
                </a:cubicBezTo>
                <a:cubicBezTo>
                  <a:pt x="1198015" y="155737"/>
                  <a:pt x="1199358" y="153783"/>
                  <a:pt x="1200126" y="151101"/>
                </a:cubicBezTo>
                <a:cubicBezTo>
                  <a:pt x="1200510" y="149798"/>
                  <a:pt x="1200702" y="146083"/>
                  <a:pt x="1200702" y="139956"/>
                </a:cubicBezTo>
                <a:lnTo>
                  <a:pt x="1200702" y="99166"/>
                </a:lnTo>
                <a:cubicBezTo>
                  <a:pt x="1200702" y="86909"/>
                  <a:pt x="1200452" y="79614"/>
                  <a:pt x="1199953" y="77280"/>
                </a:cubicBezTo>
                <a:cubicBezTo>
                  <a:pt x="1199454" y="74943"/>
                  <a:pt x="1198533" y="73238"/>
                  <a:pt x="1197190" y="72166"/>
                </a:cubicBezTo>
                <a:cubicBezTo>
                  <a:pt x="1195846" y="71094"/>
                  <a:pt x="1194176" y="70557"/>
                  <a:pt x="1192180" y="70557"/>
                </a:cubicBezTo>
                <a:cubicBezTo>
                  <a:pt x="1189801" y="70557"/>
                  <a:pt x="1187114" y="71132"/>
                  <a:pt x="1184120" y="72281"/>
                </a:cubicBezTo>
                <a:lnTo>
                  <a:pt x="1182968" y="68143"/>
                </a:lnTo>
                <a:lnTo>
                  <a:pt x="1214866" y="55274"/>
                </a:lnTo>
                <a:lnTo>
                  <a:pt x="1219702" y="55274"/>
                </a:lnTo>
                <a:close/>
                <a:moveTo>
                  <a:pt x="1284627" y="98112"/>
                </a:moveTo>
                <a:cubicBezTo>
                  <a:pt x="1284550" y="113737"/>
                  <a:pt x="1288350" y="125992"/>
                  <a:pt x="1296027" y="134878"/>
                </a:cubicBezTo>
                <a:cubicBezTo>
                  <a:pt x="1303704" y="143762"/>
                  <a:pt x="1312725" y="148204"/>
                  <a:pt x="1323088" y="148204"/>
                </a:cubicBezTo>
                <a:cubicBezTo>
                  <a:pt x="1329998" y="148204"/>
                  <a:pt x="1336005" y="146304"/>
                  <a:pt x="1341110" y="142504"/>
                </a:cubicBezTo>
                <a:cubicBezTo>
                  <a:pt x="1346215" y="138704"/>
                  <a:pt x="1350495" y="132198"/>
                  <a:pt x="1353950" y="122985"/>
                </a:cubicBezTo>
                <a:lnTo>
                  <a:pt x="1357520" y="125288"/>
                </a:lnTo>
                <a:cubicBezTo>
                  <a:pt x="1355908" y="135806"/>
                  <a:pt x="1351225" y="145383"/>
                  <a:pt x="1343471" y="154019"/>
                </a:cubicBezTo>
                <a:cubicBezTo>
                  <a:pt x="1335717" y="162656"/>
                  <a:pt x="1326006" y="166974"/>
                  <a:pt x="1314337" y="166974"/>
                </a:cubicBezTo>
                <a:cubicBezTo>
                  <a:pt x="1301670" y="166974"/>
                  <a:pt x="1290826" y="162053"/>
                  <a:pt x="1281806" y="152209"/>
                </a:cubicBezTo>
                <a:cubicBezTo>
                  <a:pt x="1272785" y="142363"/>
                  <a:pt x="1268275" y="129128"/>
                  <a:pt x="1268275" y="112502"/>
                </a:cubicBezTo>
                <a:cubicBezTo>
                  <a:pt x="1268275" y="94500"/>
                  <a:pt x="1272900" y="80462"/>
                  <a:pt x="1282151" y="70388"/>
                </a:cubicBezTo>
                <a:cubicBezTo>
                  <a:pt x="1291402" y="60312"/>
                  <a:pt x="1303013" y="55274"/>
                  <a:pt x="1316985" y="55274"/>
                </a:cubicBezTo>
                <a:cubicBezTo>
                  <a:pt x="1328808" y="55274"/>
                  <a:pt x="1338519" y="59161"/>
                  <a:pt x="1346119" y="66934"/>
                </a:cubicBezTo>
                <a:cubicBezTo>
                  <a:pt x="1353720" y="74704"/>
                  <a:pt x="1357520" y="85097"/>
                  <a:pt x="1357520" y="98112"/>
                </a:cubicBezTo>
                <a:lnTo>
                  <a:pt x="1284627" y="98112"/>
                </a:lnTo>
                <a:moveTo>
                  <a:pt x="1284627" y="91433"/>
                </a:moveTo>
                <a:lnTo>
                  <a:pt x="1333452" y="91433"/>
                </a:lnTo>
                <a:cubicBezTo>
                  <a:pt x="1333069" y="84677"/>
                  <a:pt x="1332262" y="79917"/>
                  <a:pt x="1331034" y="77154"/>
                </a:cubicBezTo>
                <a:cubicBezTo>
                  <a:pt x="1329115" y="72854"/>
                  <a:pt x="1326255" y="69477"/>
                  <a:pt x="1322455" y="67020"/>
                </a:cubicBezTo>
                <a:cubicBezTo>
                  <a:pt x="1318655" y="64563"/>
                  <a:pt x="1314682" y="63335"/>
                  <a:pt x="1310537" y="63335"/>
                </a:cubicBezTo>
                <a:cubicBezTo>
                  <a:pt x="1304165" y="63335"/>
                  <a:pt x="1298465" y="65811"/>
                  <a:pt x="1293436" y="70763"/>
                </a:cubicBezTo>
                <a:cubicBezTo>
                  <a:pt x="1288408" y="75714"/>
                  <a:pt x="1285471" y="82604"/>
                  <a:pt x="1284627" y="91433"/>
                </a:cubicBezTo>
                <a:close/>
                <a:moveTo>
                  <a:pt x="1402286" y="77729"/>
                </a:moveTo>
                <a:cubicBezTo>
                  <a:pt x="1409963" y="70052"/>
                  <a:pt x="1414492" y="65638"/>
                  <a:pt x="1415874" y="64487"/>
                </a:cubicBezTo>
                <a:cubicBezTo>
                  <a:pt x="1419329" y="61569"/>
                  <a:pt x="1423052" y="59305"/>
                  <a:pt x="1427044" y="57692"/>
                </a:cubicBezTo>
                <a:cubicBezTo>
                  <a:pt x="1431036" y="56080"/>
                  <a:pt x="1434990" y="55274"/>
                  <a:pt x="1438905" y="55274"/>
                </a:cubicBezTo>
                <a:cubicBezTo>
                  <a:pt x="1445507" y="55274"/>
                  <a:pt x="1451188" y="57193"/>
                  <a:pt x="1455948" y="61032"/>
                </a:cubicBezTo>
                <a:cubicBezTo>
                  <a:pt x="1460708" y="64870"/>
                  <a:pt x="1463894" y="70436"/>
                  <a:pt x="1465506" y="77729"/>
                </a:cubicBezTo>
                <a:cubicBezTo>
                  <a:pt x="1473413" y="68517"/>
                  <a:pt x="1480092" y="62471"/>
                  <a:pt x="1485543" y="59593"/>
                </a:cubicBezTo>
                <a:cubicBezTo>
                  <a:pt x="1490994" y="56714"/>
                  <a:pt x="1496598" y="55274"/>
                  <a:pt x="1502355" y="55274"/>
                </a:cubicBezTo>
                <a:cubicBezTo>
                  <a:pt x="1507960" y="55274"/>
                  <a:pt x="1512930" y="56711"/>
                  <a:pt x="1517268" y="59585"/>
                </a:cubicBezTo>
                <a:cubicBezTo>
                  <a:pt x="1521605" y="62457"/>
                  <a:pt x="1525041" y="67148"/>
                  <a:pt x="1527574" y="73659"/>
                </a:cubicBezTo>
                <a:cubicBezTo>
                  <a:pt x="1529263" y="78102"/>
                  <a:pt x="1530108" y="85073"/>
                  <a:pt x="1530108" y="94571"/>
                </a:cubicBezTo>
                <a:lnTo>
                  <a:pt x="1530108" y="139841"/>
                </a:lnTo>
                <a:cubicBezTo>
                  <a:pt x="1530108" y="146429"/>
                  <a:pt x="1530607" y="150949"/>
                  <a:pt x="1531605" y="153400"/>
                </a:cubicBezTo>
                <a:cubicBezTo>
                  <a:pt x="1532372" y="155084"/>
                  <a:pt x="1533793" y="156520"/>
                  <a:pt x="1535865" y="157708"/>
                </a:cubicBezTo>
                <a:cubicBezTo>
                  <a:pt x="1537938" y="158895"/>
                  <a:pt x="1541316" y="159489"/>
                  <a:pt x="1545999" y="159489"/>
                </a:cubicBezTo>
                <a:lnTo>
                  <a:pt x="1545999" y="163750"/>
                </a:lnTo>
                <a:lnTo>
                  <a:pt x="1493949" y="163750"/>
                </a:lnTo>
                <a:lnTo>
                  <a:pt x="1493949" y="159489"/>
                </a:lnTo>
                <a:lnTo>
                  <a:pt x="1496137" y="159489"/>
                </a:lnTo>
                <a:cubicBezTo>
                  <a:pt x="1500667" y="159489"/>
                  <a:pt x="1504198" y="158611"/>
                  <a:pt x="1506731" y="156855"/>
                </a:cubicBezTo>
                <a:cubicBezTo>
                  <a:pt x="1508497" y="155631"/>
                  <a:pt x="1509764" y="153683"/>
                  <a:pt x="1510531" y="151011"/>
                </a:cubicBezTo>
                <a:cubicBezTo>
                  <a:pt x="1510839" y="149713"/>
                  <a:pt x="1510992" y="146009"/>
                  <a:pt x="1510992" y="139898"/>
                </a:cubicBezTo>
                <a:lnTo>
                  <a:pt x="1510992" y="94758"/>
                </a:lnTo>
                <a:cubicBezTo>
                  <a:pt x="1510992" y="86203"/>
                  <a:pt x="1509956" y="80169"/>
                  <a:pt x="1507883" y="76657"/>
                </a:cubicBezTo>
                <a:cubicBezTo>
                  <a:pt x="1504889" y="71768"/>
                  <a:pt x="1500091" y="69323"/>
                  <a:pt x="1493489" y="69323"/>
                </a:cubicBezTo>
                <a:cubicBezTo>
                  <a:pt x="1489420" y="69323"/>
                  <a:pt x="1485332" y="70335"/>
                  <a:pt x="1481225" y="72360"/>
                </a:cubicBezTo>
                <a:cubicBezTo>
                  <a:pt x="1477117" y="74383"/>
                  <a:pt x="1472147" y="78144"/>
                  <a:pt x="1466312" y="83645"/>
                </a:cubicBezTo>
                <a:lnTo>
                  <a:pt x="1466082" y="84905"/>
                </a:lnTo>
                <a:lnTo>
                  <a:pt x="1466312" y="89831"/>
                </a:lnTo>
                <a:lnTo>
                  <a:pt x="1466312" y="139898"/>
                </a:lnTo>
                <a:cubicBezTo>
                  <a:pt x="1466312" y="147079"/>
                  <a:pt x="1466715" y="151547"/>
                  <a:pt x="1467521" y="153303"/>
                </a:cubicBezTo>
                <a:cubicBezTo>
                  <a:pt x="1468327" y="155059"/>
                  <a:pt x="1469843" y="156530"/>
                  <a:pt x="1472070" y="157715"/>
                </a:cubicBezTo>
                <a:cubicBezTo>
                  <a:pt x="1474296" y="158898"/>
                  <a:pt x="1478096" y="159489"/>
                  <a:pt x="1483470" y="159489"/>
                </a:cubicBezTo>
                <a:lnTo>
                  <a:pt x="1483470" y="163750"/>
                </a:lnTo>
                <a:lnTo>
                  <a:pt x="1430154" y="163750"/>
                </a:lnTo>
                <a:lnTo>
                  <a:pt x="1430154" y="159489"/>
                </a:lnTo>
                <a:cubicBezTo>
                  <a:pt x="1435988" y="159489"/>
                  <a:pt x="1439999" y="158802"/>
                  <a:pt x="1442187" y="157427"/>
                </a:cubicBezTo>
                <a:cubicBezTo>
                  <a:pt x="1444375" y="156052"/>
                  <a:pt x="1445891" y="153991"/>
                  <a:pt x="1446736" y="151241"/>
                </a:cubicBezTo>
                <a:cubicBezTo>
                  <a:pt x="1447120" y="149941"/>
                  <a:pt x="1447312" y="146160"/>
                  <a:pt x="1447312" y="139898"/>
                </a:cubicBezTo>
                <a:lnTo>
                  <a:pt x="1447312" y="94758"/>
                </a:lnTo>
                <a:cubicBezTo>
                  <a:pt x="1447312" y="86203"/>
                  <a:pt x="1446045" y="80054"/>
                  <a:pt x="1443511" y="76312"/>
                </a:cubicBezTo>
                <a:cubicBezTo>
                  <a:pt x="1440134" y="71422"/>
                  <a:pt x="1435412" y="68978"/>
                  <a:pt x="1429347" y="68978"/>
                </a:cubicBezTo>
                <a:cubicBezTo>
                  <a:pt x="1425202" y="68978"/>
                  <a:pt x="1421095" y="70085"/>
                  <a:pt x="1417026" y="72299"/>
                </a:cubicBezTo>
                <a:cubicBezTo>
                  <a:pt x="1410654" y="75660"/>
                  <a:pt x="1405741" y="79441"/>
                  <a:pt x="1402286" y="83642"/>
                </a:cubicBezTo>
                <a:lnTo>
                  <a:pt x="1402286" y="139898"/>
                </a:lnTo>
                <a:cubicBezTo>
                  <a:pt x="1402286" y="146772"/>
                  <a:pt x="1402766" y="151240"/>
                  <a:pt x="1403726" y="153303"/>
                </a:cubicBezTo>
                <a:cubicBezTo>
                  <a:pt x="1404685" y="155364"/>
                  <a:pt x="1406105" y="156910"/>
                  <a:pt x="1407986" y="157942"/>
                </a:cubicBezTo>
                <a:cubicBezTo>
                  <a:pt x="1409867" y="158973"/>
                  <a:pt x="1413686" y="159489"/>
                  <a:pt x="1419444" y="159489"/>
                </a:cubicBezTo>
                <a:lnTo>
                  <a:pt x="1419444" y="163750"/>
                </a:lnTo>
                <a:lnTo>
                  <a:pt x="1367279" y="163750"/>
                </a:lnTo>
                <a:lnTo>
                  <a:pt x="1367279" y="159489"/>
                </a:lnTo>
                <a:cubicBezTo>
                  <a:pt x="1372116" y="159489"/>
                  <a:pt x="1375493" y="158972"/>
                  <a:pt x="1377413" y="157938"/>
                </a:cubicBezTo>
                <a:cubicBezTo>
                  <a:pt x="1379332" y="156904"/>
                  <a:pt x="1380791" y="155257"/>
                  <a:pt x="1381789" y="152997"/>
                </a:cubicBezTo>
                <a:cubicBezTo>
                  <a:pt x="1382787" y="150737"/>
                  <a:pt x="1383286" y="146352"/>
                  <a:pt x="1383286" y="139841"/>
                </a:cubicBezTo>
                <a:lnTo>
                  <a:pt x="1383286" y="99627"/>
                </a:lnTo>
                <a:cubicBezTo>
                  <a:pt x="1383286" y="88058"/>
                  <a:pt x="1382940" y="80590"/>
                  <a:pt x="1382249" y="77222"/>
                </a:cubicBezTo>
                <a:cubicBezTo>
                  <a:pt x="1381712" y="74693"/>
                  <a:pt x="1380867" y="72950"/>
                  <a:pt x="1379716" y="71993"/>
                </a:cubicBezTo>
                <a:cubicBezTo>
                  <a:pt x="1378564" y="71036"/>
                  <a:pt x="1376990" y="70557"/>
                  <a:pt x="1374994" y="70557"/>
                </a:cubicBezTo>
                <a:cubicBezTo>
                  <a:pt x="1372845" y="70557"/>
                  <a:pt x="1370273" y="71132"/>
                  <a:pt x="1367279" y="72281"/>
                </a:cubicBezTo>
                <a:lnTo>
                  <a:pt x="1365552" y="68143"/>
                </a:lnTo>
                <a:lnTo>
                  <a:pt x="1397334" y="55274"/>
                </a:lnTo>
                <a:lnTo>
                  <a:pt x="1402286" y="55274"/>
                </a:lnTo>
                <a:lnTo>
                  <a:pt x="1402286" y="77729"/>
                </a:lnTo>
                <a:close/>
                <a:moveTo>
                  <a:pt x="1605515" y="55274"/>
                </a:moveTo>
                <a:cubicBezTo>
                  <a:pt x="1621483" y="55274"/>
                  <a:pt x="1634304" y="61333"/>
                  <a:pt x="1643977" y="73451"/>
                </a:cubicBezTo>
                <a:cubicBezTo>
                  <a:pt x="1652191" y="83803"/>
                  <a:pt x="1656298" y="95690"/>
                  <a:pt x="1656298" y="109113"/>
                </a:cubicBezTo>
                <a:cubicBezTo>
                  <a:pt x="1656298" y="118546"/>
                  <a:pt x="1654034" y="128094"/>
                  <a:pt x="1649504" y="137757"/>
                </a:cubicBezTo>
                <a:cubicBezTo>
                  <a:pt x="1644975" y="147418"/>
                  <a:pt x="1638737" y="154703"/>
                  <a:pt x="1630791" y="159611"/>
                </a:cubicBezTo>
                <a:cubicBezTo>
                  <a:pt x="1622846" y="164520"/>
                  <a:pt x="1613998" y="166974"/>
                  <a:pt x="1604248" y="166974"/>
                </a:cubicBezTo>
                <a:cubicBezTo>
                  <a:pt x="1588357" y="166974"/>
                  <a:pt x="1575728" y="160647"/>
                  <a:pt x="1566362" y="147992"/>
                </a:cubicBezTo>
                <a:cubicBezTo>
                  <a:pt x="1558455" y="137333"/>
                  <a:pt x="1554502" y="125370"/>
                  <a:pt x="1554502" y="112103"/>
                </a:cubicBezTo>
                <a:cubicBezTo>
                  <a:pt x="1554502" y="102440"/>
                  <a:pt x="1556901" y="92834"/>
                  <a:pt x="1561699" y="83286"/>
                </a:cubicBezTo>
                <a:cubicBezTo>
                  <a:pt x="1566497" y="73737"/>
                  <a:pt x="1572811" y="66682"/>
                  <a:pt x="1580642" y="62119"/>
                </a:cubicBezTo>
                <a:cubicBezTo>
                  <a:pt x="1588472" y="57556"/>
                  <a:pt x="1596763" y="55274"/>
                  <a:pt x="1605515" y="55274"/>
                </a:cubicBezTo>
                <a:moveTo>
                  <a:pt x="1601945" y="62874"/>
                </a:moveTo>
                <a:cubicBezTo>
                  <a:pt x="1597876" y="62874"/>
                  <a:pt x="1593788" y="64082"/>
                  <a:pt x="1589681" y="66498"/>
                </a:cubicBezTo>
                <a:cubicBezTo>
                  <a:pt x="1585574" y="68914"/>
                  <a:pt x="1582254" y="73151"/>
                  <a:pt x="1579720" y="79208"/>
                </a:cubicBezTo>
                <a:cubicBezTo>
                  <a:pt x="1577187" y="85266"/>
                  <a:pt x="1575920" y="93049"/>
                  <a:pt x="1575920" y="102556"/>
                </a:cubicBezTo>
                <a:cubicBezTo>
                  <a:pt x="1575920" y="117891"/>
                  <a:pt x="1578972" y="131118"/>
                  <a:pt x="1585075" y="142238"/>
                </a:cubicBezTo>
                <a:cubicBezTo>
                  <a:pt x="1591178" y="153355"/>
                  <a:pt x="1599220" y="158913"/>
                  <a:pt x="1609200" y="158913"/>
                </a:cubicBezTo>
                <a:cubicBezTo>
                  <a:pt x="1616647" y="158913"/>
                  <a:pt x="1622788" y="155846"/>
                  <a:pt x="1627625" y="149712"/>
                </a:cubicBezTo>
                <a:cubicBezTo>
                  <a:pt x="1632461" y="143577"/>
                  <a:pt x="1634879" y="133035"/>
                  <a:pt x="1634879" y="118084"/>
                </a:cubicBezTo>
                <a:cubicBezTo>
                  <a:pt x="1634879" y="99374"/>
                  <a:pt x="1630849" y="84651"/>
                  <a:pt x="1622788" y="73915"/>
                </a:cubicBezTo>
                <a:cubicBezTo>
                  <a:pt x="1617338" y="66555"/>
                  <a:pt x="1610390" y="62874"/>
                  <a:pt x="1601945" y="62874"/>
                </a:cubicBezTo>
                <a:close/>
                <a:moveTo>
                  <a:pt x="1666012" y="58268"/>
                </a:moveTo>
                <a:lnTo>
                  <a:pt x="1715644" y="58268"/>
                </a:lnTo>
                <a:lnTo>
                  <a:pt x="1715644" y="62529"/>
                </a:lnTo>
                <a:lnTo>
                  <a:pt x="1712419" y="62529"/>
                </a:lnTo>
                <a:cubicBezTo>
                  <a:pt x="1709425" y="62529"/>
                  <a:pt x="1707142" y="63258"/>
                  <a:pt x="1705568" y="64717"/>
                </a:cubicBezTo>
                <a:cubicBezTo>
                  <a:pt x="1703994" y="66176"/>
                  <a:pt x="1703207" y="68133"/>
                  <a:pt x="1703207" y="70590"/>
                </a:cubicBezTo>
                <a:cubicBezTo>
                  <a:pt x="1703207" y="73277"/>
                  <a:pt x="1704013" y="76463"/>
                  <a:pt x="1705625" y="80148"/>
                </a:cubicBezTo>
                <a:lnTo>
                  <a:pt x="1730153" y="138416"/>
                </a:lnTo>
                <a:lnTo>
                  <a:pt x="1754796" y="77960"/>
                </a:lnTo>
                <a:cubicBezTo>
                  <a:pt x="1756562" y="73661"/>
                  <a:pt x="1757445" y="70398"/>
                  <a:pt x="1757445" y="68172"/>
                </a:cubicBezTo>
                <a:cubicBezTo>
                  <a:pt x="1757445" y="67097"/>
                  <a:pt x="1757138" y="66214"/>
                  <a:pt x="1756524" y="65523"/>
                </a:cubicBezTo>
                <a:cubicBezTo>
                  <a:pt x="1755679" y="64371"/>
                  <a:pt x="1754604" y="63585"/>
                  <a:pt x="1753299" y="63162"/>
                </a:cubicBezTo>
                <a:cubicBezTo>
                  <a:pt x="1751994" y="62740"/>
                  <a:pt x="1749346" y="62529"/>
                  <a:pt x="1745354" y="62529"/>
                </a:cubicBezTo>
                <a:lnTo>
                  <a:pt x="1745354" y="58268"/>
                </a:lnTo>
                <a:lnTo>
                  <a:pt x="1779785" y="58268"/>
                </a:lnTo>
                <a:lnTo>
                  <a:pt x="1779785" y="62529"/>
                </a:lnTo>
                <a:cubicBezTo>
                  <a:pt x="1775793" y="62836"/>
                  <a:pt x="1773029" y="63642"/>
                  <a:pt x="1771494" y="64947"/>
                </a:cubicBezTo>
                <a:cubicBezTo>
                  <a:pt x="1768807" y="67250"/>
                  <a:pt x="1766389" y="71089"/>
                  <a:pt x="1764239" y="76463"/>
                </a:cubicBezTo>
                <a:lnTo>
                  <a:pt x="1726814" y="166974"/>
                </a:lnTo>
                <a:lnTo>
                  <a:pt x="1722092" y="166974"/>
                </a:lnTo>
                <a:lnTo>
                  <a:pt x="1684437" y="77960"/>
                </a:lnTo>
                <a:cubicBezTo>
                  <a:pt x="1682748" y="73814"/>
                  <a:pt x="1681136" y="70839"/>
                  <a:pt x="1679600" y="69035"/>
                </a:cubicBezTo>
                <a:cubicBezTo>
                  <a:pt x="1678065" y="67231"/>
                  <a:pt x="1676107" y="65715"/>
                  <a:pt x="1673728" y="64487"/>
                </a:cubicBezTo>
                <a:cubicBezTo>
                  <a:pt x="1672422" y="63796"/>
                  <a:pt x="1669851" y="63143"/>
                  <a:pt x="1666012" y="62529"/>
                </a:cubicBezTo>
                <a:lnTo>
                  <a:pt x="1666012" y="58268"/>
                </a:lnTo>
                <a:close/>
                <a:moveTo>
                  <a:pt x="1815754" y="0"/>
                </a:moveTo>
                <a:cubicBezTo>
                  <a:pt x="1818978" y="0"/>
                  <a:pt x="1821723" y="1138"/>
                  <a:pt x="1823988" y="3415"/>
                </a:cubicBezTo>
                <a:cubicBezTo>
                  <a:pt x="1826252" y="5689"/>
                  <a:pt x="1827385" y="8447"/>
                  <a:pt x="1827385" y="11688"/>
                </a:cubicBezTo>
                <a:cubicBezTo>
                  <a:pt x="1827385" y="14929"/>
                  <a:pt x="1826252" y="17707"/>
                  <a:pt x="1823988" y="20023"/>
                </a:cubicBezTo>
                <a:cubicBezTo>
                  <a:pt x="1821723" y="22335"/>
                  <a:pt x="1818978" y="23492"/>
                  <a:pt x="1815754" y="23492"/>
                </a:cubicBezTo>
                <a:cubicBezTo>
                  <a:pt x="1812530" y="23492"/>
                  <a:pt x="1809766" y="22335"/>
                  <a:pt x="1807463" y="20023"/>
                </a:cubicBezTo>
                <a:cubicBezTo>
                  <a:pt x="1805160" y="17707"/>
                  <a:pt x="1804008" y="14929"/>
                  <a:pt x="1804008" y="11688"/>
                </a:cubicBezTo>
                <a:cubicBezTo>
                  <a:pt x="1804008" y="8447"/>
                  <a:pt x="1805141" y="5689"/>
                  <a:pt x="1807405" y="3415"/>
                </a:cubicBezTo>
                <a:cubicBezTo>
                  <a:pt x="1809670" y="1138"/>
                  <a:pt x="1812453" y="0"/>
                  <a:pt x="1815754" y="0"/>
                </a:cubicBezTo>
                <a:moveTo>
                  <a:pt x="1825312" y="55274"/>
                </a:moveTo>
                <a:lnTo>
                  <a:pt x="1825312" y="139841"/>
                </a:lnTo>
                <a:cubicBezTo>
                  <a:pt x="1825312" y="146429"/>
                  <a:pt x="1825792" y="150814"/>
                  <a:pt x="1826751" y="152997"/>
                </a:cubicBezTo>
                <a:cubicBezTo>
                  <a:pt x="1827711" y="155180"/>
                  <a:pt x="1829131" y="156808"/>
                  <a:pt x="1831012" y="157881"/>
                </a:cubicBezTo>
                <a:cubicBezTo>
                  <a:pt x="1832893" y="158953"/>
                  <a:pt x="1836328" y="159489"/>
                  <a:pt x="1841318" y="159489"/>
                </a:cubicBezTo>
                <a:lnTo>
                  <a:pt x="1841318" y="163750"/>
                </a:lnTo>
                <a:lnTo>
                  <a:pt x="1790075" y="163750"/>
                </a:lnTo>
                <a:lnTo>
                  <a:pt x="1790075" y="159489"/>
                </a:lnTo>
                <a:cubicBezTo>
                  <a:pt x="1795218" y="159489"/>
                  <a:pt x="1798673" y="158991"/>
                  <a:pt x="1800439" y="157996"/>
                </a:cubicBezTo>
                <a:cubicBezTo>
                  <a:pt x="1802204" y="157000"/>
                  <a:pt x="1803605" y="155353"/>
                  <a:pt x="1804642" y="153055"/>
                </a:cubicBezTo>
                <a:cubicBezTo>
                  <a:pt x="1805678" y="150757"/>
                  <a:pt x="1806196" y="146352"/>
                  <a:pt x="1806196" y="139841"/>
                </a:cubicBezTo>
                <a:lnTo>
                  <a:pt x="1806196" y="99281"/>
                </a:lnTo>
                <a:cubicBezTo>
                  <a:pt x="1806196" y="87867"/>
                  <a:pt x="1805851" y="80475"/>
                  <a:pt x="1805160" y="77107"/>
                </a:cubicBezTo>
                <a:cubicBezTo>
                  <a:pt x="1804623" y="74655"/>
                  <a:pt x="1803778" y="72950"/>
                  <a:pt x="1802627" y="71993"/>
                </a:cubicBezTo>
                <a:cubicBezTo>
                  <a:pt x="1801475" y="71036"/>
                  <a:pt x="1799901" y="70557"/>
                  <a:pt x="1797905" y="70557"/>
                </a:cubicBezTo>
                <a:cubicBezTo>
                  <a:pt x="1795756" y="70557"/>
                  <a:pt x="1793145" y="71132"/>
                  <a:pt x="1790075" y="72281"/>
                </a:cubicBezTo>
                <a:lnTo>
                  <a:pt x="1788463" y="68143"/>
                </a:lnTo>
                <a:lnTo>
                  <a:pt x="1820245" y="55274"/>
                </a:lnTo>
                <a:lnTo>
                  <a:pt x="1825312" y="55274"/>
                </a:lnTo>
                <a:close/>
                <a:moveTo>
                  <a:pt x="1885133" y="77614"/>
                </a:moveTo>
                <a:cubicBezTo>
                  <a:pt x="1897493" y="62721"/>
                  <a:pt x="1909277" y="55274"/>
                  <a:pt x="1920486" y="55274"/>
                </a:cubicBezTo>
                <a:cubicBezTo>
                  <a:pt x="1926244" y="55274"/>
                  <a:pt x="1931195" y="56711"/>
                  <a:pt x="1935341" y="59585"/>
                </a:cubicBezTo>
                <a:cubicBezTo>
                  <a:pt x="1939486" y="62457"/>
                  <a:pt x="1942787" y="67187"/>
                  <a:pt x="1945244" y="73775"/>
                </a:cubicBezTo>
                <a:cubicBezTo>
                  <a:pt x="1946933" y="78369"/>
                  <a:pt x="1947777" y="85416"/>
                  <a:pt x="1947777" y="94916"/>
                </a:cubicBezTo>
                <a:lnTo>
                  <a:pt x="1947777" y="139841"/>
                </a:lnTo>
                <a:cubicBezTo>
                  <a:pt x="1947777" y="146505"/>
                  <a:pt x="1948315" y="151025"/>
                  <a:pt x="1949390" y="153400"/>
                </a:cubicBezTo>
                <a:cubicBezTo>
                  <a:pt x="1950234" y="155315"/>
                  <a:pt x="1951597" y="156808"/>
                  <a:pt x="1953478" y="157881"/>
                </a:cubicBezTo>
                <a:cubicBezTo>
                  <a:pt x="1955358" y="158953"/>
                  <a:pt x="1958832" y="159489"/>
                  <a:pt x="1963899" y="159489"/>
                </a:cubicBezTo>
                <a:lnTo>
                  <a:pt x="1963899" y="163750"/>
                </a:lnTo>
                <a:lnTo>
                  <a:pt x="1911734" y="163750"/>
                </a:lnTo>
                <a:lnTo>
                  <a:pt x="1911734" y="159489"/>
                </a:lnTo>
                <a:lnTo>
                  <a:pt x="1913922" y="159489"/>
                </a:lnTo>
                <a:cubicBezTo>
                  <a:pt x="1918835" y="159489"/>
                  <a:pt x="1922271" y="158744"/>
                  <a:pt x="1924228" y="157254"/>
                </a:cubicBezTo>
                <a:cubicBezTo>
                  <a:pt x="1926186" y="155765"/>
                  <a:pt x="1927549" y="153569"/>
                  <a:pt x="1928316" y="150669"/>
                </a:cubicBezTo>
                <a:cubicBezTo>
                  <a:pt x="1928623" y="149522"/>
                  <a:pt x="1928777" y="145932"/>
                  <a:pt x="1928777" y="139898"/>
                </a:cubicBezTo>
                <a:lnTo>
                  <a:pt x="1928777" y="96935"/>
                </a:lnTo>
                <a:cubicBezTo>
                  <a:pt x="1928777" y="87389"/>
                  <a:pt x="1927529" y="80458"/>
                  <a:pt x="1925034" y="76142"/>
                </a:cubicBezTo>
                <a:cubicBezTo>
                  <a:pt x="1922539" y="71826"/>
                  <a:pt x="1918336" y="69669"/>
                  <a:pt x="1912425" y="69669"/>
                </a:cubicBezTo>
                <a:cubicBezTo>
                  <a:pt x="1903289" y="69669"/>
                  <a:pt x="1894192" y="74633"/>
                  <a:pt x="1885133" y="84563"/>
                </a:cubicBezTo>
                <a:lnTo>
                  <a:pt x="1885133" y="139898"/>
                </a:lnTo>
                <a:cubicBezTo>
                  <a:pt x="1885133" y="147002"/>
                  <a:pt x="1885556" y="151394"/>
                  <a:pt x="1886400" y="153073"/>
                </a:cubicBezTo>
                <a:cubicBezTo>
                  <a:pt x="1887475" y="155287"/>
                  <a:pt x="1888953" y="156910"/>
                  <a:pt x="1890833" y="157942"/>
                </a:cubicBezTo>
                <a:cubicBezTo>
                  <a:pt x="1892714" y="158973"/>
                  <a:pt x="1896534" y="159489"/>
                  <a:pt x="1902291" y="159489"/>
                </a:cubicBezTo>
                <a:lnTo>
                  <a:pt x="1902291" y="163750"/>
                </a:lnTo>
                <a:lnTo>
                  <a:pt x="1850126" y="163750"/>
                </a:lnTo>
                <a:lnTo>
                  <a:pt x="1850126" y="159489"/>
                </a:lnTo>
                <a:lnTo>
                  <a:pt x="1852429" y="159489"/>
                </a:lnTo>
                <a:cubicBezTo>
                  <a:pt x="1857803" y="159489"/>
                  <a:pt x="1861431" y="158130"/>
                  <a:pt x="1863312" y="155412"/>
                </a:cubicBezTo>
                <a:cubicBezTo>
                  <a:pt x="1865192" y="152691"/>
                  <a:pt x="1866133" y="147501"/>
                  <a:pt x="1866133" y="139841"/>
                </a:cubicBezTo>
                <a:lnTo>
                  <a:pt x="1866133" y="100775"/>
                </a:lnTo>
                <a:cubicBezTo>
                  <a:pt x="1866133" y="88136"/>
                  <a:pt x="1865845" y="80439"/>
                  <a:pt x="1865269" y="77683"/>
                </a:cubicBezTo>
                <a:cubicBezTo>
                  <a:pt x="1864693" y="74924"/>
                  <a:pt x="1863811" y="73046"/>
                  <a:pt x="1862621" y="72051"/>
                </a:cubicBezTo>
                <a:cubicBezTo>
                  <a:pt x="1861431" y="71055"/>
                  <a:pt x="1859838" y="70557"/>
                  <a:pt x="1857842" y="70557"/>
                </a:cubicBezTo>
                <a:cubicBezTo>
                  <a:pt x="1855692" y="70557"/>
                  <a:pt x="1853120" y="71132"/>
                  <a:pt x="1850126" y="72281"/>
                </a:cubicBezTo>
                <a:lnTo>
                  <a:pt x="1848399" y="68143"/>
                </a:lnTo>
                <a:lnTo>
                  <a:pt x="1880182" y="55274"/>
                </a:lnTo>
                <a:lnTo>
                  <a:pt x="1885133" y="55274"/>
                </a:lnTo>
                <a:lnTo>
                  <a:pt x="1885133" y="77614"/>
                </a:lnTo>
                <a:close/>
                <a:moveTo>
                  <a:pt x="2000099" y="125313"/>
                </a:moveTo>
                <a:cubicBezTo>
                  <a:pt x="1993650" y="122171"/>
                  <a:pt x="1988698" y="117782"/>
                  <a:pt x="1985244" y="112146"/>
                </a:cubicBezTo>
                <a:cubicBezTo>
                  <a:pt x="1981789" y="106511"/>
                  <a:pt x="1980062" y="100280"/>
                  <a:pt x="1980062" y="93455"/>
                </a:cubicBezTo>
                <a:cubicBezTo>
                  <a:pt x="1980062" y="83029"/>
                  <a:pt x="1983996" y="74059"/>
                  <a:pt x="1991865" y="66545"/>
                </a:cubicBezTo>
                <a:cubicBezTo>
                  <a:pt x="1999734" y="59031"/>
                  <a:pt x="2009810" y="55274"/>
                  <a:pt x="2022093" y="55274"/>
                </a:cubicBezTo>
                <a:cubicBezTo>
                  <a:pt x="2032150" y="55274"/>
                  <a:pt x="2040863" y="57731"/>
                  <a:pt x="2048233" y="62644"/>
                </a:cubicBezTo>
                <a:lnTo>
                  <a:pt x="2070573" y="62644"/>
                </a:lnTo>
                <a:cubicBezTo>
                  <a:pt x="2073874" y="62644"/>
                  <a:pt x="2075794" y="62739"/>
                  <a:pt x="2076331" y="62928"/>
                </a:cubicBezTo>
                <a:cubicBezTo>
                  <a:pt x="2076868" y="63118"/>
                  <a:pt x="2077252" y="63441"/>
                  <a:pt x="2077482" y="63896"/>
                </a:cubicBezTo>
                <a:cubicBezTo>
                  <a:pt x="2077943" y="64580"/>
                  <a:pt x="2078173" y="65795"/>
                  <a:pt x="2078173" y="67542"/>
                </a:cubicBezTo>
                <a:cubicBezTo>
                  <a:pt x="2078173" y="69514"/>
                  <a:pt x="2077982" y="70880"/>
                  <a:pt x="2077598" y="71641"/>
                </a:cubicBezTo>
                <a:cubicBezTo>
                  <a:pt x="2077367" y="72020"/>
                  <a:pt x="2076964" y="72323"/>
                  <a:pt x="2076389" y="72551"/>
                </a:cubicBezTo>
                <a:cubicBezTo>
                  <a:pt x="2075813" y="72779"/>
                  <a:pt x="2073874" y="72893"/>
                  <a:pt x="2070573" y="72893"/>
                </a:cubicBezTo>
                <a:lnTo>
                  <a:pt x="2056870" y="72893"/>
                </a:lnTo>
                <a:cubicBezTo>
                  <a:pt x="2061169" y="78432"/>
                  <a:pt x="2063318" y="85510"/>
                  <a:pt x="2063318" y="94125"/>
                </a:cubicBezTo>
                <a:cubicBezTo>
                  <a:pt x="2063318" y="103970"/>
                  <a:pt x="2059557" y="112393"/>
                  <a:pt x="2052033" y="119394"/>
                </a:cubicBezTo>
                <a:cubicBezTo>
                  <a:pt x="2044510" y="126394"/>
                  <a:pt x="2034415" y="129894"/>
                  <a:pt x="2021748" y="129894"/>
                </a:cubicBezTo>
                <a:cubicBezTo>
                  <a:pt x="2016527" y="129894"/>
                  <a:pt x="2011192" y="129111"/>
                  <a:pt x="2005741" y="127545"/>
                </a:cubicBezTo>
                <a:cubicBezTo>
                  <a:pt x="2002363" y="130459"/>
                  <a:pt x="2000079" y="133011"/>
                  <a:pt x="1998889" y="135199"/>
                </a:cubicBezTo>
                <a:cubicBezTo>
                  <a:pt x="1997700" y="137384"/>
                  <a:pt x="1997105" y="139244"/>
                  <a:pt x="1997105" y="140777"/>
                </a:cubicBezTo>
                <a:cubicBezTo>
                  <a:pt x="1997105" y="142082"/>
                  <a:pt x="1997738" y="143348"/>
                  <a:pt x="1999005" y="144577"/>
                </a:cubicBezTo>
                <a:cubicBezTo>
                  <a:pt x="2000271" y="145803"/>
                  <a:pt x="2002747" y="146684"/>
                  <a:pt x="2006432" y="147222"/>
                </a:cubicBezTo>
                <a:cubicBezTo>
                  <a:pt x="2008582" y="147529"/>
                  <a:pt x="2013956" y="147797"/>
                  <a:pt x="2022554" y="148028"/>
                </a:cubicBezTo>
                <a:cubicBezTo>
                  <a:pt x="2038368" y="148409"/>
                  <a:pt x="2048617" y="148945"/>
                  <a:pt x="2053300" y="149636"/>
                </a:cubicBezTo>
                <a:cubicBezTo>
                  <a:pt x="2060440" y="150634"/>
                  <a:pt x="2066140" y="153282"/>
                  <a:pt x="2070400" y="157578"/>
                </a:cubicBezTo>
                <a:cubicBezTo>
                  <a:pt x="2074661" y="161873"/>
                  <a:pt x="2076792" y="167165"/>
                  <a:pt x="2076792" y="173455"/>
                </a:cubicBezTo>
                <a:cubicBezTo>
                  <a:pt x="2076792" y="182123"/>
                  <a:pt x="2072723" y="190255"/>
                  <a:pt x="2064585" y="197850"/>
                </a:cubicBezTo>
                <a:cubicBezTo>
                  <a:pt x="2052609" y="209049"/>
                  <a:pt x="2036986" y="214648"/>
                  <a:pt x="2017717" y="214648"/>
                </a:cubicBezTo>
                <a:cubicBezTo>
                  <a:pt x="2002901" y="214648"/>
                  <a:pt x="1990387" y="211314"/>
                  <a:pt x="1980177" y="204644"/>
                </a:cubicBezTo>
                <a:cubicBezTo>
                  <a:pt x="1974419" y="200810"/>
                  <a:pt x="1971540" y="196823"/>
                  <a:pt x="1971540" y="192682"/>
                </a:cubicBezTo>
                <a:cubicBezTo>
                  <a:pt x="1971540" y="190845"/>
                  <a:pt x="1971962" y="189006"/>
                  <a:pt x="1972807" y="187166"/>
                </a:cubicBezTo>
                <a:cubicBezTo>
                  <a:pt x="1974112" y="184328"/>
                  <a:pt x="1976799" y="180379"/>
                  <a:pt x="1980868" y="175319"/>
                </a:cubicBezTo>
                <a:cubicBezTo>
                  <a:pt x="1981405" y="174631"/>
                  <a:pt x="1985320" y="170491"/>
                  <a:pt x="1992614" y="162901"/>
                </a:cubicBezTo>
                <a:cubicBezTo>
                  <a:pt x="1988622" y="160518"/>
                  <a:pt x="1985800" y="158386"/>
                  <a:pt x="1984150" y="156502"/>
                </a:cubicBezTo>
                <a:cubicBezTo>
                  <a:pt x="1982499" y="154619"/>
                  <a:pt x="1981674" y="152486"/>
                  <a:pt x="1981674" y="150104"/>
                </a:cubicBezTo>
                <a:cubicBezTo>
                  <a:pt x="1981674" y="147412"/>
                  <a:pt x="1982768" y="144260"/>
                  <a:pt x="1984956" y="140647"/>
                </a:cubicBezTo>
                <a:cubicBezTo>
                  <a:pt x="1987144" y="137034"/>
                  <a:pt x="1992191" y="131923"/>
                  <a:pt x="2000099" y="125313"/>
                </a:cubicBezTo>
                <a:moveTo>
                  <a:pt x="2020136" y="61032"/>
                </a:moveTo>
                <a:cubicBezTo>
                  <a:pt x="2014455" y="61032"/>
                  <a:pt x="2009695" y="63285"/>
                  <a:pt x="2005856" y="67790"/>
                </a:cubicBezTo>
                <a:cubicBezTo>
                  <a:pt x="2002018" y="72293"/>
                  <a:pt x="2000099" y="79202"/>
                  <a:pt x="2000099" y="88518"/>
                </a:cubicBezTo>
                <a:cubicBezTo>
                  <a:pt x="2000099" y="100583"/>
                  <a:pt x="2002709" y="109935"/>
                  <a:pt x="2007929" y="116576"/>
                </a:cubicBezTo>
                <a:cubicBezTo>
                  <a:pt x="2011921" y="121616"/>
                  <a:pt x="2016988" y="124137"/>
                  <a:pt x="2023130" y="124137"/>
                </a:cubicBezTo>
                <a:cubicBezTo>
                  <a:pt x="2028964" y="124137"/>
                  <a:pt x="2033762" y="121961"/>
                  <a:pt x="2037524" y="117609"/>
                </a:cubicBezTo>
                <a:cubicBezTo>
                  <a:pt x="2041286" y="113257"/>
                  <a:pt x="2043166" y="106423"/>
                  <a:pt x="2043166" y="97108"/>
                </a:cubicBezTo>
                <a:cubicBezTo>
                  <a:pt x="2043166" y="84969"/>
                  <a:pt x="2040518" y="75462"/>
                  <a:pt x="2035221" y="68589"/>
                </a:cubicBezTo>
                <a:cubicBezTo>
                  <a:pt x="2031306" y="63551"/>
                  <a:pt x="2026277" y="61032"/>
                  <a:pt x="2020136" y="61032"/>
                </a:cubicBezTo>
                <a:moveTo>
                  <a:pt x="1998947" y="163818"/>
                </a:moveTo>
                <a:cubicBezTo>
                  <a:pt x="1995339" y="167726"/>
                  <a:pt x="1992614" y="171366"/>
                  <a:pt x="1990771" y="174736"/>
                </a:cubicBezTo>
                <a:cubicBezTo>
                  <a:pt x="1988929" y="178109"/>
                  <a:pt x="1988007" y="181214"/>
                  <a:pt x="1988007" y="184049"/>
                </a:cubicBezTo>
                <a:cubicBezTo>
                  <a:pt x="1988007" y="187727"/>
                  <a:pt x="1990234" y="190946"/>
                  <a:pt x="1994686" y="193704"/>
                </a:cubicBezTo>
                <a:cubicBezTo>
                  <a:pt x="2002363" y="198455"/>
                  <a:pt x="2013457" y="200830"/>
                  <a:pt x="2027966" y="200830"/>
                </a:cubicBezTo>
                <a:cubicBezTo>
                  <a:pt x="2041785" y="200830"/>
                  <a:pt x="2051976" y="198396"/>
                  <a:pt x="2058540" y="193528"/>
                </a:cubicBezTo>
                <a:cubicBezTo>
                  <a:pt x="2065103" y="188663"/>
                  <a:pt x="2068385" y="183472"/>
                  <a:pt x="2068385" y="177957"/>
                </a:cubicBezTo>
                <a:cubicBezTo>
                  <a:pt x="2068385" y="173972"/>
                  <a:pt x="2066428" y="171137"/>
                  <a:pt x="2062512" y="169450"/>
                </a:cubicBezTo>
                <a:cubicBezTo>
                  <a:pt x="2058520" y="167763"/>
                  <a:pt x="2050613" y="166768"/>
                  <a:pt x="2038791" y="166463"/>
                </a:cubicBezTo>
                <a:cubicBezTo>
                  <a:pt x="2021517" y="166003"/>
                  <a:pt x="2008236" y="165121"/>
                  <a:pt x="1998947" y="163818"/>
                </a:cubicBezTo>
                <a:close/>
                <a:moveTo>
                  <a:pt x="2178880" y="77614"/>
                </a:moveTo>
                <a:cubicBezTo>
                  <a:pt x="2191240" y="62721"/>
                  <a:pt x="2203024" y="55274"/>
                  <a:pt x="2214232" y="55274"/>
                </a:cubicBezTo>
                <a:cubicBezTo>
                  <a:pt x="2219990" y="55274"/>
                  <a:pt x="2224942" y="56711"/>
                  <a:pt x="2229087" y="59585"/>
                </a:cubicBezTo>
                <a:cubicBezTo>
                  <a:pt x="2233233" y="62457"/>
                  <a:pt x="2236534" y="67187"/>
                  <a:pt x="2238991" y="73775"/>
                </a:cubicBezTo>
                <a:cubicBezTo>
                  <a:pt x="2240680" y="78369"/>
                  <a:pt x="2241524" y="85416"/>
                  <a:pt x="2241524" y="94916"/>
                </a:cubicBezTo>
                <a:lnTo>
                  <a:pt x="2241524" y="139841"/>
                </a:lnTo>
                <a:cubicBezTo>
                  <a:pt x="2241524" y="146505"/>
                  <a:pt x="2242062" y="151025"/>
                  <a:pt x="2243136" y="153400"/>
                </a:cubicBezTo>
                <a:cubicBezTo>
                  <a:pt x="2243981" y="155315"/>
                  <a:pt x="2245343" y="156808"/>
                  <a:pt x="2247224" y="157881"/>
                </a:cubicBezTo>
                <a:cubicBezTo>
                  <a:pt x="2249105" y="158953"/>
                  <a:pt x="2252579" y="159489"/>
                  <a:pt x="2257646" y="159489"/>
                </a:cubicBezTo>
                <a:lnTo>
                  <a:pt x="2257646" y="163750"/>
                </a:lnTo>
                <a:lnTo>
                  <a:pt x="2205481" y="163750"/>
                </a:lnTo>
                <a:lnTo>
                  <a:pt x="2205481" y="159489"/>
                </a:lnTo>
                <a:lnTo>
                  <a:pt x="2207669" y="159489"/>
                </a:lnTo>
                <a:cubicBezTo>
                  <a:pt x="2212582" y="159489"/>
                  <a:pt x="2216017" y="158744"/>
                  <a:pt x="2217975" y="157254"/>
                </a:cubicBezTo>
                <a:cubicBezTo>
                  <a:pt x="2219933" y="155765"/>
                  <a:pt x="2221295" y="153569"/>
                  <a:pt x="2222063" y="150669"/>
                </a:cubicBezTo>
                <a:cubicBezTo>
                  <a:pt x="2222370" y="149522"/>
                  <a:pt x="2222524" y="145932"/>
                  <a:pt x="2222524" y="139898"/>
                </a:cubicBezTo>
                <a:lnTo>
                  <a:pt x="2222524" y="96935"/>
                </a:lnTo>
                <a:cubicBezTo>
                  <a:pt x="2222524" y="87389"/>
                  <a:pt x="2221276" y="80458"/>
                  <a:pt x="2218781" y="76142"/>
                </a:cubicBezTo>
                <a:cubicBezTo>
                  <a:pt x="2216286" y="71826"/>
                  <a:pt x="2212083" y="69669"/>
                  <a:pt x="2206172" y="69669"/>
                </a:cubicBezTo>
                <a:cubicBezTo>
                  <a:pt x="2197036" y="69669"/>
                  <a:pt x="2187939" y="74633"/>
                  <a:pt x="2178880" y="84563"/>
                </a:cubicBezTo>
                <a:lnTo>
                  <a:pt x="2178880" y="139898"/>
                </a:lnTo>
                <a:cubicBezTo>
                  <a:pt x="2178880" y="147002"/>
                  <a:pt x="2179302" y="151394"/>
                  <a:pt x="2180147" y="153073"/>
                </a:cubicBezTo>
                <a:cubicBezTo>
                  <a:pt x="2181222" y="155287"/>
                  <a:pt x="2182699" y="156910"/>
                  <a:pt x="2184580" y="157942"/>
                </a:cubicBezTo>
                <a:cubicBezTo>
                  <a:pt x="2186461" y="158973"/>
                  <a:pt x="2190280" y="159489"/>
                  <a:pt x="2196038" y="159489"/>
                </a:cubicBezTo>
                <a:lnTo>
                  <a:pt x="2196038" y="163750"/>
                </a:lnTo>
                <a:lnTo>
                  <a:pt x="2143873" y="163750"/>
                </a:lnTo>
                <a:lnTo>
                  <a:pt x="2143873" y="159489"/>
                </a:lnTo>
                <a:lnTo>
                  <a:pt x="2146176" y="159489"/>
                </a:lnTo>
                <a:cubicBezTo>
                  <a:pt x="2151550" y="159489"/>
                  <a:pt x="2155177" y="158130"/>
                  <a:pt x="2157058" y="155412"/>
                </a:cubicBezTo>
                <a:cubicBezTo>
                  <a:pt x="2158939" y="152691"/>
                  <a:pt x="2159880" y="147501"/>
                  <a:pt x="2159880" y="139841"/>
                </a:cubicBezTo>
                <a:lnTo>
                  <a:pt x="2159880" y="100775"/>
                </a:lnTo>
                <a:cubicBezTo>
                  <a:pt x="2159880" y="88136"/>
                  <a:pt x="2159592" y="80439"/>
                  <a:pt x="2159016" y="77683"/>
                </a:cubicBezTo>
                <a:cubicBezTo>
                  <a:pt x="2158440" y="74924"/>
                  <a:pt x="2157557" y="73046"/>
                  <a:pt x="2156367" y="72051"/>
                </a:cubicBezTo>
                <a:cubicBezTo>
                  <a:pt x="2155177" y="71055"/>
                  <a:pt x="2153584" y="70557"/>
                  <a:pt x="2151588" y="70557"/>
                </a:cubicBezTo>
                <a:cubicBezTo>
                  <a:pt x="2149439" y="70557"/>
                  <a:pt x="2146867" y="71132"/>
                  <a:pt x="2143873" y="72281"/>
                </a:cubicBezTo>
                <a:lnTo>
                  <a:pt x="2142146" y="68143"/>
                </a:lnTo>
                <a:lnTo>
                  <a:pt x="2173928" y="55274"/>
                </a:lnTo>
                <a:lnTo>
                  <a:pt x="2178880" y="55274"/>
                </a:lnTo>
                <a:lnTo>
                  <a:pt x="2178880" y="77614"/>
                </a:lnTo>
                <a:close/>
                <a:moveTo>
                  <a:pt x="2317221" y="55274"/>
                </a:moveTo>
                <a:cubicBezTo>
                  <a:pt x="2333190" y="55274"/>
                  <a:pt x="2346010" y="61333"/>
                  <a:pt x="2355683" y="73451"/>
                </a:cubicBezTo>
                <a:cubicBezTo>
                  <a:pt x="2363897" y="83803"/>
                  <a:pt x="2368005" y="95690"/>
                  <a:pt x="2368005" y="109113"/>
                </a:cubicBezTo>
                <a:cubicBezTo>
                  <a:pt x="2368005" y="118546"/>
                  <a:pt x="2365740" y="128094"/>
                  <a:pt x="2361210" y="137757"/>
                </a:cubicBezTo>
                <a:cubicBezTo>
                  <a:pt x="2356681" y="147418"/>
                  <a:pt x="2350444" y="154703"/>
                  <a:pt x="2342498" y="159611"/>
                </a:cubicBezTo>
                <a:cubicBezTo>
                  <a:pt x="2334552" y="164520"/>
                  <a:pt x="2325704" y="166974"/>
                  <a:pt x="2315955" y="166974"/>
                </a:cubicBezTo>
                <a:cubicBezTo>
                  <a:pt x="2300063" y="166974"/>
                  <a:pt x="2287435" y="160647"/>
                  <a:pt x="2278069" y="147992"/>
                </a:cubicBezTo>
                <a:cubicBezTo>
                  <a:pt x="2270162" y="137333"/>
                  <a:pt x="2266208" y="125370"/>
                  <a:pt x="2266208" y="112103"/>
                </a:cubicBezTo>
                <a:cubicBezTo>
                  <a:pt x="2266208" y="102440"/>
                  <a:pt x="2268607" y="92834"/>
                  <a:pt x="2273405" y="83286"/>
                </a:cubicBezTo>
                <a:cubicBezTo>
                  <a:pt x="2278203" y="73737"/>
                  <a:pt x="2284518" y="66682"/>
                  <a:pt x="2292348" y="62119"/>
                </a:cubicBezTo>
                <a:cubicBezTo>
                  <a:pt x="2300179" y="57556"/>
                  <a:pt x="2308470" y="55274"/>
                  <a:pt x="2317221" y="55274"/>
                </a:cubicBezTo>
                <a:moveTo>
                  <a:pt x="2313652" y="62874"/>
                </a:moveTo>
                <a:cubicBezTo>
                  <a:pt x="2309583" y="62874"/>
                  <a:pt x="2305495" y="64082"/>
                  <a:pt x="2301388" y="66498"/>
                </a:cubicBezTo>
                <a:cubicBezTo>
                  <a:pt x="2297280" y="68914"/>
                  <a:pt x="2293960" y="73151"/>
                  <a:pt x="2291427" y="79208"/>
                </a:cubicBezTo>
                <a:cubicBezTo>
                  <a:pt x="2288893" y="85266"/>
                  <a:pt x="2287627" y="93049"/>
                  <a:pt x="2287627" y="102556"/>
                </a:cubicBezTo>
                <a:cubicBezTo>
                  <a:pt x="2287627" y="117891"/>
                  <a:pt x="2290678" y="131118"/>
                  <a:pt x="2296781" y="142238"/>
                </a:cubicBezTo>
                <a:cubicBezTo>
                  <a:pt x="2302885" y="153355"/>
                  <a:pt x="2310926" y="158913"/>
                  <a:pt x="2320906" y="158913"/>
                </a:cubicBezTo>
                <a:cubicBezTo>
                  <a:pt x="2328353" y="158913"/>
                  <a:pt x="2334495" y="155846"/>
                  <a:pt x="2339331" y="149712"/>
                </a:cubicBezTo>
                <a:cubicBezTo>
                  <a:pt x="2344168" y="143577"/>
                  <a:pt x="2346586" y="133035"/>
                  <a:pt x="2346586" y="118084"/>
                </a:cubicBezTo>
                <a:cubicBezTo>
                  <a:pt x="2346586" y="99374"/>
                  <a:pt x="2342555" y="84651"/>
                  <a:pt x="2334495" y="73915"/>
                </a:cubicBezTo>
                <a:cubicBezTo>
                  <a:pt x="2329044" y="66555"/>
                  <a:pt x="2322096" y="62874"/>
                  <a:pt x="2313652" y="62874"/>
                </a:cubicBezTo>
                <a:close/>
                <a:moveTo>
                  <a:pt x="2413762" y="23492"/>
                </a:moveTo>
                <a:lnTo>
                  <a:pt x="2413762" y="58268"/>
                </a:lnTo>
                <a:lnTo>
                  <a:pt x="2438405" y="58268"/>
                </a:lnTo>
                <a:lnTo>
                  <a:pt x="2438405" y="66329"/>
                </a:lnTo>
                <a:lnTo>
                  <a:pt x="2413762" y="66329"/>
                </a:lnTo>
                <a:lnTo>
                  <a:pt x="2413762" y="134637"/>
                </a:lnTo>
                <a:cubicBezTo>
                  <a:pt x="2413762" y="141463"/>
                  <a:pt x="2414740" y="146064"/>
                  <a:pt x="2416698" y="148441"/>
                </a:cubicBezTo>
                <a:cubicBezTo>
                  <a:pt x="2418656" y="150817"/>
                  <a:pt x="2421170" y="152004"/>
                  <a:pt x="2424241" y="152004"/>
                </a:cubicBezTo>
                <a:cubicBezTo>
                  <a:pt x="2426774" y="152004"/>
                  <a:pt x="2429231" y="151217"/>
                  <a:pt x="2431611" y="149643"/>
                </a:cubicBezTo>
                <a:cubicBezTo>
                  <a:pt x="2433991" y="148070"/>
                  <a:pt x="2435833" y="145747"/>
                  <a:pt x="2437138" y="142677"/>
                </a:cubicBezTo>
                <a:lnTo>
                  <a:pt x="2441629" y="142677"/>
                </a:lnTo>
                <a:cubicBezTo>
                  <a:pt x="2438942" y="150222"/>
                  <a:pt x="2435142" y="155928"/>
                  <a:pt x="2430229" y="159795"/>
                </a:cubicBezTo>
                <a:cubicBezTo>
                  <a:pt x="2425316" y="163660"/>
                  <a:pt x="2420249" y="165592"/>
                  <a:pt x="2415028" y="165592"/>
                </a:cubicBezTo>
                <a:cubicBezTo>
                  <a:pt x="2411497" y="165592"/>
                  <a:pt x="2408042" y="164612"/>
                  <a:pt x="2404664" y="162652"/>
                </a:cubicBezTo>
                <a:cubicBezTo>
                  <a:pt x="2401287" y="160692"/>
                  <a:pt x="2398792" y="157888"/>
                  <a:pt x="2397179" y="154239"/>
                </a:cubicBezTo>
                <a:cubicBezTo>
                  <a:pt x="2395567" y="150587"/>
                  <a:pt x="2394761" y="144957"/>
                  <a:pt x="2394761" y="137347"/>
                </a:cubicBezTo>
                <a:lnTo>
                  <a:pt x="2394761" y="66329"/>
                </a:lnTo>
                <a:lnTo>
                  <a:pt x="2378064" y="66329"/>
                </a:lnTo>
                <a:lnTo>
                  <a:pt x="2378064" y="62529"/>
                </a:lnTo>
                <a:cubicBezTo>
                  <a:pt x="2382286" y="60835"/>
                  <a:pt x="2386604" y="57967"/>
                  <a:pt x="2391019" y="53925"/>
                </a:cubicBezTo>
                <a:cubicBezTo>
                  <a:pt x="2395433" y="49882"/>
                  <a:pt x="2399367" y="45089"/>
                  <a:pt x="2402822" y="39545"/>
                </a:cubicBezTo>
                <a:cubicBezTo>
                  <a:pt x="2404588" y="36620"/>
                  <a:pt x="2407044" y="31269"/>
                  <a:pt x="2410192" y="23492"/>
                </a:cubicBezTo>
                <a:lnTo>
                  <a:pt x="2413762" y="23492"/>
                </a:lnTo>
                <a:close/>
                <a:moveTo>
                  <a:pt x="2466329" y="98112"/>
                </a:moveTo>
                <a:cubicBezTo>
                  <a:pt x="2466252" y="113737"/>
                  <a:pt x="2470052" y="125992"/>
                  <a:pt x="2477729" y="134878"/>
                </a:cubicBezTo>
                <a:cubicBezTo>
                  <a:pt x="2485406" y="143762"/>
                  <a:pt x="2494427" y="148204"/>
                  <a:pt x="2504790" y="148204"/>
                </a:cubicBezTo>
                <a:cubicBezTo>
                  <a:pt x="2511700" y="148204"/>
                  <a:pt x="2517707" y="146304"/>
                  <a:pt x="2522812" y="142504"/>
                </a:cubicBezTo>
                <a:cubicBezTo>
                  <a:pt x="2527917" y="138704"/>
                  <a:pt x="2532197" y="132198"/>
                  <a:pt x="2535652" y="122985"/>
                </a:cubicBezTo>
                <a:lnTo>
                  <a:pt x="2539222" y="125288"/>
                </a:lnTo>
                <a:cubicBezTo>
                  <a:pt x="2537610" y="135806"/>
                  <a:pt x="2532927" y="145383"/>
                  <a:pt x="2525173" y="154019"/>
                </a:cubicBezTo>
                <a:cubicBezTo>
                  <a:pt x="2517419" y="162656"/>
                  <a:pt x="2507708" y="166974"/>
                  <a:pt x="2496039" y="166974"/>
                </a:cubicBezTo>
                <a:cubicBezTo>
                  <a:pt x="2483372" y="166974"/>
                  <a:pt x="2472528" y="162053"/>
                  <a:pt x="2463508" y="152209"/>
                </a:cubicBezTo>
                <a:cubicBezTo>
                  <a:pt x="2454487" y="142363"/>
                  <a:pt x="2449977" y="129128"/>
                  <a:pt x="2449977" y="112502"/>
                </a:cubicBezTo>
                <a:cubicBezTo>
                  <a:pt x="2449977" y="94500"/>
                  <a:pt x="2454602" y="80462"/>
                  <a:pt x="2463853" y="70388"/>
                </a:cubicBezTo>
                <a:cubicBezTo>
                  <a:pt x="2473104" y="60312"/>
                  <a:pt x="2484715" y="55274"/>
                  <a:pt x="2498687" y="55274"/>
                </a:cubicBezTo>
                <a:cubicBezTo>
                  <a:pt x="2510510" y="55274"/>
                  <a:pt x="2520221" y="59161"/>
                  <a:pt x="2527821" y="66934"/>
                </a:cubicBezTo>
                <a:cubicBezTo>
                  <a:pt x="2535422" y="74704"/>
                  <a:pt x="2539222" y="85097"/>
                  <a:pt x="2539222" y="98112"/>
                </a:cubicBezTo>
                <a:lnTo>
                  <a:pt x="2466329" y="98112"/>
                </a:lnTo>
                <a:moveTo>
                  <a:pt x="2466329" y="91433"/>
                </a:moveTo>
                <a:lnTo>
                  <a:pt x="2515154" y="91433"/>
                </a:lnTo>
                <a:cubicBezTo>
                  <a:pt x="2514771" y="84677"/>
                  <a:pt x="2513964" y="79917"/>
                  <a:pt x="2512736" y="77154"/>
                </a:cubicBezTo>
                <a:cubicBezTo>
                  <a:pt x="2510817" y="72854"/>
                  <a:pt x="2507957" y="69477"/>
                  <a:pt x="2504157" y="67020"/>
                </a:cubicBezTo>
                <a:cubicBezTo>
                  <a:pt x="2500357" y="64563"/>
                  <a:pt x="2496384" y="63335"/>
                  <a:pt x="2492239" y="63335"/>
                </a:cubicBezTo>
                <a:cubicBezTo>
                  <a:pt x="2485867" y="63335"/>
                  <a:pt x="2480167" y="65811"/>
                  <a:pt x="2475138" y="70763"/>
                </a:cubicBezTo>
                <a:cubicBezTo>
                  <a:pt x="2470110" y="75714"/>
                  <a:pt x="2467173" y="82604"/>
                  <a:pt x="2466329" y="91433"/>
                </a:cubicBezTo>
                <a:close/>
                <a:moveTo>
                  <a:pt x="2642046" y="23492"/>
                </a:moveTo>
                <a:lnTo>
                  <a:pt x="2642046" y="58268"/>
                </a:lnTo>
                <a:lnTo>
                  <a:pt x="2666689" y="58268"/>
                </a:lnTo>
                <a:lnTo>
                  <a:pt x="2666689" y="66329"/>
                </a:lnTo>
                <a:lnTo>
                  <a:pt x="2642046" y="66329"/>
                </a:lnTo>
                <a:lnTo>
                  <a:pt x="2642046" y="134637"/>
                </a:lnTo>
                <a:cubicBezTo>
                  <a:pt x="2642046" y="141463"/>
                  <a:pt x="2643024" y="146064"/>
                  <a:pt x="2644982" y="148441"/>
                </a:cubicBezTo>
                <a:cubicBezTo>
                  <a:pt x="2646940" y="150817"/>
                  <a:pt x="2649454" y="152004"/>
                  <a:pt x="2652525" y="152004"/>
                </a:cubicBezTo>
                <a:cubicBezTo>
                  <a:pt x="2655058" y="152004"/>
                  <a:pt x="2657515" y="151217"/>
                  <a:pt x="2659895" y="149643"/>
                </a:cubicBezTo>
                <a:cubicBezTo>
                  <a:pt x="2662274" y="148070"/>
                  <a:pt x="2664117" y="145747"/>
                  <a:pt x="2665422" y="142677"/>
                </a:cubicBezTo>
                <a:lnTo>
                  <a:pt x="2669913" y="142677"/>
                </a:lnTo>
                <a:cubicBezTo>
                  <a:pt x="2667226" y="150222"/>
                  <a:pt x="2663426" y="155928"/>
                  <a:pt x="2658513" y="159795"/>
                </a:cubicBezTo>
                <a:cubicBezTo>
                  <a:pt x="2653599" y="163660"/>
                  <a:pt x="2648533" y="165592"/>
                  <a:pt x="2643312" y="165592"/>
                </a:cubicBezTo>
                <a:cubicBezTo>
                  <a:pt x="2639781" y="165592"/>
                  <a:pt x="2636326" y="164612"/>
                  <a:pt x="2632948" y="162652"/>
                </a:cubicBezTo>
                <a:cubicBezTo>
                  <a:pt x="2629571" y="160692"/>
                  <a:pt x="2627076" y="157888"/>
                  <a:pt x="2625463" y="154239"/>
                </a:cubicBezTo>
                <a:cubicBezTo>
                  <a:pt x="2623851" y="150587"/>
                  <a:pt x="2623045" y="144957"/>
                  <a:pt x="2623045" y="137347"/>
                </a:cubicBezTo>
                <a:lnTo>
                  <a:pt x="2623045" y="66329"/>
                </a:lnTo>
                <a:lnTo>
                  <a:pt x="2606348" y="66329"/>
                </a:lnTo>
                <a:lnTo>
                  <a:pt x="2606348" y="62529"/>
                </a:lnTo>
                <a:cubicBezTo>
                  <a:pt x="2610570" y="60835"/>
                  <a:pt x="2614888" y="57967"/>
                  <a:pt x="2619303" y="53925"/>
                </a:cubicBezTo>
                <a:cubicBezTo>
                  <a:pt x="2623717" y="49882"/>
                  <a:pt x="2627651" y="45089"/>
                  <a:pt x="2631106" y="39545"/>
                </a:cubicBezTo>
                <a:cubicBezTo>
                  <a:pt x="2632872" y="36620"/>
                  <a:pt x="2635328" y="31269"/>
                  <a:pt x="2638476" y="23492"/>
                </a:cubicBezTo>
                <a:lnTo>
                  <a:pt x="2642046" y="23492"/>
                </a:lnTo>
                <a:close/>
                <a:moveTo>
                  <a:pt x="2736644" y="148549"/>
                </a:moveTo>
                <a:cubicBezTo>
                  <a:pt x="2725819" y="156917"/>
                  <a:pt x="2719025" y="161754"/>
                  <a:pt x="2716261" y="163059"/>
                </a:cubicBezTo>
                <a:cubicBezTo>
                  <a:pt x="2712116" y="165055"/>
                  <a:pt x="2707701" y="166053"/>
                  <a:pt x="2703019" y="166053"/>
                </a:cubicBezTo>
                <a:cubicBezTo>
                  <a:pt x="2695725" y="166053"/>
                  <a:pt x="2689718" y="163558"/>
                  <a:pt x="2684997" y="158568"/>
                </a:cubicBezTo>
                <a:cubicBezTo>
                  <a:pt x="2680275" y="153578"/>
                  <a:pt x="2677915" y="147014"/>
                  <a:pt x="2677915" y="138876"/>
                </a:cubicBezTo>
                <a:cubicBezTo>
                  <a:pt x="2677915" y="133733"/>
                  <a:pt x="2679066" y="129280"/>
                  <a:pt x="2681369" y="125519"/>
                </a:cubicBezTo>
                <a:cubicBezTo>
                  <a:pt x="2684517" y="120298"/>
                  <a:pt x="2689987" y="115385"/>
                  <a:pt x="2697779" y="110779"/>
                </a:cubicBezTo>
                <a:cubicBezTo>
                  <a:pt x="2705571" y="106173"/>
                  <a:pt x="2718526" y="100568"/>
                  <a:pt x="2736644" y="93966"/>
                </a:cubicBezTo>
                <a:lnTo>
                  <a:pt x="2736644" y="89821"/>
                </a:lnTo>
                <a:cubicBezTo>
                  <a:pt x="2736644" y="79303"/>
                  <a:pt x="2734974" y="72087"/>
                  <a:pt x="2731634" y="68172"/>
                </a:cubicBezTo>
                <a:cubicBezTo>
                  <a:pt x="2728295" y="64256"/>
                  <a:pt x="2723439" y="62299"/>
                  <a:pt x="2717067" y="62299"/>
                </a:cubicBezTo>
                <a:cubicBezTo>
                  <a:pt x="2712231" y="62299"/>
                  <a:pt x="2708392" y="63599"/>
                  <a:pt x="2705552" y="66200"/>
                </a:cubicBezTo>
                <a:cubicBezTo>
                  <a:pt x="2702635" y="68800"/>
                  <a:pt x="2701176" y="71783"/>
                  <a:pt x="2701176" y="75149"/>
                </a:cubicBezTo>
                <a:lnTo>
                  <a:pt x="2701406" y="81803"/>
                </a:lnTo>
                <a:cubicBezTo>
                  <a:pt x="2701406" y="85320"/>
                  <a:pt x="2700504" y="88035"/>
                  <a:pt x="2698700" y="89947"/>
                </a:cubicBezTo>
                <a:cubicBezTo>
                  <a:pt x="2696896" y="91859"/>
                  <a:pt x="2694535" y="92815"/>
                  <a:pt x="2691618" y="92815"/>
                </a:cubicBezTo>
                <a:cubicBezTo>
                  <a:pt x="2688778" y="92815"/>
                  <a:pt x="2686455" y="91820"/>
                  <a:pt x="2684651" y="89831"/>
                </a:cubicBezTo>
                <a:cubicBezTo>
                  <a:pt x="2682847" y="87840"/>
                  <a:pt x="2681945" y="85122"/>
                  <a:pt x="2681945" y="81677"/>
                </a:cubicBezTo>
                <a:cubicBezTo>
                  <a:pt x="2681945" y="75096"/>
                  <a:pt x="2685323" y="69051"/>
                  <a:pt x="2692079" y="63540"/>
                </a:cubicBezTo>
                <a:cubicBezTo>
                  <a:pt x="2698835" y="58030"/>
                  <a:pt x="2708316" y="55274"/>
                  <a:pt x="2720522" y="55274"/>
                </a:cubicBezTo>
                <a:cubicBezTo>
                  <a:pt x="2729888" y="55274"/>
                  <a:pt x="2737565" y="56846"/>
                  <a:pt x="2743553" y="59988"/>
                </a:cubicBezTo>
                <a:cubicBezTo>
                  <a:pt x="2748082" y="62366"/>
                  <a:pt x="2751422" y="66086"/>
                  <a:pt x="2753571" y="71148"/>
                </a:cubicBezTo>
                <a:cubicBezTo>
                  <a:pt x="2754953" y="74444"/>
                  <a:pt x="2755644" y="81191"/>
                  <a:pt x="2755644" y="91390"/>
                </a:cubicBezTo>
                <a:lnTo>
                  <a:pt x="2755644" y="127159"/>
                </a:lnTo>
                <a:cubicBezTo>
                  <a:pt x="2755644" y="137204"/>
                  <a:pt x="2755836" y="143358"/>
                  <a:pt x="2756220" y="145620"/>
                </a:cubicBezTo>
                <a:cubicBezTo>
                  <a:pt x="2756604" y="147883"/>
                  <a:pt x="2757237" y="149398"/>
                  <a:pt x="2758120" y="150165"/>
                </a:cubicBezTo>
                <a:cubicBezTo>
                  <a:pt x="2759003" y="150931"/>
                  <a:pt x="2760020" y="151313"/>
                  <a:pt x="2761172" y="151313"/>
                </a:cubicBezTo>
                <a:cubicBezTo>
                  <a:pt x="2762400" y="151313"/>
                  <a:pt x="2763475" y="151044"/>
                  <a:pt x="2764396" y="150507"/>
                </a:cubicBezTo>
                <a:cubicBezTo>
                  <a:pt x="2766008" y="149509"/>
                  <a:pt x="2769117" y="146707"/>
                  <a:pt x="2773723" y="142101"/>
                </a:cubicBezTo>
                <a:lnTo>
                  <a:pt x="2773723" y="148549"/>
                </a:lnTo>
                <a:cubicBezTo>
                  <a:pt x="2765125" y="160065"/>
                  <a:pt x="2756911" y="165823"/>
                  <a:pt x="2749080" y="165823"/>
                </a:cubicBezTo>
                <a:cubicBezTo>
                  <a:pt x="2745319" y="165823"/>
                  <a:pt x="2742325" y="164518"/>
                  <a:pt x="2740098" y="161907"/>
                </a:cubicBezTo>
                <a:cubicBezTo>
                  <a:pt x="2737872" y="159297"/>
                  <a:pt x="2736720" y="154845"/>
                  <a:pt x="2736644" y="148549"/>
                </a:cubicBezTo>
                <a:moveTo>
                  <a:pt x="2736644" y="141000"/>
                </a:moveTo>
                <a:lnTo>
                  <a:pt x="2736644" y="100991"/>
                </a:lnTo>
                <a:cubicBezTo>
                  <a:pt x="2725051" y="105575"/>
                  <a:pt x="2717566" y="108824"/>
                  <a:pt x="2714189" y="110736"/>
                </a:cubicBezTo>
                <a:cubicBezTo>
                  <a:pt x="2708124" y="114099"/>
                  <a:pt x="2703786" y="117615"/>
                  <a:pt x="2701176" y="121283"/>
                </a:cubicBezTo>
                <a:cubicBezTo>
                  <a:pt x="2698566" y="124951"/>
                  <a:pt x="2697261" y="128964"/>
                  <a:pt x="2697261" y="133320"/>
                </a:cubicBezTo>
                <a:cubicBezTo>
                  <a:pt x="2697261" y="138824"/>
                  <a:pt x="2698911" y="143390"/>
                  <a:pt x="2702212" y="147020"/>
                </a:cubicBezTo>
                <a:cubicBezTo>
                  <a:pt x="2705514" y="150650"/>
                  <a:pt x="2709314" y="152465"/>
                  <a:pt x="2713613" y="152465"/>
                </a:cubicBezTo>
                <a:cubicBezTo>
                  <a:pt x="2719447" y="152465"/>
                  <a:pt x="2727124" y="148643"/>
                  <a:pt x="2736644" y="141000"/>
                </a:cubicBezTo>
                <a:close/>
                <a:moveTo>
                  <a:pt x="2809162" y="125313"/>
                </a:moveTo>
                <a:cubicBezTo>
                  <a:pt x="2802713" y="122171"/>
                  <a:pt x="2797761" y="117782"/>
                  <a:pt x="2794307" y="112146"/>
                </a:cubicBezTo>
                <a:cubicBezTo>
                  <a:pt x="2790852" y="106511"/>
                  <a:pt x="2789125" y="100280"/>
                  <a:pt x="2789125" y="93455"/>
                </a:cubicBezTo>
                <a:cubicBezTo>
                  <a:pt x="2789125" y="83029"/>
                  <a:pt x="2793059" y="74059"/>
                  <a:pt x="2800928" y="66545"/>
                </a:cubicBezTo>
                <a:cubicBezTo>
                  <a:pt x="2808797" y="59031"/>
                  <a:pt x="2818873" y="55274"/>
                  <a:pt x="2831156" y="55274"/>
                </a:cubicBezTo>
                <a:cubicBezTo>
                  <a:pt x="2841213" y="55274"/>
                  <a:pt x="2849926" y="57731"/>
                  <a:pt x="2857296" y="62644"/>
                </a:cubicBezTo>
                <a:lnTo>
                  <a:pt x="2879636" y="62644"/>
                </a:lnTo>
                <a:cubicBezTo>
                  <a:pt x="2882937" y="62644"/>
                  <a:pt x="2884857" y="62739"/>
                  <a:pt x="2885394" y="62928"/>
                </a:cubicBezTo>
                <a:cubicBezTo>
                  <a:pt x="2885931" y="63118"/>
                  <a:pt x="2886315" y="63441"/>
                  <a:pt x="2886546" y="63896"/>
                </a:cubicBezTo>
                <a:cubicBezTo>
                  <a:pt x="2887006" y="64580"/>
                  <a:pt x="2887237" y="65795"/>
                  <a:pt x="2887237" y="67542"/>
                </a:cubicBezTo>
                <a:cubicBezTo>
                  <a:pt x="2887237" y="69514"/>
                  <a:pt x="2887045" y="70880"/>
                  <a:pt x="2886661" y="71641"/>
                </a:cubicBezTo>
                <a:cubicBezTo>
                  <a:pt x="2886430" y="72020"/>
                  <a:pt x="2886027" y="72323"/>
                  <a:pt x="2885452" y="72551"/>
                </a:cubicBezTo>
                <a:cubicBezTo>
                  <a:pt x="2884876" y="72779"/>
                  <a:pt x="2882937" y="72893"/>
                  <a:pt x="2879636" y="72893"/>
                </a:cubicBezTo>
                <a:lnTo>
                  <a:pt x="2865933" y="72893"/>
                </a:lnTo>
                <a:cubicBezTo>
                  <a:pt x="2870232" y="78432"/>
                  <a:pt x="2872382" y="85510"/>
                  <a:pt x="2872382" y="94125"/>
                </a:cubicBezTo>
                <a:cubicBezTo>
                  <a:pt x="2872382" y="103970"/>
                  <a:pt x="2868620" y="112393"/>
                  <a:pt x="2861096" y="119394"/>
                </a:cubicBezTo>
                <a:cubicBezTo>
                  <a:pt x="2853573" y="126394"/>
                  <a:pt x="2843478" y="129894"/>
                  <a:pt x="2830811" y="129894"/>
                </a:cubicBezTo>
                <a:cubicBezTo>
                  <a:pt x="2825590" y="129894"/>
                  <a:pt x="2820255" y="129111"/>
                  <a:pt x="2814804" y="127545"/>
                </a:cubicBezTo>
                <a:cubicBezTo>
                  <a:pt x="2811426" y="130459"/>
                  <a:pt x="2809143" y="133011"/>
                  <a:pt x="2807953" y="135199"/>
                </a:cubicBezTo>
                <a:cubicBezTo>
                  <a:pt x="2806763" y="137384"/>
                  <a:pt x="2806168" y="139244"/>
                  <a:pt x="2806168" y="140777"/>
                </a:cubicBezTo>
                <a:cubicBezTo>
                  <a:pt x="2806168" y="142082"/>
                  <a:pt x="2806801" y="143348"/>
                  <a:pt x="2808068" y="144577"/>
                </a:cubicBezTo>
                <a:cubicBezTo>
                  <a:pt x="2809334" y="145803"/>
                  <a:pt x="2811810" y="146684"/>
                  <a:pt x="2815495" y="147222"/>
                </a:cubicBezTo>
                <a:cubicBezTo>
                  <a:pt x="2817645" y="147529"/>
                  <a:pt x="2823019" y="147797"/>
                  <a:pt x="2831617" y="148028"/>
                </a:cubicBezTo>
                <a:cubicBezTo>
                  <a:pt x="2847431" y="148409"/>
                  <a:pt x="2857680" y="148945"/>
                  <a:pt x="2862363" y="149636"/>
                </a:cubicBezTo>
                <a:cubicBezTo>
                  <a:pt x="2869503" y="150634"/>
                  <a:pt x="2875203" y="153282"/>
                  <a:pt x="2879464" y="157578"/>
                </a:cubicBezTo>
                <a:cubicBezTo>
                  <a:pt x="2883724" y="161873"/>
                  <a:pt x="2885855" y="167165"/>
                  <a:pt x="2885855" y="173455"/>
                </a:cubicBezTo>
                <a:cubicBezTo>
                  <a:pt x="2885855" y="182123"/>
                  <a:pt x="2881786" y="190255"/>
                  <a:pt x="2873648" y="197850"/>
                </a:cubicBezTo>
                <a:cubicBezTo>
                  <a:pt x="2861672" y="209049"/>
                  <a:pt x="2846050" y="214648"/>
                  <a:pt x="2826780" y="214648"/>
                </a:cubicBezTo>
                <a:cubicBezTo>
                  <a:pt x="2811964" y="214648"/>
                  <a:pt x="2799450" y="211314"/>
                  <a:pt x="2789240" y="204644"/>
                </a:cubicBezTo>
                <a:cubicBezTo>
                  <a:pt x="2783482" y="200810"/>
                  <a:pt x="2780603" y="196823"/>
                  <a:pt x="2780603" y="192682"/>
                </a:cubicBezTo>
                <a:cubicBezTo>
                  <a:pt x="2780603" y="190845"/>
                  <a:pt x="2781026" y="189006"/>
                  <a:pt x="2781870" y="187166"/>
                </a:cubicBezTo>
                <a:cubicBezTo>
                  <a:pt x="2783175" y="184328"/>
                  <a:pt x="2785862" y="180379"/>
                  <a:pt x="2789931" y="175319"/>
                </a:cubicBezTo>
                <a:cubicBezTo>
                  <a:pt x="2790468" y="174631"/>
                  <a:pt x="2794384" y="170491"/>
                  <a:pt x="2801677" y="162901"/>
                </a:cubicBezTo>
                <a:cubicBezTo>
                  <a:pt x="2797685" y="160518"/>
                  <a:pt x="2794863" y="158386"/>
                  <a:pt x="2793213" y="156502"/>
                </a:cubicBezTo>
                <a:cubicBezTo>
                  <a:pt x="2791562" y="154619"/>
                  <a:pt x="2790737" y="152486"/>
                  <a:pt x="2790737" y="150104"/>
                </a:cubicBezTo>
                <a:cubicBezTo>
                  <a:pt x="2790737" y="147412"/>
                  <a:pt x="2791831" y="144260"/>
                  <a:pt x="2794019" y="140647"/>
                </a:cubicBezTo>
                <a:cubicBezTo>
                  <a:pt x="2796207" y="137034"/>
                  <a:pt x="2801254" y="131923"/>
                  <a:pt x="2809162" y="125313"/>
                </a:cubicBezTo>
                <a:moveTo>
                  <a:pt x="2829199" y="61032"/>
                </a:moveTo>
                <a:cubicBezTo>
                  <a:pt x="2823518" y="61032"/>
                  <a:pt x="2818758" y="63285"/>
                  <a:pt x="2814919" y="67790"/>
                </a:cubicBezTo>
                <a:cubicBezTo>
                  <a:pt x="2811081" y="72293"/>
                  <a:pt x="2809162" y="79202"/>
                  <a:pt x="2809162" y="88518"/>
                </a:cubicBezTo>
                <a:cubicBezTo>
                  <a:pt x="2809162" y="100583"/>
                  <a:pt x="2811772" y="109935"/>
                  <a:pt x="2816992" y="116576"/>
                </a:cubicBezTo>
                <a:cubicBezTo>
                  <a:pt x="2820984" y="121616"/>
                  <a:pt x="2826051" y="124137"/>
                  <a:pt x="2832193" y="124137"/>
                </a:cubicBezTo>
                <a:cubicBezTo>
                  <a:pt x="2838027" y="124137"/>
                  <a:pt x="2842825" y="121961"/>
                  <a:pt x="2846587" y="117609"/>
                </a:cubicBezTo>
                <a:cubicBezTo>
                  <a:pt x="2850349" y="113257"/>
                  <a:pt x="2852230" y="106423"/>
                  <a:pt x="2852230" y="97108"/>
                </a:cubicBezTo>
                <a:cubicBezTo>
                  <a:pt x="2852230" y="84969"/>
                  <a:pt x="2849581" y="75462"/>
                  <a:pt x="2844284" y="68589"/>
                </a:cubicBezTo>
                <a:cubicBezTo>
                  <a:pt x="2840369" y="63551"/>
                  <a:pt x="2835340" y="61032"/>
                  <a:pt x="2829199" y="61032"/>
                </a:cubicBezTo>
                <a:moveTo>
                  <a:pt x="2808010" y="163818"/>
                </a:moveTo>
                <a:cubicBezTo>
                  <a:pt x="2804402" y="167726"/>
                  <a:pt x="2801677" y="171366"/>
                  <a:pt x="2799834" y="174736"/>
                </a:cubicBezTo>
                <a:cubicBezTo>
                  <a:pt x="2797992" y="178109"/>
                  <a:pt x="2797070" y="181214"/>
                  <a:pt x="2797070" y="184049"/>
                </a:cubicBezTo>
                <a:cubicBezTo>
                  <a:pt x="2797070" y="187727"/>
                  <a:pt x="2799297" y="190946"/>
                  <a:pt x="2803749" y="193704"/>
                </a:cubicBezTo>
                <a:cubicBezTo>
                  <a:pt x="2811426" y="198455"/>
                  <a:pt x="2822520" y="200830"/>
                  <a:pt x="2837029" y="200830"/>
                </a:cubicBezTo>
                <a:cubicBezTo>
                  <a:pt x="2850848" y="200830"/>
                  <a:pt x="2861039" y="198396"/>
                  <a:pt x="2867603" y="193528"/>
                </a:cubicBezTo>
                <a:cubicBezTo>
                  <a:pt x="2874167" y="188663"/>
                  <a:pt x="2877448" y="183472"/>
                  <a:pt x="2877448" y="177957"/>
                </a:cubicBezTo>
                <a:cubicBezTo>
                  <a:pt x="2877448" y="173972"/>
                  <a:pt x="2875491" y="171137"/>
                  <a:pt x="2871576" y="169450"/>
                </a:cubicBezTo>
                <a:cubicBezTo>
                  <a:pt x="2867583" y="167763"/>
                  <a:pt x="2859676" y="166768"/>
                  <a:pt x="2847854" y="166463"/>
                </a:cubicBezTo>
                <a:cubicBezTo>
                  <a:pt x="2830580" y="166003"/>
                  <a:pt x="2817299" y="165121"/>
                  <a:pt x="2808010" y="163818"/>
                </a:cubicBezTo>
                <a:close/>
                <a:moveTo>
                  <a:pt x="2966620" y="55274"/>
                </a:moveTo>
                <a:lnTo>
                  <a:pt x="2966620" y="90972"/>
                </a:lnTo>
                <a:lnTo>
                  <a:pt x="2962820" y="90972"/>
                </a:lnTo>
                <a:cubicBezTo>
                  <a:pt x="2959902" y="79776"/>
                  <a:pt x="2956160" y="72160"/>
                  <a:pt x="2951592" y="68125"/>
                </a:cubicBezTo>
                <a:cubicBezTo>
                  <a:pt x="2947024" y="64087"/>
                  <a:pt x="2941209" y="62068"/>
                  <a:pt x="2934146" y="62068"/>
                </a:cubicBezTo>
                <a:cubicBezTo>
                  <a:pt x="2928772" y="62068"/>
                  <a:pt x="2924435" y="63487"/>
                  <a:pt x="2921134" y="66325"/>
                </a:cubicBezTo>
                <a:cubicBezTo>
                  <a:pt x="2917832" y="69161"/>
                  <a:pt x="2916182" y="72305"/>
                  <a:pt x="2916182" y="75757"/>
                </a:cubicBezTo>
                <a:cubicBezTo>
                  <a:pt x="2916182" y="80052"/>
                  <a:pt x="2917410" y="83732"/>
                  <a:pt x="2919867" y="86798"/>
                </a:cubicBezTo>
                <a:cubicBezTo>
                  <a:pt x="2922247" y="89943"/>
                  <a:pt x="2927083" y="93279"/>
                  <a:pt x="2934376" y="96805"/>
                </a:cubicBezTo>
                <a:lnTo>
                  <a:pt x="2951189" y="104974"/>
                </a:lnTo>
                <a:cubicBezTo>
                  <a:pt x="2966773" y="112565"/>
                  <a:pt x="2974565" y="122572"/>
                  <a:pt x="2974565" y="134997"/>
                </a:cubicBezTo>
                <a:cubicBezTo>
                  <a:pt x="2974565" y="144581"/>
                  <a:pt x="2970938" y="152308"/>
                  <a:pt x="2963683" y="158176"/>
                </a:cubicBezTo>
                <a:cubicBezTo>
                  <a:pt x="2956428" y="164041"/>
                  <a:pt x="2948310" y="166974"/>
                  <a:pt x="2939328" y="166974"/>
                </a:cubicBezTo>
                <a:cubicBezTo>
                  <a:pt x="2932879" y="166974"/>
                  <a:pt x="2925509" y="165823"/>
                  <a:pt x="2917218" y="163520"/>
                </a:cubicBezTo>
                <a:cubicBezTo>
                  <a:pt x="2914685" y="162752"/>
                  <a:pt x="2912612" y="162368"/>
                  <a:pt x="2911000" y="162368"/>
                </a:cubicBezTo>
                <a:cubicBezTo>
                  <a:pt x="2909234" y="162368"/>
                  <a:pt x="2907852" y="163366"/>
                  <a:pt x="2906854" y="165362"/>
                </a:cubicBezTo>
                <a:lnTo>
                  <a:pt x="2903054" y="165362"/>
                </a:lnTo>
                <a:lnTo>
                  <a:pt x="2903054" y="127591"/>
                </a:lnTo>
                <a:lnTo>
                  <a:pt x="2906854" y="127591"/>
                </a:lnTo>
                <a:cubicBezTo>
                  <a:pt x="2909004" y="138377"/>
                  <a:pt x="2913111" y="146505"/>
                  <a:pt x="2919176" y="151975"/>
                </a:cubicBezTo>
                <a:cubicBezTo>
                  <a:pt x="2925241" y="157445"/>
                  <a:pt x="2932035" y="160180"/>
                  <a:pt x="2939558" y="160180"/>
                </a:cubicBezTo>
                <a:cubicBezTo>
                  <a:pt x="2944855" y="160180"/>
                  <a:pt x="2949174" y="158628"/>
                  <a:pt x="2952513" y="155524"/>
                </a:cubicBezTo>
                <a:cubicBezTo>
                  <a:pt x="2955853" y="152417"/>
                  <a:pt x="2957522" y="148678"/>
                  <a:pt x="2957522" y="144307"/>
                </a:cubicBezTo>
                <a:cubicBezTo>
                  <a:pt x="2957522" y="139014"/>
                  <a:pt x="2955661" y="134567"/>
                  <a:pt x="2951937" y="130963"/>
                </a:cubicBezTo>
                <a:cubicBezTo>
                  <a:pt x="2948214" y="127360"/>
                  <a:pt x="2940787" y="122798"/>
                  <a:pt x="2929655" y="117278"/>
                </a:cubicBezTo>
                <a:cubicBezTo>
                  <a:pt x="2918523" y="111755"/>
                  <a:pt x="2911230" y="106770"/>
                  <a:pt x="2907776" y="102322"/>
                </a:cubicBezTo>
                <a:cubicBezTo>
                  <a:pt x="2904321" y="97951"/>
                  <a:pt x="2902594" y="92430"/>
                  <a:pt x="2902594" y="85758"/>
                </a:cubicBezTo>
                <a:cubicBezTo>
                  <a:pt x="2902594" y="77092"/>
                  <a:pt x="2905568" y="69846"/>
                  <a:pt x="2911518" y="64019"/>
                </a:cubicBezTo>
                <a:cubicBezTo>
                  <a:pt x="2917468" y="58189"/>
                  <a:pt x="2925164" y="55274"/>
                  <a:pt x="2934607" y="55274"/>
                </a:cubicBezTo>
                <a:cubicBezTo>
                  <a:pt x="2938752" y="55274"/>
                  <a:pt x="2943781" y="56157"/>
                  <a:pt x="2949692" y="57923"/>
                </a:cubicBezTo>
                <a:cubicBezTo>
                  <a:pt x="2953607" y="59074"/>
                  <a:pt x="2956217" y="59650"/>
                  <a:pt x="2957522" y="59650"/>
                </a:cubicBezTo>
                <a:cubicBezTo>
                  <a:pt x="2958751" y="59650"/>
                  <a:pt x="2959710" y="59381"/>
                  <a:pt x="2960401" y="58844"/>
                </a:cubicBezTo>
                <a:cubicBezTo>
                  <a:pt x="2961092" y="58307"/>
                  <a:pt x="2961898" y="57117"/>
                  <a:pt x="2962820" y="55274"/>
                </a:cubicBezTo>
                <a:lnTo>
                  <a:pt x="2966620" y="55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inOmniNotes">
            <a:extLst xmlns:a="http://schemas.openxmlformats.org/drawingml/2006/main">
              <a:ext uri="{FF2B5EF4-FFF2-40B4-BE49-F238E27FC236}">
                <a16:creationId xmlns:a16="http://schemas.microsoft.com/office/drawing/2014/main" id="{2212C7B1-4B52-49A0-A9BA-04F40D73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662" y="2479446"/>
            <a:ext cx="1310313" cy="167205"/>
          </a:xfrm>
          <a:custGeom xmlns:a="http://schemas.openxmlformats.org/drawingml/2006/main">
            <a:pathLst>
              <a:path w="1310313" h="167205">
                <a:moveTo>
                  <a:pt x="27292" y="0"/>
                </a:moveTo>
                <a:cubicBezTo>
                  <a:pt x="30516" y="0"/>
                  <a:pt x="33260" y="1138"/>
                  <a:pt x="35525" y="3415"/>
                </a:cubicBezTo>
                <a:cubicBezTo>
                  <a:pt x="37790" y="5689"/>
                  <a:pt x="38922" y="8447"/>
                  <a:pt x="38922" y="11688"/>
                </a:cubicBezTo>
                <a:cubicBezTo>
                  <a:pt x="38922" y="14929"/>
                  <a:pt x="37790" y="17707"/>
                  <a:pt x="35525" y="20023"/>
                </a:cubicBezTo>
                <a:cubicBezTo>
                  <a:pt x="33260" y="22335"/>
                  <a:pt x="30516" y="23492"/>
                  <a:pt x="27292" y="23492"/>
                </a:cubicBezTo>
                <a:cubicBezTo>
                  <a:pt x="24067" y="23492"/>
                  <a:pt x="21304" y="22335"/>
                  <a:pt x="19001" y="20023"/>
                </a:cubicBezTo>
                <a:cubicBezTo>
                  <a:pt x="16697" y="17707"/>
                  <a:pt x="15546" y="14929"/>
                  <a:pt x="15546" y="11688"/>
                </a:cubicBezTo>
                <a:cubicBezTo>
                  <a:pt x="15546" y="8447"/>
                  <a:pt x="16678" y="5689"/>
                  <a:pt x="18943" y="3415"/>
                </a:cubicBezTo>
                <a:cubicBezTo>
                  <a:pt x="21208" y="1138"/>
                  <a:pt x="23991" y="0"/>
                  <a:pt x="27292" y="0"/>
                </a:cubicBezTo>
                <a:moveTo>
                  <a:pt x="36849" y="55274"/>
                </a:moveTo>
                <a:lnTo>
                  <a:pt x="36849" y="139841"/>
                </a:lnTo>
                <a:cubicBezTo>
                  <a:pt x="36849" y="146429"/>
                  <a:pt x="37329" y="150814"/>
                  <a:pt x="38289" y="152997"/>
                </a:cubicBezTo>
                <a:cubicBezTo>
                  <a:pt x="39249" y="155180"/>
                  <a:pt x="40669" y="156808"/>
                  <a:pt x="42550" y="157881"/>
                </a:cubicBezTo>
                <a:cubicBezTo>
                  <a:pt x="44430" y="158953"/>
                  <a:pt x="47866" y="159489"/>
                  <a:pt x="52856" y="159489"/>
                </a:cubicBezTo>
                <a:lnTo>
                  <a:pt x="52856" y="163750"/>
                </a:lnTo>
                <a:lnTo>
                  <a:pt x="1612" y="163750"/>
                </a:lnTo>
                <a:lnTo>
                  <a:pt x="1612" y="159489"/>
                </a:lnTo>
                <a:cubicBezTo>
                  <a:pt x="6756" y="159489"/>
                  <a:pt x="10210" y="158991"/>
                  <a:pt x="11976" y="157996"/>
                </a:cubicBezTo>
                <a:cubicBezTo>
                  <a:pt x="13742" y="157000"/>
                  <a:pt x="15143" y="155353"/>
                  <a:pt x="16179" y="153055"/>
                </a:cubicBezTo>
                <a:cubicBezTo>
                  <a:pt x="17216" y="150757"/>
                  <a:pt x="17734" y="146352"/>
                  <a:pt x="17734" y="139841"/>
                </a:cubicBezTo>
                <a:lnTo>
                  <a:pt x="17734" y="99281"/>
                </a:lnTo>
                <a:cubicBezTo>
                  <a:pt x="17734" y="87867"/>
                  <a:pt x="17388" y="80475"/>
                  <a:pt x="16697" y="77107"/>
                </a:cubicBezTo>
                <a:cubicBezTo>
                  <a:pt x="16160" y="74655"/>
                  <a:pt x="15316" y="72950"/>
                  <a:pt x="14164" y="71993"/>
                </a:cubicBezTo>
                <a:cubicBezTo>
                  <a:pt x="13012" y="71036"/>
                  <a:pt x="11439" y="70557"/>
                  <a:pt x="9443" y="70557"/>
                </a:cubicBezTo>
                <a:cubicBezTo>
                  <a:pt x="7293" y="70557"/>
                  <a:pt x="4683" y="71132"/>
                  <a:pt x="1612" y="72281"/>
                </a:cubicBezTo>
                <a:lnTo>
                  <a:pt x="0" y="68143"/>
                </a:lnTo>
                <a:lnTo>
                  <a:pt x="31783" y="55274"/>
                </a:lnTo>
                <a:lnTo>
                  <a:pt x="36849" y="55274"/>
                </a:lnTo>
                <a:close/>
                <a:moveTo>
                  <a:pt x="96670" y="77614"/>
                </a:moveTo>
                <a:cubicBezTo>
                  <a:pt x="109030" y="62721"/>
                  <a:pt x="120814" y="55274"/>
                  <a:pt x="132022" y="55274"/>
                </a:cubicBezTo>
                <a:cubicBezTo>
                  <a:pt x="137780" y="55274"/>
                  <a:pt x="142732" y="56711"/>
                  <a:pt x="146877" y="59585"/>
                </a:cubicBezTo>
                <a:cubicBezTo>
                  <a:pt x="151023" y="62457"/>
                  <a:pt x="154324" y="67187"/>
                  <a:pt x="156781" y="73775"/>
                </a:cubicBezTo>
                <a:cubicBezTo>
                  <a:pt x="158470" y="78369"/>
                  <a:pt x="159314" y="85416"/>
                  <a:pt x="159314" y="94916"/>
                </a:cubicBezTo>
                <a:lnTo>
                  <a:pt x="159314" y="139841"/>
                </a:lnTo>
                <a:cubicBezTo>
                  <a:pt x="159314" y="146505"/>
                  <a:pt x="159851" y="151025"/>
                  <a:pt x="160926" y="153400"/>
                </a:cubicBezTo>
                <a:cubicBezTo>
                  <a:pt x="161771" y="155315"/>
                  <a:pt x="163133" y="156808"/>
                  <a:pt x="165014" y="157881"/>
                </a:cubicBezTo>
                <a:cubicBezTo>
                  <a:pt x="166895" y="158953"/>
                  <a:pt x="170369" y="159489"/>
                  <a:pt x="175436" y="159489"/>
                </a:cubicBezTo>
                <a:lnTo>
                  <a:pt x="175436" y="163750"/>
                </a:lnTo>
                <a:lnTo>
                  <a:pt x="123271" y="163750"/>
                </a:lnTo>
                <a:lnTo>
                  <a:pt x="123271" y="159489"/>
                </a:lnTo>
                <a:lnTo>
                  <a:pt x="125459" y="159489"/>
                </a:lnTo>
                <a:cubicBezTo>
                  <a:pt x="130372" y="159489"/>
                  <a:pt x="133807" y="158744"/>
                  <a:pt x="135765" y="157254"/>
                </a:cubicBezTo>
                <a:cubicBezTo>
                  <a:pt x="137723" y="155765"/>
                  <a:pt x="139085" y="153569"/>
                  <a:pt x="139853" y="150669"/>
                </a:cubicBezTo>
                <a:cubicBezTo>
                  <a:pt x="140160" y="149522"/>
                  <a:pt x="140314" y="145932"/>
                  <a:pt x="140314" y="139898"/>
                </a:cubicBezTo>
                <a:lnTo>
                  <a:pt x="140314" y="96935"/>
                </a:lnTo>
                <a:cubicBezTo>
                  <a:pt x="140314" y="87389"/>
                  <a:pt x="139066" y="80458"/>
                  <a:pt x="136571" y="76142"/>
                </a:cubicBezTo>
                <a:cubicBezTo>
                  <a:pt x="134076" y="71826"/>
                  <a:pt x="129873" y="69669"/>
                  <a:pt x="123962" y="69669"/>
                </a:cubicBezTo>
                <a:cubicBezTo>
                  <a:pt x="114826" y="69669"/>
                  <a:pt x="105729" y="74633"/>
                  <a:pt x="96670" y="84563"/>
                </a:cubicBezTo>
                <a:lnTo>
                  <a:pt x="96670" y="139898"/>
                </a:lnTo>
                <a:cubicBezTo>
                  <a:pt x="96670" y="147002"/>
                  <a:pt x="97092" y="151394"/>
                  <a:pt x="97937" y="153073"/>
                </a:cubicBezTo>
                <a:cubicBezTo>
                  <a:pt x="99011" y="155287"/>
                  <a:pt x="100489" y="156910"/>
                  <a:pt x="102370" y="157942"/>
                </a:cubicBezTo>
                <a:cubicBezTo>
                  <a:pt x="104251" y="158973"/>
                  <a:pt x="108070" y="159489"/>
                  <a:pt x="113828" y="159489"/>
                </a:cubicBezTo>
                <a:lnTo>
                  <a:pt x="113828" y="163750"/>
                </a:lnTo>
                <a:lnTo>
                  <a:pt x="61663" y="163750"/>
                </a:lnTo>
                <a:lnTo>
                  <a:pt x="61663" y="159489"/>
                </a:lnTo>
                <a:lnTo>
                  <a:pt x="63966" y="159489"/>
                </a:lnTo>
                <a:cubicBezTo>
                  <a:pt x="69340" y="159489"/>
                  <a:pt x="72967" y="158130"/>
                  <a:pt x="74848" y="155412"/>
                </a:cubicBezTo>
                <a:cubicBezTo>
                  <a:pt x="76729" y="152691"/>
                  <a:pt x="77669" y="147501"/>
                  <a:pt x="77669" y="139841"/>
                </a:cubicBezTo>
                <a:lnTo>
                  <a:pt x="77669" y="100775"/>
                </a:lnTo>
                <a:cubicBezTo>
                  <a:pt x="77669" y="88136"/>
                  <a:pt x="77382" y="80439"/>
                  <a:pt x="76806" y="77683"/>
                </a:cubicBezTo>
                <a:cubicBezTo>
                  <a:pt x="76230" y="74924"/>
                  <a:pt x="75347" y="73046"/>
                  <a:pt x="74157" y="72051"/>
                </a:cubicBezTo>
                <a:cubicBezTo>
                  <a:pt x="72967" y="71055"/>
                  <a:pt x="71374" y="70557"/>
                  <a:pt x="69378" y="70557"/>
                </a:cubicBezTo>
                <a:cubicBezTo>
                  <a:pt x="67229" y="70557"/>
                  <a:pt x="64657" y="71132"/>
                  <a:pt x="61663" y="72281"/>
                </a:cubicBezTo>
                <a:lnTo>
                  <a:pt x="59936" y="68143"/>
                </a:lnTo>
                <a:lnTo>
                  <a:pt x="91718" y="55274"/>
                </a:lnTo>
                <a:lnTo>
                  <a:pt x="96670" y="55274"/>
                </a:lnTo>
                <a:lnTo>
                  <a:pt x="96670" y="77614"/>
                </a:lnTo>
                <a:close/>
                <a:moveTo>
                  <a:pt x="321053" y="4146"/>
                </a:moveTo>
                <a:cubicBezTo>
                  <a:pt x="341320" y="4146"/>
                  <a:pt x="358881" y="11831"/>
                  <a:pt x="373736" y="27202"/>
                </a:cubicBezTo>
                <a:cubicBezTo>
                  <a:pt x="388591" y="42572"/>
                  <a:pt x="396018" y="61756"/>
                  <a:pt x="396018" y="84754"/>
                </a:cubicBezTo>
                <a:cubicBezTo>
                  <a:pt x="396018" y="108442"/>
                  <a:pt x="388533" y="128106"/>
                  <a:pt x="373563" y="143745"/>
                </a:cubicBezTo>
                <a:cubicBezTo>
                  <a:pt x="358593" y="159385"/>
                  <a:pt x="340475" y="167205"/>
                  <a:pt x="319210" y="167205"/>
                </a:cubicBezTo>
                <a:cubicBezTo>
                  <a:pt x="297715" y="167205"/>
                  <a:pt x="279655" y="159577"/>
                  <a:pt x="265030" y="144321"/>
                </a:cubicBezTo>
                <a:cubicBezTo>
                  <a:pt x="250405" y="129066"/>
                  <a:pt x="243093" y="109325"/>
                  <a:pt x="243093" y="85099"/>
                </a:cubicBezTo>
                <a:cubicBezTo>
                  <a:pt x="243093" y="60339"/>
                  <a:pt x="251538" y="40139"/>
                  <a:pt x="268427" y="24499"/>
                </a:cubicBezTo>
                <a:cubicBezTo>
                  <a:pt x="283090" y="10930"/>
                  <a:pt x="300632" y="4146"/>
                  <a:pt x="321053" y="4146"/>
                </a:cubicBezTo>
                <a:moveTo>
                  <a:pt x="318865" y="12667"/>
                </a:moveTo>
                <a:cubicBezTo>
                  <a:pt x="304893" y="12667"/>
                  <a:pt x="293684" y="17841"/>
                  <a:pt x="285240" y="28188"/>
                </a:cubicBezTo>
                <a:cubicBezTo>
                  <a:pt x="274722" y="41066"/>
                  <a:pt x="269463" y="59922"/>
                  <a:pt x="269463" y="84757"/>
                </a:cubicBezTo>
                <a:cubicBezTo>
                  <a:pt x="269463" y="110204"/>
                  <a:pt x="274914" y="129788"/>
                  <a:pt x="285815" y="143508"/>
                </a:cubicBezTo>
                <a:cubicBezTo>
                  <a:pt x="294183" y="153932"/>
                  <a:pt x="305238" y="159144"/>
                  <a:pt x="318980" y="159144"/>
                </a:cubicBezTo>
                <a:cubicBezTo>
                  <a:pt x="333643" y="159144"/>
                  <a:pt x="345753" y="153434"/>
                  <a:pt x="355311" y="142014"/>
                </a:cubicBezTo>
                <a:cubicBezTo>
                  <a:pt x="364869" y="130593"/>
                  <a:pt x="369648" y="112579"/>
                  <a:pt x="369648" y="87975"/>
                </a:cubicBezTo>
                <a:cubicBezTo>
                  <a:pt x="369648" y="61302"/>
                  <a:pt x="364389" y="41411"/>
                  <a:pt x="353872" y="28303"/>
                </a:cubicBezTo>
                <a:cubicBezTo>
                  <a:pt x="345427" y="17879"/>
                  <a:pt x="333758" y="12667"/>
                  <a:pt x="318865" y="12667"/>
                </a:cubicBezTo>
                <a:close/>
                <a:moveTo>
                  <a:pt x="443028" y="77729"/>
                </a:moveTo>
                <a:cubicBezTo>
                  <a:pt x="450705" y="70052"/>
                  <a:pt x="455234" y="65638"/>
                  <a:pt x="456616" y="64487"/>
                </a:cubicBezTo>
                <a:cubicBezTo>
                  <a:pt x="460071" y="61569"/>
                  <a:pt x="463794" y="59305"/>
                  <a:pt x="467786" y="57692"/>
                </a:cubicBezTo>
                <a:cubicBezTo>
                  <a:pt x="471778" y="56080"/>
                  <a:pt x="475732" y="55274"/>
                  <a:pt x="479647" y="55274"/>
                </a:cubicBezTo>
                <a:cubicBezTo>
                  <a:pt x="486249" y="55274"/>
                  <a:pt x="491930" y="57193"/>
                  <a:pt x="496690" y="61032"/>
                </a:cubicBezTo>
                <a:cubicBezTo>
                  <a:pt x="501450" y="64870"/>
                  <a:pt x="504636" y="70436"/>
                  <a:pt x="506248" y="77729"/>
                </a:cubicBezTo>
                <a:cubicBezTo>
                  <a:pt x="514155" y="68517"/>
                  <a:pt x="520834" y="62471"/>
                  <a:pt x="526285" y="59593"/>
                </a:cubicBezTo>
                <a:cubicBezTo>
                  <a:pt x="531735" y="56714"/>
                  <a:pt x="537339" y="55274"/>
                  <a:pt x="543097" y="55274"/>
                </a:cubicBezTo>
                <a:cubicBezTo>
                  <a:pt x="548701" y="55274"/>
                  <a:pt x="553672" y="56711"/>
                  <a:pt x="558010" y="59585"/>
                </a:cubicBezTo>
                <a:cubicBezTo>
                  <a:pt x="562347" y="62457"/>
                  <a:pt x="565783" y="67148"/>
                  <a:pt x="568316" y="73659"/>
                </a:cubicBezTo>
                <a:cubicBezTo>
                  <a:pt x="570005" y="78102"/>
                  <a:pt x="570849" y="85073"/>
                  <a:pt x="570849" y="94571"/>
                </a:cubicBezTo>
                <a:lnTo>
                  <a:pt x="570849" y="139841"/>
                </a:lnTo>
                <a:cubicBezTo>
                  <a:pt x="570849" y="146429"/>
                  <a:pt x="571348" y="150949"/>
                  <a:pt x="572346" y="153400"/>
                </a:cubicBezTo>
                <a:cubicBezTo>
                  <a:pt x="573114" y="155084"/>
                  <a:pt x="574534" y="156520"/>
                  <a:pt x="576607" y="157708"/>
                </a:cubicBezTo>
                <a:cubicBezTo>
                  <a:pt x="578680" y="158895"/>
                  <a:pt x="582058" y="159489"/>
                  <a:pt x="586741" y="159489"/>
                </a:cubicBezTo>
                <a:lnTo>
                  <a:pt x="586741" y="163750"/>
                </a:lnTo>
                <a:lnTo>
                  <a:pt x="534691" y="163750"/>
                </a:lnTo>
                <a:lnTo>
                  <a:pt x="534691" y="159489"/>
                </a:lnTo>
                <a:lnTo>
                  <a:pt x="536879" y="159489"/>
                </a:lnTo>
                <a:cubicBezTo>
                  <a:pt x="541408" y="159489"/>
                  <a:pt x="544940" y="158611"/>
                  <a:pt x="547473" y="156855"/>
                </a:cubicBezTo>
                <a:cubicBezTo>
                  <a:pt x="549239" y="155631"/>
                  <a:pt x="550505" y="153683"/>
                  <a:pt x="551273" y="151011"/>
                </a:cubicBezTo>
                <a:cubicBezTo>
                  <a:pt x="551580" y="149713"/>
                  <a:pt x="551734" y="146009"/>
                  <a:pt x="551734" y="139898"/>
                </a:cubicBezTo>
                <a:lnTo>
                  <a:pt x="551734" y="94758"/>
                </a:lnTo>
                <a:cubicBezTo>
                  <a:pt x="551734" y="86203"/>
                  <a:pt x="550697" y="80169"/>
                  <a:pt x="548625" y="76657"/>
                </a:cubicBezTo>
                <a:cubicBezTo>
                  <a:pt x="545631" y="71768"/>
                  <a:pt x="540832" y="69323"/>
                  <a:pt x="534230" y="69323"/>
                </a:cubicBezTo>
                <a:cubicBezTo>
                  <a:pt x="530161" y="69323"/>
                  <a:pt x="526073" y="70335"/>
                  <a:pt x="521966" y="72360"/>
                </a:cubicBezTo>
                <a:cubicBezTo>
                  <a:pt x="517859" y="74383"/>
                  <a:pt x="512888" y="78144"/>
                  <a:pt x="507054" y="83645"/>
                </a:cubicBezTo>
                <a:lnTo>
                  <a:pt x="506823" y="84905"/>
                </a:lnTo>
                <a:lnTo>
                  <a:pt x="507054" y="89831"/>
                </a:lnTo>
                <a:lnTo>
                  <a:pt x="507054" y="139898"/>
                </a:lnTo>
                <a:cubicBezTo>
                  <a:pt x="507054" y="147079"/>
                  <a:pt x="507457" y="151547"/>
                  <a:pt x="508263" y="153303"/>
                </a:cubicBezTo>
                <a:cubicBezTo>
                  <a:pt x="509069" y="155059"/>
                  <a:pt x="510585" y="156530"/>
                  <a:pt x="512811" y="157715"/>
                </a:cubicBezTo>
                <a:cubicBezTo>
                  <a:pt x="515038" y="158898"/>
                  <a:pt x="518838" y="159489"/>
                  <a:pt x="524212" y="159489"/>
                </a:cubicBezTo>
                <a:lnTo>
                  <a:pt x="524212" y="163750"/>
                </a:lnTo>
                <a:lnTo>
                  <a:pt x="470895" y="163750"/>
                </a:lnTo>
                <a:lnTo>
                  <a:pt x="470895" y="159489"/>
                </a:lnTo>
                <a:cubicBezTo>
                  <a:pt x="476730" y="159489"/>
                  <a:pt x="480741" y="158802"/>
                  <a:pt x="482929" y="157427"/>
                </a:cubicBezTo>
                <a:cubicBezTo>
                  <a:pt x="485117" y="156052"/>
                  <a:pt x="486633" y="153991"/>
                  <a:pt x="487477" y="151241"/>
                </a:cubicBezTo>
                <a:cubicBezTo>
                  <a:pt x="487861" y="149941"/>
                  <a:pt x="488053" y="146160"/>
                  <a:pt x="488053" y="139898"/>
                </a:cubicBezTo>
                <a:lnTo>
                  <a:pt x="488053" y="94758"/>
                </a:lnTo>
                <a:cubicBezTo>
                  <a:pt x="488053" y="86203"/>
                  <a:pt x="486787" y="80054"/>
                  <a:pt x="484253" y="76312"/>
                </a:cubicBezTo>
                <a:cubicBezTo>
                  <a:pt x="480875" y="71422"/>
                  <a:pt x="476154" y="68978"/>
                  <a:pt x="470089" y="68978"/>
                </a:cubicBezTo>
                <a:cubicBezTo>
                  <a:pt x="465944" y="68978"/>
                  <a:pt x="461836" y="70085"/>
                  <a:pt x="457768" y="72299"/>
                </a:cubicBezTo>
                <a:cubicBezTo>
                  <a:pt x="451396" y="75660"/>
                  <a:pt x="446482" y="79441"/>
                  <a:pt x="443028" y="83642"/>
                </a:cubicBezTo>
                <a:lnTo>
                  <a:pt x="443028" y="139898"/>
                </a:lnTo>
                <a:cubicBezTo>
                  <a:pt x="443028" y="146772"/>
                  <a:pt x="443508" y="151240"/>
                  <a:pt x="444467" y="153303"/>
                </a:cubicBezTo>
                <a:cubicBezTo>
                  <a:pt x="445427" y="155364"/>
                  <a:pt x="446847" y="156910"/>
                  <a:pt x="448728" y="157942"/>
                </a:cubicBezTo>
                <a:cubicBezTo>
                  <a:pt x="450609" y="158973"/>
                  <a:pt x="454428" y="159489"/>
                  <a:pt x="460186" y="159489"/>
                </a:cubicBezTo>
                <a:lnTo>
                  <a:pt x="460186" y="163750"/>
                </a:lnTo>
                <a:lnTo>
                  <a:pt x="408021" y="163750"/>
                </a:lnTo>
                <a:lnTo>
                  <a:pt x="408021" y="159489"/>
                </a:lnTo>
                <a:cubicBezTo>
                  <a:pt x="412857" y="159489"/>
                  <a:pt x="416235" y="158972"/>
                  <a:pt x="418154" y="157938"/>
                </a:cubicBezTo>
                <a:cubicBezTo>
                  <a:pt x="420074" y="156904"/>
                  <a:pt x="421532" y="155257"/>
                  <a:pt x="422530" y="152997"/>
                </a:cubicBezTo>
                <a:cubicBezTo>
                  <a:pt x="423528" y="150737"/>
                  <a:pt x="424027" y="146352"/>
                  <a:pt x="424027" y="139841"/>
                </a:cubicBezTo>
                <a:lnTo>
                  <a:pt x="424027" y="99627"/>
                </a:lnTo>
                <a:cubicBezTo>
                  <a:pt x="424027" y="88058"/>
                  <a:pt x="423682" y="80590"/>
                  <a:pt x="422991" y="77222"/>
                </a:cubicBezTo>
                <a:cubicBezTo>
                  <a:pt x="422453" y="74693"/>
                  <a:pt x="421609" y="72950"/>
                  <a:pt x="420457" y="71993"/>
                </a:cubicBezTo>
                <a:cubicBezTo>
                  <a:pt x="419306" y="71036"/>
                  <a:pt x="417732" y="70557"/>
                  <a:pt x="415736" y="70557"/>
                </a:cubicBezTo>
                <a:cubicBezTo>
                  <a:pt x="413587" y="70557"/>
                  <a:pt x="411015" y="71132"/>
                  <a:pt x="408021" y="72281"/>
                </a:cubicBezTo>
                <a:lnTo>
                  <a:pt x="406293" y="68143"/>
                </a:lnTo>
                <a:lnTo>
                  <a:pt x="438076" y="55274"/>
                </a:lnTo>
                <a:lnTo>
                  <a:pt x="443028" y="55274"/>
                </a:lnTo>
                <a:lnTo>
                  <a:pt x="443028" y="77729"/>
                </a:lnTo>
                <a:close/>
                <a:moveTo>
                  <a:pt x="625414" y="77614"/>
                </a:moveTo>
                <a:cubicBezTo>
                  <a:pt x="637774" y="62721"/>
                  <a:pt x="649558" y="55274"/>
                  <a:pt x="660767" y="55274"/>
                </a:cubicBezTo>
                <a:cubicBezTo>
                  <a:pt x="666525" y="55274"/>
                  <a:pt x="671476" y="56711"/>
                  <a:pt x="675622" y="59585"/>
                </a:cubicBezTo>
                <a:cubicBezTo>
                  <a:pt x="679767" y="62457"/>
                  <a:pt x="683068" y="67187"/>
                  <a:pt x="685525" y="73775"/>
                </a:cubicBezTo>
                <a:cubicBezTo>
                  <a:pt x="687214" y="78369"/>
                  <a:pt x="688058" y="85416"/>
                  <a:pt x="688058" y="94916"/>
                </a:cubicBezTo>
                <a:lnTo>
                  <a:pt x="688058" y="139841"/>
                </a:lnTo>
                <a:cubicBezTo>
                  <a:pt x="688058" y="146505"/>
                  <a:pt x="688596" y="151025"/>
                  <a:pt x="689671" y="153400"/>
                </a:cubicBezTo>
                <a:cubicBezTo>
                  <a:pt x="690515" y="155315"/>
                  <a:pt x="691878" y="156808"/>
                  <a:pt x="693759" y="157881"/>
                </a:cubicBezTo>
                <a:cubicBezTo>
                  <a:pt x="695639" y="158953"/>
                  <a:pt x="699113" y="159489"/>
                  <a:pt x="704180" y="159489"/>
                </a:cubicBezTo>
                <a:lnTo>
                  <a:pt x="704180" y="163750"/>
                </a:lnTo>
                <a:lnTo>
                  <a:pt x="652015" y="163750"/>
                </a:lnTo>
                <a:lnTo>
                  <a:pt x="652015" y="159489"/>
                </a:lnTo>
                <a:lnTo>
                  <a:pt x="654203" y="159489"/>
                </a:lnTo>
                <a:cubicBezTo>
                  <a:pt x="659116" y="159489"/>
                  <a:pt x="662552" y="158744"/>
                  <a:pt x="664509" y="157254"/>
                </a:cubicBezTo>
                <a:cubicBezTo>
                  <a:pt x="666467" y="155765"/>
                  <a:pt x="667830" y="153569"/>
                  <a:pt x="668597" y="150669"/>
                </a:cubicBezTo>
                <a:cubicBezTo>
                  <a:pt x="668904" y="149522"/>
                  <a:pt x="669058" y="145932"/>
                  <a:pt x="669058" y="139898"/>
                </a:cubicBezTo>
                <a:lnTo>
                  <a:pt x="669058" y="96935"/>
                </a:lnTo>
                <a:cubicBezTo>
                  <a:pt x="669058" y="87389"/>
                  <a:pt x="667810" y="80458"/>
                  <a:pt x="665315" y="76142"/>
                </a:cubicBezTo>
                <a:cubicBezTo>
                  <a:pt x="662820" y="71826"/>
                  <a:pt x="658617" y="69669"/>
                  <a:pt x="652706" y="69669"/>
                </a:cubicBezTo>
                <a:cubicBezTo>
                  <a:pt x="643570" y="69669"/>
                  <a:pt x="634473" y="74633"/>
                  <a:pt x="625414" y="84563"/>
                </a:cubicBezTo>
                <a:lnTo>
                  <a:pt x="625414" y="139898"/>
                </a:lnTo>
                <a:cubicBezTo>
                  <a:pt x="625414" y="147002"/>
                  <a:pt x="625837" y="151394"/>
                  <a:pt x="626681" y="153073"/>
                </a:cubicBezTo>
                <a:cubicBezTo>
                  <a:pt x="627756" y="155287"/>
                  <a:pt x="629234" y="156910"/>
                  <a:pt x="631114" y="157942"/>
                </a:cubicBezTo>
                <a:cubicBezTo>
                  <a:pt x="632995" y="158973"/>
                  <a:pt x="636815" y="159489"/>
                  <a:pt x="642572" y="159489"/>
                </a:cubicBezTo>
                <a:lnTo>
                  <a:pt x="642572" y="163750"/>
                </a:lnTo>
                <a:lnTo>
                  <a:pt x="590407" y="163750"/>
                </a:lnTo>
                <a:lnTo>
                  <a:pt x="590407" y="159489"/>
                </a:lnTo>
                <a:lnTo>
                  <a:pt x="592710" y="159489"/>
                </a:lnTo>
                <a:cubicBezTo>
                  <a:pt x="598084" y="159489"/>
                  <a:pt x="601712" y="158130"/>
                  <a:pt x="603593" y="155412"/>
                </a:cubicBezTo>
                <a:cubicBezTo>
                  <a:pt x="605473" y="152691"/>
                  <a:pt x="606414" y="147501"/>
                  <a:pt x="606414" y="139841"/>
                </a:cubicBezTo>
                <a:lnTo>
                  <a:pt x="606414" y="100775"/>
                </a:lnTo>
                <a:cubicBezTo>
                  <a:pt x="606414" y="88136"/>
                  <a:pt x="606126" y="80439"/>
                  <a:pt x="605550" y="77683"/>
                </a:cubicBezTo>
                <a:cubicBezTo>
                  <a:pt x="604974" y="74924"/>
                  <a:pt x="604092" y="73046"/>
                  <a:pt x="602902" y="72051"/>
                </a:cubicBezTo>
                <a:cubicBezTo>
                  <a:pt x="601712" y="71055"/>
                  <a:pt x="600119" y="70557"/>
                  <a:pt x="598123" y="70557"/>
                </a:cubicBezTo>
                <a:cubicBezTo>
                  <a:pt x="595973" y="70557"/>
                  <a:pt x="593401" y="71132"/>
                  <a:pt x="590407" y="72281"/>
                </a:cubicBezTo>
                <a:lnTo>
                  <a:pt x="588680" y="68143"/>
                </a:lnTo>
                <a:lnTo>
                  <a:pt x="620463" y="55274"/>
                </a:lnTo>
                <a:lnTo>
                  <a:pt x="625414" y="55274"/>
                </a:lnTo>
                <a:lnTo>
                  <a:pt x="625414" y="77614"/>
                </a:lnTo>
                <a:close/>
                <a:moveTo>
                  <a:pt x="738998" y="0"/>
                </a:moveTo>
                <a:cubicBezTo>
                  <a:pt x="742222" y="0"/>
                  <a:pt x="744967" y="1138"/>
                  <a:pt x="747231" y="3415"/>
                </a:cubicBezTo>
                <a:cubicBezTo>
                  <a:pt x="749496" y="5689"/>
                  <a:pt x="750628" y="8447"/>
                  <a:pt x="750628" y="11688"/>
                </a:cubicBezTo>
                <a:cubicBezTo>
                  <a:pt x="750628" y="14929"/>
                  <a:pt x="749496" y="17707"/>
                  <a:pt x="747231" y="20023"/>
                </a:cubicBezTo>
                <a:cubicBezTo>
                  <a:pt x="744967" y="22335"/>
                  <a:pt x="742222" y="23492"/>
                  <a:pt x="738998" y="23492"/>
                </a:cubicBezTo>
                <a:cubicBezTo>
                  <a:pt x="735773" y="23492"/>
                  <a:pt x="733010" y="22335"/>
                  <a:pt x="730707" y="20023"/>
                </a:cubicBezTo>
                <a:cubicBezTo>
                  <a:pt x="728404" y="17707"/>
                  <a:pt x="727252" y="14929"/>
                  <a:pt x="727252" y="11688"/>
                </a:cubicBezTo>
                <a:cubicBezTo>
                  <a:pt x="727252" y="8447"/>
                  <a:pt x="728384" y="5689"/>
                  <a:pt x="730649" y="3415"/>
                </a:cubicBezTo>
                <a:cubicBezTo>
                  <a:pt x="732914" y="1138"/>
                  <a:pt x="735697" y="0"/>
                  <a:pt x="738998" y="0"/>
                </a:cubicBezTo>
                <a:moveTo>
                  <a:pt x="748556" y="55274"/>
                </a:moveTo>
                <a:lnTo>
                  <a:pt x="748556" y="139841"/>
                </a:lnTo>
                <a:cubicBezTo>
                  <a:pt x="748556" y="146429"/>
                  <a:pt x="749035" y="150814"/>
                  <a:pt x="749995" y="152997"/>
                </a:cubicBezTo>
                <a:cubicBezTo>
                  <a:pt x="750955" y="155180"/>
                  <a:pt x="752375" y="156808"/>
                  <a:pt x="754256" y="157881"/>
                </a:cubicBezTo>
                <a:cubicBezTo>
                  <a:pt x="756137" y="158953"/>
                  <a:pt x="759572" y="159489"/>
                  <a:pt x="764562" y="159489"/>
                </a:cubicBezTo>
                <a:lnTo>
                  <a:pt x="764562" y="163750"/>
                </a:lnTo>
                <a:lnTo>
                  <a:pt x="713318" y="163750"/>
                </a:lnTo>
                <a:lnTo>
                  <a:pt x="713318" y="159489"/>
                </a:lnTo>
                <a:cubicBezTo>
                  <a:pt x="718462" y="159489"/>
                  <a:pt x="721916" y="158991"/>
                  <a:pt x="723682" y="157996"/>
                </a:cubicBezTo>
                <a:cubicBezTo>
                  <a:pt x="725448" y="157000"/>
                  <a:pt x="726849" y="155353"/>
                  <a:pt x="727885" y="153055"/>
                </a:cubicBezTo>
                <a:cubicBezTo>
                  <a:pt x="728922" y="150757"/>
                  <a:pt x="729440" y="146352"/>
                  <a:pt x="729440" y="139841"/>
                </a:cubicBezTo>
                <a:lnTo>
                  <a:pt x="729440" y="99281"/>
                </a:lnTo>
                <a:cubicBezTo>
                  <a:pt x="729440" y="87867"/>
                  <a:pt x="729094" y="80475"/>
                  <a:pt x="728404" y="77107"/>
                </a:cubicBezTo>
                <a:cubicBezTo>
                  <a:pt x="727866" y="74655"/>
                  <a:pt x="727022" y="72950"/>
                  <a:pt x="725870" y="71993"/>
                </a:cubicBezTo>
                <a:cubicBezTo>
                  <a:pt x="724719" y="71036"/>
                  <a:pt x="723145" y="70557"/>
                  <a:pt x="721149" y="70557"/>
                </a:cubicBezTo>
                <a:cubicBezTo>
                  <a:pt x="718999" y="70557"/>
                  <a:pt x="716389" y="71132"/>
                  <a:pt x="713318" y="72281"/>
                </a:cubicBezTo>
                <a:lnTo>
                  <a:pt x="711706" y="68143"/>
                </a:lnTo>
                <a:lnTo>
                  <a:pt x="743489" y="55274"/>
                </a:lnTo>
                <a:lnTo>
                  <a:pt x="748556" y="55274"/>
                </a:lnTo>
                <a:close/>
                <a:moveTo>
                  <a:pt x="767151" y="7600"/>
                </a:moveTo>
                <a:lnTo>
                  <a:pt x="809528" y="7600"/>
                </a:lnTo>
                <a:lnTo>
                  <a:pt x="904991" y="124712"/>
                </a:lnTo>
                <a:lnTo>
                  <a:pt x="904991" y="34662"/>
                </a:lnTo>
                <a:cubicBezTo>
                  <a:pt x="904991" y="25065"/>
                  <a:pt x="903916" y="19077"/>
                  <a:pt x="901766" y="16697"/>
                </a:cubicBezTo>
                <a:cubicBezTo>
                  <a:pt x="898926" y="13473"/>
                  <a:pt x="894435" y="11861"/>
                  <a:pt x="888293" y="11861"/>
                </a:cubicBezTo>
                <a:lnTo>
                  <a:pt x="882881" y="11861"/>
                </a:lnTo>
                <a:lnTo>
                  <a:pt x="882881" y="7600"/>
                </a:lnTo>
                <a:lnTo>
                  <a:pt x="937234" y="7600"/>
                </a:lnTo>
                <a:lnTo>
                  <a:pt x="937234" y="11861"/>
                </a:lnTo>
                <a:lnTo>
                  <a:pt x="931707" y="11861"/>
                </a:lnTo>
                <a:cubicBezTo>
                  <a:pt x="925104" y="11861"/>
                  <a:pt x="920421" y="13857"/>
                  <a:pt x="917658" y="17849"/>
                </a:cubicBezTo>
                <a:cubicBezTo>
                  <a:pt x="915969" y="20306"/>
                  <a:pt x="915124" y="25910"/>
                  <a:pt x="915124" y="34662"/>
                </a:cubicBezTo>
                <a:lnTo>
                  <a:pt x="915124" y="166283"/>
                </a:lnTo>
                <a:lnTo>
                  <a:pt x="910979" y="166283"/>
                </a:lnTo>
                <a:lnTo>
                  <a:pt x="808031" y="40534"/>
                </a:lnTo>
                <a:lnTo>
                  <a:pt x="808031" y="136689"/>
                </a:lnTo>
                <a:cubicBezTo>
                  <a:pt x="808031" y="146285"/>
                  <a:pt x="809067" y="152273"/>
                  <a:pt x="811140" y="154653"/>
                </a:cubicBezTo>
                <a:cubicBezTo>
                  <a:pt x="814057" y="157877"/>
                  <a:pt x="818548" y="159489"/>
                  <a:pt x="824613" y="159489"/>
                </a:cubicBezTo>
                <a:lnTo>
                  <a:pt x="830140" y="159489"/>
                </a:lnTo>
                <a:lnTo>
                  <a:pt x="830140" y="163750"/>
                </a:lnTo>
                <a:lnTo>
                  <a:pt x="775787" y="163750"/>
                </a:lnTo>
                <a:lnTo>
                  <a:pt x="775787" y="159489"/>
                </a:lnTo>
                <a:lnTo>
                  <a:pt x="781200" y="159489"/>
                </a:lnTo>
                <a:cubicBezTo>
                  <a:pt x="787879" y="159489"/>
                  <a:pt x="792600" y="157493"/>
                  <a:pt x="795364" y="153501"/>
                </a:cubicBezTo>
                <a:cubicBezTo>
                  <a:pt x="797052" y="151044"/>
                  <a:pt x="797897" y="145440"/>
                  <a:pt x="797897" y="136689"/>
                </a:cubicBezTo>
                <a:lnTo>
                  <a:pt x="797897" y="28098"/>
                </a:lnTo>
                <a:cubicBezTo>
                  <a:pt x="793368" y="22801"/>
                  <a:pt x="789932" y="19308"/>
                  <a:pt x="787591" y="17619"/>
                </a:cubicBezTo>
                <a:cubicBezTo>
                  <a:pt x="785249" y="15930"/>
                  <a:pt x="781814" y="14356"/>
                  <a:pt x="777284" y="12897"/>
                </a:cubicBezTo>
                <a:cubicBezTo>
                  <a:pt x="775058" y="12206"/>
                  <a:pt x="771680" y="11861"/>
                  <a:pt x="767151" y="11861"/>
                </a:cubicBezTo>
                <a:lnTo>
                  <a:pt x="767151" y="7600"/>
                </a:lnTo>
                <a:close/>
                <a:moveTo>
                  <a:pt x="998753" y="55274"/>
                </a:moveTo>
                <a:cubicBezTo>
                  <a:pt x="1014721" y="55274"/>
                  <a:pt x="1027542" y="61333"/>
                  <a:pt x="1037215" y="73451"/>
                </a:cubicBezTo>
                <a:cubicBezTo>
                  <a:pt x="1045429" y="83803"/>
                  <a:pt x="1049537" y="95690"/>
                  <a:pt x="1049537" y="109113"/>
                </a:cubicBezTo>
                <a:cubicBezTo>
                  <a:pt x="1049537" y="118546"/>
                  <a:pt x="1047272" y="128094"/>
                  <a:pt x="1042742" y="137757"/>
                </a:cubicBezTo>
                <a:cubicBezTo>
                  <a:pt x="1038213" y="147418"/>
                  <a:pt x="1031975" y="154703"/>
                  <a:pt x="1024030" y="159611"/>
                </a:cubicBezTo>
                <a:cubicBezTo>
                  <a:pt x="1016084" y="164520"/>
                  <a:pt x="1007236" y="166974"/>
                  <a:pt x="997487" y="166974"/>
                </a:cubicBezTo>
                <a:cubicBezTo>
                  <a:pt x="981595" y="166974"/>
                  <a:pt x="968967" y="160647"/>
                  <a:pt x="959601" y="147992"/>
                </a:cubicBezTo>
                <a:cubicBezTo>
                  <a:pt x="951693" y="137333"/>
                  <a:pt x="947740" y="125370"/>
                  <a:pt x="947740" y="112103"/>
                </a:cubicBezTo>
                <a:cubicBezTo>
                  <a:pt x="947740" y="102440"/>
                  <a:pt x="950139" y="92834"/>
                  <a:pt x="954937" y="83286"/>
                </a:cubicBezTo>
                <a:cubicBezTo>
                  <a:pt x="959735" y="73737"/>
                  <a:pt x="966049" y="66682"/>
                  <a:pt x="973880" y="62119"/>
                </a:cubicBezTo>
                <a:cubicBezTo>
                  <a:pt x="981710" y="57556"/>
                  <a:pt x="990002" y="55274"/>
                  <a:pt x="998753" y="55274"/>
                </a:cubicBezTo>
                <a:moveTo>
                  <a:pt x="995184" y="62874"/>
                </a:moveTo>
                <a:cubicBezTo>
                  <a:pt x="991115" y="62874"/>
                  <a:pt x="987027" y="64082"/>
                  <a:pt x="982920" y="66498"/>
                </a:cubicBezTo>
                <a:cubicBezTo>
                  <a:pt x="978812" y="68914"/>
                  <a:pt x="975492" y="73151"/>
                  <a:pt x="972959" y="79208"/>
                </a:cubicBezTo>
                <a:cubicBezTo>
                  <a:pt x="970425" y="85266"/>
                  <a:pt x="969159" y="93049"/>
                  <a:pt x="969159" y="102556"/>
                </a:cubicBezTo>
                <a:cubicBezTo>
                  <a:pt x="969159" y="117891"/>
                  <a:pt x="972210" y="131118"/>
                  <a:pt x="978313" y="142238"/>
                </a:cubicBezTo>
                <a:cubicBezTo>
                  <a:pt x="984417" y="153355"/>
                  <a:pt x="992458" y="158913"/>
                  <a:pt x="1002438" y="158913"/>
                </a:cubicBezTo>
                <a:cubicBezTo>
                  <a:pt x="1009885" y="158913"/>
                  <a:pt x="1016027" y="155846"/>
                  <a:pt x="1020863" y="149712"/>
                </a:cubicBezTo>
                <a:cubicBezTo>
                  <a:pt x="1025700" y="143577"/>
                  <a:pt x="1028118" y="133035"/>
                  <a:pt x="1028118" y="118084"/>
                </a:cubicBezTo>
                <a:cubicBezTo>
                  <a:pt x="1028118" y="99374"/>
                  <a:pt x="1024087" y="84651"/>
                  <a:pt x="1016027" y="73915"/>
                </a:cubicBezTo>
                <a:cubicBezTo>
                  <a:pt x="1010576" y="66555"/>
                  <a:pt x="1003628" y="62874"/>
                  <a:pt x="995184" y="62874"/>
                </a:cubicBezTo>
                <a:close/>
                <a:moveTo>
                  <a:pt x="1095294" y="23492"/>
                </a:moveTo>
                <a:lnTo>
                  <a:pt x="1095294" y="58268"/>
                </a:lnTo>
                <a:lnTo>
                  <a:pt x="1119937" y="58268"/>
                </a:lnTo>
                <a:lnTo>
                  <a:pt x="1119937" y="66329"/>
                </a:lnTo>
                <a:lnTo>
                  <a:pt x="1095294" y="66329"/>
                </a:lnTo>
                <a:lnTo>
                  <a:pt x="1095294" y="134637"/>
                </a:lnTo>
                <a:cubicBezTo>
                  <a:pt x="1095294" y="141463"/>
                  <a:pt x="1096272" y="146064"/>
                  <a:pt x="1098230" y="148441"/>
                </a:cubicBezTo>
                <a:cubicBezTo>
                  <a:pt x="1100188" y="150817"/>
                  <a:pt x="1102702" y="152004"/>
                  <a:pt x="1105773" y="152004"/>
                </a:cubicBezTo>
                <a:cubicBezTo>
                  <a:pt x="1108306" y="152004"/>
                  <a:pt x="1110763" y="151217"/>
                  <a:pt x="1113143" y="149643"/>
                </a:cubicBezTo>
                <a:cubicBezTo>
                  <a:pt x="1115522" y="148070"/>
                  <a:pt x="1117365" y="145747"/>
                  <a:pt x="1118670" y="142677"/>
                </a:cubicBezTo>
                <a:lnTo>
                  <a:pt x="1123161" y="142677"/>
                </a:lnTo>
                <a:cubicBezTo>
                  <a:pt x="1120474" y="150222"/>
                  <a:pt x="1116674" y="155928"/>
                  <a:pt x="1111761" y="159795"/>
                </a:cubicBezTo>
                <a:cubicBezTo>
                  <a:pt x="1106847" y="163660"/>
                  <a:pt x="1101781" y="165592"/>
                  <a:pt x="1096560" y="165592"/>
                </a:cubicBezTo>
                <a:cubicBezTo>
                  <a:pt x="1093029" y="165592"/>
                  <a:pt x="1089574" y="164612"/>
                  <a:pt x="1086196" y="162652"/>
                </a:cubicBezTo>
                <a:cubicBezTo>
                  <a:pt x="1082819" y="160692"/>
                  <a:pt x="1080324" y="157888"/>
                  <a:pt x="1078711" y="154239"/>
                </a:cubicBezTo>
                <a:cubicBezTo>
                  <a:pt x="1077099" y="150587"/>
                  <a:pt x="1076293" y="144957"/>
                  <a:pt x="1076293" y="137347"/>
                </a:cubicBezTo>
                <a:lnTo>
                  <a:pt x="1076293" y="66329"/>
                </a:lnTo>
                <a:lnTo>
                  <a:pt x="1059596" y="66329"/>
                </a:lnTo>
                <a:lnTo>
                  <a:pt x="1059596" y="62529"/>
                </a:lnTo>
                <a:cubicBezTo>
                  <a:pt x="1063818" y="60835"/>
                  <a:pt x="1068136" y="57967"/>
                  <a:pt x="1072551" y="53925"/>
                </a:cubicBezTo>
                <a:cubicBezTo>
                  <a:pt x="1076965" y="49882"/>
                  <a:pt x="1080899" y="45089"/>
                  <a:pt x="1084354" y="39545"/>
                </a:cubicBezTo>
                <a:cubicBezTo>
                  <a:pt x="1086120" y="36620"/>
                  <a:pt x="1088576" y="31269"/>
                  <a:pt x="1091724" y="23492"/>
                </a:cubicBezTo>
                <a:lnTo>
                  <a:pt x="1095294" y="23492"/>
                </a:lnTo>
                <a:close/>
                <a:moveTo>
                  <a:pt x="1147860" y="98112"/>
                </a:moveTo>
                <a:cubicBezTo>
                  <a:pt x="1147783" y="113737"/>
                  <a:pt x="1151583" y="125992"/>
                  <a:pt x="1159260" y="134878"/>
                </a:cubicBezTo>
                <a:cubicBezTo>
                  <a:pt x="1166937" y="143762"/>
                  <a:pt x="1175958" y="148204"/>
                  <a:pt x="1186322" y="148204"/>
                </a:cubicBezTo>
                <a:cubicBezTo>
                  <a:pt x="1193231" y="148204"/>
                  <a:pt x="1199238" y="146304"/>
                  <a:pt x="1204343" y="142504"/>
                </a:cubicBezTo>
                <a:cubicBezTo>
                  <a:pt x="1209448" y="138704"/>
                  <a:pt x="1213728" y="132198"/>
                  <a:pt x="1217183" y="122985"/>
                </a:cubicBezTo>
                <a:lnTo>
                  <a:pt x="1220753" y="125288"/>
                </a:lnTo>
                <a:cubicBezTo>
                  <a:pt x="1219141" y="135806"/>
                  <a:pt x="1214458" y="145383"/>
                  <a:pt x="1206704" y="154019"/>
                </a:cubicBezTo>
                <a:cubicBezTo>
                  <a:pt x="1198950" y="162656"/>
                  <a:pt x="1189239" y="166974"/>
                  <a:pt x="1177570" y="166974"/>
                </a:cubicBezTo>
                <a:cubicBezTo>
                  <a:pt x="1164903" y="166974"/>
                  <a:pt x="1154059" y="162053"/>
                  <a:pt x="1145039" y="152209"/>
                </a:cubicBezTo>
                <a:cubicBezTo>
                  <a:pt x="1136018" y="142363"/>
                  <a:pt x="1131508" y="129128"/>
                  <a:pt x="1131508" y="112502"/>
                </a:cubicBezTo>
                <a:cubicBezTo>
                  <a:pt x="1131508" y="94500"/>
                  <a:pt x="1136133" y="80462"/>
                  <a:pt x="1145384" y="70388"/>
                </a:cubicBezTo>
                <a:cubicBezTo>
                  <a:pt x="1154635" y="60312"/>
                  <a:pt x="1166246" y="55274"/>
                  <a:pt x="1180218" y="55274"/>
                </a:cubicBezTo>
                <a:cubicBezTo>
                  <a:pt x="1192041" y="55274"/>
                  <a:pt x="1201752" y="59161"/>
                  <a:pt x="1209352" y="66934"/>
                </a:cubicBezTo>
                <a:cubicBezTo>
                  <a:pt x="1216953" y="74704"/>
                  <a:pt x="1220753" y="85097"/>
                  <a:pt x="1220753" y="98112"/>
                </a:cubicBezTo>
                <a:lnTo>
                  <a:pt x="1147860" y="98112"/>
                </a:lnTo>
                <a:moveTo>
                  <a:pt x="1147860" y="91433"/>
                </a:moveTo>
                <a:lnTo>
                  <a:pt x="1196685" y="91433"/>
                </a:lnTo>
                <a:cubicBezTo>
                  <a:pt x="1196302" y="84677"/>
                  <a:pt x="1195496" y="79917"/>
                  <a:pt x="1194267" y="77154"/>
                </a:cubicBezTo>
                <a:cubicBezTo>
                  <a:pt x="1192348" y="72854"/>
                  <a:pt x="1189488" y="69477"/>
                  <a:pt x="1185688" y="67020"/>
                </a:cubicBezTo>
                <a:cubicBezTo>
                  <a:pt x="1181888" y="64563"/>
                  <a:pt x="1177915" y="63335"/>
                  <a:pt x="1173770" y="63335"/>
                </a:cubicBezTo>
                <a:cubicBezTo>
                  <a:pt x="1167398" y="63335"/>
                  <a:pt x="1161698" y="65811"/>
                  <a:pt x="1156669" y="70763"/>
                </a:cubicBezTo>
                <a:cubicBezTo>
                  <a:pt x="1151641" y="75714"/>
                  <a:pt x="1148704" y="82604"/>
                  <a:pt x="1147860" y="91433"/>
                </a:cubicBezTo>
                <a:close/>
                <a:moveTo>
                  <a:pt x="1302368" y="55274"/>
                </a:moveTo>
                <a:lnTo>
                  <a:pt x="1302368" y="90972"/>
                </a:lnTo>
                <a:lnTo>
                  <a:pt x="1298568" y="90972"/>
                </a:lnTo>
                <a:cubicBezTo>
                  <a:pt x="1295650" y="79776"/>
                  <a:pt x="1291908" y="72160"/>
                  <a:pt x="1287340" y="68125"/>
                </a:cubicBezTo>
                <a:cubicBezTo>
                  <a:pt x="1282772" y="64087"/>
                  <a:pt x="1276957" y="62068"/>
                  <a:pt x="1269894" y="62068"/>
                </a:cubicBezTo>
                <a:cubicBezTo>
                  <a:pt x="1264520" y="62068"/>
                  <a:pt x="1260183" y="63487"/>
                  <a:pt x="1256882" y="66325"/>
                </a:cubicBezTo>
                <a:cubicBezTo>
                  <a:pt x="1253581" y="69161"/>
                  <a:pt x="1251930" y="72305"/>
                  <a:pt x="1251930" y="75757"/>
                </a:cubicBezTo>
                <a:cubicBezTo>
                  <a:pt x="1251930" y="80052"/>
                  <a:pt x="1253158" y="83732"/>
                  <a:pt x="1255615" y="86798"/>
                </a:cubicBezTo>
                <a:cubicBezTo>
                  <a:pt x="1257995" y="89943"/>
                  <a:pt x="1262831" y="93279"/>
                  <a:pt x="1270124" y="96805"/>
                </a:cubicBezTo>
                <a:lnTo>
                  <a:pt x="1286937" y="104974"/>
                </a:lnTo>
                <a:cubicBezTo>
                  <a:pt x="1302521" y="112565"/>
                  <a:pt x="1310313" y="122572"/>
                  <a:pt x="1310313" y="134997"/>
                </a:cubicBezTo>
                <a:cubicBezTo>
                  <a:pt x="1310313" y="144581"/>
                  <a:pt x="1306686" y="152308"/>
                  <a:pt x="1299431" y="158176"/>
                </a:cubicBezTo>
                <a:cubicBezTo>
                  <a:pt x="1292177" y="164041"/>
                  <a:pt x="1284058" y="166974"/>
                  <a:pt x="1275076" y="166974"/>
                </a:cubicBezTo>
                <a:cubicBezTo>
                  <a:pt x="1268627" y="166974"/>
                  <a:pt x="1261258" y="165823"/>
                  <a:pt x="1252966" y="163520"/>
                </a:cubicBezTo>
                <a:cubicBezTo>
                  <a:pt x="1250433" y="162752"/>
                  <a:pt x="1248360" y="162368"/>
                  <a:pt x="1246748" y="162368"/>
                </a:cubicBezTo>
                <a:cubicBezTo>
                  <a:pt x="1244982" y="162368"/>
                  <a:pt x="1243601" y="163366"/>
                  <a:pt x="1242603" y="165362"/>
                </a:cubicBezTo>
                <a:lnTo>
                  <a:pt x="1238802" y="165362"/>
                </a:lnTo>
                <a:lnTo>
                  <a:pt x="1238802" y="127591"/>
                </a:lnTo>
                <a:lnTo>
                  <a:pt x="1242603" y="127591"/>
                </a:lnTo>
                <a:cubicBezTo>
                  <a:pt x="1244752" y="138377"/>
                  <a:pt x="1248859" y="146505"/>
                  <a:pt x="1254924" y="151975"/>
                </a:cubicBezTo>
                <a:cubicBezTo>
                  <a:pt x="1260989" y="157445"/>
                  <a:pt x="1267783" y="160180"/>
                  <a:pt x="1275306" y="160180"/>
                </a:cubicBezTo>
                <a:cubicBezTo>
                  <a:pt x="1280604" y="160180"/>
                  <a:pt x="1284922" y="158628"/>
                  <a:pt x="1288261" y="155524"/>
                </a:cubicBezTo>
                <a:cubicBezTo>
                  <a:pt x="1291601" y="152417"/>
                  <a:pt x="1293271" y="148678"/>
                  <a:pt x="1293271" y="144307"/>
                </a:cubicBezTo>
                <a:cubicBezTo>
                  <a:pt x="1293271" y="139014"/>
                  <a:pt x="1291409" y="134567"/>
                  <a:pt x="1287686" y="130963"/>
                </a:cubicBezTo>
                <a:cubicBezTo>
                  <a:pt x="1283962" y="127360"/>
                  <a:pt x="1276535" y="122798"/>
                  <a:pt x="1265403" y="117278"/>
                </a:cubicBezTo>
                <a:cubicBezTo>
                  <a:pt x="1254272" y="111755"/>
                  <a:pt x="1246978" y="106770"/>
                  <a:pt x="1243524" y="102322"/>
                </a:cubicBezTo>
                <a:cubicBezTo>
                  <a:pt x="1240069" y="97951"/>
                  <a:pt x="1238342" y="92430"/>
                  <a:pt x="1238342" y="85758"/>
                </a:cubicBezTo>
                <a:cubicBezTo>
                  <a:pt x="1238342" y="77092"/>
                  <a:pt x="1241317" y="69846"/>
                  <a:pt x="1247266" y="64019"/>
                </a:cubicBezTo>
                <a:cubicBezTo>
                  <a:pt x="1253216" y="58189"/>
                  <a:pt x="1260912" y="55274"/>
                  <a:pt x="1270355" y="55274"/>
                </a:cubicBezTo>
                <a:cubicBezTo>
                  <a:pt x="1274500" y="55274"/>
                  <a:pt x="1279529" y="56157"/>
                  <a:pt x="1285440" y="57923"/>
                </a:cubicBezTo>
                <a:cubicBezTo>
                  <a:pt x="1289355" y="59074"/>
                  <a:pt x="1291965" y="59650"/>
                  <a:pt x="1293271" y="59650"/>
                </a:cubicBezTo>
                <a:cubicBezTo>
                  <a:pt x="1294499" y="59650"/>
                  <a:pt x="1295458" y="59381"/>
                  <a:pt x="1296149" y="58844"/>
                </a:cubicBezTo>
                <a:cubicBezTo>
                  <a:pt x="1296840" y="58307"/>
                  <a:pt x="1297646" y="57117"/>
                  <a:pt x="1298568" y="55274"/>
                </a:cubicBezTo>
                <a:lnTo>
                  <a:pt x="1302368" y="55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(b)Thebug-triggeringeventtraceofanewbugf">
            <a:extLst xmlns:a="http://schemas.openxmlformats.org/drawingml/2006/main">
              <a:ext uri="{FF2B5EF4-FFF2-40B4-BE49-F238E27FC236}">
                <a16:creationId xmlns:a16="http://schemas.microsoft.com/office/drawing/2014/main" id="{DF1D335A-22CF-4903-B54F-5BA6C18C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700" y="4574279"/>
            <a:ext cx="4619872" cy="214648"/>
          </a:xfrm>
          <a:custGeom xmlns:a="http://schemas.openxmlformats.org/drawingml/2006/main">
            <a:pathLst>
              <a:path w="4619872" h="214648">
                <a:moveTo>
                  <a:pt x="63565" y="209927"/>
                </a:moveTo>
                <a:lnTo>
                  <a:pt x="63565" y="214188"/>
                </a:lnTo>
                <a:cubicBezTo>
                  <a:pt x="51973" y="208353"/>
                  <a:pt x="42300" y="201521"/>
                  <a:pt x="34546" y="193690"/>
                </a:cubicBezTo>
                <a:cubicBezTo>
                  <a:pt x="23492" y="182558"/>
                  <a:pt x="14970" y="169431"/>
                  <a:pt x="8982" y="154307"/>
                </a:cubicBezTo>
                <a:cubicBezTo>
                  <a:pt x="2994" y="139184"/>
                  <a:pt x="0" y="123484"/>
                  <a:pt x="0" y="107209"/>
                </a:cubicBezTo>
                <a:cubicBezTo>
                  <a:pt x="0" y="83410"/>
                  <a:pt x="5873" y="61704"/>
                  <a:pt x="17619" y="42089"/>
                </a:cubicBezTo>
                <a:cubicBezTo>
                  <a:pt x="29364" y="22474"/>
                  <a:pt x="44680" y="8445"/>
                  <a:pt x="63565" y="0"/>
                </a:cubicBezTo>
                <a:lnTo>
                  <a:pt x="63565" y="4837"/>
                </a:lnTo>
                <a:cubicBezTo>
                  <a:pt x="54123" y="10057"/>
                  <a:pt x="46369" y="17196"/>
                  <a:pt x="40304" y="26255"/>
                </a:cubicBezTo>
                <a:cubicBezTo>
                  <a:pt x="34239" y="35314"/>
                  <a:pt x="29710" y="46791"/>
                  <a:pt x="26716" y="60686"/>
                </a:cubicBezTo>
                <a:cubicBezTo>
                  <a:pt x="23722" y="74582"/>
                  <a:pt x="22225" y="89091"/>
                  <a:pt x="22225" y="104215"/>
                </a:cubicBezTo>
                <a:cubicBezTo>
                  <a:pt x="22225" y="120644"/>
                  <a:pt x="23492" y="135575"/>
                  <a:pt x="26025" y="149010"/>
                </a:cubicBezTo>
                <a:cubicBezTo>
                  <a:pt x="28021" y="159604"/>
                  <a:pt x="30439" y="168107"/>
                  <a:pt x="33280" y="174517"/>
                </a:cubicBezTo>
                <a:cubicBezTo>
                  <a:pt x="36120" y="180927"/>
                  <a:pt x="39939" y="187088"/>
                  <a:pt x="44738" y="192999"/>
                </a:cubicBezTo>
                <a:cubicBezTo>
                  <a:pt x="49536" y="198910"/>
                  <a:pt x="55812" y="204553"/>
                  <a:pt x="63565" y="209927"/>
                </a:cubicBezTo>
                <a:close/>
                <a:moveTo>
                  <a:pt x="104653" y="76578"/>
                </a:moveTo>
                <a:cubicBezTo>
                  <a:pt x="114864" y="62375"/>
                  <a:pt x="125880" y="55274"/>
                  <a:pt x="137703" y="55274"/>
                </a:cubicBezTo>
                <a:cubicBezTo>
                  <a:pt x="148527" y="55274"/>
                  <a:pt x="157970" y="59895"/>
                  <a:pt x="166031" y="69136"/>
                </a:cubicBezTo>
                <a:cubicBezTo>
                  <a:pt x="174092" y="78377"/>
                  <a:pt x="178122" y="91012"/>
                  <a:pt x="178122" y="107040"/>
                </a:cubicBezTo>
                <a:cubicBezTo>
                  <a:pt x="178122" y="125752"/>
                  <a:pt x="171904" y="140822"/>
                  <a:pt x="159467" y="152249"/>
                </a:cubicBezTo>
                <a:cubicBezTo>
                  <a:pt x="148796" y="162066"/>
                  <a:pt x="136897" y="166974"/>
                  <a:pt x="123769" y="166974"/>
                </a:cubicBezTo>
                <a:cubicBezTo>
                  <a:pt x="117627" y="166974"/>
                  <a:pt x="111390" y="165861"/>
                  <a:pt x="105056" y="163635"/>
                </a:cubicBezTo>
                <a:cubicBezTo>
                  <a:pt x="98723" y="161408"/>
                  <a:pt x="92255" y="158069"/>
                  <a:pt x="85653" y="153616"/>
                </a:cubicBezTo>
                <a:lnTo>
                  <a:pt x="85653" y="44335"/>
                </a:lnTo>
                <a:cubicBezTo>
                  <a:pt x="85653" y="32358"/>
                  <a:pt x="85365" y="24989"/>
                  <a:pt x="84789" y="22225"/>
                </a:cubicBezTo>
                <a:cubicBezTo>
                  <a:pt x="84213" y="19461"/>
                  <a:pt x="83311" y="17580"/>
                  <a:pt x="82083" y="16582"/>
                </a:cubicBezTo>
                <a:cubicBezTo>
                  <a:pt x="80855" y="15584"/>
                  <a:pt x="79319" y="15085"/>
                  <a:pt x="77477" y="15085"/>
                </a:cubicBezTo>
                <a:cubicBezTo>
                  <a:pt x="75327" y="15085"/>
                  <a:pt x="72640" y="15699"/>
                  <a:pt x="69416" y="16928"/>
                </a:cubicBezTo>
                <a:lnTo>
                  <a:pt x="67804" y="12897"/>
                </a:lnTo>
                <a:lnTo>
                  <a:pt x="99471" y="0"/>
                </a:lnTo>
                <a:lnTo>
                  <a:pt x="104653" y="0"/>
                </a:lnTo>
                <a:lnTo>
                  <a:pt x="104653" y="76578"/>
                </a:lnTo>
                <a:moveTo>
                  <a:pt x="104653" y="83915"/>
                </a:moveTo>
                <a:lnTo>
                  <a:pt x="104653" y="146855"/>
                </a:lnTo>
                <a:cubicBezTo>
                  <a:pt x="108569" y="150681"/>
                  <a:pt x="112618" y="153571"/>
                  <a:pt x="116802" y="155524"/>
                </a:cubicBezTo>
                <a:cubicBezTo>
                  <a:pt x="120986" y="157476"/>
                  <a:pt x="125266" y="158453"/>
                  <a:pt x="129642" y="158453"/>
                </a:cubicBezTo>
                <a:cubicBezTo>
                  <a:pt x="136628" y="158453"/>
                  <a:pt x="143134" y="154625"/>
                  <a:pt x="149161" y="146970"/>
                </a:cubicBezTo>
                <a:cubicBezTo>
                  <a:pt x="155187" y="139312"/>
                  <a:pt x="158200" y="128171"/>
                  <a:pt x="158200" y="113546"/>
                </a:cubicBezTo>
                <a:cubicBezTo>
                  <a:pt x="158200" y="100071"/>
                  <a:pt x="155187" y="89715"/>
                  <a:pt x="149161" y="82479"/>
                </a:cubicBezTo>
                <a:cubicBezTo>
                  <a:pt x="143134" y="75244"/>
                  <a:pt x="136282" y="71626"/>
                  <a:pt x="128605" y="71626"/>
                </a:cubicBezTo>
                <a:cubicBezTo>
                  <a:pt x="124537" y="71626"/>
                  <a:pt x="120468" y="72660"/>
                  <a:pt x="116399" y="74728"/>
                </a:cubicBezTo>
                <a:cubicBezTo>
                  <a:pt x="113328" y="76259"/>
                  <a:pt x="109413" y="79321"/>
                  <a:pt x="104653" y="83915"/>
                </a:cubicBezTo>
                <a:close/>
                <a:moveTo>
                  <a:pt x="191175" y="4837"/>
                </a:moveTo>
                <a:lnTo>
                  <a:pt x="191175" y="0"/>
                </a:lnTo>
                <a:cubicBezTo>
                  <a:pt x="202844" y="5758"/>
                  <a:pt x="212556" y="12552"/>
                  <a:pt x="220309" y="20382"/>
                </a:cubicBezTo>
                <a:cubicBezTo>
                  <a:pt x="231287" y="31591"/>
                  <a:pt x="239770" y="44738"/>
                  <a:pt x="245758" y="59823"/>
                </a:cubicBezTo>
                <a:cubicBezTo>
                  <a:pt x="251746" y="74908"/>
                  <a:pt x="254740" y="90627"/>
                  <a:pt x="254740" y="106979"/>
                </a:cubicBezTo>
                <a:cubicBezTo>
                  <a:pt x="254740" y="130777"/>
                  <a:pt x="248887" y="152484"/>
                  <a:pt x="237179" y="172099"/>
                </a:cubicBezTo>
                <a:cubicBezTo>
                  <a:pt x="225472" y="191713"/>
                  <a:pt x="210137" y="205743"/>
                  <a:pt x="191175" y="214188"/>
                </a:cubicBezTo>
                <a:lnTo>
                  <a:pt x="191175" y="209927"/>
                </a:lnTo>
                <a:cubicBezTo>
                  <a:pt x="200618" y="204630"/>
                  <a:pt x="208391" y="197471"/>
                  <a:pt x="214494" y="188451"/>
                </a:cubicBezTo>
                <a:cubicBezTo>
                  <a:pt x="220597" y="179430"/>
                  <a:pt x="225127" y="167953"/>
                  <a:pt x="228082" y="154019"/>
                </a:cubicBezTo>
                <a:cubicBezTo>
                  <a:pt x="231038" y="140086"/>
                  <a:pt x="232516" y="125557"/>
                  <a:pt x="232516" y="110433"/>
                </a:cubicBezTo>
                <a:cubicBezTo>
                  <a:pt x="232516" y="94081"/>
                  <a:pt x="231249" y="79150"/>
                  <a:pt x="228716" y="65638"/>
                </a:cubicBezTo>
                <a:cubicBezTo>
                  <a:pt x="226796" y="55044"/>
                  <a:pt x="224397" y="46561"/>
                  <a:pt x="221518" y="40189"/>
                </a:cubicBezTo>
                <a:cubicBezTo>
                  <a:pt x="218640" y="33817"/>
                  <a:pt x="214820" y="27675"/>
                  <a:pt x="210060" y="21764"/>
                </a:cubicBezTo>
                <a:cubicBezTo>
                  <a:pt x="205301" y="15853"/>
                  <a:pt x="199006" y="10210"/>
                  <a:pt x="191175" y="4837"/>
                </a:cubicBezTo>
                <a:close/>
                <a:moveTo>
                  <a:pt x="454103" y="7600"/>
                </a:moveTo>
                <a:lnTo>
                  <a:pt x="455830" y="44219"/>
                </a:lnTo>
                <a:lnTo>
                  <a:pt x="451454" y="44219"/>
                </a:lnTo>
                <a:cubicBezTo>
                  <a:pt x="450610" y="37771"/>
                  <a:pt x="449458" y="33165"/>
                  <a:pt x="448000" y="30401"/>
                </a:cubicBezTo>
                <a:cubicBezTo>
                  <a:pt x="445620" y="25948"/>
                  <a:pt x="442453" y="22666"/>
                  <a:pt x="438500" y="20555"/>
                </a:cubicBezTo>
                <a:cubicBezTo>
                  <a:pt x="434546" y="18444"/>
                  <a:pt x="429345" y="17388"/>
                  <a:pt x="422896" y="17388"/>
                </a:cubicBezTo>
                <a:lnTo>
                  <a:pt x="400902" y="17388"/>
                </a:lnTo>
                <a:lnTo>
                  <a:pt x="400902" y="136689"/>
                </a:lnTo>
                <a:cubicBezTo>
                  <a:pt x="400902" y="146285"/>
                  <a:pt x="401938" y="152273"/>
                  <a:pt x="404011" y="154653"/>
                </a:cubicBezTo>
                <a:cubicBezTo>
                  <a:pt x="406928" y="157877"/>
                  <a:pt x="411419" y="159489"/>
                  <a:pt x="417484" y="159489"/>
                </a:cubicBezTo>
                <a:lnTo>
                  <a:pt x="422896" y="159489"/>
                </a:lnTo>
                <a:lnTo>
                  <a:pt x="422896" y="163750"/>
                </a:lnTo>
                <a:lnTo>
                  <a:pt x="356682" y="163750"/>
                </a:lnTo>
                <a:lnTo>
                  <a:pt x="356682" y="159489"/>
                </a:lnTo>
                <a:lnTo>
                  <a:pt x="362210" y="159489"/>
                </a:lnTo>
                <a:cubicBezTo>
                  <a:pt x="368812" y="159489"/>
                  <a:pt x="373495" y="157493"/>
                  <a:pt x="376258" y="153501"/>
                </a:cubicBezTo>
                <a:cubicBezTo>
                  <a:pt x="377947" y="151044"/>
                  <a:pt x="378792" y="145440"/>
                  <a:pt x="378792" y="136689"/>
                </a:cubicBezTo>
                <a:lnTo>
                  <a:pt x="378792" y="17388"/>
                </a:lnTo>
                <a:lnTo>
                  <a:pt x="360022" y="17388"/>
                </a:lnTo>
                <a:cubicBezTo>
                  <a:pt x="352729" y="17388"/>
                  <a:pt x="347547" y="17926"/>
                  <a:pt x="344476" y="19001"/>
                </a:cubicBezTo>
                <a:cubicBezTo>
                  <a:pt x="340484" y="20459"/>
                  <a:pt x="337068" y="23261"/>
                  <a:pt x="334227" y="27407"/>
                </a:cubicBezTo>
                <a:cubicBezTo>
                  <a:pt x="331387" y="31552"/>
                  <a:pt x="329698" y="37157"/>
                  <a:pt x="329160" y="44219"/>
                </a:cubicBezTo>
                <a:lnTo>
                  <a:pt x="324784" y="44219"/>
                </a:lnTo>
                <a:lnTo>
                  <a:pt x="326627" y="7600"/>
                </a:lnTo>
                <a:lnTo>
                  <a:pt x="454103" y="7600"/>
                </a:lnTo>
                <a:close/>
                <a:moveTo>
                  <a:pt x="499507" y="0"/>
                </a:moveTo>
                <a:lnTo>
                  <a:pt x="499507" y="77269"/>
                </a:lnTo>
                <a:cubicBezTo>
                  <a:pt x="508029" y="67903"/>
                  <a:pt x="514785" y="61896"/>
                  <a:pt x="519775" y="59247"/>
                </a:cubicBezTo>
                <a:cubicBezTo>
                  <a:pt x="524765" y="56598"/>
                  <a:pt x="529755" y="55274"/>
                  <a:pt x="534745" y="55274"/>
                </a:cubicBezTo>
                <a:cubicBezTo>
                  <a:pt x="540733" y="55274"/>
                  <a:pt x="545876" y="56921"/>
                  <a:pt x="550176" y="60215"/>
                </a:cubicBezTo>
                <a:cubicBezTo>
                  <a:pt x="554475" y="63509"/>
                  <a:pt x="557661" y="68679"/>
                  <a:pt x="559733" y="75725"/>
                </a:cubicBezTo>
                <a:cubicBezTo>
                  <a:pt x="561192" y="80629"/>
                  <a:pt x="561921" y="89591"/>
                  <a:pt x="561921" y="102614"/>
                </a:cubicBezTo>
                <a:lnTo>
                  <a:pt x="561921" y="139841"/>
                </a:lnTo>
                <a:cubicBezTo>
                  <a:pt x="561921" y="146505"/>
                  <a:pt x="562459" y="151064"/>
                  <a:pt x="563533" y="153515"/>
                </a:cubicBezTo>
                <a:cubicBezTo>
                  <a:pt x="564301" y="155353"/>
                  <a:pt x="565606" y="156808"/>
                  <a:pt x="567449" y="157881"/>
                </a:cubicBezTo>
                <a:cubicBezTo>
                  <a:pt x="569291" y="158953"/>
                  <a:pt x="572669" y="159489"/>
                  <a:pt x="577582" y="159489"/>
                </a:cubicBezTo>
                <a:lnTo>
                  <a:pt x="577582" y="163750"/>
                </a:lnTo>
                <a:lnTo>
                  <a:pt x="525763" y="163750"/>
                </a:lnTo>
                <a:lnTo>
                  <a:pt x="525763" y="159489"/>
                </a:lnTo>
                <a:lnTo>
                  <a:pt x="528181" y="159489"/>
                </a:lnTo>
                <a:cubicBezTo>
                  <a:pt x="533094" y="159489"/>
                  <a:pt x="536511" y="158741"/>
                  <a:pt x="538430" y="157244"/>
                </a:cubicBezTo>
                <a:cubicBezTo>
                  <a:pt x="540349" y="155747"/>
                  <a:pt x="541692" y="153539"/>
                  <a:pt x="542460" y="150622"/>
                </a:cubicBezTo>
                <a:cubicBezTo>
                  <a:pt x="542690" y="149394"/>
                  <a:pt x="542806" y="145786"/>
                  <a:pt x="542806" y="139798"/>
                </a:cubicBezTo>
                <a:lnTo>
                  <a:pt x="542806" y="102488"/>
                </a:lnTo>
                <a:cubicBezTo>
                  <a:pt x="542806" y="90972"/>
                  <a:pt x="542211" y="83410"/>
                  <a:pt x="541021" y="79802"/>
                </a:cubicBezTo>
                <a:cubicBezTo>
                  <a:pt x="539831" y="76194"/>
                  <a:pt x="537931" y="73488"/>
                  <a:pt x="535321" y="71684"/>
                </a:cubicBezTo>
                <a:cubicBezTo>
                  <a:pt x="532710" y="69880"/>
                  <a:pt x="529563" y="68978"/>
                  <a:pt x="525878" y="68978"/>
                </a:cubicBezTo>
                <a:cubicBezTo>
                  <a:pt x="522116" y="68978"/>
                  <a:pt x="518201" y="69976"/>
                  <a:pt x="514132" y="71972"/>
                </a:cubicBezTo>
                <a:cubicBezTo>
                  <a:pt x="510063" y="73968"/>
                  <a:pt x="505188" y="77998"/>
                  <a:pt x="499507" y="84063"/>
                </a:cubicBezTo>
                <a:lnTo>
                  <a:pt x="499507" y="139798"/>
                </a:lnTo>
                <a:cubicBezTo>
                  <a:pt x="499507" y="147014"/>
                  <a:pt x="499911" y="151505"/>
                  <a:pt x="500717" y="153271"/>
                </a:cubicBezTo>
                <a:cubicBezTo>
                  <a:pt x="501523" y="155036"/>
                  <a:pt x="503020" y="156514"/>
                  <a:pt x="505208" y="157704"/>
                </a:cubicBezTo>
                <a:cubicBezTo>
                  <a:pt x="507396" y="158894"/>
                  <a:pt x="511176" y="159489"/>
                  <a:pt x="516550" y="159489"/>
                </a:cubicBezTo>
                <a:lnTo>
                  <a:pt x="516550" y="163750"/>
                </a:lnTo>
                <a:lnTo>
                  <a:pt x="464270" y="163750"/>
                </a:lnTo>
                <a:lnTo>
                  <a:pt x="464270" y="159489"/>
                </a:lnTo>
                <a:cubicBezTo>
                  <a:pt x="468953" y="159489"/>
                  <a:pt x="472638" y="158760"/>
                  <a:pt x="475325" y="157301"/>
                </a:cubicBezTo>
                <a:cubicBezTo>
                  <a:pt x="476860" y="156536"/>
                  <a:pt x="478089" y="155080"/>
                  <a:pt x="479010" y="152933"/>
                </a:cubicBezTo>
                <a:cubicBezTo>
                  <a:pt x="479931" y="150783"/>
                  <a:pt x="480392" y="146409"/>
                  <a:pt x="480392" y="139812"/>
                </a:cubicBezTo>
                <a:lnTo>
                  <a:pt x="480392" y="44417"/>
                </a:lnTo>
                <a:cubicBezTo>
                  <a:pt x="480392" y="32374"/>
                  <a:pt x="480104" y="24972"/>
                  <a:pt x="479528" y="22210"/>
                </a:cubicBezTo>
                <a:cubicBezTo>
                  <a:pt x="478952" y="19447"/>
                  <a:pt x="478070" y="17567"/>
                  <a:pt x="476880" y="16571"/>
                </a:cubicBezTo>
                <a:cubicBezTo>
                  <a:pt x="475690" y="15573"/>
                  <a:pt x="474097" y="15074"/>
                  <a:pt x="472101" y="15074"/>
                </a:cubicBezTo>
                <a:cubicBezTo>
                  <a:pt x="470489" y="15074"/>
                  <a:pt x="467878" y="15689"/>
                  <a:pt x="464270" y="16917"/>
                </a:cubicBezTo>
                <a:lnTo>
                  <a:pt x="462658" y="12887"/>
                </a:lnTo>
                <a:lnTo>
                  <a:pt x="494210" y="0"/>
                </a:lnTo>
                <a:lnTo>
                  <a:pt x="499507" y="0"/>
                </a:lnTo>
                <a:close/>
                <a:moveTo>
                  <a:pt x="603763" y="98112"/>
                </a:moveTo>
                <a:cubicBezTo>
                  <a:pt x="603687" y="113737"/>
                  <a:pt x="607487" y="125992"/>
                  <a:pt x="615164" y="134878"/>
                </a:cubicBezTo>
                <a:cubicBezTo>
                  <a:pt x="622841" y="143762"/>
                  <a:pt x="631861" y="148204"/>
                  <a:pt x="642225" y="148204"/>
                </a:cubicBezTo>
                <a:cubicBezTo>
                  <a:pt x="649134" y="148204"/>
                  <a:pt x="655142" y="146304"/>
                  <a:pt x="660247" y="142504"/>
                </a:cubicBezTo>
                <a:cubicBezTo>
                  <a:pt x="665352" y="138704"/>
                  <a:pt x="669632" y="132198"/>
                  <a:pt x="673086" y="122985"/>
                </a:cubicBezTo>
                <a:lnTo>
                  <a:pt x="676656" y="125288"/>
                </a:lnTo>
                <a:cubicBezTo>
                  <a:pt x="675044" y="135806"/>
                  <a:pt x="670361" y="145383"/>
                  <a:pt x="662607" y="154019"/>
                </a:cubicBezTo>
                <a:cubicBezTo>
                  <a:pt x="654854" y="162656"/>
                  <a:pt x="645142" y="166974"/>
                  <a:pt x="633473" y="166974"/>
                </a:cubicBezTo>
                <a:cubicBezTo>
                  <a:pt x="620806" y="166974"/>
                  <a:pt x="609963" y="162053"/>
                  <a:pt x="600942" y="152209"/>
                </a:cubicBezTo>
                <a:cubicBezTo>
                  <a:pt x="591922" y="142363"/>
                  <a:pt x="587411" y="129128"/>
                  <a:pt x="587411" y="112502"/>
                </a:cubicBezTo>
                <a:cubicBezTo>
                  <a:pt x="587411" y="94500"/>
                  <a:pt x="592037" y="80462"/>
                  <a:pt x="601288" y="70388"/>
                </a:cubicBezTo>
                <a:cubicBezTo>
                  <a:pt x="610538" y="60312"/>
                  <a:pt x="622150" y="55274"/>
                  <a:pt x="636122" y="55274"/>
                </a:cubicBezTo>
                <a:cubicBezTo>
                  <a:pt x="647944" y="55274"/>
                  <a:pt x="657656" y="59161"/>
                  <a:pt x="665256" y="66934"/>
                </a:cubicBezTo>
                <a:cubicBezTo>
                  <a:pt x="672856" y="74704"/>
                  <a:pt x="676656" y="85097"/>
                  <a:pt x="676656" y="98112"/>
                </a:cubicBezTo>
                <a:lnTo>
                  <a:pt x="603763" y="98112"/>
                </a:lnTo>
                <a:moveTo>
                  <a:pt x="603763" y="91433"/>
                </a:moveTo>
                <a:lnTo>
                  <a:pt x="652589" y="91433"/>
                </a:lnTo>
                <a:cubicBezTo>
                  <a:pt x="652205" y="84677"/>
                  <a:pt x="651399" y="79917"/>
                  <a:pt x="650171" y="77154"/>
                </a:cubicBezTo>
                <a:cubicBezTo>
                  <a:pt x="648251" y="72854"/>
                  <a:pt x="645392" y="69477"/>
                  <a:pt x="641592" y="67020"/>
                </a:cubicBezTo>
                <a:cubicBezTo>
                  <a:pt x="637792" y="64563"/>
                  <a:pt x="633819" y="63335"/>
                  <a:pt x="629673" y="63335"/>
                </a:cubicBezTo>
                <a:cubicBezTo>
                  <a:pt x="623301" y="63335"/>
                  <a:pt x="617601" y="65811"/>
                  <a:pt x="612573" y="70763"/>
                </a:cubicBezTo>
                <a:cubicBezTo>
                  <a:pt x="607544" y="75714"/>
                  <a:pt x="604608" y="82604"/>
                  <a:pt x="603763" y="91433"/>
                </a:cubicBezTo>
                <a:close/>
                <a:moveTo>
                  <a:pt x="777753" y="76578"/>
                </a:moveTo>
                <a:cubicBezTo>
                  <a:pt x="787964" y="62375"/>
                  <a:pt x="798980" y="55274"/>
                  <a:pt x="810803" y="55274"/>
                </a:cubicBezTo>
                <a:cubicBezTo>
                  <a:pt x="821627" y="55274"/>
                  <a:pt x="831070" y="59895"/>
                  <a:pt x="839131" y="69136"/>
                </a:cubicBezTo>
                <a:cubicBezTo>
                  <a:pt x="847191" y="78377"/>
                  <a:pt x="851222" y="91012"/>
                  <a:pt x="851222" y="107040"/>
                </a:cubicBezTo>
                <a:cubicBezTo>
                  <a:pt x="851222" y="125752"/>
                  <a:pt x="845003" y="140822"/>
                  <a:pt x="832567" y="152249"/>
                </a:cubicBezTo>
                <a:cubicBezTo>
                  <a:pt x="821896" y="162066"/>
                  <a:pt x="809996" y="166974"/>
                  <a:pt x="796869" y="166974"/>
                </a:cubicBezTo>
                <a:cubicBezTo>
                  <a:pt x="790727" y="166974"/>
                  <a:pt x="784490" y="165861"/>
                  <a:pt x="778156" y="163635"/>
                </a:cubicBezTo>
                <a:cubicBezTo>
                  <a:pt x="771823" y="161408"/>
                  <a:pt x="765355" y="158069"/>
                  <a:pt x="758753" y="153616"/>
                </a:cubicBezTo>
                <a:lnTo>
                  <a:pt x="758753" y="44335"/>
                </a:lnTo>
                <a:cubicBezTo>
                  <a:pt x="758753" y="32358"/>
                  <a:pt x="758465" y="24989"/>
                  <a:pt x="757889" y="22225"/>
                </a:cubicBezTo>
                <a:cubicBezTo>
                  <a:pt x="757313" y="19461"/>
                  <a:pt x="756411" y="17580"/>
                  <a:pt x="755183" y="16582"/>
                </a:cubicBezTo>
                <a:cubicBezTo>
                  <a:pt x="753955" y="15584"/>
                  <a:pt x="752419" y="15085"/>
                  <a:pt x="750577" y="15085"/>
                </a:cubicBezTo>
                <a:cubicBezTo>
                  <a:pt x="748427" y="15085"/>
                  <a:pt x="745740" y="15699"/>
                  <a:pt x="742516" y="16928"/>
                </a:cubicBezTo>
                <a:lnTo>
                  <a:pt x="740904" y="12897"/>
                </a:lnTo>
                <a:lnTo>
                  <a:pt x="772571" y="0"/>
                </a:lnTo>
                <a:lnTo>
                  <a:pt x="777753" y="0"/>
                </a:lnTo>
                <a:lnTo>
                  <a:pt x="777753" y="76578"/>
                </a:lnTo>
                <a:moveTo>
                  <a:pt x="777753" y="83915"/>
                </a:moveTo>
                <a:lnTo>
                  <a:pt x="777753" y="146855"/>
                </a:lnTo>
                <a:cubicBezTo>
                  <a:pt x="781668" y="150681"/>
                  <a:pt x="785718" y="153571"/>
                  <a:pt x="789902" y="155524"/>
                </a:cubicBezTo>
                <a:cubicBezTo>
                  <a:pt x="794086" y="157476"/>
                  <a:pt x="798366" y="158453"/>
                  <a:pt x="802742" y="158453"/>
                </a:cubicBezTo>
                <a:cubicBezTo>
                  <a:pt x="809728" y="158453"/>
                  <a:pt x="816234" y="154625"/>
                  <a:pt x="822260" y="146970"/>
                </a:cubicBezTo>
                <a:cubicBezTo>
                  <a:pt x="828287" y="139312"/>
                  <a:pt x="831300" y="128171"/>
                  <a:pt x="831300" y="113546"/>
                </a:cubicBezTo>
                <a:cubicBezTo>
                  <a:pt x="831300" y="100071"/>
                  <a:pt x="828287" y="89715"/>
                  <a:pt x="822260" y="82479"/>
                </a:cubicBezTo>
                <a:cubicBezTo>
                  <a:pt x="816234" y="75244"/>
                  <a:pt x="809382" y="71626"/>
                  <a:pt x="801705" y="71626"/>
                </a:cubicBezTo>
                <a:cubicBezTo>
                  <a:pt x="797637" y="71626"/>
                  <a:pt x="793568" y="72660"/>
                  <a:pt x="789499" y="74728"/>
                </a:cubicBezTo>
                <a:cubicBezTo>
                  <a:pt x="786428" y="76259"/>
                  <a:pt x="782513" y="79321"/>
                  <a:pt x="777753" y="83915"/>
                </a:cubicBezTo>
                <a:close/>
                <a:moveTo>
                  <a:pt x="958817" y="58268"/>
                </a:moveTo>
                <a:lnTo>
                  <a:pt x="958817" y="122179"/>
                </a:lnTo>
                <a:cubicBezTo>
                  <a:pt x="958817" y="134385"/>
                  <a:pt x="959105" y="141851"/>
                  <a:pt x="959681" y="144577"/>
                </a:cubicBezTo>
                <a:cubicBezTo>
                  <a:pt x="960257" y="147302"/>
                  <a:pt x="961178" y="149202"/>
                  <a:pt x="962445" y="150277"/>
                </a:cubicBezTo>
                <a:cubicBezTo>
                  <a:pt x="963711" y="151352"/>
                  <a:pt x="965189" y="151889"/>
                  <a:pt x="966878" y="151889"/>
                </a:cubicBezTo>
                <a:cubicBezTo>
                  <a:pt x="969258" y="151889"/>
                  <a:pt x="971945" y="151236"/>
                  <a:pt x="974939" y="149931"/>
                </a:cubicBezTo>
                <a:lnTo>
                  <a:pt x="976551" y="153962"/>
                </a:lnTo>
                <a:lnTo>
                  <a:pt x="944999" y="166974"/>
                </a:lnTo>
                <a:lnTo>
                  <a:pt x="939817" y="166974"/>
                </a:lnTo>
                <a:lnTo>
                  <a:pt x="939817" y="144634"/>
                </a:lnTo>
                <a:cubicBezTo>
                  <a:pt x="930758" y="154461"/>
                  <a:pt x="923849" y="160641"/>
                  <a:pt x="919089" y="163174"/>
                </a:cubicBezTo>
                <a:cubicBezTo>
                  <a:pt x="914329" y="165707"/>
                  <a:pt x="909301" y="166974"/>
                  <a:pt x="904004" y="166974"/>
                </a:cubicBezTo>
                <a:cubicBezTo>
                  <a:pt x="898092" y="166974"/>
                  <a:pt x="892968" y="165266"/>
                  <a:pt x="888630" y="161850"/>
                </a:cubicBezTo>
                <a:cubicBezTo>
                  <a:pt x="884293" y="158434"/>
                  <a:pt x="881280" y="154038"/>
                  <a:pt x="879591" y="148665"/>
                </a:cubicBezTo>
                <a:cubicBezTo>
                  <a:pt x="877902" y="143291"/>
                  <a:pt x="877057" y="135691"/>
                  <a:pt x="877057" y="125864"/>
                </a:cubicBezTo>
                <a:lnTo>
                  <a:pt x="877057" y="78766"/>
                </a:lnTo>
                <a:cubicBezTo>
                  <a:pt x="877057" y="73776"/>
                  <a:pt x="876520" y="70321"/>
                  <a:pt x="875445" y="68402"/>
                </a:cubicBezTo>
                <a:cubicBezTo>
                  <a:pt x="874370" y="66483"/>
                  <a:pt x="872778" y="65005"/>
                  <a:pt x="870666" y="63968"/>
                </a:cubicBezTo>
                <a:cubicBezTo>
                  <a:pt x="868555" y="62932"/>
                  <a:pt x="864736" y="62452"/>
                  <a:pt x="859208" y="62529"/>
                </a:cubicBezTo>
                <a:lnTo>
                  <a:pt x="859208" y="58268"/>
                </a:lnTo>
                <a:lnTo>
                  <a:pt x="896173" y="58268"/>
                </a:lnTo>
                <a:lnTo>
                  <a:pt x="896173" y="128685"/>
                </a:lnTo>
                <a:cubicBezTo>
                  <a:pt x="896173" y="138488"/>
                  <a:pt x="897881" y="144921"/>
                  <a:pt x="901297" y="147984"/>
                </a:cubicBezTo>
                <a:cubicBezTo>
                  <a:pt x="904714" y="151048"/>
                  <a:pt x="908840" y="152580"/>
                  <a:pt x="913677" y="152580"/>
                </a:cubicBezTo>
                <a:cubicBezTo>
                  <a:pt x="916978" y="152580"/>
                  <a:pt x="920720" y="151546"/>
                  <a:pt x="924904" y="149478"/>
                </a:cubicBezTo>
                <a:cubicBezTo>
                  <a:pt x="929088" y="147410"/>
                  <a:pt x="934059" y="143467"/>
                  <a:pt x="939817" y="137649"/>
                </a:cubicBezTo>
                <a:lnTo>
                  <a:pt x="939817" y="78035"/>
                </a:lnTo>
                <a:cubicBezTo>
                  <a:pt x="939817" y="72062"/>
                  <a:pt x="938723" y="68023"/>
                  <a:pt x="936535" y="65919"/>
                </a:cubicBezTo>
                <a:cubicBezTo>
                  <a:pt x="934347" y="63812"/>
                  <a:pt x="929798" y="62682"/>
                  <a:pt x="922889" y="62529"/>
                </a:cubicBezTo>
                <a:lnTo>
                  <a:pt x="922889" y="58268"/>
                </a:lnTo>
                <a:lnTo>
                  <a:pt x="958817" y="58268"/>
                </a:lnTo>
                <a:close/>
                <a:moveTo>
                  <a:pt x="1012060" y="125313"/>
                </a:moveTo>
                <a:cubicBezTo>
                  <a:pt x="1005611" y="122171"/>
                  <a:pt x="1000659" y="117782"/>
                  <a:pt x="997205" y="112146"/>
                </a:cubicBezTo>
                <a:cubicBezTo>
                  <a:pt x="993750" y="106511"/>
                  <a:pt x="992023" y="100280"/>
                  <a:pt x="992023" y="93455"/>
                </a:cubicBezTo>
                <a:cubicBezTo>
                  <a:pt x="992023" y="83029"/>
                  <a:pt x="995957" y="74059"/>
                  <a:pt x="1003826" y="66545"/>
                </a:cubicBezTo>
                <a:cubicBezTo>
                  <a:pt x="1011695" y="59031"/>
                  <a:pt x="1021771" y="55274"/>
                  <a:pt x="1034054" y="55274"/>
                </a:cubicBezTo>
                <a:cubicBezTo>
                  <a:pt x="1044111" y="55274"/>
                  <a:pt x="1052824" y="57731"/>
                  <a:pt x="1060194" y="62644"/>
                </a:cubicBezTo>
                <a:lnTo>
                  <a:pt x="1082534" y="62644"/>
                </a:lnTo>
                <a:cubicBezTo>
                  <a:pt x="1085835" y="62644"/>
                  <a:pt x="1087755" y="62739"/>
                  <a:pt x="1088292" y="62928"/>
                </a:cubicBezTo>
                <a:cubicBezTo>
                  <a:pt x="1088829" y="63118"/>
                  <a:pt x="1089213" y="63441"/>
                  <a:pt x="1089444" y="63896"/>
                </a:cubicBezTo>
                <a:cubicBezTo>
                  <a:pt x="1089904" y="64580"/>
                  <a:pt x="1090134" y="65795"/>
                  <a:pt x="1090134" y="67542"/>
                </a:cubicBezTo>
                <a:cubicBezTo>
                  <a:pt x="1090134" y="69514"/>
                  <a:pt x="1089943" y="70880"/>
                  <a:pt x="1089559" y="71641"/>
                </a:cubicBezTo>
                <a:cubicBezTo>
                  <a:pt x="1089328" y="72020"/>
                  <a:pt x="1088925" y="72323"/>
                  <a:pt x="1088350" y="72551"/>
                </a:cubicBezTo>
                <a:cubicBezTo>
                  <a:pt x="1087774" y="72779"/>
                  <a:pt x="1085835" y="72893"/>
                  <a:pt x="1082534" y="72893"/>
                </a:cubicBezTo>
                <a:lnTo>
                  <a:pt x="1068831" y="72893"/>
                </a:lnTo>
                <a:cubicBezTo>
                  <a:pt x="1073130" y="78432"/>
                  <a:pt x="1075279" y="85510"/>
                  <a:pt x="1075279" y="94125"/>
                </a:cubicBezTo>
                <a:cubicBezTo>
                  <a:pt x="1075279" y="103970"/>
                  <a:pt x="1071518" y="112393"/>
                  <a:pt x="1063994" y="119394"/>
                </a:cubicBezTo>
                <a:cubicBezTo>
                  <a:pt x="1056471" y="126394"/>
                  <a:pt x="1046376" y="129894"/>
                  <a:pt x="1033709" y="129894"/>
                </a:cubicBezTo>
                <a:cubicBezTo>
                  <a:pt x="1028488" y="129894"/>
                  <a:pt x="1023153" y="129111"/>
                  <a:pt x="1017702" y="127545"/>
                </a:cubicBezTo>
                <a:cubicBezTo>
                  <a:pt x="1014324" y="130459"/>
                  <a:pt x="1012040" y="133011"/>
                  <a:pt x="1010850" y="135199"/>
                </a:cubicBezTo>
                <a:cubicBezTo>
                  <a:pt x="1009661" y="137384"/>
                  <a:pt x="1009066" y="139244"/>
                  <a:pt x="1009066" y="140777"/>
                </a:cubicBezTo>
                <a:cubicBezTo>
                  <a:pt x="1009066" y="142082"/>
                  <a:pt x="1009699" y="143348"/>
                  <a:pt x="1010966" y="144577"/>
                </a:cubicBezTo>
                <a:cubicBezTo>
                  <a:pt x="1012232" y="145803"/>
                  <a:pt x="1014708" y="146684"/>
                  <a:pt x="1018393" y="147222"/>
                </a:cubicBezTo>
                <a:cubicBezTo>
                  <a:pt x="1020543" y="147529"/>
                  <a:pt x="1025917" y="147797"/>
                  <a:pt x="1034515" y="148028"/>
                </a:cubicBezTo>
                <a:cubicBezTo>
                  <a:pt x="1050329" y="148409"/>
                  <a:pt x="1060578" y="148945"/>
                  <a:pt x="1065261" y="149636"/>
                </a:cubicBezTo>
                <a:cubicBezTo>
                  <a:pt x="1072401" y="150634"/>
                  <a:pt x="1078101" y="153282"/>
                  <a:pt x="1082362" y="157578"/>
                </a:cubicBezTo>
                <a:cubicBezTo>
                  <a:pt x="1086622" y="161873"/>
                  <a:pt x="1088753" y="167165"/>
                  <a:pt x="1088753" y="173455"/>
                </a:cubicBezTo>
                <a:cubicBezTo>
                  <a:pt x="1088753" y="182123"/>
                  <a:pt x="1084684" y="190255"/>
                  <a:pt x="1076546" y="197850"/>
                </a:cubicBezTo>
                <a:cubicBezTo>
                  <a:pt x="1064570" y="209049"/>
                  <a:pt x="1048947" y="214648"/>
                  <a:pt x="1029678" y="214648"/>
                </a:cubicBezTo>
                <a:cubicBezTo>
                  <a:pt x="1014862" y="214648"/>
                  <a:pt x="1002348" y="211314"/>
                  <a:pt x="992138" y="204644"/>
                </a:cubicBezTo>
                <a:cubicBezTo>
                  <a:pt x="986380" y="200810"/>
                  <a:pt x="983501" y="196823"/>
                  <a:pt x="983501" y="192682"/>
                </a:cubicBezTo>
                <a:cubicBezTo>
                  <a:pt x="983501" y="190845"/>
                  <a:pt x="983924" y="189006"/>
                  <a:pt x="984768" y="187166"/>
                </a:cubicBezTo>
                <a:cubicBezTo>
                  <a:pt x="986073" y="184328"/>
                  <a:pt x="988760" y="180379"/>
                  <a:pt x="992829" y="175319"/>
                </a:cubicBezTo>
                <a:cubicBezTo>
                  <a:pt x="993366" y="174631"/>
                  <a:pt x="997281" y="170491"/>
                  <a:pt x="1004575" y="162901"/>
                </a:cubicBezTo>
                <a:cubicBezTo>
                  <a:pt x="1000583" y="160518"/>
                  <a:pt x="997761" y="158386"/>
                  <a:pt x="996111" y="156502"/>
                </a:cubicBezTo>
                <a:cubicBezTo>
                  <a:pt x="994460" y="154619"/>
                  <a:pt x="993635" y="152486"/>
                  <a:pt x="993635" y="150104"/>
                </a:cubicBezTo>
                <a:cubicBezTo>
                  <a:pt x="993635" y="147412"/>
                  <a:pt x="994729" y="144260"/>
                  <a:pt x="996917" y="140647"/>
                </a:cubicBezTo>
                <a:cubicBezTo>
                  <a:pt x="999105" y="137034"/>
                  <a:pt x="1004152" y="131923"/>
                  <a:pt x="1012060" y="125313"/>
                </a:cubicBezTo>
                <a:moveTo>
                  <a:pt x="1032097" y="61032"/>
                </a:moveTo>
                <a:cubicBezTo>
                  <a:pt x="1026416" y="61032"/>
                  <a:pt x="1021656" y="63285"/>
                  <a:pt x="1017817" y="67790"/>
                </a:cubicBezTo>
                <a:cubicBezTo>
                  <a:pt x="1013979" y="72293"/>
                  <a:pt x="1012060" y="79202"/>
                  <a:pt x="1012060" y="88518"/>
                </a:cubicBezTo>
                <a:cubicBezTo>
                  <a:pt x="1012060" y="100583"/>
                  <a:pt x="1014670" y="109935"/>
                  <a:pt x="1019890" y="116576"/>
                </a:cubicBezTo>
                <a:cubicBezTo>
                  <a:pt x="1023882" y="121616"/>
                  <a:pt x="1028949" y="124137"/>
                  <a:pt x="1035091" y="124137"/>
                </a:cubicBezTo>
                <a:cubicBezTo>
                  <a:pt x="1040925" y="124137"/>
                  <a:pt x="1045723" y="121961"/>
                  <a:pt x="1049485" y="117609"/>
                </a:cubicBezTo>
                <a:cubicBezTo>
                  <a:pt x="1053247" y="113257"/>
                  <a:pt x="1055127" y="106423"/>
                  <a:pt x="1055127" y="97108"/>
                </a:cubicBezTo>
                <a:cubicBezTo>
                  <a:pt x="1055127" y="84969"/>
                  <a:pt x="1052479" y="75462"/>
                  <a:pt x="1047182" y="68589"/>
                </a:cubicBezTo>
                <a:cubicBezTo>
                  <a:pt x="1043267" y="63551"/>
                  <a:pt x="1038238" y="61032"/>
                  <a:pt x="1032097" y="61032"/>
                </a:cubicBezTo>
                <a:moveTo>
                  <a:pt x="1010908" y="163818"/>
                </a:moveTo>
                <a:cubicBezTo>
                  <a:pt x="1007300" y="167726"/>
                  <a:pt x="1004575" y="171366"/>
                  <a:pt x="1002732" y="174736"/>
                </a:cubicBezTo>
                <a:cubicBezTo>
                  <a:pt x="1000890" y="178109"/>
                  <a:pt x="999968" y="181214"/>
                  <a:pt x="999968" y="184049"/>
                </a:cubicBezTo>
                <a:cubicBezTo>
                  <a:pt x="999968" y="187727"/>
                  <a:pt x="1002195" y="190946"/>
                  <a:pt x="1006647" y="193704"/>
                </a:cubicBezTo>
                <a:cubicBezTo>
                  <a:pt x="1014324" y="198455"/>
                  <a:pt x="1025418" y="200830"/>
                  <a:pt x="1039927" y="200830"/>
                </a:cubicBezTo>
                <a:cubicBezTo>
                  <a:pt x="1053746" y="200830"/>
                  <a:pt x="1063937" y="198396"/>
                  <a:pt x="1070501" y="193528"/>
                </a:cubicBezTo>
                <a:cubicBezTo>
                  <a:pt x="1077064" y="188663"/>
                  <a:pt x="1080346" y="183472"/>
                  <a:pt x="1080346" y="177957"/>
                </a:cubicBezTo>
                <a:cubicBezTo>
                  <a:pt x="1080346" y="173972"/>
                  <a:pt x="1078389" y="171137"/>
                  <a:pt x="1074473" y="169450"/>
                </a:cubicBezTo>
                <a:cubicBezTo>
                  <a:pt x="1070481" y="167763"/>
                  <a:pt x="1062574" y="166768"/>
                  <a:pt x="1050752" y="166463"/>
                </a:cubicBezTo>
                <a:cubicBezTo>
                  <a:pt x="1033478" y="166003"/>
                  <a:pt x="1020197" y="165121"/>
                  <a:pt x="1010908" y="163818"/>
                </a:cubicBezTo>
                <a:close/>
                <a:moveTo>
                  <a:pt x="1103533" y="102027"/>
                </a:moveTo>
                <a:lnTo>
                  <a:pt x="1163068" y="102027"/>
                </a:lnTo>
                <a:lnTo>
                  <a:pt x="1163068" y="119415"/>
                </a:lnTo>
                <a:lnTo>
                  <a:pt x="1103533" y="119415"/>
                </a:lnTo>
                <a:lnTo>
                  <a:pt x="1103533" y="102027"/>
                </a:lnTo>
                <a:close/>
                <a:moveTo>
                  <a:pt x="1210029" y="23492"/>
                </a:moveTo>
                <a:lnTo>
                  <a:pt x="1210029" y="58268"/>
                </a:lnTo>
                <a:lnTo>
                  <a:pt x="1234672" y="58268"/>
                </a:lnTo>
                <a:lnTo>
                  <a:pt x="1234672" y="66329"/>
                </a:lnTo>
                <a:lnTo>
                  <a:pt x="1210029" y="66329"/>
                </a:lnTo>
                <a:lnTo>
                  <a:pt x="1210029" y="134637"/>
                </a:lnTo>
                <a:cubicBezTo>
                  <a:pt x="1210029" y="141463"/>
                  <a:pt x="1211008" y="146064"/>
                  <a:pt x="1212965" y="148441"/>
                </a:cubicBezTo>
                <a:cubicBezTo>
                  <a:pt x="1214923" y="150817"/>
                  <a:pt x="1217437" y="152004"/>
                  <a:pt x="1220508" y="152004"/>
                </a:cubicBezTo>
                <a:cubicBezTo>
                  <a:pt x="1223041" y="152004"/>
                  <a:pt x="1225498" y="151217"/>
                  <a:pt x="1227878" y="149643"/>
                </a:cubicBezTo>
                <a:cubicBezTo>
                  <a:pt x="1230258" y="148070"/>
                  <a:pt x="1232100" y="145747"/>
                  <a:pt x="1233405" y="142677"/>
                </a:cubicBezTo>
                <a:lnTo>
                  <a:pt x="1237896" y="142677"/>
                </a:lnTo>
                <a:cubicBezTo>
                  <a:pt x="1235209" y="150222"/>
                  <a:pt x="1231409" y="155928"/>
                  <a:pt x="1226496" y="159795"/>
                </a:cubicBezTo>
                <a:cubicBezTo>
                  <a:pt x="1221583" y="163660"/>
                  <a:pt x="1216516" y="165592"/>
                  <a:pt x="1211296" y="165592"/>
                </a:cubicBezTo>
                <a:cubicBezTo>
                  <a:pt x="1207764" y="165592"/>
                  <a:pt x="1204310" y="164612"/>
                  <a:pt x="1200932" y="162652"/>
                </a:cubicBezTo>
                <a:cubicBezTo>
                  <a:pt x="1197554" y="160692"/>
                  <a:pt x="1195059" y="157888"/>
                  <a:pt x="1193447" y="154239"/>
                </a:cubicBezTo>
                <a:cubicBezTo>
                  <a:pt x="1191834" y="150587"/>
                  <a:pt x="1191028" y="144957"/>
                  <a:pt x="1191028" y="137347"/>
                </a:cubicBezTo>
                <a:lnTo>
                  <a:pt x="1191028" y="66329"/>
                </a:lnTo>
                <a:lnTo>
                  <a:pt x="1174331" y="66329"/>
                </a:lnTo>
                <a:lnTo>
                  <a:pt x="1174331" y="62529"/>
                </a:lnTo>
                <a:cubicBezTo>
                  <a:pt x="1178553" y="60835"/>
                  <a:pt x="1182872" y="57967"/>
                  <a:pt x="1187286" y="53925"/>
                </a:cubicBezTo>
                <a:cubicBezTo>
                  <a:pt x="1191700" y="49882"/>
                  <a:pt x="1195635" y="45089"/>
                  <a:pt x="1199089" y="39545"/>
                </a:cubicBezTo>
                <a:cubicBezTo>
                  <a:pt x="1200855" y="36620"/>
                  <a:pt x="1203312" y="31269"/>
                  <a:pt x="1206459" y="23492"/>
                </a:cubicBezTo>
                <a:lnTo>
                  <a:pt x="1210029" y="23492"/>
                </a:lnTo>
                <a:close/>
                <a:moveTo>
                  <a:pt x="1275723" y="55274"/>
                </a:moveTo>
                <a:lnTo>
                  <a:pt x="1275723" y="78996"/>
                </a:lnTo>
                <a:cubicBezTo>
                  <a:pt x="1284551" y="63182"/>
                  <a:pt x="1293610" y="55274"/>
                  <a:pt x="1302899" y="55274"/>
                </a:cubicBezTo>
                <a:cubicBezTo>
                  <a:pt x="1307122" y="55274"/>
                  <a:pt x="1310615" y="56560"/>
                  <a:pt x="1313378" y="59132"/>
                </a:cubicBezTo>
                <a:cubicBezTo>
                  <a:pt x="1316142" y="61704"/>
                  <a:pt x="1317524" y="64679"/>
                  <a:pt x="1317524" y="68056"/>
                </a:cubicBezTo>
                <a:cubicBezTo>
                  <a:pt x="1317524" y="71050"/>
                  <a:pt x="1316526" y="73584"/>
                  <a:pt x="1314530" y="75657"/>
                </a:cubicBezTo>
                <a:cubicBezTo>
                  <a:pt x="1312534" y="77729"/>
                  <a:pt x="1310154" y="78766"/>
                  <a:pt x="1307390" y="78766"/>
                </a:cubicBezTo>
                <a:cubicBezTo>
                  <a:pt x="1304703" y="78766"/>
                  <a:pt x="1301690" y="77441"/>
                  <a:pt x="1298351" y="74793"/>
                </a:cubicBezTo>
                <a:cubicBezTo>
                  <a:pt x="1295011" y="72144"/>
                  <a:pt x="1292535" y="70820"/>
                  <a:pt x="1290923" y="70820"/>
                </a:cubicBezTo>
                <a:cubicBezTo>
                  <a:pt x="1289541" y="70820"/>
                  <a:pt x="1288044" y="71585"/>
                  <a:pt x="1286432" y="73116"/>
                </a:cubicBezTo>
                <a:cubicBezTo>
                  <a:pt x="1282978" y="76256"/>
                  <a:pt x="1279408" y="81425"/>
                  <a:pt x="1275723" y="88622"/>
                </a:cubicBezTo>
                <a:lnTo>
                  <a:pt x="1275723" y="139046"/>
                </a:lnTo>
                <a:cubicBezTo>
                  <a:pt x="1275723" y="144863"/>
                  <a:pt x="1276452" y="149266"/>
                  <a:pt x="1277911" y="152252"/>
                </a:cubicBezTo>
                <a:cubicBezTo>
                  <a:pt x="1278909" y="154320"/>
                  <a:pt x="1280674" y="156044"/>
                  <a:pt x="1283208" y="157424"/>
                </a:cubicBezTo>
                <a:cubicBezTo>
                  <a:pt x="1285741" y="158801"/>
                  <a:pt x="1289388" y="159489"/>
                  <a:pt x="1294148" y="159489"/>
                </a:cubicBezTo>
                <a:lnTo>
                  <a:pt x="1294148" y="163750"/>
                </a:lnTo>
                <a:lnTo>
                  <a:pt x="1240140" y="163750"/>
                </a:lnTo>
                <a:lnTo>
                  <a:pt x="1240140" y="159489"/>
                </a:lnTo>
                <a:cubicBezTo>
                  <a:pt x="1245514" y="159489"/>
                  <a:pt x="1249506" y="158647"/>
                  <a:pt x="1252116" y="156963"/>
                </a:cubicBezTo>
                <a:cubicBezTo>
                  <a:pt x="1254035" y="155737"/>
                  <a:pt x="1255379" y="153783"/>
                  <a:pt x="1256147" y="151101"/>
                </a:cubicBezTo>
                <a:cubicBezTo>
                  <a:pt x="1256530" y="149798"/>
                  <a:pt x="1256722" y="146083"/>
                  <a:pt x="1256722" y="139956"/>
                </a:cubicBezTo>
                <a:lnTo>
                  <a:pt x="1256722" y="99166"/>
                </a:lnTo>
                <a:cubicBezTo>
                  <a:pt x="1256722" y="86909"/>
                  <a:pt x="1256473" y="79614"/>
                  <a:pt x="1255974" y="77280"/>
                </a:cubicBezTo>
                <a:cubicBezTo>
                  <a:pt x="1255475" y="74943"/>
                  <a:pt x="1254554" y="73238"/>
                  <a:pt x="1253210" y="72166"/>
                </a:cubicBezTo>
                <a:cubicBezTo>
                  <a:pt x="1251867" y="71094"/>
                  <a:pt x="1250197" y="70557"/>
                  <a:pt x="1248201" y="70557"/>
                </a:cubicBezTo>
                <a:cubicBezTo>
                  <a:pt x="1245821" y="70557"/>
                  <a:pt x="1243134" y="71132"/>
                  <a:pt x="1240140" y="72281"/>
                </a:cubicBezTo>
                <a:lnTo>
                  <a:pt x="1238988" y="68143"/>
                </a:lnTo>
                <a:lnTo>
                  <a:pt x="1270886" y="55274"/>
                </a:lnTo>
                <a:lnTo>
                  <a:pt x="1275723" y="55274"/>
                </a:lnTo>
                <a:close/>
                <a:moveTo>
                  <a:pt x="1349745" y="0"/>
                </a:moveTo>
                <a:cubicBezTo>
                  <a:pt x="1352969" y="0"/>
                  <a:pt x="1355714" y="1138"/>
                  <a:pt x="1357979" y="3415"/>
                </a:cubicBezTo>
                <a:cubicBezTo>
                  <a:pt x="1360243" y="5689"/>
                  <a:pt x="1361376" y="8447"/>
                  <a:pt x="1361376" y="11688"/>
                </a:cubicBezTo>
                <a:cubicBezTo>
                  <a:pt x="1361376" y="14929"/>
                  <a:pt x="1360243" y="17707"/>
                  <a:pt x="1357979" y="20023"/>
                </a:cubicBezTo>
                <a:cubicBezTo>
                  <a:pt x="1355714" y="22335"/>
                  <a:pt x="1352969" y="23492"/>
                  <a:pt x="1349745" y="23492"/>
                </a:cubicBezTo>
                <a:cubicBezTo>
                  <a:pt x="1346521" y="23492"/>
                  <a:pt x="1343757" y="22335"/>
                  <a:pt x="1341454" y="20023"/>
                </a:cubicBezTo>
                <a:cubicBezTo>
                  <a:pt x="1339151" y="17707"/>
                  <a:pt x="1337999" y="14929"/>
                  <a:pt x="1337999" y="11688"/>
                </a:cubicBezTo>
                <a:cubicBezTo>
                  <a:pt x="1337999" y="8447"/>
                  <a:pt x="1339132" y="5689"/>
                  <a:pt x="1341396" y="3415"/>
                </a:cubicBezTo>
                <a:cubicBezTo>
                  <a:pt x="1343661" y="1138"/>
                  <a:pt x="1346444" y="0"/>
                  <a:pt x="1349745" y="0"/>
                </a:cubicBezTo>
                <a:moveTo>
                  <a:pt x="1359303" y="55274"/>
                </a:moveTo>
                <a:lnTo>
                  <a:pt x="1359303" y="139841"/>
                </a:lnTo>
                <a:cubicBezTo>
                  <a:pt x="1359303" y="146429"/>
                  <a:pt x="1359783" y="150814"/>
                  <a:pt x="1360742" y="152997"/>
                </a:cubicBezTo>
                <a:cubicBezTo>
                  <a:pt x="1361702" y="155180"/>
                  <a:pt x="1363122" y="156808"/>
                  <a:pt x="1365003" y="157881"/>
                </a:cubicBezTo>
                <a:cubicBezTo>
                  <a:pt x="1366884" y="158953"/>
                  <a:pt x="1370319" y="159489"/>
                  <a:pt x="1375309" y="159489"/>
                </a:cubicBezTo>
                <a:lnTo>
                  <a:pt x="1375309" y="163750"/>
                </a:lnTo>
                <a:lnTo>
                  <a:pt x="1324066" y="163750"/>
                </a:lnTo>
                <a:lnTo>
                  <a:pt x="1324066" y="159489"/>
                </a:lnTo>
                <a:cubicBezTo>
                  <a:pt x="1329209" y="159489"/>
                  <a:pt x="1332664" y="158991"/>
                  <a:pt x="1334429" y="157996"/>
                </a:cubicBezTo>
                <a:cubicBezTo>
                  <a:pt x="1336195" y="157000"/>
                  <a:pt x="1337596" y="155353"/>
                  <a:pt x="1338633" y="153055"/>
                </a:cubicBezTo>
                <a:cubicBezTo>
                  <a:pt x="1339669" y="150757"/>
                  <a:pt x="1340187" y="146352"/>
                  <a:pt x="1340187" y="139841"/>
                </a:cubicBezTo>
                <a:lnTo>
                  <a:pt x="1340187" y="99281"/>
                </a:lnTo>
                <a:cubicBezTo>
                  <a:pt x="1340187" y="87867"/>
                  <a:pt x="1339842" y="80475"/>
                  <a:pt x="1339151" y="77107"/>
                </a:cubicBezTo>
                <a:cubicBezTo>
                  <a:pt x="1338613" y="74655"/>
                  <a:pt x="1337769" y="72950"/>
                  <a:pt x="1336617" y="71993"/>
                </a:cubicBezTo>
                <a:cubicBezTo>
                  <a:pt x="1335466" y="71036"/>
                  <a:pt x="1333892" y="70557"/>
                  <a:pt x="1331896" y="70557"/>
                </a:cubicBezTo>
                <a:cubicBezTo>
                  <a:pt x="1329746" y="70557"/>
                  <a:pt x="1327136" y="71132"/>
                  <a:pt x="1324066" y="72281"/>
                </a:cubicBezTo>
                <a:lnTo>
                  <a:pt x="1322453" y="68143"/>
                </a:lnTo>
                <a:lnTo>
                  <a:pt x="1354236" y="55274"/>
                </a:lnTo>
                <a:lnTo>
                  <a:pt x="1359303" y="55274"/>
                </a:lnTo>
                <a:close/>
                <a:moveTo>
                  <a:pt x="1416590" y="125313"/>
                </a:moveTo>
                <a:cubicBezTo>
                  <a:pt x="1410142" y="122171"/>
                  <a:pt x="1405190" y="117782"/>
                  <a:pt x="1401735" y="112146"/>
                </a:cubicBezTo>
                <a:cubicBezTo>
                  <a:pt x="1398281" y="106511"/>
                  <a:pt x="1396553" y="100280"/>
                  <a:pt x="1396553" y="93455"/>
                </a:cubicBezTo>
                <a:cubicBezTo>
                  <a:pt x="1396553" y="83029"/>
                  <a:pt x="1400488" y="74059"/>
                  <a:pt x="1408357" y="66545"/>
                </a:cubicBezTo>
                <a:cubicBezTo>
                  <a:pt x="1416226" y="59031"/>
                  <a:pt x="1426302" y="55274"/>
                  <a:pt x="1438585" y="55274"/>
                </a:cubicBezTo>
                <a:cubicBezTo>
                  <a:pt x="1448642" y="55274"/>
                  <a:pt x="1457355" y="57731"/>
                  <a:pt x="1464725" y="62644"/>
                </a:cubicBezTo>
                <a:lnTo>
                  <a:pt x="1487065" y="62644"/>
                </a:lnTo>
                <a:cubicBezTo>
                  <a:pt x="1490366" y="62644"/>
                  <a:pt x="1492285" y="62739"/>
                  <a:pt x="1492823" y="62928"/>
                </a:cubicBezTo>
                <a:cubicBezTo>
                  <a:pt x="1493360" y="63118"/>
                  <a:pt x="1493744" y="63441"/>
                  <a:pt x="1493974" y="63896"/>
                </a:cubicBezTo>
                <a:cubicBezTo>
                  <a:pt x="1494435" y="64580"/>
                  <a:pt x="1494665" y="65795"/>
                  <a:pt x="1494665" y="67542"/>
                </a:cubicBezTo>
                <a:cubicBezTo>
                  <a:pt x="1494665" y="69514"/>
                  <a:pt x="1494473" y="70880"/>
                  <a:pt x="1494089" y="71641"/>
                </a:cubicBezTo>
                <a:cubicBezTo>
                  <a:pt x="1493859" y="72020"/>
                  <a:pt x="1493456" y="72323"/>
                  <a:pt x="1492880" y="72551"/>
                </a:cubicBezTo>
                <a:cubicBezTo>
                  <a:pt x="1492304" y="72779"/>
                  <a:pt x="1490366" y="72893"/>
                  <a:pt x="1487065" y="72893"/>
                </a:cubicBezTo>
                <a:lnTo>
                  <a:pt x="1473361" y="72893"/>
                </a:lnTo>
                <a:cubicBezTo>
                  <a:pt x="1477661" y="78432"/>
                  <a:pt x="1479810" y="85510"/>
                  <a:pt x="1479810" y="94125"/>
                </a:cubicBezTo>
                <a:cubicBezTo>
                  <a:pt x="1479810" y="103970"/>
                  <a:pt x="1476048" y="112393"/>
                  <a:pt x="1468525" y="119394"/>
                </a:cubicBezTo>
                <a:cubicBezTo>
                  <a:pt x="1461001" y="126394"/>
                  <a:pt x="1450906" y="129894"/>
                  <a:pt x="1438239" y="129894"/>
                </a:cubicBezTo>
                <a:cubicBezTo>
                  <a:pt x="1433019" y="129894"/>
                  <a:pt x="1427683" y="129111"/>
                  <a:pt x="1422233" y="127545"/>
                </a:cubicBezTo>
                <a:cubicBezTo>
                  <a:pt x="1418855" y="130459"/>
                  <a:pt x="1416571" y="133011"/>
                  <a:pt x="1415381" y="135199"/>
                </a:cubicBezTo>
                <a:cubicBezTo>
                  <a:pt x="1414191" y="137384"/>
                  <a:pt x="1413596" y="139244"/>
                  <a:pt x="1413596" y="140777"/>
                </a:cubicBezTo>
                <a:cubicBezTo>
                  <a:pt x="1413596" y="142082"/>
                  <a:pt x="1414230" y="143348"/>
                  <a:pt x="1415496" y="144577"/>
                </a:cubicBezTo>
                <a:cubicBezTo>
                  <a:pt x="1416763" y="145803"/>
                  <a:pt x="1419239" y="146684"/>
                  <a:pt x="1422924" y="147222"/>
                </a:cubicBezTo>
                <a:cubicBezTo>
                  <a:pt x="1425073" y="147529"/>
                  <a:pt x="1430447" y="147797"/>
                  <a:pt x="1439045" y="148028"/>
                </a:cubicBezTo>
                <a:cubicBezTo>
                  <a:pt x="1454860" y="148409"/>
                  <a:pt x="1465109" y="148945"/>
                  <a:pt x="1469792" y="149636"/>
                </a:cubicBezTo>
                <a:cubicBezTo>
                  <a:pt x="1476931" y="150634"/>
                  <a:pt x="1482631" y="153282"/>
                  <a:pt x="1486892" y="157578"/>
                </a:cubicBezTo>
                <a:cubicBezTo>
                  <a:pt x="1491153" y="161873"/>
                  <a:pt x="1493283" y="167165"/>
                  <a:pt x="1493283" y="173455"/>
                </a:cubicBezTo>
                <a:cubicBezTo>
                  <a:pt x="1493283" y="182123"/>
                  <a:pt x="1489214" y="190255"/>
                  <a:pt x="1481077" y="197850"/>
                </a:cubicBezTo>
                <a:cubicBezTo>
                  <a:pt x="1469101" y="209049"/>
                  <a:pt x="1453478" y="214648"/>
                  <a:pt x="1434209" y="214648"/>
                </a:cubicBezTo>
                <a:cubicBezTo>
                  <a:pt x="1419392" y="214648"/>
                  <a:pt x="1406879" y="211314"/>
                  <a:pt x="1396668" y="204644"/>
                </a:cubicBezTo>
                <a:cubicBezTo>
                  <a:pt x="1390911" y="200810"/>
                  <a:pt x="1388032" y="196823"/>
                  <a:pt x="1388032" y="192682"/>
                </a:cubicBezTo>
                <a:cubicBezTo>
                  <a:pt x="1388032" y="190845"/>
                  <a:pt x="1388454" y="189006"/>
                  <a:pt x="1389299" y="187166"/>
                </a:cubicBezTo>
                <a:cubicBezTo>
                  <a:pt x="1390604" y="184328"/>
                  <a:pt x="1393291" y="180379"/>
                  <a:pt x="1397359" y="175319"/>
                </a:cubicBezTo>
                <a:cubicBezTo>
                  <a:pt x="1397897" y="174631"/>
                  <a:pt x="1401812" y="170491"/>
                  <a:pt x="1409105" y="162901"/>
                </a:cubicBezTo>
                <a:cubicBezTo>
                  <a:pt x="1405113" y="160518"/>
                  <a:pt x="1402292" y="158386"/>
                  <a:pt x="1400641" y="156502"/>
                </a:cubicBezTo>
                <a:cubicBezTo>
                  <a:pt x="1398991" y="154619"/>
                  <a:pt x="1398165" y="152486"/>
                  <a:pt x="1398165" y="150104"/>
                </a:cubicBezTo>
                <a:cubicBezTo>
                  <a:pt x="1398165" y="147412"/>
                  <a:pt x="1399259" y="144260"/>
                  <a:pt x="1401447" y="140647"/>
                </a:cubicBezTo>
                <a:cubicBezTo>
                  <a:pt x="1403635" y="137034"/>
                  <a:pt x="1408683" y="131923"/>
                  <a:pt x="1416590" y="125313"/>
                </a:cubicBezTo>
                <a:moveTo>
                  <a:pt x="1436627" y="61032"/>
                </a:moveTo>
                <a:cubicBezTo>
                  <a:pt x="1430946" y="61032"/>
                  <a:pt x="1426186" y="63285"/>
                  <a:pt x="1422348" y="67790"/>
                </a:cubicBezTo>
                <a:cubicBezTo>
                  <a:pt x="1418509" y="72293"/>
                  <a:pt x="1416590" y="79202"/>
                  <a:pt x="1416590" y="88518"/>
                </a:cubicBezTo>
                <a:cubicBezTo>
                  <a:pt x="1416590" y="100583"/>
                  <a:pt x="1419200" y="109935"/>
                  <a:pt x="1424421" y="116576"/>
                </a:cubicBezTo>
                <a:cubicBezTo>
                  <a:pt x="1428413" y="121616"/>
                  <a:pt x="1433480" y="124137"/>
                  <a:pt x="1439621" y="124137"/>
                </a:cubicBezTo>
                <a:cubicBezTo>
                  <a:pt x="1445456" y="124137"/>
                  <a:pt x="1450254" y="121961"/>
                  <a:pt x="1454015" y="117609"/>
                </a:cubicBezTo>
                <a:cubicBezTo>
                  <a:pt x="1457777" y="113257"/>
                  <a:pt x="1459658" y="106423"/>
                  <a:pt x="1459658" y="97108"/>
                </a:cubicBezTo>
                <a:cubicBezTo>
                  <a:pt x="1459658" y="84969"/>
                  <a:pt x="1457009" y="75462"/>
                  <a:pt x="1451712" y="68589"/>
                </a:cubicBezTo>
                <a:cubicBezTo>
                  <a:pt x="1447797" y="63551"/>
                  <a:pt x="1442769" y="61032"/>
                  <a:pt x="1436627" y="61032"/>
                </a:cubicBezTo>
                <a:moveTo>
                  <a:pt x="1415439" y="163818"/>
                </a:moveTo>
                <a:cubicBezTo>
                  <a:pt x="1411830" y="167726"/>
                  <a:pt x="1409105" y="171366"/>
                  <a:pt x="1407263" y="174736"/>
                </a:cubicBezTo>
                <a:cubicBezTo>
                  <a:pt x="1405420" y="178109"/>
                  <a:pt x="1404499" y="181214"/>
                  <a:pt x="1404499" y="184049"/>
                </a:cubicBezTo>
                <a:cubicBezTo>
                  <a:pt x="1404499" y="187727"/>
                  <a:pt x="1406725" y="190946"/>
                  <a:pt x="1411178" y="193704"/>
                </a:cubicBezTo>
                <a:cubicBezTo>
                  <a:pt x="1418855" y="198455"/>
                  <a:pt x="1429948" y="200830"/>
                  <a:pt x="1444458" y="200830"/>
                </a:cubicBezTo>
                <a:cubicBezTo>
                  <a:pt x="1458276" y="200830"/>
                  <a:pt x="1468467" y="198396"/>
                  <a:pt x="1475031" y="193528"/>
                </a:cubicBezTo>
                <a:cubicBezTo>
                  <a:pt x="1481595" y="188663"/>
                  <a:pt x="1484877" y="183472"/>
                  <a:pt x="1484877" y="177957"/>
                </a:cubicBezTo>
                <a:cubicBezTo>
                  <a:pt x="1484877" y="173972"/>
                  <a:pt x="1482919" y="171137"/>
                  <a:pt x="1479004" y="169450"/>
                </a:cubicBezTo>
                <a:cubicBezTo>
                  <a:pt x="1475012" y="167763"/>
                  <a:pt x="1467105" y="166768"/>
                  <a:pt x="1455282" y="166463"/>
                </a:cubicBezTo>
                <a:cubicBezTo>
                  <a:pt x="1438009" y="166003"/>
                  <a:pt x="1424728" y="165121"/>
                  <a:pt x="1415439" y="163818"/>
                </a:cubicBezTo>
                <a:close/>
                <a:moveTo>
                  <a:pt x="1534089" y="125313"/>
                </a:moveTo>
                <a:cubicBezTo>
                  <a:pt x="1527640" y="122171"/>
                  <a:pt x="1522689" y="117782"/>
                  <a:pt x="1519234" y="112146"/>
                </a:cubicBezTo>
                <a:cubicBezTo>
                  <a:pt x="1515779" y="106511"/>
                  <a:pt x="1514052" y="100280"/>
                  <a:pt x="1514052" y="93455"/>
                </a:cubicBezTo>
                <a:cubicBezTo>
                  <a:pt x="1514052" y="83029"/>
                  <a:pt x="1517986" y="74059"/>
                  <a:pt x="1525855" y="66545"/>
                </a:cubicBezTo>
                <a:cubicBezTo>
                  <a:pt x="1533724" y="59031"/>
                  <a:pt x="1543800" y="55274"/>
                  <a:pt x="1556083" y="55274"/>
                </a:cubicBezTo>
                <a:cubicBezTo>
                  <a:pt x="1566140" y="55274"/>
                  <a:pt x="1574854" y="57731"/>
                  <a:pt x="1582223" y="62644"/>
                </a:cubicBezTo>
                <a:lnTo>
                  <a:pt x="1604563" y="62644"/>
                </a:lnTo>
                <a:cubicBezTo>
                  <a:pt x="1607865" y="62644"/>
                  <a:pt x="1609784" y="62739"/>
                  <a:pt x="1610321" y="62928"/>
                </a:cubicBezTo>
                <a:cubicBezTo>
                  <a:pt x="1610859" y="63118"/>
                  <a:pt x="1611242" y="63441"/>
                  <a:pt x="1611473" y="63896"/>
                </a:cubicBezTo>
                <a:cubicBezTo>
                  <a:pt x="1611933" y="64580"/>
                  <a:pt x="1612164" y="65795"/>
                  <a:pt x="1612164" y="67542"/>
                </a:cubicBezTo>
                <a:cubicBezTo>
                  <a:pt x="1612164" y="69514"/>
                  <a:pt x="1611972" y="70880"/>
                  <a:pt x="1611588" y="71641"/>
                </a:cubicBezTo>
                <a:cubicBezTo>
                  <a:pt x="1611358" y="72020"/>
                  <a:pt x="1610955" y="72323"/>
                  <a:pt x="1610379" y="72551"/>
                </a:cubicBezTo>
                <a:cubicBezTo>
                  <a:pt x="1609803" y="72779"/>
                  <a:pt x="1607865" y="72893"/>
                  <a:pt x="1604563" y="72893"/>
                </a:cubicBezTo>
                <a:lnTo>
                  <a:pt x="1590860" y="72893"/>
                </a:lnTo>
                <a:cubicBezTo>
                  <a:pt x="1595159" y="78432"/>
                  <a:pt x="1597309" y="85510"/>
                  <a:pt x="1597309" y="94125"/>
                </a:cubicBezTo>
                <a:cubicBezTo>
                  <a:pt x="1597309" y="103970"/>
                  <a:pt x="1593547" y="112393"/>
                  <a:pt x="1586024" y="119394"/>
                </a:cubicBezTo>
                <a:cubicBezTo>
                  <a:pt x="1578500" y="126394"/>
                  <a:pt x="1568405" y="129894"/>
                  <a:pt x="1555738" y="129894"/>
                </a:cubicBezTo>
                <a:cubicBezTo>
                  <a:pt x="1550518" y="129894"/>
                  <a:pt x="1545182" y="129111"/>
                  <a:pt x="1539731" y="127545"/>
                </a:cubicBezTo>
                <a:cubicBezTo>
                  <a:pt x="1536354" y="130459"/>
                  <a:pt x="1534070" y="133011"/>
                  <a:pt x="1532880" y="135199"/>
                </a:cubicBezTo>
                <a:cubicBezTo>
                  <a:pt x="1531690" y="137384"/>
                  <a:pt x="1531095" y="139244"/>
                  <a:pt x="1531095" y="140777"/>
                </a:cubicBezTo>
                <a:cubicBezTo>
                  <a:pt x="1531095" y="142082"/>
                  <a:pt x="1531728" y="143348"/>
                  <a:pt x="1532995" y="144577"/>
                </a:cubicBezTo>
                <a:cubicBezTo>
                  <a:pt x="1534262" y="145803"/>
                  <a:pt x="1536737" y="146684"/>
                  <a:pt x="1540422" y="147222"/>
                </a:cubicBezTo>
                <a:cubicBezTo>
                  <a:pt x="1542572" y="147529"/>
                  <a:pt x="1547946" y="147797"/>
                  <a:pt x="1556544" y="148028"/>
                </a:cubicBezTo>
                <a:cubicBezTo>
                  <a:pt x="1572359" y="148409"/>
                  <a:pt x="1582607" y="148945"/>
                  <a:pt x="1587290" y="149636"/>
                </a:cubicBezTo>
                <a:cubicBezTo>
                  <a:pt x="1594430" y="150634"/>
                  <a:pt x="1600130" y="153282"/>
                  <a:pt x="1604391" y="157578"/>
                </a:cubicBezTo>
                <a:cubicBezTo>
                  <a:pt x="1608651" y="161873"/>
                  <a:pt x="1610782" y="167165"/>
                  <a:pt x="1610782" y="173455"/>
                </a:cubicBezTo>
                <a:cubicBezTo>
                  <a:pt x="1610782" y="182123"/>
                  <a:pt x="1606713" y="190255"/>
                  <a:pt x="1598575" y="197850"/>
                </a:cubicBezTo>
                <a:cubicBezTo>
                  <a:pt x="1586599" y="209049"/>
                  <a:pt x="1570977" y="214648"/>
                  <a:pt x="1551708" y="214648"/>
                </a:cubicBezTo>
                <a:cubicBezTo>
                  <a:pt x="1536891" y="214648"/>
                  <a:pt x="1524377" y="211314"/>
                  <a:pt x="1514167" y="204644"/>
                </a:cubicBezTo>
                <a:cubicBezTo>
                  <a:pt x="1508409" y="200810"/>
                  <a:pt x="1505531" y="196823"/>
                  <a:pt x="1505531" y="192682"/>
                </a:cubicBezTo>
                <a:cubicBezTo>
                  <a:pt x="1505531" y="190845"/>
                  <a:pt x="1505953" y="189006"/>
                  <a:pt x="1506797" y="187166"/>
                </a:cubicBezTo>
                <a:cubicBezTo>
                  <a:pt x="1508102" y="184328"/>
                  <a:pt x="1510789" y="180379"/>
                  <a:pt x="1514858" y="175319"/>
                </a:cubicBezTo>
                <a:cubicBezTo>
                  <a:pt x="1515395" y="174631"/>
                  <a:pt x="1519311" y="170491"/>
                  <a:pt x="1526604" y="162901"/>
                </a:cubicBezTo>
                <a:cubicBezTo>
                  <a:pt x="1522612" y="160518"/>
                  <a:pt x="1519790" y="158386"/>
                  <a:pt x="1518140" y="156502"/>
                </a:cubicBezTo>
                <a:cubicBezTo>
                  <a:pt x="1516489" y="154619"/>
                  <a:pt x="1515664" y="152486"/>
                  <a:pt x="1515664" y="150104"/>
                </a:cubicBezTo>
                <a:cubicBezTo>
                  <a:pt x="1515664" y="147412"/>
                  <a:pt x="1516758" y="144260"/>
                  <a:pt x="1518946" y="140647"/>
                </a:cubicBezTo>
                <a:cubicBezTo>
                  <a:pt x="1521134" y="137034"/>
                  <a:pt x="1526182" y="131923"/>
                  <a:pt x="1534089" y="125313"/>
                </a:cubicBezTo>
                <a:moveTo>
                  <a:pt x="1554126" y="61032"/>
                </a:moveTo>
                <a:cubicBezTo>
                  <a:pt x="1548445" y="61032"/>
                  <a:pt x="1543685" y="63285"/>
                  <a:pt x="1539847" y="67790"/>
                </a:cubicBezTo>
                <a:cubicBezTo>
                  <a:pt x="1536008" y="72293"/>
                  <a:pt x="1534089" y="79202"/>
                  <a:pt x="1534089" y="88518"/>
                </a:cubicBezTo>
                <a:cubicBezTo>
                  <a:pt x="1534089" y="100583"/>
                  <a:pt x="1536699" y="109935"/>
                  <a:pt x="1541919" y="116576"/>
                </a:cubicBezTo>
                <a:cubicBezTo>
                  <a:pt x="1545911" y="121616"/>
                  <a:pt x="1550978" y="124137"/>
                  <a:pt x="1557120" y="124137"/>
                </a:cubicBezTo>
                <a:cubicBezTo>
                  <a:pt x="1562954" y="124137"/>
                  <a:pt x="1567752" y="121961"/>
                  <a:pt x="1571514" y="117609"/>
                </a:cubicBezTo>
                <a:cubicBezTo>
                  <a:pt x="1575276" y="113257"/>
                  <a:pt x="1577157" y="106423"/>
                  <a:pt x="1577157" y="97108"/>
                </a:cubicBezTo>
                <a:cubicBezTo>
                  <a:pt x="1577157" y="84969"/>
                  <a:pt x="1574508" y="75462"/>
                  <a:pt x="1569211" y="68589"/>
                </a:cubicBezTo>
                <a:cubicBezTo>
                  <a:pt x="1565296" y="63551"/>
                  <a:pt x="1560267" y="61032"/>
                  <a:pt x="1554126" y="61032"/>
                </a:cubicBezTo>
                <a:moveTo>
                  <a:pt x="1532937" y="163818"/>
                </a:moveTo>
                <a:cubicBezTo>
                  <a:pt x="1529329" y="167726"/>
                  <a:pt x="1526604" y="171366"/>
                  <a:pt x="1524761" y="174736"/>
                </a:cubicBezTo>
                <a:cubicBezTo>
                  <a:pt x="1522919" y="178109"/>
                  <a:pt x="1521998" y="181214"/>
                  <a:pt x="1521998" y="184049"/>
                </a:cubicBezTo>
                <a:cubicBezTo>
                  <a:pt x="1521998" y="187727"/>
                  <a:pt x="1524224" y="190946"/>
                  <a:pt x="1528677" y="193704"/>
                </a:cubicBezTo>
                <a:cubicBezTo>
                  <a:pt x="1536354" y="198455"/>
                  <a:pt x="1547447" y="200830"/>
                  <a:pt x="1561956" y="200830"/>
                </a:cubicBezTo>
                <a:cubicBezTo>
                  <a:pt x="1575775" y="200830"/>
                  <a:pt x="1585966" y="198396"/>
                  <a:pt x="1592530" y="193528"/>
                </a:cubicBezTo>
                <a:cubicBezTo>
                  <a:pt x="1599094" y="188663"/>
                  <a:pt x="1602376" y="183472"/>
                  <a:pt x="1602376" y="177957"/>
                </a:cubicBezTo>
                <a:cubicBezTo>
                  <a:pt x="1602376" y="173972"/>
                  <a:pt x="1600418" y="171137"/>
                  <a:pt x="1596503" y="169450"/>
                </a:cubicBezTo>
                <a:cubicBezTo>
                  <a:pt x="1592511" y="167763"/>
                  <a:pt x="1584603" y="166768"/>
                  <a:pt x="1572781" y="166463"/>
                </a:cubicBezTo>
                <a:cubicBezTo>
                  <a:pt x="1555508" y="166003"/>
                  <a:pt x="1542226" y="165121"/>
                  <a:pt x="1532937" y="163818"/>
                </a:cubicBezTo>
                <a:close/>
                <a:moveTo>
                  <a:pt x="1641108" y="98112"/>
                </a:moveTo>
                <a:cubicBezTo>
                  <a:pt x="1641031" y="113737"/>
                  <a:pt x="1644832" y="125992"/>
                  <a:pt x="1652508" y="134878"/>
                </a:cubicBezTo>
                <a:cubicBezTo>
                  <a:pt x="1660185" y="143762"/>
                  <a:pt x="1669206" y="148204"/>
                  <a:pt x="1679570" y="148204"/>
                </a:cubicBezTo>
                <a:cubicBezTo>
                  <a:pt x="1686479" y="148204"/>
                  <a:pt x="1692486" y="146304"/>
                  <a:pt x="1697592" y="142504"/>
                </a:cubicBezTo>
                <a:cubicBezTo>
                  <a:pt x="1702697" y="138704"/>
                  <a:pt x="1706977" y="132198"/>
                  <a:pt x="1710431" y="122985"/>
                </a:cubicBezTo>
                <a:lnTo>
                  <a:pt x="1714001" y="125288"/>
                </a:lnTo>
                <a:cubicBezTo>
                  <a:pt x="1712389" y="135806"/>
                  <a:pt x="1707706" y="145383"/>
                  <a:pt x="1699952" y="154019"/>
                </a:cubicBezTo>
                <a:cubicBezTo>
                  <a:pt x="1692198" y="162656"/>
                  <a:pt x="1682487" y="166974"/>
                  <a:pt x="1670818" y="166974"/>
                </a:cubicBezTo>
                <a:cubicBezTo>
                  <a:pt x="1658151" y="166974"/>
                  <a:pt x="1647307" y="162053"/>
                  <a:pt x="1638287" y="152209"/>
                </a:cubicBezTo>
                <a:cubicBezTo>
                  <a:pt x="1629266" y="142363"/>
                  <a:pt x="1624756" y="129128"/>
                  <a:pt x="1624756" y="112502"/>
                </a:cubicBezTo>
                <a:cubicBezTo>
                  <a:pt x="1624756" y="94500"/>
                  <a:pt x="1629382" y="80462"/>
                  <a:pt x="1638632" y="70388"/>
                </a:cubicBezTo>
                <a:cubicBezTo>
                  <a:pt x="1647883" y="60312"/>
                  <a:pt x="1659495" y="55274"/>
                  <a:pt x="1673467" y="55274"/>
                </a:cubicBezTo>
                <a:cubicBezTo>
                  <a:pt x="1685289" y="55274"/>
                  <a:pt x="1695001" y="59161"/>
                  <a:pt x="1702601" y="66934"/>
                </a:cubicBezTo>
                <a:cubicBezTo>
                  <a:pt x="1710201" y="74704"/>
                  <a:pt x="1714001" y="85097"/>
                  <a:pt x="1714001" y="98112"/>
                </a:cubicBezTo>
                <a:lnTo>
                  <a:pt x="1641108" y="98112"/>
                </a:lnTo>
                <a:moveTo>
                  <a:pt x="1641108" y="91433"/>
                </a:moveTo>
                <a:lnTo>
                  <a:pt x="1689934" y="91433"/>
                </a:lnTo>
                <a:cubicBezTo>
                  <a:pt x="1689550" y="84677"/>
                  <a:pt x="1688744" y="79917"/>
                  <a:pt x="1687516" y="77154"/>
                </a:cubicBezTo>
                <a:cubicBezTo>
                  <a:pt x="1685596" y="72854"/>
                  <a:pt x="1682737" y="69477"/>
                  <a:pt x="1678936" y="67020"/>
                </a:cubicBezTo>
                <a:cubicBezTo>
                  <a:pt x="1675136" y="64563"/>
                  <a:pt x="1671164" y="63335"/>
                  <a:pt x="1667018" y="63335"/>
                </a:cubicBezTo>
                <a:cubicBezTo>
                  <a:pt x="1660646" y="63335"/>
                  <a:pt x="1654946" y="65811"/>
                  <a:pt x="1649918" y="70763"/>
                </a:cubicBezTo>
                <a:cubicBezTo>
                  <a:pt x="1644889" y="75714"/>
                  <a:pt x="1641953" y="82604"/>
                  <a:pt x="1641108" y="91433"/>
                </a:cubicBezTo>
                <a:close/>
                <a:moveTo>
                  <a:pt x="1758307" y="55274"/>
                </a:moveTo>
                <a:lnTo>
                  <a:pt x="1758307" y="78996"/>
                </a:lnTo>
                <a:cubicBezTo>
                  <a:pt x="1767135" y="63182"/>
                  <a:pt x="1776194" y="55274"/>
                  <a:pt x="1785483" y="55274"/>
                </a:cubicBezTo>
                <a:cubicBezTo>
                  <a:pt x="1789705" y="55274"/>
                  <a:pt x="1793198" y="56560"/>
                  <a:pt x="1795962" y="59132"/>
                </a:cubicBezTo>
                <a:cubicBezTo>
                  <a:pt x="1798726" y="61704"/>
                  <a:pt x="1800108" y="64679"/>
                  <a:pt x="1800108" y="68056"/>
                </a:cubicBezTo>
                <a:cubicBezTo>
                  <a:pt x="1800108" y="71050"/>
                  <a:pt x="1799110" y="73584"/>
                  <a:pt x="1797114" y="75657"/>
                </a:cubicBezTo>
                <a:cubicBezTo>
                  <a:pt x="1795118" y="77729"/>
                  <a:pt x="1792738" y="78766"/>
                  <a:pt x="1789974" y="78766"/>
                </a:cubicBezTo>
                <a:cubicBezTo>
                  <a:pt x="1787287" y="78766"/>
                  <a:pt x="1784274" y="77441"/>
                  <a:pt x="1780934" y="74793"/>
                </a:cubicBezTo>
                <a:cubicBezTo>
                  <a:pt x="1777595" y="72144"/>
                  <a:pt x="1775119" y="70820"/>
                  <a:pt x="1773507" y="70820"/>
                </a:cubicBezTo>
                <a:cubicBezTo>
                  <a:pt x="1772125" y="70820"/>
                  <a:pt x="1770628" y="71585"/>
                  <a:pt x="1769016" y="73116"/>
                </a:cubicBezTo>
                <a:cubicBezTo>
                  <a:pt x="1765561" y="76256"/>
                  <a:pt x="1761991" y="81425"/>
                  <a:pt x="1758307" y="88622"/>
                </a:cubicBezTo>
                <a:lnTo>
                  <a:pt x="1758307" y="139046"/>
                </a:lnTo>
                <a:cubicBezTo>
                  <a:pt x="1758307" y="144863"/>
                  <a:pt x="1759036" y="149266"/>
                  <a:pt x="1760494" y="152252"/>
                </a:cubicBezTo>
                <a:cubicBezTo>
                  <a:pt x="1761492" y="154320"/>
                  <a:pt x="1763258" y="156044"/>
                  <a:pt x="1765792" y="157424"/>
                </a:cubicBezTo>
                <a:cubicBezTo>
                  <a:pt x="1768325" y="158801"/>
                  <a:pt x="1771972" y="159489"/>
                  <a:pt x="1776731" y="159489"/>
                </a:cubicBezTo>
                <a:lnTo>
                  <a:pt x="1776731" y="163750"/>
                </a:lnTo>
                <a:lnTo>
                  <a:pt x="1722724" y="163750"/>
                </a:lnTo>
                <a:lnTo>
                  <a:pt x="1722724" y="159489"/>
                </a:lnTo>
                <a:cubicBezTo>
                  <a:pt x="1728098" y="159489"/>
                  <a:pt x="1732090" y="158647"/>
                  <a:pt x="1734700" y="156963"/>
                </a:cubicBezTo>
                <a:cubicBezTo>
                  <a:pt x="1736619" y="155737"/>
                  <a:pt x="1737963" y="153783"/>
                  <a:pt x="1738730" y="151101"/>
                </a:cubicBezTo>
                <a:cubicBezTo>
                  <a:pt x="1739114" y="149798"/>
                  <a:pt x="1739306" y="146083"/>
                  <a:pt x="1739306" y="139956"/>
                </a:cubicBezTo>
                <a:lnTo>
                  <a:pt x="1739306" y="99166"/>
                </a:lnTo>
                <a:cubicBezTo>
                  <a:pt x="1739306" y="86909"/>
                  <a:pt x="1739057" y="79614"/>
                  <a:pt x="1738558" y="77280"/>
                </a:cubicBezTo>
                <a:cubicBezTo>
                  <a:pt x="1738059" y="74943"/>
                  <a:pt x="1737137" y="73238"/>
                  <a:pt x="1735794" y="72166"/>
                </a:cubicBezTo>
                <a:cubicBezTo>
                  <a:pt x="1734450" y="71094"/>
                  <a:pt x="1732781" y="70557"/>
                  <a:pt x="1730785" y="70557"/>
                </a:cubicBezTo>
                <a:cubicBezTo>
                  <a:pt x="1728405" y="70557"/>
                  <a:pt x="1725718" y="71132"/>
                  <a:pt x="1722724" y="72281"/>
                </a:cubicBezTo>
                <a:lnTo>
                  <a:pt x="1721572" y="68143"/>
                </a:lnTo>
                <a:lnTo>
                  <a:pt x="1753470" y="55274"/>
                </a:lnTo>
                <a:lnTo>
                  <a:pt x="1758307" y="55274"/>
                </a:lnTo>
                <a:close/>
                <a:moveTo>
                  <a:pt x="1832329" y="0"/>
                </a:moveTo>
                <a:cubicBezTo>
                  <a:pt x="1835553" y="0"/>
                  <a:pt x="1838298" y="1138"/>
                  <a:pt x="1840563" y="3415"/>
                </a:cubicBezTo>
                <a:cubicBezTo>
                  <a:pt x="1842827" y="5689"/>
                  <a:pt x="1843960" y="8447"/>
                  <a:pt x="1843960" y="11688"/>
                </a:cubicBezTo>
                <a:cubicBezTo>
                  <a:pt x="1843960" y="14929"/>
                  <a:pt x="1842827" y="17707"/>
                  <a:pt x="1840563" y="20023"/>
                </a:cubicBezTo>
                <a:cubicBezTo>
                  <a:pt x="1838298" y="22335"/>
                  <a:pt x="1835553" y="23492"/>
                  <a:pt x="1832329" y="23492"/>
                </a:cubicBezTo>
                <a:cubicBezTo>
                  <a:pt x="1829105" y="23492"/>
                  <a:pt x="1826341" y="22335"/>
                  <a:pt x="1824038" y="20023"/>
                </a:cubicBezTo>
                <a:cubicBezTo>
                  <a:pt x="1821735" y="17707"/>
                  <a:pt x="1820583" y="14929"/>
                  <a:pt x="1820583" y="11688"/>
                </a:cubicBezTo>
                <a:cubicBezTo>
                  <a:pt x="1820583" y="8447"/>
                  <a:pt x="1821716" y="5689"/>
                  <a:pt x="1823980" y="3415"/>
                </a:cubicBezTo>
                <a:cubicBezTo>
                  <a:pt x="1826245" y="1138"/>
                  <a:pt x="1829028" y="0"/>
                  <a:pt x="1832329" y="0"/>
                </a:cubicBezTo>
                <a:moveTo>
                  <a:pt x="1841887" y="55274"/>
                </a:moveTo>
                <a:lnTo>
                  <a:pt x="1841887" y="139841"/>
                </a:lnTo>
                <a:cubicBezTo>
                  <a:pt x="1841887" y="146429"/>
                  <a:pt x="1842367" y="150814"/>
                  <a:pt x="1843326" y="152997"/>
                </a:cubicBezTo>
                <a:cubicBezTo>
                  <a:pt x="1844286" y="155180"/>
                  <a:pt x="1845706" y="156808"/>
                  <a:pt x="1847587" y="157881"/>
                </a:cubicBezTo>
                <a:cubicBezTo>
                  <a:pt x="1849468" y="158953"/>
                  <a:pt x="1852903" y="159489"/>
                  <a:pt x="1857893" y="159489"/>
                </a:cubicBezTo>
                <a:lnTo>
                  <a:pt x="1857893" y="163750"/>
                </a:lnTo>
                <a:lnTo>
                  <a:pt x="1806650" y="163750"/>
                </a:lnTo>
                <a:lnTo>
                  <a:pt x="1806650" y="159489"/>
                </a:lnTo>
                <a:cubicBezTo>
                  <a:pt x="1811793" y="159489"/>
                  <a:pt x="1815248" y="158991"/>
                  <a:pt x="1817013" y="157996"/>
                </a:cubicBezTo>
                <a:cubicBezTo>
                  <a:pt x="1818779" y="157000"/>
                  <a:pt x="1820180" y="155353"/>
                  <a:pt x="1821217" y="153055"/>
                </a:cubicBezTo>
                <a:cubicBezTo>
                  <a:pt x="1822253" y="150757"/>
                  <a:pt x="1822771" y="146352"/>
                  <a:pt x="1822771" y="139841"/>
                </a:cubicBezTo>
                <a:lnTo>
                  <a:pt x="1822771" y="99281"/>
                </a:lnTo>
                <a:cubicBezTo>
                  <a:pt x="1822771" y="87867"/>
                  <a:pt x="1822426" y="80475"/>
                  <a:pt x="1821735" y="77107"/>
                </a:cubicBezTo>
                <a:cubicBezTo>
                  <a:pt x="1821197" y="74655"/>
                  <a:pt x="1820353" y="72950"/>
                  <a:pt x="1819201" y="71993"/>
                </a:cubicBezTo>
                <a:cubicBezTo>
                  <a:pt x="1818050" y="71036"/>
                  <a:pt x="1816476" y="70557"/>
                  <a:pt x="1814480" y="70557"/>
                </a:cubicBezTo>
                <a:cubicBezTo>
                  <a:pt x="1812331" y="70557"/>
                  <a:pt x="1809720" y="71132"/>
                  <a:pt x="1806650" y="72281"/>
                </a:cubicBezTo>
                <a:lnTo>
                  <a:pt x="1805037" y="68143"/>
                </a:lnTo>
                <a:lnTo>
                  <a:pt x="1836820" y="55274"/>
                </a:lnTo>
                <a:lnTo>
                  <a:pt x="1841887" y="55274"/>
                </a:lnTo>
                <a:close/>
                <a:moveTo>
                  <a:pt x="1901707" y="77614"/>
                </a:moveTo>
                <a:cubicBezTo>
                  <a:pt x="1914067" y="62721"/>
                  <a:pt x="1925851" y="55274"/>
                  <a:pt x="1937060" y="55274"/>
                </a:cubicBezTo>
                <a:cubicBezTo>
                  <a:pt x="1942818" y="55274"/>
                  <a:pt x="1947769" y="56711"/>
                  <a:pt x="1951915" y="59585"/>
                </a:cubicBezTo>
                <a:cubicBezTo>
                  <a:pt x="1956060" y="62457"/>
                  <a:pt x="1959361" y="67187"/>
                  <a:pt x="1961818" y="73775"/>
                </a:cubicBezTo>
                <a:cubicBezTo>
                  <a:pt x="1963507" y="78369"/>
                  <a:pt x="1964351" y="85416"/>
                  <a:pt x="1964351" y="94916"/>
                </a:cubicBezTo>
                <a:lnTo>
                  <a:pt x="1964351" y="139841"/>
                </a:lnTo>
                <a:cubicBezTo>
                  <a:pt x="1964351" y="146505"/>
                  <a:pt x="1964889" y="151025"/>
                  <a:pt x="1965964" y="153400"/>
                </a:cubicBezTo>
                <a:cubicBezTo>
                  <a:pt x="1966808" y="155315"/>
                  <a:pt x="1968171" y="156808"/>
                  <a:pt x="1970052" y="157881"/>
                </a:cubicBezTo>
                <a:cubicBezTo>
                  <a:pt x="1971932" y="158953"/>
                  <a:pt x="1975406" y="159489"/>
                  <a:pt x="1980473" y="159489"/>
                </a:cubicBezTo>
                <a:lnTo>
                  <a:pt x="1980473" y="163750"/>
                </a:lnTo>
                <a:lnTo>
                  <a:pt x="1928308" y="163750"/>
                </a:lnTo>
                <a:lnTo>
                  <a:pt x="1928308" y="159489"/>
                </a:lnTo>
                <a:lnTo>
                  <a:pt x="1930496" y="159489"/>
                </a:lnTo>
                <a:cubicBezTo>
                  <a:pt x="1935409" y="159489"/>
                  <a:pt x="1938845" y="158744"/>
                  <a:pt x="1940802" y="157254"/>
                </a:cubicBezTo>
                <a:cubicBezTo>
                  <a:pt x="1942760" y="155765"/>
                  <a:pt x="1944123" y="153569"/>
                  <a:pt x="1944890" y="150669"/>
                </a:cubicBezTo>
                <a:cubicBezTo>
                  <a:pt x="1945197" y="149522"/>
                  <a:pt x="1945351" y="145932"/>
                  <a:pt x="1945351" y="139898"/>
                </a:cubicBezTo>
                <a:lnTo>
                  <a:pt x="1945351" y="96935"/>
                </a:lnTo>
                <a:cubicBezTo>
                  <a:pt x="1945351" y="87389"/>
                  <a:pt x="1944103" y="80458"/>
                  <a:pt x="1941608" y="76142"/>
                </a:cubicBezTo>
                <a:cubicBezTo>
                  <a:pt x="1939113" y="71826"/>
                  <a:pt x="1934910" y="69669"/>
                  <a:pt x="1928999" y="69669"/>
                </a:cubicBezTo>
                <a:cubicBezTo>
                  <a:pt x="1919863" y="69669"/>
                  <a:pt x="1910766" y="74633"/>
                  <a:pt x="1901707" y="84563"/>
                </a:cubicBezTo>
                <a:lnTo>
                  <a:pt x="1901707" y="139898"/>
                </a:lnTo>
                <a:cubicBezTo>
                  <a:pt x="1901707" y="147002"/>
                  <a:pt x="1902130" y="151394"/>
                  <a:pt x="1902974" y="153073"/>
                </a:cubicBezTo>
                <a:cubicBezTo>
                  <a:pt x="1904049" y="155287"/>
                  <a:pt x="1905527" y="156910"/>
                  <a:pt x="1907407" y="157942"/>
                </a:cubicBezTo>
                <a:cubicBezTo>
                  <a:pt x="1909288" y="158973"/>
                  <a:pt x="1913108" y="159489"/>
                  <a:pt x="1918865" y="159489"/>
                </a:cubicBezTo>
                <a:lnTo>
                  <a:pt x="1918865" y="163750"/>
                </a:lnTo>
                <a:lnTo>
                  <a:pt x="1866700" y="163750"/>
                </a:lnTo>
                <a:lnTo>
                  <a:pt x="1866700" y="159489"/>
                </a:lnTo>
                <a:lnTo>
                  <a:pt x="1869003" y="159489"/>
                </a:lnTo>
                <a:cubicBezTo>
                  <a:pt x="1874377" y="159489"/>
                  <a:pt x="1878005" y="158130"/>
                  <a:pt x="1879886" y="155412"/>
                </a:cubicBezTo>
                <a:cubicBezTo>
                  <a:pt x="1881766" y="152691"/>
                  <a:pt x="1882707" y="147501"/>
                  <a:pt x="1882707" y="139841"/>
                </a:cubicBezTo>
                <a:lnTo>
                  <a:pt x="1882707" y="100775"/>
                </a:lnTo>
                <a:cubicBezTo>
                  <a:pt x="1882707" y="88136"/>
                  <a:pt x="1882419" y="80439"/>
                  <a:pt x="1881843" y="77683"/>
                </a:cubicBezTo>
                <a:cubicBezTo>
                  <a:pt x="1881267" y="74924"/>
                  <a:pt x="1880385" y="73046"/>
                  <a:pt x="1879195" y="72051"/>
                </a:cubicBezTo>
                <a:cubicBezTo>
                  <a:pt x="1878005" y="71055"/>
                  <a:pt x="1876412" y="70557"/>
                  <a:pt x="1874416" y="70557"/>
                </a:cubicBezTo>
                <a:cubicBezTo>
                  <a:pt x="1872266" y="70557"/>
                  <a:pt x="1869694" y="71132"/>
                  <a:pt x="1866700" y="72281"/>
                </a:cubicBezTo>
                <a:lnTo>
                  <a:pt x="1864973" y="68143"/>
                </a:lnTo>
                <a:lnTo>
                  <a:pt x="1896756" y="55274"/>
                </a:lnTo>
                <a:lnTo>
                  <a:pt x="1901707" y="55274"/>
                </a:lnTo>
                <a:lnTo>
                  <a:pt x="1901707" y="77614"/>
                </a:lnTo>
                <a:close/>
                <a:moveTo>
                  <a:pt x="2016673" y="125313"/>
                </a:moveTo>
                <a:cubicBezTo>
                  <a:pt x="2010224" y="122171"/>
                  <a:pt x="2005273" y="117782"/>
                  <a:pt x="2001818" y="112146"/>
                </a:cubicBezTo>
                <a:cubicBezTo>
                  <a:pt x="1998363" y="106511"/>
                  <a:pt x="1996636" y="100280"/>
                  <a:pt x="1996636" y="93455"/>
                </a:cubicBezTo>
                <a:cubicBezTo>
                  <a:pt x="1996636" y="83029"/>
                  <a:pt x="2000570" y="74059"/>
                  <a:pt x="2008439" y="66545"/>
                </a:cubicBezTo>
                <a:cubicBezTo>
                  <a:pt x="2016308" y="59031"/>
                  <a:pt x="2026384" y="55274"/>
                  <a:pt x="2038667" y="55274"/>
                </a:cubicBezTo>
                <a:cubicBezTo>
                  <a:pt x="2048724" y="55274"/>
                  <a:pt x="2057438" y="57731"/>
                  <a:pt x="2064808" y="62644"/>
                </a:cubicBezTo>
                <a:lnTo>
                  <a:pt x="2087148" y="62644"/>
                </a:lnTo>
                <a:cubicBezTo>
                  <a:pt x="2090449" y="62644"/>
                  <a:pt x="2092368" y="62739"/>
                  <a:pt x="2092905" y="62928"/>
                </a:cubicBezTo>
                <a:cubicBezTo>
                  <a:pt x="2093443" y="63118"/>
                  <a:pt x="2093826" y="63441"/>
                  <a:pt x="2094057" y="63896"/>
                </a:cubicBezTo>
                <a:cubicBezTo>
                  <a:pt x="2094517" y="64580"/>
                  <a:pt x="2094748" y="65795"/>
                  <a:pt x="2094748" y="67542"/>
                </a:cubicBezTo>
                <a:cubicBezTo>
                  <a:pt x="2094748" y="69514"/>
                  <a:pt x="2094556" y="70880"/>
                  <a:pt x="2094172" y="71641"/>
                </a:cubicBezTo>
                <a:cubicBezTo>
                  <a:pt x="2093942" y="72020"/>
                  <a:pt x="2093539" y="72323"/>
                  <a:pt x="2092963" y="72551"/>
                </a:cubicBezTo>
                <a:cubicBezTo>
                  <a:pt x="2092387" y="72779"/>
                  <a:pt x="2090449" y="72893"/>
                  <a:pt x="2087148" y="72893"/>
                </a:cubicBezTo>
                <a:lnTo>
                  <a:pt x="2073444" y="72893"/>
                </a:lnTo>
                <a:cubicBezTo>
                  <a:pt x="2077743" y="78432"/>
                  <a:pt x="2079893" y="85510"/>
                  <a:pt x="2079893" y="94125"/>
                </a:cubicBezTo>
                <a:cubicBezTo>
                  <a:pt x="2079893" y="103970"/>
                  <a:pt x="2076131" y="112393"/>
                  <a:pt x="2068608" y="119394"/>
                </a:cubicBezTo>
                <a:cubicBezTo>
                  <a:pt x="2061084" y="126394"/>
                  <a:pt x="2050989" y="129894"/>
                  <a:pt x="2038322" y="129894"/>
                </a:cubicBezTo>
                <a:cubicBezTo>
                  <a:pt x="2033102" y="129894"/>
                  <a:pt x="2027766" y="129111"/>
                  <a:pt x="2022315" y="127545"/>
                </a:cubicBezTo>
                <a:cubicBezTo>
                  <a:pt x="2018938" y="130459"/>
                  <a:pt x="2016654" y="133011"/>
                  <a:pt x="2015464" y="135199"/>
                </a:cubicBezTo>
                <a:cubicBezTo>
                  <a:pt x="2014274" y="137384"/>
                  <a:pt x="2013679" y="139244"/>
                  <a:pt x="2013679" y="140777"/>
                </a:cubicBezTo>
                <a:cubicBezTo>
                  <a:pt x="2013679" y="142082"/>
                  <a:pt x="2014312" y="143348"/>
                  <a:pt x="2015579" y="144577"/>
                </a:cubicBezTo>
                <a:cubicBezTo>
                  <a:pt x="2016846" y="145803"/>
                  <a:pt x="2019321" y="146684"/>
                  <a:pt x="2023006" y="147222"/>
                </a:cubicBezTo>
                <a:cubicBezTo>
                  <a:pt x="2025156" y="147529"/>
                  <a:pt x="2030530" y="147797"/>
                  <a:pt x="2039128" y="148028"/>
                </a:cubicBezTo>
                <a:cubicBezTo>
                  <a:pt x="2054943" y="148409"/>
                  <a:pt x="2065191" y="148945"/>
                  <a:pt x="2069874" y="149636"/>
                </a:cubicBezTo>
                <a:cubicBezTo>
                  <a:pt x="2077014" y="150634"/>
                  <a:pt x="2082714" y="153282"/>
                  <a:pt x="2086975" y="157578"/>
                </a:cubicBezTo>
                <a:cubicBezTo>
                  <a:pt x="2091236" y="161873"/>
                  <a:pt x="2093366" y="167165"/>
                  <a:pt x="2093366" y="173455"/>
                </a:cubicBezTo>
                <a:cubicBezTo>
                  <a:pt x="2093366" y="182123"/>
                  <a:pt x="2089297" y="190255"/>
                  <a:pt x="2081159" y="197850"/>
                </a:cubicBezTo>
                <a:cubicBezTo>
                  <a:pt x="2069183" y="209049"/>
                  <a:pt x="2053561" y="214648"/>
                  <a:pt x="2034292" y="214648"/>
                </a:cubicBezTo>
                <a:cubicBezTo>
                  <a:pt x="2019475" y="214648"/>
                  <a:pt x="2006962" y="211314"/>
                  <a:pt x="1996751" y="204644"/>
                </a:cubicBezTo>
                <a:cubicBezTo>
                  <a:pt x="1990993" y="200810"/>
                  <a:pt x="1988115" y="196823"/>
                  <a:pt x="1988115" y="192682"/>
                </a:cubicBezTo>
                <a:cubicBezTo>
                  <a:pt x="1988115" y="190845"/>
                  <a:pt x="1988537" y="189006"/>
                  <a:pt x="1989381" y="187166"/>
                </a:cubicBezTo>
                <a:cubicBezTo>
                  <a:pt x="1990686" y="184328"/>
                  <a:pt x="1993373" y="180379"/>
                  <a:pt x="1997442" y="175319"/>
                </a:cubicBezTo>
                <a:cubicBezTo>
                  <a:pt x="1997979" y="174631"/>
                  <a:pt x="2001895" y="170491"/>
                  <a:pt x="2009188" y="162901"/>
                </a:cubicBezTo>
                <a:cubicBezTo>
                  <a:pt x="2005196" y="160518"/>
                  <a:pt x="2002375" y="158386"/>
                  <a:pt x="2000724" y="156502"/>
                </a:cubicBezTo>
                <a:cubicBezTo>
                  <a:pt x="1999073" y="154619"/>
                  <a:pt x="1998248" y="152486"/>
                  <a:pt x="1998248" y="150104"/>
                </a:cubicBezTo>
                <a:cubicBezTo>
                  <a:pt x="1998248" y="147412"/>
                  <a:pt x="1999342" y="144260"/>
                  <a:pt x="2001530" y="140647"/>
                </a:cubicBezTo>
                <a:cubicBezTo>
                  <a:pt x="2003718" y="137034"/>
                  <a:pt x="2008766" y="131923"/>
                  <a:pt x="2016673" y="125313"/>
                </a:cubicBezTo>
                <a:moveTo>
                  <a:pt x="2036710" y="61032"/>
                </a:moveTo>
                <a:cubicBezTo>
                  <a:pt x="2031029" y="61032"/>
                  <a:pt x="2026269" y="63285"/>
                  <a:pt x="2022431" y="67790"/>
                </a:cubicBezTo>
                <a:cubicBezTo>
                  <a:pt x="2018592" y="72293"/>
                  <a:pt x="2016673" y="79202"/>
                  <a:pt x="2016673" y="88518"/>
                </a:cubicBezTo>
                <a:cubicBezTo>
                  <a:pt x="2016673" y="100583"/>
                  <a:pt x="2019283" y="109935"/>
                  <a:pt x="2024503" y="116576"/>
                </a:cubicBezTo>
                <a:cubicBezTo>
                  <a:pt x="2028495" y="121616"/>
                  <a:pt x="2033562" y="124137"/>
                  <a:pt x="2039704" y="124137"/>
                </a:cubicBezTo>
                <a:cubicBezTo>
                  <a:pt x="2045538" y="124137"/>
                  <a:pt x="2050336" y="121961"/>
                  <a:pt x="2054098" y="117609"/>
                </a:cubicBezTo>
                <a:cubicBezTo>
                  <a:pt x="2057860" y="113257"/>
                  <a:pt x="2059741" y="106423"/>
                  <a:pt x="2059741" y="97108"/>
                </a:cubicBezTo>
                <a:cubicBezTo>
                  <a:pt x="2059741" y="84969"/>
                  <a:pt x="2057092" y="75462"/>
                  <a:pt x="2051795" y="68589"/>
                </a:cubicBezTo>
                <a:cubicBezTo>
                  <a:pt x="2047880" y="63551"/>
                  <a:pt x="2042851" y="61032"/>
                  <a:pt x="2036710" y="61032"/>
                </a:cubicBezTo>
                <a:moveTo>
                  <a:pt x="2015521" y="163818"/>
                </a:moveTo>
                <a:cubicBezTo>
                  <a:pt x="2011913" y="167726"/>
                  <a:pt x="2009188" y="171366"/>
                  <a:pt x="2007345" y="174736"/>
                </a:cubicBezTo>
                <a:cubicBezTo>
                  <a:pt x="2005503" y="178109"/>
                  <a:pt x="2004582" y="181214"/>
                  <a:pt x="2004582" y="184049"/>
                </a:cubicBezTo>
                <a:cubicBezTo>
                  <a:pt x="2004582" y="187727"/>
                  <a:pt x="2006808" y="190946"/>
                  <a:pt x="2011261" y="193704"/>
                </a:cubicBezTo>
                <a:cubicBezTo>
                  <a:pt x="2018938" y="198455"/>
                  <a:pt x="2030031" y="200830"/>
                  <a:pt x="2044540" y="200830"/>
                </a:cubicBezTo>
                <a:cubicBezTo>
                  <a:pt x="2058359" y="200830"/>
                  <a:pt x="2068550" y="198396"/>
                  <a:pt x="2075114" y="193528"/>
                </a:cubicBezTo>
                <a:cubicBezTo>
                  <a:pt x="2081678" y="188663"/>
                  <a:pt x="2084960" y="183472"/>
                  <a:pt x="2084960" y="177957"/>
                </a:cubicBezTo>
                <a:cubicBezTo>
                  <a:pt x="2084960" y="173972"/>
                  <a:pt x="2083002" y="171137"/>
                  <a:pt x="2079087" y="169450"/>
                </a:cubicBezTo>
                <a:cubicBezTo>
                  <a:pt x="2075095" y="167763"/>
                  <a:pt x="2067187" y="166768"/>
                  <a:pt x="2055365" y="166463"/>
                </a:cubicBezTo>
                <a:cubicBezTo>
                  <a:pt x="2038092" y="166003"/>
                  <a:pt x="2024810" y="165121"/>
                  <a:pt x="2015521" y="163818"/>
                </a:cubicBezTo>
                <a:close/>
                <a:moveTo>
                  <a:pt x="2182442" y="98112"/>
                </a:moveTo>
                <a:cubicBezTo>
                  <a:pt x="2182365" y="113737"/>
                  <a:pt x="2186165" y="125992"/>
                  <a:pt x="2193842" y="134878"/>
                </a:cubicBezTo>
                <a:cubicBezTo>
                  <a:pt x="2201519" y="143762"/>
                  <a:pt x="2210540" y="148204"/>
                  <a:pt x="2220903" y="148204"/>
                </a:cubicBezTo>
                <a:cubicBezTo>
                  <a:pt x="2227813" y="148204"/>
                  <a:pt x="2233820" y="146304"/>
                  <a:pt x="2238925" y="142504"/>
                </a:cubicBezTo>
                <a:cubicBezTo>
                  <a:pt x="2244030" y="138704"/>
                  <a:pt x="2248310" y="132198"/>
                  <a:pt x="2251765" y="122985"/>
                </a:cubicBezTo>
                <a:lnTo>
                  <a:pt x="2255335" y="125288"/>
                </a:lnTo>
                <a:cubicBezTo>
                  <a:pt x="2253723" y="135806"/>
                  <a:pt x="2249040" y="145383"/>
                  <a:pt x="2241286" y="154019"/>
                </a:cubicBezTo>
                <a:cubicBezTo>
                  <a:pt x="2233532" y="162656"/>
                  <a:pt x="2223821" y="166974"/>
                  <a:pt x="2212152" y="166974"/>
                </a:cubicBezTo>
                <a:cubicBezTo>
                  <a:pt x="2199485" y="166974"/>
                  <a:pt x="2188641" y="162053"/>
                  <a:pt x="2179621" y="152209"/>
                </a:cubicBezTo>
                <a:cubicBezTo>
                  <a:pt x="2170600" y="142363"/>
                  <a:pt x="2166090" y="129128"/>
                  <a:pt x="2166090" y="112502"/>
                </a:cubicBezTo>
                <a:cubicBezTo>
                  <a:pt x="2166090" y="94500"/>
                  <a:pt x="2170715" y="80462"/>
                  <a:pt x="2179966" y="70388"/>
                </a:cubicBezTo>
                <a:cubicBezTo>
                  <a:pt x="2189217" y="60312"/>
                  <a:pt x="2200828" y="55274"/>
                  <a:pt x="2214800" y="55274"/>
                </a:cubicBezTo>
                <a:cubicBezTo>
                  <a:pt x="2226623" y="55274"/>
                  <a:pt x="2236334" y="59161"/>
                  <a:pt x="2243934" y="66934"/>
                </a:cubicBezTo>
                <a:cubicBezTo>
                  <a:pt x="2251535" y="74704"/>
                  <a:pt x="2255335" y="85097"/>
                  <a:pt x="2255335" y="98112"/>
                </a:cubicBezTo>
                <a:lnTo>
                  <a:pt x="2182442" y="98112"/>
                </a:lnTo>
                <a:moveTo>
                  <a:pt x="2182442" y="91433"/>
                </a:moveTo>
                <a:lnTo>
                  <a:pt x="2231267" y="91433"/>
                </a:lnTo>
                <a:cubicBezTo>
                  <a:pt x="2230884" y="84677"/>
                  <a:pt x="2230077" y="79917"/>
                  <a:pt x="2228849" y="77154"/>
                </a:cubicBezTo>
                <a:cubicBezTo>
                  <a:pt x="2226930" y="72854"/>
                  <a:pt x="2224070" y="69477"/>
                  <a:pt x="2220270" y="67020"/>
                </a:cubicBezTo>
                <a:cubicBezTo>
                  <a:pt x="2216470" y="64563"/>
                  <a:pt x="2212497" y="63335"/>
                  <a:pt x="2208352" y="63335"/>
                </a:cubicBezTo>
                <a:cubicBezTo>
                  <a:pt x="2201980" y="63335"/>
                  <a:pt x="2196280" y="65811"/>
                  <a:pt x="2191251" y="70763"/>
                </a:cubicBezTo>
                <a:cubicBezTo>
                  <a:pt x="2186223" y="75714"/>
                  <a:pt x="2183286" y="82604"/>
                  <a:pt x="2182442" y="91433"/>
                </a:cubicBezTo>
                <a:close/>
                <a:moveTo>
                  <a:pt x="2263366" y="58268"/>
                </a:moveTo>
                <a:lnTo>
                  <a:pt x="2312998" y="58268"/>
                </a:lnTo>
                <a:lnTo>
                  <a:pt x="2312998" y="62529"/>
                </a:lnTo>
                <a:lnTo>
                  <a:pt x="2309774" y="62529"/>
                </a:lnTo>
                <a:cubicBezTo>
                  <a:pt x="2306780" y="62529"/>
                  <a:pt x="2304496" y="63258"/>
                  <a:pt x="2302922" y="64717"/>
                </a:cubicBezTo>
                <a:cubicBezTo>
                  <a:pt x="2301348" y="66176"/>
                  <a:pt x="2300561" y="68133"/>
                  <a:pt x="2300561" y="70590"/>
                </a:cubicBezTo>
                <a:cubicBezTo>
                  <a:pt x="2300561" y="73277"/>
                  <a:pt x="2301368" y="76463"/>
                  <a:pt x="2302980" y="80148"/>
                </a:cubicBezTo>
                <a:lnTo>
                  <a:pt x="2327508" y="138416"/>
                </a:lnTo>
                <a:lnTo>
                  <a:pt x="2352151" y="77960"/>
                </a:lnTo>
                <a:cubicBezTo>
                  <a:pt x="2353916" y="73661"/>
                  <a:pt x="2354799" y="70398"/>
                  <a:pt x="2354799" y="68172"/>
                </a:cubicBezTo>
                <a:cubicBezTo>
                  <a:pt x="2354799" y="67097"/>
                  <a:pt x="2354492" y="66214"/>
                  <a:pt x="2353878" y="65523"/>
                </a:cubicBezTo>
                <a:cubicBezTo>
                  <a:pt x="2353034" y="64371"/>
                  <a:pt x="2351959" y="63585"/>
                  <a:pt x="2350654" y="63162"/>
                </a:cubicBezTo>
                <a:cubicBezTo>
                  <a:pt x="2349349" y="62740"/>
                  <a:pt x="2346700" y="62529"/>
                  <a:pt x="2342708" y="62529"/>
                </a:cubicBezTo>
                <a:lnTo>
                  <a:pt x="2342708" y="58268"/>
                </a:lnTo>
                <a:lnTo>
                  <a:pt x="2377139" y="58268"/>
                </a:lnTo>
                <a:lnTo>
                  <a:pt x="2377139" y="62529"/>
                </a:lnTo>
                <a:cubicBezTo>
                  <a:pt x="2373147" y="62836"/>
                  <a:pt x="2370384" y="63642"/>
                  <a:pt x="2368848" y="64947"/>
                </a:cubicBezTo>
                <a:cubicBezTo>
                  <a:pt x="2366161" y="67250"/>
                  <a:pt x="2363743" y="71089"/>
                  <a:pt x="2361593" y="76463"/>
                </a:cubicBezTo>
                <a:lnTo>
                  <a:pt x="2324168" y="166974"/>
                </a:lnTo>
                <a:lnTo>
                  <a:pt x="2319447" y="166974"/>
                </a:lnTo>
                <a:lnTo>
                  <a:pt x="2281791" y="77960"/>
                </a:lnTo>
                <a:cubicBezTo>
                  <a:pt x="2280102" y="73814"/>
                  <a:pt x="2278490" y="70839"/>
                  <a:pt x="2276955" y="69035"/>
                </a:cubicBezTo>
                <a:cubicBezTo>
                  <a:pt x="2275419" y="67231"/>
                  <a:pt x="2273462" y="65715"/>
                  <a:pt x="2271082" y="64487"/>
                </a:cubicBezTo>
                <a:cubicBezTo>
                  <a:pt x="2269777" y="63796"/>
                  <a:pt x="2267205" y="63143"/>
                  <a:pt x="2263366" y="62529"/>
                </a:cubicBezTo>
                <a:lnTo>
                  <a:pt x="2263366" y="58268"/>
                </a:lnTo>
                <a:close/>
                <a:moveTo>
                  <a:pt x="2404011" y="98112"/>
                </a:moveTo>
                <a:cubicBezTo>
                  <a:pt x="2403934" y="113737"/>
                  <a:pt x="2407734" y="125992"/>
                  <a:pt x="2415411" y="134878"/>
                </a:cubicBezTo>
                <a:cubicBezTo>
                  <a:pt x="2423088" y="143762"/>
                  <a:pt x="2432109" y="148204"/>
                  <a:pt x="2442473" y="148204"/>
                </a:cubicBezTo>
                <a:cubicBezTo>
                  <a:pt x="2449382" y="148204"/>
                  <a:pt x="2455389" y="146304"/>
                  <a:pt x="2460494" y="142504"/>
                </a:cubicBezTo>
                <a:cubicBezTo>
                  <a:pt x="2465599" y="138704"/>
                  <a:pt x="2469879" y="132198"/>
                  <a:pt x="2473334" y="122985"/>
                </a:cubicBezTo>
                <a:lnTo>
                  <a:pt x="2476904" y="125288"/>
                </a:lnTo>
                <a:cubicBezTo>
                  <a:pt x="2475292" y="135806"/>
                  <a:pt x="2470609" y="145383"/>
                  <a:pt x="2462855" y="154019"/>
                </a:cubicBezTo>
                <a:cubicBezTo>
                  <a:pt x="2455101" y="162656"/>
                  <a:pt x="2445390" y="166974"/>
                  <a:pt x="2433721" y="166974"/>
                </a:cubicBezTo>
                <a:cubicBezTo>
                  <a:pt x="2421054" y="166974"/>
                  <a:pt x="2410210" y="162053"/>
                  <a:pt x="2401190" y="152209"/>
                </a:cubicBezTo>
                <a:cubicBezTo>
                  <a:pt x="2392169" y="142363"/>
                  <a:pt x="2387659" y="129128"/>
                  <a:pt x="2387659" y="112502"/>
                </a:cubicBezTo>
                <a:cubicBezTo>
                  <a:pt x="2387659" y="94500"/>
                  <a:pt x="2392284" y="80462"/>
                  <a:pt x="2401535" y="70388"/>
                </a:cubicBezTo>
                <a:cubicBezTo>
                  <a:pt x="2410786" y="60312"/>
                  <a:pt x="2422397" y="55274"/>
                  <a:pt x="2436369" y="55274"/>
                </a:cubicBezTo>
                <a:cubicBezTo>
                  <a:pt x="2448192" y="55274"/>
                  <a:pt x="2457903" y="59161"/>
                  <a:pt x="2465504" y="66934"/>
                </a:cubicBezTo>
                <a:cubicBezTo>
                  <a:pt x="2473104" y="74704"/>
                  <a:pt x="2476904" y="85097"/>
                  <a:pt x="2476904" y="98112"/>
                </a:cubicBezTo>
                <a:lnTo>
                  <a:pt x="2404011" y="98112"/>
                </a:lnTo>
                <a:moveTo>
                  <a:pt x="2404011" y="91433"/>
                </a:moveTo>
                <a:lnTo>
                  <a:pt x="2452837" y="91433"/>
                </a:lnTo>
                <a:cubicBezTo>
                  <a:pt x="2452453" y="84677"/>
                  <a:pt x="2451647" y="79917"/>
                  <a:pt x="2450418" y="77154"/>
                </a:cubicBezTo>
                <a:cubicBezTo>
                  <a:pt x="2448499" y="72854"/>
                  <a:pt x="2445639" y="69477"/>
                  <a:pt x="2441839" y="67020"/>
                </a:cubicBezTo>
                <a:cubicBezTo>
                  <a:pt x="2438039" y="64563"/>
                  <a:pt x="2434066" y="63335"/>
                  <a:pt x="2429921" y="63335"/>
                </a:cubicBezTo>
                <a:cubicBezTo>
                  <a:pt x="2423549" y="63335"/>
                  <a:pt x="2417849" y="65811"/>
                  <a:pt x="2412820" y="70763"/>
                </a:cubicBezTo>
                <a:cubicBezTo>
                  <a:pt x="2407792" y="75714"/>
                  <a:pt x="2404855" y="82604"/>
                  <a:pt x="2404011" y="91433"/>
                </a:cubicBezTo>
                <a:close/>
                <a:moveTo>
                  <a:pt x="2521094" y="77614"/>
                </a:moveTo>
                <a:cubicBezTo>
                  <a:pt x="2533454" y="62721"/>
                  <a:pt x="2545238" y="55274"/>
                  <a:pt x="2556446" y="55274"/>
                </a:cubicBezTo>
                <a:cubicBezTo>
                  <a:pt x="2562204" y="55274"/>
                  <a:pt x="2567155" y="56711"/>
                  <a:pt x="2571301" y="59585"/>
                </a:cubicBezTo>
                <a:cubicBezTo>
                  <a:pt x="2575447" y="62457"/>
                  <a:pt x="2578748" y="67187"/>
                  <a:pt x="2581204" y="73775"/>
                </a:cubicBezTo>
                <a:cubicBezTo>
                  <a:pt x="2582893" y="78369"/>
                  <a:pt x="2583738" y="85416"/>
                  <a:pt x="2583738" y="94916"/>
                </a:cubicBezTo>
                <a:lnTo>
                  <a:pt x="2583738" y="139841"/>
                </a:lnTo>
                <a:cubicBezTo>
                  <a:pt x="2583738" y="146505"/>
                  <a:pt x="2584275" y="151025"/>
                  <a:pt x="2585350" y="153400"/>
                </a:cubicBezTo>
                <a:cubicBezTo>
                  <a:pt x="2586194" y="155315"/>
                  <a:pt x="2587557" y="156808"/>
                  <a:pt x="2589438" y="157881"/>
                </a:cubicBezTo>
                <a:cubicBezTo>
                  <a:pt x="2591319" y="158953"/>
                  <a:pt x="2594793" y="159489"/>
                  <a:pt x="2599859" y="159489"/>
                </a:cubicBezTo>
                <a:lnTo>
                  <a:pt x="2599859" y="163750"/>
                </a:lnTo>
                <a:lnTo>
                  <a:pt x="2547694" y="163750"/>
                </a:lnTo>
                <a:lnTo>
                  <a:pt x="2547694" y="159489"/>
                </a:lnTo>
                <a:lnTo>
                  <a:pt x="2549882" y="159489"/>
                </a:lnTo>
                <a:cubicBezTo>
                  <a:pt x="2554796" y="159489"/>
                  <a:pt x="2558231" y="158744"/>
                  <a:pt x="2560189" y="157254"/>
                </a:cubicBezTo>
                <a:cubicBezTo>
                  <a:pt x="2562146" y="155765"/>
                  <a:pt x="2563509" y="153569"/>
                  <a:pt x="2564277" y="150669"/>
                </a:cubicBezTo>
                <a:cubicBezTo>
                  <a:pt x="2564584" y="149522"/>
                  <a:pt x="2564737" y="145932"/>
                  <a:pt x="2564737" y="139898"/>
                </a:cubicBezTo>
                <a:lnTo>
                  <a:pt x="2564737" y="96935"/>
                </a:lnTo>
                <a:cubicBezTo>
                  <a:pt x="2564737" y="87389"/>
                  <a:pt x="2563490" y="80458"/>
                  <a:pt x="2560995" y="76142"/>
                </a:cubicBezTo>
                <a:cubicBezTo>
                  <a:pt x="2558500" y="71826"/>
                  <a:pt x="2554297" y="69669"/>
                  <a:pt x="2548385" y="69669"/>
                </a:cubicBezTo>
                <a:cubicBezTo>
                  <a:pt x="2539250" y="69669"/>
                  <a:pt x="2530152" y="74633"/>
                  <a:pt x="2521094" y="84563"/>
                </a:cubicBezTo>
                <a:lnTo>
                  <a:pt x="2521094" y="139898"/>
                </a:lnTo>
                <a:cubicBezTo>
                  <a:pt x="2521094" y="147002"/>
                  <a:pt x="2521516" y="151394"/>
                  <a:pt x="2522360" y="153073"/>
                </a:cubicBezTo>
                <a:cubicBezTo>
                  <a:pt x="2523435" y="155287"/>
                  <a:pt x="2524913" y="156910"/>
                  <a:pt x="2526794" y="157942"/>
                </a:cubicBezTo>
                <a:cubicBezTo>
                  <a:pt x="2528675" y="158973"/>
                  <a:pt x="2532494" y="159489"/>
                  <a:pt x="2538252" y="159489"/>
                </a:cubicBezTo>
                <a:lnTo>
                  <a:pt x="2538252" y="163750"/>
                </a:lnTo>
                <a:lnTo>
                  <a:pt x="2486087" y="163750"/>
                </a:lnTo>
                <a:lnTo>
                  <a:pt x="2486087" y="159489"/>
                </a:lnTo>
                <a:lnTo>
                  <a:pt x="2488390" y="159489"/>
                </a:lnTo>
                <a:cubicBezTo>
                  <a:pt x="2493764" y="159489"/>
                  <a:pt x="2497391" y="158130"/>
                  <a:pt x="2499272" y="155412"/>
                </a:cubicBezTo>
                <a:cubicBezTo>
                  <a:pt x="2501153" y="152691"/>
                  <a:pt x="2502093" y="147501"/>
                  <a:pt x="2502093" y="139841"/>
                </a:cubicBezTo>
                <a:lnTo>
                  <a:pt x="2502093" y="100775"/>
                </a:lnTo>
                <a:cubicBezTo>
                  <a:pt x="2502093" y="88136"/>
                  <a:pt x="2501805" y="80439"/>
                  <a:pt x="2501229" y="77683"/>
                </a:cubicBezTo>
                <a:cubicBezTo>
                  <a:pt x="2500654" y="74924"/>
                  <a:pt x="2499771" y="73046"/>
                  <a:pt x="2498581" y="72051"/>
                </a:cubicBezTo>
                <a:cubicBezTo>
                  <a:pt x="2497391" y="71055"/>
                  <a:pt x="2495798" y="70557"/>
                  <a:pt x="2493802" y="70557"/>
                </a:cubicBezTo>
                <a:cubicBezTo>
                  <a:pt x="2491652" y="70557"/>
                  <a:pt x="2489081" y="71132"/>
                  <a:pt x="2486087" y="72281"/>
                </a:cubicBezTo>
                <a:lnTo>
                  <a:pt x="2484359" y="68143"/>
                </a:lnTo>
                <a:lnTo>
                  <a:pt x="2516142" y="55274"/>
                </a:lnTo>
                <a:lnTo>
                  <a:pt x="2521094" y="55274"/>
                </a:lnTo>
                <a:lnTo>
                  <a:pt x="2521094" y="77614"/>
                </a:lnTo>
                <a:close/>
                <a:moveTo>
                  <a:pt x="2638478" y="23492"/>
                </a:moveTo>
                <a:lnTo>
                  <a:pt x="2638478" y="58268"/>
                </a:lnTo>
                <a:lnTo>
                  <a:pt x="2663121" y="58268"/>
                </a:lnTo>
                <a:lnTo>
                  <a:pt x="2663121" y="66329"/>
                </a:lnTo>
                <a:lnTo>
                  <a:pt x="2638478" y="66329"/>
                </a:lnTo>
                <a:lnTo>
                  <a:pt x="2638478" y="134637"/>
                </a:lnTo>
                <a:cubicBezTo>
                  <a:pt x="2638478" y="141463"/>
                  <a:pt x="2639457" y="146064"/>
                  <a:pt x="2641414" y="148441"/>
                </a:cubicBezTo>
                <a:cubicBezTo>
                  <a:pt x="2643372" y="150817"/>
                  <a:pt x="2645886" y="152004"/>
                  <a:pt x="2648957" y="152004"/>
                </a:cubicBezTo>
                <a:cubicBezTo>
                  <a:pt x="2651490" y="152004"/>
                  <a:pt x="2653947" y="151217"/>
                  <a:pt x="2656327" y="149643"/>
                </a:cubicBezTo>
                <a:cubicBezTo>
                  <a:pt x="2658707" y="148070"/>
                  <a:pt x="2660549" y="145747"/>
                  <a:pt x="2661854" y="142677"/>
                </a:cubicBezTo>
                <a:lnTo>
                  <a:pt x="2666345" y="142677"/>
                </a:lnTo>
                <a:cubicBezTo>
                  <a:pt x="2663658" y="150222"/>
                  <a:pt x="2659858" y="155928"/>
                  <a:pt x="2654945" y="159795"/>
                </a:cubicBezTo>
                <a:cubicBezTo>
                  <a:pt x="2650032" y="163660"/>
                  <a:pt x="2644965" y="165592"/>
                  <a:pt x="2639744" y="165592"/>
                </a:cubicBezTo>
                <a:cubicBezTo>
                  <a:pt x="2636213" y="165592"/>
                  <a:pt x="2632758" y="164612"/>
                  <a:pt x="2629380" y="162652"/>
                </a:cubicBezTo>
                <a:cubicBezTo>
                  <a:pt x="2626003" y="160692"/>
                  <a:pt x="2623508" y="157888"/>
                  <a:pt x="2621895" y="154239"/>
                </a:cubicBezTo>
                <a:cubicBezTo>
                  <a:pt x="2620283" y="150587"/>
                  <a:pt x="2619477" y="144957"/>
                  <a:pt x="2619477" y="137347"/>
                </a:cubicBezTo>
                <a:lnTo>
                  <a:pt x="2619477" y="66329"/>
                </a:lnTo>
                <a:lnTo>
                  <a:pt x="2602780" y="66329"/>
                </a:lnTo>
                <a:lnTo>
                  <a:pt x="2602780" y="62529"/>
                </a:lnTo>
                <a:cubicBezTo>
                  <a:pt x="2607002" y="60835"/>
                  <a:pt x="2611320" y="57967"/>
                  <a:pt x="2615735" y="53925"/>
                </a:cubicBezTo>
                <a:cubicBezTo>
                  <a:pt x="2620149" y="49882"/>
                  <a:pt x="2624083" y="45089"/>
                  <a:pt x="2627538" y="39545"/>
                </a:cubicBezTo>
                <a:cubicBezTo>
                  <a:pt x="2629304" y="36620"/>
                  <a:pt x="2631760" y="31269"/>
                  <a:pt x="2634908" y="23492"/>
                </a:cubicBezTo>
                <a:lnTo>
                  <a:pt x="2638478" y="23492"/>
                </a:lnTo>
                <a:close/>
                <a:moveTo>
                  <a:pt x="2762690" y="23492"/>
                </a:moveTo>
                <a:lnTo>
                  <a:pt x="2762690" y="58268"/>
                </a:lnTo>
                <a:lnTo>
                  <a:pt x="2787333" y="58268"/>
                </a:lnTo>
                <a:lnTo>
                  <a:pt x="2787333" y="66329"/>
                </a:lnTo>
                <a:lnTo>
                  <a:pt x="2762690" y="66329"/>
                </a:lnTo>
                <a:lnTo>
                  <a:pt x="2762690" y="134637"/>
                </a:lnTo>
                <a:cubicBezTo>
                  <a:pt x="2762690" y="141463"/>
                  <a:pt x="2763669" y="146064"/>
                  <a:pt x="2765626" y="148441"/>
                </a:cubicBezTo>
                <a:cubicBezTo>
                  <a:pt x="2767584" y="150817"/>
                  <a:pt x="2770098" y="152004"/>
                  <a:pt x="2773169" y="152004"/>
                </a:cubicBezTo>
                <a:cubicBezTo>
                  <a:pt x="2775702" y="152004"/>
                  <a:pt x="2778159" y="151217"/>
                  <a:pt x="2780539" y="149643"/>
                </a:cubicBezTo>
                <a:cubicBezTo>
                  <a:pt x="2782919" y="148070"/>
                  <a:pt x="2784761" y="145747"/>
                  <a:pt x="2786066" y="142677"/>
                </a:cubicBezTo>
                <a:lnTo>
                  <a:pt x="2790557" y="142677"/>
                </a:lnTo>
                <a:cubicBezTo>
                  <a:pt x="2787870" y="150222"/>
                  <a:pt x="2784070" y="155928"/>
                  <a:pt x="2779157" y="159795"/>
                </a:cubicBezTo>
                <a:cubicBezTo>
                  <a:pt x="2774244" y="163660"/>
                  <a:pt x="2769177" y="165592"/>
                  <a:pt x="2763956" y="165592"/>
                </a:cubicBezTo>
                <a:cubicBezTo>
                  <a:pt x="2760425" y="165592"/>
                  <a:pt x="2756970" y="164612"/>
                  <a:pt x="2753593" y="162652"/>
                </a:cubicBezTo>
                <a:cubicBezTo>
                  <a:pt x="2750215" y="160692"/>
                  <a:pt x="2747720" y="157888"/>
                  <a:pt x="2746108" y="154239"/>
                </a:cubicBezTo>
                <a:cubicBezTo>
                  <a:pt x="2744495" y="150587"/>
                  <a:pt x="2743689" y="144957"/>
                  <a:pt x="2743689" y="137347"/>
                </a:cubicBezTo>
                <a:lnTo>
                  <a:pt x="2743689" y="66329"/>
                </a:lnTo>
                <a:lnTo>
                  <a:pt x="2726992" y="66329"/>
                </a:lnTo>
                <a:lnTo>
                  <a:pt x="2726992" y="62529"/>
                </a:lnTo>
                <a:cubicBezTo>
                  <a:pt x="2731214" y="60835"/>
                  <a:pt x="2735532" y="57967"/>
                  <a:pt x="2739947" y="53925"/>
                </a:cubicBezTo>
                <a:cubicBezTo>
                  <a:pt x="2744361" y="49882"/>
                  <a:pt x="2748295" y="45089"/>
                  <a:pt x="2751750" y="39545"/>
                </a:cubicBezTo>
                <a:cubicBezTo>
                  <a:pt x="2753516" y="36620"/>
                  <a:pt x="2755972" y="31269"/>
                  <a:pt x="2759120" y="23492"/>
                </a:cubicBezTo>
                <a:lnTo>
                  <a:pt x="2762690" y="23492"/>
                </a:lnTo>
                <a:close/>
                <a:moveTo>
                  <a:pt x="2828384" y="55274"/>
                </a:moveTo>
                <a:lnTo>
                  <a:pt x="2828384" y="78996"/>
                </a:lnTo>
                <a:cubicBezTo>
                  <a:pt x="2837213" y="63182"/>
                  <a:pt x="2846271" y="55274"/>
                  <a:pt x="2855560" y="55274"/>
                </a:cubicBezTo>
                <a:cubicBezTo>
                  <a:pt x="2859783" y="55274"/>
                  <a:pt x="2863276" y="56560"/>
                  <a:pt x="2866040" y="59132"/>
                </a:cubicBezTo>
                <a:cubicBezTo>
                  <a:pt x="2868803" y="61704"/>
                  <a:pt x="2870185" y="64679"/>
                  <a:pt x="2870185" y="68056"/>
                </a:cubicBezTo>
                <a:cubicBezTo>
                  <a:pt x="2870185" y="71050"/>
                  <a:pt x="2869187" y="73584"/>
                  <a:pt x="2867191" y="75657"/>
                </a:cubicBezTo>
                <a:cubicBezTo>
                  <a:pt x="2865195" y="77729"/>
                  <a:pt x="2862815" y="78766"/>
                  <a:pt x="2860052" y="78766"/>
                </a:cubicBezTo>
                <a:cubicBezTo>
                  <a:pt x="2857365" y="78766"/>
                  <a:pt x="2854351" y="77441"/>
                  <a:pt x="2851012" y="74793"/>
                </a:cubicBezTo>
                <a:cubicBezTo>
                  <a:pt x="2847672" y="72144"/>
                  <a:pt x="2845197" y="70820"/>
                  <a:pt x="2843584" y="70820"/>
                </a:cubicBezTo>
                <a:cubicBezTo>
                  <a:pt x="2842203" y="70820"/>
                  <a:pt x="2840706" y="71585"/>
                  <a:pt x="2839093" y="73116"/>
                </a:cubicBezTo>
                <a:cubicBezTo>
                  <a:pt x="2835639" y="76256"/>
                  <a:pt x="2832069" y="81425"/>
                  <a:pt x="2828384" y="88622"/>
                </a:cubicBezTo>
                <a:lnTo>
                  <a:pt x="2828384" y="139046"/>
                </a:lnTo>
                <a:cubicBezTo>
                  <a:pt x="2828384" y="144863"/>
                  <a:pt x="2829113" y="149266"/>
                  <a:pt x="2830572" y="152252"/>
                </a:cubicBezTo>
                <a:cubicBezTo>
                  <a:pt x="2831570" y="154320"/>
                  <a:pt x="2833336" y="156044"/>
                  <a:pt x="2835869" y="157424"/>
                </a:cubicBezTo>
                <a:cubicBezTo>
                  <a:pt x="2838402" y="158801"/>
                  <a:pt x="2842049" y="159489"/>
                  <a:pt x="2846809" y="159489"/>
                </a:cubicBezTo>
                <a:lnTo>
                  <a:pt x="2846809" y="163750"/>
                </a:lnTo>
                <a:lnTo>
                  <a:pt x="2792801" y="163750"/>
                </a:lnTo>
                <a:lnTo>
                  <a:pt x="2792801" y="159489"/>
                </a:lnTo>
                <a:cubicBezTo>
                  <a:pt x="2798175" y="159489"/>
                  <a:pt x="2802167" y="158647"/>
                  <a:pt x="2804777" y="156963"/>
                </a:cubicBezTo>
                <a:cubicBezTo>
                  <a:pt x="2806697" y="155737"/>
                  <a:pt x="2808040" y="153783"/>
                  <a:pt x="2808808" y="151101"/>
                </a:cubicBezTo>
                <a:cubicBezTo>
                  <a:pt x="2809192" y="149798"/>
                  <a:pt x="2809383" y="146083"/>
                  <a:pt x="2809383" y="139956"/>
                </a:cubicBezTo>
                <a:lnTo>
                  <a:pt x="2809383" y="99166"/>
                </a:lnTo>
                <a:cubicBezTo>
                  <a:pt x="2809383" y="86909"/>
                  <a:pt x="2809134" y="79614"/>
                  <a:pt x="2808635" y="77280"/>
                </a:cubicBezTo>
                <a:cubicBezTo>
                  <a:pt x="2808136" y="74943"/>
                  <a:pt x="2807215" y="73238"/>
                  <a:pt x="2805871" y="72166"/>
                </a:cubicBezTo>
                <a:cubicBezTo>
                  <a:pt x="2804528" y="71094"/>
                  <a:pt x="2802858" y="70557"/>
                  <a:pt x="2800862" y="70557"/>
                </a:cubicBezTo>
                <a:cubicBezTo>
                  <a:pt x="2798482" y="70557"/>
                  <a:pt x="2795795" y="71132"/>
                  <a:pt x="2792801" y="72281"/>
                </a:cubicBezTo>
                <a:lnTo>
                  <a:pt x="2791650" y="68143"/>
                </a:lnTo>
                <a:lnTo>
                  <a:pt x="2823547" y="55274"/>
                </a:lnTo>
                <a:lnTo>
                  <a:pt x="2828384" y="55274"/>
                </a:lnTo>
                <a:close/>
                <a:moveTo>
                  <a:pt x="2935340" y="148549"/>
                </a:moveTo>
                <a:cubicBezTo>
                  <a:pt x="2924516" y="156917"/>
                  <a:pt x="2917722" y="161754"/>
                  <a:pt x="2914958" y="163059"/>
                </a:cubicBezTo>
                <a:cubicBezTo>
                  <a:pt x="2910812" y="165055"/>
                  <a:pt x="2906398" y="166053"/>
                  <a:pt x="2901715" y="166053"/>
                </a:cubicBezTo>
                <a:cubicBezTo>
                  <a:pt x="2894422" y="166053"/>
                  <a:pt x="2888415" y="163558"/>
                  <a:pt x="2883694" y="158568"/>
                </a:cubicBezTo>
                <a:cubicBezTo>
                  <a:pt x="2878972" y="153578"/>
                  <a:pt x="2876612" y="147014"/>
                  <a:pt x="2876612" y="138876"/>
                </a:cubicBezTo>
                <a:cubicBezTo>
                  <a:pt x="2876612" y="133733"/>
                  <a:pt x="2877763" y="129280"/>
                  <a:pt x="2880066" y="125519"/>
                </a:cubicBezTo>
                <a:cubicBezTo>
                  <a:pt x="2883214" y="120298"/>
                  <a:pt x="2888684" y="115385"/>
                  <a:pt x="2896476" y="110779"/>
                </a:cubicBezTo>
                <a:cubicBezTo>
                  <a:pt x="2904268" y="106173"/>
                  <a:pt x="2917223" y="100568"/>
                  <a:pt x="2935340" y="93966"/>
                </a:cubicBezTo>
                <a:lnTo>
                  <a:pt x="2935340" y="89821"/>
                </a:lnTo>
                <a:cubicBezTo>
                  <a:pt x="2935340" y="79303"/>
                  <a:pt x="2933671" y="72087"/>
                  <a:pt x="2930331" y="68172"/>
                </a:cubicBezTo>
                <a:cubicBezTo>
                  <a:pt x="2926992" y="64256"/>
                  <a:pt x="2922136" y="62299"/>
                  <a:pt x="2915764" y="62299"/>
                </a:cubicBezTo>
                <a:cubicBezTo>
                  <a:pt x="2910928" y="62299"/>
                  <a:pt x="2907089" y="63599"/>
                  <a:pt x="2904249" y="66200"/>
                </a:cubicBezTo>
                <a:cubicBezTo>
                  <a:pt x="2901331" y="68800"/>
                  <a:pt x="2899873" y="71783"/>
                  <a:pt x="2899873" y="75149"/>
                </a:cubicBezTo>
                <a:lnTo>
                  <a:pt x="2900103" y="81803"/>
                </a:lnTo>
                <a:cubicBezTo>
                  <a:pt x="2900103" y="85320"/>
                  <a:pt x="2899201" y="88035"/>
                  <a:pt x="2897397" y="89947"/>
                </a:cubicBezTo>
                <a:cubicBezTo>
                  <a:pt x="2895593" y="91859"/>
                  <a:pt x="2893232" y="92815"/>
                  <a:pt x="2890315" y="92815"/>
                </a:cubicBezTo>
                <a:cubicBezTo>
                  <a:pt x="2887474" y="92815"/>
                  <a:pt x="2885152" y="91820"/>
                  <a:pt x="2883348" y="89831"/>
                </a:cubicBezTo>
                <a:cubicBezTo>
                  <a:pt x="2881544" y="87840"/>
                  <a:pt x="2880642" y="85122"/>
                  <a:pt x="2880642" y="81677"/>
                </a:cubicBezTo>
                <a:cubicBezTo>
                  <a:pt x="2880642" y="75096"/>
                  <a:pt x="2884020" y="69051"/>
                  <a:pt x="2890776" y="63540"/>
                </a:cubicBezTo>
                <a:cubicBezTo>
                  <a:pt x="2897531" y="58030"/>
                  <a:pt x="2907012" y="55274"/>
                  <a:pt x="2919219" y="55274"/>
                </a:cubicBezTo>
                <a:cubicBezTo>
                  <a:pt x="2928585" y="55274"/>
                  <a:pt x="2936262" y="56846"/>
                  <a:pt x="2942250" y="59988"/>
                </a:cubicBezTo>
                <a:cubicBezTo>
                  <a:pt x="2946779" y="62366"/>
                  <a:pt x="2950119" y="66086"/>
                  <a:pt x="2952268" y="71148"/>
                </a:cubicBezTo>
                <a:cubicBezTo>
                  <a:pt x="2953650" y="74444"/>
                  <a:pt x="2954341" y="81191"/>
                  <a:pt x="2954341" y="91390"/>
                </a:cubicBezTo>
                <a:lnTo>
                  <a:pt x="2954341" y="127159"/>
                </a:lnTo>
                <a:cubicBezTo>
                  <a:pt x="2954341" y="137204"/>
                  <a:pt x="2954533" y="143358"/>
                  <a:pt x="2954917" y="145620"/>
                </a:cubicBezTo>
                <a:cubicBezTo>
                  <a:pt x="2955301" y="147883"/>
                  <a:pt x="2955934" y="149398"/>
                  <a:pt x="2956817" y="150165"/>
                </a:cubicBezTo>
                <a:cubicBezTo>
                  <a:pt x="2957700" y="150931"/>
                  <a:pt x="2958717" y="151313"/>
                  <a:pt x="2959868" y="151313"/>
                </a:cubicBezTo>
                <a:cubicBezTo>
                  <a:pt x="2961097" y="151313"/>
                  <a:pt x="2962171" y="151044"/>
                  <a:pt x="2963093" y="150507"/>
                </a:cubicBezTo>
                <a:cubicBezTo>
                  <a:pt x="2964705" y="149509"/>
                  <a:pt x="2967814" y="146707"/>
                  <a:pt x="2972420" y="142101"/>
                </a:cubicBezTo>
                <a:lnTo>
                  <a:pt x="2972420" y="148549"/>
                </a:lnTo>
                <a:cubicBezTo>
                  <a:pt x="2963822" y="160065"/>
                  <a:pt x="2955608" y="165823"/>
                  <a:pt x="2947777" y="165823"/>
                </a:cubicBezTo>
                <a:cubicBezTo>
                  <a:pt x="2944015" y="165823"/>
                  <a:pt x="2941021" y="164518"/>
                  <a:pt x="2938795" y="161907"/>
                </a:cubicBezTo>
                <a:cubicBezTo>
                  <a:pt x="2936569" y="159297"/>
                  <a:pt x="2935417" y="154845"/>
                  <a:pt x="2935340" y="148549"/>
                </a:cubicBezTo>
                <a:moveTo>
                  <a:pt x="2935340" y="141000"/>
                </a:moveTo>
                <a:lnTo>
                  <a:pt x="2935340" y="100991"/>
                </a:lnTo>
                <a:cubicBezTo>
                  <a:pt x="2923748" y="105575"/>
                  <a:pt x="2916263" y="108824"/>
                  <a:pt x="2912885" y="110736"/>
                </a:cubicBezTo>
                <a:cubicBezTo>
                  <a:pt x="2906820" y="114099"/>
                  <a:pt x="2902483" y="117615"/>
                  <a:pt x="2899873" y="121283"/>
                </a:cubicBezTo>
                <a:cubicBezTo>
                  <a:pt x="2897263" y="124951"/>
                  <a:pt x="2895958" y="128964"/>
                  <a:pt x="2895958" y="133320"/>
                </a:cubicBezTo>
                <a:cubicBezTo>
                  <a:pt x="2895958" y="138824"/>
                  <a:pt x="2897608" y="143390"/>
                  <a:pt x="2900909" y="147020"/>
                </a:cubicBezTo>
                <a:cubicBezTo>
                  <a:pt x="2904210" y="150650"/>
                  <a:pt x="2908010" y="152465"/>
                  <a:pt x="2912309" y="152465"/>
                </a:cubicBezTo>
                <a:cubicBezTo>
                  <a:pt x="2918144" y="152465"/>
                  <a:pt x="2925821" y="148643"/>
                  <a:pt x="2935340" y="141000"/>
                </a:cubicBezTo>
                <a:close/>
                <a:moveTo>
                  <a:pt x="3069236" y="123676"/>
                </a:moveTo>
                <a:cubicBezTo>
                  <a:pt x="3066395" y="137571"/>
                  <a:pt x="3060829" y="148262"/>
                  <a:pt x="3052538" y="155747"/>
                </a:cubicBezTo>
                <a:cubicBezTo>
                  <a:pt x="3044247" y="163232"/>
                  <a:pt x="3035073" y="166974"/>
                  <a:pt x="3025016" y="166974"/>
                </a:cubicBezTo>
                <a:cubicBezTo>
                  <a:pt x="3013040" y="166974"/>
                  <a:pt x="3002599" y="161952"/>
                  <a:pt x="2993694" y="151907"/>
                </a:cubicBezTo>
                <a:cubicBezTo>
                  <a:pt x="2984789" y="141860"/>
                  <a:pt x="2980336" y="128285"/>
                  <a:pt x="2980336" y="111182"/>
                </a:cubicBezTo>
                <a:cubicBezTo>
                  <a:pt x="2980336" y="94616"/>
                  <a:pt x="2985269" y="81158"/>
                  <a:pt x="2995134" y="70806"/>
                </a:cubicBezTo>
                <a:cubicBezTo>
                  <a:pt x="3004999" y="60451"/>
                  <a:pt x="3016840" y="55274"/>
                  <a:pt x="3030659" y="55274"/>
                </a:cubicBezTo>
                <a:cubicBezTo>
                  <a:pt x="3041023" y="55274"/>
                  <a:pt x="3049544" y="58010"/>
                  <a:pt x="3056223" y="63483"/>
                </a:cubicBezTo>
                <a:cubicBezTo>
                  <a:pt x="3062902" y="68952"/>
                  <a:pt x="3066242" y="74633"/>
                  <a:pt x="3066242" y="80525"/>
                </a:cubicBezTo>
                <a:cubicBezTo>
                  <a:pt x="3066242" y="83433"/>
                  <a:pt x="3065301" y="85787"/>
                  <a:pt x="3063420" y="87586"/>
                </a:cubicBezTo>
                <a:cubicBezTo>
                  <a:pt x="3061539" y="89383"/>
                  <a:pt x="3058910" y="90281"/>
                  <a:pt x="3055532" y="90281"/>
                </a:cubicBezTo>
                <a:cubicBezTo>
                  <a:pt x="3051003" y="90281"/>
                  <a:pt x="3047587" y="88823"/>
                  <a:pt x="3045283" y="85905"/>
                </a:cubicBezTo>
                <a:cubicBezTo>
                  <a:pt x="3043978" y="84293"/>
                  <a:pt x="3043115" y="81222"/>
                  <a:pt x="3042692" y="76693"/>
                </a:cubicBezTo>
                <a:cubicBezTo>
                  <a:pt x="3042270" y="72164"/>
                  <a:pt x="3040716" y="68709"/>
                  <a:pt x="3038029" y="66329"/>
                </a:cubicBezTo>
                <a:cubicBezTo>
                  <a:pt x="3035342" y="64026"/>
                  <a:pt x="3031618" y="62874"/>
                  <a:pt x="3026859" y="62874"/>
                </a:cubicBezTo>
                <a:cubicBezTo>
                  <a:pt x="3019182" y="62874"/>
                  <a:pt x="3013002" y="65715"/>
                  <a:pt x="3008319" y="71396"/>
                </a:cubicBezTo>
                <a:cubicBezTo>
                  <a:pt x="3002100" y="78919"/>
                  <a:pt x="2998991" y="88861"/>
                  <a:pt x="2998991" y="101221"/>
                </a:cubicBezTo>
                <a:cubicBezTo>
                  <a:pt x="2998991" y="113811"/>
                  <a:pt x="3002081" y="124924"/>
                  <a:pt x="3008261" y="134558"/>
                </a:cubicBezTo>
                <a:cubicBezTo>
                  <a:pt x="3014441" y="144193"/>
                  <a:pt x="3022790" y="149010"/>
                  <a:pt x="3033307" y="149010"/>
                </a:cubicBezTo>
                <a:cubicBezTo>
                  <a:pt x="3040831" y="149010"/>
                  <a:pt x="3047587" y="146438"/>
                  <a:pt x="3053575" y="141295"/>
                </a:cubicBezTo>
                <a:cubicBezTo>
                  <a:pt x="3057797" y="137763"/>
                  <a:pt x="3061904" y="131353"/>
                  <a:pt x="3065896" y="122064"/>
                </a:cubicBezTo>
                <a:lnTo>
                  <a:pt x="3069236" y="123676"/>
                </a:lnTo>
                <a:close/>
                <a:moveTo>
                  <a:pt x="3101450" y="98112"/>
                </a:moveTo>
                <a:cubicBezTo>
                  <a:pt x="3101373" y="113737"/>
                  <a:pt x="3105173" y="125992"/>
                  <a:pt x="3112850" y="134878"/>
                </a:cubicBezTo>
                <a:cubicBezTo>
                  <a:pt x="3120527" y="143762"/>
                  <a:pt x="3129548" y="148204"/>
                  <a:pt x="3139911" y="148204"/>
                </a:cubicBezTo>
                <a:cubicBezTo>
                  <a:pt x="3146821" y="148204"/>
                  <a:pt x="3152828" y="146304"/>
                  <a:pt x="3157933" y="142504"/>
                </a:cubicBezTo>
                <a:cubicBezTo>
                  <a:pt x="3163038" y="138704"/>
                  <a:pt x="3167318" y="132198"/>
                  <a:pt x="3170773" y="122985"/>
                </a:cubicBezTo>
                <a:lnTo>
                  <a:pt x="3174343" y="125288"/>
                </a:lnTo>
                <a:cubicBezTo>
                  <a:pt x="3172731" y="135806"/>
                  <a:pt x="3168048" y="145383"/>
                  <a:pt x="3160294" y="154019"/>
                </a:cubicBezTo>
                <a:cubicBezTo>
                  <a:pt x="3152540" y="162656"/>
                  <a:pt x="3142829" y="166974"/>
                  <a:pt x="3131160" y="166974"/>
                </a:cubicBezTo>
                <a:cubicBezTo>
                  <a:pt x="3118493" y="166974"/>
                  <a:pt x="3107649" y="162053"/>
                  <a:pt x="3098629" y="152209"/>
                </a:cubicBezTo>
                <a:cubicBezTo>
                  <a:pt x="3089608" y="142363"/>
                  <a:pt x="3085098" y="129128"/>
                  <a:pt x="3085098" y="112502"/>
                </a:cubicBezTo>
                <a:cubicBezTo>
                  <a:pt x="3085098" y="94500"/>
                  <a:pt x="3089723" y="80462"/>
                  <a:pt x="3098974" y="70388"/>
                </a:cubicBezTo>
                <a:cubicBezTo>
                  <a:pt x="3108225" y="60312"/>
                  <a:pt x="3119836" y="55274"/>
                  <a:pt x="3133808" y="55274"/>
                </a:cubicBezTo>
                <a:cubicBezTo>
                  <a:pt x="3145631" y="55274"/>
                  <a:pt x="3155342" y="59161"/>
                  <a:pt x="3162942" y="66934"/>
                </a:cubicBezTo>
                <a:cubicBezTo>
                  <a:pt x="3170543" y="74704"/>
                  <a:pt x="3174343" y="85097"/>
                  <a:pt x="3174343" y="98112"/>
                </a:cubicBezTo>
                <a:lnTo>
                  <a:pt x="3101450" y="98112"/>
                </a:lnTo>
                <a:moveTo>
                  <a:pt x="3101450" y="91433"/>
                </a:moveTo>
                <a:lnTo>
                  <a:pt x="3150275" y="91433"/>
                </a:lnTo>
                <a:cubicBezTo>
                  <a:pt x="3149892" y="84677"/>
                  <a:pt x="3149085" y="79917"/>
                  <a:pt x="3147857" y="77154"/>
                </a:cubicBezTo>
                <a:cubicBezTo>
                  <a:pt x="3145938" y="72854"/>
                  <a:pt x="3143078" y="69477"/>
                  <a:pt x="3139278" y="67020"/>
                </a:cubicBezTo>
                <a:cubicBezTo>
                  <a:pt x="3135478" y="64563"/>
                  <a:pt x="3131505" y="63335"/>
                  <a:pt x="3127360" y="63335"/>
                </a:cubicBezTo>
                <a:cubicBezTo>
                  <a:pt x="3120988" y="63335"/>
                  <a:pt x="3115288" y="65811"/>
                  <a:pt x="3110259" y="70763"/>
                </a:cubicBezTo>
                <a:cubicBezTo>
                  <a:pt x="3105231" y="75714"/>
                  <a:pt x="3102294" y="82604"/>
                  <a:pt x="3101450" y="91433"/>
                </a:cubicBezTo>
                <a:close/>
                <a:moveTo>
                  <a:pt x="3298125" y="55274"/>
                </a:moveTo>
                <a:cubicBezTo>
                  <a:pt x="3314093" y="55274"/>
                  <a:pt x="3326914" y="61333"/>
                  <a:pt x="3336587" y="73451"/>
                </a:cubicBezTo>
                <a:cubicBezTo>
                  <a:pt x="3344801" y="83803"/>
                  <a:pt x="3348908" y="95690"/>
                  <a:pt x="3348908" y="109113"/>
                </a:cubicBezTo>
                <a:cubicBezTo>
                  <a:pt x="3348908" y="118546"/>
                  <a:pt x="3346644" y="128094"/>
                  <a:pt x="3342114" y="137757"/>
                </a:cubicBezTo>
                <a:cubicBezTo>
                  <a:pt x="3337585" y="147418"/>
                  <a:pt x="3331347" y="154703"/>
                  <a:pt x="3323402" y="159611"/>
                </a:cubicBezTo>
                <a:cubicBezTo>
                  <a:pt x="3315456" y="164520"/>
                  <a:pt x="3306608" y="166974"/>
                  <a:pt x="3296858" y="166974"/>
                </a:cubicBezTo>
                <a:cubicBezTo>
                  <a:pt x="3280967" y="166974"/>
                  <a:pt x="3268338" y="160647"/>
                  <a:pt x="3258973" y="147992"/>
                </a:cubicBezTo>
                <a:cubicBezTo>
                  <a:pt x="3251065" y="137333"/>
                  <a:pt x="3247112" y="125370"/>
                  <a:pt x="3247112" y="112103"/>
                </a:cubicBezTo>
                <a:cubicBezTo>
                  <a:pt x="3247112" y="102440"/>
                  <a:pt x="3249511" y="92834"/>
                  <a:pt x="3254309" y="83286"/>
                </a:cubicBezTo>
                <a:cubicBezTo>
                  <a:pt x="3259107" y="73737"/>
                  <a:pt x="3265421" y="66682"/>
                  <a:pt x="3273252" y="62119"/>
                </a:cubicBezTo>
                <a:cubicBezTo>
                  <a:pt x="3281082" y="57556"/>
                  <a:pt x="3289373" y="55274"/>
                  <a:pt x="3298125" y="55274"/>
                </a:cubicBezTo>
                <a:moveTo>
                  <a:pt x="3294555" y="62874"/>
                </a:moveTo>
                <a:cubicBezTo>
                  <a:pt x="3290486" y="62874"/>
                  <a:pt x="3286399" y="64082"/>
                  <a:pt x="3282291" y="66498"/>
                </a:cubicBezTo>
                <a:cubicBezTo>
                  <a:pt x="3278184" y="68914"/>
                  <a:pt x="3274864" y="73151"/>
                  <a:pt x="3272330" y="79208"/>
                </a:cubicBezTo>
                <a:cubicBezTo>
                  <a:pt x="3269797" y="85266"/>
                  <a:pt x="3268530" y="93049"/>
                  <a:pt x="3268530" y="102556"/>
                </a:cubicBezTo>
                <a:cubicBezTo>
                  <a:pt x="3268530" y="117891"/>
                  <a:pt x="3271582" y="131118"/>
                  <a:pt x="3277685" y="142238"/>
                </a:cubicBezTo>
                <a:cubicBezTo>
                  <a:pt x="3283788" y="153355"/>
                  <a:pt x="3291830" y="158913"/>
                  <a:pt x="3301810" y="158913"/>
                </a:cubicBezTo>
                <a:cubicBezTo>
                  <a:pt x="3309257" y="158913"/>
                  <a:pt x="3315398" y="155846"/>
                  <a:pt x="3320235" y="149712"/>
                </a:cubicBezTo>
                <a:cubicBezTo>
                  <a:pt x="3325071" y="143577"/>
                  <a:pt x="3327490" y="133035"/>
                  <a:pt x="3327490" y="118084"/>
                </a:cubicBezTo>
                <a:cubicBezTo>
                  <a:pt x="3327490" y="99374"/>
                  <a:pt x="3323459" y="84651"/>
                  <a:pt x="3315398" y="73915"/>
                </a:cubicBezTo>
                <a:cubicBezTo>
                  <a:pt x="3309948" y="66555"/>
                  <a:pt x="3303000" y="62874"/>
                  <a:pt x="3294555" y="62874"/>
                </a:cubicBezTo>
                <a:close/>
                <a:moveTo>
                  <a:pt x="3405260" y="66329"/>
                </a:moveTo>
                <a:lnTo>
                  <a:pt x="3405260" y="135739"/>
                </a:lnTo>
                <a:cubicBezTo>
                  <a:pt x="3405260" y="145577"/>
                  <a:pt x="3406335" y="151803"/>
                  <a:pt x="3408484" y="154415"/>
                </a:cubicBezTo>
                <a:cubicBezTo>
                  <a:pt x="3411325" y="157798"/>
                  <a:pt x="3415125" y="159489"/>
                  <a:pt x="3419884" y="159489"/>
                </a:cubicBezTo>
                <a:lnTo>
                  <a:pt x="3429442" y="159489"/>
                </a:lnTo>
                <a:lnTo>
                  <a:pt x="3429442" y="163750"/>
                </a:lnTo>
                <a:lnTo>
                  <a:pt x="3366453" y="163750"/>
                </a:lnTo>
                <a:lnTo>
                  <a:pt x="3366453" y="159489"/>
                </a:lnTo>
                <a:lnTo>
                  <a:pt x="3371174" y="159489"/>
                </a:lnTo>
                <a:cubicBezTo>
                  <a:pt x="3374245" y="159489"/>
                  <a:pt x="3377047" y="158720"/>
                  <a:pt x="3379580" y="157182"/>
                </a:cubicBezTo>
                <a:cubicBezTo>
                  <a:pt x="3382114" y="155645"/>
                  <a:pt x="3383860" y="153569"/>
                  <a:pt x="3384820" y="150957"/>
                </a:cubicBezTo>
                <a:cubicBezTo>
                  <a:pt x="3385780" y="148344"/>
                  <a:pt x="3386259" y="143272"/>
                  <a:pt x="3386259" y="135739"/>
                </a:cubicBezTo>
                <a:lnTo>
                  <a:pt x="3386259" y="66329"/>
                </a:lnTo>
                <a:lnTo>
                  <a:pt x="3365762" y="66329"/>
                </a:lnTo>
                <a:lnTo>
                  <a:pt x="3365762" y="58268"/>
                </a:lnTo>
                <a:lnTo>
                  <a:pt x="3386259" y="58268"/>
                </a:lnTo>
                <a:lnTo>
                  <a:pt x="3386259" y="51330"/>
                </a:lnTo>
                <a:cubicBezTo>
                  <a:pt x="3386259" y="40772"/>
                  <a:pt x="3387948" y="31832"/>
                  <a:pt x="3391326" y="24510"/>
                </a:cubicBezTo>
                <a:cubicBezTo>
                  <a:pt x="3394704" y="17188"/>
                  <a:pt x="3399867" y="11273"/>
                  <a:pt x="3406814" y="6765"/>
                </a:cubicBezTo>
                <a:cubicBezTo>
                  <a:pt x="3413762" y="2255"/>
                  <a:pt x="3421573" y="0"/>
                  <a:pt x="3430248" y="0"/>
                </a:cubicBezTo>
                <a:cubicBezTo>
                  <a:pt x="3438309" y="0"/>
                  <a:pt x="3445718" y="2610"/>
                  <a:pt x="3452473" y="7831"/>
                </a:cubicBezTo>
                <a:cubicBezTo>
                  <a:pt x="3456926" y="11285"/>
                  <a:pt x="3459152" y="15162"/>
                  <a:pt x="3459152" y="19461"/>
                </a:cubicBezTo>
                <a:cubicBezTo>
                  <a:pt x="3459152" y="21764"/>
                  <a:pt x="3458154" y="23933"/>
                  <a:pt x="3456158" y="25967"/>
                </a:cubicBezTo>
                <a:cubicBezTo>
                  <a:pt x="3454162" y="28002"/>
                  <a:pt x="3452013" y="29019"/>
                  <a:pt x="3449710" y="29019"/>
                </a:cubicBezTo>
                <a:cubicBezTo>
                  <a:pt x="3447944" y="29019"/>
                  <a:pt x="3446082" y="28378"/>
                  <a:pt x="3444125" y="27097"/>
                </a:cubicBezTo>
                <a:cubicBezTo>
                  <a:pt x="3442167" y="25816"/>
                  <a:pt x="3439768" y="23061"/>
                  <a:pt x="3436927" y="18831"/>
                </a:cubicBezTo>
                <a:cubicBezTo>
                  <a:pt x="3434087" y="14602"/>
                  <a:pt x="3431477" y="11749"/>
                  <a:pt x="3429097" y="10274"/>
                </a:cubicBezTo>
                <a:cubicBezTo>
                  <a:pt x="3426717" y="8799"/>
                  <a:pt x="3424068" y="8061"/>
                  <a:pt x="3421151" y="8061"/>
                </a:cubicBezTo>
                <a:cubicBezTo>
                  <a:pt x="3417620" y="8061"/>
                  <a:pt x="3414626" y="9011"/>
                  <a:pt x="3412169" y="10911"/>
                </a:cubicBezTo>
                <a:cubicBezTo>
                  <a:pt x="3409712" y="12809"/>
                  <a:pt x="3407947" y="15752"/>
                  <a:pt x="3406872" y="19742"/>
                </a:cubicBezTo>
                <a:cubicBezTo>
                  <a:pt x="3405797" y="23731"/>
                  <a:pt x="3405260" y="34016"/>
                  <a:pt x="3405260" y="50596"/>
                </a:cubicBezTo>
                <a:lnTo>
                  <a:pt x="3405260" y="58268"/>
                </a:lnTo>
                <a:lnTo>
                  <a:pt x="3432436" y="58268"/>
                </a:lnTo>
                <a:lnTo>
                  <a:pt x="3432436" y="66329"/>
                </a:lnTo>
                <a:lnTo>
                  <a:pt x="3405260" y="66329"/>
                </a:lnTo>
                <a:close/>
                <a:moveTo>
                  <a:pt x="3560602" y="148549"/>
                </a:moveTo>
                <a:cubicBezTo>
                  <a:pt x="3549777" y="156917"/>
                  <a:pt x="3542983" y="161754"/>
                  <a:pt x="3540219" y="163059"/>
                </a:cubicBezTo>
                <a:cubicBezTo>
                  <a:pt x="3536074" y="165055"/>
                  <a:pt x="3531660" y="166053"/>
                  <a:pt x="3526977" y="166053"/>
                </a:cubicBezTo>
                <a:cubicBezTo>
                  <a:pt x="3519683" y="166053"/>
                  <a:pt x="3513676" y="163558"/>
                  <a:pt x="3508955" y="158568"/>
                </a:cubicBezTo>
                <a:cubicBezTo>
                  <a:pt x="3504234" y="153578"/>
                  <a:pt x="3501873" y="147014"/>
                  <a:pt x="3501873" y="138876"/>
                </a:cubicBezTo>
                <a:cubicBezTo>
                  <a:pt x="3501873" y="133733"/>
                  <a:pt x="3503024" y="129280"/>
                  <a:pt x="3505327" y="125519"/>
                </a:cubicBezTo>
                <a:cubicBezTo>
                  <a:pt x="3508475" y="120298"/>
                  <a:pt x="3513945" y="115385"/>
                  <a:pt x="3521737" y="110779"/>
                </a:cubicBezTo>
                <a:cubicBezTo>
                  <a:pt x="3529529" y="106173"/>
                  <a:pt x="3542484" y="100568"/>
                  <a:pt x="3560602" y="93966"/>
                </a:cubicBezTo>
                <a:lnTo>
                  <a:pt x="3560602" y="89821"/>
                </a:lnTo>
                <a:cubicBezTo>
                  <a:pt x="3560602" y="79303"/>
                  <a:pt x="3558932" y="72087"/>
                  <a:pt x="3555592" y="68172"/>
                </a:cubicBezTo>
                <a:cubicBezTo>
                  <a:pt x="3552253" y="64256"/>
                  <a:pt x="3547397" y="62299"/>
                  <a:pt x="3541025" y="62299"/>
                </a:cubicBezTo>
                <a:cubicBezTo>
                  <a:pt x="3536189" y="62299"/>
                  <a:pt x="3532350" y="63599"/>
                  <a:pt x="3529510" y="66200"/>
                </a:cubicBezTo>
                <a:cubicBezTo>
                  <a:pt x="3526593" y="68800"/>
                  <a:pt x="3525134" y="71783"/>
                  <a:pt x="3525134" y="75149"/>
                </a:cubicBezTo>
                <a:lnTo>
                  <a:pt x="3525364" y="81803"/>
                </a:lnTo>
                <a:cubicBezTo>
                  <a:pt x="3525364" y="85320"/>
                  <a:pt x="3524462" y="88035"/>
                  <a:pt x="3522658" y="89947"/>
                </a:cubicBezTo>
                <a:cubicBezTo>
                  <a:pt x="3520854" y="91859"/>
                  <a:pt x="3518493" y="92815"/>
                  <a:pt x="3515576" y="92815"/>
                </a:cubicBezTo>
                <a:cubicBezTo>
                  <a:pt x="3512736" y="92815"/>
                  <a:pt x="3510413" y="91820"/>
                  <a:pt x="3508609" y="89831"/>
                </a:cubicBezTo>
                <a:cubicBezTo>
                  <a:pt x="3506805" y="87840"/>
                  <a:pt x="3505903" y="85122"/>
                  <a:pt x="3505903" y="81677"/>
                </a:cubicBezTo>
                <a:cubicBezTo>
                  <a:pt x="3505903" y="75096"/>
                  <a:pt x="3509281" y="69051"/>
                  <a:pt x="3516037" y="63540"/>
                </a:cubicBezTo>
                <a:cubicBezTo>
                  <a:pt x="3522793" y="58030"/>
                  <a:pt x="3532274" y="55274"/>
                  <a:pt x="3544480" y="55274"/>
                </a:cubicBezTo>
                <a:cubicBezTo>
                  <a:pt x="3553846" y="55274"/>
                  <a:pt x="3561523" y="56846"/>
                  <a:pt x="3567511" y="59988"/>
                </a:cubicBezTo>
                <a:cubicBezTo>
                  <a:pt x="3572040" y="62366"/>
                  <a:pt x="3575380" y="66086"/>
                  <a:pt x="3577529" y="71148"/>
                </a:cubicBezTo>
                <a:cubicBezTo>
                  <a:pt x="3578911" y="74444"/>
                  <a:pt x="3579602" y="81191"/>
                  <a:pt x="3579602" y="91390"/>
                </a:cubicBezTo>
                <a:lnTo>
                  <a:pt x="3579602" y="127159"/>
                </a:lnTo>
                <a:cubicBezTo>
                  <a:pt x="3579602" y="137204"/>
                  <a:pt x="3579794" y="143358"/>
                  <a:pt x="3580178" y="145620"/>
                </a:cubicBezTo>
                <a:cubicBezTo>
                  <a:pt x="3580562" y="147883"/>
                  <a:pt x="3581195" y="149398"/>
                  <a:pt x="3582078" y="150165"/>
                </a:cubicBezTo>
                <a:cubicBezTo>
                  <a:pt x="3582961" y="150931"/>
                  <a:pt x="3583978" y="151313"/>
                  <a:pt x="3585130" y="151313"/>
                </a:cubicBezTo>
                <a:cubicBezTo>
                  <a:pt x="3586358" y="151313"/>
                  <a:pt x="3587433" y="151044"/>
                  <a:pt x="3588354" y="150507"/>
                </a:cubicBezTo>
                <a:cubicBezTo>
                  <a:pt x="3589966" y="149509"/>
                  <a:pt x="3593075" y="146707"/>
                  <a:pt x="3597681" y="142101"/>
                </a:cubicBezTo>
                <a:lnTo>
                  <a:pt x="3597681" y="148549"/>
                </a:lnTo>
                <a:cubicBezTo>
                  <a:pt x="3589083" y="160065"/>
                  <a:pt x="3580869" y="165823"/>
                  <a:pt x="3573038" y="165823"/>
                </a:cubicBezTo>
                <a:cubicBezTo>
                  <a:pt x="3569277" y="165823"/>
                  <a:pt x="3566283" y="164518"/>
                  <a:pt x="3564056" y="161907"/>
                </a:cubicBezTo>
                <a:cubicBezTo>
                  <a:pt x="3561830" y="159297"/>
                  <a:pt x="3560678" y="154845"/>
                  <a:pt x="3560602" y="148549"/>
                </a:cubicBezTo>
                <a:moveTo>
                  <a:pt x="3560602" y="141000"/>
                </a:moveTo>
                <a:lnTo>
                  <a:pt x="3560602" y="100991"/>
                </a:lnTo>
                <a:cubicBezTo>
                  <a:pt x="3549009" y="105575"/>
                  <a:pt x="3541524" y="108824"/>
                  <a:pt x="3538147" y="110736"/>
                </a:cubicBezTo>
                <a:cubicBezTo>
                  <a:pt x="3532082" y="114099"/>
                  <a:pt x="3527744" y="117615"/>
                  <a:pt x="3525134" y="121283"/>
                </a:cubicBezTo>
                <a:cubicBezTo>
                  <a:pt x="3522524" y="124951"/>
                  <a:pt x="3521219" y="128964"/>
                  <a:pt x="3521219" y="133320"/>
                </a:cubicBezTo>
                <a:cubicBezTo>
                  <a:pt x="3521219" y="138824"/>
                  <a:pt x="3522869" y="143390"/>
                  <a:pt x="3526170" y="147020"/>
                </a:cubicBezTo>
                <a:cubicBezTo>
                  <a:pt x="3529472" y="150650"/>
                  <a:pt x="3533272" y="152465"/>
                  <a:pt x="3537571" y="152465"/>
                </a:cubicBezTo>
                <a:cubicBezTo>
                  <a:pt x="3543405" y="152465"/>
                  <a:pt x="3551082" y="148643"/>
                  <a:pt x="3560602" y="141000"/>
                </a:cubicBezTo>
                <a:close/>
                <a:moveTo>
                  <a:pt x="3694403" y="77614"/>
                </a:moveTo>
                <a:cubicBezTo>
                  <a:pt x="3706763" y="62721"/>
                  <a:pt x="3718547" y="55274"/>
                  <a:pt x="3729755" y="55274"/>
                </a:cubicBezTo>
                <a:cubicBezTo>
                  <a:pt x="3735513" y="55274"/>
                  <a:pt x="3740465" y="56711"/>
                  <a:pt x="3744610" y="59585"/>
                </a:cubicBezTo>
                <a:cubicBezTo>
                  <a:pt x="3748756" y="62457"/>
                  <a:pt x="3752057" y="67187"/>
                  <a:pt x="3754514" y="73775"/>
                </a:cubicBezTo>
                <a:cubicBezTo>
                  <a:pt x="3756202" y="78369"/>
                  <a:pt x="3757047" y="85416"/>
                  <a:pt x="3757047" y="94916"/>
                </a:cubicBezTo>
                <a:lnTo>
                  <a:pt x="3757047" y="139841"/>
                </a:lnTo>
                <a:cubicBezTo>
                  <a:pt x="3757047" y="146505"/>
                  <a:pt x="3757584" y="151025"/>
                  <a:pt x="3758659" y="153400"/>
                </a:cubicBezTo>
                <a:cubicBezTo>
                  <a:pt x="3759504" y="155315"/>
                  <a:pt x="3760866" y="156808"/>
                  <a:pt x="3762747" y="157881"/>
                </a:cubicBezTo>
                <a:cubicBezTo>
                  <a:pt x="3764628" y="158953"/>
                  <a:pt x="3768102" y="159489"/>
                  <a:pt x="3773169" y="159489"/>
                </a:cubicBezTo>
                <a:lnTo>
                  <a:pt x="3773169" y="163750"/>
                </a:lnTo>
                <a:lnTo>
                  <a:pt x="3721004" y="163750"/>
                </a:lnTo>
                <a:lnTo>
                  <a:pt x="3721004" y="159489"/>
                </a:lnTo>
                <a:lnTo>
                  <a:pt x="3723191" y="159489"/>
                </a:lnTo>
                <a:cubicBezTo>
                  <a:pt x="3728105" y="159489"/>
                  <a:pt x="3731540" y="158744"/>
                  <a:pt x="3733498" y="157254"/>
                </a:cubicBezTo>
                <a:cubicBezTo>
                  <a:pt x="3735455" y="155765"/>
                  <a:pt x="3736818" y="153569"/>
                  <a:pt x="3737586" y="150669"/>
                </a:cubicBezTo>
                <a:cubicBezTo>
                  <a:pt x="3737893" y="149522"/>
                  <a:pt x="3738046" y="145932"/>
                  <a:pt x="3738046" y="139898"/>
                </a:cubicBezTo>
                <a:lnTo>
                  <a:pt x="3738046" y="96935"/>
                </a:lnTo>
                <a:cubicBezTo>
                  <a:pt x="3738046" y="87389"/>
                  <a:pt x="3736799" y="80458"/>
                  <a:pt x="3734304" y="76142"/>
                </a:cubicBezTo>
                <a:cubicBezTo>
                  <a:pt x="3731809" y="71826"/>
                  <a:pt x="3727606" y="69669"/>
                  <a:pt x="3721694" y="69669"/>
                </a:cubicBezTo>
                <a:cubicBezTo>
                  <a:pt x="3712559" y="69669"/>
                  <a:pt x="3703462" y="74633"/>
                  <a:pt x="3694403" y="84563"/>
                </a:cubicBezTo>
                <a:lnTo>
                  <a:pt x="3694403" y="139898"/>
                </a:lnTo>
                <a:cubicBezTo>
                  <a:pt x="3694403" y="147002"/>
                  <a:pt x="3694825" y="151394"/>
                  <a:pt x="3695670" y="153073"/>
                </a:cubicBezTo>
                <a:cubicBezTo>
                  <a:pt x="3696744" y="155287"/>
                  <a:pt x="3698222" y="156910"/>
                  <a:pt x="3700103" y="157942"/>
                </a:cubicBezTo>
                <a:cubicBezTo>
                  <a:pt x="3701984" y="158973"/>
                  <a:pt x="3705803" y="159489"/>
                  <a:pt x="3711561" y="159489"/>
                </a:cubicBezTo>
                <a:lnTo>
                  <a:pt x="3711561" y="163750"/>
                </a:lnTo>
                <a:lnTo>
                  <a:pt x="3659396" y="163750"/>
                </a:lnTo>
                <a:lnTo>
                  <a:pt x="3659396" y="159489"/>
                </a:lnTo>
                <a:lnTo>
                  <a:pt x="3661699" y="159489"/>
                </a:lnTo>
                <a:cubicBezTo>
                  <a:pt x="3667073" y="159489"/>
                  <a:pt x="3670700" y="158130"/>
                  <a:pt x="3672581" y="155412"/>
                </a:cubicBezTo>
                <a:cubicBezTo>
                  <a:pt x="3674462" y="152691"/>
                  <a:pt x="3675402" y="147501"/>
                  <a:pt x="3675402" y="139841"/>
                </a:cubicBezTo>
                <a:lnTo>
                  <a:pt x="3675402" y="100775"/>
                </a:lnTo>
                <a:cubicBezTo>
                  <a:pt x="3675402" y="88136"/>
                  <a:pt x="3675114" y="80439"/>
                  <a:pt x="3674539" y="77683"/>
                </a:cubicBezTo>
                <a:cubicBezTo>
                  <a:pt x="3673963" y="74924"/>
                  <a:pt x="3673080" y="73046"/>
                  <a:pt x="3671890" y="72051"/>
                </a:cubicBezTo>
                <a:cubicBezTo>
                  <a:pt x="3670700" y="71055"/>
                  <a:pt x="3669107" y="70557"/>
                  <a:pt x="3667111" y="70557"/>
                </a:cubicBezTo>
                <a:cubicBezTo>
                  <a:pt x="3664962" y="70557"/>
                  <a:pt x="3662390" y="71132"/>
                  <a:pt x="3659396" y="72281"/>
                </a:cubicBezTo>
                <a:lnTo>
                  <a:pt x="3657668" y="68143"/>
                </a:lnTo>
                <a:lnTo>
                  <a:pt x="3689451" y="55274"/>
                </a:lnTo>
                <a:lnTo>
                  <a:pt x="3694403" y="55274"/>
                </a:lnTo>
                <a:lnTo>
                  <a:pt x="3694403" y="77614"/>
                </a:lnTo>
                <a:close/>
                <a:moveTo>
                  <a:pt x="3798889" y="98112"/>
                </a:moveTo>
                <a:cubicBezTo>
                  <a:pt x="3798812" y="113737"/>
                  <a:pt x="3802612" y="125992"/>
                  <a:pt x="3810289" y="134878"/>
                </a:cubicBezTo>
                <a:cubicBezTo>
                  <a:pt x="3817966" y="143762"/>
                  <a:pt x="3826987" y="148204"/>
                  <a:pt x="3837351" y="148204"/>
                </a:cubicBezTo>
                <a:cubicBezTo>
                  <a:pt x="3844260" y="148204"/>
                  <a:pt x="3850267" y="146304"/>
                  <a:pt x="3855372" y="142504"/>
                </a:cubicBezTo>
                <a:cubicBezTo>
                  <a:pt x="3860478" y="138704"/>
                  <a:pt x="3864757" y="132198"/>
                  <a:pt x="3868212" y="122985"/>
                </a:cubicBezTo>
                <a:lnTo>
                  <a:pt x="3871782" y="125288"/>
                </a:lnTo>
                <a:cubicBezTo>
                  <a:pt x="3870170" y="135806"/>
                  <a:pt x="3865487" y="145383"/>
                  <a:pt x="3857733" y="154019"/>
                </a:cubicBezTo>
                <a:cubicBezTo>
                  <a:pt x="3849979" y="162656"/>
                  <a:pt x="3840268" y="166974"/>
                  <a:pt x="3828599" y="166974"/>
                </a:cubicBezTo>
                <a:cubicBezTo>
                  <a:pt x="3815932" y="166974"/>
                  <a:pt x="3805088" y="162053"/>
                  <a:pt x="3796068" y="152209"/>
                </a:cubicBezTo>
                <a:cubicBezTo>
                  <a:pt x="3787047" y="142363"/>
                  <a:pt x="3782537" y="129128"/>
                  <a:pt x="3782537" y="112502"/>
                </a:cubicBezTo>
                <a:cubicBezTo>
                  <a:pt x="3782537" y="94500"/>
                  <a:pt x="3787162" y="80462"/>
                  <a:pt x="3796413" y="70388"/>
                </a:cubicBezTo>
                <a:cubicBezTo>
                  <a:pt x="3805664" y="60312"/>
                  <a:pt x="3817275" y="55274"/>
                  <a:pt x="3831247" y="55274"/>
                </a:cubicBezTo>
                <a:cubicBezTo>
                  <a:pt x="3843070" y="55274"/>
                  <a:pt x="3852781" y="59161"/>
                  <a:pt x="3860382" y="66934"/>
                </a:cubicBezTo>
                <a:cubicBezTo>
                  <a:pt x="3867982" y="74704"/>
                  <a:pt x="3871782" y="85097"/>
                  <a:pt x="3871782" y="98112"/>
                </a:cubicBezTo>
                <a:lnTo>
                  <a:pt x="3798889" y="98112"/>
                </a:lnTo>
                <a:moveTo>
                  <a:pt x="3798889" y="91433"/>
                </a:moveTo>
                <a:lnTo>
                  <a:pt x="3847715" y="91433"/>
                </a:lnTo>
                <a:cubicBezTo>
                  <a:pt x="3847331" y="84677"/>
                  <a:pt x="3846525" y="79917"/>
                  <a:pt x="3845296" y="77154"/>
                </a:cubicBezTo>
                <a:cubicBezTo>
                  <a:pt x="3843377" y="72854"/>
                  <a:pt x="3840517" y="69477"/>
                  <a:pt x="3836717" y="67020"/>
                </a:cubicBezTo>
                <a:cubicBezTo>
                  <a:pt x="3832917" y="64563"/>
                  <a:pt x="3828944" y="63335"/>
                  <a:pt x="3824799" y="63335"/>
                </a:cubicBezTo>
                <a:cubicBezTo>
                  <a:pt x="3818427" y="63335"/>
                  <a:pt x="3812727" y="65811"/>
                  <a:pt x="3807698" y="70763"/>
                </a:cubicBezTo>
                <a:cubicBezTo>
                  <a:pt x="3802670" y="75714"/>
                  <a:pt x="3799733" y="82604"/>
                  <a:pt x="3798889" y="91433"/>
                </a:cubicBezTo>
                <a:close/>
                <a:moveTo>
                  <a:pt x="3879352" y="58268"/>
                </a:moveTo>
                <a:lnTo>
                  <a:pt x="3923572" y="58268"/>
                </a:lnTo>
                <a:lnTo>
                  <a:pt x="3923572" y="62529"/>
                </a:lnTo>
                <a:cubicBezTo>
                  <a:pt x="3919503" y="62836"/>
                  <a:pt x="3916835" y="63565"/>
                  <a:pt x="3915569" y="64717"/>
                </a:cubicBezTo>
                <a:cubicBezTo>
                  <a:pt x="3914302" y="65868"/>
                  <a:pt x="3913669" y="67519"/>
                  <a:pt x="3913669" y="69669"/>
                </a:cubicBezTo>
                <a:cubicBezTo>
                  <a:pt x="3913669" y="72048"/>
                  <a:pt x="3914321" y="74927"/>
                  <a:pt x="3915626" y="78305"/>
                </a:cubicBezTo>
                <a:lnTo>
                  <a:pt x="3938196" y="138992"/>
                </a:lnTo>
                <a:lnTo>
                  <a:pt x="3960882" y="89590"/>
                </a:lnTo>
                <a:lnTo>
                  <a:pt x="3954894" y="74044"/>
                </a:lnTo>
                <a:cubicBezTo>
                  <a:pt x="3953051" y="69438"/>
                  <a:pt x="3950633" y="66252"/>
                  <a:pt x="3947639" y="64487"/>
                </a:cubicBezTo>
                <a:cubicBezTo>
                  <a:pt x="3945950" y="63412"/>
                  <a:pt x="3942803" y="62759"/>
                  <a:pt x="3938196" y="62529"/>
                </a:cubicBezTo>
                <a:lnTo>
                  <a:pt x="3938196" y="58268"/>
                </a:lnTo>
                <a:lnTo>
                  <a:pt x="3988404" y="58268"/>
                </a:lnTo>
                <a:lnTo>
                  <a:pt x="3988404" y="62529"/>
                </a:lnTo>
                <a:cubicBezTo>
                  <a:pt x="3982876" y="62759"/>
                  <a:pt x="3978961" y="63757"/>
                  <a:pt x="3976658" y="65523"/>
                </a:cubicBezTo>
                <a:cubicBezTo>
                  <a:pt x="3975123" y="66751"/>
                  <a:pt x="3974355" y="68709"/>
                  <a:pt x="3974355" y="71396"/>
                </a:cubicBezTo>
                <a:cubicBezTo>
                  <a:pt x="3974355" y="72931"/>
                  <a:pt x="3974662" y="74505"/>
                  <a:pt x="3975276" y="76117"/>
                </a:cubicBezTo>
                <a:lnTo>
                  <a:pt x="3999228" y="136689"/>
                </a:lnTo>
                <a:lnTo>
                  <a:pt x="4021453" y="78305"/>
                </a:lnTo>
                <a:cubicBezTo>
                  <a:pt x="4022989" y="74160"/>
                  <a:pt x="4023756" y="70858"/>
                  <a:pt x="4023756" y="68402"/>
                </a:cubicBezTo>
                <a:cubicBezTo>
                  <a:pt x="4023756" y="66943"/>
                  <a:pt x="4023008" y="65638"/>
                  <a:pt x="4021511" y="64487"/>
                </a:cubicBezTo>
                <a:cubicBezTo>
                  <a:pt x="4020014" y="63335"/>
                  <a:pt x="4017077" y="62682"/>
                  <a:pt x="4012702" y="62529"/>
                </a:cubicBezTo>
                <a:lnTo>
                  <a:pt x="4012702" y="58268"/>
                </a:lnTo>
                <a:lnTo>
                  <a:pt x="4045981" y="58268"/>
                </a:lnTo>
                <a:lnTo>
                  <a:pt x="4045981" y="62529"/>
                </a:lnTo>
                <a:cubicBezTo>
                  <a:pt x="4039302" y="63527"/>
                  <a:pt x="4034389" y="68056"/>
                  <a:pt x="4031241" y="76117"/>
                </a:cubicBezTo>
                <a:lnTo>
                  <a:pt x="3996004" y="166974"/>
                </a:lnTo>
                <a:lnTo>
                  <a:pt x="3991283" y="166974"/>
                </a:lnTo>
                <a:lnTo>
                  <a:pt x="3964912" y="99609"/>
                </a:lnTo>
                <a:lnTo>
                  <a:pt x="3934166" y="166974"/>
                </a:lnTo>
                <a:lnTo>
                  <a:pt x="3929905" y="166974"/>
                </a:lnTo>
                <a:lnTo>
                  <a:pt x="3896050" y="78305"/>
                </a:lnTo>
                <a:cubicBezTo>
                  <a:pt x="3893824" y="72701"/>
                  <a:pt x="3891636" y="68920"/>
                  <a:pt x="3889486" y="66962"/>
                </a:cubicBezTo>
                <a:cubicBezTo>
                  <a:pt x="3887337" y="65005"/>
                  <a:pt x="3883959" y="63527"/>
                  <a:pt x="3879352" y="62529"/>
                </a:cubicBezTo>
                <a:lnTo>
                  <a:pt x="3879352" y="58268"/>
                </a:lnTo>
                <a:close/>
                <a:moveTo>
                  <a:pt x="4142412" y="76578"/>
                </a:moveTo>
                <a:cubicBezTo>
                  <a:pt x="4152623" y="62375"/>
                  <a:pt x="4163639" y="55274"/>
                  <a:pt x="4175462" y="55274"/>
                </a:cubicBezTo>
                <a:cubicBezTo>
                  <a:pt x="4186286" y="55274"/>
                  <a:pt x="4195729" y="59895"/>
                  <a:pt x="4203790" y="69136"/>
                </a:cubicBezTo>
                <a:cubicBezTo>
                  <a:pt x="4211851" y="78377"/>
                  <a:pt x="4215881" y="91012"/>
                  <a:pt x="4215881" y="107040"/>
                </a:cubicBezTo>
                <a:cubicBezTo>
                  <a:pt x="4215881" y="125752"/>
                  <a:pt x="4209663" y="140822"/>
                  <a:pt x="4197226" y="152249"/>
                </a:cubicBezTo>
                <a:cubicBezTo>
                  <a:pt x="4186555" y="162066"/>
                  <a:pt x="4174656" y="166974"/>
                  <a:pt x="4161528" y="166974"/>
                </a:cubicBezTo>
                <a:cubicBezTo>
                  <a:pt x="4155386" y="166974"/>
                  <a:pt x="4149149" y="165861"/>
                  <a:pt x="4142815" y="163635"/>
                </a:cubicBezTo>
                <a:cubicBezTo>
                  <a:pt x="4136482" y="161408"/>
                  <a:pt x="4130014" y="158069"/>
                  <a:pt x="4123412" y="153616"/>
                </a:cubicBezTo>
                <a:lnTo>
                  <a:pt x="4123412" y="44335"/>
                </a:lnTo>
                <a:cubicBezTo>
                  <a:pt x="4123412" y="32358"/>
                  <a:pt x="4123124" y="24989"/>
                  <a:pt x="4122548" y="22225"/>
                </a:cubicBezTo>
                <a:cubicBezTo>
                  <a:pt x="4121972" y="19461"/>
                  <a:pt x="4121070" y="17580"/>
                  <a:pt x="4119842" y="16582"/>
                </a:cubicBezTo>
                <a:cubicBezTo>
                  <a:pt x="4118614" y="15584"/>
                  <a:pt x="4117078" y="15085"/>
                  <a:pt x="4115236" y="15085"/>
                </a:cubicBezTo>
                <a:cubicBezTo>
                  <a:pt x="4113086" y="15085"/>
                  <a:pt x="4110399" y="15699"/>
                  <a:pt x="4107175" y="16928"/>
                </a:cubicBezTo>
                <a:lnTo>
                  <a:pt x="4105563" y="12897"/>
                </a:lnTo>
                <a:lnTo>
                  <a:pt x="4137230" y="0"/>
                </a:lnTo>
                <a:lnTo>
                  <a:pt x="4142412" y="0"/>
                </a:lnTo>
                <a:lnTo>
                  <a:pt x="4142412" y="76578"/>
                </a:lnTo>
                <a:moveTo>
                  <a:pt x="4142412" y="83915"/>
                </a:moveTo>
                <a:lnTo>
                  <a:pt x="4142412" y="146855"/>
                </a:lnTo>
                <a:cubicBezTo>
                  <a:pt x="4146328" y="150681"/>
                  <a:pt x="4150377" y="153571"/>
                  <a:pt x="4154561" y="155524"/>
                </a:cubicBezTo>
                <a:cubicBezTo>
                  <a:pt x="4158745" y="157476"/>
                  <a:pt x="4163025" y="158453"/>
                  <a:pt x="4167401" y="158453"/>
                </a:cubicBezTo>
                <a:cubicBezTo>
                  <a:pt x="4174387" y="158453"/>
                  <a:pt x="4180893" y="154625"/>
                  <a:pt x="4186920" y="146970"/>
                </a:cubicBezTo>
                <a:cubicBezTo>
                  <a:pt x="4192946" y="139312"/>
                  <a:pt x="4195959" y="128171"/>
                  <a:pt x="4195959" y="113546"/>
                </a:cubicBezTo>
                <a:cubicBezTo>
                  <a:pt x="4195959" y="100071"/>
                  <a:pt x="4192946" y="89715"/>
                  <a:pt x="4186920" y="82479"/>
                </a:cubicBezTo>
                <a:cubicBezTo>
                  <a:pt x="4180893" y="75244"/>
                  <a:pt x="4174041" y="71626"/>
                  <a:pt x="4166364" y="71626"/>
                </a:cubicBezTo>
                <a:cubicBezTo>
                  <a:pt x="4162296" y="71626"/>
                  <a:pt x="4158227" y="72660"/>
                  <a:pt x="4154158" y="74728"/>
                </a:cubicBezTo>
                <a:cubicBezTo>
                  <a:pt x="4151087" y="76259"/>
                  <a:pt x="4147172" y="79321"/>
                  <a:pt x="4142412" y="83915"/>
                </a:cubicBezTo>
                <a:close/>
                <a:moveTo>
                  <a:pt x="4323477" y="58268"/>
                </a:moveTo>
                <a:lnTo>
                  <a:pt x="4323477" y="122179"/>
                </a:lnTo>
                <a:cubicBezTo>
                  <a:pt x="4323477" y="134385"/>
                  <a:pt x="4323764" y="141851"/>
                  <a:pt x="4324340" y="144577"/>
                </a:cubicBezTo>
                <a:cubicBezTo>
                  <a:pt x="4324916" y="147302"/>
                  <a:pt x="4325837" y="149202"/>
                  <a:pt x="4327104" y="150277"/>
                </a:cubicBezTo>
                <a:cubicBezTo>
                  <a:pt x="4328371" y="151352"/>
                  <a:pt x="4329848" y="151889"/>
                  <a:pt x="4331537" y="151889"/>
                </a:cubicBezTo>
                <a:cubicBezTo>
                  <a:pt x="4333917" y="151889"/>
                  <a:pt x="4336604" y="151236"/>
                  <a:pt x="4339598" y="149931"/>
                </a:cubicBezTo>
                <a:lnTo>
                  <a:pt x="4341210" y="153962"/>
                </a:lnTo>
                <a:lnTo>
                  <a:pt x="4309658" y="166974"/>
                </a:lnTo>
                <a:lnTo>
                  <a:pt x="4304476" y="166974"/>
                </a:lnTo>
                <a:lnTo>
                  <a:pt x="4304476" y="144634"/>
                </a:lnTo>
                <a:cubicBezTo>
                  <a:pt x="4295417" y="154461"/>
                  <a:pt x="4288508" y="160641"/>
                  <a:pt x="4283748" y="163174"/>
                </a:cubicBezTo>
                <a:cubicBezTo>
                  <a:pt x="4278989" y="165707"/>
                  <a:pt x="4273960" y="166974"/>
                  <a:pt x="4268663" y="166974"/>
                </a:cubicBezTo>
                <a:cubicBezTo>
                  <a:pt x="4262752" y="166974"/>
                  <a:pt x="4257627" y="165266"/>
                  <a:pt x="4253290" y="161850"/>
                </a:cubicBezTo>
                <a:cubicBezTo>
                  <a:pt x="4248952" y="158434"/>
                  <a:pt x="4245939" y="154038"/>
                  <a:pt x="4244250" y="148665"/>
                </a:cubicBezTo>
                <a:cubicBezTo>
                  <a:pt x="4242561" y="143291"/>
                  <a:pt x="4241717" y="135691"/>
                  <a:pt x="4241717" y="125864"/>
                </a:cubicBezTo>
                <a:lnTo>
                  <a:pt x="4241717" y="78766"/>
                </a:lnTo>
                <a:cubicBezTo>
                  <a:pt x="4241717" y="73776"/>
                  <a:pt x="4241179" y="70321"/>
                  <a:pt x="4240105" y="68402"/>
                </a:cubicBezTo>
                <a:cubicBezTo>
                  <a:pt x="4239030" y="66483"/>
                  <a:pt x="4237437" y="65005"/>
                  <a:pt x="4235326" y="63968"/>
                </a:cubicBezTo>
                <a:cubicBezTo>
                  <a:pt x="4233215" y="62932"/>
                  <a:pt x="4229395" y="62452"/>
                  <a:pt x="4223868" y="62529"/>
                </a:cubicBezTo>
                <a:lnTo>
                  <a:pt x="4223868" y="58268"/>
                </a:lnTo>
                <a:lnTo>
                  <a:pt x="4260832" y="58268"/>
                </a:lnTo>
                <a:lnTo>
                  <a:pt x="4260832" y="128685"/>
                </a:lnTo>
                <a:cubicBezTo>
                  <a:pt x="4260832" y="138488"/>
                  <a:pt x="4262541" y="144921"/>
                  <a:pt x="4265957" y="147984"/>
                </a:cubicBezTo>
                <a:cubicBezTo>
                  <a:pt x="4269373" y="151048"/>
                  <a:pt x="4273499" y="152580"/>
                  <a:pt x="4278336" y="152580"/>
                </a:cubicBezTo>
                <a:cubicBezTo>
                  <a:pt x="4281637" y="152580"/>
                  <a:pt x="4285380" y="151546"/>
                  <a:pt x="4289564" y="149478"/>
                </a:cubicBezTo>
                <a:cubicBezTo>
                  <a:pt x="4293748" y="147410"/>
                  <a:pt x="4298718" y="143467"/>
                  <a:pt x="4304476" y="137649"/>
                </a:cubicBezTo>
                <a:lnTo>
                  <a:pt x="4304476" y="78035"/>
                </a:lnTo>
                <a:cubicBezTo>
                  <a:pt x="4304476" y="72062"/>
                  <a:pt x="4303382" y="68023"/>
                  <a:pt x="4301194" y="65919"/>
                </a:cubicBezTo>
                <a:cubicBezTo>
                  <a:pt x="4299006" y="63812"/>
                  <a:pt x="4294458" y="62682"/>
                  <a:pt x="4287548" y="62529"/>
                </a:cubicBezTo>
                <a:lnTo>
                  <a:pt x="4287548" y="58268"/>
                </a:lnTo>
                <a:lnTo>
                  <a:pt x="4323477" y="58268"/>
                </a:lnTo>
                <a:close/>
                <a:moveTo>
                  <a:pt x="4376719" y="125313"/>
                </a:moveTo>
                <a:cubicBezTo>
                  <a:pt x="4370270" y="122171"/>
                  <a:pt x="4365319" y="117782"/>
                  <a:pt x="4361864" y="112146"/>
                </a:cubicBezTo>
                <a:cubicBezTo>
                  <a:pt x="4358409" y="106511"/>
                  <a:pt x="4356682" y="100280"/>
                  <a:pt x="4356682" y="93455"/>
                </a:cubicBezTo>
                <a:cubicBezTo>
                  <a:pt x="4356682" y="83029"/>
                  <a:pt x="4360617" y="74059"/>
                  <a:pt x="4368485" y="66545"/>
                </a:cubicBezTo>
                <a:cubicBezTo>
                  <a:pt x="4376354" y="59031"/>
                  <a:pt x="4386430" y="55274"/>
                  <a:pt x="4398714" y="55274"/>
                </a:cubicBezTo>
                <a:cubicBezTo>
                  <a:pt x="4408770" y="55274"/>
                  <a:pt x="4417484" y="57731"/>
                  <a:pt x="4424854" y="62644"/>
                </a:cubicBezTo>
                <a:lnTo>
                  <a:pt x="4447194" y="62644"/>
                </a:lnTo>
                <a:cubicBezTo>
                  <a:pt x="4450495" y="62644"/>
                  <a:pt x="4452414" y="62739"/>
                  <a:pt x="4452951" y="62928"/>
                </a:cubicBezTo>
                <a:cubicBezTo>
                  <a:pt x="4453489" y="63118"/>
                  <a:pt x="4453873" y="63441"/>
                  <a:pt x="4454103" y="63896"/>
                </a:cubicBezTo>
                <a:cubicBezTo>
                  <a:pt x="4454564" y="64580"/>
                  <a:pt x="4454794" y="65795"/>
                  <a:pt x="4454794" y="67542"/>
                </a:cubicBezTo>
                <a:cubicBezTo>
                  <a:pt x="4454794" y="69514"/>
                  <a:pt x="4454602" y="70880"/>
                  <a:pt x="4454218" y="71641"/>
                </a:cubicBezTo>
                <a:cubicBezTo>
                  <a:pt x="4453988" y="72020"/>
                  <a:pt x="4453585" y="72323"/>
                  <a:pt x="4453009" y="72551"/>
                </a:cubicBezTo>
                <a:cubicBezTo>
                  <a:pt x="4452433" y="72779"/>
                  <a:pt x="4450495" y="72893"/>
                  <a:pt x="4447194" y="72893"/>
                </a:cubicBezTo>
                <a:lnTo>
                  <a:pt x="4433490" y="72893"/>
                </a:lnTo>
                <a:cubicBezTo>
                  <a:pt x="4437789" y="78432"/>
                  <a:pt x="4439939" y="85510"/>
                  <a:pt x="4439939" y="94125"/>
                </a:cubicBezTo>
                <a:cubicBezTo>
                  <a:pt x="4439939" y="103970"/>
                  <a:pt x="4436177" y="112393"/>
                  <a:pt x="4428654" y="119394"/>
                </a:cubicBezTo>
                <a:cubicBezTo>
                  <a:pt x="4421130" y="126394"/>
                  <a:pt x="4411035" y="129894"/>
                  <a:pt x="4398368" y="129894"/>
                </a:cubicBezTo>
                <a:cubicBezTo>
                  <a:pt x="4393148" y="129894"/>
                  <a:pt x="4387812" y="129111"/>
                  <a:pt x="4382362" y="127545"/>
                </a:cubicBezTo>
                <a:cubicBezTo>
                  <a:pt x="4378984" y="130459"/>
                  <a:pt x="4376700" y="133011"/>
                  <a:pt x="4375510" y="135199"/>
                </a:cubicBezTo>
                <a:cubicBezTo>
                  <a:pt x="4374320" y="137384"/>
                  <a:pt x="4373725" y="139244"/>
                  <a:pt x="4373725" y="140777"/>
                </a:cubicBezTo>
                <a:cubicBezTo>
                  <a:pt x="4373725" y="142082"/>
                  <a:pt x="4374358" y="143348"/>
                  <a:pt x="4375625" y="144577"/>
                </a:cubicBezTo>
                <a:cubicBezTo>
                  <a:pt x="4376892" y="145803"/>
                  <a:pt x="4379368" y="146684"/>
                  <a:pt x="4383053" y="147222"/>
                </a:cubicBezTo>
                <a:cubicBezTo>
                  <a:pt x="4385202" y="147529"/>
                  <a:pt x="4390576" y="147797"/>
                  <a:pt x="4399174" y="148028"/>
                </a:cubicBezTo>
                <a:cubicBezTo>
                  <a:pt x="4414989" y="148409"/>
                  <a:pt x="4425237" y="148945"/>
                  <a:pt x="4429920" y="149636"/>
                </a:cubicBezTo>
                <a:cubicBezTo>
                  <a:pt x="4437060" y="150634"/>
                  <a:pt x="4442760" y="153282"/>
                  <a:pt x="4447021" y="157578"/>
                </a:cubicBezTo>
                <a:cubicBezTo>
                  <a:pt x="4451282" y="161873"/>
                  <a:pt x="4453412" y="167165"/>
                  <a:pt x="4453412" y="173455"/>
                </a:cubicBezTo>
                <a:cubicBezTo>
                  <a:pt x="4453412" y="182123"/>
                  <a:pt x="4449343" y="190255"/>
                  <a:pt x="4441206" y="197850"/>
                </a:cubicBezTo>
                <a:cubicBezTo>
                  <a:pt x="4429230" y="209049"/>
                  <a:pt x="4413607" y="214648"/>
                  <a:pt x="4394338" y="214648"/>
                </a:cubicBezTo>
                <a:cubicBezTo>
                  <a:pt x="4379521" y="214648"/>
                  <a:pt x="4367008" y="211314"/>
                  <a:pt x="4356797" y="204644"/>
                </a:cubicBezTo>
                <a:cubicBezTo>
                  <a:pt x="4351040" y="200810"/>
                  <a:pt x="4348161" y="196823"/>
                  <a:pt x="4348161" y="192682"/>
                </a:cubicBezTo>
                <a:cubicBezTo>
                  <a:pt x="4348161" y="190845"/>
                  <a:pt x="4348583" y="189006"/>
                  <a:pt x="4349427" y="187166"/>
                </a:cubicBezTo>
                <a:cubicBezTo>
                  <a:pt x="4350732" y="184328"/>
                  <a:pt x="4353419" y="180379"/>
                  <a:pt x="4357488" y="175319"/>
                </a:cubicBezTo>
                <a:cubicBezTo>
                  <a:pt x="4358026" y="174631"/>
                  <a:pt x="4361941" y="170491"/>
                  <a:pt x="4369234" y="162901"/>
                </a:cubicBezTo>
                <a:cubicBezTo>
                  <a:pt x="4365242" y="160518"/>
                  <a:pt x="4362421" y="158386"/>
                  <a:pt x="4360770" y="156502"/>
                </a:cubicBezTo>
                <a:cubicBezTo>
                  <a:pt x="4359120" y="154619"/>
                  <a:pt x="4358294" y="152486"/>
                  <a:pt x="4358294" y="150104"/>
                </a:cubicBezTo>
                <a:cubicBezTo>
                  <a:pt x="4358294" y="147412"/>
                  <a:pt x="4359388" y="144260"/>
                  <a:pt x="4361576" y="140647"/>
                </a:cubicBezTo>
                <a:cubicBezTo>
                  <a:pt x="4363764" y="137034"/>
                  <a:pt x="4368812" y="131923"/>
                  <a:pt x="4376719" y="125313"/>
                </a:cubicBezTo>
                <a:moveTo>
                  <a:pt x="4396756" y="61032"/>
                </a:moveTo>
                <a:cubicBezTo>
                  <a:pt x="4391075" y="61032"/>
                  <a:pt x="4386315" y="63285"/>
                  <a:pt x="4382477" y="67790"/>
                </a:cubicBezTo>
                <a:cubicBezTo>
                  <a:pt x="4378638" y="72293"/>
                  <a:pt x="4376719" y="79202"/>
                  <a:pt x="4376719" y="88518"/>
                </a:cubicBezTo>
                <a:cubicBezTo>
                  <a:pt x="4376719" y="100583"/>
                  <a:pt x="4379329" y="109935"/>
                  <a:pt x="4384550" y="116576"/>
                </a:cubicBezTo>
                <a:cubicBezTo>
                  <a:pt x="4388542" y="121616"/>
                  <a:pt x="4393608" y="124137"/>
                  <a:pt x="4399750" y="124137"/>
                </a:cubicBezTo>
                <a:cubicBezTo>
                  <a:pt x="4405584" y="124137"/>
                  <a:pt x="4410383" y="121961"/>
                  <a:pt x="4414144" y="117609"/>
                </a:cubicBezTo>
                <a:cubicBezTo>
                  <a:pt x="4417906" y="113257"/>
                  <a:pt x="4419787" y="106423"/>
                  <a:pt x="4419787" y="97108"/>
                </a:cubicBezTo>
                <a:cubicBezTo>
                  <a:pt x="4419787" y="84969"/>
                  <a:pt x="4417138" y="75462"/>
                  <a:pt x="4411841" y="68589"/>
                </a:cubicBezTo>
                <a:cubicBezTo>
                  <a:pt x="4407926" y="63551"/>
                  <a:pt x="4402897" y="61032"/>
                  <a:pt x="4396756" y="61032"/>
                </a:cubicBezTo>
                <a:moveTo>
                  <a:pt x="4375567" y="163818"/>
                </a:moveTo>
                <a:cubicBezTo>
                  <a:pt x="4371959" y="167726"/>
                  <a:pt x="4369234" y="171366"/>
                  <a:pt x="4367391" y="174736"/>
                </a:cubicBezTo>
                <a:cubicBezTo>
                  <a:pt x="4365549" y="178109"/>
                  <a:pt x="4364628" y="181214"/>
                  <a:pt x="4364628" y="184049"/>
                </a:cubicBezTo>
                <a:cubicBezTo>
                  <a:pt x="4364628" y="187727"/>
                  <a:pt x="4366854" y="190946"/>
                  <a:pt x="4371307" y="193704"/>
                </a:cubicBezTo>
                <a:cubicBezTo>
                  <a:pt x="4378984" y="198455"/>
                  <a:pt x="4390077" y="200830"/>
                  <a:pt x="4404586" y="200830"/>
                </a:cubicBezTo>
                <a:cubicBezTo>
                  <a:pt x="4418405" y="200830"/>
                  <a:pt x="4428596" y="198396"/>
                  <a:pt x="4435160" y="193528"/>
                </a:cubicBezTo>
                <a:cubicBezTo>
                  <a:pt x="4441724" y="188663"/>
                  <a:pt x="4445006" y="183472"/>
                  <a:pt x="4445006" y="177957"/>
                </a:cubicBezTo>
                <a:cubicBezTo>
                  <a:pt x="4445006" y="173972"/>
                  <a:pt x="4443048" y="171137"/>
                  <a:pt x="4439133" y="169450"/>
                </a:cubicBezTo>
                <a:cubicBezTo>
                  <a:pt x="4435141" y="167763"/>
                  <a:pt x="4427233" y="166768"/>
                  <a:pt x="4415411" y="166463"/>
                </a:cubicBezTo>
                <a:cubicBezTo>
                  <a:pt x="4398138" y="166003"/>
                  <a:pt x="4384857" y="165121"/>
                  <a:pt x="4375567" y="163818"/>
                </a:cubicBezTo>
                <a:close/>
                <a:moveTo>
                  <a:pt x="4565979" y="66329"/>
                </a:moveTo>
                <a:lnTo>
                  <a:pt x="4565979" y="135739"/>
                </a:lnTo>
                <a:cubicBezTo>
                  <a:pt x="4565979" y="145577"/>
                  <a:pt x="4567054" y="151803"/>
                  <a:pt x="4569204" y="154415"/>
                </a:cubicBezTo>
                <a:cubicBezTo>
                  <a:pt x="4572044" y="157798"/>
                  <a:pt x="4575844" y="159489"/>
                  <a:pt x="4580604" y="159489"/>
                </a:cubicBezTo>
                <a:lnTo>
                  <a:pt x="4590162" y="159489"/>
                </a:lnTo>
                <a:lnTo>
                  <a:pt x="4590162" y="163750"/>
                </a:lnTo>
                <a:lnTo>
                  <a:pt x="4527172" y="163750"/>
                </a:lnTo>
                <a:lnTo>
                  <a:pt x="4527172" y="159489"/>
                </a:lnTo>
                <a:lnTo>
                  <a:pt x="4531894" y="159489"/>
                </a:lnTo>
                <a:cubicBezTo>
                  <a:pt x="4534965" y="159489"/>
                  <a:pt x="4537767" y="158720"/>
                  <a:pt x="4540300" y="157182"/>
                </a:cubicBezTo>
                <a:cubicBezTo>
                  <a:pt x="4542833" y="155645"/>
                  <a:pt x="4544580" y="153569"/>
                  <a:pt x="4545540" y="150957"/>
                </a:cubicBezTo>
                <a:cubicBezTo>
                  <a:pt x="4546499" y="148344"/>
                  <a:pt x="4546979" y="143272"/>
                  <a:pt x="4546979" y="135739"/>
                </a:cubicBezTo>
                <a:lnTo>
                  <a:pt x="4546979" y="66329"/>
                </a:lnTo>
                <a:lnTo>
                  <a:pt x="4526481" y="66329"/>
                </a:lnTo>
                <a:lnTo>
                  <a:pt x="4526481" y="58268"/>
                </a:lnTo>
                <a:lnTo>
                  <a:pt x="4546979" y="58268"/>
                </a:lnTo>
                <a:lnTo>
                  <a:pt x="4546979" y="51330"/>
                </a:lnTo>
                <a:cubicBezTo>
                  <a:pt x="4546979" y="40772"/>
                  <a:pt x="4548668" y="31832"/>
                  <a:pt x="4552046" y="24510"/>
                </a:cubicBezTo>
                <a:cubicBezTo>
                  <a:pt x="4555424" y="17188"/>
                  <a:pt x="4560586" y="11273"/>
                  <a:pt x="4567534" y="6765"/>
                </a:cubicBezTo>
                <a:cubicBezTo>
                  <a:pt x="4574482" y="2255"/>
                  <a:pt x="4582293" y="0"/>
                  <a:pt x="4590968" y="0"/>
                </a:cubicBezTo>
                <a:cubicBezTo>
                  <a:pt x="4599029" y="0"/>
                  <a:pt x="4606437" y="2610"/>
                  <a:pt x="4613193" y="7831"/>
                </a:cubicBezTo>
                <a:cubicBezTo>
                  <a:pt x="4617646" y="11285"/>
                  <a:pt x="4619872" y="15162"/>
                  <a:pt x="4619872" y="19461"/>
                </a:cubicBezTo>
                <a:cubicBezTo>
                  <a:pt x="4619872" y="21764"/>
                  <a:pt x="4618874" y="23933"/>
                  <a:pt x="4616878" y="25967"/>
                </a:cubicBezTo>
                <a:cubicBezTo>
                  <a:pt x="4614882" y="28002"/>
                  <a:pt x="4612732" y="29019"/>
                  <a:pt x="4610429" y="29019"/>
                </a:cubicBezTo>
                <a:cubicBezTo>
                  <a:pt x="4608663" y="29019"/>
                  <a:pt x="4606802" y="28378"/>
                  <a:pt x="4604844" y="27097"/>
                </a:cubicBezTo>
                <a:cubicBezTo>
                  <a:pt x="4602887" y="25816"/>
                  <a:pt x="4600487" y="23061"/>
                  <a:pt x="4597647" y="18831"/>
                </a:cubicBezTo>
                <a:cubicBezTo>
                  <a:pt x="4594807" y="14602"/>
                  <a:pt x="4592196" y="11749"/>
                  <a:pt x="4589817" y="10274"/>
                </a:cubicBezTo>
                <a:cubicBezTo>
                  <a:pt x="4587437" y="8799"/>
                  <a:pt x="4584788" y="8061"/>
                  <a:pt x="4581871" y="8061"/>
                </a:cubicBezTo>
                <a:cubicBezTo>
                  <a:pt x="4578339" y="8061"/>
                  <a:pt x="4575345" y="9011"/>
                  <a:pt x="4572889" y="10911"/>
                </a:cubicBezTo>
                <a:cubicBezTo>
                  <a:pt x="4570432" y="12809"/>
                  <a:pt x="4568666" y="15752"/>
                  <a:pt x="4567592" y="19742"/>
                </a:cubicBezTo>
                <a:cubicBezTo>
                  <a:pt x="4566517" y="23731"/>
                  <a:pt x="4565979" y="34016"/>
                  <a:pt x="4565979" y="50596"/>
                </a:cubicBezTo>
                <a:lnTo>
                  <a:pt x="4565979" y="58268"/>
                </a:lnTo>
                <a:lnTo>
                  <a:pt x="4593156" y="58268"/>
                </a:lnTo>
                <a:lnTo>
                  <a:pt x="4593156" y="66329"/>
                </a:lnTo>
                <a:lnTo>
                  <a:pt x="4565979" y="663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oundbyourtool">
            <a:extLst xmlns:a="http://schemas.openxmlformats.org/drawingml/2006/main">
              <a:ext uri="{FF2B5EF4-FFF2-40B4-BE49-F238E27FC236}">
                <a16:creationId xmlns:a16="http://schemas.microsoft.com/office/drawing/2014/main" id="{F2E6CD9D-0CCB-4F00-8450-EACB56AA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083" y="4574279"/>
            <a:ext cx="1547493" cy="214648"/>
          </a:xfrm>
          <a:custGeom xmlns:a="http://schemas.openxmlformats.org/drawingml/2006/main">
            <a:pathLst>
              <a:path w="1547493" h="214648">
                <a:moveTo>
                  <a:pt x="51013" y="55274"/>
                </a:moveTo>
                <a:cubicBezTo>
                  <a:pt x="66982" y="55274"/>
                  <a:pt x="79802" y="61333"/>
                  <a:pt x="89475" y="73451"/>
                </a:cubicBezTo>
                <a:cubicBezTo>
                  <a:pt x="97689" y="83803"/>
                  <a:pt x="101797" y="95690"/>
                  <a:pt x="101797" y="109113"/>
                </a:cubicBezTo>
                <a:cubicBezTo>
                  <a:pt x="101797" y="118546"/>
                  <a:pt x="99532" y="128094"/>
                  <a:pt x="95003" y="137757"/>
                </a:cubicBezTo>
                <a:cubicBezTo>
                  <a:pt x="90473" y="147418"/>
                  <a:pt x="84236" y="154703"/>
                  <a:pt x="76290" y="159611"/>
                </a:cubicBezTo>
                <a:cubicBezTo>
                  <a:pt x="68344" y="164520"/>
                  <a:pt x="59497" y="166974"/>
                  <a:pt x="49747" y="166974"/>
                </a:cubicBezTo>
                <a:cubicBezTo>
                  <a:pt x="33855" y="166974"/>
                  <a:pt x="21227" y="160647"/>
                  <a:pt x="11861" y="147992"/>
                </a:cubicBezTo>
                <a:cubicBezTo>
                  <a:pt x="3954" y="137333"/>
                  <a:pt x="0" y="125370"/>
                  <a:pt x="0" y="112103"/>
                </a:cubicBezTo>
                <a:cubicBezTo>
                  <a:pt x="0" y="102440"/>
                  <a:pt x="2399" y="92834"/>
                  <a:pt x="7197" y="83286"/>
                </a:cubicBezTo>
                <a:cubicBezTo>
                  <a:pt x="11995" y="73737"/>
                  <a:pt x="18310" y="66682"/>
                  <a:pt x="26140" y="62119"/>
                </a:cubicBezTo>
                <a:cubicBezTo>
                  <a:pt x="33971" y="57556"/>
                  <a:pt x="42262" y="55274"/>
                  <a:pt x="51013" y="55274"/>
                </a:cubicBezTo>
                <a:moveTo>
                  <a:pt x="47444" y="62874"/>
                </a:moveTo>
                <a:cubicBezTo>
                  <a:pt x="43375" y="62874"/>
                  <a:pt x="39287" y="64082"/>
                  <a:pt x="35180" y="66498"/>
                </a:cubicBezTo>
                <a:cubicBezTo>
                  <a:pt x="31073" y="68914"/>
                  <a:pt x="27752" y="73151"/>
                  <a:pt x="25219" y="79208"/>
                </a:cubicBezTo>
                <a:cubicBezTo>
                  <a:pt x="22685" y="85266"/>
                  <a:pt x="21419" y="93049"/>
                  <a:pt x="21419" y="102556"/>
                </a:cubicBezTo>
                <a:cubicBezTo>
                  <a:pt x="21419" y="117891"/>
                  <a:pt x="24470" y="131118"/>
                  <a:pt x="30574" y="142238"/>
                </a:cubicBezTo>
                <a:cubicBezTo>
                  <a:pt x="36677" y="153355"/>
                  <a:pt x="44718" y="158913"/>
                  <a:pt x="54698" y="158913"/>
                </a:cubicBezTo>
                <a:cubicBezTo>
                  <a:pt x="62145" y="158913"/>
                  <a:pt x="68287" y="155846"/>
                  <a:pt x="73123" y="149712"/>
                </a:cubicBezTo>
                <a:cubicBezTo>
                  <a:pt x="77960" y="143577"/>
                  <a:pt x="80378" y="133035"/>
                  <a:pt x="80378" y="118084"/>
                </a:cubicBezTo>
                <a:cubicBezTo>
                  <a:pt x="80378" y="99374"/>
                  <a:pt x="76348" y="84651"/>
                  <a:pt x="68287" y="73915"/>
                </a:cubicBezTo>
                <a:cubicBezTo>
                  <a:pt x="62836" y="66555"/>
                  <a:pt x="55888" y="62874"/>
                  <a:pt x="47444" y="62874"/>
                </a:cubicBezTo>
                <a:close/>
                <a:moveTo>
                  <a:pt x="209392" y="58268"/>
                </a:moveTo>
                <a:lnTo>
                  <a:pt x="209392" y="122179"/>
                </a:lnTo>
                <a:cubicBezTo>
                  <a:pt x="209392" y="134385"/>
                  <a:pt x="209680" y="141851"/>
                  <a:pt x="210256" y="144577"/>
                </a:cubicBezTo>
                <a:cubicBezTo>
                  <a:pt x="210832" y="147302"/>
                  <a:pt x="211753" y="149202"/>
                  <a:pt x="213019" y="150277"/>
                </a:cubicBezTo>
                <a:cubicBezTo>
                  <a:pt x="214286" y="151352"/>
                  <a:pt x="215764" y="151889"/>
                  <a:pt x="217453" y="151889"/>
                </a:cubicBezTo>
                <a:cubicBezTo>
                  <a:pt x="219833" y="151889"/>
                  <a:pt x="222520" y="151236"/>
                  <a:pt x="225514" y="149931"/>
                </a:cubicBezTo>
                <a:lnTo>
                  <a:pt x="227126" y="153962"/>
                </a:lnTo>
                <a:lnTo>
                  <a:pt x="195574" y="166974"/>
                </a:lnTo>
                <a:lnTo>
                  <a:pt x="190392" y="166974"/>
                </a:lnTo>
                <a:lnTo>
                  <a:pt x="190392" y="144634"/>
                </a:lnTo>
                <a:cubicBezTo>
                  <a:pt x="181333" y="154461"/>
                  <a:pt x="174423" y="160641"/>
                  <a:pt x="169664" y="163174"/>
                </a:cubicBezTo>
                <a:cubicBezTo>
                  <a:pt x="164904" y="165707"/>
                  <a:pt x="159876" y="166974"/>
                  <a:pt x="154578" y="166974"/>
                </a:cubicBezTo>
                <a:cubicBezTo>
                  <a:pt x="148667" y="166974"/>
                  <a:pt x="143543" y="165266"/>
                  <a:pt x="139205" y="161850"/>
                </a:cubicBezTo>
                <a:cubicBezTo>
                  <a:pt x="134868" y="158434"/>
                  <a:pt x="131855" y="154038"/>
                  <a:pt x="130166" y="148665"/>
                </a:cubicBezTo>
                <a:cubicBezTo>
                  <a:pt x="128477" y="143291"/>
                  <a:pt x="127632" y="135691"/>
                  <a:pt x="127632" y="125864"/>
                </a:cubicBezTo>
                <a:lnTo>
                  <a:pt x="127632" y="78766"/>
                </a:lnTo>
                <a:cubicBezTo>
                  <a:pt x="127632" y="73776"/>
                  <a:pt x="127095" y="70321"/>
                  <a:pt x="126020" y="68402"/>
                </a:cubicBezTo>
                <a:cubicBezTo>
                  <a:pt x="124945" y="66483"/>
                  <a:pt x="123352" y="65005"/>
                  <a:pt x="121241" y="63968"/>
                </a:cubicBezTo>
                <a:cubicBezTo>
                  <a:pt x="119130" y="62932"/>
                  <a:pt x="115311" y="62452"/>
                  <a:pt x="109783" y="62529"/>
                </a:cubicBezTo>
                <a:lnTo>
                  <a:pt x="109783" y="58268"/>
                </a:lnTo>
                <a:lnTo>
                  <a:pt x="146748" y="58268"/>
                </a:lnTo>
                <a:lnTo>
                  <a:pt x="146748" y="128685"/>
                </a:lnTo>
                <a:cubicBezTo>
                  <a:pt x="146748" y="138488"/>
                  <a:pt x="148456" y="144921"/>
                  <a:pt x="151872" y="147984"/>
                </a:cubicBezTo>
                <a:cubicBezTo>
                  <a:pt x="155289" y="151048"/>
                  <a:pt x="159415" y="152580"/>
                  <a:pt x="164251" y="152580"/>
                </a:cubicBezTo>
                <a:cubicBezTo>
                  <a:pt x="167553" y="152580"/>
                  <a:pt x="171295" y="151546"/>
                  <a:pt x="175479" y="149478"/>
                </a:cubicBezTo>
                <a:cubicBezTo>
                  <a:pt x="179663" y="147410"/>
                  <a:pt x="184634" y="143467"/>
                  <a:pt x="190392" y="137649"/>
                </a:cubicBezTo>
                <a:lnTo>
                  <a:pt x="190392" y="78035"/>
                </a:lnTo>
                <a:cubicBezTo>
                  <a:pt x="190392" y="72062"/>
                  <a:pt x="189298" y="68023"/>
                  <a:pt x="187110" y="65919"/>
                </a:cubicBezTo>
                <a:cubicBezTo>
                  <a:pt x="184922" y="63812"/>
                  <a:pt x="180373" y="62682"/>
                  <a:pt x="173464" y="62529"/>
                </a:cubicBezTo>
                <a:lnTo>
                  <a:pt x="173464" y="58268"/>
                </a:lnTo>
                <a:lnTo>
                  <a:pt x="209392" y="58268"/>
                </a:lnTo>
                <a:close/>
                <a:moveTo>
                  <a:pt x="265168" y="77614"/>
                </a:moveTo>
                <a:cubicBezTo>
                  <a:pt x="277528" y="62721"/>
                  <a:pt x="289312" y="55274"/>
                  <a:pt x="300520" y="55274"/>
                </a:cubicBezTo>
                <a:cubicBezTo>
                  <a:pt x="306278" y="55274"/>
                  <a:pt x="311230" y="56711"/>
                  <a:pt x="315375" y="59585"/>
                </a:cubicBezTo>
                <a:cubicBezTo>
                  <a:pt x="319521" y="62457"/>
                  <a:pt x="322822" y="67187"/>
                  <a:pt x="325279" y="73775"/>
                </a:cubicBezTo>
                <a:cubicBezTo>
                  <a:pt x="326968" y="78369"/>
                  <a:pt x="327812" y="85416"/>
                  <a:pt x="327812" y="94916"/>
                </a:cubicBezTo>
                <a:lnTo>
                  <a:pt x="327812" y="139841"/>
                </a:lnTo>
                <a:cubicBezTo>
                  <a:pt x="327812" y="146505"/>
                  <a:pt x="328349" y="151025"/>
                  <a:pt x="329424" y="153400"/>
                </a:cubicBezTo>
                <a:cubicBezTo>
                  <a:pt x="330269" y="155315"/>
                  <a:pt x="331631" y="156808"/>
                  <a:pt x="333512" y="157881"/>
                </a:cubicBezTo>
                <a:cubicBezTo>
                  <a:pt x="335393" y="158953"/>
                  <a:pt x="338867" y="159489"/>
                  <a:pt x="343934" y="159489"/>
                </a:cubicBezTo>
                <a:lnTo>
                  <a:pt x="343934" y="163750"/>
                </a:lnTo>
                <a:lnTo>
                  <a:pt x="291769" y="163750"/>
                </a:lnTo>
                <a:lnTo>
                  <a:pt x="291769" y="159489"/>
                </a:lnTo>
                <a:lnTo>
                  <a:pt x="293957" y="159489"/>
                </a:lnTo>
                <a:cubicBezTo>
                  <a:pt x="298870" y="159489"/>
                  <a:pt x="302305" y="158744"/>
                  <a:pt x="304263" y="157254"/>
                </a:cubicBezTo>
                <a:cubicBezTo>
                  <a:pt x="306221" y="155765"/>
                  <a:pt x="307583" y="153569"/>
                  <a:pt x="308351" y="150669"/>
                </a:cubicBezTo>
                <a:cubicBezTo>
                  <a:pt x="308658" y="149522"/>
                  <a:pt x="308811" y="145932"/>
                  <a:pt x="308811" y="139898"/>
                </a:cubicBezTo>
                <a:lnTo>
                  <a:pt x="308811" y="96935"/>
                </a:lnTo>
                <a:cubicBezTo>
                  <a:pt x="308811" y="87389"/>
                  <a:pt x="307564" y="80458"/>
                  <a:pt x="305069" y="76142"/>
                </a:cubicBezTo>
                <a:cubicBezTo>
                  <a:pt x="302574" y="71826"/>
                  <a:pt x="298371" y="69669"/>
                  <a:pt x="292460" y="69669"/>
                </a:cubicBezTo>
                <a:cubicBezTo>
                  <a:pt x="283324" y="69669"/>
                  <a:pt x="274227" y="74633"/>
                  <a:pt x="265168" y="84563"/>
                </a:cubicBezTo>
                <a:lnTo>
                  <a:pt x="265168" y="139898"/>
                </a:lnTo>
                <a:cubicBezTo>
                  <a:pt x="265168" y="147002"/>
                  <a:pt x="265590" y="151394"/>
                  <a:pt x="266435" y="153073"/>
                </a:cubicBezTo>
                <a:cubicBezTo>
                  <a:pt x="267509" y="155287"/>
                  <a:pt x="268987" y="156910"/>
                  <a:pt x="270868" y="157942"/>
                </a:cubicBezTo>
                <a:cubicBezTo>
                  <a:pt x="272749" y="158973"/>
                  <a:pt x="276568" y="159489"/>
                  <a:pt x="282326" y="159489"/>
                </a:cubicBezTo>
                <a:lnTo>
                  <a:pt x="282326" y="163750"/>
                </a:lnTo>
                <a:lnTo>
                  <a:pt x="230161" y="163750"/>
                </a:lnTo>
                <a:lnTo>
                  <a:pt x="230161" y="159489"/>
                </a:lnTo>
                <a:lnTo>
                  <a:pt x="232464" y="159489"/>
                </a:lnTo>
                <a:cubicBezTo>
                  <a:pt x="237838" y="159489"/>
                  <a:pt x="241465" y="158130"/>
                  <a:pt x="243346" y="155412"/>
                </a:cubicBezTo>
                <a:cubicBezTo>
                  <a:pt x="245227" y="152691"/>
                  <a:pt x="246167" y="147501"/>
                  <a:pt x="246167" y="139841"/>
                </a:cubicBezTo>
                <a:lnTo>
                  <a:pt x="246167" y="100775"/>
                </a:lnTo>
                <a:cubicBezTo>
                  <a:pt x="246167" y="88136"/>
                  <a:pt x="245879" y="80439"/>
                  <a:pt x="245304" y="77683"/>
                </a:cubicBezTo>
                <a:cubicBezTo>
                  <a:pt x="244728" y="74924"/>
                  <a:pt x="243845" y="73046"/>
                  <a:pt x="242655" y="72051"/>
                </a:cubicBezTo>
                <a:cubicBezTo>
                  <a:pt x="241465" y="71055"/>
                  <a:pt x="239872" y="70557"/>
                  <a:pt x="237876" y="70557"/>
                </a:cubicBezTo>
                <a:cubicBezTo>
                  <a:pt x="235727" y="70557"/>
                  <a:pt x="233155" y="71132"/>
                  <a:pt x="230161" y="72281"/>
                </a:cubicBezTo>
                <a:lnTo>
                  <a:pt x="228434" y="68143"/>
                </a:lnTo>
                <a:lnTo>
                  <a:pt x="260216" y="55274"/>
                </a:lnTo>
                <a:lnTo>
                  <a:pt x="265168" y="55274"/>
                </a:lnTo>
                <a:lnTo>
                  <a:pt x="265168" y="77614"/>
                </a:lnTo>
                <a:close/>
                <a:moveTo>
                  <a:pt x="426426" y="151889"/>
                </a:moveTo>
                <a:cubicBezTo>
                  <a:pt x="421283" y="157263"/>
                  <a:pt x="416254" y="161121"/>
                  <a:pt x="411341" y="163462"/>
                </a:cubicBezTo>
                <a:cubicBezTo>
                  <a:pt x="406428" y="165803"/>
                  <a:pt x="401131" y="166974"/>
                  <a:pt x="395450" y="166974"/>
                </a:cubicBezTo>
                <a:cubicBezTo>
                  <a:pt x="383934" y="166974"/>
                  <a:pt x="373877" y="162168"/>
                  <a:pt x="365279" y="152555"/>
                </a:cubicBezTo>
                <a:cubicBezTo>
                  <a:pt x="356681" y="142939"/>
                  <a:pt x="352382" y="130584"/>
                  <a:pt x="352382" y="115489"/>
                </a:cubicBezTo>
                <a:cubicBezTo>
                  <a:pt x="352382" y="100397"/>
                  <a:pt x="357141" y="86588"/>
                  <a:pt x="366661" y="74062"/>
                </a:cubicBezTo>
                <a:cubicBezTo>
                  <a:pt x="376180" y="61537"/>
                  <a:pt x="388425" y="55274"/>
                  <a:pt x="403395" y="55274"/>
                </a:cubicBezTo>
                <a:cubicBezTo>
                  <a:pt x="412684" y="55274"/>
                  <a:pt x="420361" y="58230"/>
                  <a:pt x="426426" y="64141"/>
                </a:cubicBezTo>
                <a:lnTo>
                  <a:pt x="426426" y="44637"/>
                </a:lnTo>
                <a:cubicBezTo>
                  <a:pt x="426426" y="32534"/>
                  <a:pt x="426138" y="25094"/>
                  <a:pt x="425563" y="22318"/>
                </a:cubicBezTo>
                <a:cubicBezTo>
                  <a:pt x="424987" y="19543"/>
                  <a:pt x="424085" y="17655"/>
                  <a:pt x="422856" y="16654"/>
                </a:cubicBezTo>
                <a:cubicBezTo>
                  <a:pt x="421628" y="15651"/>
                  <a:pt x="420093" y="15150"/>
                  <a:pt x="418250" y="15150"/>
                </a:cubicBezTo>
                <a:cubicBezTo>
                  <a:pt x="416254" y="15150"/>
                  <a:pt x="413606" y="15767"/>
                  <a:pt x="410305" y="17000"/>
                </a:cubicBezTo>
                <a:lnTo>
                  <a:pt x="408808" y="12951"/>
                </a:lnTo>
                <a:lnTo>
                  <a:pt x="440245" y="0"/>
                </a:lnTo>
                <a:lnTo>
                  <a:pt x="445427" y="0"/>
                </a:lnTo>
                <a:lnTo>
                  <a:pt x="445427" y="121949"/>
                </a:lnTo>
                <a:cubicBezTo>
                  <a:pt x="445427" y="134309"/>
                  <a:pt x="445715" y="141851"/>
                  <a:pt x="446290" y="144577"/>
                </a:cubicBezTo>
                <a:cubicBezTo>
                  <a:pt x="446866" y="147302"/>
                  <a:pt x="447787" y="149202"/>
                  <a:pt x="449054" y="150277"/>
                </a:cubicBezTo>
                <a:cubicBezTo>
                  <a:pt x="450321" y="151352"/>
                  <a:pt x="451799" y="151889"/>
                  <a:pt x="453488" y="151889"/>
                </a:cubicBezTo>
                <a:cubicBezTo>
                  <a:pt x="455560" y="151889"/>
                  <a:pt x="458324" y="151236"/>
                  <a:pt x="461779" y="149931"/>
                </a:cubicBezTo>
                <a:lnTo>
                  <a:pt x="463045" y="153962"/>
                </a:lnTo>
                <a:lnTo>
                  <a:pt x="431723" y="166974"/>
                </a:lnTo>
                <a:lnTo>
                  <a:pt x="426426" y="166974"/>
                </a:lnTo>
                <a:lnTo>
                  <a:pt x="426426" y="151889"/>
                </a:lnTo>
                <a:moveTo>
                  <a:pt x="426426" y="143853"/>
                </a:moveTo>
                <a:lnTo>
                  <a:pt x="426426" y="89637"/>
                </a:lnTo>
                <a:cubicBezTo>
                  <a:pt x="425966" y="84429"/>
                  <a:pt x="424584" y="79681"/>
                  <a:pt x="422281" y="75394"/>
                </a:cubicBezTo>
                <a:cubicBezTo>
                  <a:pt x="419978" y="71104"/>
                  <a:pt x="416926" y="67869"/>
                  <a:pt x="413126" y="65689"/>
                </a:cubicBezTo>
                <a:cubicBezTo>
                  <a:pt x="409326" y="63505"/>
                  <a:pt x="405622" y="62414"/>
                  <a:pt x="402013" y="62414"/>
                </a:cubicBezTo>
                <a:cubicBezTo>
                  <a:pt x="395258" y="62414"/>
                  <a:pt x="389231" y="65439"/>
                  <a:pt x="383934" y="71489"/>
                </a:cubicBezTo>
                <a:cubicBezTo>
                  <a:pt x="376948" y="79452"/>
                  <a:pt x="373455" y="91091"/>
                  <a:pt x="373455" y="106406"/>
                </a:cubicBezTo>
                <a:cubicBezTo>
                  <a:pt x="373455" y="121876"/>
                  <a:pt x="376833" y="133727"/>
                  <a:pt x="383589" y="141960"/>
                </a:cubicBezTo>
                <a:cubicBezTo>
                  <a:pt x="390344" y="150192"/>
                  <a:pt x="397868" y="154307"/>
                  <a:pt x="406159" y="154307"/>
                </a:cubicBezTo>
                <a:cubicBezTo>
                  <a:pt x="413145" y="154307"/>
                  <a:pt x="419901" y="150823"/>
                  <a:pt x="426426" y="143853"/>
                </a:cubicBezTo>
                <a:close/>
                <a:moveTo>
                  <a:pt x="557073" y="76578"/>
                </a:moveTo>
                <a:cubicBezTo>
                  <a:pt x="567283" y="62375"/>
                  <a:pt x="578300" y="55274"/>
                  <a:pt x="590122" y="55274"/>
                </a:cubicBezTo>
                <a:cubicBezTo>
                  <a:pt x="600947" y="55274"/>
                  <a:pt x="610390" y="59895"/>
                  <a:pt x="618450" y="69136"/>
                </a:cubicBezTo>
                <a:cubicBezTo>
                  <a:pt x="626511" y="78377"/>
                  <a:pt x="630542" y="91012"/>
                  <a:pt x="630542" y="107040"/>
                </a:cubicBezTo>
                <a:cubicBezTo>
                  <a:pt x="630542" y="125752"/>
                  <a:pt x="624323" y="140822"/>
                  <a:pt x="611887" y="152249"/>
                </a:cubicBezTo>
                <a:cubicBezTo>
                  <a:pt x="601216" y="162066"/>
                  <a:pt x="589316" y="166974"/>
                  <a:pt x="576189" y="166974"/>
                </a:cubicBezTo>
                <a:cubicBezTo>
                  <a:pt x="570047" y="166974"/>
                  <a:pt x="563810" y="165861"/>
                  <a:pt x="557476" y="163635"/>
                </a:cubicBezTo>
                <a:cubicBezTo>
                  <a:pt x="551143" y="161408"/>
                  <a:pt x="544675" y="158069"/>
                  <a:pt x="538072" y="153616"/>
                </a:cubicBezTo>
                <a:lnTo>
                  <a:pt x="538072" y="44335"/>
                </a:lnTo>
                <a:cubicBezTo>
                  <a:pt x="538072" y="32358"/>
                  <a:pt x="537785" y="24989"/>
                  <a:pt x="537209" y="22225"/>
                </a:cubicBezTo>
                <a:cubicBezTo>
                  <a:pt x="536633" y="19461"/>
                  <a:pt x="535731" y="17580"/>
                  <a:pt x="534503" y="16582"/>
                </a:cubicBezTo>
                <a:cubicBezTo>
                  <a:pt x="533274" y="15584"/>
                  <a:pt x="531739" y="15085"/>
                  <a:pt x="529896" y="15085"/>
                </a:cubicBezTo>
                <a:cubicBezTo>
                  <a:pt x="527747" y="15085"/>
                  <a:pt x="525060" y="15699"/>
                  <a:pt x="521836" y="16928"/>
                </a:cubicBezTo>
                <a:lnTo>
                  <a:pt x="520224" y="12897"/>
                </a:lnTo>
                <a:lnTo>
                  <a:pt x="551891" y="0"/>
                </a:lnTo>
                <a:lnTo>
                  <a:pt x="557073" y="0"/>
                </a:lnTo>
                <a:lnTo>
                  <a:pt x="557073" y="76578"/>
                </a:lnTo>
                <a:moveTo>
                  <a:pt x="557073" y="83915"/>
                </a:moveTo>
                <a:lnTo>
                  <a:pt x="557073" y="146855"/>
                </a:lnTo>
                <a:cubicBezTo>
                  <a:pt x="560988" y="150681"/>
                  <a:pt x="565038" y="153571"/>
                  <a:pt x="569222" y="155524"/>
                </a:cubicBezTo>
                <a:cubicBezTo>
                  <a:pt x="573406" y="157476"/>
                  <a:pt x="577686" y="158453"/>
                  <a:pt x="582062" y="158453"/>
                </a:cubicBezTo>
                <a:cubicBezTo>
                  <a:pt x="589048" y="158453"/>
                  <a:pt x="595554" y="154625"/>
                  <a:pt x="601580" y="146970"/>
                </a:cubicBezTo>
                <a:cubicBezTo>
                  <a:pt x="607607" y="139312"/>
                  <a:pt x="610620" y="128171"/>
                  <a:pt x="610620" y="113546"/>
                </a:cubicBezTo>
                <a:cubicBezTo>
                  <a:pt x="610620" y="100071"/>
                  <a:pt x="607607" y="89715"/>
                  <a:pt x="601580" y="82479"/>
                </a:cubicBezTo>
                <a:cubicBezTo>
                  <a:pt x="595554" y="75244"/>
                  <a:pt x="588702" y="71626"/>
                  <a:pt x="581025" y="71626"/>
                </a:cubicBezTo>
                <a:cubicBezTo>
                  <a:pt x="576956" y="71626"/>
                  <a:pt x="572888" y="72660"/>
                  <a:pt x="568819" y="74728"/>
                </a:cubicBezTo>
                <a:cubicBezTo>
                  <a:pt x="565748" y="76259"/>
                  <a:pt x="561833" y="79321"/>
                  <a:pt x="557073" y="83915"/>
                </a:cubicBezTo>
                <a:close/>
                <a:moveTo>
                  <a:pt x="639680" y="58268"/>
                </a:moveTo>
                <a:lnTo>
                  <a:pt x="688851" y="58268"/>
                </a:lnTo>
                <a:lnTo>
                  <a:pt x="688851" y="62529"/>
                </a:lnTo>
                <a:lnTo>
                  <a:pt x="686433" y="62529"/>
                </a:lnTo>
                <a:cubicBezTo>
                  <a:pt x="682978" y="62529"/>
                  <a:pt x="680387" y="63277"/>
                  <a:pt x="678660" y="64774"/>
                </a:cubicBezTo>
                <a:cubicBezTo>
                  <a:pt x="676932" y="66271"/>
                  <a:pt x="676069" y="68133"/>
                  <a:pt x="676069" y="70359"/>
                </a:cubicBezTo>
                <a:cubicBezTo>
                  <a:pt x="676069" y="73353"/>
                  <a:pt x="677335" y="77499"/>
                  <a:pt x="679869" y="82796"/>
                </a:cubicBezTo>
                <a:lnTo>
                  <a:pt x="705548" y="135998"/>
                </a:lnTo>
                <a:lnTo>
                  <a:pt x="729155" y="77729"/>
                </a:lnTo>
                <a:cubicBezTo>
                  <a:pt x="730460" y="74582"/>
                  <a:pt x="731113" y="71473"/>
                  <a:pt x="731113" y="68402"/>
                </a:cubicBezTo>
                <a:cubicBezTo>
                  <a:pt x="731113" y="67020"/>
                  <a:pt x="730844" y="65984"/>
                  <a:pt x="730306" y="65293"/>
                </a:cubicBezTo>
                <a:cubicBezTo>
                  <a:pt x="729692" y="64448"/>
                  <a:pt x="728733" y="63776"/>
                  <a:pt x="727428" y="63277"/>
                </a:cubicBezTo>
                <a:cubicBezTo>
                  <a:pt x="726123" y="62778"/>
                  <a:pt x="723819" y="62529"/>
                  <a:pt x="720518" y="62529"/>
                </a:cubicBezTo>
                <a:lnTo>
                  <a:pt x="720518" y="58268"/>
                </a:lnTo>
                <a:lnTo>
                  <a:pt x="754834" y="58268"/>
                </a:lnTo>
                <a:lnTo>
                  <a:pt x="754834" y="62529"/>
                </a:lnTo>
                <a:cubicBezTo>
                  <a:pt x="751994" y="62836"/>
                  <a:pt x="749806" y="63450"/>
                  <a:pt x="748271" y="64371"/>
                </a:cubicBezTo>
                <a:cubicBezTo>
                  <a:pt x="746735" y="65293"/>
                  <a:pt x="745046" y="67020"/>
                  <a:pt x="743204" y="69553"/>
                </a:cubicBezTo>
                <a:cubicBezTo>
                  <a:pt x="742513" y="70628"/>
                  <a:pt x="741208" y="73584"/>
                  <a:pt x="739289" y="78420"/>
                </a:cubicBezTo>
                <a:lnTo>
                  <a:pt x="696336" y="183672"/>
                </a:lnTo>
                <a:cubicBezTo>
                  <a:pt x="692190" y="193882"/>
                  <a:pt x="686759" y="201597"/>
                  <a:pt x="680042" y="206818"/>
                </a:cubicBezTo>
                <a:cubicBezTo>
                  <a:pt x="673324" y="212038"/>
                  <a:pt x="666856" y="214648"/>
                  <a:pt x="660638" y="214648"/>
                </a:cubicBezTo>
                <a:cubicBezTo>
                  <a:pt x="656109" y="214648"/>
                  <a:pt x="652385" y="213359"/>
                  <a:pt x="649468" y="210780"/>
                </a:cubicBezTo>
                <a:cubicBezTo>
                  <a:pt x="646551" y="208201"/>
                  <a:pt x="645092" y="205243"/>
                  <a:pt x="645092" y="201906"/>
                </a:cubicBezTo>
                <a:cubicBezTo>
                  <a:pt x="645092" y="198720"/>
                  <a:pt x="646148" y="196150"/>
                  <a:pt x="648259" y="194197"/>
                </a:cubicBezTo>
                <a:cubicBezTo>
                  <a:pt x="650370" y="192247"/>
                  <a:pt x="653268" y="191272"/>
                  <a:pt x="656953" y="191272"/>
                </a:cubicBezTo>
                <a:cubicBezTo>
                  <a:pt x="659486" y="191272"/>
                  <a:pt x="662941" y="192116"/>
                  <a:pt x="667317" y="193805"/>
                </a:cubicBezTo>
                <a:cubicBezTo>
                  <a:pt x="670388" y="194957"/>
                  <a:pt x="672307" y="195533"/>
                  <a:pt x="673075" y="195533"/>
                </a:cubicBezTo>
                <a:cubicBezTo>
                  <a:pt x="675378" y="195533"/>
                  <a:pt x="677892" y="194334"/>
                  <a:pt x="680617" y="191938"/>
                </a:cubicBezTo>
                <a:cubicBezTo>
                  <a:pt x="683343" y="189543"/>
                  <a:pt x="686087" y="184908"/>
                  <a:pt x="688851" y="178033"/>
                </a:cubicBezTo>
                <a:lnTo>
                  <a:pt x="696336" y="159604"/>
                </a:lnTo>
                <a:lnTo>
                  <a:pt x="658450" y="80032"/>
                </a:lnTo>
                <a:cubicBezTo>
                  <a:pt x="657298" y="77653"/>
                  <a:pt x="655456" y="74697"/>
                  <a:pt x="652923" y="71166"/>
                </a:cubicBezTo>
                <a:cubicBezTo>
                  <a:pt x="651003" y="68479"/>
                  <a:pt x="649430" y="66675"/>
                  <a:pt x="648201" y="65753"/>
                </a:cubicBezTo>
                <a:cubicBezTo>
                  <a:pt x="646436" y="64525"/>
                  <a:pt x="643595" y="63450"/>
                  <a:pt x="639680" y="62529"/>
                </a:cubicBezTo>
                <a:lnTo>
                  <a:pt x="639680" y="58268"/>
                </a:lnTo>
                <a:close/>
                <a:moveTo>
                  <a:pt x="873505" y="55274"/>
                </a:moveTo>
                <a:cubicBezTo>
                  <a:pt x="889473" y="55274"/>
                  <a:pt x="902294" y="61333"/>
                  <a:pt x="911967" y="73451"/>
                </a:cubicBezTo>
                <a:cubicBezTo>
                  <a:pt x="920181" y="83803"/>
                  <a:pt x="924288" y="95690"/>
                  <a:pt x="924288" y="109113"/>
                </a:cubicBezTo>
                <a:cubicBezTo>
                  <a:pt x="924288" y="118546"/>
                  <a:pt x="922023" y="128094"/>
                  <a:pt x="917494" y="137757"/>
                </a:cubicBezTo>
                <a:cubicBezTo>
                  <a:pt x="912965" y="147418"/>
                  <a:pt x="906727" y="154703"/>
                  <a:pt x="898781" y="159611"/>
                </a:cubicBezTo>
                <a:cubicBezTo>
                  <a:pt x="890836" y="164520"/>
                  <a:pt x="881988" y="166974"/>
                  <a:pt x="872238" y="166974"/>
                </a:cubicBezTo>
                <a:cubicBezTo>
                  <a:pt x="856347" y="166974"/>
                  <a:pt x="843718" y="160647"/>
                  <a:pt x="834352" y="147992"/>
                </a:cubicBezTo>
                <a:cubicBezTo>
                  <a:pt x="826445" y="137333"/>
                  <a:pt x="822491" y="125370"/>
                  <a:pt x="822491" y="112103"/>
                </a:cubicBezTo>
                <a:cubicBezTo>
                  <a:pt x="822491" y="102440"/>
                  <a:pt x="824890" y="92834"/>
                  <a:pt x="829689" y="83286"/>
                </a:cubicBezTo>
                <a:cubicBezTo>
                  <a:pt x="834487" y="73737"/>
                  <a:pt x="840801" y="66682"/>
                  <a:pt x="848631" y="62119"/>
                </a:cubicBezTo>
                <a:cubicBezTo>
                  <a:pt x="856462" y="57556"/>
                  <a:pt x="864753" y="55274"/>
                  <a:pt x="873505" y="55274"/>
                </a:cubicBezTo>
                <a:moveTo>
                  <a:pt x="869935" y="62874"/>
                </a:moveTo>
                <a:cubicBezTo>
                  <a:pt x="865866" y="62874"/>
                  <a:pt x="861778" y="64082"/>
                  <a:pt x="857671" y="66498"/>
                </a:cubicBezTo>
                <a:cubicBezTo>
                  <a:pt x="853564" y="68914"/>
                  <a:pt x="850244" y="73151"/>
                  <a:pt x="847710" y="79208"/>
                </a:cubicBezTo>
                <a:cubicBezTo>
                  <a:pt x="845177" y="85266"/>
                  <a:pt x="843910" y="93049"/>
                  <a:pt x="843910" y="102556"/>
                </a:cubicBezTo>
                <a:cubicBezTo>
                  <a:pt x="843910" y="117891"/>
                  <a:pt x="846962" y="131118"/>
                  <a:pt x="853065" y="142238"/>
                </a:cubicBezTo>
                <a:cubicBezTo>
                  <a:pt x="859168" y="153355"/>
                  <a:pt x="867210" y="158913"/>
                  <a:pt x="877190" y="158913"/>
                </a:cubicBezTo>
                <a:cubicBezTo>
                  <a:pt x="884636" y="158913"/>
                  <a:pt x="890778" y="155846"/>
                  <a:pt x="895615" y="149712"/>
                </a:cubicBezTo>
                <a:cubicBezTo>
                  <a:pt x="900451" y="143577"/>
                  <a:pt x="902869" y="133035"/>
                  <a:pt x="902869" y="118084"/>
                </a:cubicBezTo>
                <a:cubicBezTo>
                  <a:pt x="902869" y="99374"/>
                  <a:pt x="898839" y="84651"/>
                  <a:pt x="890778" y="73915"/>
                </a:cubicBezTo>
                <a:cubicBezTo>
                  <a:pt x="885327" y="66555"/>
                  <a:pt x="878380" y="62874"/>
                  <a:pt x="869935" y="62874"/>
                </a:cubicBezTo>
                <a:close/>
                <a:moveTo>
                  <a:pt x="1031883" y="58268"/>
                </a:moveTo>
                <a:lnTo>
                  <a:pt x="1031883" y="122179"/>
                </a:lnTo>
                <a:cubicBezTo>
                  <a:pt x="1031883" y="134385"/>
                  <a:pt x="1032171" y="141851"/>
                  <a:pt x="1032747" y="144577"/>
                </a:cubicBezTo>
                <a:cubicBezTo>
                  <a:pt x="1033323" y="147302"/>
                  <a:pt x="1034244" y="149202"/>
                  <a:pt x="1035511" y="150277"/>
                </a:cubicBezTo>
                <a:cubicBezTo>
                  <a:pt x="1036778" y="151352"/>
                  <a:pt x="1038255" y="151889"/>
                  <a:pt x="1039944" y="151889"/>
                </a:cubicBezTo>
                <a:cubicBezTo>
                  <a:pt x="1042324" y="151889"/>
                  <a:pt x="1045011" y="151236"/>
                  <a:pt x="1048005" y="149931"/>
                </a:cubicBezTo>
                <a:lnTo>
                  <a:pt x="1049617" y="153962"/>
                </a:lnTo>
                <a:lnTo>
                  <a:pt x="1018065" y="166974"/>
                </a:lnTo>
                <a:lnTo>
                  <a:pt x="1012883" y="166974"/>
                </a:lnTo>
                <a:lnTo>
                  <a:pt x="1012883" y="144634"/>
                </a:lnTo>
                <a:cubicBezTo>
                  <a:pt x="1003824" y="154461"/>
                  <a:pt x="996915" y="160641"/>
                  <a:pt x="992155" y="163174"/>
                </a:cubicBezTo>
                <a:cubicBezTo>
                  <a:pt x="987395" y="165707"/>
                  <a:pt x="982367" y="166974"/>
                  <a:pt x="977070" y="166974"/>
                </a:cubicBezTo>
                <a:cubicBezTo>
                  <a:pt x="971159" y="166974"/>
                  <a:pt x="966034" y="165266"/>
                  <a:pt x="961697" y="161850"/>
                </a:cubicBezTo>
                <a:cubicBezTo>
                  <a:pt x="957359" y="158434"/>
                  <a:pt x="954346" y="154038"/>
                  <a:pt x="952657" y="148665"/>
                </a:cubicBezTo>
                <a:cubicBezTo>
                  <a:pt x="950968" y="143291"/>
                  <a:pt x="950124" y="135691"/>
                  <a:pt x="950124" y="125864"/>
                </a:cubicBezTo>
                <a:lnTo>
                  <a:pt x="950124" y="78766"/>
                </a:lnTo>
                <a:cubicBezTo>
                  <a:pt x="950124" y="73776"/>
                  <a:pt x="949586" y="70321"/>
                  <a:pt x="948511" y="68402"/>
                </a:cubicBezTo>
                <a:cubicBezTo>
                  <a:pt x="947437" y="66483"/>
                  <a:pt x="945844" y="65005"/>
                  <a:pt x="943733" y="63968"/>
                </a:cubicBezTo>
                <a:cubicBezTo>
                  <a:pt x="941621" y="62932"/>
                  <a:pt x="937802" y="62452"/>
                  <a:pt x="932275" y="62529"/>
                </a:cubicBezTo>
                <a:lnTo>
                  <a:pt x="932275" y="58268"/>
                </a:lnTo>
                <a:lnTo>
                  <a:pt x="969239" y="58268"/>
                </a:lnTo>
                <a:lnTo>
                  <a:pt x="969239" y="128685"/>
                </a:lnTo>
                <a:cubicBezTo>
                  <a:pt x="969239" y="138488"/>
                  <a:pt x="970947" y="144921"/>
                  <a:pt x="974364" y="147984"/>
                </a:cubicBezTo>
                <a:cubicBezTo>
                  <a:pt x="977780" y="151048"/>
                  <a:pt x="981906" y="152580"/>
                  <a:pt x="986743" y="152580"/>
                </a:cubicBezTo>
                <a:cubicBezTo>
                  <a:pt x="990044" y="152580"/>
                  <a:pt x="993786" y="151546"/>
                  <a:pt x="997970" y="149478"/>
                </a:cubicBezTo>
                <a:cubicBezTo>
                  <a:pt x="1002154" y="147410"/>
                  <a:pt x="1007125" y="143467"/>
                  <a:pt x="1012883" y="137649"/>
                </a:cubicBezTo>
                <a:lnTo>
                  <a:pt x="1012883" y="78035"/>
                </a:lnTo>
                <a:cubicBezTo>
                  <a:pt x="1012883" y="72062"/>
                  <a:pt x="1011789" y="68023"/>
                  <a:pt x="1009601" y="65919"/>
                </a:cubicBezTo>
                <a:cubicBezTo>
                  <a:pt x="1007413" y="63812"/>
                  <a:pt x="1002864" y="62682"/>
                  <a:pt x="995955" y="62529"/>
                </a:cubicBezTo>
                <a:lnTo>
                  <a:pt x="995955" y="58268"/>
                </a:lnTo>
                <a:lnTo>
                  <a:pt x="1031883" y="58268"/>
                </a:lnTo>
                <a:close/>
                <a:moveTo>
                  <a:pt x="1087774" y="55274"/>
                </a:moveTo>
                <a:lnTo>
                  <a:pt x="1087774" y="78996"/>
                </a:lnTo>
                <a:cubicBezTo>
                  <a:pt x="1096603" y="63182"/>
                  <a:pt x="1105662" y="55274"/>
                  <a:pt x="1114951" y="55274"/>
                </a:cubicBezTo>
                <a:cubicBezTo>
                  <a:pt x="1119173" y="55274"/>
                  <a:pt x="1122666" y="56560"/>
                  <a:pt x="1125430" y="59132"/>
                </a:cubicBezTo>
                <a:cubicBezTo>
                  <a:pt x="1128194" y="61704"/>
                  <a:pt x="1129576" y="64679"/>
                  <a:pt x="1129576" y="68056"/>
                </a:cubicBezTo>
                <a:cubicBezTo>
                  <a:pt x="1129576" y="71050"/>
                  <a:pt x="1128578" y="73584"/>
                  <a:pt x="1126582" y="75657"/>
                </a:cubicBezTo>
                <a:cubicBezTo>
                  <a:pt x="1124585" y="77729"/>
                  <a:pt x="1122206" y="78766"/>
                  <a:pt x="1119442" y="78766"/>
                </a:cubicBezTo>
                <a:cubicBezTo>
                  <a:pt x="1116755" y="78766"/>
                  <a:pt x="1113742" y="77441"/>
                  <a:pt x="1110402" y="74793"/>
                </a:cubicBezTo>
                <a:cubicBezTo>
                  <a:pt x="1107063" y="72144"/>
                  <a:pt x="1104587" y="70820"/>
                  <a:pt x="1102975" y="70820"/>
                </a:cubicBezTo>
                <a:cubicBezTo>
                  <a:pt x="1101593" y="70820"/>
                  <a:pt x="1100096" y="71585"/>
                  <a:pt x="1098484" y="73116"/>
                </a:cubicBezTo>
                <a:cubicBezTo>
                  <a:pt x="1095029" y="76256"/>
                  <a:pt x="1091459" y="81425"/>
                  <a:pt x="1087774" y="88622"/>
                </a:cubicBezTo>
                <a:lnTo>
                  <a:pt x="1087774" y="139046"/>
                </a:lnTo>
                <a:cubicBezTo>
                  <a:pt x="1087774" y="144863"/>
                  <a:pt x="1088504" y="149266"/>
                  <a:pt x="1089962" y="152252"/>
                </a:cubicBezTo>
                <a:cubicBezTo>
                  <a:pt x="1090960" y="154320"/>
                  <a:pt x="1092726" y="156044"/>
                  <a:pt x="1095259" y="157424"/>
                </a:cubicBezTo>
                <a:cubicBezTo>
                  <a:pt x="1097793" y="158801"/>
                  <a:pt x="1101439" y="159489"/>
                  <a:pt x="1106199" y="159489"/>
                </a:cubicBezTo>
                <a:lnTo>
                  <a:pt x="1106199" y="163750"/>
                </a:lnTo>
                <a:lnTo>
                  <a:pt x="1052192" y="163750"/>
                </a:lnTo>
                <a:lnTo>
                  <a:pt x="1052192" y="159489"/>
                </a:lnTo>
                <a:cubicBezTo>
                  <a:pt x="1057566" y="159489"/>
                  <a:pt x="1061558" y="158647"/>
                  <a:pt x="1064168" y="156963"/>
                </a:cubicBezTo>
                <a:cubicBezTo>
                  <a:pt x="1066087" y="155737"/>
                  <a:pt x="1067430" y="153783"/>
                  <a:pt x="1068198" y="151101"/>
                </a:cubicBezTo>
                <a:cubicBezTo>
                  <a:pt x="1068582" y="149798"/>
                  <a:pt x="1068774" y="146083"/>
                  <a:pt x="1068774" y="139956"/>
                </a:cubicBezTo>
                <a:lnTo>
                  <a:pt x="1068774" y="99166"/>
                </a:lnTo>
                <a:cubicBezTo>
                  <a:pt x="1068774" y="86909"/>
                  <a:pt x="1068524" y="79614"/>
                  <a:pt x="1068025" y="77280"/>
                </a:cubicBezTo>
                <a:cubicBezTo>
                  <a:pt x="1067526" y="74943"/>
                  <a:pt x="1066605" y="73238"/>
                  <a:pt x="1065262" y="72166"/>
                </a:cubicBezTo>
                <a:cubicBezTo>
                  <a:pt x="1063918" y="71094"/>
                  <a:pt x="1062248" y="70557"/>
                  <a:pt x="1060252" y="70557"/>
                </a:cubicBezTo>
                <a:cubicBezTo>
                  <a:pt x="1057873" y="70557"/>
                  <a:pt x="1055186" y="71132"/>
                  <a:pt x="1052192" y="72281"/>
                </a:cubicBezTo>
                <a:lnTo>
                  <a:pt x="1051040" y="68143"/>
                </a:lnTo>
                <a:lnTo>
                  <a:pt x="1082938" y="55274"/>
                </a:lnTo>
                <a:lnTo>
                  <a:pt x="1087774" y="55274"/>
                </a:lnTo>
                <a:close/>
                <a:moveTo>
                  <a:pt x="1224346" y="23492"/>
                </a:moveTo>
                <a:lnTo>
                  <a:pt x="1224346" y="58268"/>
                </a:lnTo>
                <a:lnTo>
                  <a:pt x="1248989" y="58268"/>
                </a:lnTo>
                <a:lnTo>
                  <a:pt x="1248989" y="66329"/>
                </a:lnTo>
                <a:lnTo>
                  <a:pt x="1224346" y="66329"/>
                </a:lnTo>
                <a:lnTo>
                  <a:pt x="1224346" y="134637"/>
                </a:lnTo>
                <a:cubicBezTo>
                  <a:pt x="1224346" y="141463"/>
                  <a:pt x="1225325" y="146064"/>
                  <a:pt x="1227283" y="148441"/>
                </a:cubicBezTo>
                <a:cubicBezTo>
                  <a:pt x="1229240" y="150817"/>
                  <a:pt x="1231755" y="152004"/>
                  <a:pt x="1234825" y="152004"/>
                </a:cubicBezTo>
                <a:cubicBezTo>
                  <a:pt x="1237359" y="152004"/>
                  <a:pt x="1239815" y="151217"/>
                  <a:pt x="1242195" y="149643"/>
                </a:cubicBezTo>
                <a:cubicBezTo>
                  <a:pt x="1244575" y="148070"/>
                  <a:pt x="1246418" y="145747"/>
                  <a:pt x="1247723" y="142677"/>
                </a:cubicBezTo>
                <a:lnTo>
                  <a:pt x="1252214" y="142677"/>
                </a:lnTo>
                <a:cubicBezTo>
                  <a:pt x="1249527" y="150222"/>
                  <a:pt x="1245727" y="155928"/>
                  <a:pt x="1240813" y="159795"/>
                </a:cubicBezTo>
                <a:cubicBezTo>
                  <a:pt x="1235900" y="163660"/>
                  <a:pt x="1230833" y="165592"/>
                  <a:pt x="1225613" y="165592"/>
                </a:cubicBezTo>
                <a:cubicBezTo>
                  <a:pt x="1222082" y="165592"/>
                  <a:pt x="1218627" y="164612"/>
                  <a:pt x="1215249" y="162652"/>
                </a:cubicBezTo>
                <a:cubicBezTo>
                  <a:pt x="1211871" y="160692"/>
                  <a:pt x="1209376" y="157888"/>
                  <a:pt x="1207764" y="154239"/>
                </a:cubicBezTo>
                <a:cubicBezTo>
                  <a:pt x="1206152" y="150587"/>
                  <a:pt x="1205346" y="144957"/>
                  <a:pt x="1205346" y="137347"/>
                </a:cubicBezTo>
                <a:lnTo>
                  <a:pt x="1205346" y="66329"/>
                </a:lnTo>
                <a:lnTo>
                  <a:pt x="1188648" y="66329"/>
                </a:lnTo>
                <a:lnTo>
                  <a:pt x="1188648" y="62529"/>
                </a:lnTo>
                <a:cubicBezTo>
                  <a:pt x="1192871" y="60835"/>
                  <a:pt x="1197189" y="57967"/>
                  <a:pt x="1201603" y="53925"/>
                </a:cubicBezTo>
                <a:cubicBezTo>
                  <a:pt x="1206018" y="49882"/>
                  <a:pt x="1209952" y="45089"/>
                  <a:pt x="1213407" y="39545"/>
                </a:cubicBezTo>
                <a:cubicBezTo>
                  <a:pt x="1215172" y="36620"/>
                  <a:pt x="1217629" y="31269"/>
                  <a:pt x="1220777" y="23492"/>
                </a:cubicBezTo>
                <a:lnTo>
                  <a:pt x="1224346" y="23492"/>
                </a:lnTo>
                <a:close/>
                <a:moveTo>
                  <a:pt x="1310768" y="55274"/>
                </a:moveTo>
                <a:cubicBezTo>
                  <a:pt x="1326736" y="55274"/>
                  <a:pt x="1339557" y="61333"/>
                  <a:pt x="1349230" y="73451"/>
                </a:cubicBezTo>
                <a:cubicBezTo>
                  <a:pt x="1357444" y="83803"/>
                  <a:pt x="1361551" y="95690"/>
                  <a:pt x="1361551" y="109113"/>
                </a:cubicBezTo>
                <a:cubicBezTo>
                  <a:pt x="1361551" y="118546"/>
                  <a:pt x="1359287" y="128094"/>
                  <a:pt x="1354757" y="137757"/>
                </a:cubicBezTo>
                <a:cubicBezTo>
                  <a:pt x="1350228" y="147418"/>
                  <a:pt x="1343990" y="154703"/>
                  <a:pt x="1336045" y="159611"/>
                </a:cubicBezTo>
                <a:cubicBezTo>
                  <a:pt x="1328099" y="164520"/>
                  <a:pt x="1319251" y="166974"/>
                  <a:pt x="1309501" y="166974"/>
                </a:cubicBezTo>
                <a:cubicBezTo>
                  <a:pt x="1293610" y="166974"/>
                  <a:pt x="1280981" y="160647"/>
                  <a:pt x="1271616" y="147992"/>
                </a:cubicBezTo>
                <a:cubicBezTo>
                  <a:pt x="1263708" y="137333"/>
                  <a:pt x="1259755" y="125370"/>
                  <a:pt x="1259755" y="112103"/>
                </a:cubicBezTo>
                <a:cubicBezTo>
                  <a:pt x="1259755" y="102440"/>
                  <a:pt x="1262154" y="92834"/>
                  <a:pt x="1266952" y="83286"/>
                </a:cubicBezTo>
                <a:cubicBezTo>
                  <a:pt x="1271750" y="73737"/>
                  <a:pt x="1278064" y="66682"/>
                  <a:pt x="1285895" y="62119"/>
                </a:cubicBezTo>
                <a:cubicBezTo>
                  <a:pt x="1293725" y="57556"/>
                  <a:pt x="1302016" y="55274"/>
                  <a:pt x="1310768" y="55274"/>
                </a:cubicBezTo>
                <a:moveTo>
                  <a:pt x="1307198" y="62874"/>
                </a:moveTo>
                <a:cubicBezTo>
                  <a:pt x="1303129" y="62874"/>
                  <a:pt x="1299042" y="64082"/>
                  <a:pt x="1294934" y="66498"/>
                </a:cubicBezTo>
                <a:cubicBezTo>
                  <a:pt x="1290827" y="68914"/>
                  <a:pt x="1287507" y="73151"/>
                  <a:pt x="1284973" y="79208"/>
                </a:cubicBezTo>
                <a:cubicBezTo>
                  <a:pt x="1282440" y="85266"/>
                  <a:pt x="1281173" y="93049"/>
                  <a:pt x="1281173" y="102556"/>
                </a:cubicBezTo>
                <a:cubicBezTo>
                  <a:pt x="1281173" y="117891"/>
                  <a:pt x="1284225" y="131118"/>
                  <a:pt x="1290328" y="142238"/>
                </a:cubicBezTo>
                <a:cubicBezTo>
                  <a:pt x="1296431" y="153355"/>
                  <a:pt x="1304473" y="158913"/>
                  <a:pt x="1314453" y="158913"/>
                </a:cubicBezTo>
                <a:cubicBezTo>
                  <a:pt x="1321900" y="158913"/>
                  <a:pt x="1328041" y="155846"/>
                  <a:pt x="1332878" y="149712"/>
                </a:cubicBezTo>
                <a:cubicBezTo>
                  <a:pt x="1337714" y="143577"/>
                  <a:pt x="1340133" y="133035"/>
                  <a:pt x="1340133" y="118084"/>
                </a:cubicBezTo>
                <a:cubicBezTo>
                  <a:pt x="1340133" y="99374"/>
                  <a:pt x="1336102" y="84651"/>
                  <a:pt x="1328041" y="73915"/>
                </a:cubicBezTo>
                <a:cubicBezTo>
                  <a:pt x="1322591" y="66555"/>
                  <a:pt x="1315643" y="62874"/>
                  <a:pt x="1307198" y="62874"/>
                </a:cubicBezTo>
                <a:close/>
                <a:moveTo>
                  <a:pt x="1428267" y="55274"/>
                </a:moveTo>
                <a:cubicBezTo>
                  <a:pt x="1444235" y="55274"/>
                  <a:pt x="1457056" y="61333"/>
                  <a:pt x="1466729" y="73451"/>
                </a:cubicBezTo>
                <a:cubicBezTo>
                  <a:pt x="1474943" y="83803"/>
                  <a:pt x="1479050" y="95690"/>
                  <a:pt x="1479050" y="109113"/>
                </a:cubicBezTo>
                <a:cubicBezTo>
                  <a:pt x="1479050" y="118546"/>
                  <a:pt x="1476786" y="128094"/>
                  <a:pt x="1472256" y="137757"/>
                </a:cubicBezTo>
                <a:cubicBezTo>
                  <a:pt x="1467727" y="147418"/>
                  <a:pt x="1461489" y="154703"/>
                  <a:pt x="1453543" y="159611"/>
                </a:cubicBezTo>
                <a:cubicBezTo>
                  <a:pt x="1445598" y="164520"/>
                  <a:pt x="1436750" y="166974"/>
                  <a:pt x="1427000" y="166974"/>
                </a:cubicBezTo>
                <a:cubicBezTo>
                  <a:pt x="1411109" y="166974"/>
                  <a:pt x="1398480" y="160647"/>
                  <a:pt x="1389114" y="147992"/>
                </a:cubicBezTo>
                <a:cubicBezTo>
                  <a:pt x="1381207" y="137333"/>
                  <a:pt x="1377254" y="125370"/>
                  <a:pt x="1377254" y="112103"/>
                </a:cubicBezTo>
                <a:cubicBezTo>
                  <a:pt x="1377254" y="102440"/>
                  <a:pt x="1379653" y="92834"/>
                  <a:pt x="1384451" y="83286"/>
                </a:cubicBezTo>
                <a:cubicBezTo>
                  <a:pt x="1389249" y="73737"/>
                  <a:pt x="1395563" y="66682"/>
                  <a:pt x="1403394" y="62119"/>
                </a:cubicBezTo>
                <a:cubicBezTo>
                  <a:pt x="1411224" y="57556"/>
                  <a:pt x="1419515" y="55274"/>
                  <a:pt x="1428267" y="55274"/>
                </a:cubicBezTo>
                <a:moveTo>
                  <a:pt x="1424697" y="62874"/>
                </a:moveTo>
                <a:cubicBezTo>
                  <a:pt x="1420628" y="62874"/>
                  <a:pt x="1416540" y="64082"/>
                  <a:pt x="1412433" y="66498"/>
                </a:cubicBezTo>
                <a:cubicBezTo>
                  <a:pt x="1408326" y="68914"/>
                  <a:pt x="1405006" y="73151"/>
                  <a:pt x="1402472" y="79208"/>
                </a:cubicBezTo>
                <a:cubicBezTo>
                  <a:pt x="1399939" y="85266"/>
                  <a:pt x="1398672" y="93049"/>
                  <a:pt x="1398672" y="102556"/>
                </a:cubicBezTo>
                <a:cubicBezTo>
                  <a:pt x="1398672" y="117891"/>
                  <a:pt x="1401724" y="131118"/>
                  <a:pt x="1407827" y="142238"/>
                </a:cubicBezTo>
                <a:cubicBezTo>
                  <a:pt x="1413930" y="153355"/>
                  <a:pt x="1421972" y="158913"/>
                  <a:pt x="1431952" y="158913"/>
                </a:cubicBezTo>
                <a:cubicBezTo>
                  <a:pt x="1439399" y="158913"/>
                  <a:pt x="1445540" y="155846"/>
                  <a:pt x="1450377" y="149712"/>
                </a:cubicBezTo>
                <a:cubicBezTo>
                  <a:pt x="1455213" y="143577"/>
                  <a:pt x="1457631" y="133035"/>
                  <a:pt x="1457631" y="118084"/>
                </a:cubicBezTo>
                <a:cubicBezTo>
                  <a:pt x="1457631" y="99374"/>
                  <a:pt x="1453601" y="84651"/>
                  <a:pt x="1445540" y="73915"/>
                </a:cubicBezTo>
                <a:cubicBezTo>
                  <a:pt x="1440090" y="66555"/>
                  <a:pt x="1433142" y="62874"/>
                  <a:pt x="1424697" y="62874"/>
                </a:cubicBezTo>
                <a:close/>
                <a:moveTo>
                  <a:pt x="1530450" y="0"/>
                </a:moveTo>
                <a:lnTo>
                  <a:pt x="1530450" y="139812"/>
                </a:lnTo>
                <a:cubicBezTo>
                  <a:pt x="1530450" y="146409"/>
                  <a:pt x="1530930" y="150783"/>
                  <a:pt x="1531890" y="152933"/>
                </a:cubicBezTo>
                <a:cubicBezTo>
                  <a:pt x="1532849" y="155080"/>
                  <a:pt x="1534327" y="156710"/>
                  <a:pt x="1536323" y="157823"/>
                </a:cubicBezTo>
                <a:cubicBezTo>
                  <a:pt x="1538319" y="158934"/>
                  <a:pt x="1542042" y="159489"/>
                  <a:pt x="1547493" y="159489"/>
                </a:cubicBezTo>
                <a:lnTo>
                  <a:pt x="1547493" y="163750"/>
                </a:lnTo>
                <a:lnTo>
                  <a:pt x="1495789" y="163750"/>
                </a:lnTo>
                <a:lnTo>
                  <a:pt x="1495789" y="159489"/>
                </a:lnTo>
                <a:cubicBezTo>
                  <a:pt x="1500625" y="159489"/>
                  <a:pt x="1503926" y="158991"/>
                  <a:pt x="1505692" y="157996"/>
                </a:cubicBezTo>
                <a:cubicBezTo>
                  <a:pt x="1507458" y="156998"/>
                  <a:pt x="1508839" y="155348"/>
                  <a:pt x="1509838" y="153048"/>
                </a:cubicBezTo>
                <a:cubicBezTo>
                  <a:pt x="1510836" y="150745"/>
                  <a:pt x="1511335" y="146333"/>
                  <a:pt x="1511335" y="139812"/>
                </a:cubicBezTo>
                <a:lnTo>
                  <a:pt x="1511335" y="44072"/>
                </a:lnTo>
                <a:cubicBezTo>
                  <a:pt x="1511335" y="32182"/>
                  <a:pt x="1511066" y="24876"/>
                  <a:pt x="1510528" y="22153"/>
                </a:cubicBezTo>
                <a:cubicBezTo>
                  <a:pt x="1509991" y="19428"/>
                  <a:pt x="1509127" y="17567"/>
                  <a:pt x="1507937" y="16571"/>
                </a:cubicBezTo>
                <a:cubicBezTo>
                  <a:pt x="1506748" y="15573"/>
                  <a:pt x="1505231" y="15074"/>
                  <a:pt x="1503389" y="15074"/>
                </a:cubicBezTo>
                <a:cubicBezTo>
                  <a:pt x="1501393" y="15074"/>
                  <a:pt x="1498859" y="15689"/>
                  <a:pt x="1495789" y="16917"/>
                </a:cubicBezTo>
                <a:lnTo>
                  <a:pt x="1493831" y="12887"/>
                </a:lnTo>
                <a:lnTo>
                  <a:pt x="1525268" y="0"/>
                </a:lnTo>
                <a:lnTo>
                  <a:pt x="153045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3C635-ECFC-42C0-8425-21F93F53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823" y="58224"/>
            <a:ext cx="8645385" cy="1962228"/>
          </a:xfrm>
          <a:custGeom xmlns:a="http://schemas.openxmlformats.org/drawingml/2006/main">
            <a:pathLst>
              <a:path w="8645385" h="1962228">
                <a:moveTo>
                  <a:pt x="1067559" y="0"/>
                </a:moveTo>
                <a:lnTo>
                  <a:pt x="1000417" y="0"/>
                </a:lnTo>
                <a:lnTo>
                  <a:pt x="1000417" y="16786"/>
                </a:lnTo>
                <a:lnTo>
                  <a:pt x="1067559" y="16786"/>
                </a:lnTo>
                <a:lnTo>
                  <a:pt x="1067559" y="0"/>
                </a:lnTo>
                <a:close/>
                <a:moveTo>
                  <a:pt x="950061" y="0"/>
                </a:moveTo>
                <a:lnTo>
                  <a:pt x="882919" y="0"/>
                </a:lnTo>
                <a:lnTo>
                  <a:pt x="882919" y="16786"/>
                </a:lnTo>
                <a:lnTo>
                  <a:pt x="950061" y="16786"/>
                </a:lnTo>
                <a:lnTo>
                  <a:pt x="950061" y="0"/>
                </a:lnTo>
                <a:close/>
                <a:moveTo>
                  <a:pt x="832562" y="0"/>
                </a:moveTo>
                <a:lnTo>
                  <a:pt x="765420" y="0"/>
                </a:lnTo>
                <a:lnTo>
                  <a:pt x="765420" y="16786"/>
                </a:lnTo>
                <a:lnTo>
                  <a:pt x="832562" y="16786"/>
                </a:lnTo>
                <a:lnTo>
                  <a:pt x="832562" y="0"/>
                </a:lnTo>
                <a:close/>
                <a:moveTo>
                  <a:pt x="647921" y="0"/>
                </a:moveTo>
                <a:lnTo>
                  <a:pt x="647921" y="16786"/>
                </a:lnTo>
                <a:lnTo>
                  <a:pt x="715063" y="16786"/>
                </a:lnTo>
                <a:lnTo>
                  <a:pt x="715063" y="0"/>
                </a:lnTo>
                <a:lnTo>
                  <a:pt x="647921" y="0"/>
                </a:lnTo>
                <a:close/>
                <a:moveTo>
                  <a:pt x="530423" y="0"/>
                </a:moveTo>
                <a:lnTo>
                  <a:pt x="530423" y="16786"/>
                </a:lnTo>
                <a:lnTo>
                  <a:pt x="597565" y="16786"/>
                </a:lnTo>
                <a:lnTo>
                  <a:pt x="597565" y="0"/>
                </a:lnTo>
                <a:lnTo>
                  <a:pt x="530423" y="0"/>
                </a:lnTo>
                <a:close/>
                <a:moveTo>
                  <a:pt x="480066" y="0"/>
                </a:moveTo>
                <a:lnTo>
                  <a:pt x="412924" y="0"/>
                </a:lnTo>
                <a:lnTo>
                  <a:pt x="412924" y="16786"/>
                </a:lnTo>
                <a:lnTo>
                  <a:pt x="480066" y="16786"/>
                </a:lnTo>
                <a:lnTo>
                  <a:pt x="480066" y="0"/>
                </a:lnTo>
                <a:close/>
                <a:moveTo>
                  <a:pt x="295425" y="0"/>
                </a:moveTo>
                <a:lnTo>
                  <a:pt x="295425" y="16786"/>
                </a:lnTo>
                <a:lnTo>
                  <a:pt x="362567" y="16786"/>
                </a:lnTo>
                <a:lnTo>
                  <a:pt x="362567" y="0"/>
                </a:lnTo>
                <a:lnTo>
                  <a:pt x="295425" y="0"/>
                </a:lnTo>
                <a:close/>
                <a:moveTo>
                  <a:pt x="177927" y="0"/>
                </a:moveTo>
                <a:lnTo>
                  <a:pt x="177927" y="16786"/>
                </a:lnTo>
                <a:lnTo>
                  <a:pt x="245069" y="16786"/>
                </a:lnTo>
                <a:lnTo>
                  <a:pt x="245069" y="0"/>
                </a:lnTo>
                <a:lnTo>
                  <a:pt x="177927" y="0"/>
                </a:lnTo>
                <a:close/>
                <a:moveTo>
                  <a:pt x="127570" y="0"/>
                </a:moveTo>
                <a:lnTo>
                  <a:pt x="60428" y="0"/>
                </a:lnTo>
                <a:lnTo>
                  <a:pt x="60428" y="16786"/>
                </a:lnTo>
                <a:lnTo>
                  <a:pt x="127570" y="16786"/>
                </a:lnTo>
                <a:lnTo>
                  <a:pt x="127570" y="0"/>
                </a:lnTo>
                <a:close/>
                <a:moveTo>
                  <a:pt x="0" y="0"/>
                </a:moveTo>
                <a:lnTo>
                  <a:pt x="0" y="73856"/>
                </a:lnTo>
                <a:lnTo>
                  <a:pt x="16786" y="73856"/>
                </a:lnTo>
                <a:lnTo>
                  <a:pt x="16786" y="16786"/>
                </a:lnTo>
                <a:lnTo>
                  <a:pt x="16786" y="8393"/>
                </a:lnTo>
                <a:lnTo>
                  <a:pt x="10071" y="15107"/>
                </a:lnTo>
                <a:lnTo>
                  <a:pt x="10071" y="0"/>
                </a:lnTo>
                <a:lnTo>
                  <a:pt x="0" y="0"/>
                </a:lnTo>
                <a:close/>
                <a:moveTo>
                  <a:pt x="0" y="191355"/>
                </a:moveTo>
                <a:lnTo>
                  <a:pt x="16786" y="191355"/>
                </a:lnTo>
                <a:lnTo>
                  <a:pt x="16786" y="124213"/>
                </a:lnTo>
                <a:lnTo>
                  <a:pt x="0" y="124213"/>
                </a:lnTo>
                <a:lnTo>
                  <a:pt x="0" y="191355"/>
                </a:lnTo>
                <a:close/>
                <a:moveTo>
                  <a:pt x="0" y="308854"/>
                </a:moveTo>
                <a:lnTo>
                  <a:pt x="16786" y="308854"/>
                </a:lnTo>
                <a:lnTo>
                  <a:pt x="16786" y="241712"/>
                </a:lnTo>
                <a:lnTo>
                  <a:pt x="0" y="241712"/>
                </a:lnTo>
                <a:lnTo>
                  <a:pt x="0" y="308854"/>
                </a:lnTo>
                <a:close/>
                <a:moveTo>
                  <a:pt x="0" y="359210"/>
                </a:moveTo>
                <a:lnTo>
                  <a:pt x="0" y="426352"/>
                </a:lnTo>
                <a:lnTo>
                  <a:pt x="16786" y="426352"/>
                </a:lnTo>
                <a:lnTo>
                  <a:pt x="16786" y="359210"/>
                </a:lnTo>
                <a:lnTo>
                  <a:pt x="0" y="359210"/>
                </a:lnTo>
                <a:close/>
                <a:moveTo>
                  <a:pt x="0" y="543851"/>
                </a:moveTo>
                <a:lnTo>
                  <a:pt x="16786" y="543851"/>
                </a:lnTo>
                <a:lnTo>
                  <a:pt x="16786" y="476709"/>
                </a:lnTo>
                <a:lnTo>
                  <a:pt x="0" y="476709"/>
                </a:lnTo>
                <a:lnTo>
                  <a:pt x="0" y="543851"/>
                </a:lnTo>
                <a:close/>
                <a:moveTo>
                  <a:pt x="0" y="661350"/>
                </a:moveTo>
                <a:lnTo>
                  <a:pt x="16786" y="661350"/>
                </a:lnTo>
                <a:lnTo>
                  <a:pt x="16786" y="594208"/>
                </a:lnTo>
                <a:lnTo>
                  <a:pt x="0" y="594208"/>
                </a:lnTo>
                <a:lnTo>
                  <a:pt x="0" y="661350"/>
                </a:lnTo>
                <a:close/>
                <a:moveTo>
                  <a:pt x="0" y="711706"/>
                </a:moveTo>
                <a:lnTo>
                  <a:pt x="0" y="778848"/>
                </a:lnTo>
                <a:lnTo>
                  <a:pt x="16786" y="778848"/>
                </a:lnTo>
                <a:lnTo>
                  <a:pt x="16786" y="711706"/>
                </a:lnTo>
                <a:lnTo>
                  <a:pt x="0" y="711706"/>
                </a:lnTo>
                <a:close/>
                <a:moveTo>
                  <a:pt x="0" y="896347"/>
                </a:moveTo>
                <a:lnTo>
                  <a:pt x="16786" y="896347"/>
                </a:lnTo>
                <a:lnTo>
                  <a:pt x="16786" y="829205"/>
                </a:lnTo>
                <a:lnTo>
                  <a:pt x="0" y="829205"/>
                </a:lnTo>
                <a:lnTo>
                  <a:pt x="0" y="896347"/>
                </a:lnTo>
                <a:close/>
                <a:moveTo>
                  <a:pt x="0" y="1013846"/>
                </a:moveTo>
                <a:lnTo>
                  <a:pt x="16786" y="1013846"/>
                </a:lnTo>
                <a:lnTo>
                  <a:pt x="16786" y="946704"/>
                </a:lnTo>
                <a:lnTo>
                  <a:pt x="0" y="946704"/>
                </a:lnTo>
                <a:lnTo>
                  <a:pt x="0" y="1013846"/>
                </a:lnTo>
                <a:close/>
                <a:moveTo>
                  <a:pt x="0" y="1064202"/>
                </a:moveTo>
                <a:lnTo>
                  <a:pt x="0" y="1131344"/>
                </a:lnTo>
                <a:lnTo>
                  <a:pt x="16786" y="1131344"/>
                </a:lnTo>
                <a:lnTo>
                  <a:pt x="16786" y="1064202"/>
                </a:lnTo>
                <a:lnTo>
                  <a:pt x="0" y="1064202"/>
                </a:lnTo>
                <a:close/>
                <a:moveTo>
                  <a:pt x="0" y="1248843"/>
                </a:moveTo>
                <a:lnTo>
                  <a:pt x="16786" y="1248843"/>
                </a:lnTo>
                <a:lnTo>
                  <a:pt x="16786" y="1181701"/>
                </a:lnTo>
                <a:lnTo>
                  <a:pt x="0" y="1181701"/>
                </a:lnTo>
                <a:lnTo>
                  <a:pt x="0" y="1248843"/>
                </a:lnTo>
                <a:close/>
                <a:moveTo>
                  <a:pt x="0" y="1366342"/>
                </a:moveTo>
                <a:lnTo>
                  <a:pt x="16786" y="1366342"/>
                </a:lnTo>
                <a:lnTo>
                  <a:pt x="16786" y="1299200"/>
                </a:lnTo>
                <a:lnTo>
                  <a:pt x="0" y="1299200"/>
                </a:lnTo>
                <a:lnTo>
                  <a:pt x="0" y="1366342"/>
                </a:lnTo>
                <a:close/>
                <a:moveTo>
                  <a:pt x="0" y="1416698"/>
                </a:moveTo>
                <a:lnTo>
                  <a:pt x="0" y="1483841"/>
                </a:lnTo>
                <a:lnTo>
                  <a:pt x="16786" y="1483841"/>
                </a:lnTo>
                <a:lnTo>
                  <a:pt x="16786" y="1416698"/>
                </a:lnTo>
                <a:lnTo>
                  <a:pt x="0" y="1416698"/>
                </a:lnTo>
                <a:close/>
                <a:moveTo>
                  <a:pt x="0" y="1534197"/>
                </a:moveTo>
                <a:lnTo>
                  <a:pt x="0" y="1601339"/>
                </a:lnTo>
                <a:lnTo>
                  <a:pt x="16786" y="1601339"/>
                </a:lnTo>
                <a:lnTo>
                  <a:pt x="16786" y="1534197"/>
                </a:lnTo>
                <a:lnTo>
                  <a:pt x="0" y="1534197"/>
                </a:lnTo>
                <a:close/>
                <a:moveTo>
                  <a:pt x="0" y="1651696"/>
                </a:moveTo>
                <a:lnTo>
                  <a:pt x="0" y="1718838"/>
                </a:lnTo>
                <a:lnTo>
                  <a:pt x="16786" y="1718838"/>
                </a:lnTo>
                <a:lnTo>
                  <a:pt x="16786" y="1651696"/>
                </a:lnTo>
                <a:lnTo>
                  <a:pt x="0" y="1651696"/>
                </a:lnTo>
                <a:close/>
                <a:moveTo>
                  <a:pt x="0" y="1836337"/>
                </a:moveTo>
                <a:lnTo>
                  <a:pt x="16786" y="1836337"/>
                </a:lnTo>
                <a:lnTo>
                  <a:pt x="16786" y="1769194"/>
                </a:lnTo>
                <a:lnTo>
                  <a:pt x="0" y="1769194"/>
                </a:lnTo>
                <a:lnTo>
                  <a:pt x="0" y="1836337"/>
                </a:lnTo>
                <a:close/>
                <a:moveTo>
                  <a:pt x="0" y="1953835"/>
                </a:moveTo>
                <a:lnTo>
                  <a:pt x="16786" y="1953835"/>
                </a:lnTo>
                <a:lnTo>
                  <a:pt x="16786" y="1886693"/>
                </a:lnTo>
                <a:lnTo>
                  <a:pt x="0" y="1886693"/>
                </a:lnTo>
                <a:lnTo>
                  <a:pt x="0" y="1953835"/>
                </a:lnTo>
                <a:close/>
                <a:moveTo>
                  <a:pt x="527066" y="1962228"/>
                </a:moveTo>
                <a:lnTo>
                  <a:pt x="594208" y="1962228"/>
                </a:lnTo>
                <a:lnTo>
                  <a:pt x="594208" y="1945443"/>
                </a:lnTo>
                <a:lnTo>
                  <a:pt x="527066" y="1945443"/>
                </a:lnTo>
                <a:lnTo>
                  <a:pt x="527066" y="1962228"/>
                </a:lnTo>
                <a:close/>
                <a:moveTo>
                  <a:pt x="476709" y="1962228"/>
                </a:moveTo>
                <a:lnTo>
                  <a:pt x="476709" y="1945443"/>
                </a:lnTo>
                <a:lnTo>
                  <a:pt x="409567" y="1945443"/>
                </a:lnTo>
                <a:lnTo>
                  <a:pt x="409567" y="1962228"/>
                </a:lnTo>
                <a:lnTo>
                  <a:pt x="476709" y="1962228"/>
                </a:lnTo>
                <a:close/>
                <a:moveTo>
                  <a:pt x="711706" y="1962228"/>
                </a:moveTo>
                <a:lnTo>
                  <a:pt x="711706" y="1945443"/>
                </a:lnTo>
                <a:lnTo>
                  <a:pt x="644564" y="1945443"/>
                </a:lnTo>
                <a:lnTo>
                  <a:pt x="644564" y="1962228"/>
                </a:lnTo>
                <a:lnTo>
                  <a:pt x="711706" y="1962228"/>
                </a:lnTo>
                <a:close/>
                <a:moveTo>
                  <a:pt x="174569" y="1962228"/>
                </a:moveTo>
                <a:lnTo>
                  <a:pt x="241712" y="1962228"/>
                </a:lnTo>
                <a:lnTo>
                  <a:pt x="241712" y="1945443"/>
                </a:lnTo>
                <a:lnTo>
                  <a:pt x="174569" y="1945443"/>
                </a:lnTo>
                <a:lnTo>
                  <a:pt x="174569" y="1962228"/>
                </a:lnTo>
                <a:close/>
                <a:moveTo>
                  <a:pt x="829205" y="1962228"/>
                </a:moveTo>
                <a:lnTo>
                  <a:pt x="829205" y="1945443"/>
                </a:lnTo>
                <a:lnTo>
                  <a:pt x="762063" y="1945443"/>
                </a:lnTo>
                <a:lnTo>
                  <a:pt x="762063" y="1962228"/>
                </a:lnTo>
                <a:lnTo>
                  <a:pt x="829205" y="1962228"/>
                </a:lnTo>
                <a:close/>
                <a:moveTo>
                  <a:pt x="124213" y="1962228"/>
                </a:moveTo>
                <a:lnTo>
                  <a:pt x="124213" y="1945443"/>
                </a:lnTo>
                <a:lnTo>
                  <a:pt x="57071" y="1945443"/>
                </a:lnTo>
                <a:lnTo>
                  <a:pt x="57071" y="1962228"/>
                </a:lnTo>
                <a:lnTo>
                  <a:pt x="124213" y="1962228"/>
                </a:lnTo>
                <a:close/>
                <a:moveTo>
                  <a:pt x="879562" y="1962228"/>
                </a:moveTo>
                <a:lnTo>
                  <a:pt x="946704" y="1962228"/>
                </a:lnTo>
                <a:lnTo>
                  <a:pt x="946704" y="1945443"/>
                </a:lnTo>
                <a:lnTo>
                  <a:pt x="879562" y="1945443"/>
                </a:lnTo>
                <a:lnTo>
                  <a:pt x="879562" y="1962228"/>
                </a:lnTo>
                <a:close/>
                <a:moveTo>
                  <a:pt x="1064202" y="1962228"/>
                </a:moveTo>
                <a:lnTo>
                  <a:pt x="1064202" y="1945443"/>
                </a:lnTo>
                <a:lnTo>
                  <a:pt x="997060" y="1945443"/>
                </a:lnTo>
                <a:lnTo>
                  <a:pt x="997060" y="1962228"/>
                </a:lnTo>
                <a:lnTo>
                  <a:pt x="1064202" y="1962228"/>
                </a:lnTo>
                <a:close/>
                <a:moveTo>
                  <a:pt x="359210" y="1962228"/>
                </a:moveTo>
                <a:lnTo>
                  <a:pt x="359210" y="1945443"/>
                </a:lnTo>
                <a:lnTo>
                  <a:pt x="292068" y="1945443"/>
                </a:lnTo>
                <a:lnTo>
                  <a:pt x="292068" y="1962228"/>
                </a:lnTo>
                <a:lnTo>
                  <a:pt x="359210" y="1962228"/>
                </a:lnTo>
                <a:close/>
                <a:moveTo>
                  <a:pt x="2242546" y="0"/>
                </a:moveTo>
                <a:lnTo>
                  <a:pt x="2175404" y="0"/>
                </a:lnTo>
                <a:lnTo>
                  <a:pt x="2175404" y="16786"/>
                </a:lnTo>
                <a:lnTo>
                  <a:pt x="2242546" y="16786"/>
                </a:lnTo>
                <a:lnTo>
                  <a:pt x="2242546" y="0"/>
                </a:lnTo>
                <a:close/>
                <a:moveTo>
                  <a:pt x="1117916" y="0"/>
                </a:moveTo>
                <a:lnTo>
                  <a:pt x="1117916" y="16786"/>
                </a:lnTo>
                <a:lnTo>
                  <a:pt x="1185058" y="16786"/>
                </a:lnTo>
                <a:lnTo>
                  <a:pt x="1185058" y="0"/>
                </a:lnTo>
                <a:lnTo>
                  <a:pt x="1117916" y="0"/>
                </a:lnTo>
                <a:close/>
                <a:moveTo>
                  <a:pt x="3115394" y="0"/>
                </a:moveTo>
                <a:lnTo>
                  <a:pt x="3115394" y="16786"/>
                </a:lnTo>
                <a:lnTo>
                  <a:pt x="3182536" y="16786"/>
                </a:lnTo>
                <a:lnTo>
                  <a:pt x="3182536" y="0"/>
                </a:lnTo>
                <a:lnTo>
                  <a:pt x="3115394" y="0"/>
                </a:lnTo>
                <a:close/>
                <a:moveTo>
                  <a:pt x="1302557" y="0"/>
                </a:moveTo>
                <a:lnTo>
                  <a:pt x="1235415" y="0"/>
                </a:lnTo>
                <a:lnTo>
                  <a:pt x="1235415" y="16786"/>
                </a:lnTo>
                <a:lnTo>
                  <a:pt x="1302557" y="16786"/>
                </a:lnTo>
                <a:lnTo>
                  <a:pt x="1302557" y="0"/>
                </a:lnTo>
                <a:close/>
                <a:moveTo>
                  <a:pt x="2997895" y="0"/>
                </a:moveTo>
                <a:lnTo>
                  <a:pt x="2997895" y="16786"/>
                </a:lnTo>
                <a:lnTo>
                  <a:pt x="3065037" y="16786"/>
                </a:lnTo>
                <a:lnTo>
                  <a:pt x="3065037" y="0"/>
                </a:lnTo>
                <a:lnTo>
                  <a:pt x="2997895" y="0"/>
                </a:lnTo>
                <a:close/>
                <a:moveTo>
                  <a:pt x="1352913" y="0"/>
                </a:moveTo>
                <a:lnTo>
                  <a:pt x="1352913" y="16786"/>
                </a:lnTo>
                <a:lnTo>
                  <a:pt x="1420056" y="16786"/>
                </a:lnTo>
                <a:lnTo>
                  <a:pt x="1420056" y="0"/>
                </a:lnTo>
                <a:lnTo>
                  <a:pt x="1352913" y="0"/>
                </a:lnTo>
                <a:close/>
                <a:moveTo>
                  <a:pt x="2947538" y="0"/>
                </a:moveTo>
                <a:lnTo>
                  <a:pt x="2880396" y="0"/>
                </a:lnTo>
                <a:lnTo>
                  <a:pt x="2880396" y="16786"/>
                </a:lnTo>
                <a:lnTo>
                  <a:pt x="2947538" y="16786"/>
                </a:lnTo>
                <a:lnTo>
                  <a:pt x="2947538" y="0"/>
                </a:lnTo>
                <a:close/>
                <a:moveTo>
                  <a:pt x="1470412" y="0"/>
                </a:moveTo>
                <a:lnTo>
                  <a:pt x="1470412" y="16786"/>
                </a:lnTo>
                <a:lnTo>
                  <a:pt x="1537554" y="16786"/>
                </a:lnTo>
                <a:lnTo>
                  <a:pt x="1537554" y="0"/>
                </a:lnTo>
                <a:lnTo>
                  <a:pt x="1470412" y="0"/>
                </a:lnTo>
                <a:close/>
                <a:moveTo>
                  <a:pt x="2762898" y="0"/>
                </a:moveTo>
                <a:lnTo>
                  <a:pt x="2762898" y="16786"/>
                </a:lnTo>
                <a:lnTo>
                  <a:pt x="2830040" y="16786"/>
                </a:lnTo>
                <a:lnTo>
                  <a:pt x="2830040" y="0"/>
                </a:lnTo>
                <a:lnTo>
                  <a:pt x="2762898" y="0"/>
                </a:lnTo>
                <a:close/>
                <a:moveTo>
                  <a:pt x="1655053" y="0"/>
                </a:moveTo>
                <a:lnTo>
                  <a:pt x="1587911" y="0"/>
                </a:lnTo>
                <a:lnTo>
                  <a:pt x="1587911" y="16786"/>
                </a:lnTo>
                <a:lnTo>
                  <a:pt x="1655053" y="16786"/>
                </a:lnTo>
                <a:lnTo>
                  <a:pt x="1655053" y="0"/>
                </a:lnTo>
                <a:close/>
                <a:moveTo>
                  <a:pt x="2712541" y="0"/>
                </a:moveTo>
                <a:lnTo>
                  <a:pt x="2645399" y="0"/>
                </a:lnTo>
                <a:lnTo>
                  <a:pt x="2645399" y="16786"/>
                </a:lnTo>
                <a:lnTo>
                  <a:pt x="2712541" y="16786"/>
                </a:lnTo>
                <a:lnTo>
                  <a:pt x="2712541" y="0"/>
                </a:lnTo>
                <a:close/>
                <a:moveTo>
                  <a:pt x="1772552" y="0"/>
                </a:moveTo>
                <a:lnTo>
                  <a:pt x="1705409" y="0"/>
                </a:lnTo>
                <a:lnTo>
                  <a:pt x="1705409" y="16786"/>
                </a:lnTo>
                <a:lnTo>
                  <a:pt x="1772552" y="16786"/>
                </a:lnTo>
                <a:lnTo>
                  <a:pt x="1772552" y="0"/>
                </a:lnTo>
                <a:close/>
                <a:moveTo>
                  <a:pt x="2527900" y="0"/>
                </a:moveTo>
                <a:lnTo>
                  <a:pt x="2527900" y="16786"/>
                </a:lnTo>
                <a:lnTo>
                  <a:pt x="2595042" y="16786"/>
                </a:lnTo>
                <a:lnTo>
                  <a:pt x="2595042" y="0"/>
                </a:lnTo>
                <a:lnTo>
                  <a:pt x="2527900" y="0"/>
                </a:lnTo>
                <a:close/>
                <a:moveTo>
                  <a:pt x="1822908" y="0"/>
                </a:moveTo>
                <a:lnTo>
                  <a:pt x="1822908" y="16786"/>
                </a:lnTo>
                <a:lnTo>
                  <a:pt x="1890050" y="16786"/>
                </a:lnTo>
                <a:lnTo>
                  <a:pt x="1890050" y="0"/>
                </a:lnTo>
                <a:lnTo>
                  <a:pt x="1822908" y="0"/>
                </a:lnTo>
                <a:close/>
                <a:moveTo>
                  <a:pt x="2477544" y="0"/>
                </a:moveTo>
                <a:lnTo>
                  <a:pt x="2410402" y="0"/>
                </a:lnTo>
                <a:lnTo>
                  <a:pt x="2410402" y="16786"/>
                </a:lnTo>
                <a:lnTo>
                  <a:pt x="2477544" y="16786"/>
                </a:lnTo>
                <a:lnTo>
                  <a:pt x="2477544" y="0"/>
                </a:lnTo>
                <a:close/>
                <a:moveTo>
                  <a:pt x="1940407" y="0"/>
                </a:moveTo>
                <a:lnTo>
                  <a:pt x="1940407" y="16786"/>
                </a:lnTo>
                <a:lnTo>
                  <a:pt x="2007549" y="16786"/>
                </a:lnTo>
                <a:lnTo>
                  <a:pt x="2007549" y="0"/>
                </a:lnTo>
                <a:lnTo>
                  <a:pt x="1940407" y="0"/>
                </a:lnTo>
                <a:close/>
                <a:moveTo>
                  <a:pt x="2292903" y="0"/>
                </a:moveTo>
                <a:lnTo>
                  <a:pt x="2292903" y="16786"/>
                </a:lnTo>
                <a:lnTo>
                  <a:pt x="2360045" y="16786"/>
                </a:lnTo>
                <a:lnTo>
                  <a:pt x="2360045" y="0"/>
                </a:lnTo>
                <a:lnTo>
                  <a:pt x="2292903" y="0"/>
                </a:lnTo>
                <a:close/>
                <a:moveTo>
                  <a:pt x="2125048" y="0"/>
                </a:moveTo>
                <a:lnTo>
                  <a:pt x="2057906" y="0"/>
                </a:lnTo>
                <a:lnTo>
                  <a:pt x="2057906" y="16786"/>
                </a:lnTo>
                <a:lnTo>
                  <a:pt x="2125048" y="16786"/>
                </a:lnTo>
                <a:lnTo>
                  <a:pt x="2125048" y="0"/>
                </a:lnTo>
                <a:close/>
                <a:moveTo>
                  <a:pt x="1181701" y="1962228"/>
                </a:moveTo>
                <a:lnTo>
                  <a:pt x="1181701" y="1945443"/>
                </a:lnTo>
                <a:lnTo>
                  <a:pt x="1114559" y="1945443"/>
                </a:lnTo>
                <a:lnTo>
                  <a:pt x="1114559" y="1962228"/>
                </a:lnTo>
                <a:lnTo>
                  <a:pt x="1181701" y="1962228"/>
                </a:lnTo>
                <a:close/>
                <a:moveTo>
                  <a:pt x="2239189" y="1962228"/>
                </a:moveTo>
                <a:lnTo>
                  <a:pt x="2239189" y="1945443"/>
                </a:lnTo>
                <a:lnTo>
                  <a:pt x="2172047" y="1945443"/>
                </a:lnTo>
                <a:lnTo>
                  <a:pt x="2172047" y="1962228"/>
                </a:lnTo>
                <a:lnTo>
                  <a:pt x="2239189" y="1962228"/>
                </a:lnTo>
                <a:close/>
                <a:moveTo>
                  <a:pt x="2289546" y="1962228"/>
                </a:moveTo>
                <a:lnTo>
                  <a:pt x="2356688" y="1962228"/>
                </a:lnTo>
                <a:lnTo>
                  <a:pt x="2356688" y="1945443"/>
                </a:lnTo>
                <a:lnTo>
                  <a:pt x="2289546" y="1945443"/>
                </a:lnTo>
                <a:lnTo>
                  <a:pt x="2289546" y="1962228"/>
                </a:lnTo>
                <a:close/>
                <a:moveTo>
                  <a:pt x="2121691" y="1962228"/>
                </a:moveTo>
                <a:lnTo>
                  <a:pt x="2121691" y="1945443"/>
                </a:lnTo>
                <a:lnTo>
                  <a:pt x="2054548" y="1945443"/>
                </a:lnTo>
                <a:lnTo>
                  <a:pt x="2054548" y="1962228"/>
                </a:lnTo>
                <a:lnTo>
                  <a:pt x="2121691" y="1962228"/>
                </a:lnTo>
                <a:close/>
                <a:moveTo>
                  <a:pt x="2474187" y="1962228"/>
                </a:moveTo>
                <a:lnTo>
                  <a:pt x="2474187" y="1945443"/>
                </a:lnTo>
                <a:lnTo>
                  <a:pt x="2407045" y="1945443"/>
                </a:lnTo>
                <a:lnTo>
                  <a:pt x="2407045" y="1962228"/>
                </a:lnTo>
                <a:lnTo>
                  <a:pt x="2474187" y="1962228"/>
                </a:lnTo>
                <a:close/>
                <a:moveTo>
                  <a:pt x="1937050" y="1962228"/>
                </a:moveTo>
                <a:lnTo>
                  <a:pt x="2004192" y="1962228"/>
                </a:lnTo>
                <a:lnTo>
                  <a:pt x="2004192" y="1945443"/>
                </a:lnTo>
                <a:lnTo>
                  <a:pt x="1937050" y="1945443"/>
                </a:lnTo>
                <a:lnTo>
                  <a:pt x="1937050" y="1962228"/>
                </a:lnTo>
                <a:close/>
                <a:moveTo>
                  <a:pt x="2591685" y="1962228"/>
                </a:moveTo>
                <a:lnTo>
                  <a:pt x="2591685" y="1945443"/>
                </a:lnTo>
                <a:lnTo>
                  <a:pt x="2524543" y="1945443"/>
                </a:lnTo>
                <a:lnTo>
                  <a:pt x="2524543" y="1962228"/>
                </a:lnTo>
                <a:lnTo>
                  <a:pt x="2591685" y="1962228"/>
                </a:lnTo>
                <a:close/>
                <a:moveTo>
                  <a:pt x="1886693" y="1962228"/>
                </a:moveTo>
                <a:lnTo>
                  <a:pt x="1886693" y="1945443"/>
                </a:lnTo>
                <a:lnTo>
                  <a:pt x="1819551" y="1945443"/>
                </a:lnTo>
                <a:lnTo>
                  <a:pt x="1819551" y="1962228"/>
                </a:lnTo>
                <a:lnTo>
                  <a:pt x="1886693" y="1962228"/>
                </a:lnTo>
                <a:close/>
                <a:moveTo>
                  <a:pt x="2642042" y="1962228"/>
                </a:moveTo>
                <a:lnTo>
                  <a:pt x="2709184" y="1962228"/>
                </a:lnTo>
                <a:lnTo>
                  <a:pt x="2709184" y="1945443"/>
                </a:lnTo>
                <a:lnTo>
                  <a:pt x="2642042" y="1945443"/>
                </a:lnTo>
                <a:lnTo>
                  <a:pt x="2642042" y="1962228"/>
                </a:lnTo>
                <a:close/>
                <a:moveTo>
                  <a:pt x="1769194" y="1962228"/>
                </a:moveTo>
                <a:lnTo>
                  <a:pt x="1769194" y="1945443"/>
                </a:lnTo>
                <a:lnTo>
                  <a:pt x="1702052" y="1945443"/>
                </a:lnTo>
                <a:lnTo>
                  <a:pt x="1702052" y="1962228"/>
                </a:lnTo>
                <a:lnTo>
                  <a:pt x="1769194" y="1962228"/>
                </a:lnTo>
                <a:close/>
                <a:moveTo>
                  <a:pt x="2826683" y="1962228"/>
                </a:moveTo>
                <a:lnTo>
                  <a:pt x="2826683" y="1945443"/>
                </a:lnTo>
                <a:lnTo>
                  <a:pt x="2759541" y="1945443"/>
                </a:lnTo>
                <a:lnTo>
                  <a:pt x="2759541" y="1962228"/>
                </a:lnTo>
                <a:lnTo>
                  <a:pt x="2826683" y="1962228"/>
                </a:lnTo>
                <a:close/>
                <a:moveTo>
                  <a:pt x="1584554" y="1962228"/>
                </a:moveTo>
                <a:lnTo>
                  <a:pt x="1651696" y="1962228"/>
                </a:lnTo>
                <a:lnTo>
                  <a:pt x="1651696" y="1945443"/>
                </a:lnTo>
                <a:lnTo>
                  <a:pt x="1584554" y="1945443"/>
                </a:lnTo>
                <a:lnTo>
                  <a:pt x="1584554" y="1962228"/>
                </a:lnTo>
                <a:close/>
                <a:moveTo>
                  <a:pt x="2944181" y="1962228"/>
                </a:moveTo>
                <a:lnTo>
                  <a:pt x="2944181" y="1945443"/>
                </a:lnTo>
                <a:lnTo>
                  <a:pt x="2877039" y="1945443"/>
                </a:lnTo>
                <a:lnTo>
                  <a:pt x="2877039" y="1962228"/>
                </a:lnTo>
                <a:lnTo>
                  <a:pt x="2944181" y="1962228"/>
                </a:lnTo>
                <a:close/>
                <a:moveTo>
                  <a:pt x="1534197" y="1962228"/>
                </a:moveTo>
                <a:lnTo>
                  <a:pt x="1534197" y="1945443"/>
                </a:lnTo>
                <a:lnTo>
                  <a:pt x="1467055" y="1945443"/>
                </a:lnTo>
                <a:lnTo>
                  <a:pt x="1467055" y="1962228"/>
                </a:lnTo>
                <a:lnTo>
                  <a:pt x="1534197" y="1962228"/>
                </a:lnTo>
                <a:close/>
                <a:moveTo>
                  <a:pt x="2994538" y="1962228"/>
                </a:moveTo>
                <a:lnTo>
                  <a:pt x="3061680" y="1962228"/>
                </a:lnTo>
                <a:lnTo>
                  <a:pt x="3061680" y="1945443"/>
                </a:lnTo>
                <a:lnTo>
                  <a:pt x="2994538" y="1945443"/>
                </a:lnTo>
                <a:lnTo>
                  <a:pt x="2994538" y="1962228"/>
                </a:lnTo>
                <a:close/>
                <a:moveTo>
                  <a:pt x="1349556" y="1962228"/>
                </a:moveTo>
                <a:lnTo>
                  <a:pt x="1416698" y="1962228"/>
                </a:lnTo>
                <a:lnTo>
                  <a:pt x="1416698" y="1945443"/>
                </a:lnTo>
                <a:lnTo>
                  <a:pt x="1349556" y="1945443"/>
                </a:lnTo>
                <a:lnTo>
                  <a:pt x="1349556" y="1962228"/>
                </a:lnTo>
                <a:close/>
                <a:moveTo>
                  <a:pt x="3112037" y="1962228"/>
                </a:moveTo>
                <a:lnTo>
                  <a:pt x="3179179" y="1962228"/>
                </a:lnTo>
                <a:lnTo>
                  <a:pt x="3179179" y="1945443"/>
                </a:lnTo>
                <a:lnTo>
                  <a:pt x="3112037" y="1945443"/>
                </a:lnTo>
                <a:lnTo>
                  <a:pt x="3112037" y="1962228"/>
                </a:lnTo>
                <a:close/>
                <a:moveTo>
                  <a:pt x="1299200" y="1962228"/>
                </a:moveTo>
                <a:lnTo>
                  <a:pt x="1299200" y="1945443"/>
                </a:lnTo>
                <a:lnTo>
                  <a:pt x="1232058" y="1945443"/>
                </a:lnTo>
                <a:lnTo>
                  <a:pt x="1232058" y="1962228"/>
                </a:lnTo>
                <a:lnTo>
                  <a:pt x="1299200" y="1962228"/>
                </a:lnTo>
                <a:close/>
                <a:moveTo>
                  <a:pt x="3296677" y="1962228"/>
                </a:moveTo>
                <a:lnTo>
                  <a:pt x="3296677" y="1945443"/>
                </a:lnTo>
                <a:lnTo>
                  <a:pt x="3229535" y="1945443"/>
                </a:lnTo>
                <a:lnTo>
                  <a:pt x="3229535" y="1962228"/>
                </a:lnTo>
                <a:lnTo>
                  <a:pt x="3296677" y="1962228"/>
                </a:lnTo>
                <a:close/>
                <a:moveTo>
                  <a:pt x="3300035" y="0"/>
                </a:moveTo>
                <a:lnTo>
                  <a:pt x="3232892" y="0"/>
                </a:lnTo>
                <a:lnTo>
                  <a:pt x="3232892" y="16786"/>
                </a:lnTo>
                <a:lnTo>
                  <a:pt x="3300035" y="16786"/>
                </a:lnTo>
                <a:lnTo>
                  <a:pt x="3300035" y="0"/>
                </a:lnTo>
                <a:close/>
                <a:moveTo>
                  <a:pt x="5347869" y="0"/>
                </a:moveTo>
                <a:lnTo>
                  <a:pt x="5347869" y="16786"/>
                </a:lnTo>
                <a:lnTo>
                  <a:pt x="5415011" y="16786"/>
                </a:lnTo>
                <a:lnTo>
                  <a:pt x="5415011" y="0"/>
                </a:lnTo>
                <a:lnTo>
                  <a:pt x="5347869" y="0"/>
                </a:lnTo>
                <a:close/>
                <a:moveTo>
                  <a:pt x="3467890" y="0"/>
                </a:moveTo>
                <a:lnTo>
                  <a:pt x="3467890" y="16786"/>
                </a:lnTo>
                <a:lnTo>
                  <a:pt x="3535032" y="16786"/>
                </a:lnTo>
                <a:lnTo>
                  <a:pt x="3535032" y="0"/>
                </a:lnTo>
                <a:lnTo>
                  <a:pt x="3467890" y="0"/>
                </a:lnTo>
                <a:close/>
                <a:moveTo>
                  <a:pt x="3652531" y="0"/>
                </a:moveTo>
                <a:lnTo>
                  <a:pt x="3585388" y="0"/>
                </a:lnTo>
                <a:lnTo>
                  <a:pt x="3585388" y="16786"/>
                </a:lnTo>
                <a:lnTo>
                  <a:pt x="3652531" y="16786"/>
                </a:lnTo>
                <a:lnTo>
                  <a:pt x="3652531" y="0"/>
                </a:lnTo>
                <a:close/>
                <a:moveTo>
                  <a:pt x="3702887" y="0"/>
                </a:moveTo>
                <a:lnTo>
                  <a:pt x="3702887" y="16786"/>
                </a:lnTo>
                <a:lnTo>
                  <a:pt x="3770029" y="16786"/>
                </a:lnTo>
                <a:lnTo>
                  <a:pt x="3770029" y="0"/>
                </a:lnTo>
                <a:lnTo>
                  <a:pt x="3702887" y="0"/>
                </a:lnTo>
                <a:close/>
                <a:moveTo>
                  <a:pt x="3820386" y="0"/>
                </a:moveTo>
                <a:lnTo>
                  <a:pt x="3820386" y="16786"/>
                </a:lnTo>
                <a:lnTo>
                  <a:pt x="3887528" y="16786"/>
                </a:lnTo>
                <a:lnTo>
                  <a:pt x="3887528" y="0"/>
                </a:lnTo>
                <a:lnTo>
                  <a:pt x="3820386" y="0"/>
                </a:lnTo>
                <a:close/>
                <a:moveTo>
                  <a:pt x="4005027" y="0"/>
                </a:moveTo>
                <a:lnTo>
                  <a:pt x="3937885" y="0"/>
                </a:lnTo>
                <a:lnTo>
                  <a:pt x="3937885" y="16786"/>
                </a:lnTo>
                <a:lnTo>
                  <a:pt x="4005027" y="16786"/>
                </a:lnTo>
                <a:lnTo>
                  <a:pt x="4005027" y="0"/>
                </a:lnTo>
                <a:close/>
                <a:moveTo>
                  <a:pt x="4055383" y="0"/>
                </a:moveTo>
                <a:lnTo>
                  <a:pt x="4055383" y="16786"/>
                </a:lnTo>
                <a:lnTo>
                  <a:pt x="4122525" y="16786"/>
                </a:lnTo>
                <a:lnTo>
                  <a:pt x="4122525" y="0"/>
                </a:lnTo>
                <a:lnTo>
                  <a:pt x="4055383" y="0"/>
                </a:lnTo>
                <a:close/>
                <a:moveTo>
                  <a:pt x="4172882" y="0"/>
                </a:moveTo>
                <a:lnTo>
                  <a:pt x="4172882" y="16786"/>
                </a:lnTo>
                <a:lnTo>
                  <a:pt x="4240024" y="16786"/>
                </a:lnTo>
                <a:lnTo>
                  <a:pt x="4240024" y="0"/>
                </a:lnTo>
                <a:lnTo>
                  <a:pt x="4172882" y="0"/>
                </a:lnTo>
                <a:close/>
                <a:moveTo>
                  <a:pt x="4357523" y="0"/>
                </a:moveTo>
                <a:lnTo>
                  <a:pt x="4290381" y="0"/>
                </a:lnTo>
                <a:lnTo>
                  <a:pt x="4290381" y="16786"/>
                </a:lnTo>
                <a:lnTo>
                  <a:pt x="4357523" y="16786"/>
                </a:lnTo>
                <a:lnTo>
                  <a:pt x="4357523" y="0"/>
                </a:lnTo>
                <a:close/>
                <a:moveTo>
                  <a:pt x="3350391" y="0"/>
                </a:moveTo>
                <a:lnTo>
                  <a:pt x="3350391" y="16786"/>
                </a:lnTo>
                <a:lnTo>
                  <a:pt x="3417533" y="16786"/>
                </a:lnTo>
                <a:lnTo>
                  <a:pt x="3417533" y="0"/>
                </a:lnTo>
                <a:lnTo>
                  <a:pt x="3350391" y="0"/>
                </a:lnTo>
                <a:close/>
                <a:moveTo>
                  <a:pt x="4407879" y="0"/>
                </a:moveTo>
                <a:lnTo>
                  <a:pt x="4407879" y="16786"/>
                </a:lnTo>
                <a:lnTo>
                  <a:pt x="4475021" y="16786"/>
                </a:lnTo>
                <a:lnTo>
                  <a:pt x="4475021" y="0"/>
                </a:lnTo>
                <a:lnTo>
                  <a:pt x="4407879" y="0"/>
                </a:lnTo>
                <a:close/>
                <a:moveTo>
                  <a:pt x="4592520" y="0"/>
                </a:moveTo>
                <a:lnTo>
                  <a:pt x="4525378" y="0"/>
                </a:lnTo>
                <a:lnTo>
                  <a:pt x="4525378" y="16786"/>
                </a:lnTo>
                <a:lnTo>
                  <a:pt x="4592520" y="16786"/>
                </a:lnTo>
                <a:lnTo>
                  <a:pt x="4592520" y="0"/>
                </a:lnTo>
                <a:close/>
                <a:moveTo>
                  <a:pt x="4642877" y="0"/>
                </a:moveTo>
                <a:lnTo>
                  <a:pt x="4642877" y="16786"/>
                </a:lnTo>
                <a:lnTo>
                  <a:pt x="4710019" y="16786"/>
                </a:lnTo>
                <a:lnTo>
                  <a:pt x="4710019" y="0"/>
                </a:lnTo>
                <a:lnTo>
                  <a:pt x="4642877" y="0"/>
                </a:lnTo>
                <a:close/>
                <a:moveTo>
                  <a:pt x="4760375" y="0"/>
                </a:moveTo>
                <a:lnTo>
                  <a:pt x="4760375" y="16786"/>
                </a:lnTo>
                <a:lnTo>
                  <a:pt x="4827517" y="16786"/>
                </a:lnTo>
                <a:lnTo>
                  <a:pt x="4827517" y="0"/>
                </a:lnTo>
                <a:lnTo>
                  <a:pt x="4760375" y="0"/>
                </a:lnTo>
                <a:close/>
                <a:moveTo>
                  <a:pt x="4945016" y="0"/>
                </a:moveTo>
                <a:lnTo>
                  <a:pt x="4877874" y="0"/>
                </a:lnTo>
                <a:lnTo>
                  <a:pt x="4877874" y="16786"/>
                </a:lnTo>
                <a:lnTo>
                  <a:pt x="4945016" y="16786"/>
                </a:lnTo>
                <a:lnTo>
                  <a:pt x="4945016" y="0"/>
                </a:lnTo>
                <a:close/>
                <a:moveTo>
                  <a:pt x="4995373" y="0"/>
                </a:moveTo>
                <a:lnTo>
                  <a:pt x="4995373" y="16786"/>
                </a:lnTo>
                <a:lnTo>
                  <a:pt x="5062515" y="16786"/>
                </a:lnTo>
                <a:lnTo>
                  <a:pt x="5062515" y="0"/>
                </a:lnTo>
                <a:lnTo>
                  <a:pt x="4995373" y="0"/>
                </a:lnTo>
                <a:close/>
                <a:moveTo>
                  <a:pt x="5112871" y="0"/>
                </a:moveTo>
                <a:lnTo>
                  <a:pt x="5112871" y="16786"/>
                </a:lnTo>
                <a:lnTo>
                  <a:pt x="5180013" y="16786"/>
                </a:lnTo>
                <a:lnTo>
                  <a:pt x="5180013" y="0"/>
                </a:lnTo>
                <a:lnTo>
                  <a:pt x="5112871" y="0"/>
                </a:lnTo>
                <a:close/>
                <a:moveTo>
                  <a:pt x="5297512" y="0"/>
                </a:moveTo>
                <a:lnTo>
                  <a:pt x="5230370" y="0"/>
                </a:lnTo>
                <a:lnTo>
                  <a:pt x="5230370" y="16786"/>
                </a:lnTo>
                <a:lnTo>
                  <a:pt x="5297512" y="16786"/>
                </a:lnTo>
                <a:lnTo>
                  <a:pt x="5297512" y="0"/>
                </a:lnTo>
                <a:close/>
                <a:moveTo>
                  <a:pt x="3464533" y="1962228"/>
                </a:moveTo>
                <a:lnTo>
                  <a:pt x="3531675" y="1962228"/>
                </a:lnTo>
                <a:lnTo>
                  <a:pt x="3531675" y="1945443"/>
                </a:lnTo>
                <a:lnTo>
                  <a:pt x="3464533" y="1945443"/>
                </a:lnTo>
                <a:lnTo>
                  <a:pt x="3464533" y="1962228"/>
                </a:lnTo>
                <a:close/>
                <a:moveTo>
                  <a:pt x="3582031" y="1962228"/>
                </a:moveTo>
                <a:lnTo>
                  <a:pt x="3649173" y="1962228"/>
                </a:lnTo>
                <a:lnTo>
                  <a:pt x="3649173" y="1945443"/>
                </a:lnTo>
                <a:lnTo>
                  <a:pt x="3582031" y="1945443"/>
                </a:lnTo>
                <a:lnTo>
                  <a:pt x="3582031" y="1962228"/>
                </a:lnTo>
                <a:close/>
                <a:moveTo>
                  <a:pt x="3766672" y="1962228"/>
                </a:moveTo>
                <a:lnTo>
                  <a:pt x="3766672" y="1945443"/>
                </a:lnTo>
                <a:lnTo>
                  <a:pt x="3699530" y="1945443"/>
                </a:lnTo>
                <a:lnTo>
                  <a:pt x="3699530" y="1962228"/>
                </a:lnTo>
                <a:lnTo>
                  <a:pt x="3766672" y="1962228"/>
                </a:lnTo>
                <a:close/>
                <a:moveTo>
                  <a:pt x="3884171" y="1962228"/>
                </a:moveTo>
                <a:lnTo>
                  <a:pt x="3884171" y="1945443"/>
                </a:lnTo>
                <a:lnTo>
                  <a:pt x="3817029" y="1945443"/>
                </a:lnTo>
                <a:lnTo>
                  <a:pt x="3817029" y="1962228"/>
                </a:lnTo>
                <a:lnTo>
                  <a:pt x="3884171" y="1962228"/>
                </a:lnTo>
                <a:close/>
                <a:moveTo>
                  <a:pt x="3934527" y="1962228"/>
                </a:moveTo>
                <a:lnTo>
                  <a:pt x="4001670" y="1962228"/>
                </a:lnTo>
                <a:lnTo>
                  <a:pt x="4001670" y="1945443"/>
                </a:lnTo>
                <a:lnTo>
                  <a:pt x="3934527" y="1945443"/>
                </a:lnTo>
                <a:lnTo>
                  <a:pt x="3934527" y="1962228"/>
                </a:lnTo>
                <a:close/>
                <a:moveTo>
                  <a:pt x="4119168" y="1962228"/>
                </a:moveTo>
                <a:lnTo>
                  <a:pt x="4119168" y="1945443"/>
                </a:lnTo>
                <a:lnTo>
                  <a:pt x="4052026" y="1945443"/>
                </a:lnTo>
                <a:lnTo>
                  <a:pt x="4052026" y="1962228"/>
                </a:lnTo>
                <a:lnTo>
                  <a:pt x="4119168" y="1962228"/>
                </a:lnTo>
                <a:close/>
                <a:moveTo>
                  <a:pt x="4236667" y="1962228"/>
                </a:moveTo>
                <a:lnTo>
                  <a:pt x="4236667" y="1945443"/>
                </a:lnTo>
                <a:lnTo>
                  <a:pt x="4169525" y="1945443"/>
                </a:lnTo>
                <a:lnTo>
                  <a:pt x="4169525" y="1962228"/>
                </a:lnTo>
                <a:lnTo>
                  <a:pt x="4236667" y="1962228"/>
                </a:lnTo>
                <a:close/>
                <a:moveTo>
                  <a:pt x="4287023" y="1962228"/>
                </a:moveTo>
                <a:lnTo>
                  <a:pt x="4354166" y="1962228"/>
                </a:lnTo>
                <a:lnTo>
                  <a:pt x="4354166" y="1945443"/>
                </a:lnTo>
                <a:lnTo>
                  <a:pt x="4287023" y="1945443"/>
                </a:lnTo>
                <a:lnTo>
                  <a:pt x="4287023" y="1962228"/>
                </a:lnTo>
                <a:close/>
                <a:moveTo>
                  <a:pt x="4589163" y="1962228"/>
                </a:moveTo>
                <a:lnTo>
                  <a:pt x="4589163" y="1945443"/>
                </a:lnTo>
                <a:lnTo>
                  <a:pt x="4522021" y="1945443"/>
                </a:lnTo>
                <a:lnTo>
                  <a:pt x="4522021" y="1962228"/>
                </a:lnTo>
                <a:lnTo>
                  <a:pt x="4589163" y="1962228"/>
                </a:lnTo>
                <a:close/>
                <a:moveTo>
                  <a:pt x="4706662" y="1962228"/>
                </a:moveTo>
                <a:lnTo>
                  <a:pt x="4706662" y="1945443"/>
                </a:lnTo>
                <a:lnTo>
                  <a:pt x="4639520" y="1945443"/>
                </a:lnTo>
                <a:lnTo>
                  <a:pt x="4639520" y="1962228"/>
                </a:lnTo>
                <a:lnTo>
                  <a:pt x="4706662" y="1962228"/>
                </a:lnTo>
                <a:close/>
                <a:moveTo>
                  <a:pt x="4757018" y="1962228"/>
                </a:moveTo>
                <a:lnTo>
                  <a:pt x="4824160" y="1962228"/>
                </a:lnTo>
                <a:lnTo>
                  <a:pt x="4824160" y="1945443"/>
                </a:lnTo>
                <a:lnTo>
                  <a:pt x="4757018" y="1945443"/>
                </a:lnTo>
                <a:lnTo>
                  <a:pt x="4757018" y="1962228"/>
                </a:lnTo>
                <a:close/>
                <a:moveTo>
                  <a:pt x="4941659" y="1962228"/>
                </a:moveTo>
                <a:lnTo>
                  <a:pt x="4941659" y="1945443"/>
                </a:lnTo>
                <a:lnTo>
                  <a:pt x="4874517" y="1945443"/>
                </a:lnTo>
                <a:lnTo>
                  <a:pt x="4874517" y="1962228"/>
                </a:lnTo>
                <a:lnTo>
                  <a:pt x="4941659" y="1962228"/>
                </a:lnTo>
                <a:close/>
                <a:moveTo>
                  <a:pt x="5059158" y="1962228"/>
                </a:moveTo>
                <a:lnTo>
                  <a:pt x="5059158" y="1945443"/>
                </a:lnTo>
                <a:lnTo>
                  <a:pt x="4992016" y="1945443"/>
                </a:lnTo>
                <a:lnTo>
                  <a:pt x="4992016" y="1962228"/>
                </a:lnTo>
                <a:lnTo>
                  <a:pt x="5059158" y="1962228"/>
                </a:lnTo>
                <a:close/>
                <a:moveTo>
                  <a:pt x="5109514" y="1962228"/>
                </a:moveTo>
                <a:lnTo>
                  <a:pt x="5176656" y="1962228"/>
                </a:lnTo>
                <a:lnTo>
                  <a:pt x="5176656" y="1945443"/>
                </a:lnTo>
                <a:lnTo>
                  <a:pt x="5109514" y="1945443"/>
                </a:lnTo>
                <a:lnTo>
                  <a:pt x="5109514" y="1962228"/>
                </a:lnTo>
                <a:close/>
                <a:moveTo>
                  <a:pt x="5294155" y="1962228"/>
                </a:moveTo>
                <a:lnTo>
                  <a:pt x="5294155" y="1945443"/>
                </a:lnTo>
                <a:lnTo>
                  <a:pt x="5227013" y="1945443"/>
                </a:lnTo>
                <a:lnTo>
                  <a:pt x="5227013" y="1962228"/>
                </a:lnTo>
                <a:lnTo>
                  <a:pt x="5294155" y="1962228"/>
                </a:lnTo>
                <a:close/>
                <a:moveTo>
                  <a:pt x="3414176" y="1962228"/>
                </a:moveTo>
                <a:lnTo>
                  <a:pt x="3414176" y="1945443"/>
                </a:lnTo>
                <a:lnTo>
                  <a:pt x="3347034" y="1945443"/>
                </a:lnTo>
                <a:lnTo>
                  <a:pt x="3347034" y="1962228"/>
                </a:lnTo>
                <a:lnTo>
                  <a:pt x="3414176" y="1962228"/>
                </a:lnTo>
                <a:close/>
                <a:moveTo>
                  <a:pt x="5344512" y="1962228"/>
                </a:moveTo>
                <a:lnTo>
                  <a:pt x="5411654" y="1962228"/>
                </a:lnTo>
                <a:lnTo>
                  <a:pt x="5411654" y="1945443"/>
                </a:lnTo>
                <a:lnTo>
                  <a:pt x="5344512" y="1945443"/>
                </a:lnTo>
                <a:lnTo>
                  <a:pt x="5344512" y="1962228"/>
                </a:lnTo>
                <a:close/>
                <a:moveTo>
                  <a:pt x="4471664" y="1962228"/>
                </a:moveTo>
                <a:lnTo>
                  <a:pt x="4471664" y="1945443"/>
                </a:lnTo>
                <a:lnTo>
                  <a:pt x="4404522" y="1945443"/>
                </a:lnTo>
                <a:lnTo>
                  <a:pt x="4404522" y="1962228"/>
                </a:lnTo>
                <a:lnTo>
                  <a:pt x="4471664" y="1962228"/>
                </a:lnTo>
                <a:close/>
                <a:moveTo>
                  <a:pt x="6522856" y="0"/>
                </a:moveTo>
                <a:lnTo>
                  <a:pt x="6522856" y="16786"/>
                </a:lnTo>
                <a:lnTo>
                  <a:pt x="6589998" y="16786"/>
                </a:lnTo>
                <a:lnTo>
                  <a:pt x="6589998" y="0"/>
                </a:lnTo>
                <a:lnTo>
                  <a:pt x="6522856" y="0"/>
                </a:lnTo>
                <a:close/>
                <a:moveTo>
                  <a:pt x="5532510" y="0"/>
                </a:moveTo>
                <a:lnTo>
                  <a:pt x="5465367" y="0"/>
                </a:lnTo>
                <a:lnTo>
                  <a:pt x="5465367" y="16786"/>
                </a:lnTo>
                <a:lnTo>
                  <a:pt x="5532510" y="16786"/>
                </a:lnTo>
                <a:lnTo>
                  <a:pt x="5532510" y="0"/>
                </a:lnTo>
                <a:close/>
                <a:moveTo>
                  <a:pt x="7462845" y="0"/>
                </a:moveTo>
                <a:lnTo>
                  <a:pt x="7462845" y="16786"/>
                </a:lnTo>
                <a:lnTo>
                  <a:pt x="7529987" y="16786"/>
                </a:lnTo>
                <a:lnTo>
                  <a:pt x="7529987" y="0"/>
                </a:lnTo>
                <a:lnTo>
                  <a:pt x="7462845" y="0"/>
                </a:lnTo>
                <a:close/>
                <a:moveTo>
                  <a:pt x="5582866" y="0"/>
                </a:moveTo>
                <a:lnTo>
                  <a:pt x="5582866" y="16786"/>
                </a:lnTo>
                <a:lnTo>
                  <a:pt x="5650008" y="16786"/>
                </a:lnTo>
                <a:lnTo>
                  <a:pt x="5650008" y="0"/>
                </a:lnTo>
                <a:lnTo>
                  <a:pt x="5582866" y="0"/>
                </a:lnTo>
                <a:close/>
                <a:moveTo>
                  <a:pt x="7412489" y="0"/>
                </a:moveTo>
                <a:lnTo>
                  <a:pt x="7345346" y="0"/>
                </a:lnTo>
                <a:lnTo>
                  <a:pt x="7345346" y="16786"/>
                </a:lnTo>
                <a:lnTo>
                  <a:pt x="7412489" y="16786"/>
                </a:lnTo>
                <a:lnTo>
                  <a:pt x="7412489" y="0"/>
                </a:lnTo>
                <a:close/>
                <a:moveTo>
                  <a:pt x="5767507" y="0"/>
                </a:moveTo>
                <a:lnTo>
                  <a:pt x="5700365" y="0"/>
                </a:lnTo>
                <a:lnTo>
                  <a:pt x="5700365" y="16786"/>
                </a:lnTo>
                <a:lnTo>
                  <a:pt x="5767507" y="16786"/>
                </a:lnTo>
                <a:lnTo>
                  <a:pt x="5767507" y="0"/>
                </a:lnTo>
                <a:close/>
                <a:moveTo>
                  <a:pt x="7294990" y="0"/>
                </a:moveTo>
                <a:lnTo>
                  <a:pt x="7227848" y="0"/>
                </a:lnTo>
                <a:lnTo>
                  <a:pt x="7227848" y="16786"/>
                </a:lnTo>
                <a:lnTo>
                  <a:pt x="7294990" y="16786"/>
                </a:lnTo>
                <a:lnTo>
                  <a:pt x="7294990" y="0"/>
                </a:lnTo>
                <a:close/>
                <a:moveTo>
                  <a:pt x="5817863" y="0"/>
                </a:moveTo>
                <a:lnTo>
                  <a:pt x="5817863" y="16786"/>
                </a:lnTo>
                <a:lnTo>
                  <a:pt x="5885006" y="16786"/>
                </a:lnTo>
                <a:lnTo>
                  <a:pt x="5885006" y="0"/>
                </a:lnTo>
                <a:lnTo>
                  <a:pt x="5817863" y="0"/>
                </a:lnTo>
                <a:close/>
                <a:moveTo>
                  <a:pt x="7110349" y="0"/>
                </a:moveTo>
                <a:lnTo>
                  <a:pt x="7110349" y="16786"/>
                </a:lnTo>
                <a:lnTo>
                  <a:pt x="7177491" y="16786"/>
                </a:lnTo>
                <a:lnTo>
                  <a:pt x="7177491" y="0"/>
                </a:lnTo>
                <a:lnTo>
                  <a:pt x="7110349" y="0"/>
                </a:lnTo>
                <a:close/>
                <a:moveTo>
                  <a:pt x="6002504" y="0"/>
                </a:moveTo>
                <a:lnTo>
                  <a:pt x="5935362" y="0"/>
                </a:lnTo>
                <a:lnTo>
                  <a:pt x="5935362" y="16786"/>
                </a:lnTo>
                <a:lnTo>
                  <a:pt x="6002504" y="16786"/>
                </a:lnTo>
                <a:lnTo>
                  <a:pt x="6002504" y="0"/>
                </a:lnTo>
                <a:close/>
                <a:moveTo>
                  <a:pt x="6992850" y="0"/>
                </a:moveTo>
                <a:lnTo>
                  <a:pt x="6992850" y="16786"/>
                </a:lnTo>
                <a:lnTo>
                  <a:pt x="7059992" y="16786"/>
                </a:lnTo>
                <a:lnTo>
                  <a:pt x="7059992" y="0"/>
                </a:lnTo>
                <a:lnTo>
                  <a:pt x="6992850" y="0"/>
                </a:lnTo>
                <a:close/>
                <a:moveTo>
                  <a:pt x="6052861" y="0"/>
                </a:moveTo>
                <a:lnTo>
                  <a:pt x="6052861" y="16786"/>
                </a:lnTo>
                <a:lnTo>
                  <a:pt x="6120003" y="16786"/>
                </a:lnTo>
                <a:lnTo>
                  <a:pt x="6120003" y="0"/>
                </a:lnTo>
                <a:lnTo>
                  <a:pt x="6052861" y="0"/>
                </a:lnTo>
                <a:close/>
                <a:moveTo>
                  <a:pt x="6942494" y="0"/>
                </a:moveTo>
                <a:lnTo>
                  <a:pt x="6875352" y="0"/>
                </a:lnTo>
                <a:lnTo>
                  <a:pt x="6875352" y="16786"/>
                </a:lnTo>
                <a:lnTo>
                  <a:pt x="6942494" y="16786"/>
                </a:lnTo>
                <a:lnTo>
                  <a:pt x="6942494" y="0"/>
                </a:lnTo>
                <a:close/>
                <a:moveTo>
                  <a:pt x="6170360" y="0"/>
                </a:moveTo>
                <a:lnTo>
                  <a:pt x="6170360" y="16786"/>
                </a:lnTo>
                <a:lnTo>
                  <a:pt x="6237502" y="16786"/>
                </a:lnTo>
                <a:lnTo>
                  <a:pt x="6237502" y="0"/>
                </a:lnTo>
                <a:lnTo>
                  <a:pt x="6170360" y="0"/>
                </a:lnTo>
                <a:close/>
                <a:moveTo>
                  <a:pt x="6757853" y="0"/>
                </a:moveTo>
                <a:lnTo>
                  <a:pt x="6757853" y="16786"/>
                </a:lnTo>
                <a:lnTo>
                  <a:pt x="6824995" y="16786"/>
                </a:lnTo>
                <a:lnTo>
                  <a:pt x="6824995" y="0"/>
                </a:lnTo>
                <a:lnTo>
                  <a:pt x="6757853" y="0"/>
                </a:lnTo>
                <a:close/>
                <a:moveTo>
                  <a:pt x="6355000" y="0"/>
                </a:moveTo>
                <a:lnTo>
                  <a:pt x="6287858" y="0"/>
                </a:lnTo>
                <a:lnTo>
                  <a:pt x="6287858" y="16786"/>
                </a:lnTo>
                <a:lnTo>
                  <a:pt x="6355000" y="16786"/>
                </a:lnTo>
                <a:lnTo>
                  <a:pt x="6355000" y="0"/>
                </a:lnTo>
                <a:close/>
                <a:moveTo>
                  <a:pt x="6640354" y="0"/>
                </a:moveTo>
                <a:lnTo>
                  <a:pt x="6640354" y="16786"/>
                </a:lnTo>
                <a:lnTo>
                  <a:pt x="6707496" y="16786"/>
                </a:lnTo>
                <a:lnTo>
                  <a:pt x="6707496" y="0"/>
                </a:lnTo>
                <a:lnTo>
                  <a:pt x="6640354" y="0"/>
                </a:lnTo>
                <a:close/>
                <a:moveTo>
                  <a:pt x="6405357" y="0"/>
                </a:moveTo>
                <a:lnTo>
                  <a:pt x="6405357" y="16786"/>
                </a:lnTo>
                <a:lnTo>
                  <a:pt x="6472499" y="16786"/>
                </a:lnTo>
                <a:lnTo>
                  <a:pt x="6472499" y="0"/>
                </a:lnTo>
                <a:lnTo>
                  <a:pt x="6405357" y="0"/>
                </a:lnTo>
                <a:close/>
                <a:moveTo>
                  <a:pt x="5462010" y="1962228"/>
                </a:moveTo>
                <a:lnTo>
                  <a:pt x="5529152" y="1962228"/>
                </a:lnTo>
                <a:lnTo>
                  <a:pt x="5529152" y="1945443"/>
                </a:lnTo>
                <a:lnTo>
                  <a:pt x="5462010" y="1945443"/>
                </a:lnTo>
                <a:lnTo>
                  <a:pt x="5462010" y="1962228"/>
                </a:lnTo>
                <a:close/>
                <a:moveTo>
                  <a:pt x="6586641" y="1962228"/>
                </a:moveTo>
                <a:lnTo>
                  <a:pt x="6586641" y="1945443"/>
                </a:lnTo>
                <a:lnTo>
                  <a:pt x="6519498" y="1945443"/>
                </a:lnTo>
                <a:lnTo>
                  <a:pt x="6519498" y="1962228"/>
                </a:lnTo>
                <a:lnTo>
                  <a:pt x="6586641" y="1962228"/>
                </a:lnTo>
                <a:close/>
                <a:moveTo>
                  <a:pt x="6704139" y="1962228"/>
                </a:moveTo>
                <a:lnTo>
                  <a:pt x="6704139" y="1945443"/>
                </a:lnTo>
                <a:lnTo>
                  <a:pt x="6636997" y="1945443"/>
                </a:lnTo>
                <a:lnTo>
                  <a:pt x="6636997" y="1962228"/>
                </a:lnTo>
                <a:lnTo>
                  <a:pt x="6704139" y="1962228"/>
                </a:lnTo>
                <a:close/>
                <a:moveTo>
                  <a:pt x="6402000" y="1962228"/>
                </a:moveTo>
                <a:lnTo>
                  <a:pt x="6469142" y="1962228"/>
                </a:lnTo>
                <a:lnTo>
                  <a:pt x="6469142" y="1945443"/>
                </a:lnTo>
                <a:lnTo>
                  <a:pt x="6402000" y="1945443"/>
                </a:lnTo>
                <a:lnTo>
                  <a:pt x="6402000" y="1962228"/>
                </a:lnTo>
                <a:close/>
                <a:moveTo>
                  <a:pt x="6821638" y="1962228"/>
                </a:moveTo>
                <a:lnTo>
                  <a:pt x="6821638" y="1945443"/>
                </a:lnTo>
                <a:lnTo>
                  <a:pt x="6754496" y="1945443"/>
                </a:lnTo>
                <a:lnTo>
                  <a:pt x="6754496" y="1962228"/>
                </a:lnTo>
                <a:lnTo>
                  <a:pt x="6821638" y="1962228"/>
                </a:lnTo>
                <a:close/>
                <a:moveTo>
                  <a:pt x="6351643" y="1962228"/>
                </a:moveTo>
                <a:lnTo>
                  <a:pt x="6351643" y="1945443"/>
                </a:lnTo>
                <a:lnTo>
                  <a:pt x="6284501" y="1945443"/>
                </a:lnTo>
                <a:lnTo>
                  <a:pt x="6284501" y="1962228"/>
                </a:lnTo>
                <a:lnTo>
                  <a:pt x="6351643" y="1962228"/>
                </a:lnTo>
                <a:close/>
                <a:moveTo>
                  <a:pt x="6871995" y="1962228"/>
                </a:moveTo>
                <a:lnTo>
                  <a:pt x="6939137" y="1962228"/>
                </a:lnTo>
                <a:lnTo>
                  <a:pt x="6939137" y="1945443"/>
                </a:lnTo>
                <a:lnTo>
                  <a:pt x="6871995" y="1945443"/>
                </a:lnTo>
                <a:lnTo>
                  <a:pt x="6871995" y="1962228"/>
                </a:lnTo>
                <a:close/>
                <a:moveTo>
                  <a:pt x="6234145" y="1962228"/>
                </a:moveTo>
                <a:lnTo>
                  <a:pt x="6234145" y="1945443"/>
                </a:lnTo>
                <a:lnTo>
                  <a:pt x="6167002" y="1945443"/>
                </a:lnTo>
                <a:lnTo>
                  <a:pt x="6167002" y="1962228"/>
                </a:lnTo>
                <a:lnTo>
                  <a:pt x="6234145" y="1962228"/>
                </a:lnTo>
                <a:close/>
                <a:moveTo>
                  <a:pt x="7056635" y="1962228"/>
                </a:moveTo>
                <a:lnTo>
                  <a:pt x="7056635" y="1945443"/>
                </a:lnTo>
                <a:lnTo>
                  <a:pt x="6989493" y="1945443"/>
                </a:lnTo>
                <a:lnTo>
                  <a:pt x="6989493" y="1962228"/>
                </a:lnTo>
                <a:lnTo>
                  <a:pt x="7056635" y="1962228"/>
                </a:lnTo>
                <a:close/>
                <a:moveTo>
                  <a:pt x="6049504" y="1962228"/>
                </a:moveTo>
                <a:lnTo>
                  <a:pt x="6116646" y="1962228"/>
                </a:lnTo>
                <a:lnTo>
                  <a:pt x="6116646" y="1945443"/>
                </a:lnTo>
                <a:lnTo>
                  <a:pt x="6049504" y="1945443"/>
                </a:lnTo>
                <a:lnTo>
                  <a:pt x="6049504" y="1962228"/>
                </a:lnTo>
                <a:close/>
                <a:moveTo>
                  <a:pt x="7106992" y="1962228"/>
                </a:moveTo>
                <a:lnTo>
                  <a:pt x="7174134" y="1962228"/>
                </a:lnTo>
                <a:lnTo>
                  <a:pt x="7174134" y="1945443"/>
                </a:lnTo>
                <a:lnTo>
                  <a:pt x="7106992" y="1945443"/>
                </a:lnTo>
                <a:lnTo>
                  <a:pt x="7106992" y="1962228"/>
                </a:lnTo>
                <a:close/>
                <a:moveTo>
                  <a:pt x="5932005" y="1962228"/>
                </a:moveTo>
                <a:lnTo>
                  <a:pt x="5999147" y="1962228"/>
                </a:lnTo>
                <a:lnTo>
                  <a:pt x="5999147" y="1945443"/>
                </a:lnTo>
                <a:lnTo>
                  <a:pt x="5932005" y="1945443"/>
                </a:lnTo>
                <a:lnTo>
                  <a:pt x="5932005" y="1962228"/>
                </a:lnTo>
                <a:close/>
                <a:moveTo>
                  <a:pt x="7291633" y="1962228"/>
                </a:moveTo>
                <a:lnTo>
                  <a:pt x="7291633" y="1945443"/>
                </a:lnTo>
                <a:lnTo>
                  <a:pt x="7224491" y="1945443"/>
                </a:lnTo>
                <a:lnTo>
                  <a:pt x="7224491" y="1962228"/>
                </a:lnTo>
                <a:lnTo>
                  <a:pt x="7291633" y="1962228"/>
                </a:lnTo>
                <a:close/>
                <a:moveTo>
                  <a:pt x="5881648" y="1962228"/>
                </a:moveTo>
                <a:lnTo>
                  <a:pt x="5881648" y="1945443"/>
                </a:lnTo>
                <a:lnTo>
                  <a:pt x="5814506" y="1945443"/>
                </a:lnTo>
                <a:lnTo>
                  <a:pt x="5814506" y="1962228"/>
                </a:lnTo>
                <a:lnTo>
                  <a:pt x="5881648" y="1962228"/>
                </a:lnTo>
                <a:close/>
                <a:moveTo>
                  <a:pt x="7341989" y="1962228"/>
                </a:moveTo>
                <a:lnTo>
                  <a:pt x="7409131" y="1962228"/>
                </a:lnTo>
                <a:lnTo>
                  <a:pt x="7409131" y="1945443"/>
                </a:lnTo>
                <a:lnTo>
                  <a:pt x="7341989" y="1945443"/>
                </a:lnTo>
                <a:lnTo>
                  <a:pt x="7341989" y="1962228"/>
                </a:lnTo>
                <a:close/>
                <a:moveTo>
                  <a:pt x="5764150" y="1962228"/>
                </a:moveTo>
                <a:lnTo>
                  <a:pt x="5764150" y="1945443"/>
                </a:lnTo>
                <a:lnTo>
                  <a:pt x="5697008" y="1945443"/>
                </a:lnTo>
                <a:lnTo>
                  <a:pt x="5697008" y="1962228"/>
                </a:lnTo>
                <a:lnTo>
                  <a:pt x="5764150" y="1962228"/>
                </a:lnTo>
                <a:close/>
                <a:moveTo>
                  <a:pt x="7526630" y="1962228"/>
                </a:moveTo>
                <a:lnTo>
                  <a:pt x="7526630" y="1945443"/>
                </a:lnTo>
                <a:lnTo>
                  <a:pt x="7459488" y="1945443"/>
                </a:lnTo>
                <a:lnTo>
                  <a:pt x="7459488" y="1962228"/>
                </a:lnTo>
                <a:lnTo>
                  <a:pt x="7526630" y="1962228"/>
                </a:lnTo>
                <a:close/>
                <a:moveTo>
                  <a:pt x="5579509" y="1962228"/>
                </a:moveTo>
                <a:lnTo>
                  <a:pt x="5646651" y="1962228"/>
                </a:lnTo>
                <a:lnTo>
                  <a:pt x="5646651" y="1945443"/>
                </a:lnTo>
                <a:lnTo>
                  <a:pt x="5579509" y="1945443"/>
                </a:lnTo>
                <a:lnTo>
                  <a:pt x="5579509" y="1962228"/>
                </a:lnTo>
                <a:close/>
                <a:moveTo>
                  <a:pt x="7644129" y="1962228"/>
                </a:moveTo>
                <a:lnTo>
                  <a:pt x="7644129" y="1945443"/>
                </a:lnTo>
                <a:lnTo>
                  <a:pt x="7576987" y="1945443"/>
                </a:lnTo>
                <a:lnTo>
                  <a:pt x="7576987" y="1962228"/>
                </a:lnTo>
                <a:lnTo>
                  <a:pt x="7644129" y="1962228"/>
                </a:lnTo>
                <a:close/>
                <a:moveTo>
                  <a:pt x="8167837" y="0"/>
                </a:moveTo>
                <a:lnTo>
                  <a:pt x="8167837" y="16786"/>
                </a:lnTo>
                <a:lnTo>
                  <a:pt x="8234979" y="16786"/>
                </a:lnTo>
                <a:lnTo>
                  <a:pt x="8234979" y="0"/>
                </a:lnTo>
                <a:lnTo>
                  <a:pt x="8167837" y="0"/>
                </a:lnTo>
                <a:close/>
                <a:moveTo>
                  <a:pt x="7647486" y="0"/>
                </a:moveTo>
                <a:lnTo>
                  <a:pt x="7580344" y="0"/>
                </a:lnTo>
                <a:lnTo>
                  <a:pt x="7580344" y="16786"/>
                </a:lnTo>
                <a:lnTo>
                  <a:pt x="7647486" y="16786"/>
                </a:lnTo>
                <a:lnTo>
                  <a:pt x="7647486" y="0"/>
                </a:lnTo>
                <a:close/>
                <a:moveTo>
                  <a:pt x="7697842" y="0"/>
                </a:moveTo>
                <a:lnTo>
                  <a:pt x="7697842" y="16786"/>
                </a:lnTo>
                <a:lnTo>
                  <a:pt x="7764985" y="16786"/>
                </a:lnTo>
                <a:lnTo>
                  <a:pt x="7764985" y="0"/>
                </a:lnTo>
                <a:lnTo>
                  <a:pt x="7697842" y="0"/>
                </a:lnTo>
                <a:close/>
                <a:moveTo>
                  <a:pt x="8520333" y="0"/>
                </a:moveTo>
                <a:lnTo>
                  <a:pt x="8520333" y="16786"/>
                </a:lnTo>
                <a:lnTo>
                  <a:pt x="8587475" y="16786"/>
                </a:lnTo>
                <a:lnTo>
                  <a:pt x="8587475" y="0"/>
                </a:lnTo>
                <a:lnTo>
                  <a:pt x="8520333" y="0"/>
                </a:lnTo>
                <a:close/>
                <a:moveTo>
                  <a:pt x="7882483" y="0"/>
                </a:moveTo>
                <a:lnTo>
                  <a:pt x="7815341" y="0"/>
                </a:lnTo>
                <a:lnTo>
                  <a:pt x="7815341" y="16786"/>
                </a:lnTo>
                <a:lnTo>
                  <a:pt x="7882483" y="16786"/>
                </a:lnTo>
                <a:lnTo>
                  <a:pt x="7882483" y="0"/>
                </a:lnTo>
                <a:close/>
                <a:moveTo>
                  <a:pt x="8402835" y="0"/>
                </a:moveTo>
                <a:lnTo>
                  <a:pt x="8402835" y="16786"/>
                </a:lnTo>
                <a:lnTo>
                  <a:pt x="8469977" y="16786"/>
                </a:lnTo>
                <a:lnTo>
                  <a:pt x="8469977" y="0"/>
                </a:lnTo>
                <a:lnTo>
                  <a:pt x="8402835" y="0"/>
                </a:lnTo>
                <a:close/>
                <a:moveTo>
                  <a:pt x="7932840" y="0"/>
                </a:moveTo>
                <a:lnTo>
                  <a:pt x="7932840" y="16786"/>
                </a:lnTo>
                <a:lnTo>
                  <a:pt x="7999982" y="16786"/>
                </a:lnTo>
                <a:lnTo>
                  <a:pt x="7999982" y="0"/>
                </a:lnTo>
                <a:lnTo>
                  <a:pt x="7932840" y="0"/>
                </a:lnTo>
                <a:close/>
                <a:moveTo>
                  <a:pt x="8352478" y="0"/>
                </a:moveTo>
                <a:lnTo>
                  <a:pt x="8285336" y="0"/>
                </a:lnTo>
                <a:lnTo>
                  <a:pt x="8285336" y="16786"/>
                </a:lnTo>
                <a:lnTo>
                  <a:pt x="8352478" y="16786"/>
                </a:lnTo>
                <a:lnTo>
                  <a:pt x="8352478" y="0"/>
                </a:lnTo>
                <a:close/>
                <a:moveTo>
                  <a:pt x="8050339" y="0"/>
                </a:moveTo>
                <a:lnTo>
                  <a:pt x="8050339" y="16786"/>
                </a:lnTo>
                <a:lnTo>
                  <a:pt x="8117481" y="16786"/>
                </a:lnTo>
                <a:lnTo>
                  <a:pt x="8117481" y="0"/>
                </a:lnTo>
                <a:lnTo>
                  <a:pt x="8050339" y="0"/>
                </a:lnTo>
                <a:close/>
                <a:moveTo>
                  <a:pt x="8645385" y="9232"/>
                </a:moveTo>
                <a:lnTo>
                  <a:pt x="8628600" y="9232"/>
                </a:lnTo>
                <a:lnTo>
                  <a:pt x="8628600" y="76374"/>
                </a:lnTo>
                <a:lnTo>
                  <a:pt x="8645385" y="76374"/>
                </a:lnTo>
                <a:lnTo>
                  <a:pt x="8645385" y="9232"/>
                </a:lnTo>
                <a:close/>
                <a:moveTo>
                  <a:pt x="8645385" y="193873"/>
                </a:moveTo>
                <a:lnTo>
                  <a:pt x="8645385" y="126731"/>
                </a:lnTo>
                <a:lnTo>
                  <a:pt x="8628600" y="126731"/>
                </a:lnTo>
                <a:lnTo>
                  <a:pt x="8628600" y="193873"/>
                </a:lnTo>
                <a:lnTo>
                  <a:pt x="8645385" y="193873"/>
                </a:lnTo>
                <a:close/>
                <a:moveTo>
                  <a:pt x="8645385" y="244229"/>
                </a:moveTo>
                <a:lnTo>
                  <a:pt x="8628600" y="244229"/>
                </a:lnTo>
                <a:lnTo>
                  <a:pt x="8628600" y="311372"/>
                </a:lnTo>
                <a:lnTo>
                  <a:pt x="8645385" y="311372"/>
                </a:lnTo>
                <a:lnTo>
                  <a:pt x="8645385" y="244229"/>
                </a:lnTo>
                <a:close/>
                <a:moveTo>
                  <a:pt x="8645385" y="361728"/>
                </a:moveTo>
                <a:lnTo>
                  <a:pt x="8628600" y="361728"/>
                </a:lnTo>
                <a:lnTo>
                  <a:pt x="8628600" y="428870"/>
                </a:lnTo>
                <a:lnTo>
                  <a:pt x="8645385" y="428870"/>
                </a:lnTo>
                <a:lnTo>
                  <a:pt x="8645385" y="361728"/>
                </a:lnTo>
                <a:close/>
                <a:moveTo>
                  <a:pt x="8645385" y="546369"/>
                </a:moveTo>
                <a:lnTo>
                  <a:pt x="8645385" y="479227"/>
                </a:lnTo>
                <a:lnTo>
                  <a:pt x="8628600" y="479227"/>
                </a:lnTo>
                <a:lnTo>
                  <a:pt x="8628600" y="546369"/>
                </a:lnTo>
                <a:lnTo>
                  <a:pt x="8645385" y="546369"/>
                </a:lnTo>
                <a:close/>
                <a:moveTo>
                  <a:pt x="8645385" y="663868"/>
                </a:moveTo>
                <a:lnTo>
                  <a:pt x="8645385" y="596725"/>
                </a:lnTo>
                <a:lnTo>
                  <a:pt x="8628600" y="596725"/>
                </a:lnTo>
                <a:lnTo>
                  <a:pt x="8628600" y="663868"/>
                </a:lnTo>
                <a:lnTo>
                  <a:pt x="8645385" y="663868"/>
                </a:lnTo>
                <a:close/>
                <a:moveTo>
                  <a:pt x="8645385" y="781366"/>
                </a:moveTo>
                <a:lnTo>
                  <a:pt x="8645385" y="714224"/>
                </a:lnTo>
                <a:lnTo>
                  <a:pt x="8628600" y="714224"/>
                </a:lnTo>
                <a:lnTo>
                  <a:pt x="8628600" y="781366"/>
                </a:lnTo>
                <a:lnTo>
                  <a:pt x="8645385" y="781366"/>
                </a:lnTo>
                <a:close/>
                <a:moveTo>
                  <a:pt x="8645385" y="831723"/>
                </a:moveTo>
                <a:lnTo>
                  <a:pt x="8628600" y="831723"/>
                </a:lnTo>
                <a:lnTo>
                  <a:pt x="8628600" y="898865"/>
                </a:lnTo>
                <a:lnTo>
                  <a:pt x="8645385" y="898865"/>
                </a:lnTo>
                <a:lnTo>
                  <a:pt x="8645385" y="831723"/>
                </a:lnTo>
                <a:close/>
                <a:moveTo>
                  <a:pt x="8645385" y="949222"/>
                </a:moveTo>
                <a:lnTo>
                  <a:pt x="8628600" y="949222"/>
                </a:lnTo>
                <a:lnTo>
                  <a:pt x="8628600" y="1016364"/>
                </a:lnTo>
                <a:lnTo>
                  <a:pt x="8645385" y="1016364"/>
                </a:lnTo>
                <a:lnTo>
                  <a:pt x="8645385" y="949222"/>
                </a:lnTo>
                <a:close/>
                <a:moveTo>
                  <a:pt x="8645385" y="1133862"/>
                </a:moveTo>
                <a:lnTo>
                  <a:pt x="8645385" y="1066720"/>
                </a:lnTo>
                <a:lnTo>
                  <a:pt x="8628600" y="1066720"/>
                </a:lnTo>
                <a:lnTo>
                  <a:pt x="8628600" y="1133862"/>
                </a:lnTo>
                <a:lnTo>
                  <a:pt x="8645385" y="1133862"/>
                </a:lnTo>
                <a:close/>
                <a:moveTo>
                  <a:pt x="8645385" y="1184219"/>
                </a:moveTo>
                <a:lnTo>
                  <a:pt x="8628600" y="1184219"/>
                </a:lnTo>
                <a:lnTo>
                  <a:pt x="8628600" y="1251361"/>
                </a:lnTo>
                <a:lnTo>
                  <a:pt x="8645385" y="1251361"/>
                </a:lnTo>
                <a:lnTo>
                  <a:pt x="8645385" y="1184219"/>
                </a:lnTo>
                <a:close/>
                <a:moveTo>
                  <a:pt x="8645385" y="1301718"/>
                </a:moveTo>
                <a:lnTo>
                  <a:pt x="8628600" y="1301718"/>
                </a:lnTo>
                <a:lnTo>
                  <a:pt x="8628600" y="1368860"/>
                </a:lnTo>
                <a:lnTo>
                  <a:pt x="8645385" y="1368860"/>
                </a:lnTo>
                <a:lnTo>
                  <a:pt x="8645385" y="1301718"/>
                </a:lnTo>
                <a:close/>
                <a:moveTo>
                  <a:pt x="8645385" y="1486358"/>
                </a:moveTo>
                <a:lnTo>
                  <a:pt x="8645385" y="1419216"/>
                </a:lnTo>
                <a:lnTo>
                  <a:pt x="8628600" y="1419216"/>
                </a:lnTo>
                <a:lnTo>
                  <a:pt x="8628600" y="1486358"/>
                </a:lnTo>
                <a:lnTo>
                  <a:pt x="8645385" y="1486358"/>
                </a:lnTo>
                <a:close/>
                <a:moveTo>
                  <a:pt x="8645385" y="1536715"/>
                </a:moveTo>
                <a:lnTo>
                  <a:pt x="8628600" y="1536715"/>
                </a:lnTo>
                <a:lnTo>
                  <a:pt x="8628600" y="1603857"/>
                </a:lnTo>
                <a:lnTo>
                  <a:pt x="8645385" y="1603857"/>
                </a:lnTo>
                <a:lnTo>
                  <a:pt x="8645385" y="1536715"/>
                </a:lnTo>
                <a:close/>
                <a:moveTo>
                  <a:pt x="8645385" y="1654214"/>
                </a:moveTo>
                <a:lnTo>
                  <a:pt x="8628600" y="1654214"/>
                </a:lnTo>
                <a:lnTo>
                  <a:pt x="8628600" y="1721356"/>
                </a:lnTo>
                <a:lnTo>
                  <a:pt x="8645385" y="1721356"/>
                </a:lnTo>
                <a:lnTo>
                  <a:pt x="8645385" y="1654214"/>
                </a:lnTo>
                <a:close/>
                <a:moveTo>
                  <a:pt x="8645385" y="1838854"/>
                </a:moveTo>
                <a:lnTo>
                  <a:pt x="8645385" y="1771712"/>
                </a:lnTo>
                <a:lnTo>
                  <a:pt x="8628600" y="1771712"/>
                </a:lnTo>
                <a:lnTo>
                  <a:pt x="8628600" y="1838854"/>
                </a:lnTo>
                <a:lnTo>
                  <a:pt x="8645385" y="1838854"/>
                </a:lnTo>
                <a:close/>
                <a:moveTo>
                  <a:pt x="8634475" y="1962228"/>
                </a:moveTo>
                <a:lnTo>
                  <a:pt x="8645385" y="1962228"/>
                </a:lnTo>
                <a:lnTo>
                  <a:pt x="8645385" y="1889211"/>
                </a:lnTo>
                <a:lnTo>
                  <a:pt x="8628600" y="1889211"/>
                </a:lnTo>
                <a:lnTo>
                  <a:pt x="8628600" y="1945443"/>
                </a:lnTo>
                <a:lnTo>
                  <a:pt x="8628600" y="1953835"/>
                </a:lnTo>
                <a:lnTo>
                  <a:pt x="8634475" y="1947960"/>
                </a:lnTo>
                <a:lnTo>
                  <a:pt x="8634475" y="1962228"/>
                </a:lnTo>
                <a:close/>
                <a:moveTo>
                  <a:pt x="7761627" y="1962228"/>
                </a:moveTo>
                <a:lnTo>
                  <a:pt x="7761627" y="1945443"/>
                </a:lnTo>
                <a:lnTo>
                  <a:pt x="7694485" y="1945443"/>
                </a:lnTo>
                <a:lnTo>
                  <a:pt x="7694485" y="1962228"/>
                </a:lnTo>
                <a:lnTo>
                  <a:pt x="7761627" y="1962228"/>
                </a:lnTo>
                <a:close/>
                <a:moveTo>
                  <a:pt x="7879126" y="1962228"/>
                </a:moveTo>
                <a:lnTo>
                  <a:pt x="7879126" y="1945443"/>
                </a:lnTo>
                <a:lnTo>
                  <a:pt x="7811984" y="1945443"/>
                </a:lnTo>
                <a:lnTo>
                  <a:pt x="7811984" y="1962228"/>
                </a:lnTo>
                <a:lnTo>
                  <a:pt x="7879126" y="1962228"/>
                </a:lnTo>
                <a:close/>
                <a:moveTo>
                  <a:pt x="8516976" y="1962228"/>
                </a:moveTo>
                <a:lnTo>
                  <a:pt x="8584118" y="1962228"/>
                </a:lnTo>
                <a:lnTo>
                  <a:pt x="8584118" y="1945443"/>
                </a:lnTo>
                <a:lnTo>
                  <a:pt x="8516976" y="1945443"/>
                </a:lnTo>
                <a:lnTo>
                  <a:pt x="8516976" y="1962228"/>
                </a:lnTo>
                <a:close/>
                <a:moveTo>
                  <a:pt x="7996625" y="1962228"/>
                </a:moveTo>
                <a:lnTo>
                  <a:pt x="7996625" y="1945443"/>
                </a:lnTo>
                <a:lnTo>
                  <a:pt x="7929483" y="1945443"/>
                </a:lnTo>
                <a:lnTo>
                  <a:pt x="7929483" y="1962228"/>
                </a:lnTo>
                <a:lnTo>
                  <a:pt x="7996625" y="1962228"/>
                </a:lnTo>
                <a:close/>
                <a:moveTo>
                  <a:pt x="8466620" y="1962228"/>
                </a:moveTo>
                <a:lnTo>
                  <a:pt x="8466620" y="1945443"/>
                </a:lnTo>
                <a:lnTo>
                  <a:pt x="8399477" y="1945443"/>
                </a:lnTo>
                <a:lnTo>
                  <a:pt x="8399477" y="1962228"/>
                </a:lnTo>
                <a:lnTo>
                  <a:pt x="8466620" y="1962228"/>
                </a:lnTo>
                <a:close/>
                <a:moveTo>
                  <a:pt x="8046981" y="1962228"/>
                </a:moveTo>
                <a:lnTo>
                  <a:pt x="8114124" y="1962228"/>
                </a:lnTo>
                <a:lnTo>
                  <a:pt x="8114124" y="1945443"/>
                </a:lnTo>
                <a:lnTo>
                  <a:pt x="8046981" y="1945443"/>
                </a:lnTo>
                <a:lnTo>
                  <a:pt x="8046981" y="1962228"/>
                </a:lnTo>
                <a:close/>
                <a:moveTo>
                  <a:pt x="8349121" y="1962228"/>
                </a:moveTo>
                <a:lnTo>
                  <a:pt x="8349121" y="1945443"/>
                </a:lnTo>
                <a:lnTo>
                  <a:pt x="8281979" y="1945443"/>
                </a:lnTo>
                <a:lnTo>
                  <a:pt x="8281979" y="1962228"/>
                </a:lnTo>
                <a:lnTo>
                  <a:pt x="8349121" y="1962228"/>
                </a:lnTo>
                <a:close/>
                <a:moveTo>
                  <a:pt x="8231622" y="1962228"/>
                </a:moveTo>
                <a:lnTo>
                  <a:pt x="8231622" y="1945443"/>
                </a:lnTo>
                <a:lnTo>
                  <a:pt x="8164480" y="1945443"/>
                </a:lnTo>
                <a:lnTo>
                  <a:pt x="8164480" y="1962228"/>
                </a:lnTo>
                <a:lnTo>
                  <a:pt x="8231622" y="1962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300fa7fc47c2"/>
          <a:stretch xmlns:a="http://schemas.openxmlformats.org/drawingml/2006/main"/>
        </p:blipFill>
        <p:spPr>
          <a:xfrm xmlns:a="http://schemas.openxmlformats.org/drawingml/2006/main">
            <a:off x="1651575" y="1804591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419f2559a4927"/>
          <a:stretch xmlns:a="http://schemas.openxmlformats.org/drawingml/2006/main"/>
        </p:blipFill>
        <p:spPr>
          <a:xfrm xmlns:a="http://schemas.openxmlformats.org/drawingml/2006/main">
            <a:off x="5891599" y="293893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a2605f842481a"/>
          <a:stretch xmlns:a="http://schemas.openxmlformats.org/drawingml/2006/main"/>
        </p:blipFill>
        <p:spPr>
          <a:xfrm xmlns:a="http://schemas.openxmlformats.org/drawingml/2006/main">
            <a:off x="7035700" y="1258725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ee80a0cc64130"/>
          <a:stretch xmlns:a="http://schemas.openxmlformats.org/drawingml/2006/main"/>
        </p:blipFill>
        <p:spPr>
          <a:xfrm xmlns:a="http://schemas.openxmlformats.org/drawingml/2006/main">
            <a:off x="10119537" y="1667621"/>
            <a:ext cx="294082" cy="294082"/>
          </a:xfrm>
          <a:prstGeom xmlns:a="http://schemas.openxmlformats.org/drawingml/2006/main" prst="rect">
            <a:avLst/>
          </a:prstGeom>
        </p:spPr>
      </p:pic>
      <p:sp>
        <p:nvSpPr>
          <p:cNvPr id="96" name="Text (1)">
            <a:extLst xmlns:a="http://schemas.openxmlformats.org/drawingml/2006/main">
              <a:ext uri="{FF2B5EF4-FFF2-40B4-BE49-F238E27FC236}">
                <a16:creationId xmlns:a16="http://schemas.microsoft.com/office/drawing/2014/main" id="{3EDDB01D-51F1-446A-B36A-F923E57A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47" y="2061432"/>
            <a:ext cx="182076" cy="151684"/>
          </a:xfrm>
          <a:custGeom xmlns:a="http://schemas.openxmlformats.org/drawingml/2006/main">
            <a:pathLst>
              <a:path w="182076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68953" y="16229"/>
                </a:moveTo>
                <a:lnTo>
                  <a:pt x="95865" y="3099"/>
                </a:lnTo>
                <a:lnTo>
                  <a:pt x="98556" y="3099"/>
                </a:lnTo>
                <a:lnTo>
                  <a:pt x="98556" y="96475"/>
                </a:lnTo>
                <a:cubicBezTo>
                  <a:pt x="98556" y="102672"/>
                  <a:pt x="98815" y="106532"/>
                  <a:pt x="99331" y="108055"/>
                </a:cubicBezTo>
                <a:cubicBezTo>
                  <a:pt x="99848" y="109577"/>
                  <a:pt x="100921" y="110746"/>
                  <a:pt x="102552" y="111561"/>
                </a:cubicBezTo>
                <a:cubicBezTo>
                  <a:pt x="104183" y="112377"/>
                  <a:pt x="107500" y="112839"/>
                  <a:pt x="112502" y="112948"/>
                </a:cubicBezTo>
                <a:lnTo>
                  <a:pt x="112502" y="115965"/>
                </a:lnTo>
                <a:lnTo>
                  <a:pt x="70911" y="115965"/>
                </a:lnTo>
                <a:lnTo>
                  <a:pt x="70911" y="112948"/>
                </a:lnTo>
                <a:cubicBezTo>
                  <a:pt x="76130" y="112839"/>
                  <a:pt x="79501" y="112391"/>
                  <a:pt x="81023" y="111602"/>
                </a:cubicBezTo>
                <a:cubicBezTo>
                  <a:pt x="82545" y="110814"/>
                  <a:pt x="83605" y="109754"/>
                  <a:pt x="84203" y="108422"/>
                </a:cubicBezTo>
                <a:cubicBezTo>
                  <a:pt x="84801" y="107090"/>
                  <a:pt x="85100" y="103107"/>
                  <a:pt x="85100" y="96475"/>
                </a:cubicBezTo>
                <a:lnTo>
                  <a:pt x="85100" y="36779"/>
                </a:lnTo>
                <a:cubicBezTo>
                  <a:pt x="85100" y="28733"/>
                  <a:pt x="84829" y="23568"/>
                  <a:pt x="84285" y="21285"/>
                </a:cubicBezTo>
                <a:cubicBezTo>
                  <a:pt x="83904" y="19545"/>
                  <a:pt x="83211" y="18267"/>
                  <a:pt x="82205" y="17452"/>
                </a:cubicBezTo>
                <a:cubicBezTo>
                  <a:pt x="81200" y="16636"/>
                  <a:pt x="79990" y="16229"/>
                  <a:pt x="78576" y="16229"/>
                </a:cubicBezTo>
                <a:cubicBezTo>
                  <a:pt x="76565" y="16229"/>
                  <a:pt x="73765" y="17071"/>
                  <a:pt x="70177" y="18757"/>
                </a:cubicBezTo>
                <a:lnTo>
                  <a:pt x="68953" y="16229"/>
                </a:ln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1" y="8889"/>
                  <a:pt x="157693" y="14434"/>
                </a:cubicBezTo>
                <a:cubicBezTo>
                  <a:pt x="165467" y="22372"/>
                  <a:pt x="171475" y="31682"/>
                  <a:pt x="175715" y="42366"/>
                </a:cubicBezTo>
                <a:cubicBezTo>
                  <a:pt x="179956" y="53049"/>
                  <a:pt x="182076" y="64180"/>
                  <a:pt x="182076" y="75761"/>
                </a:cubicBezTo>
                <a:cubicBezTo>
                  <a:pt x="182076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6" y="127070"/>
                  <a:pt x="161104" y="118942"/>
                  <a:pt x="163197" y="109074"/>
                </a:cubicBezTo>
                <a:cubicBezTo>
                  <a:pt x="165290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5" y="19599"/>
                  <a:pt x="150435" y="15413"/>
                </a:cubicBezTo>
                <a:cubicBezTo>
                  <a:pt x="147064" y="11227"/>
                  <a:pt x="142606" y="7231"/>
                  <a:pt x="137060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(2)">
            <a:extLst xmlns:a="http://schemas.openxmlformats.org/drawingml/2006/main">
              <a:ext uri="{FF2B5EF4-FFF2-40B4-BE49-F238E27FC236}">
                <a16:creationId xmlns:a16="http://schemas.microsoft.com/office/drawing/2014/main" id="{848DD1F6-B976-4BC4-B3B2-2516A9A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062" y="2061432"/>
            <a:ext cx="182076" cy="151684"/>
          </a:xfrm>
          <a:custGeom xmlns:a="http://schemas.openxmlformats.org/drawingml/2006/main">
            <a:pathLst>
              <a:path w="182076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5957" y="94599"/>
                </a:moveTo>
                <a:lnTo>
                  <a:pt x="118210" y="115965"/>
                </a:lnTo>
                <a:lnTo>
                  <a:pt x="52969" y="115965"/>
                </a:lnTo>
                <a:lnTo>
                  <a:pt x="52969" y="112943"/>
                </a:lnTo>
                <a:cubicBezTo>
                  <a:pt x="72161" y="95408"/>
                  <a:pt x="85671" y="81086"/>
                  <a:pt x="93500" y="69978"/>
                </a:cubicBezTo>
                <a:cubicBezTo>
                  <a:pt x="101329" y="58869"/>
                  <a:pt x="105243" y="48712"/>
                  <a:pt x="105243" y="39509"/>
                </a:cubicBezTo>
                <a:cubicBezTo>
                  <a:pt x="105243" y="32485"/>
                  <a:pt x="103096" y="26714"/>
                  <a:pt x="98801" y="22195"/>
                </a:cubicBezTo>
                <a:cubicBezTo>
                  <a:pt x="94506" y="17674"/>
                  <a:pt x="89368" y="15413"/>
                  <a:pt x="83388" y="15413"/>
                </a:cubicBezTo>
                <a:cubicBezTo>
                  <a:pt x="77951" y="15413"/>
                  <a:pt x="73072" y="17010"/>
                  <a:pt x="68749" y="20204"/>
                </a:cubicBezTo>
                <a:cubicBezTo>
                  <a:pt x="64427" y="23398"/>
                  <a:pt x="61233" y="28081"/>
                  <a:pt x="59167" y="34251"/>
                </a:cubicBezTo>
                <a:lnTo>
                  <a:pt x="56150" y="34251"/>
                </a:lnTo>
                <a:cubicBezTo>
                  <a:pt x="57509" y="24219"/>
                  <a:pt x="61002" y="16519"/>
                  <a:pt x="66629" y="11152"/>
                </a:cubicBezTo>
                <a:cubicBezTo>
                  <a:pt x="72256" y="5783"/>
                  <a:pt x="79283" y="3099"/>
                  <a:pt x="87710" y="3099"/>
                </a:cubicBezTo>
                <a:cubicBezTo>
                  <a:pt x="96680" y="3099"/>
                  <a:pt x="104170" y="5980"/>
                  <a:pt x="110177" y="11743"/>
                </a:cubicBezTo>
                <a:cubicBezTo>
                  <a:pt x="116185" y="17506"/>
                  <a:pt x="119189" y="24302"/>
                  <a:pt x="119189" y="32131"/>
                </a:cubicBezTo>
                <a:cubicBezTo>
                  <a:pt x="119189" y="37731"/>
                  <a:pt x="117884" y="43331"/>
                  <a:pt x="115274" y="48930"/>
                </a:cubicBezTo>
                <a:cubicBezTo>
                  <a:pt x="111251" y="57738"/>
                  <a:pt x="104727" y="67062"/>
                  <a:pt x="95702" y="76902"/>
                </a:cubicBezTo>
                <a:cubicBezTo>
                  <a:pt x="82164" y="91690"/>
                  <a:pt x="73710" y="100606"/>
                  <a:pt x="70340" y="103651"/>
                </a:cubicBezTo>
                <a:lnTo>
                  <a:pt x="99209" y="103651"/>
                </a:lnTo>
                <a:cubicBezTo>
                  <a:pt x="105080" y="103651"/>
                  <a:pt x="109199" y="103432"/>
                  <a:pt x="111564" y="102994"/>
                </a:cubicBezTo>
                <a:cubicBezTo>
                  <a:pt x="113928" y="102553"/>
                  <a:pt x="116062" y="101662"/>
                  <a:pt x="117965" y="100318"/>
                </a:cubicBezTo>
                <a:cubicBezTo>
                  <a:pt x="119868" y="98974"/>
                  <a:pt x="121526" y="97068"/>
                  <a:pt x="122940" y="94599"/>
                </a:cubicBezTo>
                <a:lnTo>
                  <a:pt x="125957" y="94599"/>
                </a:ln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2" y="8889"/>
                  <a:pt x="157693" y="14434"/>
                </a:cubicBezTo>
                <a:cubicBezTo>
                  <a:pt x="165467" y="22372"/>
                  <a:pt x="171475" y="31682"/>
                  <a:pt x="175715" y="42366"/>
                </a:cubicBezTo>
                <a:cubicBezTo>
                  <a:pt x="179956" y="53049"/>
                  <a:pt x="182076" y="64180"/>
                  <a:pt x="182076" y="75761"/>
                </a:cubicBezTo>
                <a:cubicBezTo>
                  <a:pt x="182076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7" y="127070"/>
                  <a:pt x="161104" y="118942"/>
                  <a:pt x="163197" y="109074"/>
                </a:cubicBezTo>
                <a:cubicBezTo>
                  <a:pt x="165290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5" y="19599"/>
                  <a:pt x="150435" y="15413"/>
                </a:cubicBezTo>
                <a:cubicBezTo>
                  <a:pt x="147064" y="11227"/>
                  <a:pt x="142606" y="7231"/>
                  <a:pt x="137060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(3)">
            <a:extLst xmlns:a="http://schemas.openxmlformats.org/drawingml/2006/main">
              <a:ext uri="{FF2B5EF4-FFF2-40B4-BE49-F238E27FC236}">
                <a16:creationId xmlns:a16="http://schemas.microsoft.com/office/drawing/2014/main" id="{23E94886-52AF-414C-81A0-742D28F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412" y="2061432"/>
            <a:ext cx="182077" cy="151684"/>
          </a:xfrm>
          <a:custGeom xmlns:a="http://schemas.openxmlformats.org/drawingml/2006/main">
            <a:pathLst>
              <a:path w="182077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57863" y="26341"/>
                </a:moveTo>
                <a:cubicBezTo>
                  <a:pt x="61016" y="18893"/>
                  <a:pt x="64998" y="13157"/>
                  <a:pt x="69810" y="9134"/>
                </a:cubicBezTo>
                <a:cubicBezTo>
                  <a:pt x="74621" y="5111"/>
                  <a:pt x="80615" y="3099"/>
                  <a:pt x="87792" y="3099"/>
                </a:cubicBezTo>
                <a:cubicBezTo>
                  <a:pt x="96654" y="3099"/>
                  <a:pt x="103449" y="5976"/>
                  <a:pt x="108179" y="11731"/>
                </a:cubicBezTo>
                <a:cubicBezTo>
                  <a:pt x="111768" y="16020"/>
                  <a:pt x="113562" y="20609"/>
                  <a:pt x="113562" y="25495"/>
                </a:cubicBezTo>
                <a:cubicBezTo>
                  <a:pt x="113562" y="33529"/>
                  <a:pt x="108506" y="41836"/>
                  <a:pt x="98393" y="50414"/>
                </a:cubicBezTo>
                <a:cubicBezTo>
                  <a:pt x="105189" y="53081"/>
                  <a:pt x="110327" y="56891"/>
                  <a:pt x="113806" y="61844"/>
                </a:cubicBezTo>
                <a:cubicBezTo>
                  <a:pt x="117286" y="66794"/>
                  <a:pt x="119026" y="72617"/>
                  <a:pt x="119026" y="79311"/>
                </a:cubicBezTo>
                <a:cubicBezTo>
                  <a:pt x="119026" y="88889"/>
                  <a:pt x="115981" y="97189"/>
                  <a:pt x="109892" y="104209"/>
                </a:cubicBezTo>
                <a:cubicBezTo>
                  <a:pt x="101954" y="113351"/>
                  <a:pt x="90456" y="117922"/>
                  <a:pt x="75396" y="117922"/>
                </a:cubicBezTo>
                <a:cubicBezTo>
                  <a:pt x="67948" y="117922"/>
                  <a:pt x="62878" y="116998"/>
                  <a:pt x="60187" y="115150"/>
                </a:cubicBezTo>
                <a:cubicBezTo>
                  <a:pt x="57496" y="113301"/>
                  <a:pt x="56150" y="111317"/>
                  <a:pt x="56150" y="109196"/>
                </a:cubicBezTo>
                <a:cubicBezTo>
                  <a:pt x="56150" y="107620"/>
                  <a:pt x="56789" y="106233"/>
                  <a:pt x="58066" y="105037"/>
                </a:cubicBezTo>
                <a:cubicBezTo>
                  <a:pt x="59344" y="103841"/>
                  <a:pt x="60880" y="103243"/>
                  <a:pt x="62674" y="103243"/>
                </a:cubicBezTo>
                <a:cubicBezTo>
                  <a:pt x="64033" y="103243"/>
                  <a:pt x="65420" y="103461"/>
                  <a:pt x="66833" y="103896"/>
                </a:cubicBezTo>
                <a:cubicBezTo>
                  <a:pt x="67757" y="104168"/>
                  <a:pt x="69851" y="105160"/>
                  <a:pt x="73113" y="106872"/>
                </a:cubicBezTo>
                <a:cubicBezTo>
                  <a:pt x="76375" y="108585"/>
                  <a:pt x="78631" y="109604"/>
                  <a:pt x="79881" y="109930"/>
                </a:cubicBezTo>
                <a:cubicBezTo>
                  <a:pt x="81893" y="110528"/>
                  <a:pt x="84040" y="110828"/>
                  <a:pt x="86324" y="110828"/>
                </a:cubicBezTo>
                <a:cubicBezTo>
                  <a:pt x="91869" y="110828"/>
                  <a:pt x="96694" y="108677"/>
                  <a:pt x="100799" y="104375"/>
                </a:cubicBezTo>
                <a:cubicBezTo>
                  <a:pt x="104904" y="100073"/>
                  <a:pt x="106956" y="94981"/>
                  <a:pt x="106956" y="89099"/>
                </a:cubicBezTo>
                <a:cubicBezTo>
                  <a:pt x="106956" y="84798"/>
                  <a:pt x="106005" y="80604"/>
                  <a:pt x="104102" y="76520"/>
                </a:cubicBezTo>
                <a:cubicBezTo>
                  <a:pt x="102688" y="73470"/>
                  <a:pt x="101139" y="71156"/>
                  <a:pt x="99454" y="69578"/>
                </a:cubicBezTo>
                <a:cubicBezTo>
                  <a:pt x="97116" y="67398"/>
                  <a:pt x="93908" y="65424"/>
                  <a:pt x="89831" y="63655"/>
                </a:cubicBezTo>
                <a:cubicBezTo>
                  <a:pt x="85753" y="61885"/>
                  <a:pt x="81594" y="61000"/>
                  <a:pt x="77353" y="61000"/>
                </a:cubicBezTo>
                <a:lnTo>
                  <a:pt x="74744" y="61000"/>
                </a:lnTo>
                <a:lnTo>
                  <a:pt x="74744" y="58553"/>
                </a:lnTo>
                <a:cubicBezTo>
                  <a:pt x="79039" y="58010"/>
                  <a:pt x="83347" y="56460"/>
                  <a:pt x="87669" y="53905"/>
                </a:cubicBezTo>
                <a:cubicBezTo>
                  <a:pt x="91992" y="51350"/>
                  <a:pt x="95131" y="48278"/>
                  <a:pt x="97089" y="44690"/>
                </a:cubicBezTo>
                <a:cubicBezTo>
                  <a:pt x="99046" y="41102"/>
                  <a:pt x="100024" y="37160"/>
                  <a:pt x="100024" y="32865"/>
                </a:cubicBezTo>
                <a:cubicBezTo>
                  <a:pt x="100024" y="27265"/>
                  <a:pt x="98271" y="22739"/>
                  <a:pt x="94764" y="19287"/>
                </a:cubicBezTo>
                <a:cubicBezTo>
                  <a:pt x="91258" y="15834"/>
                  <a:pt x="86895" y="14108"/>
                  <a:pt x="81675" y="14108"/>
                </a:cubicBezTo>
                <a:cubicBezTo>
                  <a:pt x="73249" y="14108"/>
                  <a:pt x="66208" y="18621"/>
                  <a:pt x="60554" y="27646"/>
                </a:cubicBezTo>
                <a:lnTo>
                  <a:pt x="57863" y="26341"/>
                </a:lnTo>
                <a:close/>
                <a:moveTo>
                  <a:pt x="137061" y="3425"/>
                </a:moveTo>
                <a:lnTo>
                  <a:pt x="137061" y="0"/>
                </a:lnTo>
                <a:cubicBezTo>
                  <a:pt x="145324" y="4078"/>
                  <a:pt x="152202" y="8889"/>
                  <a:pt x="157693" y="14434"/>
                </a:cubicBezTo>
                <a:cubicBezTo>
                  <a:pt x="165467" y="22372"/>
                  <a:pt x="171475" y="31682"/>
                  <a:pt x="175716" y="42366"/>
                </a:cubicBezTo>
                <a:cubicBezTo>
                  <a:pt x="179956" y="53049"/>
                  <a:pt x="182077" y="64180"/>
                  <a:pt x="182077" y="75761"/>
                </a:cubicBezTo>
                <a:cubicBezTo>
                  <a:pt x="182077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1" y="151684"/>
                </a:cubicBezTo>
                <a:lnTo>
                  <a:pt x="137061" y="148667"/>
                </a:lnTo>
                <a:cubicBezTo>
                  <a:pt x="143748" y="144916"/>
                  <a:pt x="149252" y="139846"/>
                  <a:pt x="153575" y="133458"/>
                </a:cubicBezTo>
                <a:cubicBezTo>
                  <a:pt x="157897" y="127070"/>
                  <a:pt x="161104" y="118942"/>
                  <a:pt x="163198" y="109074"/>
                </a:cubicBezTo>
                <a:cubicBezTo>
                  <a:pt x="165291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6" y="19599"/>
                  <a:pt x="150435" y="15413"/>
                </a:cubicBezTo>
                <a:cubicBezTo>
                  <a:pt x="147064" y="11227"/>
                  <a:pt x="142606" y="7231"/>
                  <a:pt x="137061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(4)">
            <a:extLst xmlns:a="http://schemas.openxmlformats.org/drawingml/2006/main">
              <a:ext uri="{FF2B5EF4-FFF2-40B4-BE49-F238E27FC236}">
                <a16:creationId xmlns:a16="http://schemas.microsoft.com/office/drawing/2014/main" id="{E5905A17-70E8-48CA-A023-73D072B7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103" y="2061432"/>
            <a:ext cx="182075" cy="151684"/>
          </a:xfrm>
          <a:custGeom xmlns:a="http://schemas.openxmlformats.org/drawingml/2006/main">
            <a:pathLst>
              <a:path w="182075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7098" y="75190"/>
                </a:moveTo>
                <a:lnTo>
                  <a:pt x="127098" y="86770"/>
                </a:lnTo>
                <a:lnTo>
                  <a:pt x="112256" y="86770"/>
                </a:lnTo>
                <a:lnTo>
                  <a:pt x="112256" y="115965"/>
                </a:lnTo>
                <a:lnTo>
                  <a:pt x="98800" y="115965"/>
                </a:lnTo>
                <a:lnTo>
                  <a:pt x="98800" y="86770"/>
                </a:lnTo>
                <a:lnTo>
                  <a:pt x="51990" y="86770"/>
                </a:lnTo>
                <a:lnTo>
                  <a:pt x="51990" y="76332"/>
                </a:lnTo>
                <a:lnTo>
                  <a:pt x="103285" y="3099"/>
                </a:lnTo>
                <a:lnTo>
                  <a:pt x="112256" y="3099"/>
                </a:lnTo>
                <a:lnTo>
                  <a:pt x="112256" y="75190"/>
                </a:lnTo>
                <a:lnTo>
                  <a:pt x="127098" y="75190"/>
                </a:lnTo>
                <a:moveTo>
                  <a:pt x="98800" y="75190"/>
                </a:moveTo>
                <a:lnTo>
                  <a:pt x="98800" y="20306"/>
                </a:lnTo>
                <a:lnTo>
                  <a:pt x="59982" y="75190"/>
                </a:lnTo>
                <a:lnTo>
                  <a:pt x="98800" y="75190"/>
                </a:lnTo>
                <a:close/>
                <a:moveTo>
                  <a:pt x="137059" y="3425"/>
                </a:moveTo>
                <a:lnTo>
                  <a:pt x="137059" y="0"/>
                </a:lnTo>
                <a:cubicBezTo>
                  <a:pt x="145323" y="4078"/>
                  <a:pt x="152200" y="8889"/>
                  <a:pt x="157692" y="14434"/>
                </a:cubicBezTo>
                <a:cubicBezTo>
                  <a:pt x="165466" y="22372"/>
                  <a:pt x="171474" y="31682"/>
                  <a:pt x="175714" y="42366"/>
                </a:cubicBezTo>
                <a:cubicBezTo>
                  <a:pt x="179955" y="53049"/>
                  <a:pt x="182075" y="64180"/>
                  <a:pt x="182075" y="75761"/>
                </a:cubicBezTo>
                <a:cubicBezTo>
                  <a:pt x="182075" y="92614"/>
                  <a:pt x="177930" y="107987"/>
                  <a:pt x="169639" y="121878"/>
                </a:cubicBezTo>
                <a:cubicBezTo>
                  <a:pt x="161348" y="135768"/>
                  <a:pt x="150488" y="145704"/>
                  <a:pt x="137059" y="151684"/>
                </a:cubicBezTo>
                <a:lnTo>
                  <a:pt x="137059" y="148667"/>
                </a:lnTo>
                <a:cubicBezTo>
                  <a:pt x="143746" y="144916"/>
                  <a:pt x="149251" y="139846"/>
                  <a:pt x="153573" y="133458"/>
                </a:cubicBezTo>
                <a:cubicBezTo>
                  <a:pt x="157895" y="127070"/>
                  <a:pt x="161103" y="118942"/>
                  <a:pt x="163196" y="109074"/>
                </a:cubicBezTo>
                <a:cubicBezTo>
                  <a:pt x="165289" y="99207"/>
                  <a:pt x="166336" y="88918"/>
                  <a:pt x="166336" y="78207"/>
                </a:cubicBezTo>
                <a:cubicBezTo>
                  <a:pt x="166336" y="66627"/>
                  <a:pt x="165439" y="56053"/>
                  <a:pt x="163645" y="46484"/>
                </a:cubicBezTo>
                <a:cubicBezTo>
                  <a:pt x="162286" y="38981"/>
                  <a:pt x="160587" y="32974"/>
                  <a:pt x="158548" y="28461"/>
                </a:cubicBezTo>
                <a:cubicBezTo>
                  <a:pt x="156509" y="23949"/>
                  <a:pt x="153804" y="19599"/>
                  <a:pt x="150433" y="15413"/>
                </a:cubicBezTo>
                <a:cubicBezTo>
                  <a:pt x="147063" y="11227"/>
                  <a:pt x="142605" y="7231"/>
                  <a:pt x="137059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(5)">
            <a:extLst xmlns:a="http://schemas.openxmlformats.org/drawingml/2006/main">
              <a:ext uri="{FF2B5EF4-FFF2-40B4-BE49-F238E27FC236}">
                <a16:creationId xmlns:a16="http://schemas.microsoft.com/office/drawing/2014/main" id="{CFD3B9A9-6089-48CB-9F3E-91C239B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006" y="2063110"/>
            <a:ext cx="182075" cy="151684"/>
          </a:xfrm>
          <a:custGeom xmlns:a="http://schemas.openxmlformats.org/drawingml/2006/main">
            <a:pathLst>
              <a:path w="182075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1880" y="5382"/>
                </a:moveTo>
                <a:lnTo>
                  <a:pt x="115519" y="19409"/>
                </a:lnTo>
                <a:lnTo>
                  <a:pt x="82247" y="19409"/>
                </a:lnTo>
                <a:lnTo>
                  <a:pt x="74989" y="34088"/>
                </a:lnTo>
                <a:cubicBezTo>
                  <a:pt x="89396" y="36209"/>
                  <a:pt x="100813" y="41564"/>
                  <a:pt x="109240" y="50154"/>
                </a:cubicBezTo>
                <a:cubicBezTo>
                  <a:pt x="116471" y="57548"/>
                  <a:pt x="120086" y="66246"/>
                  <a:pt x="120086" y="76250"/>
                </a:cubicBezTo>
                <a:cubicBezTo>
                  <a:pt x="120086" y="82067"/>
                  <a:pt x="118904" y="87450"/>
                  <a:pt x="116539" y="92397"/>
                </a:cubicBezTo>
                <a:cubicBezTo>
                  <a:pt x="114174" y="97344"/>
                  <a:pt x="111197" y="101558"/>
                  <a:pt x="107609" y="105037"/>
                </a:cubicBezTo>
                <a:cubicBezTo>
                  <a:pt x="104021" y="108517"/>
                  <a:pt x="100025" y="111317"/>
                  <a:pt x="95621" y="113437"/>
                </a:cubicBezTo>
                <a:cubicBezTo>
                  <a:pt x="89369" y="116427"/>
                  <a:pt x="82953" y="117922"/>
                  <a:pt x="76375" y="117922"/>
                </a:cubicBezTo>
                <a:cubicBezTo>
                  <a:pt x="69742" y="117922"/>
                  <a:pt x="64917" y="116794"/>
                  <a:pt x="61900" y="114538"/>
                </a:cubicBezTo>
                <a:cubicBezTo>
                  <a:pt x="58882" y="112282"/>
                  <a:pt x="57374" y="109795"/>
                  <a:pt x="57374" y="107076"/>
                </a:cubicBezTo>
                <a:cubicBezTo>
                  <a:pt x="57374" y="105554"/>
                  <a:pt x="57999" y="104208"/>
                  <a:pt x="59249" y="103039"/>
                </a:cubicBezTo>
                <a:cubicBezTo>
                  <a:pt x="60500" y="101871"/>
                  <a:pt x="62076" y="101286"/>
                  <a:pt x="63979" y="101286"/>
                </a:cubicBezTo>
                <a:cubicBezTo>
                  <a:pt x="65393" y="101286"/>
                  <a:pt x="66630" y="101504"/>
                  <a:pt x="67690" y="101938"/>
                </a:cubicBezTo>
                <a:cubicBezTo>
                  <a:pt x="68750" y="102373"/>
                  <a:pt x="70558" y="103488"/>
                  <a:pt x="73113" y="105282"/>
                </a:cubicBezTo>
                <a:cubicBezTo>
                  <a:pt x="77190" y="108109"/>
                  <a:pt x="81322" y="109523"/>
                  <a:pt x="85509" y="109523"/>
                </a:cubicBezTo>
                <a:cubicBezTo>
                  <a:pt x="91870" y="109523"/>
                  <a:pt x="97456" y="107117"/>
                  <a:pt x="102267" y="102305"/>
                </a:cubicBezTo>
                <a:cubicBezTo>
                  <a:pt x="107079" y="97494"/>
                  <a:pt x="109485" y="91636"/>
                  <a:pt x="109485" y="84731"/>
                </a:cubicBezTo>
                <a:cubicBezTo>
                  <a:pt x="109485" y="78044"/>
                  <a:pt x="107337" y="71805"/>
                  <a:pt x="103042" y="66015"/>
                </a:cubicBezTo>
                <a:cubicBezTo>
                  <a:pt x="98747" y="60225"/>
                  <a:pt x="92821" y="55754"/>
                  <a:pt x="85264" y="52600"/>
                </a:cubicBezTo>
                <a:cubicBezTo>
                  <a:pt x="79338" y="50154"/>
                  <a:pt x="71264" y="48740"/>
                  <a:pt x="61043" y="48360"/>
                </a:cubicBezTo>
                <a:lnTo>
                  <a:pt x="82247" y="5382"/>
                </a:lnTo>
                <a:lnTo>
                  <a:pt x="121880" y="5382"/>
                </a:lnTo>
                <a:close/>
                <a:moveTo>
                  <a:pt x="137059" y="3425"/>
                </a:moveTo>
                <a:lnTo>
                  <a:pt x="137059" y="0"/>
                </a:lnTo>
                <a:cubicBezTo>
                  <a:pt x="145323" y="4078"/>
                  <a:pt x="152201" y="8889"/>
                  <a:pt x="157692" y="14434"/>
                </a:cubicBezTo>
                <a:cubicBezTo>
                  <a:pt x="165466" y="22372"/>
                  <a:pt x="171474" y="31682"/>
                  <a:pt x="175715" y="42366"/>
                </a:cubicBezTo>
                <a:cubicBezTo>
                  <a:pt x="179955" y="53049"/>
                  <a:pt x="182075" y="64180"/>
                  <a:pt x="182075" y="75761"/>
                </a:cubicBezTo>
                <a:cubicBezTo>
                  <a:pt x="182075" y="92614"/>
                  <a:pt x="177930" y="107987"/>
                  <a:pt x="169639" y="121878"/>
                </a:cubicBezTo>
                <a:cubicBezTo>
                  <a:pt x="161348" y="135768"/>
                  <a:pt x="150488" y="145704"/>
                  <a:pt x="137059" y="151684"/>
                </a:cubicBezTo>
                <a:lnTo>
                  <a:pt x="137059" y="148667"/>
                </a:lnTo>
                <a:cubicBezTo>
                  <a:pt x="143747" y="144916"/>
                  <a:pt x="149251" y="139846"/>
                  <a:pt x="153573" y="133458"/>
                </a:cubicBezTo>
                <a:cubicBezTo>
                  <a:pt x="157896" y="127070"/>
                  <a:pt x="161103" y="118942"/>
                  <a:pt x="163196" y="109074"/>
                </a:cubicBezTo>
                <a:cubicBezTo>
                  <a:pt x="165290" y="99207"/>
                  <a:pt x="166336" y="88918"/>
                  <a:pt x="166336" y="78207"/>
                </a:cubicBezTo>
                <a:cubicBezTo>
                  <a:pt x="166336" y="66627"/>
                  <a:pt x="165439" y="56053"/>
                  <a:pt x="163645" y="46484"/>
                </a:cubicBezTo>
                <a:cubicBezTo>
                  <a:pt x="162286" y="38981"/>
                  <a:pt x="160587" y="32974"/>
                  <a:pt x="158548" y="28461"/>
                </a:cubicBezTo>
                <a:cubicBezTo>
                  <a:pt x="156509" y="23949"/>
                  <a:pt x="153805" y="19599"/>
                  <a:pt x="150434" y="15413"/>
                </a:cubicBezTo>
                <a:cubicBezTo>
                  <a:pt x="147063" y="11227"/>
                  <a:pt x="142605" y="7231"/>
                  <a:pt x="137059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(6)">
            <a:extLst xmlns:a="http://schemas.openxmlformats.org/drawingml/2006/main">
              <a:ext uri="{FF2B5EF4-FFF2-40B4-BE49-F238E27FC236}">
                <a16:creationId xmlns:a16="http://schemas.microsoft.com/office/drawing/2014/main" id="{8D605FA1-5DCF-4EE3-A3A5-BB046430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9107" y="2064789"/>
            <a:ext cx="182076" cy="151684"/>
          </a:xfrm>
          <a:custGeom xmlns:a="http://schemas.openxmlformats.org/drawingml/2006/main">
            <a:pathLst>
              <a:path w="182076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4244" y="3099"/>
                </a:moveTo>
                <a:lnTo>
                  <a:pt x="124244" y="6116"/>
                </a:lnTo>
                <a:cubicBezTo>
                  <a:pt x="117068" y="6823"/>
                  <a:pt x="111210" y="8250"/>
                  <a:pt x="106670" y="10398"/>
                </a:cubicBezTo>
                <a:cubicBezTo>
                  <a:pt x="102131" y="12545"/>
                  <a:pt x="97645" y="15821"/>
                  <a:pt x="93214" y="20225"/>
                </a:cubicBezTo>
                <a:cubicBezTo>
                  <a:pt x="88783" y="24628"/>
                  <a:pt x="85114" y="29535"/>
                  <a:pt x="82205" y="34945"/>
                </a:cubicBezTo>
                <a:cubicBezTo>
                  <a:pt x="79296" y="40354"/>
                  <a:pt x="76863" y="46783"/>
                  <a:pt x="74906" y="54231"/>
                </a:cubicBezTo>
                <a:cubicBezTo>
                  <a:pt x="82735" y="48849"/>
                  <a:pt x="90591" y="46158"/>
                  <a:pt x="98474" y="46158"/>
                </a:cubicBezTo>
                <a:cubicBezTo>
                  <a:pt x="106031" y="46158"/>
                  <a:pt x="112583" y="49202"/>
                  <a:pt x="118128" y="55291"/>
                </a:cubicBezTo>
                <a:cubicBezTo>
                  <a:pt x="123674" y="61381"/>
                  <a:pt x="126446" y="69209"/>
                  <a:pt x="126446" y="78778"/>
                </a:cubicBezTo>
                <a:cubicBezTo>
                  <a:pt x="126446" y="88020"/>
                  <a:pt x="123646" y="96447"/>
                  <a:pt x="118047" y="104059"/>
                </a:cubicBezTo>
                <a:cubicBezTo>
                  <a:pt x="111305" y="113301"/>
                  <a:pt x="102389" y="117922"/>
                  <a:pt x="91298" y="117922"/>
                </a:cubicBezTo>
                <a:cubicBezTo>
                  <a:pt x="83741" y="117922"/>
                  <a:pt x="77325" y="115422"/>
                  <a:pt x="72052" y="110420"/>
                </a:cubicBezTo>
                <a:cubicBezTo>
                  <a:pt x="61722" y="100688"/>
                  <a:pt x="56557" y="88075"/>
                  <a:pt x="56557" y="72580"/>
                </a:cubicBezTo>
                <a:cubicBezTo>
                  <a:pt x="56557" y="62685"/>
                  <a:pt x="58542" y="53280"/>
                  <a:pt x="62510" y="44364"/>
                </a:cubicBezTo>
                <a:cubicBezTo>
                  <a:pt x="66479" y="35447"/>
                  <a:pt x="72147" y="27537"/>
                  <a:pt x="79514" y="20632"/>
                </a:cubicBezTo>
                <a:cubicBezTo>
                  <a:pt x="86881" y="13728"/>
                  <a:pt x="93935" y="9079"/>
                  <a:pt x="100676" y="6687"/>
                </a:cubicBezTo>
                <a:cubicBezTo>
                  <a:pt x="107418" y="4295"/>
                  <a:pt x="113697" y="3099"/>
                  <a:pt x="119514" y="3099"/>
                </a:cubicBezTo>
                <a:lnTo>
                  <a:pt x="124244" y="3099"/>
                </a:lnTo>
                <a:moveTo>
                  <a:pt x="73520" y="60184"/>
                </a:moveTo>
                <a:cubicBezTo>
                  <a:pt x="72541" y="67524"/>
                  <a:pt x="72052" y="73450"/>
                  <a:pt x="72052" y="77963"/>
                </a:cubicBezTo>
                <a:cubicBezTo>
                  <a:pt x="72052" y="83182"/>
                  <a:pt x="73017" y="88850"/>
                  <a:pt x="74947" y="94966"/>
                </a:cubicBezTo>
                <a:cubicBezTo>
                  <a:pt x="76877" y="101082"/>
                  <a:pt x="79745" y="105934"/>
                  <a:pt x="83551" y="109523"/>
                </a:cubicBezTo>
                <a:cubicBezTo>
                  <a:pt x="86323" y="112078"/>
                  <a:pt x="89694" y="113356"/>
                  <a:pt x="93663" y="113356"/>
                </a:cubicBezTo>
                <a:cubicBezTo>
                  <a:pt x="98393" y="113356"/>
                  <a:pt x="102620" y="111127"/>
                  <a:pt x="106344" y="106668"/>
                </a:cubicBezTo>
                <a:cubicBezTo>
                  <a:pt x="110068" y="102210"/>
                  <a:pt x="111930" y="95849"/>
                  <a:pt x="111930" y="87586"/>
                </a:cubicBezTo>
                <a:cubicBezTo>
                  <a:pt x="111930" y="78289"/>
                  <a:pt x="110082" y="70242"/>
                  <a:pt x="106385" y="63447"/>
                </a:cubicBezTo>
                <a:cubicBezTo>
                  <a:pt x="102688" y="56651"/>
                  <a:pt x="97441" y="53253"/>
                  <a:pt x="90645" y="53253"/>
                </a:cubicBezTo>
                <a:cubicBezTo>
                  <a:pt x="88580" y="53253"/>
                  <a:pt x="86364" y="53688"/>
                  <a:pt x="83999" y="54557"/>
                </a:cubicBezTo>
                <a:cubicBezTo>
                  <a:pt x="81634" y="55427"/>
                  <a:pt x="78141" y="57303"/>
                  <a:pt x="73520" y="60184"/>
                </a:cubicBez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1" y="8889"/>
                  <a:pt x="157692" y="14434"/>
                </a:cubicBezTo>
                <a:cubicBezTo>
                  <a:pt x="165467" y="22372"/>
                  <a:pt x="171474" y="31682"/>
                  <a:pt x="175715" y="42366"/>
                </a:cubicBezTo>
                <a:cubicBezTo>
                  <a:pt x="179955" y="53049"/>
                  <a:pt x="182076" y="64180"/>
                  <a:pt x="182076" y="75761"/>
                </a:cubicBezTo>
                <a:cubicBezTo>
                  <a:pt x="182076" y="92614"/>
                  <a:pt x="177930" y="107987"/>
                  <a:pt x="169639" y="121878"/>
                </a:cubicBezTo>
                <a:cubicBezTo>
                  <a:pt x="161348" y="135768"/>
                  <a:pt x="150488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6" y="127070"/>
                  <a:pt x="161104" y="118942"/>
                  <a:pt x="163197" y="109074"/>
                </a:cubicBezTo>
                <a:cubicBezTo>
                  <a:pt x="165290" y="99207"/>
                  <a:pt x="166336" y="88918"/>
                  <a:pt x="166336" y="78207"/>
                </a:cubicBezTo>
                <a:cubicBezTo>
                  <a:pt x="166336" y="66627"/>
                  <a:pt x="165439" y="56053"/>
                  <a:pt x="163645" y="46484"/>
                </a:cubicBezTo>
                <a:cubicBezTo>
                  <a:pt x="162286" y="38981"/>
                  <a:pt x="160587" y="32974"/>
                  <a:pt x="158548" y="28461"/>
                </a:cubicBezTo>
                <a:cubicBezTo>
                  <a:pt x="156510" y="23949"/>
                  <a:pt x="153805" y="19599"/>
                  <a:pt x="150434" y="15413"/>
                </a:cubicBezTo>
                <a:cubicBezTo>
                  <a:pt x="147063" y="11227"/>
                  <a:pt x="142605" y="7231"/>
                  <a:pt x="137060" y="34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dcfc718714f59"/>
          <a:stretch xmlns:a="http://schemas.openxmlformats.org/drawingml/2006/main"/>
        </p:blipFill>
        <p:spPr>
          <a:xfrm xmlns:a="http://schemas.openxmlformats.org/drawingml/2006/main">
            <a:off x="11041046" y="3009739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DA588-DFA9-4392-959C-D5A6F49F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303" y="2499142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1" y="246274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10" y="266782"/>
                </a:lnTo>
                <a:lnTo>
                  <a:pt x="410763" y="269570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8029" y="269480"/>
                </a:lnTo>
                <a:lnTo>
                  <a:pt x="25651" y="266878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7" y="246259"/>
                </a:lnTo>
                <a:lnTo>
                  <a:pt x="16786" y="242232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2F980-A8E0-4F32-B566-608F566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1856" y="2465269"/>
            <a:ext cx="1935707" cy="473352"/>
          </a:xfrm>
          <a:custGeom xmlns:a="http://schemas.openxmlformats.org/drawingml/2006/main">
            <a:pathLst>
              <a:path w="1935707" h="473352">
                <a:moveTo>
                  <a:pt x="0" y="0"/>
                </a:moveTo>
                <a:lnTo>
                  <a:pt x="1935707" y="0"/>
                </a:lnTo>
                <a:lnTo>
                  <a:pt x="1935707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1B26D-CF9A-4949-ADBE-16BC1C57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463" y="2456037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897c1f5854bbb"/>
          <a:stretch xmlns:a="http://schemas.openxmlformats.org/drawingml/2006/main"/>
        </p:blipFill>
        <p:spPr>
          <a:xfrm xmlns:a="http://schemas.openxmlformats.org/drawingml/2006/main">
            <a:off x="11104691" y="2592167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07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453FC87D-635A-41C9-8B28-6D6D7B7C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0675" y="2614466"/>
            <a:ext cx="937801" cy="139071"/>
          </a:xfrm>
          <a:custGeom xmlns:a="http://schemas.openxmlformats.org/drawingml/2006/main">
            <a:pathLst>
              <a:path w="937801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9" y="58310"/>
                  <a:pt x="137818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2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9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7" y="61864"/>
                </a:cubicBezTo>
                <a:cubicBezTo>
                  <a:pt x="180585" y="60356"/>
                  <a:pt x="177159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4" y="67519"/>
                </a:cubicBezTo>
                <a:cubicBezTo>
                  <a:pt x="154833" y="70109"/>
                  <a:pt x="153506" y="73224"/>
                  <a:pt x="152620" y="76863"/>
                </a:cubicBezTo>
                <a:cubicBezTo>
                  <a:pt x="151735" y="80502"/>
                  <a:pt x="151293" y="84649"/>
                  <a:pt x="151293" y="89304"/>
                </a:cubicBezTo>
                <a:cubicBezTo>
                  <a:pt x="151293" y="93632"/>
                  <a:pt x="151653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3" y="113433"/>
                  <a:pt x="159653" y="115515"/>
                  <a:pt x="162407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3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9" y="111335"/>
                </a:cubicBezTo>
                <a:cubicBezTo>
                  <a:pt x="190929" y="108778"/>
                  <a:pt x="192240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8" y="124644"/>
                </a:moveTo>
                <a:cubicBezTo>
                  <a:pt x="291328" y="127543"/>
                  <a:pt x="291148" y="129767"/>
                  <a:pt x="290787" y="131316"/>
                </a:cubicBezTo>
                <a:cubicBezTo>
                  <a:pt x="290426" y="132863"/>
                  <a:pt x="289951" y="133950"/>
                  <a:pt x="289361" y="134577"/>
                </a:cubicBezTo>
                <a:cubicBezTo>
                  <a:pt x="288771" y="135202"/>
                  <a:pt x="287902" y="135762"/>
                  <a:pt x="286754" y="136255"/>
                </a:cubicBezTo>
                <a:cubicBezTo>
                  <a:pt x="285607" y="136749"/>
                  <a:pt x="284263" y="137177"/>
                  <a:pt x="282722" y="137540"/>
                </a:cubicBezTo>
                <a:cubicBezTo>
                  <a:pt x="281181" y="137903"/>
                  <a:pt x="279509" y="138182"/>
                  <a:pt x="277706" y="138379"/>
                </a:cubicBezTo>
                <a:cubicBezTo>
                  <a:pt x="275903" y="138578"/>
                  <a:pt x="274083" y="138677"/>
                  <a:pt x="272247" y="138677"/>
                </a:cubicBezTo>
                <a:cubicBezTo>
                  <a:pt x="267330" y="138677"/>
                  <a:pt x="263068" y="138054"/>
                  <a:pt x="259462" y="136809"/>
                </a:cubicBezTo>
                <a:cubicBezTo>
                  <a:pt x="255855" y="135563"/>
                  <a:pt x="252872" y="133645"/>
                  <a:pt x="250512" y="131055"/>
                </a:cubicBezTo>
                <a:cubicBezTo>
                  <a:pt x="248151" y="128465"/>
                  <a:pt x="246413" y="125203"/>
                  <a:pt x="245299" y="121269"/>
                </a:cubicBezTo>
                <a:cubicBezTo>
                  <a:pt x="244184" y="117335"/>
                  <a:pt x="243627" y="112679"/>
                  <a:pt x="243627" y="107303"/>
                </a:cubicBezTo>
                <a:lnTo>
                  <a:pt x="243627" y="62356"/>
                </a:lnTo>
                <a:lnTo>
                  <a:pt x="233103" y="62356"/>
                </a:lnTo>
                <a:cubicBezTo>
                  <a:pt x="231857" y="62356"/>
                  <a:pt x="230907" y="61585"/>
                  <a:pt x="230251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3" y="45160"/>
                  <a:pt x="230251" y="44406"/>
                </a:cubicBezTo>
                <a:cubicBezTo>
                  <a:pt x="230579" y="43652"/>
                  <a:pt x="230989" y="43111"/>
                  <a:pt x="231480" y="42783"/>
                </a:cubicBezTo>
                <a:cubicBezTo>
                  <a:pt x="231972" y="42456"/>
                  <a:pt x="232546" y="42292"/>
                  <a:pt x="233201" y="42292"/>
                </a:cubicBezTo>
                <a:lnTo>
                  <a:pt x="243627" y="42292"/>
                </a:lnTo>
                <a:lnTo>
                  <a:pt x="243627" y="22640"/>
                </a:lnTo>
                <a:cubicBezTo>
                  <a:pt x="243627" y="21980"/>
                  <a:pt x="243807" y="21387"/>
                  <a:pt x="244168" y="20860"/>
                </a:cubicBezTo>
                <a:cubicBezTo>
                  <a:pt x="244528" y="20333"/>
                  <a:pt x="245184" y="19890"/>
                  <a:pt x="246135" y="19529"/>
                </a:cubicBezTo>
                <a:cubicBezTo>
                  <a:pt x="247086" y="19166"/>
                  <a:pt x="248364" y="18903"/>
                  <a:pt x="249971" y="18739"/>
                </a:cubicBezTo>
                <a:cubicBezTo>
                  <a:pt x="251577" y="18573"/>
                  <a:pt x="253560" y="18490"/>
                  <a:pt x="255921" y="18490"/>
                </a:cubicBezTo>
                <a:cubicBezTo>
                  <a:pt x="258347" y="18490"/>
                  <a:pt x="260363" y="18573"/>
                  <a:pt x="261970" y="18739"/>
                </a:cubicBezTo>
                <a:cubicBezTo>
                  <a:pt x="263576" y="18903"/>
                  <a:pt x="264838" y="19166"/>
                  <a:pt x="265756" y="19529"/>
                </a:cubicBezTo>
                <a:cubicBezTo>
                  <a:pt x="266674" y="19890"/>
                  <a:pt x="267330" y="20333"/>
                  <a:pt x="267723" y="20860"/>
                </a:cubicBezTo>
                <a:cubicBezTo>
                  <a:pt x="268117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4" y="42292"/>
                </a:lnTo>
                <a:cubicBezTo>
                  <a:pt x="288049" y="42292"/>
                  <a:pt x="288623" y="42456"/>
                  <a:pt x="289115" y="42783"/>
                </a:cubicBezTo>
                <a:cubicBezTo>
                  <a:pt x="289607" y="43111"/>
                  <a:pt x="290017" y="43652"/>
                  <a:pt x="290344" y="44406"/>
                </a:cubicBezTo>
                <a:cubicBezTo>
                  <a:pt x="290672" y="45160"/>
                  <a:pt x="290918" y="46193"/>
                  <a:pt x="291082" y="47504"/>
                </a:cubicBezTo>
                <a:cubicBezTo>
                  <a:pt x="291246" y="48816"/>
                  <a:pt x="291328" y="50422"/>
                  <a:pt x="291328" y="52324"/>
                </a:cubicBezTo>
                <a:cubicBezTo>
                  <a:pt x="291328" y="55930"/>
                  <a:pt x="291000" y="58503"/>
                  <a:pt x="290344" y="60044"/>
                </a:cubicBezTo>
                <a:cubicBezTo>
                  <a:pt x="289689" y="61585"/>
                  <a:pt x="288738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4" y="116632"/>
                  <a:pt x="274772" y="117827"/>
                  <a:pt x="278640" y="117827"/>
                </a:cubicBezTo>
                <a:cubicBezTo>
                  <a:pt x="279952" y="117827"/>
                  <a:pt x="281132" y="117712"/>
                  <a:pt x="282181" y="117482"/>
                </a:cubicBezTo>
                <a:cubicBezTo>
                  <a:pt x="283230" y="117253"/>
                  <a:pt x="284165" y="116991"/>
                  <a:pt x="284984" y="116695"/>
                </a:cubicBezTo>
                <a:cubicBezTo>
                  <a:pt x="285804" y="116400"/>
                  <a:pt x="286492" y="116138"/>
                  <a:pt x="287050" y="115909"/>
                </a:cubicBezTo>
                <a:cubicBezTo>
                  <a:pt x="287607" y="115679"/>
                  <a:pt x="288115" y="115564"/>
                  <a:pt x="288574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6" y="116138"/>
                  <a:pt x="290344" y="116598"/>
                  <a:pt x="290541" y="117289"/>
                </a:cubicBezTo>
                <a:cubicBezTo>
                  <a:pt x="290738" y="117977"/>
                  <a:pt x="290918" y="118915"/>
                  <a:pt x="291082" y="120101"/>
                </a:cubicBezTo>
                <a:cubicBezTo>
                  <a:pt x="291246" y="121285"/>
                  <a:pt x="291328" y="122799"/>
                  <a:pt x="291328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2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5" y="115958"/>
                  <a:pt x="336586" y="117587"/>
                  <a:pt x="339635" y="118706"/>
                </a:cubicBezTo>
                <a:cubicBezTo>
                  <a:pt x="342684" y="119824"/>
                  <a:pt x="346340" y="120384"/>
                  <a:pt x="350602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5" y="118101"/>
                  <a:pt x="370518" y="117335"/>
                </a:cubicBezTo>
                <a:cubicBezTo>
                  <a:pt x="372911" y="116568"/>
                  <a:pt x="374895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3" y="114863"/>
                  <a:pt x="382501" y="115274"/>
                  <a:pt x="382763" y="115869"/>
                </a:cubicBezTo>
                <a:cubicBezTo>
                  <a:pt x="383025" y="116461"/>
                  <a:pt x="383205" y="117301"/>
                  <a:pt x="383304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9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7" y="129546"/>
                  <a:pt x="382730" y="130156"/>
                  <a:pt x="382468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4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7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7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7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6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2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1" y="72881"/>
                  <a:pt x="362387" y="67399"/>
                  <a:pt x="359404" y="63416"/>
                </a:cubicBezTo>
                <a:cubicBezTo>
                  <a:pt x="356421" y="59431"/>
                  <a:pt x="351815" y="57438"/>
                  <a:pt x="345586" y="57438"/>
                </a:cubicBezTo>
                <a:cubicBezTo>
                  <a:pt x="342438" y="57438"/>
                  <a:pt x="339701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30" y="71121"/>
                </a:cubicBezTo>
                <a:cubicBezTo>
                  <a:pt x="327210" y="73853"/>
                  <a:pt x="326735" y="76766"/>
                  <a:pt x="326603" y="79862"/>
                </a:cubicBezTo>
                <a:lnTo>
                  <a:pt x="363584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5" y="132629"/>
                  <a:pt x="529669" y="133661"/>
                  <a:pt x="529341" y="134448"/>
                </a:cubicBezTo>
                <a:cubicBezTo>
                  <a:pt x="529013" y="135235"/>
                  <a:pt x="528604" y="135809"/>
                  <a:pt x="528112" y="136169"/>
                </a:cubicBezTo>
                <a:cubicBezTo>
                  <a:pt x="527620" y="136530"/>
                  <a:pt x="527079" y="136710"/>
                  <a:pt x="526489" y="136710"/>
                </a:cubicBezTo>
                <a:lnTo>
                  <a:pt x="462560" y="136710"/>
                </a:lnTo>
                <a:cubicBezTo>
                  <a:pt x="460396" y="136710"/>
                  <a:pt x="458577" y="136071"/>
                  <a:pt x="457101" y="134792"/>
                </a:cubicBezTo>
                <a:cubicBezTo>
                  <a:pt x="455626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6" y="12638"/>
                  <a:pt x="457101" y="11360"/>
                </a:cubicBezTo>
                <a:cubicBezTo>
                  <a:pt x="458577" y="10081"/>
                  <a:pt x="460396" y="9442"/>
                  <a:pt x="462560" y="9442"/>
                </a:cubicBezTo>
                <a:lnTo>
                  <a:pt x="526096" y="9442"/>
                </a:lnTo>
                <a:cubicBezTo>
                  <a:pt x="526686" y="9442"/>
                  <a:pt x="527210" y="9606"/>
                  <a:pt x="527669" y="9934"/>
                </a:cubicBezTo>
                <a:cubicBezTo>
                  <a:pt x="528128" y="10261"/>
                  <a:pt x="528522" y="10835"/>
                  <a:pt x="528850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3" y="17703"/>
                  <a:pt x="529833" y="19671"/>
                </a:cubicBezTo>
                <a:cubicBezTo>
                  <a:pt x="529833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50" y="27440"/>
                </a:cubicBezTo>
                <a:cubicBezTo>
                  <a:pt x="528522" y="28227"/>
                  <a:pt x="528128" y="28801"/>
                  <a:pt x="527669" y="29162"/>
                </a:cubicBezTo>
                <a:cubicBezTo>
                  <a:pt x="527210" y="29522"/>
                  <a:pt x="526686" y="29703"/>
                  <a:pt x="526096" y="29703"/>
                </a:cubicBezTo>
                <a:lnTo>
                  <a:pt x="480657" y="29703"/>
                </a:lnTo>
                <a:lnTo>
                  <a:pt x="480657" y="60585"/>
                </a:lnTo>
                <a:lnTo>
                  <a:pt x="519113" y="60585"/>
                </a:lnTo>
                <a:cubicBezTo>
                  <a:pt x="519703" y="60585"/>
                  <a:pt x="520244" y="60767"/>
                  <a:pt x="520735" y="61129"/>
                </a:cubicBezTo>
                <a:cubicBezTo>
                  <a:pt x="521227" y="61492"/>
                  <a:pt x="521637" y="62052"/>
                  <a:pt x="521965" y="62810"/>
                </a:cubicBezTo>
                <a:cubicBezTo>
                  <a:pt x="522293" y="63567"/>
                  <a:pt x="522539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9" y="76566"/>
                  <a:pt x="522293" y="77571"/>
                  <a:pt x="521965" y="78329"/>
                </a:cubicBezTo>
                <a:cubicBezTo>
                  <a:pt x="521637" y="79085"/>
                  <a:pt x="521227" y="79628"/>
                  <a:pt x="520735" y="79958"/>
                </a:cubicBezTo>
                <a:cubicBezTo>
                  <a:pt x="520244" y="80288"/>
                  <a:pt x="519703" y="80453"/>
                  <a:pt x="519113" y="80453"/>
                </a:cubicBezTo>
                <a:lnTo>
                  <a:pt x="480657" y="80453"/>
                </a:lnTo>
                <a:lnTo>
                  <a:pt x="480657" y="116450"/>
                </a:lnTo>
                <a:lnTo>
                  <a:pt x="526489" y="116450"/>
                </a:lnTo>
                <a:cubicBezTo>
                  <a:pt x="527079" y="116450"/>
                  <a:pt x="527620" y="116630"/>
                  <a:pt x="528112" y="116991"/>
                </a:cubicBezTo>
                <a:cubicBezTo>
                  <a:pt x="528604" y="117351"/>
                  <a:pt x="529013" y="117925"/>
                  <a:pt x="529341" y="118712"/>
                </a:cubicBezTo>
                <a:cubicBezTo>
                  <a:pt x="529669" y="119499"/>
                  <a:pt x="529915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8" y="133363"/>
                </a:moveTo>
                <a:cubicBezTo>
                  <a:pt x="631458" y="134084"/>
                  <a:pt x="631294" y="134692"/>
                  <a:pt x="630966" y="135186"/>
                </a:cubicBezTo>
                <a:cubicBezTo>
                  <a:pt x="630638" y="135678"/>
                  <a:pt x="630081" y="136087"/>
                  <a:pt x="629294" y="136415"/>
                </a:cubicBezTo>
                <a:cubicBezTo>
                  <a:pt x="628507" y="136743"/>
                  <a:pt x="627442" y="136973"/>
                  <a:pt x="626098" y="137104"/>
                </a:cubicBezTo>
                <a:cubicBezTo>
                  <a:pt x="624753" y="137235"/>
                  <a:pt x="623098" y="137300"/>
                  <a:pt x="621131" y="137300"/>
                </a:cubicBezTo>
                <a:cubicBezTo>
                  <a:pt x="619033" y="137300"/>
                  <a:pt x="617328" y="137235"/>
                  <a:pt x="616016" y="137104"/>
                </a:cubicBezTo>
                <a:cubicBezTo>
                  <a:pt x="614705" y="136975"/>
                  <a:pt x="613640" y="136747"/>
                  <a:pt x="612820" y="136421"/>
                </a:cubicBezTo>
                <a:cubicBezTo>
                  <a:pt x="612000" y="136093"/>
                  <a:pt x="611410" y="135686"/>
                  <a:pt x="611050" y="135198"/>
                </a:cubicBezTo>
                <a:cubicBezTo>
                  <a:pt x="610689" y="134708"/>
                  <a:pt x="610509" y="134104"/>
                  <a:pt x="610509" y="133385"/>
                </a:cubicBezTo>
                <a:lnTo>
                  <a:pt x="610509" y="123697"/>
                </a:lnTo>
                <a:cubicBezTo>
                  <a:pt x="605984" y="128559"/>
                  <a:pt x="601247" y="132338"/>
                  <a:pt x="596297" y="135032"/>
                </a:cubicBezTo>
                <a:cubicBezTo>
                  <a:pt x="591346" y="137725"/>
                  <a:pt x="585855" y="139071"/>
                  <a:pt x="579823" y="139071"/>
                </a:cubicBezTo>
                <a:cubicBezTo>
                  <a:pt x="573135" y="139071"/>
                  <a:pt x="567479" y="137774"/>
                  <a:pt x="562857" y="135180"/>
                </a:cubicBezTo>
                <a:cubicBezTo>
                  <a:pt x="558234" y="132584"/>
                  <a:pt x="554464" y="129085"/>
                  <a:pt x="551546" y="124684"/>
                </a:cubicBezTo>
                <a:cubicBezTo>
                  <a:pt x="548628" y="120280"/>
                  <a:pt x="546514" y="115139"/>
                  <a:pt x="545202" y="109261"/>
                </a:cubicBezTo>
                <a:cubicBezTo>
                  <a:pt x="543891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8" y="58031"/>
                  <a:pt x="553071" y="53630"/>
                </a:cubicBezTo>
                <a:cubicBezTo>
                  <a:pt x="556284" y="49229"/>
                  <a:pt x="560283" y="45846"/>
                  <a:pt x="565070" y="43481"/>
                </a:cubicBezTo>
                <a:cubicBezTo>
                  <a:pt x="569856" y="41115"/>
                  <a:pt x="575364" y="39931"/>
                  <a:pt x="581593" y="39931"/>
                </a:cubicBezTo>
                <a:cubicBezTo>
                  <a:pt x="586511" y="39931"/>
                  <a:pt x="590969" y="40933"/>
                  <a:pt x="594969" y="42937"/>
                </a:cubicBezTo>
                <a:cubicBezTo>
                  <a:pt x="598969" y="44941"/>
                  <a:pt x="602936" y="47881"/>
                  <a:pt x="606870" y="51758"/>
                </a:cubicBezTo>
                <a:lnTo>
                  <a:pt x="606870" y="4232"/>
                </a:lnTo>
                <a:cubicBezTo>
                  <a:pt x="606870" y="3575"/>
                  <a:pt x="607050" y="2983"/>
                  <a:pt x="607411" y="2459"/>
                </a:cubicBezTo>
                <a:cubicBezTo>
                  <a:pt x="607771" y="1934"/>
                  <a:pt x="608427" y="1492"/>
                  <a:pt x="609378" y="1131"/>
                </a:cubicBezTo>
                <a:cubicBezTo>
                  <a:pt x="610328" y="770"/>
                  <a:pt x="611591" y="492"/>
                  <a:pt x="613164" y="295"/>
                </a:cubicBezTo>
                <a:cubicBezTo>
                  <a:pt x="614738" y="98"/>
                  <a:pt x="616738" y="0"/>
                  <a:pt x="619164" y="0"/>
                </a:cubicBezTo>
                <a:cubicBezTo>
                  <a:pt x="621590" y="0"/>
                  <a:pt x="623590" y="98"/>
                  <a:pt x="625163" y="295"/>
                </a:cubicBezTo>
                <a:cubicBezTo>
                  <a:pt x="626737" y="492"/>
                  <a:pt x="627983" y="770"/>
                  <a:pt x="628901" y="1131"/>
                </a:cubicBezTo>
                <a:cubicBezTo>
                  <a:pt x="629819" y="1492"/>
                  <a:pt x="630474" y="1935"/>
                  <a:pt x="630868" y="2462"/>
                </a:cubicBezTo>
                <a:cubicBezTo>
                  <a:pt x="631261" y="2986"/>
                  <a:pt x="631458" y="3577"/>
                  <a:pt x="631458" y="4232"/>
                </a:cubicBezTo>
                <a:lnTo>
                  <a:pt x="631458" y="133363"/>
                </a:lnTo>
                <a:moveTo>
                  <a:pt x="606870" y="74717"/>
                </a:moveTo>
                <a:cubicBezTo>
                  <a:pt x="603329" y="70269"/>
                  <a:pt x="599936" y="66868"/>
                  <a:pt x="596690" y="64513"/>
                </a:cubicBezTo>
                <a:cubicBezTo>
                  <a:pt x="593444" y="62157"/>
                  <a:pt x="590051" y="60979"/>
                  <a:pt x="586511" y="60979"/>
                </a:cubicBezTo>
                <a:cubicBezTo>
                  <a:pt x="583298" y="60979"/>
                  <a:pt x="580527" y="61782"/>
                  <a:pt x="578200" y="63388"/>
                </a:cubicBezTo>
                <a:cubicBezTo>
                  <a:pt x="575872" y="64995"/>
                  <a:pt x="574003" y="67142"/>
                  <a:pt x="572594" y="69830"/>
                </a:cubicBezTo>
                <a:cubicBezTo>
                  <a:pt x="571184" y="72519"/>
                  <a:pt x="570135" y="75518"/>
                  <a:pt x="569446" y="78830"/>
                </a:cubicBezTo>
                <a:cubicBezTo>
                  <a:pt x="568758" y="82141"/>
                  <a:pt x="568414" y="85534"/>
                  <a:pt x="568414" y="89009"/>
                </a:cubicBezTo>
                <a:cubicBezTo>
                  <a:pt x="568414" y="92681"/>
                  <a:pt x="568709" y="96255"/>
                  <a:pt x="569299" y="99730"/>
                </a:cubicBezTo>
                <a:cubicBezTo>
                  <a:pt x="569889" y="103205"/>
                  <a:pt x="570856" y="106303"/>
                  <a:pt x="572200" y="109024"/>
                </a:cubicBezTo>
                <a:cubicBezTo>
                  <a:pt x="573544" y="111745"/>
                  <a:pt x="575331" y="113925"/>
                  <a:pt x="577561" y="115564"/>
                </a:cubicBezTo>
                <a:cubicBezTo>
                  <a:pt x="579790" y="117204"/>
                  <a:pt x="582609" y="118023"/>
                  <a:pt x="586019" y="118023"/>
                </a:cubicBezTo>
                <a:cubicBezTo>
                  <a:pt x="587724" y="118023"/>
                  <a:pt x="589379" y="117778"/>
                  <a:pt x="590986" y="117289"/>
                </a:cubicBezTo>
                <a:cubicBezTo>
                  <a:pt x="592592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7" y="110515"/>
                </a:cubicBezTo>
                <a:cubicBezTo>
                  <a:pt x="602837" y="108714"/>
                  <a:pt x="604771" y="106505"/>
                  <a:pt x="606870" y="103888"/>
                </a:cubicBezTo>
                <a:lnTo>
                  <a:pt x="606870" y="74717"/>
                </a:lnTo>
                <a:close/>
                <a:moveTo>
                  <a:pt x="681303" y="133366"/>
                </a:moveTo>
                <a:cubicBezTo>
                  <a:pt x="681303" y="134022"/>
                  <a:pt x="681106" y="134596"/>
                  <a:pt x="680713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6" y="136645"/>
                  <a:pt x="676483" y="136891"/>
                  <a:pt x="674910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1" y="137054"/>
                </a:cubicBezTo>
                <a:cubicBezTo>
                  <a:pt x="661337" y="136891"/>
                  <a:pt x="660075" y="136645"/>
                  <a:pt x="659124" y="136317"/>
                </a:cubicBezTo>
                <a:cubicBezTo>
                  <a:pt x="658173" y="135989"/>
                  <a:pt x="657501" y="135579"/>
                  <a:pt x="657108" y="135087"/>
                </a:cubicBezTo>
                <a:cubicBezTo>
                  <a:pt x="656715" y="134596"/>
                  <a:pt x="656518" y="134022"/>
                  <a:pt x="656518" y="133366"/>
                </a:cubicBezTo>
                <a:lnTo>
                  <a:pt x="656518" y="45832"/>
                </a:lnTo>
                <a:cubicBezTo>
                  <a:pt x="656518" y="45177"/>
                  <a:pt x="656715" y="44603"/>
                  <a:pt x="657108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5" y="42472"/>
                  <a:pt x="661337" y="42193"/>
                  <a:pt x="662911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10" y="41997"/>
                </a:cubicBezTo>
                <a:cubicBezTo>
                  <a:pt x="676483" y="42193"/>
                  <a:pt x="677746" y="42472"/>
                  <a:pt x="678696" y="42833"/>
                </a:cubicBezTo>
                <a:cubicBezTo>
                  <a:pt x="679647" y="43193"/>
                  <a:pt x="680319" y="43619"/>
                  <a:pt x="680713" y="44111"/>
                </a:cubicBezTo>
                <a:cubicBezTo>
                  <a:pt x="681106" y="44603"/>
                  <a:pt x="681303" y="45177"/>
                  <a:pt x="681303" y="45832"/>
                </a:cubicBezTo>
                <a:lnTo>
                  <a:pt x="681303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90" y="28162"/>
                  <a:pt x="674320" y="29112"/>
                  <a:pt x="668812" y="29112"/>
                </a:cubicBezTo>
                <a:cubicBezTo>
                  <a:pt x="663239" y="29112"/>
                  <a:pt x="659485" y="28194"/>
                  <a:pt x="657551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9" y="6049"/>
                </a:cubicBezTo>
                <a:cubicBezTo>
                  <a:pt x="659649" y="4114"/>
                  <a:pt x="663435" y="3147"/>
                  <a:pt x="669009" y="3147"/>
                </a:cubicBezTo>
                <a:cubicBezTo>
                  <a:pt x="674516" y="3147"/>
                  <a:pt x="678254" y="4082"/>
                  <a:pt x="680221" y="5950"/>
                </a:cubicBezTo>
                <a:cubicBezTo>
                  <a:pt x="682188" y="7819"/>
                  <a:pt x="683171" y="11147"/>
                  <a:pt x="683171" y="15933"/>
                </a:cubicBezTo>
                <a:close/>
                <a:moveTo>
                  <a:pt x="757966" y="124644"/>
                </a:moveTo>
                <a:cubicBezTo>
                  <a:pt x="757966" y="127543"/>
                  <a:pt x="757786" y="129767"/>
                  <a:pt x="757425" y="131316"/>
                </a:cubicBezTo>
                <a:cubicBezTo>
                  <a:pt x="757064" y="132863"/>
                  <a:pt x="756589" y="133950"/>
                  <a:pt x="755999" y="134577"/>
                </a:cubicBezTo>
                <a:cubicBezTo>
                  <a:pt x="755409" y="135202"/>
                  <a:pt x="754540" y="135762"/>
                  <a:pt x="753393" y="136255"/>
                </a:cubicBezTo>
                <a:cubicBezTo>
                  <a:pt x="752245" y="136749"/>
                  <a:pt x="750901" y="137177"/>
                  <a:pt x="749360" y="137540"/>
                </a:cubicBezTo>
                <a:cubicBezTo>
                  <a:pt x="747819" y="137903"/>
                  <a:pt x="746147" y="138182"/>
                  <a:pt x="744344" y="138379"/>
                </a:cubicBezTo>
                <a:cubicBezTo>
                  <a:pt x="742541" y="138578"/>
                  <a:pt x="740721" y="138677"/>
                  <a:pt x="738886" y="138677"/>
                </a:cubicBezTo>
                <a:cubicBezTo>
                  <a:pt x="733968" y="138677"/>
                  <a:pt x="729706" y="138054"/>
                  <a:pt x="726100" y="136809"/>
                </a:cubicBezTo>
                <a:cubicBezTo>
                  <a:pt x="722493" y="135563"/>
                  <a:pt x="719510" y="133645"/>
                  <a:pt x="717150" y="131055"/>
                </a:cubicBezTo>
                <a:cubicBezTo>
                  <a:pt x="714789" y="128465"/>
                  <a:pt x="713052" y="125203"/>
                  <a:pt x="711937" y="121269"/>
                </a:cubicBezTo>
                <a:cubicBezTo>
                  <a:pt x="710822" y="117335"/>
                  <a:pt x="710265" y="112679"/>
                  <a:pt x="710265" y="107303"/>
                </a:cubicBezTo>
                <a:lnTo>
                  <a:pt x="710265" y="62356"/>
                </a:lnTo>
                <a:lnTo>
                  <a:pt x="699741" y="62356"/>
                </a:lnTo>
                <a:cubicBezTo>
                  <a:pt x="698495" y="62356"/>
                  <a:pt x="697545" y="61585"/>
                  <a:pt x="696889" y="60044"/>
                </a:cubicBezTo>
                <a:cubicBezTo>
                  <a:pt x="696233" y="58503"/>
                  <a:pt x="695905" y="55930"/>
                  <a:pt x="695905" y="52324"/>
                </a:cubicBezTo>
                <a:cubicBezTo>
                  <a:pt x="695905" y="50422"/>
                  <a:pt x="695987" y="48816"/>
                  <a:pt x="696151" y="47504"/>
                </a:cubicBezTo>
                <a:cubicBezTo>
                  <a:pt x="696315" y="46193"/>
                  <a:pt x="696561" y="45160"/>
                  <a:pt x="696889" y="44406"/>
                </a:cubicBezTo>
                <a:cubicBezTo>
                  <a:pt x="697217" y="43652"/>
                  <a:pt x="697627" y="43111"/>
                  <a:pt x="698118" y="42783"/>
                </a:cubicBezTo>
                <a:cubicBezTo>
                  <a:pt x="698610" y="42456"/>
                  <a:pt x="699184" y="42292"/>
                  <a:pt x="699839" y="42292"/>
                </a:cubicBezTo>
                <a:lnTo>
                  <a:pt x="710265" y="42292"/>
                </a:lnTo>
                <a:lnTo>
                  <a:pt x="710265" y="22640"/>
                </a:lnTo>
                <a:cubicBezTo>
                  <a:pt x="710265" y="21980"/>
                  <a:pt x="710445" y="21387"/>
                  <a:pt x="710806" y="20860"/>
                </a:cubicBezTo>
                <a:cubicBezTo>
                  <a:pt x="711166" y="20333"/>
                  <a:pt x="711822" y="19890"/>
                  <a:pt x="712773" y="19529"/>
                </a:cubicBezTo>
                <a:cubicBezTo>
                  <a:pt x="713724" y="19166"/>
                  <a:pt x="715002" y="18903"/>
                  <a:pt x="716609" y="18739"/>
                </a:cubicBezTo>
                <a:cubicBezTo>
                  <a:pt x="718215" y="18573"/>
                  <a:pt x="720198" y="18490"/>
                  <a:pt x="722559" y="18490"/>
                </a:cubicBezTo>
                <a:cubicBezTo>
                  <a:pt x="724985" y="18490"/>
                  <a:pt x="727001" y="18573"/>
                  <a:pt x="728608" y="18739"/>
                </a:cubicBezTo>
                <a:cubicBezTo>
                  <a:pt x="730214" y="18903"/>
                  <a:pt x="731476" y="19166"/>
                  <a:pt x="732394" y="19529"/>
                </a:cubicBezTo>
                <a:cubicBezTo>
                  <a:pt x="733312" y="19890"/>
                  <a:pt x="733968" y="20333"/>
                  <a:pt x="734361" y="20860"/>
                </a:cubicBezTo>
                <a:cubicBezTo>
                  <a:pt x="734755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2" y="42292"/>
                </a:lnTo>
                <a:cubicBezTo>
                  <a:pt x="754688" y="42292"/>
                  <a:pt x="755261" y="42456"/>
                  <a:pt x="755753" y="42783"/>
                </a:cubicBezTo>
                <a:cubicBezTo>
                  <a:pt x="756245" y="43111"/>
                  <a:pt x="756655" y="43652"/>
                  <a:pt x="756982" y="44406"/>
                </a:cubicBezTo>
                <a:cubicBezTo>
                  <a:pt x="757310" y="45160"/>
                  <a:pt x="757556" y="46193"/>
                  <a:pt x="757720" y="47504"/>
                </a:cubicBezTo>
                <a:cubicBezTo>
                  <a:pt x="757884" y="48816"/>
                  <a:pt x="757966" y="50422"/>
                  <a:pt x="757966" y="52324"/>
                </a:cubicBezTo>
                <a:cubicBezTo>
                  <a:pt x="757966" y="55930"/>
                  <a:pt x="757638" y="58503"/>
                  <a:pt x="756982" y="60044"/>
                </a:cubicBezTo>
                <a:cubicBezTo>
                  <a:pt x="756327" y="61585"/>
                  <a:pt x="755376" y="62356"/>
                  <a:pt x="754130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4" y="114243"/>
                </a:cubicBezTo>
                <a:cubicBezTo>
                  <a:pt x="738722" y="116632"/>
                  <a:pt x="741410" y="117827"/>
                  <a:pt x="745278" y="117827"/>
                </a:cubicBezTo>
                <a:cubicBezTo>
                  <a:pt x="746590" y="117827"/>
                  <a:pt x="747770" y="117712"/>
                  <a:pt x="748819" y="117482"/>
                </a:cubicBezTo>
                <a:cubicBezTo>
                  <a:pt x="749868" y="117253"/>
                  <a:pt x="750803" y="116991"/>
                  <a:pt x="751622" y="116695"/>
                </a:cubicBezTo>
                <a:cubicBezTo>
                  <a:pt x="752442" y="116400"/>
                  <a:pt x="753130" y="116138"/>
                  <a:pt x="753688" y="115909"/>
                </a:cubicBezTo>
                <a:cubicBezTo>
                  <a:pt x="754245" y="115679"/>
                  <a:pt x="754753" y="115564"/>
                  <a:pt x="755212" y="115564"/>
                </a:cubicBezTo>
                <a:cubicBezTo>
                  <a:pt x="755605" y="115564"/>
                  <a:pt x="755982" y="115679"/>
                  <a:pt x="756343" y="115909"/>
                </a:cubicBezTo>
                <a:cubicBezTo>
                  <a:pt x="756704" y="116138"/>
                  <a:pt x="756982" y="116598"/>
                  <a:pt x="757179" y="117289"/>
                </a:cubicBezTo>
                <a:cubicBezTo>
                  <a:pt x="757376" y="117977"/>
                  <a:pt x="757556" y="118915"/>
                  <a:pt x="757720" y="120101"/>
                </a:cubicBezTo>
                <a:cubicBezTo>
                  <a:pt x="757884" y="121285"/>
                  <a:pt x="757966" y="122799"/>
                  <a:pt x="757966" y="124644"/>
                </a:cubicBezTo>
                <a:close/>
                <a:moveTo>
                  <a:pt x="861892" y="88613"/>
                </a:moveTo>
                <a:cubicBezTo>
                  <a:pt x="861892" y="96104"/>
                  <a:pt x="860908" y="102937"/>
                  <a:pt x="858941" y="109113"/>
                </a:cubicBezTo>
                <a:cubicBezTo>
                  <a:pt x="856974" y="115289"/>
                  <a:pt x="853991" y="120610"/>
                  <a:pt x="849991" y="125077"/>
                </a:cubicBezTo>
                <a:cubicBezTo>
                  <a:pt x="845992" y="129544"/>
                  <a:pt x="840976" y="132993"/>
                  <a:pt x="834943" y="135426"/>
                </a:cubicBezTo>
                <a:cubicBezTo>
                  <a:pt x="828911" y="137856"/>
                  <a:pt x="821862" y="139071"/>
                  <a:pt x="813797" y="139071"/>
                </a:cubicBezTo>
                <a:cubicBezTo>
                  <a:pt x="805995" y="139071"/>
                  <a:pt x="799208" y="137987"/>
                  <a:pt x="793438" y="135819"/>
                </a:cubicBezTo>
                <a:cubicBezTo>
                  <a:pt x="787668" y="133651"/>
                  <a:pt x="782882" y="130498"/>
                  <a:pt x="779079" y="126359"/>
                </a:cubicBezTo>
                <a:cubicBezTo>
                  <a:pt x="775276" y="122220"/>
                  <a:pt x="772457" y="117128"/>
                  <a:pt x="770621" y="111083"/>
                </a:cubicBezTo>
                <a:cubicBezTo>
                  <a:pt x="768785" y="105039"/>
                  <a:pt x="767867" y="98141"/>
                  <a:pt x="767867" y="90389"/>
                </a:cubicBezTo>
                <a:cubicBezTo>
                  <a:pt x="767867" y="82898"/>
                  <a:pt x="768867" y="76048"/>
                  <a:pt x="770867" y="69840"/>
                </a:cubicBezTo>
                <a:cubicBezTo>
                  <a:pt x="772866" y="63631"/>
                  <a:pt x="775866" y="58310"/>
                  <a:pt x="779866" y="53876"/>
                </a:cubicBezTo>
                <a:cubicBezTo>
                  <a:pt x="783865" y="49442"/>
                  <a:pt x="788865" y="46010"/>
                  <a:pt x="794865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9" y="40999"/>
                  <a:pt x="836419" y="43134"/>
                </a:cubicBezTo>
                <a:cubicBezTo>
                  <a:pt x="842189" y="45269"/>
                  <a:pt x="846959" y="48406"/>
                  <a:pt x="850729" y="52545"/>
                </a:cubicBezTo>
                <a:cubicBezTo>
                  <a:pt x="854499" y="56684"/>
                  <a:pt x="857302" y="61776"/>
                  <a:pt x="859138" y="67820"/>
                </a:cubicBezTo>
                <a:cubicBezTo>
                  <a:pt x="860974" y="73865"/>
                  <a:pt x="861892" y="80796"/>
                  <a:pt x="861892" y="88613"/>
                </a:cubicBezTo>
                <a:moveTo>
                  <a:pt x="836419" y="89599"/>
                </a:moveTo>
                <a:cubicBezTo>
                  <a:pt x="836419" y="85272"/>
                  <a:pt x="836074" y="81289"/>
                  <a:pt x="835386" y="77649"/>
                </a:cubicBezTo>
                <a:cubicBezTo>
                  <a:pt x="834697" y="74010"/>
                  <a:pt x="833534" y="70847"/>
                  <a:pt x="831894" y="68158"/>
                </a:cubicBezTo>
                <a:cubicBezTo>
                  <a:pt x="830255" y="65470"/>
                  <a:pt x="828075" y="63372"/>
                  <a:pt x="825354" y="61864"/>
                </a:cubicBezTo>
                <a:cubicBezTo>
                  <a:pt x="822633" y="60356"/>
                  <a:pt x="819207" y="59602"/>
                  <a:pt x="815076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4" y="62962"/>
                  <a:pt x="800422" y="64929"/>
                  <a:pt x="798651" y="67519"/>
                </a:cubicBezTo>
                <a:cubicBezTo>
                  <a:pt x="796881" y="70109"/>
                  <a:pt x="795553" y="73224"/>
                  <a:pt x="794668" y="76863"/>
                </a:cubicBezTo>
                <a:cubicBezTo>
                  <a:pt x="793783" y="80502"/>
                  <a:pt x="793340" y="84649"/>
                  <a:pt x="793340" y="89304"/>
                </a:cubicBezTo>
                <a:cubicBezTo>
                  <a:pt x="793340" y="93632"/>
                  <a:pt x="793701" y="97615"/>
                  <a:pt x="794422" y="101254"/>
                </a:cubicBezTo>
                <a:cubicBezTo>
                  <a:pt x="795143" y="104893"/>
                  <a:pt x="796307" y="108057"/>
                  <a:pt x="797914" y="110745"/>
                </a:cubicBezTo>
                <a:cubicBezTo>
                  <a:pt x="799520" y="113433"/>
                  <a:pt x="801700" y="115515"/>
                  <a:pt x="804454" y="116991"/>
                </a:cubicBezTo>
                <a:cubicBezTo>
                  <a:pt x="807208" y="118466"/>
                  <a:pt x="810617" y="119203"/>
                  <a:pt x="814683" y="119203"/>
                </a:cubicBezTo>
                <a:cubicBezTo>
                  <a:pt x="818420" y="119203"/>
                  <a:pt x="821666" y="118531"/>
                  <a:pt x="824420" y="117187"/>
                </a:cubicBezTo>
                <a:cubicBezTo>
                  <a:pt x="827173" y="115843"/>
                  <a:pt x="829436" y="113892"/>
                  <a:pt x="831206" y="111335"/>
                </a:cubicBezTo>
                <a:cubicBezTo>
                  <a:pt x="832976" y="108778"/>
                  <a:pt x="834288" y="105680"/>
                  <a:pt x="835140" y="102041"/>
                </a:cubicBezTo>
                <a:cubicBezTo>
                  <a:pt x="835992" y="98402"/>
                  <a:pt x="836419" y="94255"/>
                  <a:pt x="836419" y="89599"/>
                </a:cubicBezTo>
                <a:close/>
                <a:moveTo>
                  <a:pt x="937801" y="53701"/>
                </a:moveTo>
                <a:cubicBezTo>
                  <a:pt x="937801" y="56061"/>
                  <a:pt x="937735" y="57995"/>
                  <a:pt x="937604" y="59503"/>
                </a:cubicBezTo>
                <a:cubicBezTo>
                  <a:pt x="937473" y="61011"/>
                  <a:pt x="937276" y="62192"/>
                  <a:pt x="937014" y="63044"/>
                </a:cubicBezTo>
                <a:cubicBezTo>
                  <a:pt x="936751" y="63896"/>
                  <a:pt x="936407" y="64487"/>
                  <a:pt x="935981" y="64814"/>
                </a:cubicBezTo>
                <a:cubicBezTo>
                  <a:pt x="935555" y="65142"/>
                  <a:pt x="935014" y="65306"/>
                  <a:pt x="934358" y="65306"/>
                </a:cubicBezTo>
                <a:cubicBezTo>
                  <a:pt x="933834" y="65306"/>
                  <a:pt x="933244" y="65191"/>
                  <a:pt x="932588" y="64962"/>
                </a:cubicBezTo>
                <a:cubicBezTo>
                  <a:pt x="931932" y="64732"/>
                  <a:pt x="931195" y="64487"/>
                  <a:pt x="930375" y="64224"/>
                </a:cubicBezTo>
                <a:cubicBezTo>
                  <a:pt x="929555" y="63962"/>
                  <a:pt x="928654" y="63716"/>
                  <a:pt x="927670" y="63487"/>
                </a:cubicBezTo>
                <a:cubicBezTo>
                  <a:pt x="926687" y="63257"/>
                  <a:pt x="925605" y="63142"/>
                  <a:pt x="924425" y="63142"/>
                </a:cubicBezTo>
                <a:cubicBezTo>
                  <a:pt x="923048" y="63142"/>
                  <a:pt x="921671" y="63423"/>
                  <a:pt x="920294" y="63985"/>
                </a:cubicBezTo>
                <a:cubicBezTo>
                  <a:pt x="918917" y="64544"/>
                  <a:pt x="917491" y="65418"/>
                  <a:pt x="916015" y="66606"/>
                </a:cubicBezTo>
                <a:cubicBezTo>
                  <a:pt x="914540" y="67795"/>
                  <a:pt x="912999" y="69379"/>
                  <a:pt x="911393" y="71358"/>
                </a:cubicBezTo>
                <a:cubicBezTo>
                  <a:pt x="909786" y="73337"/>
                  <a:pt x="908065" y="75779"/>
                  <a:pt x="906229" y="78682"/>
                </a:cubicBezTo>
                <a:lnTo>
                  <a:pt x="906229" y="133366"/>
                </a:lnTo>
                <a:cubicBezTo>
                  <a:pt x="906229" y="134022"/>
                  <a:pt x="906033" y="134596"/>
                  <a:pt x="905639" y="135087"/>
                </a:cubicBezTo>
                <a:cubicBezTo>
                  <a:pt x="905246" y="135579"/>
                  <a:pt x="904574" y="135989"/>
                  <a:pt x="903623" y="136317"/>
                </a:cubicBezTo>
                <a:cubicBezTo>
                  <a:pt x="902672" y="136645"/>
                  <a:pt x="901410" y="136891"/>
                  <a:pt x="899836" y="137054"/>
                </a:cubicBezTo>
                <a:cubicBezTo>
                  <a:pt x="898263" y="137218"/>
                  <a:pt x="896263" y="137300"/>
                  <a:pt x="893837" y="137300"/>
                </a:cubicBezTo>
                <a:cubicBezTo>
                  <a:pt x="891411" y="137300"/>
                  <a:pt x="889411" y="137218"/>
                  <a:pt x="887837" y="137054"/>
                </a:cubicBezTo>
                <a:cubicBezTo>
                  <a:pt x="886264" y="136891"/>
                  <a:pt x="885002" y="136645"/>
                  <a:pt x="884051" y="136317"/>
                </a:cubicBezTo>
                <a:cubicBezTo>
                  <a:pt x="883100" y="135989"/>
                  <a:pt x="882428" y="135579"/>
                  <a:pt x="882035" y="135087"/>
                </a:cubicBezTo>
                <a:cubicBezTo>
                  <a:pt x="881641" y="134596"/>
                  <a:pt x="881444" y="134022"/>
                  <a:pt x="881444" y="133366"/>
                </a:cubicBezTo>
                <a:lnTo>
                  <a:pt x="881444" y="45636"/>
                </a:lnTo>
                <a:cubicBezTo>
                  <a:pt x="881444" y="44980"/>
                  <a:pt x="881608" y="44406"/>
                  <a:pt x="881936" y="43914"/>
                </a:cubicBezTo>
                <a:cubicBezTo>
                  <a:pt x="882264" y="43423"/>
                  <a:pt x="882854" y="43013"/>
                  <a:pt x="883707" y="42685"/>
                </a:cubicBezTo>
                <a:cubicBezTo>
                  <a:pt x="884559" y="42357"/>
                  <a:pt x="885657" y="42111"/>
                  <a:pt x="887001" y="41947"/>
                </a:cubicBezTo>
                <a:cubicBezTo>
                  <a:pt x="888346" y="41784"/>
                  <a:pt x="890034" y="41702"/>
                  <a:pt x="892067" y="41702"/>
                </a:cubicBezTo>
                <a:cubicBezTo>
                  <a:pt x="894165" y="41702"/>
                  <a:pt x="895902" y="41784"/>
                  <a:pt x="897279" y="41947"/>
                </a:cubicBezTo>
                <a:cubicBezTo>
                  <a:pt x="898656" y="42111"/>
                  <a:pt x="899722" y="42357"/>
                  <a:pt x="900476" y="42685"/>
                </a:cubicBezTo>
                <a:cubicBezTo>
                  <a:pt x="901230" y="43013"/>
                  <a:pt x="901771" y="43423"/>
                  <a:pt x="902099" y="43914"/>
                </a:cubicBezTo>
                <a:cubicBezTo>
                  <a:pt x="902426" y="44406"/>
                  <a:pt x="902590" y="44980"/>
                  <a:pt x="902590" y="45636"/>
                </a:cubicBezTo>
                <a:lnTo>
                  <a:pt x="902590" y="56553"/>
                </a:lnTo>
                <a:cubicBezTo>
                  <a:pt x="904885" y="53254"/>
                  <a:pt x="907049" y="50533"/>
                  <a:pt x="909082" y="48390"/>
                </a:cubicBezTo>
                <a:cubicBezTo>
                  <a:pt x="911114" y="46246"/>
                  <a:pt x="913048" y="44549"/>
                  <a:pt x="914884" y="43297"/>
                </a:cubicBezTo>
                <a:cubicBezTo>
                  <a:pt x="916720" y="42043"/>
                  <a:pt x="918556" y="41169"/>
                  <a:pt x="920392" y="40675"/>
                </a:cubicBezTo>
                <a:cubicBezTo>
                  <a:pt x="922228" y="40179"/>
                  <a:pt x="924064" y="39931"/>
                  <a:pt x="925900" y="39931"/>
                </a:cubicBezTo>
                <a:cubicBezTo>
                  <a:pt x="926752" y="39931"/>
                  <a:pt x="927670" y="39980"/>
                  <a:pt x="928654" y="40079"/>
                </a:cubicBezTo>
                <a:cubicBezTo>
                  <a:pt x="929637" y="40177"/>
                  <a:pt x="930654" y="40341"/>
                  <a:pt x="931703" y="40570"/>
                </a:cubicBezTo>
                <a:cubicBezTo>
                  <a:pt x="932752" y="40800"/>
                  <a:pt x="933670" y="41062"/>
                  <a:pt x="934457" y="41357"/>
                </a:cubicBezTo>
                <a:cubicBezTo>
                  <a:pt x="935243" y="41652"/>
                  <a:pt x="935817" y="41964"/>
                  <a:pt x="936178" y="42292"/>
                </a:cubicBezTo>
                <a:cubicBezTo>
                  <a:pt x="936538" y="42620"/>
                  <a:pt x="936801" y="42980"/>
                  <a:pt x="936965" y="43374"/>
                </a:cubicBezTo>
                <a:cubicBezTo>
                  <a:pt x="937129" y="43767"/>
                  <a:pt x="937276" y="44308"/>
                  <a:pt x="937407" y="44996"/>
                </a:cubicBezTo>
                <a:cubicBezTo>
                  <a:pt x="937538" y="45685"/>
                  <a:pt x="937637" y="46718"/>
                  <a:pt x="937702" y="48094"/>
                </a:cubicBezTo>
                <a:cubicBezTo>
                  <a:pt x="937768" y="49471"/>
                  <a:pt x="937801" y="51340"/>
                  <a:pt x="937801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919EE-552E-47D6-ABCE-58BF02FE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463" y="2456037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6a566bf734382"/>
          <a:stretch xmlns:a="http://schemas.openxmlformats.org/drawingml/2006/main"/>
        </p:blipFill>
        <p:spPr>
          <a:xfrm xmlns:a="http://schemas.openxmlformats.org/drawingml/2006/main">
            <a:off x="12728007" y="2578068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3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16c06e3b64e07"/>
          <a:stretch xmlns:a="http://schemas.openxmlformats.org/drawingml/2006/main"/>
        </p:blipFill>
        <p:spPr>
          <a:xfrm xmlns:a="http://schemas.openxmlformats.org/drawingml/2006/main">
            <a:off x="12468168" y="2582096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8d183035d4c0f"/>
          <a:stretch xmlns:a="http://schemas.openxmlformats.org/drawingml/2006/main"/>
        </p:blipFill>
        <p:spPr>
          <a:xfrm xmlns:a="http://schemas.openxmlformats.org/drawingml/2006/main">
            <a:off x="11041518" y="3432770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112" name="Text readabook#Tag2">
            <a:extLst xmlns:a="http://schemas.openxmlformats.org/drawingml/2006/main">
              <a:ext uri="{FF2B5EF4-FFF2-40B4-BE49-F238E27FC236}">
                <a16:creationId xmlns:a16="http://schemas.microsoft.com/office/drawing/2014/main" id="{EE441C60-4622-4ABA-AB08-D5B69E7E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754" y="3601504"/>
            <a:ext cx="1288270" cy="152011"/>
          </a:xfrm>
          <a:custGeom xmlns:a="http://schemas.openxmlformats.org/drawingml/2006/main">
            <a:pathLst>
              <a:path w="1288270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8" y="69481"/>
                </a:moveTo>
                <a:cubicBezTo>
                  <a:pt x="72894" y="80547"/>
                  <a:pt x="75585" y="89226"/>
                  <a:pt x="81022" y="95519"/>
                </a:cubicBezTo>
                <a:cubicBezTo>
                  <a:pt x="86458" y="101810"/>
                  <a:pt x="92846" y="104956"/>
                  <a:pt x="100186" y="104956"/>
                </a:cubicBezTo>
                <a:cubicBezTo>
                  <a:pt x="105079" y="104956"/>
                  <a:pt x="109333" y="103610"/>
                  <a:pt x="112949" y="100919"/>
                </a:cubicBezTo>
                <a:cubicBezTo>
                  <a:pt x="116564" y="98228"/>
                  <a:pt x="119595" y="93620"/>
                  <a:pt x="122042" y="87096"/>
                </a:cubicBezTo>
                <a:lnTo>
                  <a:pt x="124570" y="88727"/>
                </a:lnTo>
                <a:cubicBezTo>
                  <a:pt x="123428" y="96176"/>
                  <a:pt x="120112" y="102958"/>
                  <a:pt x="114621" y="109074"/>
                </a:cubicBezTo>
                <a:cubicBezTo>
                  <a:pt x="109129" y="115190"/>
                  <a:pt x="102252" y="118249"/>
                  <a:pt x="93988" y="118249"/>
                </a:cubicBezTo>
                <a:cubicBezTo>
                  <a:pt x="85018" y="118249"/>
                  <a:pt x="77338" y="114763"/>
                  <a:pt x="70950" y="107792"/>
                </a:cubicBezTo>
                <a:cubicBezTo>
                  <a:pt x="64562" y="100820"/>
                  <a:pt x="61368" y="91446"/>
                  <a:pt x="61368" y="79673"/>
                </a:cubicBezTo>
                <a:cubicBezTo>
                  <a:pt x="61368" y="66923"/>
                  <a:pt x="64643" y="56982"/>
                  <a:pt x="71195" y="49848"/>
                </a:cubicBezTo>
                <a:cubicBezTo>
                  <a:pt x="77746" y="42712"/>
                  <a:pt x="85969" y="39144"/>
                  <a:pt x="95864" y="39144"/>
                </a:cubicBezTo>
                <a:cubicBezTo>
                  <a:pt x="104236" y="39144"/>
                  <a:pt x="111114" y="41897"/>
                  <a:pt x="116496" y="47401"/>
                </a:cubicBezTo>
                <a:cubicBezTo>
                  <a:pt x="121879" y="52904"/>
                  <a:pt x="124570" y="60264"/>
                  <a:pt x="124570" y="69481"/>
                </a:cubicBezTo>
                <a:lnTo>
                  <a:pt x="72948" y="69481"/>
                </a:lnTo>
                <a:moveTo>
                  <a:pt x="72948" y="64751"/>
                </a:moveTo>
                <a:lnTo>
                  <a:pt x="107526" y="64751"/>
                </a:lnTo>
                <a:cubicBezTo>
                  <a:pt x="107254" y="59967"/>
                  <a:pt x="106683" y="56596"/>
                  <a:pt x="105813" y="54639"/>
                </a:cubicBezTo>
                <a:cubicBezTo>
                  <a:pt x="104454" y="51594"/>
                  <a:pt x="102429" y="49202"/>
                  <a:pt x="99738" y="47463"/>
                </a:cubicBezTo>
                <a:cubicBezTo>
                  <a:pt x="97046" y="45723"/>
                  <a:pt x="94233" y="44853"/>
                  <a:pt x="91297" y="44853"/>
                </a:cubicBezTo>
                <a:cubicBezTo>
                  <a:pt x="86785" y="44853"/>
                  <a:pt x="82748" y="46606"/>
                  <a:pt x="79187" y="50113"/>
                </a:cubicBezTo>
                <a:cubicBezTo>
                  <a:pt x="75626" y="53620"/>
                  <a:pt x="73546" y="58499"/>
                  <a:pt x="72948" y="64751"/>
                </a:cubicBezTo>
                <a:close/>
                <a:moveTo>
                  <a:pt x="177410" y="105201"/>
                </a:moveTo>
                <a:cubicBezTo>
                  <a:pt x="169744" y="111127"/>
                  <a:pt x="164933" y="114552"/>
                  <a:pt x="162976" y="115476"/>
                </a:cubicBezTo>
                <a:cubicBezTo>
                  <a:pt x="160040" y="116889"/>
                  <a:pt x="156914" y="117596"/>
                  <a:pt x="153597" y="117596"/>
                </a:cubicBezTo>
                <a:cubicBezTo>
                  <a:pt x="148432" y="117596"/>
                  <a:pt x="144178" y="115829"/>
                  <a:pt x="140834" y="112295"/>
                </a:cubicBezTo>
                <a:cubicBezTo>
                  <a:pt x="137491" y="108762"/>
                  <a:pt x="135819" y="104113"/>
                  <a:pt x="135819" y="98350"/>
                </a:cubicBezTo>
                <a:cubicBezTo>
                  <a:pt x="135819" y="94708"/>
                  <a:pt x="136635" y="91554"/>
                  <a:pt x="138266" y="88890"/>
                </a:cubicBezTo>
                <a:cubicBezTo>
                  <a:pt x="140495" y="85193"/>
                  <a:pt x="144368" y="81714"/>
                  <a:pt x="149887" y="78452"/>
                </a:cubicBezTo>
                <a:cubicBezTo>
                  <a:pt x="155405" y="75190"/>
                  <a:pt x="164579" y="71221"/>
                  <a:pt x="177410" y="66545"/>
                </a:cubicBezTo>
                <a:lnTo>
                  <a:pt x="177410" y="63610"/>
                </a:lnTo>
                <a:cubicBezTo>
                  <a:pt x="177410" y="56161"/>
                  <a:pt x="176228" y="51051"/>
                  <a:pt x="173863" y="48278"/>
                </a:cubicBezTo>
                <a:cubicBezTo>
                  <a:pt x="171498" y="45505"/>
                  <a:pt x="168059" y="44119"/>
                  <a:pt x="163546" y="44119"/>
                </a:cubicBezTo>
                <a:cubicBezTo>
                  <a:pt x="160121" y="44119"/>
                  <a:pt x="157403" y="45040"/>
                  <a:pt x="155391" y="46882"/>
                </a:cubicBezTo>
                <a:cubicBezTo>
                  <a:pt x="153325" y="48723"/>
                  <a:pt x="152292" y="50836"/>
                  <a:pt x="152292" y="53220"/>
                </a:cubicBezTo>
                <a:lnTo>
                  <a:pt x="152455" y="57932"/>
                </a:lnTo>
                <a:cubicBezTo>
                  <a:pt x="152455" y="60422"/>
                  <a:pt x="151817" y="62345"/>
                  <a:pt x="150539" y="63699"/>
                </a:cubicBezTo>
                <a:cubicBezTo>
                  <a:pt x="149261" y="65053"/>
                  <a:pt x="147590" y="65730"/>
                  <a:pt x="145524" y="65730"/>
                </a:cubicBezTo>
                <a:cubicBezTo>
                  <a:pt x="143512" y="65730"/>
                  <a:pt x="141867" y="65026"/>
                  <a:pt x="140590" y="63617"/>
                </a:cubicBezTo>
                <a:cubicBezTo>
                  <a:pt x="139312" y="62207"/>
                  <a:pt x="138673" y="60282"/>
                  <a:pt x="138673" y="57842"/>
                </a:cubicBezTo>
                <a:cubicBezTo>
                  <a:pt x="138673" y="53182"/>
                  <a:pt x="141066" y="48901"/>
                  <a:pt x="145850" y="44998"/>
                </a:cubicBezTo>
                <a:cubicBezTo>
                  <a:pt x="150634" y="41096"/>
                  <a:pt x="157349" y="39144"/>
                  <a:pt x="165993" y="39144"/>
                </a:cubicBezTo>
                <a:cubicBezTo>
                  <a:pt x="172626" y="39144"/>
                  <a:pt x="178062" y="40257"/>
                  <a:pt x="182303" y="42483"/>
                </a:cubicBezTo>
                <a:cubicBezTo>
                  <a:pt x="185511" y="44167"/>
                  <a:pt x="187876" y="46801"/>
                  <a:pt x="189398" y="50386"/>
                </a:cubicBezTo>
                <a:cubicBezTo>
                  <a:pt x="190377" y="52720"/>
                  <a:pt x="190866" y="57498"/>
                  <a:pt x="190866" y="64721"/>
                </a:cubicBezTo>
                <a:lnTo>
                  <a:pt x="190866" y="90052"/>
                </a:lnTo>
                <a:cubicBezTo>
                  <a:pt x="190866" y="97166"/>
                  <a:pt x="191002" y="101524"/>
                  <a:pt x="191274" y="103126"/>
                </a:cubicBezTo>
                <a:cubicBezTo>
                  <a:pt x="191545" y="104728"/>
                  <a:pt x="191994" y="105801"/>
                  <a:pt x="192619" y="106345"/>
                </a:cubicBezTo>
                <a:cubicBezTo>
                  <a:pt x="193244" y="106887"/>
                  <a:pt x="193965" y="107158"/>
                  <a:pt x="194780" y="107158"/>
                </a:cubicBezTo>
                <a:cubicBezTo>
                  <a:pt x="195650" y="107158"/>
                  <a:pt x="196411" y="106967"/>
                  <a:pt x="197064" y="106587"/>
                </a:cubicBezTo>
                <a:cubicBezTo>
                  <a:pt x="198205" y="105880"/>
                  <a:pt x="200407" y="103896"/>
                  <a:pt x="203669" y="100634"/>
                </a:cubicBezTo>
                <a:lnTo>
                  <a:pt x="203669" y="105201"/>
                </a:lnTo>
                <a:cubicBezTo>
                  <a:pt x="197580" y="113356"/>
                  <a:pt x="191763" y="117433"/>
                  <a:pt x="186218" y="117433"/>
                </a:cubicBezTo>
                <a:cubicBezTo>
                  <a:pt x="183554" y="117433"/>
                  <a:pt x="181433" y="116509"/>
                  <a:pt x="179857" y="114660"/>
                </a:cubicBezTo>
                <a:cubicBezTo>
                  <a:pt x="178280" y="112812"/>
                  <a:pt x="177464" y="109659"/>
                  <a:pt x="177410" y="105201"/>
                </a:cubicBezTo>
                <a:moveTo>
                  <a:pt x="177410" y="99854"/>
                </a:moveTo>
                <a:lnTo>
                  <a:pt x="177410" y="71520"/>
                </a:lnTo>
                <a:cubicBezTo>
                  <a:pt x="169201" y="74767"/>
                  <a:pt x="163900" y="77067"/>
                  <a:pt x="161508" y="78421"/>
                </a:cubicBezTo>
                <a:cubicBezTo>
                  <a:pt x="157213" y="80803"/>
                  <a:pt x="154141" y="83293"/>
                  <a:pt x="152292" y="85891"/>
                </a:cubicBezTo>
                <a:cubicBezTo>
                  <a:pt x="150444" y="88489"/>
                  <a:pt x="149520" y="91330"/>
                  <a:pt x="149520" y="94415"/>
                </a:cubicBezTo>
                <a:cubicBezTo>
                  <a:pt x="149520" y="98313"/>
                  <a:pt x="150689" y="101547"/>
                  <a:pt x="153026" y="104117"/>
                </a:cubicBezTo>
                <a:cubicBezTo>
                  <a:pt x="155364" y="106688"/>
                  <a:pt x="158055" y="107973"/>
                  <a:pt x="161100" y="107973"/>
                </a:cubicBezTo>
                <a:cubicBezTo>
                  <a:pt x="165232" y="107973"/>
                  <a:pt x="170668" y="105267"/>
                  <a:pt x="177410" y="99854"/>
                </a:cubicBezTo>
                <a:close/>
                <a:moveTo>
                  <a:pt x="262545" y="107565"/>
                </a:moveTo>
                <a:cubicBezTo>
                  <a:pt x="258902" y="111371"/>
                  <a:pt x="255341" y="114103"/>
                  <a:pt x="251862" y="115761"/>
                </a:cubicBezTo>
                <a:cubicBezTo>
                  <a:pt x="248382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2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3" y="39144"/>
                  <a:pt x="246235" y="39144"/>
                </a:cubicBezTo>
                <a:cubicBezTo>
                  <a:pt x="252813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3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1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0" y="104317"/>
                  <a:pt x="277673" y="105663"/>
                  <a:pt x="278570" y="106424"/>
                </a:cubicBezTo>
                <a:cubicBezTo>
                  <a:pt x="279467" y="107185"/>
                  <a:pt x="280513" y="107565"/>
                  <a:pt x="281709" y="107565"/>
                </a:cubicBezTo>
                <a:cubicBezTo>
                  <a:pt x="283177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6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1" y="44201"/>
                  <a:pt x="245256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5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2" y="106363"/>
                  <a:pt x="242320" y="109278"/>
                  <a:pt x="248192" y="109278"/>
                </a:cubicBezTo>
                <a:cubicBezTo>
                  <a:pt x="253139" y="109278"/>
                  <a:pt x="257924" y="106810"/>
                  <a:pt x="262545" y="101875"/>
                </a:cubicBezTo>
                <a:close/>
                <a:moveTo>
                  <a:pt x="377997" y="105201"/>
                </a:moveTo>
                <a:cubicBezTo>
                  <a:pt x="370331" y="111127"/>
                  <a:pt x="365520" y="114552"/>
                  <a:pt x="363563" y="115476"/>
                </a:cubicBezTo>
                <a:cubicBezTo>
                  <a:pt x="360627" y="116889"/>
                  <a:pt x="357501" y="117596"/>
                  <a:pt x="354184" y="117596"/>
                </a:cubicBezTo>
                <a:cubicBezTo>
                  <a:pt x="349019" y="117596"/>
                  <a:pt x="344765" y="115829"/>
                  <a:pt x="341422" y="112295"/>
                </a:cubicBezTo>
                <a:cubicBezTo>
                  <a:pt x="338078" y="108762"/>
                  <a:pt x="336406" y="104113"/>
                  <a:pt x="336406" y="98350"/>
                </a:cubicBezTo>
                <a:cubicBezTo>
                  <a:pt x="336406" y="94708"/>
                  <a:pt x="337222" y="91554"/>
                  <a:pt x="338853" y="88890"/>
                </a:cubicBezTo>
                <a:cubicBezTo>
                  <a:pt x="341082" y="85193"/>
                  <a:pt x="344955" y="81714"/>
                  <a:pt x="350474" y="78452"/>
                </a:cubicBezTo>
                <a:cubicBezTo>
                  <a:pt x="355992" y="75190"/>
                  <a:pt x="365166" y="71221"/>
                  <a:pt x="377997" y="66545"/>
                </a:cubicBezTo>
                <a:lnTo>
                  <a:pt x="377997" y="63610"/>
                </a:lnTo>
                <a:cubicBezTo>
                  <a:pt x="377997" y="56161"/>
                  <a:pt x="376815" y="51051"/>
                  <a:pt x="374450" y="48278"/>
                </a:cubicBezTo>
                <a:cubicBezTo>
                  <a:pt x="372085" y="45505"/>
                  <a:pt x="368646" y="44119"/>
                  <a:pt x="364133" y="44119"/>
                </a:cubicBezTo>
                <a:cubicBezTo>
                  <a:pt x="360708" y="44119"/>
                  <a:pt x="357990" y="45040"/>
                  <a:pt x="355978" y="46882"/>
                </a:cubicBezTo>
                <a:cubicBezTo>
                  <a:pt x="353912" y="48723"/>
                  <a:pt x="352879" y="50836"/>
                  <a:pt x="352879" y="53220"/>
                </a:cubicBezTo>
                <a:lnTo>
                  <a:pt x="353043" y="57932"/>
                </a:lnTo>
                <a:cubicBezTo>
                  <a:pt x="353043" y="60422"/>
                  <a:pt x="352404" y="62345"/>
                  <a:pt x="351126" y="63699"/>
                </a:cubicBezTo>
                <a:cubicBezTo>
                  <a:pt x="349848" y="65053"/>
                  <a:pt x="348177" y="65730"/>
                  <a:pt x="346111" y="65730"/>
                </a:cubicBezTo>
                <a:cubicBezTo>
                  <a:pt x="344099" y="65730"/>
                  <a:pt x="342455" y="65026"/>
                  <a:pt x="341177" y="63617"/>
                </a:cubicBezTo>
                <a:cubicBezTo>
                  <a:pt x="339899" y="62207"/>
                  <a:pt x="339260" y="60282"/>
                  <a:pt x="339260" y="57842"/>
                </a:cubicBezTo>
                <a:cubicBezTo>
                  <a:pt x="339260" y="53182"/>
                  <a:pt x="341653" y="48901"/>
                  <a:pt x="346437" y="44998"/>
                </a:cubicBezTo>
                <a:cubicBezTo>
                  <a:pt x="351221" y="41096"/>
                  <a:pt x="357936" y="39144"/>
                  <a:pt x="366580" y="39144"/>
                </a:cubicBezTo>
                <a:cubicBezTo>
                  <a:pt x="373213" y="39144"/>
                  <a:pt x="378649" y="40257"/>
                  <a:pt x="382890" y="42483"/>
                </a:cubicBezTo>
                <a:cubicBezTo>
                  <a:pt x="386098" y="44167"/>
                  <a:pt x="388463" y="46801"/>
                  <a:pt x="389985" y="50386"/>
                </a:cubicBezTo>
                <a:cubicBezTo>
                  <a:pt x="390964" y="52720"/>
                  <a:pt x="391453" y="57498"/>
                  <a:pt x="391453" y="64721"/>
                </a:cubicBezTo>
                <a:lnTo>
                  <a:pt x="391453" y="90052"/>
                </a:lnTo>
                <a:cubicBezTo>
                  <a:pt x="391453" y="97166"/>
                  <a:pt x="391589" y="101524"/>
                  <a:pt x="391861" y="103126"/>
                </a:cubicBezTo>
                <a:cubicBezTo>
                  <a:pt x="392133" y="104728"/>
                  <a:pt x="392581" y="105801"/>
                  <a:pt x="393206" y="106345"/>
                </a:cubicBezTo>
                <a:cubicBezTo>
                  <a:pt x="393832" y="106887"/>
                  <a:pt x="394552" y="107158"/>
                  <a:pt x="395367" y="107158"/>
                </a:cubicBezTo>
                <a:cubicBezTo>
                  <a:pt x="396237" y="107158"/>
                  <a:pt x="396998" y="106967"/>
                  <a:pt x="397651" y="106587"/>
                </a:cubicBezTo>
                <a:cubicBezTo>
                  <a:pt x="398793" y="105880"/>
                  <a:pt x="400994" y="103896"/>
                  <a:pt x="404256" y="100634"/>
                </a:cubicBezTo>
                <a:lnTo>
                  <a:pt x="404256" y="105201"/>
                </a:lnTo>
                <a:cubicBezTo>
                  <a:pt x="398167" y="113356"/>
                  <a:pt x="392350" y="117433"/>
                  <a:pt x="386805" y="117433"/>
                </a:cubicBezTo>
                <a:cubicBezTo>
                  <a:pt x="384141" y="117433"/>
                  <a:pt x="382020" y="116509"/>
                  <a:pt x="380444" y="114660"/>
                </a:cubicBezTo>
                <a:cubicBezTo>
                  <a:pt x="378867" y="112812"/>
                  <a:pt x="378051" y="109659"/>
                  <a:pt x="377997" y="105201"/>
                </a:cubicBezTo>
                <a:moveTo>
                  <a:pt x="377997" y="99854"/>
                </a:moveTo>
                <a:lnTo>
                  <a:pt x="377997" y="71520"/>
                </a:lnTo>
                <a:cubicBezTo>
                  <a:pt x="369788" y="74767"/>
                  <a:pt x="364487" y="77067"/>
                  <a:pt x="362095" y="78421"/>
                </a:cubicBezTo>
                <a:cubicBezTo>
                  <a:pt x="357800" y="80803"/>
                  <a:pt x="354728" y="83293"/>
                  <a:pt x="352879" y="85891"/>
                </a:cubicBezTo>
                <a:cubicBezTo>
                  <a:pt x="351031" y="88489"/>
                  <a:pt x="350107" y="91330"/>
                  <a:pt x="350107" y="94415"/>
                </a:cubicBezTo>
                <a:cubicBezTo>
                  <a:pt x="350107" y="98313"/>
                  <a:pt x="351276" y="101547"/>
                  <a:pt x="353613" y="104117"/>
                </a:cubicBezTo>
                <a:cubicBezTo>
                  <a:pt x="355951" y="106688"/>
                  <a:pt x="358642" y="107973"/>
                  <a:pt x="361687" y="107973"/>
                </a:cubicBezTo>
                <a:cubicBezTo>
                  <a:pt x="365819" y="107973"/>
                  <a:pt x="371256" y="105267"/>
                  <a:pt x="377997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4" y="39144"/>
                  <a:pt x="496207" y="39144"/>
                </a:cubicBezTo>
                <a:cubicBezTo>
                  <a:pt x="503873" y="39144"/>
                  <a:pt x="510560" y="42417"/>
                  <a:pt x="516268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7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2" y="117460"/>
                  <a:pt x="473087" y="115884"/>
                </a:cubicBezTo>
                <a:cubicBezTo>
                  <a:pt x="468602" y="114307"/>
                  <a:pt x="464021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4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7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2" y="108756"/>
                  <a:pt x="481405" y="110139"/>
                </a:cubicBezTo>
                <a:cubicBezTo>
                  <a:pt x="484368" y="111522"/>
                  <a:pt x="487399" y="112214"/>
                  <a:pt x="490498" y="112214"/>
                </a:cubicBezTo>
                <a:cubicBezTo>
                  <a:pt x="495446" y="112214"/>
                  <a:pt x="500053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3" y="53287"/>
                  <a:pt x="495201" y="50725"/>
                  <a:pt x="489764" y="50725"/>
                </a:cubicBezTo>
                <a:cubicBezTo>
                  <a:pt x="486883" y="50725"/>
                  <a:pt x="484001" y="51457"/>
                  <a:pt x="481120" y="52921"/>
                </a:cubicBezTo>
                <a:cubicBezTo>
                  <a:pt x="478945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3" y="39144"/>
                  <a:pt x="593183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7" y="97558"/>
                </a:cubicBezTo>
                <a:cubicBezTo>
                  <a:pt x="600740" y="104399"/>
                  <a:pt x="596322" y="109558"/>
                  <a:pt x="590695" y="113034"/>
                </a:cubicBezTo>
                <a:cubicBezTo>
                  <a:pt x="585068" y="116511"/>
                  <a:pt x="578802" y="118249"/>
                  <a:pt x="571898" y="118249"/>
                </a:cubicBezTo>
                <a:cubicBezTo>
                  <a:pt x="560644" y="118249"/>
                  <a:pt x="551700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4" y="47223"/>
                  <a:pt x="555180" y="43992"/>
                </a:cubicBezTo>
                <a:cubicBezTo>
                  <a:pt x="560725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5" y="44527"/>
                  <a:pt x="564490" y="45382"/>
                  <a:pt x="561582" y="47093"/>
                </a:cubicBezTo>
                <a:cubicBezTo>
                  <a:pt x="558673" y="48804"/>
                  <a:pt x="556322" y="51804"/>
                  <a:pt x="554528" y="56094"/>
                </a:cubicBezTo>
                <a:cubicBezTo>
                  <a:pt x="552733" y="60384"/>
                  <a:pt x="551836" y="65896"/>
                  <a:pt x="551836" y="72629"/>
                </a:cubicBezTo>
                <a:cubicBezTo>
                  <a:pt x="551836" y="83488"/>
                  <a:pt x="553997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8" y="112540"/>
                  <a:pt x="585028" y="110368"/>
                  <a:pt x="588453" y="106024"/>
                </a:cubicBezTo>
                <a:cubicBezTo>
                  <a:pt x="591878" y="101679"/>
                  <a:pt x="593590" y="94213"/>
                  <a:pt x="593590" y="83625"/>
                </a:cubicBezTo>
                <a:cubicBezTo>
                  <a:pt x="593590" y="70375"/>
                  <a:pt x="590736" y="59948"/>
                  <a:pt x="585028" y="52345"/>
                </a:cubicBezTo>
                <a:cubicBezTo>
                  <a:pt x="581167" y="47133"/>
                  <a:pt x="576247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0" y="43435"/>
                  <a:pt x="683961" y="52017"/>
                </a:cubicBezTo>
                <a:cubicBezTo>
                  <a:pt x="689778" y="59348"/>
                  <a:pt x="692686" y="67766"/>
                  <a:pt x="692686" y="77272"/>
                </a:cubicBezTo>
                <a:cubicBezTo>
                  <a:pt x="692686" y="83952"/>
                  <a:pt x="691083" y="90714"/>
                  <a:pt x="687875" y="97558"/>
                </a:cubicBezTo>
                <a:cubicBezTo>
                  <a:pt x="684667" y="104399"/>
                  <a:pt x="680250" y="109558"/>
                  <a:pt x="674623" y="113034"/>
                </a:cubicBezTo>
                <a:cubicBezTo>
                  <a:pt x="668996" y="116511"/>
                  <a:pt x="662730" y="118249"/>
                  <a:pt x="655825" y="118249"/>
                </a:cubicBezTo>
                <a:cubicBezTo>
                  <a:pt x="644571" y="118249"/>
                  <a:pt x="635628" y="113768"/>
                  <a:pt x="628995" y="104805"/>
                </a:cubicBezTo>
                <a:cubicBezTo>
                  <a:pt x="623395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2" y="58982"/>
                </a:cubicBezTo>
                <a:cubicBezTo>
                  <a:pt x="629090" y="52220"/>
                  <a:pt x="633562" y="47223"/>
                  <a:pt x="639108" y="43992"/>
                </a:cubicBezTo>
                <a:cubicBezTo>
                  <a:pt x="644653" y="40760"/>
                  <a:pt x="650525" y="39144"/>
                  <a:pt x="656723" y="39144"/>
                </a:cubicBezTo>
                <a:moveTo>
                  <a:pt x="654194" y="44527"/>
                </a:moveTo>
                <a:cubicBezTo>
                  <a:pt x="651313" y="44527"/>
                  <a:pt x="648418" y="45382"/>
                  <a:pt x="645509" y="47093"/>
                </a:cubicBezTo>
                <a:cubicBezTo>
                  <a:pt x="642601" y="48804"/>
                  <a:pt x="640249" y="51804"/>
                  <a:pt x="638455" y="56094"/>
                </a:cubicBezTo>
                <a:cubicBezTo>
                  <a:pt x="636661" y="60384"/>
                  <a:pt x="635764" y="65896"/>
                  <a:pt x="635764" y="72629"/>
                </a:cubicBezTo>
                <a:cubicBezTo>
                  <a:pt x="635764" y="83488"/>
                  <a:pt x="637925" y="92856"/>
                  <a:pt x="642247" y="100730"/>
                </a:cubicBezTo>
                <a:cubicBezTo>
                  <a:pt x="646569" y="108604"/>
                  <a:pt x="652264" y="112540"/>
                  <a:pt x="659332" y="112540"/>
                </a:cubicBezTo>
                <a:cubicBezTo>
                  <a:pt x="664606" y="112540"/>
                  <a:pt x="668955" y="110368"/>
                  <a:pt x="672380" y="106024"/>
                </a:cubicBezTo>
                <a:cubicBezTo>
                  <a:pt x="675805" y="101679"/>
                  <a:pt x="677518" y="94213"/>
                  <a:pt x="677518" y="83625"/>
                </a:cubicBezTo>
                <a:cubicBezTo>
                  <a:pt x="677518" y="70375"/>
                  <a:pt x="674664" y="59948"/>
                  <a:pt x="668955" y="52345"/>
                </a:cubicBezTo>
                <a:cubicBezTo>
                  <a:pt x="665095" y="47133"/>
                  <a:pt x="660175" y="44527"/>
                  <a:pt x="654194" y="44527"/>
                </a:cubicBezTo>
                <a:close/>
                <a:moveTo>
                  <a:pt x="726216" y="0"/>
                </a:moveTo>
                <a:lnTo>
                  <a:pt x="726216" y="74293"/>
                </a:lnTo>
                <a:lnTo>
                  <a:pt x="745217" y="57004"/>
                </a:lnTo>
                <a:cubicBezTo>
                  <a:pt x="749240" y="53307"/>
                  <a:pt x="751578" y="50969"/>
                  <a:pt x="752230" y="49991"/>
                </a:cubicBezTo>
                <a:cubicBezTo>
                  <a:pt x="752665" y="49338"/>
                  <a:pt x="752883" y="48686"/>
                  <a:pt x="752883" y="48033"/>
                </a:cubicBezTo>
                <a:cubicBezTo>
                  <a:pt x="752883" y="46946"/>
                  <a:pt x="752434" y="46008"/>
                  <a:pt x="751537" y="45220"/>
                </a:cubicBezTo>
                <a:cubicBezTo>
                  <a:pt x="750640" y="44432"/>
                  <a:pt x="749159" y="43983"/>
                  <a:pt x="747093" y="43874"/>
                </a:cubicBezTo>
                <a:lnTo>
                  <a:pt x="747093" y="41265"/>
                </a:lnTo>
                <a:lnTo>
                  <a:pt x="779550" y="41265"/>
                </a:lnTo>
                <a:lnTo>
                  <a:pt x="779550" y="43874"/>
                </a:lnTo>
                <a:cubicBezTo>
                  <a:pt x="775092" y="43983"/>
                  <a:pt x="771381" y="44663"/>
                  <a:pt x="768418" y="45913"/>
                </a:cubicBezTo>
                <a:cubicBezTo>
                  <a:pt x="765455" y="47164"/>
                  <a:pt x="762207" y="49393"/>
                  <a:pt x="758673" y="52600"/>
                </a:cubicBezTo>
                <a:lnTo>
                  <a:pt x="739508" y="70297"/>
                </a:lnTo>
                <a:lnTo>
                  <a:pt x="758673" y="94471"/>
                </a:lnTo>
                <a:cubicBezTo>
                  <a:pt x="764001" y="101145"/>
                  <a:pt x="767589" y="105377"/>
                  <a:pt x="769438" y="107168"/>
                </a:cubicBezTo>
                <a:cubicBezTo>
                  <a:pt x="772047" y="109718"/>
                  <a:pt x="774331" y="111374"/>
                  <a:pt x="776288" y="112135"/>
                </a:cubicBezTo>
                <a:cubicBezTo>
                  <a:pt x="777647" y="112677"/>
                  <a:pt x="780012" y="112948"/>
                  <a:pt x="783383" y="112948"/>
                </a:cubicBezTo>
                <a:lnTo>
                  <a:pt x="783383" y="115965"/>
                </a:lnTo>
                <a:lnTo>
                  <a:pt x="747093" y="115965"/>
                </a:lnTo>
                <a:lnTo>
                  <a:pt x="747093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3" y="110641"/>
                  <a:pt x="752393" y="109612"/>
                </a:cubicBezTo>
                <a:cubicBezTo>
                  <a:pt x="752393" y="108363"/>
                  <a:pt x="751306" y="106356"/>
                  <a:pt x="749131" y="103590"/>
                </a:cubicBezTo>
                <a:lnTo>
                  <a:pt x="726216" y="74374"/>
                </a:lnTo>
                <a:lnTo>
                  <a:pt x="726216" y="99112"/>
                </a:lnTo>
                <a:cubicBezTo>
                  <a:pt x="726216" y="103941"/>
                  <a:pt x="726555" y="107115"/>
                  <a:pt x="727235" y="108636"/>
                </a:cubicBezTo>
                <a:cubicBezTo>
                  <a:pt x="727915" y="110155"/>
                  <a:pt x="728880" y="111240"/>
                  <a:pt x="730130" y="111890"/>
                </a:cubicBezTo>
                <a:cubicBezTo>
                  <a:pt x="731381" y="112541"/>
                  <a:pt x="734099" y="112893"/>
                  <a:pt x="738285" y="112948"/>
                </a:cubicBezTo>
                <a:lnTo>
                  <a:pt x="738285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8" y="112948"/>
                  <a:pt x="706943" y="112486"/>
                  <a:pt x="708845" y="111561"/>
                </a:cubicBezTo>
                <a:cubicBezTo>
                  <a:pt x="709987" y="110965"/>
                  <a:pt x="710857" y="110042"/>
                  <a:pt x="711455" y="108791"/>
                </a:cubicBezTo>
                <a:cubicBezTo>
                  <a:pt x="712271" y="106999"/>
                  <a:pt x="712678" y="103902"/>
                  <a:pt x="712678" y="99502"/>
                </a:cubicBezTo>
                <a:lnTo>
                  <a:pt x="712678" y="31537"/>
                </a:lnTo>
                <a:cubicBezTo>
                  <a:pt x="712678" y="22900"/>
                  <a:pt x="712488" y="17617"/>
                  <a:pt x="712107" y="15688"/>
                </a:cubicBezTo>
                <a:cubicBezTo>
                  <a:pt x="711727" y="13758"/>
                  <a:pt x="711102" y="12427"/>
                  <a:pt x="710232" y="11695"/>
                </a:cubicBezTo>
                <a:cubicBezTo>
                  <a:pt x="709362" y="10961"/>
                  <a:pt x="708220" y="10594"/>
                  <a:pt x="706807" y="10594"/>
                </a:cubicBezTo>
                <a:cubicBezTo>
                  <a:pt x="705665" y="10594"/>
                  <a:pt x="703952" y="11056"/>
                  <a:pt x="701669" y="11980"/>
                </a:cubicBezTo>
                <a:lnTo>
                  <a:pt x="700283" y="9126"/>
                </a:lnTo>
                <a:lnTo>
                  <a:pt x="722464" y="0"/>
                </a:lnTo>
                <a:lnTo>
                  <a:pt x="726216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1" y="40123"/>
                </a:lnTo>
                <a:lnTo>
                  <a:pt x="857653" y="2936"/>
                </a:lnTo>
                <a:lnTo>
                  <a:pt x="864421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3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8" y="40123"/>
                </a:lnTo>
                <a:lnTo>
                  <a:pt x="905278" y="46647"/>
                </a:lnTo>
                <a:lnTo>
                  <a:pt x="890191" y="46647"/>
                </a:lnTo>
                <a:lnTo>
                  <a:pt x="884483" y="74537"/>
                </a:lnTo>
                <a:lnTo>
                  <a:pt x="905278" y="74537"/>
                </a:lnTo>
                <a:lnTo>
                  <a:pt x="905278" y="81306"/>
                </a:lnTo>
                <a:lnTo>
                  <a:pt x="883096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5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5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7" y="31315"/>
                </a:lnTo>
                <a:cubicBezTo>
                  <a:pt x="1002879" y="26749"/>
                  <a:pt x="1002064" y="23487"/>
                  <a:pt x="1001031" y="21529"/>
                </a:cubicBezTo>
                <a:cubicBezTo>
                  <a:pt x="999345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6" y="12314"/>
                </a:lnTo>
                <a:lnTo>
                  <a:pt x="967676" y="96801"/>
                </a:lnTo>
                <a:cubicBezTo>
                  <a:pt x="967676" y="103597"/>
                  <a:pt x="968410" y="107837"/>
                  <a:pt x="969878" y="109523"/>
                </a:cubicBezTo>
                <a:cubicBezTo>
                  <a:pt x="971944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5" y="112948"/>
                </a:lnTo>
                <a:cubicBezTo>
                  <a:pt x="944951" y="112948"/>
                  <a:pt x="948267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1" y="12695"/>
                  <a:pt x="927717" y="13456"/>
                </a:cubicBezTo>
                <a:cubicBezTo>
                  <a:pt x="924889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0" y="31315"/>
                </a:cubicBezTo>
                <a:lnTo>
                  <a:pt x="913771" y="31315"/>
                </a:lnTo>
                <a:lnTo>
                  <a:pt x="915076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5" y="111127"/>
                  <a:pt x="1046173" y="114552"/>
                  <a:pt x="1044216" y="115476"/>
                </a:cubicBezTo>
                <a:cubicBezTo>
                  <a:pt x="1041280" y="116889"/>
                  <a:pt x="1038154" y="117596"/>
                  <a:pt x="1034838" y="117596"/>
                </a:cubicBezTo>
                <a:cubicBezTo>
                  <a:pt x="1029673" y="117596"/>
                  <a:pt x="1025419" y="115829"/>
                  <a:pt x="1022075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5" y="91554"/>
                  <a:pt x="1019506" y="88890"/>
                </a:cubicBezTo>
                <a:cubicBezTo>
                  <a:pt x="1021735" y="85193"/>
                  <a:pt x="1025609" y="81714"/>
                  <a:pt x="1031127" y="78452"/>
                </a:cubicBezTo>
                <a:cubicBezTo>
                  <a:pt x="1036646" y="75190"/>
                  <a:pt x="1045820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8" y="51051"/>
                  <a:pt x="1055103" y="48278"/>
                </a:cubicBezTo>
                <a:cubicBezTo>
                  <a:pt x="1052738" y="45505"/>
                  <a:pt x="1049300" y="44119"/>
                  <a:pt x="1044787" y="44119"/>
                </a:cubicBezTo>
                <a:cubicBezTo>
                  <a:pt x="1041362" y="44119"/>
                  <a:pt x="1038644" y="45040"/>
                  <a:pt x="1036632" y="46882"/>
                </a:cubicBezTo>
                <a:cubicBezTo>
                  <a:pt x="1034566" y="48723"/>
                  <a:pt x="1033533" y="50836"/>
                  <a:pt x="1033533" y="53220"/>
                </a:cubicBezTo>
                <a:lnTo>
                  <a:pt x="1033696" y="57932"/>
                </a:lnTo>
                <a:cubicBezTo>
                  <a:pt x="1033696" y="60422"/>
                  <a:pt x="1033057" y="62345"/>
                  <a:pt x="1031780" y="63699"/>
                </a:cubicBezTo>
                <a:cubicBezTo>
                  <a:pt x="1030502" y="65053"/>
                  <a:pt x="1028830" y="65730"/>
                  <a:pt x="1026764" y="65730"/>
                </a:cubicBezTo>
                <a:cubicBezTo>
                  <a:pt x="1024753" y="65730"/>
                  <a:pt x="1023108" y="65026"/>
                  <a:pt x="1021831" y="63617"/>
                </a:cubicBezTo>
                <a:cubicBezTo>
                  <a:pt x="1020553" y="62207"/>
                  <a:pt x="1019914" y="60282"/>
                  <a:pt x="1019914" y="57842"/>
                </a:cubicBezTo>
                <a:cubicBezTo>
                  <a:pt x="1019914" y="53182"/>
                  <a:pt x="1022306" y="48901"/>
                  <a:pt x="1027091" y="44998"/>
                </a:cubicBezTo>
                <a:cubicBezTo>
                  <a:pt x="1031875" y="41096"/>
                  <a:pt x="1038589" y="39144"/>
                  <a:pt x="1047234" y="39144"/>
                </a:cubicBezTo>
                <a:cubicBezTo>
                  <a:pt x="1053866" y="39144"/>
                  <a:pt x="1059303" y="40257"/>
                  <a:pt x="1063544" y="42483"/>
                </a:cubicBezTo>
                <a:cubicBezTo>
                  <a:pt x="1066751" y="44167"/>
                  <a:pt x="1069116" y="46801"/>
                  <a:pt x="1070639" y="50386"/>
                </a:cubicBezTo>
                <a:cubicBezTo>
                  <a:pt x="1071617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4" y="103126"/>
                </a:cubicBezTo>
                <a:cubicBezTo>
                  <a:pt x="1072786" y="104728"/>
                  <a:pt x="1073235" y="105801"/>
                  <a:pt x="1073860" y="106345"/>
                </a:cubicBezTo>
                <a:cubicBezTo>
                  <a:pt x="1074485" y="106887"/>
                  <a:pt x="1075206" y="107158"/>
                  <a:pt x="1076021" y="107158"/>
                </a:cubicBezTo>
                <a:cubicBezTo>
                  <a:pt x="1076891" y="107158"/>
                  <a:pt x="1077652" y="106967"/>
                  <a:pt x="1078304" y="106587"/>
                </a:cubicBezTo>
                <a:cubicBezTo>
                  <a:pt x="1079446" y="105880"/>
                  <a:pt x="1081648" y="103896"/>
                  <a:pt x="1084910" y="100634"/>
                </a:cubicBezTo>
                <a:lnTo>
                  <a:pt x="1084910" y="105201"/>
                </a:lnTo>
                <a:cubicBezTo>
                  <a:pt x="1078821" y="113356"/>
                  <a:pt x="1073004" y="117433"/>
                  <a:pt x="1067458" y="117433"/>
                </a:cubicBezTo>
                <a:cubicBezTo>
                  <a:pt x="1064794" y="117433"/>
                  <a:pt x="1062674" y="116509"/>
                  <a:pt x="1061097" y="114660"/>
                </a:cubicBezTo>
                <a:cubicBezTo>
                  <a:pt x="1059521" y="112812"/>
                  <a:pt x="1058705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1" y="74767"/>
                  <a:pt x="1045140" y="77067"/>
                  <a:pt x="1042748" y="78421"/>
                </a:cubicBezTo>
                <a:cubicBezTo>
                  <a:pt x="1038453" y="80803"/>
                  <a:pt x="1035382" y="83293"/>
                  <a:pt x="1033533" y="85891"/>
                </a:cubicBezTo>
                <a:cubicBezTo>
                  <a:pt x="1031685" y="88489"/>
                  <a:pt x="1030760" y="91330"/>
                  <a:pt x="1030760" y="94415"/>
                </a:cubicBezTo>
                <a:cubicBezTo>
                  <a:pt x="1030760" y="98313"/>
                  <a:pt x="1031929" y="101547"/>
                  <a:pt x="1034267" y="104117"/>
                </a:cubicBezTo>
                <a:cubicBezTo>
                  <a:pt x="1036605" y="106688"/>
                  <a:pt x="1039296" y="107973"/>
                  <a:pt x="1042341" y="107973"/>
                </a:cubicBezTo>
                <a:cubicBezTo>
                  <a:pt x="1046472" y="107973"/>
                  <a:pt x="1051909" y="105267"/>
                  <a:pt x="1058651" y="99854"/>
                </a:cubicBezTo>
                <a:close/>
                <a:moveTo>
                  <a:pt x="1152966" y="88745"/>
                </a:moveTo>
                <a:cubicBezTo>
                  <a:pt x="1148399" y="86519"/>
                  <a:pt x="1144892" y="83411"/>
                  <a:pt x="1142445" y="79420"/>
                </a:cubicBezTo>
                <a:cubicBezTo>
                  <a:pt x="1139999" y="75429"/>
                  <a:pt x="1138776" y="71017"/>
                  <a:pt x="1138776" y="66184"/>
                </a:cubicBezTo>
                <a:cubicBezTo>
                  <a:pt x="1138776" y="58800"/>
                  <a:pt x="1141562" y="52447"/>
                  <a:pt x="1147135" y="47126"/>
                </a:cubicBezTo>
                <a:cubicBezTo>
                  <a:pt x="1152707" y="41805"/>
                  <a:pt x="1159843" y="39144"/>
                  <a:pt x="1168542" y="39144"/>
                </a:cubicBezTo>
                <a:cubicBezTo>
                  <a:pt x="1175664" y="39144"/>
                  <a:pt x="1181835" y="40884"/>
                  <a:pt x="1187054" y="44364"/>
                </a:cubicBezTo>
                <a:lnTo>
                  <a:pt x="1202875" y="44364"/>
                </a:lnTo>
                <a:cubicBezTo>
                  <a:pt x="1205212" y="44364"/>
                  <a:pt x="1206572" y="44431"/>
                  <a:pt x="1206952" y="44565"/>
                </a:cubicBezTo>
                <a:cubicBezTo>
                  <a:pt x="1207333" y="44699"/>
                  <a:pt x="1207605" y="44928"/>
                  <a:pt x="1207768" y="45250"/>
                </a:cubicBezTo>
                <a:cubicBezTo>
                  <a:pt x="1208094" y="45735"/>
                  <a:pt x="1208257" y="46595"/>
                  <a:pt x="1208257" y="47832"/>
                </a:cubicBezTo>
                <a:cubicBezTo>
                  <a:pt x="1208257" y="49229"/>
                  <a:pt x="1208121" y="50196"/>
                  <a:pt x="1207849" y="50735"/>
                </a:cubicBezTo>
                <a:cubicBezTo>
                  <a:pt x="1207686" y="51003"/>
                  <a:pt x="1207401" y="51218"/>
                  <a:pt x="1206993" y="51380"/>
                </a:cubicBezTo>
                <a:cubicBezTo>
                  <a:pt x="1206585" y="51541"/>
                  <a:pt x="1205212" y="51622"/>
                  <a:pt x="1202875" y="51622"/>
                </a:cubicBezTo>
                <a:lnTo>
                  <a:pt x="1193170" y="51622"/>
                </a:lnTo>
                <a:cubicBezTo>
                  <a:pt x="1196215" y="55545"/>
                  <a:pt x="1197737" y="60557"/>
                  <a:pt x="1197737" y="66658"/>
                </a:cubicBezTo>
                <a:cubicBezTo>
                  <a:pt x="1197737" y="73630"/>
                  <a:pt x="1195073" y="79595"/>
                  <a:pt x="1189745" y="84553"/>
                </a:cubicBezTo>
                <a:cubicBezTo>
                  <a:pt x="1184417" y="89510"/>
                  <a:pt x="1177268" y="91989"/>
                  <a:pt x="1168297" y="91989"/>
                </a:cubicBezTo>
                <a:cubicBezTo>
                  <a:pt x="1164600" y="91989"/>
                  <a:pt x="1160822" y="91435"/>
                  <a:pt x="1156962" y="90325"/>
                </a:cubicBezTo>
                <a:cubicBezTo>
                  <a:pt x="1154569" y="92389"/>
                  <a:pt x="1152952" y="94196"/>
                  <a:pt x="1152109" y="95746"/>
                </a:cubicBezTo>
                <a:cubicBezTo>
                  <a:pt x="1151267" y="97293"/>
                  <a:pt x="1150845" y="98610"/>
                  <a:pt x="1150845" y="99696"/>
                </a:cubicBezTo>
                <a:cubicBezTo>
                  <a:pt x="1150845" y="100620"/>
                  <a:pt x="1151294" y="101517"/>
                  <a:pt x="1152191" y="102387"/>
                </a:cubicBezTo>
                <a:cubicBezTo>
                  <a:pt x="1153088" y="103255"/>
                  <a:pt x="1154841" y="103880"/>
                  <a:pt x="1157451" y="104260"/>
                </a:cubicBezTo>
                <a:cubicBezTo>
                  <a:pt x="1158973" y="104478"/>
                  <a:pt x="1162779" y="104668"/>
                  <a:pt x="1168868" y="104831"/>
                </a:cubicBezTo>
                <a:cubicBezTo>
                  <a:pt x="1180068" y="105101"/>
                  <a:pt x="1187326" y="105481"/>
                  <a:pt x="1190642" y="105970"/>
                </a:cubicBezTo>
                <a:cubicBezTo>
                  <a:pt x="1195698" y="106677"/>
                  <a:pt x="1199735" y="108552"/>
                  <a:pt x="1202752" y="111595"/>
                </a:cubicBezTo>
                <a:cubicBezTo>
                  <a:pt x="1205770" y="114636"/>
                  <a:pt x="1207278" y="118384"/>
                  <a:pt x="1207278" y="122838"/>
                </a:cubicBezTo>
                <a:cubicBezTo>
                  <a:pt x="1207278" y="128977"/>
                  <a:pt x="1204397" y="134735"/>
                  <a:pt x="1198634" y="140114"/>
                </a:cubicBezTo>
                <a:cubicBezTo>
                  <a:pt x="1190153" y="148045"/>
                  <a:pt x="1179089" y="152011"/>
                  <a:pt x="1165443" y="152011"/>
                </a:cubicBezTo>
                <a:cubicBezTo>
                  <a:pt x="1154950" y="152011"/>
                  <a:pt x="1146088" y="149649"/>
                  <a:pt x="1138857" y="144926"/>
                </a:cubicBezTo>
                <a:cubicBezTo>
                  <a:pt x="1134780" y="142211"/>
                  <a:pt x="1132741" y="139387"/>
                  <a:pt x="1132741" y="136455"/>
                </a:cubicBezTo>
                <a:cubicBezTo>
                  <a:pt x="1132741" y="135153"/>
                  <a:pt x="1133040" y="133851"/>
                  <a:pt x="1133638" y="132548"/>
                </a:cubicBezTo>
                <a:cubicBezTo>
                  <a:pt x="1134562" y="130538"/>
                  <a:pt x="1136465" y="127742"/>
                  <a:pt x="1139347" y="124159"/>
                </a:cubicBezTo>
                <a:cubicBezTo>
                  <a:pt x="1139727" y="123671"/>
                  <a:pt x="1142500" y="120739"/>
                  <a:pt x="1147665" y="115364"/>
                </a:cubicBezTo>
                <a:cubicBezTo>
                  <a:pt x="1144838" y="113677"/>
                  <a:pt x="1142840" y="112166"/>
                  <a:pt x="1141671" y="110833"/>
                </a:cubicBezTo>
                <a:cubicBezTo>
                  <a:pt x="1140502" y="109499"/>
                  <a:pt x="1139917" y="107989"/>
                  <a:pt x="1139917" y="106301"/>
                </a:cubicBezTo>
                <a:cubicBezTo>
                  <a:pt x="1139917" y="104395"/>
                  <a:pt x="1140692" y="102163"/>
                  <a:pt x="1142242" y="99604"/>
                </a:cubicBezTo>
                <a:cubicBezTo>
                  <a:pt x="1143791" y="97045"/>
                  <a:pt x="1147366" y="93426"/>
                  <a:pt x="1152966" y="88745"/>
                </a:cubicBezTo>
                <a:moveTo>
                  <a:pt x="1167155" y="43222"/>
                </a:moveTo>
                <a:cubicBezTo>
                  <a:pt x="1163132" y="43222"/>
                  <a:pt x="1159761" y="44817"/>
                  <a:pt x="1157043" y="48008"/>
                </a:cubicBezTo>
                <a:cubicBezTo>
                  <a:pt x="1154325" y="51197"/>
                  <a:pt x="1152966" y="56090"/>
                  <a:pt x="1152966" y="62687"/>
                </a:cubicBezTo>
                <a:cubicBezTo>
                  <a:pt x="1152966" y="71231"/>
                  <a:pt x="1154814" y="77855"/>
                  <a:pt x="1158511" y="82557"/>
                </a:cubicBezTo>
                <a:cubicBezTo>
                  <a:pt x="1161338" y="86127"/>
                  <a:pt x="1164926" y="87912"/>
                  <a:pt x="1169276" y="87912"/>
                </a:cubicBezTo>
                <a:cubicBezTo>
                  <a:pt x="1173408" y="87912"/>
                  <a:pt x="1176806" y="86371"/>
                  <a:pt x="1179470" y="83289"/>
                </a:cubicBezTo>
                <a:cubicBezTo>
                  <a:pt x="1182134" y="80207"/>
                  <a:pt x="1183466" y="75367"/>
                  <a:pt x="1183466" y="68770"/>
                </a:cubicBezTo>
                <a:cubicBezTo>
                  <a:pt x="1183466" y="60173"/>
                  <a:pt x="1181590" y="53441"/>
                  <a:pt x="1177839" y="48574"/>
                </a:cubicBezTo>
                <a:cubicBezTo>
                  <a:pt x="1175066" y="45006"/>
                  <a:pt x="1171505" y="43222"/>
                  <a:pt x="1167155" y="43222"/>
                </a:cubicBezTo>
                <a:moveTo>
                  <a:pt x="1152150" y="116014"/>
                </a:moveTo>
                <a:cubicBezTo>
                  <a:pt x="1149595" y="118781"/>
                  <a:pt x="1147665" y="121359"/>
                  <a:pt x="1146360" y="123746"/>
                </a:cubicBezTo>
                <a:cubicBezTo>
                  <a:pt x="1145055" y="126134"/>
                  <a:pt x="1144403" y="128333"/>
                  <a:pt x="1144403" y="130341"/>
                </a:cubicBezTo>
                <a:cubicBezTo>
                  <a:pt x="1144403" y="132946"/>
                  <a:pt x="1145979" y="135225"/>
                  <a:pt x="1149133" y="137179"/>
                </a:cubicBezTo>
                <a:cubicBezTo>
                  <a:pt x="1154569" y="140543"/>
                  <a:pt x="1162425" y="142225"/>
                  <a:pt x="1172701" y="142225"/>
                </a:cubicBezTo>
                <a:cubicBezTo>
                  <a:pt x="1182487" y="142225"/>
                  <a:pt x="1189704" y="140501"/>
                  <a:pt x="1194353" y="137054"/>
                </a:cubicBezTo>
                <a:cubicBezTo>
                  <a:pt x="1199001" y="133608"/>
                  <a:pt x="1201325" y="129932"/>
                  <a:pt x="1201325" y="126027"/>
                </a:cubicBezTo>
                <a:cubicBezTo>
                  <a:pt x="1201325" y="123205"/>
                  <a:pt x="1199939" y="121196"/>
                  <a:pt x="1197166" y="120002"/>
                </a:cubicBezTo>
                <a:cubicBezTo>
                  <a:pt x="1194339" y="118808"/>
                  <a:pt x="1188739" y="118103"/>
                  <a:pt x="1180367" y="117887"/>
                </a:cubicBezTo>
                <a:cubicBezTo>
                  <a:pt x="1168134" y="117561"/>
                  <a:pt x="1158728" y="116936"/>
                  <a:pt x="1152150" y="116014"/>
                </a:cubicBezTo>
                <a:close/>
                <a:moveTo>
                  <a:pt x="1288270" y="94599"/>
                </a:moveTo>
                <a:lnTo>
                  <a:pt x="1280523" y="115965"/>
                </a:lnTo>
                <a:lnTo>
                  <a:pt x="1215283" y="115965"/>
                </a:lnTo>
                <a:lnTo>
                  <a:pt x="1215283" y="112943"/>
                </a:lnTo>
                <a:cubicBezTo>
                  <a:pt x="1234474" y="95408"/>
                  <a:pt x="1247984" y="81086"/>
                  <a:pt x="1255813" y="69978"/>
                </a:cubicBezTo>
                <a:cubicBezTo>
                  <a:pt x="1263642" y="58869"/>
                  <a:pt x="1267557" y="48712"/>
                  <a:pt x="1267557" y="39509"/>
                </a:cubicBezTo>
                <a:cubicBezTo>
                  <a:pt x="1267557" y="32485"/>
                  <a:pt x="1265409" y="26714"/>
                  <a:pt x="1261114" y="22195"/>
                </a:cubicBezTo>
                <a:cubicBezTo>
                  <a:pt x="1256819" y="17674"/>
                  <a:pt x="1251681" y="15413"/>
                  <a:pt x="1245701" y="15413"/>
                </a:cubicBezTo>
                <a:cubicBezTo>
                  <a:pt x="1240264" y="15413"/>
                  <a:pt x="1235385" y="17010"/>
                  <a:pt x="1231063" y="20204"/>
                </a:cubicBezTo>
                <a:cubicBezTo>
                  <a:pt x="1226740" y="23398"/>
                  <a:pt x="1223546" y="28081"/>
                  <a:pt x="1221480" y="34251"/>
                </a:cubicBezTo>
                <a:lnTo>
                  <a:pt x="1218463" y="34251"/>
                </a:lnTo>
                <a:cubicBezTo>
                  <a:pt x="1219822" y="24219"/>
                  <a:pt x="1223315" y="16519"/>
                  <a:pt x="1228942" y="11152"/>
                </a:cubicBezTo>
                <a:cubicBezTo>
                  <a:pt x="1234569" y="5783"/>
                  <a:pt x="1241596" y="3099"/>
                  <a:pt x="1250023" y="3099"/>
                </a:cubicBezTo>
                <a:cubicBezTo>
                  <a:pt x="1258994" y="3099"/>
                  <a:pt x="1266483" y="5980"/>
                  <a:pt x="1272490" y="11743"/>
                </a:cubicBezTo>
                <a:cubicBezTo>
                  <a:pt x="1278498" y="17506"/>
                  <a:pt x="1281502" y="24302"/>
                  <a:pt x="1281502" y="32131"/>
                </a:cubicBezTo>
                <a:cubicBezTo>
                  <a:pt x="1281502" y="37731"/>
                  <a:pt x="1280197" y="43331"/>
                  <a:pt x="1277587" y="48930"/>
                </a:cubicBezTo>
                <a:cubicBezTo>
                  <a:pt x="1273564" y="57738"/>
                  <a:pt x="1267040" y="67062"/>
                  <a:pt x="1258015" y="76902"/>
                </a:cubicBezTo>
                <a:cubicBezTo>
                  <a:pt x="1244478" y="91690"/>
                  <a:pt x="1236024" y="100606"/>
                  <a:pt x="1232653" y="103651"/>
                </a:cubicBezTo>
                <a:lnTo>
                  <a:pt x="1261522" y="103651"/>
                </a:lnTo>
                <a:cubicBezTo>
                  <a:pt x="1267393" y="103651"/>
                  <a:pt x="1271512" y="103432"/>
                  <a:pt x="1273877" y="102994"/>
                </a:cubicBezTo>
                <a:cubicBezTo>
                  <a:pt x="1276242" y="102553"/>
                  <a:pt x="1278376" y="101662"/>
                  <a:pt x="1280278" y="100318"/>
                </a:cubicBezTo>
                <a:cubicBezTo>
                  <a:pt x="1282181" y="98974"/>
                  <a:pt x="1283840" y="97068"/>
                  <a:pt x="1285253" y="94599"/>
                </a:cubicBezTo>
                <a:lnTo>
                  <a:pt x="1288270" y="9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668ED-EF29-49F7-84CC-D510EEA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524" y="3370697"/>
            <a:ext cx="248476" cy="100696"/>
          </a:xfrm>
          <a:custGeom xmlns:a="http://schemas.openxmlformats.org/drawingml/2006/main">
            <a:pathLst>
              <a:path w="248476" h="100696">
                <a:moveTo>
                  <a:pt x="148099" y="100696"/>
                </a:moveTo>
                <a:lnTo>
                  <a:pt x="248476" y="49668"/>
                </a:lnTo>
                <a:lnTo>
                  <a:pt x="147427" y="0"/>
                </a:lnTo>
                <a:lnTo>
                  <a:pt x="147707" y="41950"/>
                </a:lnTo>
                <a:lnTo>
                  <a:pt x="0" y="42954"/>
                </a:lnTo>
                <a:lnTo>
                  <a:pt x="101" y="59740"/>
                </a:lnTo>
                <a:lnTo>
                  <a:pt x="147819" y="58736"/>
                </a:lnTo>
                <a:lnTo>
                  <a:pt x="148099" y="1006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5E416-766C-4A1F-A155-0D6517D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213" y="3372191"/>
            <a:ext cx="245942" cy="100713"/>
          </a:xfrm>
          <a:custGeom xmlns:a="http://schemas.openxmlformats.org/drawingml/2006/main">
            <a:pathLst>
              <a:path w="245942" h="100713">
                <a:moveTo>
                  <a:pt x="67" y="41460"/>
                </a:moveTo>
                <a:lnTo>
                  <a:pt x="0" y="58246"/>
                </a:lnTo>
                <a:lnTo>
                  <a:pt x="145200" y="58746"/>
                </a:lnTo>
                <a:lnTo>
                  <a:pt x="145061" y="100713"/>
                </a:lnTo>
                <a:lnTo>
                  <a:pt x="245942" y="50692"/>
                </a:lnTo>
                <a:lnTo>
                  <a:pt x="145396" y="0"/>
                </a:lnTo>
                <a:lnTo>
                  <a:pt x="145256" y="41961"/>
                </a:lnTo>
                <a:lnTo>
                  <a:pt x="67" y="41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893C3-8CF4-4CC9-9C61-DD783BF4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154" y="3371536"/>
            <a:ext cx="243440" cy="100713"/>
          </a:xfrm>
          <a:custGeom xmlns:a="http://schemas.openxmlformats.org/drawingml/2006/main">
            <a:pathLst>
              <a:path w="243440" h="100713">
                <a:moveTo>
                  <a:pt x="143080" y="100713"/>
                </a:moveTo>
                <a:lnTo>
                  <a:pt x="243440" y="49668"/>
                </a:lnTo>
                <a:lnTo>
                  <a:pt x="142375" y="0"/>
                </a:lnTo>
                <a:lnTo>
                  <a:pt x="142669" y="41970"/>
                </a:lnTo>
                <a:lnTo>
                  <a:pt x="0" y="42954"/>
                </a:lnTo>
                <a:lnTo>
                  <a:pt x="101" y="59740"/>
                </a:lnTo>
                <a:lnTo>
                  <a:pt x="142786" y="58755"/>
                </a:lnTo>
                <a:lnTo>
                  <a:pt x="143080" y="100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374B8-FEAD-49EB-AB93-A74AD3BA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823" y="3370848"/>
            <a:ext cx="237515" cy="100713"/>
          </a:xfrm>
          <a:custGeom xmlns:a="http://schemas.openxmlformats.org/drawingml/2006/main">
            <a:pathLst>
              <a:path w="237515" h="100713">
                <a:moveTo>
                  <a:pt x="0" y="41964"/>
                </a:moveTo>
                <a:lnTo>
                  <a:pt x="0" y="58749"/>
                </a:lnTo>
                <a:lnTo>
                  <a:pt x="136802" y="58749"/>
                </a:lnTo>
                <a:lnTo>
                  <a:pt x="136802" y="100713"/>
                </a:lnTo>
                <a:lnTo>
                  <a:pt x="237515" y="50357"/>
                </a:lnTo>
                <a:lnTo>
                  <a:pt x="136802" y="0"/>
                </a:lnTo>
                <a:lnTo>
                  <a:pt x="136802" y="41964"/>
                </a:lnTo>
                <a:lnTo>
                  <a:pt x="0" y="419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DFC88-B5C1-4A3F-8A82-6F9E554C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62" y="2410716"/>
            <a:ext cx="8645385" cy="1962228"/>
          </a:xfrm>
          <a:custGeom xmlns:a="http://schemas.openxmlformats.org/drawingml/2006/main">
            <a:pathLst>
              <a:path w="8645385" h="1962228">
                <a:moveTo>
                  <a:pt x="1067559" y="0"/>
                </a:moveTo>
                <a:lnTo>
                  <a:pt x="1000417" y="0"/>
                </a:lnTo>
                <a:lnTo>
                  <a:pt x="1000417" y="16786"/>
                </a:lnTo>
                <a:lnTo>
                  <a:pt x="1067559" y="16786"/>
                </a:lnTo>
                <a:lnTo>
                  <a:pt x="1067559" y="0"/>
                </a:lnTo>
                <a:close/>
                <a:moveTo>
                  <a:pt x="950061" y="0"/>
                </a:moveTo>
                <a:lnTo>
                  <a:pt x="882919" y="0"/>
                </a:lnTo>
                <a:lnTo>
                  <a:pt x="882919" y="16786"/>
                </a:lnTo>
                <a:lnTo>
                  <a:pt x="950061" y="16786"/>
                </a:lnTo>
                <a:lnTo>
                  <a:pt x="950061" y="0"/>
                </a:lnTo>
                <a:close/>
                <a:moveTo>
                  <a:pt x="832562" y="0"/>
                </a:moveTo>
                <a:lnTo>
                  <a:pt x="765420" y="0"/>
                </a:lnTo>
                <a:lnTo>
                  <a:pt x="765420" y="16786"/>
                </a:lnTo>
                <a:lnTo>
                  <a:pt x="832562" y="16786"/>
                </a:lnTo>
                <a:lnTo>
                  <a:pt x="832562" y="0"/>
                </a:lnTo>
                <a:close/>
                <a:moveTo>
                  <a:pt x="647921" y="0"/>
                </a:moveTo>
                <a:lnTo>
                  <a:pt x="647921" y="16786"/>
                </a:lnTo>
                <a:lnTo>
                  <a:pt x="715063" y="16786"/>
                </a:lnTo>
                <a:lnTo>
                  <a:pt x="715063" y="0"/>
                </a:lnTo>
                <a:lnTo>
                  <a:pt x="647921" y="0"/>
                </a:lnTo>
                <a:close/>
                <a:moveTo>
                  <a:pt x="530423" y="0"/>
                </a:moveTo>
                <a:lnTo>
                  <a:pt x="530423" y="16786"/>
                </a:lnTo>
                <a:lnTo>
                  <a:pt x="597565" y="16786"/>
                </a:lnTo>
                <a:lnTo>
                  <a:pt x="597565" y="0"/>
                </a:lnTo>
                <a:lnTo>
                  <a:pt x="530423" y="0"/>
                </a:lnTo>
                <a:close/>
                <a:moveTo>
                  <a:pt x="480066" y="0"/>
                </a:moveTo>
                <a:lnTo>
                  <a:pt x="412924" y="0"/>
                </a:lnTo>
                <a:lnTo>
                  <a:pt x="412924" y="16786"/>
                </a:lnTo>
                <a:lnTo>
                  <a:pt x="480066" y="16786"/>
                </a:lnTo>
                <a:lnTo>
                  <a:pt x="480066" y="0"/>
                </a:lnTo>
                <a:close/>
                <a:moveTo>
                  <a:pt x="295425" y="0"/>
                </a:moveTo>
                <a:lnTo>
                  <a:pt x="295425" y="16786"/>
                </a:lnTo>
                <a:lnTo>
                  <a:pt x="362567" y="16786"/>
                </a:lnTo>
                <a:lnTo>
                  <a:pt x="362567" y="0"/>
                </a:lnTo>
                <a:lnTo>
                  <a:pt x="295425" y="0"/>
                </a:lnTo>
                <a:close/>
                <a:moveTo>
                  <a:pt x="177927" y="0"/>
                </a:moveTo>
                <a:lnTo>
                  <a:pt x="177927" y="16786"/>
                </a:lnTo>
                <a:lnTo>
                  <a:pt x="245069" y="16786"/>
                </a:lnTo>
                <a:lnTo>
                  <a:pt x="245069" y="0"/>
                </a:lnTo>
                <a:lnTo>
                  <a:pt x="177927" y="0"/>
                </a:lnTo>
                <a:close/>
                <a:moveTo>
                  <a:pt x="127570" y="0"/>
                </a:moveTo>
                <a:lnTo>
                  <a:pt x="60428" y="0"/>
                </a:lnTo>
                <a:lnTo>
                  <a:pt x="60428" y="16786"/>
                </a:lnTo>
                <a:lnTo>
                  <a:pt x="127570" y="16786"/>
                </a:lnTo>
                <a:lnTo>
                  <a:pt x="127570" y="0"/>
                </a:lnTo>
                <a:close/>
                <a:moveTo>
                  <a:pt x="0" y="0"/>
                </a:moveTo>
                <a:lnTo>
                  <a:pt x="0" y="73856"/>
                </a:lnTo>
                <a:lnTo>
                  <a:pt x="16786" y="73856"/>
                </a:lnTo>
                <a:lnTo>
                  <a:pt x="16786" y="16786"/>
                </a:lnTo>
                <a:lnTo>
                  <a:pt x="16786" y="8393"/>
                </a:lnTo>
                <a:lnTo>
                  <a:pt x="10071" y="15107"/>
                </a:lnTo>
                <a:lnTo>
                  <a:pt x="10071" y="0"/>
                </a:lnTo>
                <a:lnTo>
                  <a:pt x="0" y="0"/>
                </a:lnTo>
                <a:close/>
                <a:moveTo>
                  <a:pt x="0" y="191355"/>
                </a:moveTo>
                <a:lnTo>
                  <a:pt x="16786" y="191355"/>
                </a:lnTo>
                <a:lnTo>
                  <a:pt x="16786" y="124213"/>
                </a:lnTo>
                <a:lnTo>
                  <a:pt x="0" y="124213"/>
                </a:lnTo>
                <a:lnTo>
                  <a:pt x="0" y="191355"/>
                </a:lnTo>
                <a:close/>
                <a:moveTo>
                  <a:pt x="0" y="308854"/>
                </a:moveTo>
                <a:lnTo>
                  <a:pt x="16786" y="308854"/>
                </a:lnTo>
                <a:lnTo>
                  <a:pt x="16786" y="241712"/>
                </a:lnTo>
                <a:lnTo>
                  <a:pt x="0" y="241712"/>
                </a:lnTo>
                <a:lnTo>
                  <a:pt x="0" y="308854"/>
                </a:lnTo>
                <a:close/>
                <a:moveTo>
                  <a:pt x="0" y="359210"/>
                </a:moveTo>
                <a:lnTo>
                  <a:pt x="0" y="426352"/>
                </a:lnTo>
                <a:lnTo>
                  <a:pt x="16786" y="426352"/>
                </a:lnTo>
                <a:lnTo>
                  <a:pt x="16786" y="359210"/>
                </a:lnTo>
                <a:lnTo>
                  <a:pt x="0" y="359210"/>
                </a:lnTo>
                <a:close/>
                <a:moveTo>
                  <a:pt x="0" y="543851"/>
                </a:moveTo>
                <a:lnTo>
                  <a:pt x="16786" y="543851"/>
                </a:lnTo>
                <a:lnTo>
                  <a:pt x="16786" y="476709"/>
                </a:lnTo>
                <a:lnTo>
                  <a:pt x="0" y="476709"/>
                </a:lnTo>
                <a:lnTo>
                  <a:pt x="0" y="543851"/>
                </a:lnTo>
                <a:close/>
                <a:moveTo>
                  <a:pt x="0" y="661350"/>
                </a:moveTo>
                <a:lnTo>
                  <a:pt x="16786" y="661350"/>
                </a:lnTo>
                <a:lnTo>
                  <a:pt x="16786" y="594208"/>
                </a:lnTo>
                <a:lnTo>
                  <a:pt x="0" y="594208"/>
                </a:lnTo>
                <a:lnTo>
                  <a:pt x="0" y="661350"/>
                </a:lnTo>
                <a:close/>
                <a:moveTo>
                  <a:pt x="0" y="711706"/>
                </a:moveTo>
                <a:lnTo>
                  <a:pt x="0" y="778848"/>
                </a:lnTo>
                <a:lnTo>
                  <a:pt x="16786" y="778848"/>
                </a:lnTo>
                <a:lnTo>
                  <a:pt x="16786" y="711706"/>
                </a:lnTo>
                <a:lnTo>
                  <a:pt x="0" y="711706"/>
                </a:lnTo>
                <a:close/>
                <a:moveTo>
                  <a:pt x="0" y="896347"/>
                </a:moveTo>
                <a:lnTo>
                  <a:pt x="16786" y="896347"/>
                </a:lnTo>
                <a:lnTo>
                  <a:pt x="16786" y="829205"/>
                </a:lnTo>
                <a:lnTo>
                  <a:pt x="0" y="829205"/>
                </a:lnTo>
                <a:lnTo>
                  <a:pt x="0" y="896347"/>
                </a:lnTo>
                <a:close/>
                <a:moveTo>
                  <a:pt x="0" y="1013846"/>
                </a:moveTo>
                <a:lnTo>
                  <a:pt x="16786" y="1013846"/>
                </a:lnTo>
                <a:lnTo>
                  <a:pt x="16786" y="946704"/>
                </a:lnTo>
                <a:lnTo>
                  <a:pt x="0" y="946704"/>
                </a:lnTo>
                <a:lnTo>
                  <a:pt x="0" y="1013846"/>
                </a:lnTo>
                <a:close/>
                <a:moveTo>
                  <a:pt x="0" y="1064202"/>
                </a:moveTo>
                <a:lnTo>
                  <a:pt x="0" y="1131344"/>
                </a:lnTo>
                <a:lnTo>
                  <a:pt x="16786" y="1131344"/>
                </a:lnTo>
                <a:lnTo>
                  <a:pt x="16786" y="1064202"/>
                </a:lnTo>
                <a:lnTo>
                  <a:pt x="0" y="1064202"/>
                </a:lnTo>
                <a:close/>
                <a:moveTo>
                  <a:pt x="0" y="1248843"/>
                </a:moveTo>
                <a:lnTo>
                  <a:pt x="16786" y="1248843"/>
                </a:lnTo>
                <a:lnTo>
                  <a:pt x="16786" y="1181701"/>
                </a:lnTo>
                <a:lnTo>
                  <a:pt x="0" y="1181701"/>
                </a:lnTo>
                <a:lnTo>
                  <a:pt x="0" y="1248843"/>
                </a:lnTo>
                <a:close/>
                <a:moveTo>
                  <a:pt x="0" y="1366342"/>
                </a:moveTo>
                <a:lnTo>
                  <a:pt x="16786" y="1366342"/>
                </a:lnTo>
                <a:lnTo>
                  <a:pt x="16786" y="1299200"/>
                </a:lnTo>
                <a:lnTo>
                  <a:pt x="0" y="1299200"/>
                </a:lnTo>
                <a:lnTo>
                  <a:pt x="0" y="1366342"/>
                </a:lnTo>
                <a:close/>
                <a:moveTo>
                  <a:pt x="0" y="1416698"/>
                </a:moveTo>
                <a:lnTo>
                  <a:pt x="0" y="1483841"/>
                </a:lnTo>
                <a:lnTo>
                  <a:pt x="16786" y="1483841"/>
                </a:lnTo>
                <a:lnTo>
                  <a:pt x="16786" y="1416698"/>
                </a:lnTo>
                <a:lnTo>
                  <a:pt x="0" y="1416698"/>
                </a:lnTo>
                <a:close/>
                <a:moveTo>
                  <a:pt x="0" y="1534197"/>
                </a:moveTo>
                <a:lnTo>
                  <a:pt x="0" y="1601339"/>
                </a:lnTo>
                <a:lnTo>
                  <a:pt x="16786" y="1601339"/>
                </a:lnTo>
                <a:lnTo>
                  <a:pt x="16786" y="1534197"/>
                </a:lnTo>
                <a:lnTo>
                  <a:pt x="0" y="1534197"/>
                </a:lnTo>
                <a:close/>
                <a:moveTo>
                  <a:pt x="0" y="1651696"/>
                </a:moveTo>
                <a:lnTo>
                  <a:pt x="0" y="1718838"/>
                </a:lnTo>
                <a:lnTo>
                  <a:pt x="16786" y="1718838"/>
                </a:lnTo>
                <a:lnTo>
                  <a:pt x="16786" y="1651696"/>
                </a:lnTo>
                <a:lnTo>
                  <a:pt x="0" y="1651696"/>
                </a:lnTo>
                <a:close/>
                <a:moveTo>
                  <a:pt x="0" y="1836337"/>
                </a:moveTo>
                <a:lnTo>
                  <a:pt x="16786" y="1836337"/>
                </a:lnTo>
                <a:lnTo>
                  <a:pt x="16786" y="1769194"/>
                </a:lnTo>
                <a:lnTo>
                  <a:pt x="0" y="1769194"/>
                </a:lnTo>
                <a:lnTo>
                  <a:pt x="0" y="1836337"/>
                </a:lnTo>
                <a:close/>
                <a:moveTo>
                  <a:pt x="0" y="1953835"/>
                </a:moveTo>
                <a:lnTo>
                  <a:pt x="16786" y="1953835"/>
                </a:lnTo>
                <a:lnTo>
                  <a:pt x="16786" y="1886693"/>
                </a:lnTo>
                <a:lnTo>
                  <a:pt x="0" y="1886693"/>
                </a:lnTo>
                <a:lnTo>
                  <a:pt x="0" y="1953835"/>
                </a:lnTo>
                <a:close/>
                <a:moveTo>
                  <a:pt x="527066" y="1962228"/>
                </a:moveTo>
                <a:lnTo>
                  <a:pt x="594208" y="1962228"/>
                </a:lnTo>
                <a:lnTo>
                  <a:pt x="594208" y="1945443"/>
                </a:lnTo>
                <a:lnTo>
                  <a:pt x="527066" y="1945443"/>
                </a:lnTo>
                <a:lnTo>
                  <a:pt x="527066" y="1962228"/>
                </a:lnTo>
                <a:close/>
                <a:moveTo>
                  <a:pt x="476709" y="1962228"/>
                </a:moveTo>
                <a:lnTo>
                  <a:pt x="476709" y="1945443"/>
                </a:lnTo>
                <a:lnTo>
                  <a:pt x="409567" y="1945443"/>
                </a:lnTo>
                <a:lnTo>
                  <a:pt x="409567" y="1962228"/>
                </a:lnTo>
                <a:lnTo>
                  <a:pt x="476709" y="1962228"/>
                </a:lnTo>
                <a:close/>
                <a:moveTo>
                  <a:pt x="711706" y="1962228"/>
                </a:moveTo>
                <a:lnTo>
                  <a:pt x="711706" y="1945443"/>
                </a:lnTo>
                <a:lnTo>
                  <a:pt x="644564" y="1945443"/>
                </a:lnTo>
                <a:lnTo>
                  <a:pt x="644564" y="1962228"/>
                </a:lnTo>
                <a:lnTo>
                  <a:pt x="711706" y="1962228"/>
                </a:lnTo>
                <a:close/>
                <a:moveTo>
                  <a:pt x="174569" y="1962228"/>
                </a:moveTo>
                <a:lnTo>
                  <a:pt x="241712" y="1962228"/>
                </a:lnTo>
                <a:lnTo>
                  <a:pt x="241712" y="1945443"/>
                </a:lnTo>
                <a:lnTo>
                  <a:pt x="174569" y="1945443"/>
                </a:lnTo>
                <a:lnTo>
                  <a:pt x="174569" y="1962228"/>
                </a:lnTo>
                <a:close/>
                <a:moveTo>
                  <a:pt x="829205" y="1962228"/>
                </a:moveTo>
                <a:lnTo>
                  <a:pt x="829205" y="1945443"/>
                </a:lnTo>
                <a:lnTo>
                  <a:pt x="762063" y="1945443"/>
                </a:lnTo>
                <a:lnTo>
                  <a:pt x="762063" y="1962228"/>
                </a:lnTo>
                <a:lnTo>
                  <a:pt x="829205" y="1962228"/>
                </a:lnTo>
                <a:close/>
                <a:moveTo>
                  <a:pt x="124213" y="1962228"/>
                </a:moveTo>
                <a:lnTo>
                  <a:pt x="124213" y="1945443"/>
                </a:lnTo>
                <a:lnTo>
                  <a:pt x="57071" y="1945443"/>
                </a:lnTo>
                <a:lnTo>
                  <a:pt x="57071" y="1962228"/>
                </a:lnTo>
                <a:lnTo>
                  <a:pt x="124213" y="1962228"/>
                </a:lnTo>
                <a:close/>
                <a:moveTo>
                  <a:pt x="879562" y="1962228"/>
                </a:moveTo>
                <a:lnTo>
                  <a:pt x="946704" y="1962228"/>
                </a:lnTo>
                <a:lnTo>
                  <a:pt x="946704" y="1945443"/>
                </a:lnTo>
                <a:lnTo>
                  <a:pt x="879562" y="1945443"/>
                </a:lnTo>
                <a:lnTo>
                  <a:pt x="879562" y="1962228"/>
                </a:lnTo>
                <a:close/>
                <a:moveTo>
                  <a:pt x="1064202" y="1962228"/>
                </a:moveTo>
                <a:lnTo>
                  <a:pt x="1064202" y="1945443"/>
                </a:lnTo>
                <a:lnTo>
                  <a:pt x="997060" y="1945443"/>
                </a:lnTo>
                <a:lnTo>
                  <a:pt x="997060" y="1962228"/>
                </a:lnTo>
                <a:lnTo>
                  <a:pt x="1064202" y="1962228"/>
                </a:lnTo>
                <a:close/>
                <a:moveTo>
                  <a:pt x="359210" y="1962228"/>
                </a:moveTo>
                <a:lnTo>
                  <a:pt x="359210" y="1945443"/>
                </a:lnTo>
                <a:lnTo>
                  <a:pt x="292068" y="1945443"/>
                </a:lnTo>
                <a:lnTo>
                  <a:pt x="292068" y="1962228"/>
                </a:lnTo>
                <a:lnTo>
                  <a:pt x="359210" y="1962228"/>
                </a:lnTo>
                <a:close/>
                <a:moveTo>
                  <a:pt x="2242546" y="0"/>
                </a:moveTo>
                <a:lnTo>
                  <a:pt x="2175404" y="0"/>
                </a:lnTo>
                <a:lnTo>
                  <a:pt x="2175404" y="16786"/>
                </a:lnTo>
                <a:lnTo>
                  <a:pt x="2242546" y="16786"/>
                </a:lnTo>
                <a:lnTo>
                  <a:pt x="2242546" y="0"/>
                </a:lnTo>
                <a:close/>
                <a:moveTo>
                  <a:pt x="1117916" y="0"/>
                </a:moveTo>
                <a:lnTo>
                  <a:pt x="1117916" y="16786"/>
                </a:lnTo>
                <a:lnTo>
                  <a:pt x="1185058" y="16786"/>
                </a:lnTo>
                <a:lnTo>
                  <a:pt x="1185058" y="0"/>
                </a:lnTo>
                <a:lnTo>
                  <a:pt x="1117916" y="0"/>
                </a:lnTo>
                <a:close/>
                <a:moveTo>
                  <a:pt x="3115394" y="0"/>
                </a:moveTo>
                <a:lnTo>
                  <a:pt x="3115394" y="16786"/>
                </a:lnTo>
                <a:lnTo>
                  <a:pt x="3182536" y="16786"/>
                </a:lnTo>
                <a:lnTo>
                  <a:pt x="3182536" y="0"/>
                </a:lnTo>
                <a:lnTo>
                  <a:pt x="3115394" y="0"/>
                </a:lnTo>
                <a:close/>
                <a:moveTo>
                  <a:pt x="1302557" y="0"/>
                </a:moveTo>
                <a:lnTo>
                  <a:pt x="1235415" y="0"/>
                </a:lnTo>
                <a:lnTo>
                  <a:pt x="1235415" y="16786"/>
                </a:lnTo>
                <a:lnTo>
                  <a:pt x="1302557" y="16786"/>
                </a:lnTo>
                <a:lnTo>
                  <a:pt x="1302557" y="0"/>
                </a:lnTo>
                <a:close/>
                <a:moveTo>
                  <a:pt x="2997895" y="0"/>
                </a:moveTo>
                <a:lnTo>
                  <a:pt x="2997895" y="16786"/>
                </a:lnTo>
                <a:lnTo>
                  <a:pt x="3065037" y="16786"/>
                </a:lnTo>
                <a:lnTo>
                  <a:pt x="3065037" y="0"/>
                </a:lnTo>
                <a:lnTo>
                  <a:pt x="2997895" y="0"/>
                </a:lnTo>
                <a:close/>
                <a:moveTo>
                  <a:pt x="1352913" y="0"/>
                </a:moveTo>
                <a:lnTo>
                  <a:pt x="1352913" y="16786"/>
                </a:lnTo>
                <a:lnTo>
                  <a:pt x="1420056" y="16786"/>
                </a:lnTo>
                <a:lnTo>
                  <a:pt x="1420056" y="0"/>
                </a:lnTo>
                <a:lnTo>
                  <a:pt x="1352913" y="0"/>
                </a:lnTo>
                <a:close/>
                <a:moveTo>
                  <a:pt x="2947538" y="0"/>
                </a:moveTo>
                <a:lnTo>
                  <a:pt x="2880396" y="0"/>
                </a:lnTo>
                <a:lnTo>
                  <a:pt x="2880396" y="16786"/>
                </a:lnTo>
                <a:lnTo>
                  <a:pt x="2947538" y="16786"/>
                </a:lnTo>
                <a:lnTo>
                  <a:pt x="2947538" y="0"/>
                </a:lnTo>
                <a:close/>
                <a:moveTo>
                  <a:pt x="1470412" y="0"/>
                </a:moveTo>
                <a:lnTo>
                  <a:pt x="1470412" y="16786"/>
                </a:lnTo>
                <a:lnTo>
                  <a:pt x="1537554" y="16786"/>
                </a:lnTo>
                <a:lnTo>
                  <a:pt x="1537554" y="0"/>
                </a:lnTo>
                <a:lnTo>
                  <a:pt x="1470412" y="0"/>
                </a:lnTo>
                <a:close/>
                <a:moveTo>
                  <a:pt x="2762898" y="0"/>
                </a:moveTo>
                <a:lnTo>
                  <a:pt x="2762898" y="16786"/>
                </a:lnTo>
                <a:lnTo>
                  <a:pt x="2830040" y="16786"/>
                </a:lnTo>
                <a:lnTo>
                  <a:pt x="2830040" y="0"/>
                </a:lnTo>
                <a:lnTo>
                  <a:pt x="2762898" y="0"/>
                </a:lnTo>
                <a:close/>
                <a:moveTo>
                  <a:pt x="1655053" y="0"/>
                </a:moveTo>
                <a:lnTo>
                  <a:pt x="1587911" y="0"/>
                </a:lnTo>
                <a:lnTo>
                  <a:pt x="1587911" y="16786"/>
                </a:lnTo>
                <a:lnTo>
                  <a:pt x="1655053" y="16786"/>
                </a:lnTo>
                <a:lnTo>
                  <a:pt x="1655053" y="0"/>
                </a:lnTo>
                <a:close/>
                <a:moveTo>
                  <a:pt x="2712541" y="0"/>
                </a:moveTo>
                <a:lnTo>
                  <a:pt x="2645399" y="0"/>
                </a:lnTo>
                <a:lnTo>
                  <a:pt x="2645399" y="16786"/>
                </a:lnTo>
                <a:lnTo>
                  <a:pt x="2712541" y="16786"/>
                </a:lnTo>
                <a:lnTo>
                  <a:pt x="2712541" y="0"/>
                </a:lnTo>
                <a:close/>
                <a:moveTo>
                  <a:pt x="1772552" y="0"/>
                </a:moveTo>
                <a:lnTo>
                  <a:pt x="1705409" y="0"/>
                </a:lnTo>
                <a:lnTo>
                  <a:pt x="1705409" y="16786"/>
                </a:lnTo>
                <a:lnTo>
                  <a:pt x="1772552" y="16786"/>
                </a:lnTo>
                <a:lnTo>
                  <a:pt x="1772552" y="0"/>
                </a:lnTo>
                <a:close/>
                <a:moveTo>
                  <a:pt x="2527900" y="0"/>
                </a:moveTo>
                <a:lnTo>
                  <a:pt x="2527900" y="16786"/>
                </a:lnTo>
                <a:lnTo>
                  <a:pt x="2595042" y="16786"/>
                </a:lnTo>
                <a:lnTo>
                  <a:pt x="2595042" y="0"/>
                </a:lnTo>
                <a:lnTo>
                  <a:pt x="2527900" y="0"/>
                </a:lnTo>
                <a:close/>
                <a:moveTo>
                  <a:pt x="1822908" y="0"/>
                </a:moveTo>
                <a:lnTo>
                  <a:pt x="1822908" y="16786"/>
                </a:lnTo>
                <a:lnTo>
                  <a:pt x="1890050" y="16786"/>
                </a:lnTo>
                <a:lnTo>
                  <a:pt x="1890050" y="0"/>
                </a:lnTo>
                <a:lnTo>
                  <a:pt x="1822908" y="0"/>
                </a:lnTo>
                <a:close/>
                <a:moveTo>
                  <a:pt x="2477544" y="0"/>
                </a:moveTo>
                <a:lnTo>
                  <a:pt x="2410402" y="0"/>
                </a:lnTo>
                <a:lnTo>
                  <a:pt x="2410402" y="16786"/>
                </a:lnTo>
                <a:lnTo>
                  <a:pt x="2477544" y="16786"/>
                </a:lnTo>
                <a:lnTo>
                  <a:pt x="2477544" y="0"/>
                </a:lnTo>
                <a:close/>
                <a:moveTo>
                  <a:pt x="1940407" y="0"/>
                </a:moveTo>
                <a:lnTo>
                  <a:pt x="1940407" y="16786"/>
                </a:lnTo>
                <a:lnTo>
                  <a:pt x="2007549" y="16786"/>
                </a:lnTo>
                <a:lnTo>
                  <a:pt x="2007549" y="0"/>
                </a:lnTo>
                <a:lnTo>
                  <a:pt x="1940407" y="0"/>
                </a:lnTo>
                <a:close/>
                <a:moveTo>
                  <a:pt x="2292903" y="0"/>
                </a:moveTo>
                <a:lnTo>
                  <a:pt x="2292903" y="16786"/>
                </a:lnTo>
                <a:lnTo>
                  <a:pt x="2360045" y="16786"/>
                </a:lnTo>
                <a:lnTo>
                  <a:pt x="2360045" y="0"/>
                </a:lnTo>
                <a:lnTo>
                  <a:pt x="2292903" y="0"/>
                </a:lnTo>
                <a:close/>
                <a:moveTo>
                  <a:pt x="2125048" y="0"/>
                </a:moveTo>
                <a:lnTo>
                  <a:pt x="2057906" y="0"/>
                </a:lnTo>
                <a:lnTo>
                  <a:pt x="2057906" y="16786"/>
                </a:lnTo>
                <a:lnTo>
                  <a:pt x="2125048" y="16786"/>
                </a:lnTo>
                <a:lnTo>
                  <a:pt x="2125048" y="0"/>
                </a:lnTo>
                <a:close/>
                <a:moveTo>
                  <a:pt x="1181701" y="1962228"/>
                </a:moveTo>
                <a:lnTo>
                  <a:pt x="1181701" y="1945443"/>
                </a:lnTo>
                <a:lnTo>
                  <a:pt x="1114559" y="1945443"/>
                </a:lnTo>
                <a:lnTo>
                  <a:pt x="1114559" y="1962228"/>
                </a:lnTo>
                <a:lnTo>
                  <a:pt x="1181701" y="1962228"/>
                </a:lnTo>
                <a:close/>
                <a:moveTo>
                  <a:pt x="2239189" y="1962228"/>
                </a:moveTo>
                <a:lnTo>
                  <a:pt x="2239189" y="1945443"/>
                </a:lnTo>
                <a:lnTo>
                  <a:pt x="2172047" y="1945443"/>
                </a:lnTo>
                <a:lnTo>
                  <a:pt x="2172047" y="1962228"/>
                </a:lnTo>
                <a:lnTo>
                  <a:pt x="2239189" y="1962228"/>
                </a:lnTo>
                <a:close/>
                <a:moveTo>
                  <a:pt x="2289546" y="1962228"/>
                </a:moveTo>
                <a:lnTo>
                  <a:pt x="2356688" y="1962228"/>
                </a:lnTo>
                <a:lnTo>
                  <a:pt x="2356688" y="1945443"/>
                </a:lnTo>
                <a:lnTo>
                  <a:pt x="2289546" y="1945443"/>
                </a:lnTo>
                <a:lnTo>
                  <a:pt x="2289546" y="1962228"/>
                </a:lnTo>
                <a:close/>
                <a:moveTo>
                  <a:pt x="2121691" y="1962228"/>
                </a:moveTo>
                <a:lnTo>
                  <a:pt x="2121691" y="1945443"/>
                </a:lnTo>
                <a:lnTo>
                  <a:pt x="2054548" y="1945443"/>
                </a:lnTo>
                <a:lnTo>
                  <a:pt x="2054548" y="1962228"/>
                </a:lnTo>
                <a:lnTo>
                  <a:pt x="2121691" y="1962228"/>
                </a:lnTo>
                <a:close/>
                <a:moveTo>
                  <a:pt x="2474187" y="1962228"/>
                </a:moveTo>
                <a:lnTo>
                  <a:pt x="2474187" y="1945443"/>
                </a:lnTo>
                <a:lnTo>
                  <a:pt x="2407045" y="1945443"/>
                </a:lnTo>
                <a:lnTo>
                  <a:pt x="2407045" y="1962228"/>
                </a:lnTo>
                <a:lnTo>
                  <a:pt x="2474187" y="1962228"/>
                </a:lnTo>
                <a:close/>
                <a:moveTo>
                  <a:pt x="1937050" y="1962228"/>
                </a:moveTo>
                <a:lnTo>
                  <a:pt x="2004192" y="1962228"/>
                </a:lnTo>
                <a:lnTo>
                  <a:pt x="2004192" y="1945443"/>
                </a:lnTo>
                <a:lnTo>
                  <a:pt x="1937050" y="1945443"/>
                </a:lnTo>
                <a:lnTo>
                  <a:pt x="1937050" y="1962228"/>
                </a:lnTo>
                <a:close/>
                <a:moveTo>
                  <a:pt x="2591685" y="1962228"/>
                </a:moveTo>
                <a:lnTo>
                  <a:pt x="2591685" y="1945443"/>
                </a:lnTo>
                <a:lnTo>
                  <a:pt x="2524543" y="1945443"/>
                </a:lnTo>
                <a:lnTo>
                  <a:pt x="2524543" y="1962228"/>
                </a:lnTo>
                <a:lnTo>
                  <a:pt x="2591685" y="1962228"/>
                </a:lnTo>
                <a:close/>
                <a:moveTo>
                  <a:pt x="1886693" y="1962228"/>
                </a:moveTo>
                <a:lnTo>
                  <a:pt x="1886693" y="1945443"/>
                </a:lnTo>
                <a:lnTo>
                  <a:pt x="1819551" y="1945443"/>
                </a:lnTo>
                <a:lnTo>
                  <a:pt x="1819551" y="1962228"/>
                </a:lnTo>
                <a:lnTo>
                  <a:pt x="1886693" y="1962228"/>
                </a:lnTo>
                <a:close/>
                <a:moveTo>
                  <a:pt x="2642042" y="1962228"/>
                </a:moveTo>
                <a:lnTo>
                  <a:pt x="2709184" y="1962228"/>
                </a:lnTo>
                <a:lnTo>
                  <a:pt x="2709184" y="1945443"/>
                </a:lnTo>
                <a:lnTo>
                  <a:pt x="2642042" y="1945443"/>
                </a:lnTo>
                <a:lnTo>
                  <a:pt x="2642042" y="1962228"/>
                </a:lnTo>
                <a:close/>
                <a:moveTo>
                  <a:pt x="1769194" y="1962228"/>
                </a:moveTo>
                <a:lnTo>
                  <a:pt x="1769194" y="1945443"/>
                </a:lnTo>
                <a:lnTo>
                  <a:pt x="1702052" y="1945443"/>
                </a:lnTo>
                <a:lnTo>
                  <a:pt x="1702052" y="1962228"/>
                </a:lnTo>
                <a:lnTo>
                  <a:pt x="1769194" y="1962228"/>
                </a:lnTo>
                <a:close/>
                <a:moveTo>
                  <a:pt x="2826683" y="1962228"/>
                </a:moveTo>
                <a:lnTo>
                  <a:pt x="2826683" y="1945443"/>
                </a:lnTo>
                <a:lnTo>
                  <a:pt x="2759541" y="1945443"/>
                </a:lnTo>
                <a:lnTo>
                  <a:pt x="2759541" y="1962228"/>
                </a:lnTo>
                <a:lnTo>
                  <a:pt x="2826683" y="1962228"/>
                </a:lnTo>
                <a:close/>
                <a:moveTo>
                  <a:pt x="1584554" y="1962228"/>
                </a:moveTo>
                <a:lnTo>
                  <a:pt x="1651696" y="1962228"/>
                </a:lnTo>
                <a:lnTo>
                  <a:pt x="1651696" y="1945443"/>
                </a:lnTo>
                <a:lnTo>
                  <a:pt x="1584554" y="1945443"/>
                </a:lnTo>
                <a:lnTo>
                  <a:pt x="1584554" y="1962228"/>
                </a:lnTo>
                <a:close/>
                <a:moveTo>
                  <a:pt x="2944181" y="1962228"/>
                </a:moveTo>
                <a:lnTo>
                  <a:pt x="2944181" y="1945443"/>
                </a:lnTo>
                <a:lnTo>
                  <a:pt x="2877039" y="1945443"/>
                </a:lnTo>
                <a:lnTo>
                  <a:pt x="2877039" y="1962228"/>
                </a:lnTo>
                <a:lnTo>
                  <a:pt x="2944181" y="1962228"/>
                </a:lnTo>
                <a:close/>
                <a:moveTo>
                  <a:pt x="1534197" y="1962228"/>
                </a:moveTo>
                <a:lnTo>
                  <a:pt x="1534197" y="1945443"/>
                </a:lnTo>
                <a:lnTo>
                  <a:pt x="1467055" y="1945443"/>
                </a:lnTo>
                <a:lnTo>
                  <a:pt x="1467055" y="1962228"/>
                </a:lnTo>
                <a:lnTo>
                  <a:pt x="1534197" y="1962228"/>
                </a:lnTo>
                <a:close/>
                <a:moveTo>
                  <a:pt x="2994538" y="1962228"/>
                </a:moveTo>
                <a:lnTo>
                  <a:pt x="3061680" y="1962228"/>
                </a:lnTo>
                <a:lnTo>
                  <a:pt x="3061680" y="1945443"/>
                </a:lnTo>
                <a:lnTo>
                  <a:pt x="2994538" y="1945443"/>
                </a:lnTo>
                <a:lnTo>
                  <a:pt x="2994538" y="1962228"/>
                </a:lnTo>
                <a:close/>
                <a:moveTo>
                  <a:pt x="1349556" y="1962228"/>
                </a:moveTo>
                <a:lnTo>
                  <a:pt x="1416698" y="1962228"/>
                </a:lnTo>
                <a:lnTo>
                  <a:pt x="1416698" y="1945443"/>
                </a:lnTo>
                <a:lnTo>
                  <a:pt x="1349556" y="1945443"/>
                </a:lnTo>
                <a:lnTo>
                  <a:pt x="1349556" y="1962228"/>
                </a:lnTo>
                <a:close/>
                <a:moveTo>
                  <a:pt x="3112037" y="1962228"/>
                </a:moveTo>
                <a:lnTo>
                  <a:pt x="3179179" y="1962228"/>
                </a:lnTo>
                <a:lnTo>
                  <a:pt x="3179179" y="1945443"/>
                </a:lnTo>
                <a:lnTo>
                  <a:pt x="3112037" y="1945443"/>
                </a:lnTo>
                <a:lnTo>
                  <a:pt x="3112037" y="1962228"/>
                </a:lnTo>
                <a:close/>
                <a:moveTo>
                  <a:pt x="1299200" y="1962228"/>
                </a:moveTo>
                <a:lnTo>
                  <a:pt x="1299200" y="1945443"/>
                </a:lnTo>
                <a:lnTo>
                  <a:pt x="1232058" y="1945443"/>
                </a:lnTo>
                <a:lnTo>
                  <a:pt x="1232058" y="1962228"/>
                </a:lnTo>
                <a:lnTo>
                  <a:pt x="1299200" y="1962228"/>
                </a:lnTo>
                <a:close/>
                <a:moveTo>
                  <a:pt x="3296677" y="1962228"/>
                </a:moveTo>
                <a:lnTo>
                  <a:pt x="3296677" y="1945443"/>
                </a:lnTo>
                <a:lnTo>
                  <a:pt x="3229535" y="1945443"/>
                </a:lnTo>
                <a:lnTo>
                  <a:pt x="3229535" y="1962228"/>
                </a:lnTo>
                <a:lnTo>
                  <a:pt x="3296677" y="1962228"/>
                </a:lnTo>
                <a:close/>
                <a:moveTo>
                  <a:pt x="3300035" y="0"/>
                </a:moveTo>
                <a:lnTo>
                  <a:pt x="3232892" y="0"/>
                </a:lnTo>
                <a:lnTo>
                  <a:pt x="3232892" y="16786"/>
                </a:lnTo>
                <a:lnTo>
                  <a:pt x="3300035" y="16786"/>
                </a:lnTo>
                <a:lnTo>
                  <a:pt x="3300035" y="0"/>
                </a:lnTo>
                <a:close/>
                <a:moveTo>
                  <a:pt x="5347869" y="0"/>
                </a:moveTo>
                <a:lnTo>
                  <a:pt x="5347869" y="16786"/>
                </a:lnTo>
                <a:lnTo>
                  <a:pt x="5415011" y="16786"/>
                </a:lnTo>
                <a:lnTo>
                  <a:pt x="5415011" y="0"/>
                </a:lnTo>
                <a:lnTo>
                  <a:pt x="5347869" y="0"/>
                </a:lnTo>
                <a:close/>
                <a:moveTo>
                  <a:pt x="3467890" y="0"/>
                </a:moveTo>
                <a:lnTo>
                  <a:pt x="3467890" y="16786"/>
                </a:lnTo>
                <a:lnTo>
                  <a:pt x="3535032" y="16786"/>
                </a:lnTo>
                <a:lnTo>
                  <a:pt x="3535032" y="0"/>
                </a:lnTo>
                <a:lnTo>
                  <a:pt x="3467890" y="0"/>
                </a:lnTo>
                <a:close/>
                <a:moveTo>
                  <a:pt x="3652531" y="0"/>
                </a:moveTo>
                <a:lnTo>
                  <a:pt x="3585388" y="0"/>
                </a:lnTo>
                <a:lnTo>
                  <a:pt x="3585388" y="16786"/>
                </a:lnTo>
                <a:lnTo>
                  <a:pt x="3652531" y="16786"/>
                </a:lnTo>
                <a:lnTo>
                  <a:pt x="3652531" y="0"/>
                </a:lnTo>
                <a:close/>
                <a:moveTo>
                  <a:pt x="3702887" y="0"/>
                </a:moveTo>
                <a:lnTo>
                  <a:pt x="3702887" y="16786"/>
                </a:lnTo>
                <a:lnTo>
                  <a:pt x="3770029" y="16786"/>
                </a:lnTo>
                <a:lnTo>
                  <a:pt x="3770029" y="0"/>
                </a:lnTo>
                <a:lnTo>
                  <a:pt x="3702887" y="0"/>
                </a:lnTo>
                <a:close/>
                <a:moveTo>
                  <a:pt x="3820386" y="0"/>
                </a:moveTo>
                <a:lnTo>
                  <a:pt x="3820386" y="16786"/>
                </a:lnTo>
                <a:lnTo>
                  <a:pt x="3887528" y="16786"/>
                </a:lnTo>
                <a:lnTo>
                  <a:pt x="3887528" y="0"/>
                </a:lnTo>
                <a:lnTo>
                  <a:pt x="3820386" y="0"/>
                </a:lnTo>
                <a:close/>
                <a:moveTo>
                  <a:pt x="4005027" y="0"/>
                </a:moveTo>
                <a:lnTo>
                  <a:pt x="3937885" y="0"/>
                </a:lnTo>
                <a:lnTo>
                  <a:pt x="3937885" y="16786"/>
                </a:lnTo>
                <a:lnTo>
                  <a:pt x="4005027" y="16786"/>
                </a:lnTo>
                <a:lnTo>
                  <a:pt x="4005027" y="0"/>
                </a:lnTo>
                <a:close/>
                <a:moveTo>
                  <a:pt x="4055383" y="0"/>
                </a:moveTo>
                <a:lnTo>
                  <a:pt x="4055383" y="16786"/>
                </a:lnTo>
                <a:lnTo>
                  <a:pt x="4122525" y="16786"/>
                </a:lnTo>
                <a:lnTo>
                  <a:pt x="4122525" y="0"/>
                </a:lnTo>
                <a:lnTo>
                  <a:pt x="4055383" y="0"/>
                </a:lnTo>
                <a:close/>
                <a:moveTo>
                  <a:pt x="4172882" y="0"/>
                </a:moveTo>
                <a:lnTo>
                  <a:pt x="4172882" y="16786"/>
                </a:lnTo>
                <a:lnTo>
                  <a:pt x="4240024" y="16786"/>
                </a:lnTo>
                <a:lnTo>
                  <a:pt x="4240024" y="0"/>
                </a:lnTo>
                <a:lnTo>
                  <a:pt x="4172882" y="0"/>
                </a:lnTo>
                <a:close/>
                <a:moveTo>
                  <a:pt x="4357523" y="0"/>
                </a:moveTo>
                <a:lnTo>
                  <a:pt x="4290381" y="0"/>
                </a:lnTo>
                <a:lnTo>
                  <a:pt x="4290381" y="16786"/>
                </a:lnTo>
                <a:lnTo>
                  <a:pt x="4357523" y="16786"/>
                </a:lnTo>
                <a:lnTo>
                  <a:pt x="4357523" y="0"/>
                </a:lnTo>
                <a:close/>
                <a:moveTo>
                  <a:pt x="3350391" y="0"/>
                </a:moveTo>
                <a:lnTo>
                  <a:pt x="3350391" y="16786"/>
                </a:lnTo>
                <a:lnTo>
                  <a:pt x="3417533" y="16786"/>
                </a:lnTo>
                <a:lnTo>
                  <a:pt x="3417533" y="0"/>
                </a:lnTo>
                <a:lnTo>
                  <a:pt x="3350391" y="0"/>
                </a:lnTo>
                <a:close/>
                <a:moveTo>
                  <a:pt x="4407879" y="0"/>
                </a:moveTo>
                <a:lnTo>
                  <a:pt x="4407879" y="16786"/>
                </a:lnTo>
                <a:lnTo>
                  <a:pt x="4475021" y="16786"/>
                </a:lnTo>
                <a:lnTo>
                  <a:pt x="4475021" y="0"/>
                </a:lnTo>
                <a:lnTo>
                  <a:pt x="4407879" y="0"/>
                </a:lnTo>
                <a:close/>
                <a:moveTo>
                  <a:pt x="4592520" y="0"/>
                </a:moveTo>
                <a:lnTo>
                  <a:pt x="4525378" y="0"/>
                </a:lnTo>
                <a:lnTo>
                  <a:pt x="4525378" y="16786"/>
                </a:lnTo>
                <a:lnTo>
                  <a:pt x="4592520" y="16786"/>
                </a:lnTo>
                <a:lnTo>
                  <a:pt x="4592520" y="0"/>
                </a:lnTo>
                <a:close/>
                <a:moveTo>
                  <a:pt x="4642877" y="0"/>
                </a:moveTo>
                <a:lnTo>
                  <a:pt x="4642877" y="16786"/>
                </a:lnTo>
                <a:lnTo>
                  <a:pt x="4710019" y="16786"/>
                </a:lnTo>
                <a:lnTo>
                  <a:pt x="4710019" y="0"/>
                </a:lnTo>
                <a:lnTo>
                  <a:pt x="4642877" y="0"/>
                </a:lnTo>
                <a:close/>
                <a:moveTo>
                  <a:pt x="4760375" y="0"/>
                </a:moveTo>
                <a:lnTo>
                  <a:pt x="4760375" y="16786"/>
                </a:lnTo>
                <a:lnTo>
                  <a:pt x="4827517" y="16786"/>
                </a:lnTo>
                <a:lnTo>
                  <a:pt x="4827517" y="0"/>
                </a:lnTo>
                <a:lnTo>
                  <a:pt x="4760375" y="0"/>
                </a:lnTo>
                <a:close/>
                <a:moveTo>
                  <a:pt x="4945016" y="0"/>
                </a:moveTo>
                <a:lnTo>
                  <a:pt x="4877874" y="0"/>
                </a:lnTo>
                <a:lnTo>
                  <a:pt x="4877874" y="16786"/>
                </a:lnTo>
                <a:lnTo>
                  <a:pt x="4945016" y="16786"/>
                </a:lnTo>
                <a:lnTo>
                  <a:pt x="4945016" y="0"/>
                </a:lnTo>
                <a:close/>
                <a:moveTo>
                  <a:pt x="4995373" y="0"/>
                </a:moveTo>
                <a:lnTo>
                  <a:pt x="4995373" y="16786"/>
                </a:lnTo>
                <a:lnTo>
                  <a:pt x="5062515" y="16786"/>
                </a:lnTo>
                <a:lnTo>
                  <a:pt x="5062515" y="0"/>
                </a:lnTo>
                <a:lnTo>
                  <a:pt x="4995373" y="0"/>
                </a:lnTo>
                <a:close/>
                <a:moveTo>
                  <a:pt x="5112871" y="0"/>
                </a:moveTo>
                <a:lnTo>
                  <a:pt x="5112871" y="16786"/>
                </a:lnTo>
                <a:lnTo>
                  <a:pt x="5180013" y="16786"/>
                </a:lnTo>
                <a:lnTo>
                  <a:pt x="5180013" y="0"/>
                </a:lnTo>
                <a:lnTo>
                  <a:pt x="5112871" y="0"/>
                </a:lnTo>
                <a:close/>
                <a:moveTo>
                  <a:pt x="5297512" y="0"/>
                </a:moveTo>
                <a:lnTo>
                  <a:pt x="5230370" y="0"/>
                </a:lnTo>
                <a:lnTo>
                  <a:pt x="5230370" y="16786"/>
                </a:lnTo>
                <a:lnTo>
                  <a:pt x="5297512" y="16786"/>
                </a:lnTo>
                <a:lnTo>
                  <a:pt x="5297512" y="0"/>
                </a:lnTo>
                <a:close/>
                <a:moveTo>
                  <a:pt x="3464533" y="1962228"/>
                </a:moveTo>
                <a:lnTo>
                  <a:pt x="3531675" y="1962228"/>
                </a:lnTo>
                <a:lnTo>
                  <a:pt x="3531675" y="1945443"/>
                </a:lnTo>
                <a:lnTo>
                  <a:pt x="3464533" y="1945443"/>
                </a:lnTo>
                <a:lnTo>
                  <a:pt x="3464533" y="1962228"/>
                </a:lnTo>
                <a:close/>
                <a:moveTo>
                  <a:pt x="3582031" y="1962228"/>
                </a:moveTo>
                <a:lnTo>
                  <a:pt x="3649173" y="1962228"/>
                </a:lnTo>
                <a:lnTo>
                  <a:pt x="3649173" y="1945443"/>
                </a:lnTo>
                <a:lnTo>
                  <a:pt x="3582031" y="1945443"/>
                </a:lnTo>
                <a:lnTo>
                  <a:pt x="3582031" y="1962228"/>
                </a:lnTo>
                <a:close/>
                <a:moveTo>
                  <a:pt x="3766672" y="1962228"/>
                </a:moveTo>
                <a:lnTo>
                  <a:pt x="3766672" y="1945443"/>
                </a:lnTo>
                <a:lnTo>
                  <a:pt x="3699530" y="1945443"/>
                </a:lnTo>
                <a:lnTo>
                  <a:pt x="3699530" y="1962228"/>
                </a:lnTo>
                <a:lnTo>
                  <a:pt x="3766672" y="1962228"/>
                </a:lnTo>
                <a:close/>
                <a:moveTo>
                  <a:pt x="3884171" y="1962228"/>
                </a:moveTo>
                <a:lnTo>
                  <a:pt x="3884171" y="1945443"/>
                </a:lnTo>
                <a:lnTo>
                  <a:pt x="3817029" y="1945443"/>
                </a:lnTo>
                <a:lnTo>
                  <a:pt x="3817029" y="1962228"/>
                </a:lnTo>
                <a:lnTo>
                  <a:pt x="3884171" y="1962228"/>
                </a:lnTo>
                <a:close/>
                <a:moveTo>
                  <a:pt x="3934527" y="1962228"/>
                </a:moveTo>
                <a:lnTo>
                  <a:pt x="4001670" y="1962228"/>
                </a:lnTo>
                <a:lnTo>
                  <a:pt x="4001670" y="1945443"/>
                </a:lnTo>
                <a:lnTo>
                  <a:pt x="3934527" y="1945443"/>
                </a:lnTo>
                <a:lnTo>
                  <a:pt x="3934527" y="1962228"/>
                </a:lnTo>
                <a:close/>
                <a:moveTo>
                  <a:pt x="4119168" y="1962228"/>
                </a:moveTo>
                <a:lnTo>
                  <a:pt x="4119168" y="1945443"/>
                </a:lnTo>
                <a:lnTo>
                  <a:pt x="4052026" y="1945443"/>
                </a:lnTo>
                <a:lnTo>
                  <a:pt x="4052026" y="1962228"/>
                </a:lnTo>
                <a:lnTo>
                  <a:pt x="4119168" y="1962228"/>
                </a:lnTo>
                <a:close/>
                <a:moveTo>
                  <a:pt x="4236667" y="1962228"/>
                </a:moveTo>
                <a:lnTo>
                  <a:pt x="4236667" y="1945443"/>
                </a:lnTo>
                <a:lnTo>
                  <a:pt x="4169525" y="1945443"/>
                </a:lnTo>
                <a:lnTo>
                  <a:pt x="4169525" y="1962228"/>
                </a:lnTo>
                <a:lnTo>
                  <a:pt x="4236667" y="1962228"/>
                </a:lnTo>
                <a:close/>
                <a:moveTo>
                  <a:pt x="4287023" y="1962228"/>
                </a:moveTo>
                <a:lnTo>
                  <a:pt x="4354166" y="1962228"/>
                </a:lnTo>
                <a:lnTo>
                  <a:pt x="4354166" y="1945443"/>
                </a:lnTo>
                <a:lnTo>
                  <a:pt x="4287023" y="1945443"/>
                </a:lnTo>
                <a:lnTo>
                  <a:pt x="4287023" y="1962228"/>
                </a:lnTo>
                <a:close/>
                <a:moveTo>
                  <a:pt x="4589163" y="1962228"/>
                </a:moveTo>
                <a:lnTo>
                  <a:pt x="4589163" y="1945443"/>
                </a:lnTo>
                <a:lnTo>
                  <a:pt x="4522021" y="1945443"/>
                </a:lnTo>
                <a:lnTo>
                  <a:pt x="4522021" y="1962228"/>
                </a:lnTo>
                <a:lnTo>
                  <a:pt x="4589163" y="1962228"/>
                </a:lnTo>
                <a:close/>
                <a:moveTo>
                  <a:pt x="4706662" y="1962228"/>
                </a:moveTo>
                <a:lnTo>
                  <a:pt x="4706662" y="1945443"/>
                </a:lnTo>
                <a:lnTo>
                  <a:pt x="4639520" y="1945443"/>
                </a:lnTo>
                <a:lnTo>
                  <a:pt x="4639520" y="1962228"/>
                </a:lnTo>
                <a:lnTo>
                  <a:pt x="4706662" y="1962228"/>
                </a:lnTo>
                <a:close/>
                <a:moveTo>
                  <a:pt x="4757018" y="1962228"/>
                </a:moveTo>
                <a:lnTo>
                  <a:pt x="4824160" y="1962228"/>
                </a:lnTo>
                <a:lnTo>
                  <a:pt x="4824160" y="1945443"/>
                </a:lnTo>
                <a:lnTo>
                  <a:pt x="4757018" y="1945443"/>
                </a:lnTo>
                <a:lnTo>
                  <a:pt x="4757018" y="1962228"/>
                </a:lnTo>
                <a:close/>
                <a:moveTo>
                  <a:pt x="4941659" y="1962228"/>
                </a:moveTo>
                <a:lnTo>
                  <a:pt x="4941659" y="1945443"/>
                </a:lnTo>
                <a:lnTo>
                  <a:pt x="4874517" y="1945443"/>
                </a:lnTo>
                <a:lnTo>
                  <a:pt x="4874517" y="1962228"/>
                </a:lnTo>
                <a:lnTo>
                  <a:pt x="4941659" y="1962228"/>
                </a:lnTo>
                <a:close/>
                <a:moveTo>
                  <a:pt x="5059158" y="1962228"/>
                </a:moveTo>
                <a:lnTo>
                  <a:pt x="5059158" y="1945443"/>
                </a:lnTo>
                <a:lnTo>
                  <a:pt x="4992016" y="1945443"/>
                </a:lnTo>
                <a:lnTo>
                  <a:pt x="4992016" y="1962228"/>
                </a:lnTo>
                <a:lnTo>
                  <a:pt x="5059158" y="1962228"/>
                </a:lnTo>
                <a:close/>
                <a:moveTo>
                  <a:pt x="5109514" y="1962228"/>
                </a:moveTo>
                <a:lnTo>
                  <a:pt x="5176656" y="1962228"/>
                </a:lnTo>
                <a:lnTo>
                  <a:pt x="5176656" y="1945443"/>
                </a:lnTo>
                <a:lnTo>
                  <a:pt x="5109514" y="1945443"/>
                </a:lnTo>
                <a:lnTo>
                  <a:pt x="5109514" y="1962228"/>
                </a:lnTo>
                <a:close/>
                <a:moveTo>
                  <a:pt x="5294155" y="1962228"/>
                </a:moveTo>
                <a:lnTo>
                  <a:pt x="5294155" y="1945443"/>
                </a:lnTo>
                <a:lnTo>
                  <a:pt x="5227013" y="1945443"/>
                </a:lnTo>
                <a:lnTo>
                  <a:pt x="5227013" y="1962228"/>
                </a:lnTo>
                <a:lnTo>
                  <a:pt x="5294155" y="1962228"/>
                </a:lnTo>
                <a:close/>
                <a:moveTo>
                  <a:pt x="3414176" y="1962228"/>
                </a:moveTo>
                <a:lnTo>
                  <a:pt x="3414176" y="1945443"/>
                </a:lnTo>
                <a:lnTo>
                  <a:pt x="3347034" y="1945443"/>
                </a:lnTo>
                <a:lnTo>
                  <a:pt x="3347034" y="1962228"/>
                </a:lnTo>
                <a:lnTo>
                  <a:pt x="3414176" y="1962228"/>
                </a:lnTo>
                <a:close/>
                <a:moveTo>
                  <a:pt x="5344512" y="1962228"/>
                </a:moveTo>
                <a:lnTo>
                  <a:pt x="5411654" y="1962228"/>
                </a:lnTo>
                <a:lnTo>
                  <a:pt x="5411654" y="1945443"/>
                </a:lnTo>
                <a:lnTo>
                  <a:pt x="5344512" y="1945443"/>
                </a:lnTo>
                <a:lnTo>
                  <a:pt x="5344512" y="1962228"/>
                </a:lnTo>
                <a:close/>
                <a:moveTo>
                  <a:pt x="4471664" y="1962228"/>
                </a:moveTo>
                <a:lnTo>
                  <a:pt x="4471664" y="1945443"/>
                </a:lnTo>
                <a:lnTo>
                  <a:pt x="4404522" y="1945443"/>
                </a:lnTo>
                <a:lnTo>
                  <a:pt x="4404522" y="1962228"/>
                </a:lnTo>
                <a:lnTo>
                  <a:pt x="4471664" y="1962228"/>
                </a:lnTo>
                <a:close/>
                <a:moveTo>
                  <a:pt x="6522856" y="0"/>
                </a:moveTo>
                <a:lnTo>
                  <a:pt x="6522856" y="16786"/>
                </a:lnTo>
                <a:lnTo>
                  <a:pt x="6589998" y="16786"/>
                </a:lnTo>
                <a:lnTo>
                  <a:pt x="6589998" y="0"/>
                </a:lnTo>
                <a:lnTo>
                  <a:pt x="6522856" y="0"/>
                </a:lnTo>
                <a:close/>
                <a:moveTo>
                  <a:pt x="5532510" y="0"/>
                </a:moveTo>
                <a:lnTo>
                  <a:pt x="5465367" y="0"/>
                </a:lnTo>
                <a:lnTo>
                  <a:pt x="5465367" y="16786"/>
                </a:lnTo>
                <a:lnTo>
                  <a:pt x="5532510" y="16786"/>
                </a:lnTo>
                <a:lnTo>
                  <a:pt x="5532510" y="0"/>
                </a:lnTo>
                <a:close/>
                <a:moveTo>
                  <a:pt x="7462845" y="0"/>
                </a:moveTo>
                <a:lnTo>
                  <a:pt x="7462845" y="16786"/>
                </a:lnTo>
                <a:lnTo>
                  <a:pt x="7529987" y="16786"/>
                </a:lnTo>
                <a:lnTo>
                  <a:pt x="7529987" y="0"/>
                </a:lnTo>
                <a:lnTo>
                  <a:pt x="7462845" y="0"/>
                </a:lnTo>
                <a:close/>
                <a:moveTo>
                  <a:pt x="5582866" y="0"/>
                </a:moveTo>
                <a:lnTo>
                  <a:pt x="5582866" y="16786"/>
                </a:lnTo>
                <a:lnTo>
                  <a:pt x="5650008" y="16786"/>
                </a:lnTo>
                <a:lnTo>
                  <a:pt x="5650008" y="0"/>
                </a:lnTo>
                <a:lnTo>
                  <a:pt x="5582866" y="0"/>
                </a:lnTo>
                <a:close/>
                <a:moveTo>
                  <a:pt x="7412489" y="0"/>
                </a:moveTo>
                <a:lnTo>
                  <a:pt x="7345346" y="0"/>
                </a:lnTo>
                <a:lnTo>
                  <a:pt x="7345346" y="16786"/>
                </a:lnTo>
                <a:lnTo>
                  <a:pt x="7412489" y="16786"/>
                </a:lnTo>
                <a:lnTo>
                  <a:pt x="7412489" y="0"/>
                </a:lnTo>
                <a:close/>
                <a:moveTo>
                  <a:pt x="5767507" y="0"/>
                </a:moveTo>
                <a:lnTo>
                  <a:pt x="5700365" y="0"/>
                </a:lnTo>
                <a:lnTo>
                  <a:pt x="5700365" y="16786"/>
                </a:lnTo>
                <a:lnTo>
                  <a:pt x="5767507" y="16786"/>
                </a:lnTo>
                <a:lnTo>
                  <a:pt x="5767507" y="0"/>
                </a:lnTo>
                <a:close/>
                <a:moveTo>
                  <a:pt x="7294990" y="0"/>
                </a:moveTo>
                <a:lnTo>
                  <a:pt x="7227848" y="0"/>
                </a:lnTo>
                <a:lnTo>
                  <a:pt x="7227848" y="16786"/>
                </a:lnTo>
                <a:lnTo>
                  <a:pt x="7294990" y="16786"/>
                </a:lnTo>
                <a:lnTo>
                  <a:pt x="7294990" y="0"/>
                </a:lnTo>
                <a:close/>
                <a:moveTo>
                  <a:pt x="5817863" y="0"/>
                </a:moveTo>
                <a:lnTo>
                  <a:pt x="5817863" y="16786"/>
                </a:lnTo>
                <a:lnTo>
                  <a:pt x="5885006" y="16786"/>
                </a:lnTo>
                <a:lnTo>
                  <a:pt x="5885006" y="0"/>
                </a:lnTo>
                <a:lnTo>
                  <a:pt x="5817863" y="0"/>
                </a:lnTo>
                <a:close/>
                <a:moveTo>
                  <a:pt x="7110349" y="0"/>
                </a:moveTo>
                <a:lnTo>
                  <a:pt x="7110349" y="16786"/>
                </a:lnTo>
                <a:lnTo>
                  <a:pt x="7177491" y="16786"/>
                </a:lnTo>
                <a:lnTo>
                  <a:pt x="7177491" y="0"/>
                </a:lnTo>
                <a:lnTo>
                  <a:pt x="7110349" y="0"/>
                </a:lnTo>
                <a:close/>
                <a:moveTo>
                  <a:pt x="6002504" y="0"/>
                </a:moveTo>
                <a:lnTo>
                  <a:pt x="5935362" y="0"/>
                </a:lnTo>
                <a:lnTo>
                  <a:pt x="5935362" y="16786"/>
                </a:lnTo>
                <a:lnTo>
                  <a:pt x="6002504" y="16786"/>
                </a:lnTo>
                <a:lnTo>
                  <a:pt x="6002504" y="0"/>
                </a:lnTo>
                <a:close/>
                <a:moveTo>
                  <a:pt x="6992850" y="0"/>
                </a:moveTo>
                <a:lnTo>
                  <a:pt x="6992850" y="16786"/>
                </a:lnTo>
                <a:lnTo>
                  <a:pt x="7059992" y="16786"/>
                </a:lnTo>
                <a:lnTo>
                  <a:pt x="7059992" y="0"/>
                </a:lnTo>
                <a:lnTo>
                  <a:pt x="6992850" y="0"/>
                </a:lnTo>
                <a:close/>
                <a:moveTo>
                  <a:pt x="6052861" y="0"/>
                </a:moveTo>
                <a:lnTo>
                  <a:pt x="6052861" y="16786"/>
                </a:lnTo>
                <a:lnTo>
                  <a:pt x="6120003" y="16786"/>
                </a:lnTo>
                <a:lnTo>
                  <a:pt x="6120003" y="0"/>
                </a:lnTo>
                <a:lnTo>
                  <a:pt x="6052861" y="0"/>
                </a:lnTo>
                <a:close/>
                <a:moveTo>
                  <a:pt x="6942494" y="0"/>
                </a:moveTo>
                <a:lnTo>
                  <a:pt x="6875352" y="0"/>
                </a:lnTo>
                <a:lnTo>
                  <a:pt x="6875352" y="16786"/>
                </a:lnTo>
                <a:lnTo>
                  <a:pt x="6942494" y="16786"/>
                </a:lnTo>
                <a:lnTo>
                  <a:pt x="6942494" y="0"/>
                </a:lnTo>
                <a:close/>
                <a:moveTo>
                  <a:pt x="6170360" y="0"/>
                </a:moveTo>
                <a:lnTo>
                  <a:pt x="6170360" y="16786"/>
                </a:lnTo>
                <a:lnTo>
                  <a:pt x="6237502" y="16786"/>
                </a:lnTo>
                <a:lnTo>
                  <a:pt x="6237502" y="0"/>
                </a:lnTo>
                <a:lnTo>
                  <a:pt x="6170360" y="0"/>
                </a:lnTo>
                <a:close/>
                <a:moveTo>
                  <a:pt x="6757853" y="0"/>
                </a:moveTo>
                <a:lnTo>
                  <a:pt x="6757853" y="16786"/>
                </a:lnTo>
                <a:lnTo>
                  <a:pt x="6824995" y="16786"/>
                </a:lnTo>
                <a:lnTo>
                  <a:pt x="6824995" y="0"/>
                </a:lnTo>
                <a:lnTo>
                  <a:pt x="6757853" y="0"/>
                </a:lnTo>
                <a:close/>
                <a:moveTo>
                  <a:pt x="6355000" y="0"/>
                </a:moveTo>
                <a:lnTo>
                  <a:pt x="6287858" y="0"/>
                </a:lnTo>
                <a:lnTo>
                  <a:pt x="6287858" y="16786"/>
                </a:lnTo>
                <a:lnTo>
                  <a:pt x="6355000" y="16786"/>
                </a:lnTo>
                <a:lnTo>
                  <a:pt x="6355000" y="0"/>
                </a:lnTo>
                <a:close/>
                <a:moveTo>
                  <a:pt x="6640354" y="0"/>
                </a:moveTo>
                <a:lnTo>
                  <a:pt x="6640354" y="16786"/>
                </a:lnTo>
                <a:lnTo>
                  <a:pt x="6707496" y="16786"/>
                </a:lnTo>
                <a:lnTo>
                  <a:pt x="6707496" y="0"/>
                </a:lnTo>
                <a:lnTo>
                  <a:pt x="6640354" y="0"/>
                </a:lnTo>
                <a:close/>
                <a:moveTo>
                  <a:pt x="6405357" y="0"/>
                </a:moveTo>
                <a:lnTo>
                  <a:pt x="6405357" y="16786"/>
                </a:lnTo>
                <a:lnTo>
                  <a:pt x="6472499" y="16786"/>
                </a:lnTo>
                <a:lnTo>
                  <a:pt x="6472499" y="0"/>
                </a:lnTo>
                <a:lnTo>
                  <a:pt x="6405357" y="0"/>
                </a:lnTo>
                <a:close/>
                <a:moveTo>
                  <a:pt x="5462010" y="1962228"/>
                </a:moveTo>
                <a:lnTo>
                  <a:pt x="5529152" y="1962228"/>
                </a:lnTo>
                <a:lnTo>
                  <a:pt x="5529152" y="1945443"/>
                </a:lnTo>
                <a:lnTo>
                  <a:pt x="5462010" y="1945443"/>
                </a:lnTo>
                <a:lnTo>
                  <a:pt x="5462010" y="1962228"/>
                </a:lnTo>
                <a:close/>
                <a:moveTo>
                  <a:pt x="6586641" y="1962228"/>
                </a:moveTo>
                <a:lnTo>
                  <a:pt x="6586641" y="1945443"/>
                </a:lnTo>
                <a:lnTo>
                  <a:pt x="6519498" y="1945443"/>
                </a:lnTo>
                <a:lnTo>
                  <a:pt x="6519498" y="1962228"/>
                </a:lnTo>
                <a:lnTo>
                  <a:pt x="6586641" y="1962228"/>
                </a:lnTo>
                <a:close/>
                <a:moveTo>
                  <a:pt x="6704139" y="1962228"/>
                </a:moveTo>
                <a:lnTo>
                  <a:pt x="6704139" y="1945443"/>
                </a:lnTo>
                <a:lnTo>
                  <a:pt x="6636997" y="1945443"/>
                </a:lnTo>
                <a:lnTo>
                  <a:pt x="6636997" y="1962228"/>
                </a:lnTo>
                <a:lnTo>
                  <a:pt x="6704139" y="1962228"/>
                </a:lnTo>
                <a:close/>
                <a:moveTo>
                  <a:pt x="6402000" y="1962228"/>
                </a:moveTo>
                <a:lnTo>
                  <a:pt x="6469142" y="1962228"/>
                </a:lnTo>
                <a:lnTo>
                  <a:pt x="6469142" y="1945443"/>
                </a:lnTo>
                <a:lnTo>
                  <a:pt x="6402000" y="1945443"/>
                </a:lnTo>
                <a:lnTo>
                  <a:pt x="6402000" y="1962228"/>
                </a:lnTo>
                <a:close/>
                <a:moveTo>
                  <a:pt x="6821638" y="1962228"/>
                </a:moveTo>
                <a:lnTo>
                  <a:pt x="6821638" y="1945443"/>
                </a:lnTo>
                <a:lnTo>
                  <a:pt x="6754496" y="1945443"/>
                </a:lnTo>
                <a:lnTo>
                  <a:pt x="6754496" y="1962228"/>
                </a:lnTo>
                <a:lnTo>
                  <a:pt x="6821638" y="1962228"/>
                </a:lnTo>
                <a:close/>
                <a:moveTo>
                  <a:pt x="6351643" y="1962228"/>
                </a:moveTo>
                <a:lnTo>
                  <a:pt x="6351643" y="1945443"/>
                </a:lnTo>
                <a:lnTo>
                  <a:pt x="6284501" y="1945443"/>
                </a:lnTo>
                <a:lnTo>
                  <a:pt x="6284501" y="1962228"/>
                </a:lnTo>
                <a:lnTo>
                  <a:pt x="6351643" y="1962228"/>
                </a:lnTo>
                <a:close/>
                <a:moveTo>
                  <a:pt x="6871995" y="1962228"/>
                </a:moveTo>
                <a:lnTo>
                  <a:pt x="6939137" y="1962228"/>
                </a:lnTo>
                <a:lnTo>
                  <a:pt x="6939137" y="1945443"/>
                </a:lnTo>
                <a:lnTo>
                  <a:pt x="6871995" y="1945443"/>
                </a:lnTo>
                <a:lnTo>
                  <a:pt x="6871995" y="1962228"/>
                </a:lnTo>
                <a:close/>
                <a:moveTo>
                  <a:pt x="6234145" y="1962228"/>
                </a:moveTo>
                <a:lnTo>
                  <a:pt x="6234145" y="1945443"/>
                </a:lnTo>
                <a:lnTo>
                  <a:pt x="6167002" y="1945443"/>
                </a:lnTo>
                <a:lnTo>
                  <a:pt x="6167002" y="1962228"/>
                </a:lnTo>
                <a:lnTo>
                  <a:pt x="6234145" y="1962228"/>
                </a:lnTo>
                <a:close/>
                <a:moveTo>
                  <a:pt x="7056635" y="1962228"/>
                </a:moveTo>
                <a:lnTo>
                  <a:pt x="7056635" y="1945443"/>
                </a:lnTo>
                <a:lnTo>
                  <a:pt x="6989493" y="1945443"/>
                </a:lnTo>
                <a:lnTo>
                  <a:pt x="6989493" y="1962228"/>
                </a:lnTo>
                <a:lnTo>
                  <a:pt x="7056635" y="1962228"/>
                </a:lnTo>
                <a:close/>
                <a:moveTo>
                  <a:pt x="6049504" y="1962228"/>
                </a:moveTo>
                <a:lnTo>
                  <a:pt x="6116646" y="1962228"/>
                </a:lnTo>
                <a:lnTo>
                  <a:pt x="6116646" y="1945443"/>
                </a:lnTo>
                <a:lnTo>
                  <a:pt x="6049504" y="1945443"/>
                </a:lnTo>
                <a:lnTo>
                  <a:pt x="6049504" y="1962228"/>
                </a:lnTo>
                <a:close/>
                <a:moveTo>
                  <a:pt x="7106992" y="1962228"/>
                </a:moveTo>
                <a:lnTo>
                  <a:pt x="7174134" y="1962228"/>
                </a:lnTo>
                <a:lnTo>
                  <a:pt x="7174134" y="1945443"/>
                </a:lnTo>
                <a:lnTo>
                  <a:pt x="7106992" y="1945443"/>
                </a:lnTo>
                <a:lnTo>
                  <a:pt x="7106992" y="1962228"/>
                </a:lnTo>
                <a:close/>
                <a:moveTo>
                  <a:pt x="5932005" y="1962228"/>
                </a:moveTo>
                <a:lnTo>
                  <a:pt x="5999147" y="1962228"/>
                </a:lnTo>
                <a:lnTo>
                  <a:pt x="5999147" y="1945443"/>
                </a:lnTo>
                <a:lnTo>
                  <a:pt x="5932005" y="1945443"/>
                </a:lnTo>
                <a:lnTo>
                  <a:pt x="5932005" y="1962228"/>
                </a:lnTo>
                <a:close/>
                <a:moveTo>
                  <a:pt x="7291633" y="1962228"/>
                </a:moveTo>
                <a:lnTo>
                  <a:pt x="7291633" y="1945443"/>
                </a:lnTo>
                <a:lnTo>
                  <a:pt x="7224491" y="1945443"/>
                </a:lnTo>
                <a:lnTo>
                  <a:pt x="7224491" y="1962228"/>
                </a:lnTo>
                <a:lnTo>
                  <a:pt x="7291633" y="1962228"/>
                </a:lnTo>
                <a:close/>
                <a:moveTo>
                  <a:pt x="5881648" y="1962228"/>
                </a:moveTo>
                <a:lnTo>
                  <a:pt x="5881648" y="1945443"/>
                </a:lnTo>
                <a:lnTo>
                  <a:pt x="5814506" y="1945443"/>
                </a:lnTo>
                <a:lnTo>
                  <a:pt x="5814506" y="1962228"/>
                </a:lnTo>
                <a:lnTo>
                  <a:pt x="5881648" y="1962228"/>
                </a:lnTo>
                <a:close/>
                <a:moveTo>
                  <a:pt x="7341989" y="1962228"/>
                </a:moveTo>
                <a:lnTo>
                  <a:pt x="7409131" y="1962228"/>
                </a:lnTo>
                <a:lnTo>
                  <a:pt x="7409131" y="1945443"/>
                </a:lnTo>
                <a:lnTo>
                  <a:pt x="7341989" y="1945443"/>
                </a:lnTo>
                <a:lnTo>
                  <a:pt x="7341989" y="1962228"/>
                </a:lnTo>
                <a:close/>
                <a:moveTo>
                  <a:pt x="5764150" y="1962228"/>
                </a:moveTo>
                <a:lnTo>
                  <a:pt x="5764150" y="1945443"/>
                </a:lnTo>
                <a:lnTo>
                  <a:pt x="5697008" y="1945443"/>
                </a:lnTo>
                <a:lnTo>
                  <a:pt x="5697008" y="1962228"/>
                </a:lnTo>
                <a:lnTo>
                  <a:pt x="5764150" y="1962228"/>
                </a:lnTo>
                <a:close/>
                <a:moveTo>
                  <a:pt x="7526630" y="1962228"/>
                </a:moveTo>
                <a:lnTo>
                  <a:pt x="7526630" y="1945443"/>
                </a:lnTo>
                <a:lnTo>
                  <a:pt x="7459488" y="1945443"/>
                </a:lnTo>
                <a:lnTo>
                  <a:pt x="7459488" y="1962228"/>
                </a:lnTo>
                <a:lnTo>
                  <a:pt x="7526630" y="1962228"/>
                </a:lnTo>
                <a:close/>
                <a:moveTo>
                  <a:pt x="5579509" y="1962228"/>
                </a:moveTo>
                <a:lnTo>
                  <a:pt x="5646651" y="1962228"/>
                </a:lnTo>
                <a:lnTo>
                  <a:pt x="5646651" y="1945443"/>
                </a:lnTo>
                <a:lnTo>
                  <a:pt x="5579509" y="1945443"/>
                </a:lnTo>
                <a:lnTo>
                  <a:pt x="5579509" y="1962228"/>
                </a:lnTo>
                <a:close/>
                <a:moveTo>
                  <a:pt x="7644129" y="1962228"/>
                </a:moveTo>
                <a:lnTo>
                  <a:pt x="7644129" y="1945443"/>
                </a:lnTo>
                <a:lnTo>
                  <a:pt x="7576987" y="1945443"/>
                </a:lnTo>
                <a:lnTo>
                  <a:pt x="7576987" y="1962228"/>
                </a:lnTo>
                <a:lnTo>
                  <a:pt x="7644129" y="1962228"/>
                </a:lnTo>
                <a:close/>
                <a:moveTo>
                  <a:pt x="8167837" y="0"/>
                </a:moveTo>
                <a:lnTo>
                  <a:pt x="8167837" y="16786"/>
                </a:lnTo>
                <a:lnTo>
                  <a:pt x="8234979" y="16786"/>
                </a:lnTo>
                <a:lnTo>
                  <a:pt x="8234979" y="0"/>
                </a:lnTo>
                <a:lnTo>
                  <a:pt x="8167837" y="0"/>
                </a:lnTo>
                <a:close/>
                <a:moveTo>
                  <a:pt x="7647486" y="0"/>
                </a:moveTo>
                <a:lnTo>
                  <a:pt x="7580344" y="0"/>
                </a:lnTo>
                <a:lnTo>
                  <a:pt x="7580344" y="16786"/>
                </a:lnTo>
                <a:lnTo>
                  <a:pt x="7647486" y="16786"/>
                </a:lnTo>
                <a:lnTo>
                  <a:pt x="7647486" y="0"/>
                </a:lnTo>
                <a:close/>
                <a:moveTo>
                  <a:pt x="7697842" y="0"/>
                </a:moveTo>
                <a:lnTo>
                  <a:pt x="7697842" y="16786"/>
                </a:lnTo>
                <a:lnTo>
                  <a:pt x="7764985" y="16786"/>
                </a:lnTo>
                <a:lnTo>
                  <a:pt x="7764985" y="0"/>
                </a:lnTo>
                <a:lnTo>
                  <a:pt x="7697842" y="0"/>
                </a:lnTo>
                <a:close/>
                <a:moveTo>
                  <a:pt x="8520333" y="0"/>
                </a:moveTo>
                <a:lnTo>
                  <a:pt x="8520333" y="16786"/>
                </a:lnTo>
                <a:lnTo>
                  <a:pt x="8587475" y="16786"/>
                </a:lnTo>
                <a:lnTo>
                  <a:pt x="8587475" y="0"/>
                </a:lnTo>
                <a:lnTo>
                  <a:pt x="8520333" y="0"/>
                </a:lnTo>
                <a:close/>
                <a:moveTo>
                  <a:pt x="7882483" y="0"/>
                </a:moveTo>
                <a:lnTo>
                  <a:pt x="7815341" y="0"/>
                </a:lnTo>
                <a:lnTo>
                  <a:pt x="7815341" y="16786"/>
                </a:lnTo>
                <a:lnTo>
                  <a:pt x="7882483" y="16786"/>
                </a:lnTo>
                <a:lnTo>
                  <a:pt x="7882483" y="0"/>
                </a:lnTo>
                <a:close/>
                <a:moveTo>
                  <a:pt x="8402835" y="0"/>
                </a:moveTo>
                <a:lnTo>
                  <a:pt x="8402835" y="16786"/>
                </a:lnTo>
                <a:lnTo>
                  <a:pt x="8469977" y="16786"/>
                </a:lnTo>
                <a:lnTo>
                  <a:pt x="8469977" y="0"/>
                </a:lnTo>
                <a:lnTo>
                  <a:pt x="8402835" y="0"/>
                </a:lnTo>
                <a:close/>
                <a:moveTo>
                  <a:pt x="7932840" y="0"/>
                </a:moveTo>
                <a:lnTo>
                  <a:pt x="7932840" y="16786"/>
                </a:lnTo>
                <a:lnTo>
                  <a:pt x="7999982" y="16786"/>
                </a:lnTo>
                <a:lnTo>
                  <a:pt x="7999982" y="0"/>
                </a:lnTo>
                <a:lnTo>
                  <a:pt x="7932840" y="0"/>
                </a:lnTo>
                <a:close/>
                <a:moveTo>
                  <a:pt x="8352478" y="0"/>
                </a:moveTo>
                <a:lnTo>
                  <a:pt x="8285336" y="0"/>
                </a:lnTo>
                <a:lnTo>
                  <a:pt x="8285336" y="16786"/>
                </a:lnTo>
                <a:lnTo>
                  <a:pt x="8352478" y="16786"/>
                </a:lnTo>
                <a:lnTo>
                  <a:pt x="8352478" y="0"/>
                </a:lnTo>
                <a:close/>
                <a:moveTo>
                  <a:pt x="8050339" y="0"/>
                </a:moveTo>
                <a:lnTo>
                  <a:pt x="8050339" y="16786"/>
                </a:lnTo>
                <a:lnTo>
                  <a:pt x="8117481" y="16786"/>
                </a:lnTo>
                <a:lnTo>
                  <a:pt x="8117481" y="0"/>
                </a:lnTo>
                <a:lnTo>
                  <a:pt x="8050339" y="0"/>
                </a:lnTo>
                <a:close/>
                <a:moveTo>
                  <a:pt x="8645385" y="9232"/>
                </a:moveTo>
                <a:lnTo>
                  <a:pt x="8628600" y="9232"/>
                </a:lnTo>
                <a:lnTo>
                  <a:pt x="8628600" y="76374"/>
                </a:lnTo>
                <a:lnTo>
                  <a:pt x="8645385" y="76374"/>
                </a:lnTo>
                <a:lnTo>
                  <a:pt x="8645385" y="9232"/>
                </a:lnTo>
                <a:close/>
                <a:moveTo>
                  <a:pt x="8645385" y="193873"/>
                </a:moveTo>
                <a:lnTo>
                  <a:pt x="8645385" y="126731"/>
                </a:lnTo>
                <a:lnTo>
                  <a:pt x="8628600" y="126731"/>
                </a:lnTo>
                <a:lnTo>
                  <a:pt x="8628600" y="193873"/>
                </a:lnTo>
                <a:lnTo>
                  <a:pt x="8645385" y="193873"/>
                </a:lnTo>
                <a:close/>
                <a:moveTo>
                  <a:pt x="8645385" y="244229"/>
                </a:moveTo>
                <a:lnTo>
                  <a:pt x="8628600" y="244229"/>
                </a:lnTo>
                <a:lnTo>
                  <a:pt x="8628600" y="311372"/>
                </a:lnTo>
                <a:lnTo>
                  <a:pt x="8645385" y="311372"/>
                </a:lnTo>
                <a:lnTo>
                  <a:pt x="8645385" y="244229"/>
                </a:lnTo>
                <a:close/>
                <a:moveTo>
                  <a:pt x="8645385" y="361728"/>
                </a:moveTo>
                <a:lnTo>
                  <a:pt x="8628600" y="361728"/>
                </a:lnTo>
                <a:lnTo>
                  <a:pt x="8628600" y="428870"/>
                </a:lnTo>
                <a:lnTo>
                  <a:pt x="8645385" y="428870"/>
                </a:lnTo>
                <a:lnTo>
                  <a:pt x="8645385" y="361728"/>
                </a:lnTo>
                <a:close/>
                <a:moveTo>
                  <a:pt x="8645385" y="546369"/>
                </a:moveTo>
                <a:lnTo>
                  <a:pt x="8645385" y="479227"/>
                </a:lnTo>
                <a:lnTo>
                  <a:pt x="8628600" y="479227"/>
                </a:lnTo>
                <a:lnTo>
                  <a:pt x="8628600" y="546369"/>
                </a:lnTo>
                <a:lnTo>
                  <a:pt x="8645385" y="546369"/>
                </a:lnTo>
                <a:close/>
                <a:moveTo>
                  <a:pt x="8645385" y="663868"/>
                </a:moveTo>
                <a:lnTo>
                  <a:pt x="8645385" y="596725"/>
                </a:lnTo>
                <a:lnTo>
                  <a:pt x="8628600" y="596725"/>
                </a:lnTo>
                <a:lnTo>
                  <a:pt x="8628600" y="663868"/>
                </a:lnTo>
                <a:lnTo>
                  <a:pt x="8645385" y="663868"/>
                </a:lnTo>
                <a:close/>
                <a:moveTo>
                  <a:pt x="8645385" y="781366"/>
                </a:moveTo>
                <a:lnTo>
                  <a:pt x="8645385" y="714224"/>
                </a:lnTo>
                <a:lnTo>
                  <a:pt x="8628600" y="714224"/>
                </a:lnTo>
                <a:lnTo>
                  <a:pt x="8628600" y="781366"/>
                </a:lnTo>
                <a:lnTo>
                  <a:pt x="8645385" y="781366"/>
                </a:lnTo>
                <a:close/>
                <a:moveTo>
                  <a:pt x="8645385" y="831723"/>
                </a:moveTo>
                <a:lnTo>
                  <a:pt x="8628600" y="831723"/>
                </a:lnTo>
                <a:lnTo>
                  <a:pt x="8628600" y="898865"/>
                </a:lnTo>
                <a:lnTo>
                  <a:pt x="8645385" y="898865"/>
                </a:lnTo>
                <a:lnTo>
                  <a:pt x="8645385" y="831723"/>
                </a:lnTo>
                <a:close/>
                <a:moveTo>
                  <a:pt x="8645385" y="949222"/>
                </a:moveTo>
                <a:lnTo>
                  <a:pt x="8628600" y="949222"/>
                </a:lnTo>
                <a:lnTo>
                  <a:pt x="8628600" y="1016364"/>
                </a:lnTo>
                <a:lnTo>
                  <a:pt x="8645385" y="1016364"/>
                </a:lnTo>
                <a:lnTo>
                  <a:pt x="8645385" y="949222"/>
                </a:lnTo>
                <a:close/>
                <a:moveTo>
                  <a:pt x="8645385" y="1133862"/>
                </a:moveTo>
                <a:lnTo>
                  <a:pt x="8645385" y="1066720"/>
                </a:lnTo>
                <a:lnTo>
                  <a:pt x="8628600" y="1066720"/>
                </a:lnTo>
                <a:lnTo>
                  <a:pt x="8628600" y="1133862"/>
                </a:lnTo>
                <a:lnTo>
                  <a:pt x="8645385" y="1133862"/>
                </a:lnTo>
                <a:close/>
                <a:moveTo>
                  <a:pt x="8645385" y="1184219"/>
                </a:moveTo>
                <a:lnTo>
                  <a:pt x="8628600" y="1184219"/>
                </a:lnTo>
                <a:lnTo>
                  <a:pt x="8628600" y="1251361"/>
                </a:lnTo>
                <a:lnTo>
                  <a:pt x="8645385" y="1251361"/>
                </a:lnTo>
                <a:lnTo>
                  <a:pt x="8645385" y="1184219"/>
                </a:lnTo>
                <a:close/>
                <a:moveTo>
                  <a:pt x="8645385" y="1301718"/>
                </a:moveTo>
                <a:lnTo>
                  <a:pt x="8628600" y="1301718"/>
                </a:lnTo>
                <a:lnTo>
                  <a:pt x="8628600" y="1368860"/>
                </a:lnTo>
                <a:lnTo>
                  <a:pt x="8645385" y="1368860"/>
                </a:lnTo>
                <a:lnTo>
                  <a:pt x="8645385" y="1301718"/>
                </a:lnTo>
                <a:close/>
                <a:moveTo>
                  <a:pt x="8645385" y="1486358"/>
                </a:moveTo>
                <a:lnTo>
                  <a:pt x="8645385" y="1419216"/>
                </a:lnTo>
                <a:lnTo>
                  <a:pt x="8628600" y="1419216"/>
                </a:lnTo>
                <a:lnTo>
                  <a:pt x="8628600" y="1486358"/>
                </a:lnTo>
                <a:lnTo>
                  <a:pt x="8645385" y="1486358"/>
                </a:lnTo>
                <a:close/>
                <a:moveTo>
                  <a:pt x="8645385" y="1536715"/>
                </a:moveTo>
                <a:lnTo>
                  <a:pt x="8628600" y="1536715"/>
                </a:lnTo>
                <a:lnTo>
                  <a:pt x="8628600" y="1603857"/>
                </a:lnTo>
                <a:lnTo>
                  <a:pt x="8645385" y="1603857"/>
                </a:lnTo>
                <a:lnTo>
                  <a:pt x="8645385" y="1536715"/>
                </a:lnTo>
                <a:close/>
                <a:moveTo>
                  <a:pt x="8645385" y="1654214"/>
                </a:moveTo>
                <a:lnTo>
                  <a:pt x="8628600" y="1654214"/>
                </a:lnTo>
                <a:lnTo>
                  <a:pt x="8628600" y="1721356"/>
                </a:lnTo>
                <a:lnTo>
                  <a:pt x="8645385" y="1721356"/>
                </a:lnTo>
                <a:lnTo>
                  <a:pt x="8645385" y="1654214"/>
                </a:lnTo>
                <a:close/>
                <a:moveTo>
                  <a:pt x="8645385" y="1838854"/>
                </a:moveTo>
                <a:lnTo>
                  <a:pt x="8645385" y="1771712"/>
                </a:lnTo>
                <a:lnTo>
                  <a:pt x="8628600" y="1771712"/>
                </a:lnTo>
                <a:lnTo>
                  <a:pt x="8628600" y="1838854"/>
                </a:lnTo>
                <a:lnTo>
                  <a:pt x="8645385" y="1838854"/>
                </a:lnTo>
                <a:close/>
                <a:moveTo>
                  <a:pt x="8634475" y="1962228"/>
                </a:moveTo>
                <a:lnTo>
                  <a:pt x="8645385" y="1962228"/>
                </a:lnTo>
                <a:lnTo>
                  <a:pt x="8645385" y="1889211"/>
                </a:lnTo>
                <a:lnTo>
                  <a:pt x="8628600" y="1889211"/>
                </a:lnTo>
                <a:lnTo>
                  <a:pt x="8628600" y="1945443"/>
                </a:lnTo>
                <a:lnTo>
                  <a:pt x="8628600" y="1953835"/>
                </a:lnTo>
                <a:lnTo>
                  <a:pt x="8634475" y="1947960"/>
                </a:lnTo>
                <a:lnTo>
                  <a:pt x="8634475" y="1962228"/>
                </a:lnTo>
                <a:close/>
                <a:moveTo>
                  <a:pt x="7761627" y="1962228"/>
                </a:moveTo>
                <a:lnTo>
                  <a:pt x="7761627" y="1945443"/>
                </a:lnTo>
                <a:lnTo>
                  <a:pt x="7694485" y="1945443"/>
                </a:lnTo>
                <a:lnTo>
                  <a:pt x="7694485" y="1962228"/>
                </a:lnTo>
                <a:lnTo>
                  <a:pt x="7761627" y="1962228"/>
                </a:lnTo>
                <a:close/>
                <a:moveTo>
                  <a:pt x="7879126" y="1962228"/>
                </a:moveTo>
                <a:lnTo>
                  <a:pt x="7879126" y="1945443"/>
                </a:lnTo>
                <a:lnTo>
                  <a:pt x="7811984" y="1945443"/>
                </a:lnTo>
                <a:lnTo>
                  <a:pt x="7811984" y="1962228"/>
                </a:lnTo>
                <a:lnTo>
                  <a:pt x="7879126" y="1962228"/>
                </a:lnTo>
                <a:close/>
                <a:moveTo>
                  <a:pt x="8516976" y="1962228"/>
                </a:moveTo>
                <a:lnTo>
                  <a:pt x="8584118" y="1962228"/>
                </a:lnTo>
                <a:lnTo>
                  <a:pt x="8584118" y="1945443"/>
                </a:lnTo>
                <a:lnTo>
                  <a:pt x="8516976" y="1945443"/>
                </a:lnTo>
                <a:lnTo>
                  <a:pt x="8516976" y="1962228"/>
                </a:lnTo>
                <a:close/>
                <a:moveTo>
                  <a:pt x="7996625" y="1962228"/>
                </a:moveTo>
                <a:lnTo>
                  <a:pt x="7996625" y="1945443"/>
                </a:lnTo>
                <a:lnTo>
                  <a:pt x="7929483" y="1945443"/>
                </a:lnTo>
                <a:lnTo>
                  <a:pt x="7929483" y="1962228"/>
                </a:lnTo>
                <a:lnTo>
                  <a:pt x="7996625" y="1962228"/>
                </a:lnTo>
                <a:close/>
                <a:moveTo>
                  <a:pt x="8466620" y="1962228"/>
                </a:moveTo>
                <a:lnTo>
                  <a:pt x="8466620" y="1945443"/>
                </a:lnTo>
                <a:lnTo>
                  <a:pt x="8399477" y="1945443"/>
                </a:lnTo>
                <a:lnTo>
                  <a:pt x="8399477" y="1962228"/>
                </a:lnTo>
                <a:lnTo>
                  <a:pt x="8466620" y="1962228"/>
                </a:lnTo>
                <a:close/>
                <a:moveTo>
                  <a:pt x="8046981" y="1962228"/>
                </a:moveTo>
                <a:lnTo>
                  <a:pt x="8114124" y="1962228"/>
                </a:lnTo>
                <a:lnTo>
                  <a:pt x="8114124" y="1945443"/>
                </a:lnTo>
                <a:lnTo>
                  <a:pt x="8046981" y="1945443"/>
                </a:lnTo>
                <a:lnTo>
                  <a:pt x="8046981" y="1962228"/>
                </a:lnTo>
                <a:close/>
                <a:moveTo>
                  <a:pt x="8349121" y="1962228"/>
                </a:moveTo>
                <a:lnTo>
                  <a:pt x="8349121" y="1945443"/>
                </a:lnTo>
                <a:lnTo>
                  <a:pt x="8281979" y="1945443"/>
                </a:lnTo>
                <a:lnTo>
                  <a:pt x="8281979" y="1962228"/>
                </a:lnTo>
                <a:lnTo>
                  <a:pt x="8349121" y="1962228"/>
                </a:lnTo>
                <a:close/>
                <a:moveTo>
                  <a:pt x="8231622" y="1962228"/>
                </a:moveTo>
                <a:lnTo>
                  <a:pt x="8231622" y="1945443"/>
                </a:lnTo>
                <a:lnTo>
                  <a:pt x="8164480" y="1945443"/>
                </a:lnTo>
                <a:lnTo>
                  <a:pt x="8164480" y="1962228"/>
                </a:lnTo>
                <a:lnTo>
                  <a:pt x="8231622" y="19622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17cfc431147a9"/>
          <a:stretch xmlns:a="http://schemas.openxmlformats.org/drawingml/2006/main"/>
        </p:blipFill>
        <p:spPr>
          <a:xfrm xmlns:a="http://schemas.openxmlformats.org/drawingml/2006/main">
            <a:off x="4470351" y="3009739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B3F23-EEDF-423D-9EA3-F1B063CE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09" y="2499142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689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689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1" y="246274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10" y="266782"/>
                </a:lnTo>
                <a:lnTo>
                  <a:pt x="410763" y="269570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8029" y="269480"/>
                </a:lnTo>
                <a:lnTo>
                  <a:pt x="25651" y="266878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7" y="246259"/>
                </a:lnTo>
                <a:lnTo>
                  <a:pt x="16786" y="242232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F18AD-2389-4DEB-9298-502D5682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329" y="2465269"/>
            <a:ext cx="1935707" cy="473352"/>
          </a:xfrm>
          <a:custGeom xmlns:a="http://schemas.openxmlformats.org/drawingml/2006/main">
            <a:pathLst>
              <a:path w="1935707" h="473352">
                <a:moveTo>
                  <a:pt x="0" y="0"/>
                </a:moveTo>
                <a:lnTo>
                  <a:pt x="1935707" y="0"/>
                </a:lnTo>
                <a:lnTo>
                  <a:pt x="1935707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41D4B-E9CD-4892-9819-CBB54CF2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769" y="2456037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287119a7f4290"/>
          <a:stretch xmlns:a="http://schemas.openxmlformats.org/drawingml/2006/main"/>
        </p:blipFill>
        <p:spPr>
          <a:xfrm xmlns:a="http://schemas.openxmlformats.org/drawingml/2006/main">
            <a:off x="4534164" y="2592167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23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C8E01810-0695-454E-93C8-2FC2ECB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980" y="2614466"/>
            <a:ext cx="937800" cy="139071"/>
          </a:xfrm>
          <a:custGeom xmlns:a="http://schemas.openxmlformats.org/drawingml/2006/main">
            <a:pathLst>
              <a:path w="937800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9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8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4" y="111083"/>
                </a:cubicBezTo>
                <a:cubicBezTo>
                  <a:pt x="126738" y="105039"/>
                  <a:pt x="125820" y="98141"/>
                  <a:pt x="125820" y="90389"/>
                </a:cubicBezTo>
                <a:cubicBezTo>
                  <a:pt x="125820" y="82898"/>
                  <a:pt x="126820" y="76048"/>
                  <a:pt x="128819" y="69840"/>
                </a:cubicBezTo>
                <a:cubicBezTo>
                  <a:pt x="130819" y="63631"/>
                  <a:pt x="133819" y="58310"/>
                  <a:pt x="137819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2" y="45269"/>
                  <a:pt x="204912" y="48406"/>
                  <a:pt x="208682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9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7" y="61864"/>
                </a:cubicBezTo>
                <a:cubicBezTo>
                  <a:pt x="180586" y="60356"/>
                  <a:pt x="177160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7" y="62962"/>
                  <a:pt x="158374" y="64929"/>
                  <a:pt x="156604" y="67519"/>
                </a:cubicBezTo>
                <a:cubicBezTo>
                  <a:pt x="154834" y="70109"/>
                  <a:pt x="153506" y="73224"/>
                  <a:pt x="152621" y="76863"/>
                </a:cubicBezTo>
                <a:cubicBezTo>
                  <a:pt x="151736" y="80502"/>
                  <a:pt x="151293" y="84649"/>
                  <a:pt x="151293" y="89304"/>
                </a:cubicBezTo>
                <a:cubicBezTo>
                  <a:pt x="151293" y="93632"/>
                  <a:pt x="151654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3" y="113433"/>
                  <a:pt x="159653" y="115515"/>
                  <a:pt x="162407" y="116991"/>
                </a:cubicBezTo>
                <a:cubicBezTo>
                  <a:pt x="165161" y="118466"/>
                  <a:pt x="168570" y="119203"/>
                  <a:pt x="172636" y="119203"/>
                </a:cubicBezTo>
                <a:cubicBezTo>
                  <a:pt x="176373" y="119203"/>
                  <a:pt x="179619" y="118531"/>
                  <a:pt x="182372" y="117187"/>
                </a:cubicBezTo>
                <a:cubicBezTo>
                  <a:pt x="185126" y="115843"/>
                  <a:pt x="187388" y="113892"/>
                  <a:pt x="189159" y="111335"/>
                </a:cubicBezTo>
                <a:cubicBezTo>
                  <a:pt x="190929" y="108778"/>
                  <a:pt x="192241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8" y="124644"/>
                </a:moveTo>
                <a:cubicBezTo>
                  <a:pt x="291328" y="127543"/>
                  <a:pt x="291147" y="129767"/>
                  <a:pt x="290787" y="131316"/>
                </a:cubicBezTo>
                <a:cubicBezTo>
                  <a:pt x="290426" y="132863"/>
                  <a:pt x="289951" y="133950"/>
                  <a:pt x="289361" y="134577"/>
                </a:cubicBezTo>
                <a:cubicBezTo>
                  <a:pt x="288770" y="135202"/>
                  <a:pt x="287902" y="135762"/>
                  <a:pt x="286754" y="136255"/>
                </a:cubicBezTo>
                <a:cubicBezTo>
                  <a:pt x="285607" y="136749"/>
                  <a:pt x="284263" y="137177"/>
                  <a:pt x="282722" y="137540"/>
                </a:cubicBezTo>
                <a:cubicBezTo>
                  <a:pt x="281181" y="137903"/>
                  <a:pt x="279509" y="138182"/>
                  <a:pt x="277706" y="138379"/>
                </a:cubicBezTo>
                <a:cubicBezTo>
                  <a:pt x="275903" y="138578"/>
                  <a:pt x="274083" y="138677"/>
                  <a:pt x="272247" y="138677"/>
                </a:cubicBezTo>
                <a:cubicBezTo>
                  <a:pt x="267330" y="138677"/>
                  <a:pt x="263068" y="138054"/>
                  <a:pt x="259461" y="136809"/>
                </a:cubicBezTo>
                <a:cubicBezTo>
                  <a:pt x="255855" y="135563"/>
                  <a:pt x="252872" y="133645"/>
                  <a:pt x="250511" y="131055"/>
                </a:cubicBezTo>
                <a:cubicBezTo>
                  <a:pt x="248151" y="128465"/>
                  <a:pt x="246413" y="125203"/>
                  <a:pt x="245299" y="121269"/>
                </a:cubicBezTo>
                <a:cubicBezTo>
                  <a:pt x="244184" y="117335"/>
                  <a:pt x="243627" y="112679"/>
                  <a:pt x="243627" y="107303"/>
                </a:cubicBezTo>
                <a:lnTo>
                  <a:pt x="243627" y="62356"/>
                </a:lnTo>
                <a:lnTo>
                  <a:pt x="233103" y="62356"/>
                </a:lnTo>
                <a:cubicBezTo>
                  <a:pt x="231857" y="62356"/>
                  <a:pt x="230906" y="61585"/>
                  <a:pt x="230251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3" y="45160"/>
                  <a:pt x="230251" y="44406"/>
                </a:cubicBezTo>
                <a:cubicBezTo>
                  <a:pt x="230578" y="43652"/>
                  <a:pt x="230988" y="43111"/>
                  <a:pt x="231480" y="42783"/>
                </a:cubicBezTo>
                <a:cubicBezTo>
                  <a:pt x="231972" y="42456"/>
                  <a:pt x="232545" y="42292"/>
                  <a:pt x="233201" y="42292"/>
                </a:cubicBezTo>
                <a:lnTo>
                  <a:pt x="243627" y="42292"/>
                </a:lnTo>
                <a:lnTo>
                  <a:pt x="243627" y="22640"/>
                </a:lnTo>
                <a:cubicBezTo>
                  <a:pt x="243627" y="21980"/>
                  <a:pt x="243807" y="21387"/>
                  <a:pt x="244167" y="20860"/>
                </a:cubicBezTo>
                <a:cubicBezTo>
                  <a:pt x="244528" y="20333"/>
                  <a:pt x="245184" y="19890"/>
                  <a:pt x="246135" y="19529"/>
                </a:cubicBezTo>
                <a:cubicBezTo>
                  <a:pt x="247085" y="19166"/>
                  <a:pt x="248364" y="18903"/>
                  <a:pt x="249970" y="18739"/>
                </a:cubicBezTo>
                <a:cubicBezTo>
                  <a:pt x="251577" y="18573"/>
                  <a:pt x="253560" y="18490"/>
                  <a:pt x="255921" y="18490"/>
                </a:cubicBezTo>
                <a:cubicBezTo>
                  <a:pt x="258347" y="18490"/>
                  <a:pt x="260363" y="18573"/>
                  <a:pt x="261969" y="18739"/>
                </a:cubicBezTo>
                <a:cubicBezTo>
                  <a:pt x="263576" y="18903"/>
                  <a:pt x="264838" y="19166"/>
                  <a:pt x="265756" y="19529"/>
                </a:cubicBezTo>
                <a:cubicBezTo>
                  <a:pt x="266674" y="19890"/>
                  <a:pt x="267330" y="20333"/>
                  <a:pt x="267723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4" y="42292"/>
                </a:lnTo>
                <a:cubicBezTo>
                  <a:pt x="288049" y="42292"/>
                  <a:pt x="288623" y="42456"/>
                  <a:pt x="289115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2" y="45160"/>
                  <a:pt x="290918" y="46193"/>
                  <a:pt x="291082" y="47504"/>
                </a:cubicBezTo>
                <a:cubicBezTo>
                  <a:pt x="291246" y="48816"/>
                  <a:pt x="291328" y="50422"/>
                  <a:pt x="291328" y="52324"/>
                </a:cubicBezTo>
                <a:cubicBezTo>
                  <a:pt x="291328" y="55930"/>
                  <a:pt x="291000" y="58503"/>
                  <a:pt x="290344" y="60044"/>
                </a:cubicBezTo>
                <a:cubicBezTo>
                  <a:pt x="289688" y="61585"/>
                  <a:pt x="288738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2" y="117827"/>
                  <a:pt x="278640" y="117827"/>
                </a:cubicBezTo>
                <a:cubicBezTo>
                  <a:pt x="279951" y="117827"/>
                  <a:pt x="281132" y="117712"/>
                  <a:pt x="282181" y="117482"/>
                </a:cubicBezTo>
                <a:cubicBezTo>
                  <a:pt x="283230" y="117253"/>
                  <a:pt x="284164" y="116991"/>
                  <a:pt x="284984" y="116695"/>
                </a:cubicBezTo>
                <a:cubicBezTo>
                  <a:pt x="285803" y="116400"/>
                  <a:pt x="286492" y="116138"/>
                  <a:pt x="287049" y="115909"/>
                </a:cubicBezTo>
                <a:cubicBezTo>
                  <a:pt x="287607" y="115679"/>
                  <a:pt x="288115" y="115564"/>
                  <a:pt x="288574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5" y="116138"/>
                  <a:pt x="290344" y="116598"/>
                  <a:pt x="290541" y="117289"/>
                </a:cubicBezTo>
                <a:cubicBezTo>
                  <a:pt x="290737" y="117977"/>
                  <a:pt x="290918" y="118915"/>
                  <a:pt x="291082" y="120101"/>
                </a:cubicBezTo>
                <a:cubicBezTo>
                  <a:pt x="291246" y="121285"/>
                  <a:pt x="291328" y="122799"/>
                  <a:pt x="291328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1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4" y="118101"/>
                  <a:pt x="370518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2" y="114863"/>
                  <a:pt x="382500" y="115274"/>
                  <a:pt x="382763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6" y="129546"/>
                  <a:pt x="382730" y="130156"/>
                  <a:pt x="382467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3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6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0" y="72881"/>
                  <a:pt x="362387" y="67399"/>
                  <a:pt x="359404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10" y="73853"/>
                  <a:pt x="326734" y="76766"/>
                  <a:pt x="326603" y="79862"/>
                </a:cubicBezTo>
                <a:lnTo>
                  <a:pt x="363584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5" y="132629"/>
                  <a:pt x="529669" y="133661"/>
                  <a:pt x="529341" y="134448"/>
                </a:cubicBezTo>
                <a:cubicBezTo>
                  <a:pt x="529013" y="135235"/>
                  <a:pt x="528603" y="135809"/>
                  <a:pt x="528112" y="136169"/>
                </a:cubicBezTo>
                <a:cubicBezTo>
                  <a:pt x="527620" y="136530"/>
                  <a:pt x="527079" y="136710"/>
                  <a:pt x="526489" y="136710"/>
                </a:cubicBezTo>
                <a:lnTo>
                  <a:pt x="462560" y="136710"/>
                </a:lnTo>
                <a:cubicBezTo>
                  <a:pt x="460396" y="136710"/>
                  <a:pt x="458576" y="136071"/>
                  <a:pt x="457101" y="134792"/>
                </a:cubicBezTo>
                <a:cubicBezTo>
                  <a:pt x="455626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6" y="12638"/>
                  <a:pt x="457101" y="11360"/>
                </a:cubicBezTo>
                <a:cubicBezTo>
                  <a:pt x="458576" y="10081"/>
                  <a:pt x="460396" y="9442"/>
                  <a:pt x="462560" y="9442"/>
                </a:cubicBezTo>
                <a:lnTo>
                  <a:pt x="526095" y="9442"/>
                </a:lnTo>
                <a:cubicBezTo>
                  <a:pt x="526685" y="9442"/>
                  <a:pt x="527210" y="9606"/>
                  <a:pt x="527669" y="9934"/>
                </a:cubicBezTo>
                <a:cubicBezTo>
                  <a:pt x="528128" y="10261"/>
                  <a:pt x="528521" y="10835"/>
                  <a:pt x="528849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3" y="17703"/>
                  <a:pt x="529833" y="19671"/>
                </a:cubicBezTo>
                <a:cubicBezTo>
                  <a:pt x="529833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49" y="27440"/>
                </a:cubicBezTo>
                <a:cubicBezTo>
                  <a:pt x="528521" y="28227"/>
                  <a:pt x="528128" y="28801"/>
                  <a:pt x="527669" y="29162"/>
                </a:cubicBezTo>
                <a:cubicBezTo>
                  <a:pt x="527210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7" y="61492"/>
                  <a:pt x="521637" y="62052"/>
                  <a:pt x="521965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5" y="78329"/>
                </a:cubicBezTo>
                <a:cubicBezTo>
                  <a:pt x="521637" y="79085"/>
                  <a:pt x="521227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9" y="116450"/>
                </a:lnTo>
                <a:cubicBezTo>
                  <a:pt x="527079" y="116450"/>
                  <a:pt x="527620" y="116630"/>
                  <a:pt x="528112" y="116991"/>
                </a:cubicBezTo>
                <a:cubicBezTo>
                  <a:pt x="528603" y="117351"/>
                  <a:pt x="529013" y="117925"/>
                  <a:pt x="529341" y="118712"/>
                </a:cubicBezTo>
                <a:cubicBezTo>
                  <a:pt x="529669" y="119499"/>
                  <a:pt x="529915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8" y="135678"/>
                  <a:pt x="630080" y="136087"/>
                  <a:pt x="629293" y="136415"/>
                </a:cubicBezTo>
                <a:cubicBezTo>
                  <a:pt x="628507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2000" y="136093"/>
                  <a:pt x="611410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7" y="132338"/>
                  <a:pt x="596296" y="135032"/>
                </a:cubicBezTo>
                <a:cubicBezTo>
                  <a:pt x="591346" y="137725"/>
                  <a:pt x="585854" y="139071"/>
                  <a:pt x="579822" y="139071"/>
                </a:cubicBezTo>
                <a:cubicBezTo>
                  <a:pt x="573134" y="139071"/>
                  <a:pt x="567479" y="137774"/>
                  <a:pt x="562856" y="135180"/>
                </a:cubicBezTo>
                <a:cubicBezTo>
                  <a:pt x="558234" y="132584"/>
                  <a:pt x="554463" y="129085"/>
                  <a:pt x="551546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1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3" y="45846"/>
                  <a:pt x="565069" y="43481"/>
                </a:cubicBezTo>
                <a:cubicBezTo>
                  <a:pt x="569856" y="41115"/>
                  <a:pt x="575363" y="39931"/>
                  <a:pt x="581592" y="39931"/>
                </a:cubicBezTo>
                <a:cubicBezTo>
                  <a:pt x="586510" y="39931"/>
                  <a:pt x="590969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1" y="1934"/>
                  <a:pt x="608426" y="1492"/>
                  <a:pt x="609377" y="1131"/>
                </a:cubicBezTo>
                <a:cubicBezTo>
                  <a:pt x="610328" y="770"/>
                  <a:pt x="611590" y="492"/>
                  <a:pt x="613164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3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4" y="1935"/>
                  <a:pt x="630867" y="2462"/>
                </a:cubicBezTo>
                <a:cubicBezTo>
                  <a:pt x="631261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90" y="64513"/>
                </a:cubicBezTo>
                <a:cubicBezTo>
                  <a:pt x="593444" y="62157"/>
                  <a:pt x="590051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2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6" y="106303"/>
                  <a:pt x="572200" y="109024"/>
                </a:cubicBezTo>
                <a:cubicBezTo>
                  <a:pt x="573544" y="111745"/>
                  <a:pt x="575331" y="113925"/>
                  <a:pt x="577560" y="115564"/>
                </a:cubicBezTo>
                <a:cubicBezTo>
                  <a:pt x="579789" y="117204"/>
                  <a:pt x="582609" y="118023"/>
                  <a:pt x="586018" y="118023"/>
                </a:cubicBezTo>
                <a:cubicBezTo>
                  <a:pt x="587723" y="118023"/>
                  <a:pt x="589379" y="117778"/>
                  <a:pt x="590985" y="117289"/>
                </a:cubicBezTo>
                <a:cubicBezTo>
                  <a:pt x="592592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6" y="110515"/>
                </a:cubicBezTo>
                <a:cubicBezTo>
                  <a:pt x="602837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6" y="134596"/>
                  <a:pt x="680712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0" y="137054"/>
                </a:cubicBezTo>
                <a:cubicBezTo>
                  <a:pt x="661337" y="136891"/>
                  <a:pt x="660075" y="136645"/>
                  <a:pt x="659124" y="136317"/>
                </a:cubicBezTo>
                <a:cubicBezTo>
                  <a:pt x="658173" y="135989"/>
                  <a:pt x="657501" y="135579"/>
                  <a:pt x="657108" y="135087"/>
                </a:cubicBezTo>
                <a:cubicBezTo>
                  <a:pt x="656714" y="134596"/>
                  <a:pt x="656518" y="134022"/>
                  <a:pt x="656518" y="133366"/>
                </a:cubicBezTo>
                <a:lnTo>
                  <a:pt x="656518" y="45832"/>
                </a:lnTo>
                <a:cubicBezTo>
                  <a:pt x="656518" y="45177"/>
                  <a:pt x="656714" y="44603"/>
                  <a:pt x="657108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5" y="42472"/>
                  <a:pt x="661337" y="42193"/>
                  <a:pt x="662910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09" y="41997"/>
                </a:cubicBezTo>
                <a:cubicBezTo>
                  <a:pt x="676483" y="42193"/>
                  <a:pt x="677745" y="42472"/>
                  <a:pt x="678696" y="42833"/>
                </a:cubicBezTo>
                <a:cubicBezTo>
                  <a:pt x="679647" y="43193"/>
                  <a:pt x="680319" y="43619"/>
                  <a:pt x="680712" y="44111"/>
                </a:cubicBezTo>
                <a:cubicBezTo>
                  <a:pt x="681106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90" y="28162"/>
                  <a:pt x="674319" y="29112"/>
                  <a:pt x="668812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9" y="6049"/>
                </a:cubicBezTo>
                <a:cubicBezTo>
                  <a:pt x="659648" y="4114"/>
                  <a:pt x="663435" y="3147"/>
                  <a:pt x="669008" y="3147"/>
                </a:cubicBezTo>
                <a:cubicBezTo>
                  <a:pt x="674516" y="3147"/>
                  <a:pt x="678253" y="4082"/>
                  <a:pt x="680221" y="5950"/>
                </a:cubicBezTo>
                <a:cubicBezTo>
                  <a:pt x="682188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5" y="129767"/>
                  <a:pt x="757424" y="131316"/>
                </a:cubicBezTo>
                <a:cubicBezTo>
                  <a:pt x="757064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2" y="136255"/>
                </a:cubicBezTo>
                <a:cubicBezTo>
                  <a:pt x="752245" y="136749"/>
                  <a:pt x="750900" y="137177"/>
                  <a:pt x="749360" y="137540"/>
                </a:cubicBezTo>
                <a:cubicBezTo>
                  <a:pt x="747819" y="137903"/>
                  <a:pt x="746147" y="138182"/>
                  <a:pt x="744344" y="138379"/>
                </a:cubicBezTo>
                <a:cubicBezTo>
                  <a:pt x="742540" y="138578"/>
                  <a:pt x="740721" y="138677"/>
                  <a:pt x="738885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3" y="135563"/>
                  <a:pt x="719509" y="133645"/>
                  <a:pt x="717149" y="131055"/>
                </a:cubicBezTo>
                <a:cubicBezTo>
                  <a:pt x="714789" y="128465"/>
                  <a:pt x="713051" y="125203"/>
                  <a:pt x="711936" y="121269"/>
                </a:cubicBezTo>
                <a:cubicBezTo>
                  <a:pt x="710822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1" y="62356"/>
                </a:lnTo>
                <a:cubicBezTo>
                  <a:pt x="698495" y="62356"/>
                  <a:pt x="697544" y="61585"/>
                  <a:pt x="696888" y="60044"/>
                </a:cubicBezTo>
                <a:cubicBezTo>
                  <a:pt x="696233" y="58503"/>
                  <a:pt x="695905" y="55930"/>
                  <a:pt x="695905" y="52324"/>
                </a:cubicBezTo>
                <a:cubicBezTo>
                  <a:pt x="695905" y="50422"/>
                  <a:pt x="695987" y="48816"/>
                  <a:pt x="696151" y="47504"/>
                </a:cubicBezTo>
                <a:cubicBezTo>
                  <a:pt x="696315" y="46193"/>
                  <a:pt x="696560" y="45160"/>
                  <a:pt x="696888" y="44406"/>
                </a:cubicBezTo>
                <a:cubicBezTo>
                  <a:pt x="697216" y="43652"/>
                  <a:pt x="697626" y="43111"/>
                  <a:pt x="698118" y="42783"/>
                </a:cubicBezTo>
                <a:cubicBezTo>
                  <a:pt x="698610" y="42456"/>
                  <a:pt x="699183" y="42292"/>
                  <a:pt x="699839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5" y="21387"/>
                  <a:pt x="710805" y="20860"/>
                </a:cubicBezTo>
                <a:cubicBezTo>
                  <a:pt x="711166" y="20333"/>
                  <a:pt x="711822" y="19890"/>
                  <a:pt x="712772" y="19529"/>
                </a:cubicBezTo>
                <a:cubicBezTo>
                  <a:pt x="713723" y="19166"/>
                  <a:pt x="715002" y="18903"/>
                  <a:pt x="716608" y="18739"/>
                </a:cubicBezTo>
                <a:cubicBezTo>
                  <a:pt x="718214" y="18573"/>
                  <a:pt x="720198" y="18490"/>
                  <a:pt x="722558" y="18490"/>
                </a:cubicBezTo>
                <a:cubicBezTo>
                  <a:pt x="724984" y="18490"/>
                  <a:pt x="727001" y="18573"/>
                  <a:pt x="728607" y="18739"/>
                </a:cubicBezTo>
                <a:cubicBezTo>
                  <a:pt x="730214" y="18903"/>
                  <a:pt x="731476" y="19166"/>
                  <a:pt x="732394" y="19529"/>
                </a:cubicBezTo>
                <a:cubicBezTo>
                  <a:pt x="733312" y="19890"/>
                  <a:pt x="733967" y="20333"/>
                  <a:pt x="734361" y="20860"/>
                </a:cubicBezTo>
                <a:cubicBezTo>
                  <a:pt x="734754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1" y="42292"/>
                </a:lnTo>
                <a:cubicBezTo>
                  <a:pt x="754687" y="42292"/>
                  <a:pt x="755261" y="42456"/>
                  <a:pt x="755752" y="42783"/>
                </a:cubicBezTo>
                <a:cubicBezTo>
                  <a:pt x="756244" y="43111"/>
                  <a:pt x="756654" y="43652"/>
                  <a:pt x="756982" y="44406"/>
                </a:cubicBezTo>
                <a:cubicBezTo>
                  <a:pt x="757310" y="45160"/>
                  <a:pt x="757556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8" y="58503"/>
                  <a:pt x="756982" y="60044"/>
                </a:cubicBezTo>
                <a:cubicBezTo>
                  <a:pt x="756326" y="61585"/>
                  <a:pt x="755375" y="62356"/>
                  <a:pt x="754130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3" y="114243"/>
                </a:cubicBezTo>
                <a:cubicBezTo>
                  <a:pt x="738721" y="116632"/>
                  <a:pt x="741409" y="117827"/>
                  <a:pt x="745278" y="117827"/>
                </a:cubicBezTo>
                <a:cubicBezTo>
                  <a:pt x="746589" y="117827"/>
                  <a:pt x="747769" y="117712"/>
                  <a:pt x="748819" y="117482"/>
                </a:cubicBezTo>
                <a:cubicBezTo>
                  <a:pt x="749868" y="117253"/>
                  <a:pt x="750802" y="116991"/>
                  <a:pt x="751622" y="116695"/>
                </a:cubicBezTo>
                <a:cubicBezTo>
                  <a:pt x="752441" y="116400"/>
                  <a:pt x="753130" y="116138"/>
                  <a:pt x="753687" y="115909"/>
                </a:cubicBezTo>
                <a:cubicBezTo>
                  <a:pt x="754244" y="115679"/>
                  <a:pt x="754753" y="115564"/>
                  <a:pt x="755211" y="115564"/>
                </a:cubicBezTo>
                <a:cubicBezTo>
                  <a:pt x="755605" y="115564"/>
                  <a:pt x="755982" y="115679"/>
                  <a:pt x="756343" y="115909"/>
                </a:cubicBezTo>
                <a:cubicBezTo>
                  <a:pt x="756703" y="116138"/>
                  <a:pt x="756982" y="116598"/>
                  <a:pt x="757179" y="117289"/>
                </a:cubicBezTo>
                <a:cubicBezTo>
                  <a:pt x="757375" y="117977"/>
                  <a:pt x="757556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2" y="88613"/>
                </a:moveTo>
                <a:cubicBezTo>
                  <a:pt x="861892" y="96104"/>
                  <a:pt x="860908" y="102937"/>
                  <a:pt x="858941" y="109113"/>
                </a:cubicBezTo>
                <a:cubicBezTo>
                  <a:pt x="856974" y="115289"/>
                  <a:pt x="853991" y="120610"/>
                  <a:pt x="849991" y="125077"/>
                </a:cubicBezTo>
                <a:cubicBezTo>
                  <a:pt x="845991" y="129544"/>
                  <a:pt x="840975" y="132993"/>
                  <a:pt x="834943" y="135426"/>
                </a:cubicBezTo>
                <a:cubicBezTo>
                  <a:pt x="828911" y="137856"/>
                  <a:pt x="821862" y="139071"/>
                  <a:pt x="813797" y="139071"/>
                </a:cubicBezTo>
                <a:cubicBezTo>
                  <a:pt x="805995" y="139071"/>
                  <a:pt x="799208" y="137987"/>
                  <a:pt x="793438" y="135819"/>
                </a:cubicBezTo>
                <a:cubicBezTo>
                  <a:pt x="787668" y="133651"/>
                  <a:pt x="782882" y="130498"/>
                  <a:pt x="779079" y="126359"/>
                </a:cubicBezTo>
                <a:cubicBezTo>
                  <a:pt x="775276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6" y="69840"/>
                </a:cubicBezTo>
                <a:cubicBezTo>
                  <a:pt x="772866" y="63631"/>
                  <a:pt x="775866" y="58310"/>
                  <a:pt x="779866" y="53876"/>
                </a:cubicBezTo>
                <a:cubicBezTo>
                  <a:pt x="783865" y="49442"/>
                  <a:pt x="788865" y="46010"/>
                  <a:pt x="794864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9" y="52545"/>
                </a:cubicBezTo>
                <a:cubicBezTo>
                  <a:pt x="854499" y="56684"/>
                  <a:pt x="857302" y="61776"/>
                  <a:pt x="859138" y="67820"/>
                </a:cubicBezTo>
                <a:cubicBezTo>
                  <a:pt x="860974" y="73865"/>
                  <a:pt x="861892" y="80796"/>
                  <a:pt x="861892" y="88613"/>
                </a:cubicBezTo>
                <a:moveTo>
                  <a:pt x="836418" y="89599"/>
                </a:moveTo>
                <a:cubicBezTo>
                  <a:pt x="836418" y="85272"/>
                  <a:pt x="836074" y="81289"/>
                  <a:pt x="835386" y="77649"/>
                </a:cubicBezTo>
                <a:cubicBezTo>
                  <a:pt x="834697" y="74010"/>
                  <a:pt x="833533" y="70847"/>
                  <a:pt x="831894" y="68158"/>
                </a:cubicBezTo>
                <a:cubicBezTo>
                  <a:pt x="830255" y="65470"/>
                  <a:pt x="828075" y="63372"/>
                  <a:pt x="825354" y="61864"/>
                </a:cubicBezTo>
                <a:cubicBezTo>
                  <a:pt x="822633" y="60356"/>
                  <a:pt x="819207" y="59602"/>
                  <a:pt x="815076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3" y="62962"/>
                  <a:pt x="800421" y="64929"/>
                  <a:pt x="798651" y="67519"/>
                </a:cubicBezTo>
                <a:cubicBezTo>
                  <a:pt x="796881" y="70109"/>
                  <a:pt x="795553" y="73224"/>
                  <a:pt x="794668" y="76863"/>
                </a:cubicBezTo>
                <a:cubicBezTo>
                  <a:pt x="793782" y="80502"/>
                  <a:pt x="793340" y="84649"/>
                  <a:pt x="793340" y="89304"/>
                </a:cubicBezTo>
                <a:cubicBezTo>
                  <a:pt x="793340" y="93632"/>
                  <a:pt x="793700" y="97615"/>
                  <a:pt x="794422" y="101254"/>
                </a:cubicBezTo>
                <a:cubicBezTo>
                  <a:pt x="795143" y="104893"/>
                  <a:pt x="796307" y="108057"/>
                  <a:pt x="797913" y="110745"/>
                </a:cubicBezTo>
                <a:cubicBezTo>
                  <a:pt x="799520" y="113433"/>
                  <a:pt x="801700" y="115515"/>
                  <a:pt x="804454" y="116991"/>
                </a:cubicBezTo>
                <a:cubicBezTo>
                  <a:pt x="807208" y="118466"/>
                  <a:pt x="810617" y="119203"/>
                  <a:pt x="814682" y="119203"/>
                </a:cubicBezTo>
                <a:cubicBezTo>
                  <a:pt x="818420" y="119203"/>
                  <a:pt x="821665" y="118531"/>
                  <a:pt x="824419" y="117187"/>
                </a:cubicBezTo>
                <a:cubicBezTo>
                  <a:pt x="827173" y="115843"/>
                  <a:pt x="829435" y="113892"/>
                  <a:pt x="831206" y="111335"/>
                </a:cubicBezTo>
                <a:cubicBezTo>
                  <a:pt x="832976" y="108778"/>
                  <a:pt x="834287" y="105680"/>
                  <a:pt x="835140" y="102041"/>
                </a:cubicBezTo>
                <a:cubicBezTo>
                  <a:pt x="835992" y="98402"/>
                  <a:pt x="836418" y="94255"/>
                  <a:pt x="836418" y="89599"/>
                </a:cubicBezTo>
                <a:close/>
                <a:moveTo>
                  <a:pt x="937800" y="53701"/>
                </a:moveTo>
                <a:cubicBezTo>
                  <a:pt x="937800" y="56061"/>
                  <a:pt x="937735" y="57995"/>
                  <a:pt x="937604" y="59503"/>
                </a:cubicBezTo>
                <a:cubicBezTo>
                  <a:pt x="937472" y="61011"/>
                  <a:pt x="937276" y="62192"/>
                  <a:pt x="937013" y="63044"/>
                </a:cubicBezTo>
                <a:cubicBezTo>
                  <a:pt x="936751" y="63896"/>
                  <a:pt x="936407" y="64487"/>
                  <a:pt x="935981" y="64814"/>
                </a:cubicBezTo>
                <a:cubicBezTo>
                  <a:pt x="935555" y="65142"/>
                  <a:pt x="935014" y="65306"/>
                  <a:pt x="934358" y="65306"/>
                </a:cubicBezTo>
                <a:cubicBezTo>
                  <a:pt x="933833" y="65306"/>
                  <a:pt x="933243" y="65191"/>
                  <a:pt x="932588" y="64962"/>
                </a:cubicBezTo>
                <a:cubicBezTo>
                  <a:pt x="931932" y="64732"/>
                  <a:pt x="931194" y="64487"/>
                  <a:pt x="930375" y="64224"/>
                </a:cubicBezTo>
                <a:cubicBezTo>
                  <a:pt x="929555" y="63962"/>
                  <a:pt x="928653" y="63716"/>
                  <a:pt x="927670" y="63487"/>
                </a:cubicBezTo>
                <a:cubicBezTo>
                  <a:pt x="926686" y="63257"/>
                  <a:pt x="925605" y="63142"/>
                  <a:pt x="924424" y="63142"/>
                </a:cubicBezTo>
                <a:cubicBezTo>
                  <a:pt x="923047" y="63142"/>
                  <a:pt x="921670" y="63423"/>
                  <a:pt x="920294" y="63985"/>
                </a:cubicBezTo>
                <a:cubicBezTo>
                  <a:pt x="918917" y="64544"/>
                  <a:pt x="917490" y="65418"/>
                  <a:pt x="916015" y="66606"/>
                </a:cubicBezTo>
                <a:cubicBezTo>
                  <a:pt x="914540" y="67795"/>
                  <a:pt x="912999" y="69379"/>
                  <a:pt x="911393" y="71358"/>
                </a:cubicBezTo>
                <a:cubicBezTo>
                  <a:pt x="909786" y="73337"/>
                  <a:pt x="908065" y="75779"/>
                  <a:pt x="906229" y="78682"/>
                </a:cubicBezTo>
                <a:lnTo>
                  <a:pt x="906229" y="133366"/>
                </a:lnTo>
                <a:cubicBezTo>
                  <a:pt x="906229" y="134022"/>
                  <a:pt x="906032" y="134596"/>
                  <a:pt x="905639" y="135087"/>
                </a:cubicBezTo>
                <a:cubicBezTo>
                  <a:pt x="905246" y="135579"/>
                  <a:pt x="904573" y="135989"/>
                  <a:pt x="903623" y="136317"/>
                </a:cubicBezTo>
                <a:cubicBezTo>
                  <a:pt x="902672" y="136645"/>
                  <a:pt x="901410" y="136891"/>
                  <a:pt x="899836" y="137054"/>
                </a:cubicBezTo>
                <a:cubicBezTo>
                  <a:pt x="898263" y="137218"/>
                  <a:pt x="896263" y="137300"/>
                  <a:pt x="893837" y="137300"/>
                </a:cubicBezTo>
                <a:cubicBezTo>
                  <a:pt x="891411" y="137300"/>
                  <a:pt x="889411" y="137218"/>
                  <a:pt x="887837" y="137054"/>
                </a:cubicBezTo>
                <a:cubicBezTo>
                  <a:pt x="886263" y="136891"/>
                  <a:pt x="885001" y="136645"/>
                  <a:pt x="884051" y="136317"/>
                </a:cubicBezTo>
                <a:cubicBezTo>
                  <a:pt x="883100" y="135989"/>
                  <a:pt x="882428" y="135579"/>
                  <a:pt x="882034" y="135087"/>
                </a:cubicBezTo>
                <a:cubicBezTo>
                  <a:pt x="881641" y="134596"/>
                  <a:pt x="881444" y="134022"/>
                  <a:pt x="881444" y="133366"/>
                </a:cubicBezTo>
                <a:lnTo>
                  <a:pt x="881444" y="45636"/>
                </a:lnTo>
                <a:cubicBezTo>
                  <a:pt x="881444" y="44980"/>
                  <a:pt x="881608" y="44406"/>
                  <a:pt x="881936" y="43914"/>
                </a:cubicBezTo>
                <a:cubicBezTo>
                  <a:pt x="882264" y="43423"/>
                  <a:pt x="882854" y="43013"/>
                  <a:pt x="883706" y="42685"/>
                </a:cubicBezTo>
                <a:cubicBezTo>
                  <a:pt x="884559" y="42357"/>
                  <a:pt x="885657" y="42111"/>
                  <a:pt x="887001" y="41947"/>
                </a:cubicBezTo>
                <a:cubicBezTo>
                  <a:pt x="888345" y="41784"/>
                  <a:pt x="890034" y="41702"/>
                  <a:pt x="892066" y="41702"/>
                </a:cubicBezTo>
                <a:cubicBezTo>
                  <a:pt x="894164" y="41702"/>
                  <a:pt x="895902" y="41784"/>
                  <a:pt x="897279" y="41947"/>
                </a:cubicBezTo>
                <a:cubicBezTo>
                  <a:pt x="898656" y="42111"/>
                  <a:pt x="899721" y="42357"/>
                  <a:pt x="900475" y="42685"/>
                </a:cubicBezTo>
                <a:cubicBezTo>
                  <a:pt x="901229" y="43013"/>
                  <a:pt x="901770" y="43423"/>
                  <a:pt x="902098" y="43914"/>
                </a:cubicBezTo>
                <a:cubicBezTo>
                  <a:pt x="902426" y="44406"/>
                  <a:pt x="902590" y="44980"/>
                  <a:pt x="902590" y="45636"/>
                </a:cubicBezTo>
                <a:lnTo>
                  <a:pt x="902590" y="56553"/>
                </a:lnTo>
                <a:cubicBezTo>
                  <a:pt x="904885" y="53254"/>
                  <a:pt x="907049" y="50533"/>
                  <a:pt x="909081" y="48390"/>
                </a:cubicBezTo>
                <a:cubicBezTo>
                  <a:pt x="911114" y="46246"/>
                  <a:pt x="913048" y="44549"/>
                  <a:pt x="914884" y="43297"/>
                </a:cubicBezTo>
                <a:cubicBezTo>
                  <a:pt x="916720" y="42043"/>
                  <a:pt x="918556" y="41169"/>
                  <a:pt x="920392" y="40675"/>
                </a:cubicBezTo>
                <a:cubicBezTo>
                  <a:pt x="922228" y="40179"/>
                  <a:pt x="924064" y="39931"/>
                  <a:pt x="925900" y="39931"/>
                </a:cubicBezTo>
                <a:cubicBezTo>
                  <a:pt x="926752" y="39931"/>
                  <a:pt x="927670" y="39980"/>
                  <a:pt x="928653" y="40079"/>
                </a:cubicBezTo>
                <a:cubicBezTo>
                  <a:pt x="929637" y="40177"/>
                  <a:pt x="930653" y="40341"/>
                  <a:pt x="931702" y="40570"/>
                </a:cubicBezTo>
                <a:cubicBezTo>
                  <a:pt x="932752" y="40800"/>
                  <a:pt x="933669" y="41062"/>
                  <a:pt x="934456" y="41357"/>
                </a:cubicBezTo>
                <a:cubicBezTo>
                  <a:pt x="935243" y="41652"/>
                  <a:pt x="935817" y="41964"/>
                  <a:pt x="936177" y="42292"/>
                </a:cubicBezTo>
                <a:cubicBezTo>
                  <a:pt x="936538" y="42620"/>
                  <a:pt x="936800" y="42980"/>
                  <a:pt x="936964" y="43374"/>
                </a:cubicBezTo>
                <a:cubicBezTo>
                  <a:pt x="937128" y="43767"/>
                  <a:pt x="937276" y="44308"/>
                  <a:pt x="937407" y="44996"/>
                </a:cubicBezTo>
                <a:cubicBezTo>
                  <a:pt x="937538" y="45685"/>
                  <a:pt x="937636" y="46718"/>
                  <a:pt x="937702" y="48094"/>
                </a:cubicBezTo>
                <a:cubicBezTo>
                  <a:pt x="937768" y="49471"/>
                  <a:pt x="937800" y="51340"/>
                  <a:pt x="937800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58D59-4EF2-4388-89E8-ADC04437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769" y="2456037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fa8e2fe2f4747"/>
          <a:stretch xmlns:a="http://schemas.openxmlformats.org/drawingml/2006/main"/>
        </p:blipFill>
        <p:spPr>
          <a:xfrm xmlns:a="http://schemas.openxmlformats.org/drawingml/2006/main">
            <a:off x="6155467" y="2578068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0bc1269344ed3"/>
          <a:stretch xmlns:a="http://schemas.openxmlformats.org/drawingml/2006/main"/>
        </p:blipFill>
        <p:spPr>
          <a:xfrm xmlns:a="http://schemas.openxmlformats.org/drawingml/2006/main">
            <a:off x="5895627" y="2582096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df2494e7849a2"/>
          <a:stretch xmlns:a="http://schemas.openxmlformats.org/drawingml/2006/main"/>
        </p:blipFill>
        <p:spPr>
          <a:xfrm xmlns:a="http://schemas.openxmlformats.org/drawingml/2006/main">
            <a:off x="4470824" y="3432770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128" name="Text readabook#Tag1#Tag2">
            <a:extLst xmlns:a="http://schemas.openxmlformats.org/drawingml/2006/main">
              <a:ext uri="{FF2B5EF4-FFF2-40B4-BE49-F238E27FC236}">
                <a16:creationId xmlns:a16="http://schemas.microsoft.com/office/drawing/2014/main" id="{AF90FFE2-37D3-46E7-B993-0AD4F90C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77" y="3581361"/>
            <a:ext cx="1717141" cy="152011"/>
          </a:xfrm>
          <a:custGeom xmlns:a="http://schemas.openxmlformats.org/drawingml/2006/main">
            <a:pathLst>
              <a:path w="1717141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5" y="80547"/>
                  <a:pt x="75586" y="89226"/>
                  <a:pt x="81023" y="95519"/>
                </a:cubicBezTo>
                <a:cubicBezTo>
                  <a:pt x="86459" y="101810"/>
                  <a:pt x="92848" y="104956"/>
                  <a:pt x="100187" y="104956"/>
                </a:cubicBezTo>
                <a:cubicBezTo>
                  <a:pt x="105080" y="104956"/>
                  <a:pt x="109334" y="103610"/>
                  <a:pt x="112950" y="100919"/>
                </a:cubicBezTo>
                <a:cubicBezTo>
                  <a:pt x="116565" y="98228"/>
                  <a:pt x="119596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3" y="102958"/>
                  <a:pt x="114622" y="109074"/>
                </a:cubicBezTo>
                <a:cubicBezTo>
                  <a:pt x="109131" y="115190"/>
                  <a:pt x="102253" y="118249"/>
                  <a:pt x="93989" y="118249"/>
                </a:cubicBezTo>
                <a:cubicBezTo>
                  <a:pt x="85019" y="118249"/>
                  <a:pt x="77339" y="114763"/>
                  <a:pt x="70951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5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8" y="39144"/>
                  <a:pt x="111115" y="41897"/>
                  <a:pt x="116497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7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9" y="47463"/>
                </a:cubicBezTo>
                <a:cubicBezTo>
                  <a:pt x="97047" y="45723"/>
                  <a:pt x="94234" y="44853"/>
                  <a:pt x="91298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7" y="58499"/>
                  <a:pt x="72949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8" y="117596"/>
                </a:cubicBezTo>
                <a:cubicBezTo>
                  <a:pt x="148433" y="117596"/>
                  <a:pt x="144179" y="115829"/>
                  <a:pt x="140836" y="112295"/>
                </a:cubicBezTo>
                <a:cubicBezTo>
                  <a:pt x="137492" y="108762"/>
                  <a:pt x="135820" y="104113"/>
                  <a:pt x="135820" y="98350"/>
                </a:cubicBezTo>
                <a:cubicBezTo>
                  <a:pt x="135820" y="94708"/>
                  <a:pt x="136636" y="91554"/>
                  <a:pt x="138267" y="88890"/>
                </a:cubicBezTo>
                <a:cubicBezTo>
                  <a:pt x="140496" y="85193"/>
                  <a:pt x="144370" y="81714"/>
                  <a:pt x="149888" y="78452"/>
                </a:cubicBezTo>
                <a:cubicBezTo>
                  <a:pt x="155406" y="75190"/>
                  <a:pt x="164581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8" y="44119"/>
                </a:cubicBezTo>
                <a:cubicBezTo>
                  <a:pt x="160122" y="44119"/>
                  <a:pt x="157404" y="45040"/>
                  <a:pt x="155392" y="46882"/>
                </a:cubicBezTo>
                <a:cubicBezTo>
                  <a:pt x="153327" y="48723"/>
                  <a:pt x="152294" y="50836"/>
                  <a:pt x="152294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0" y="63699"/>
                </a:cubicBezTo>
                <a:cubicBezTo>
                  <a:pt x="149263" y="65053"/>
                  <a:pt x="147591" y="65730"/>
                  <a:pt x="145525" y="65730"/>
                </a:cubicBezTo>
                <a:cubicBezTo>
                  <a:pt x="143513" y="65730"/>
                  <a:pt x="141869" y="65026"/>
                  <a:pt x="140591" y="63617"/>
                </a:cubicBezTo>
                <a:cubicBezTo>
                  <a:pt x="139313" y="62207"/>
                  <a:pt x="138675" y="60282"/>
                  <a:pt x="138675" y="57842"/>
                </a:cubicBezTo>
                <a:cubicBezTo>
                  <a:pt x="138675" y="53182"/>
                  <a:pt x="141067" y="48901"/>
                  <a:pt x="145851" y="44998"/>
                </a:cubicBezTo>
                <a:cubicBezTo>
                  <a:pt x="150635" y="41096"/>
                  <a:pt x="157350" y="39144"/>
                  <a:pt x="165994" y="39144"/>
                </a:cubicBezTo>
                <a:cubicBezTo>
                  <a:pt x="172627" y="39144"/>
                  <a:pt x="178064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7" y="104728"/>
                  <a:pt x="191995" y="105801"/>
                  <a:pt x="192620" y="106345"/>
                </a:cubicBezTo>
                <a:cubicBezTo>
                  <a:pt x="193246" y="106887"/>
                  <a:pt x="193966" y="107158"/>
                  <a:pt x="194781" y="107158"/>
                </a:cubicBezTo>
                <a:cubicBezTo>
                  <a:pt x="195651" y="107158"/>
                  <a:pt x="196412" y="106967"/>
                  <a:pt x="197065" y="106587"/>
                </a:cubicBezTo>
                <a:cubicBezTo>
                  <a:pt x="198207" y="105880"/>
                  <a:pt x="200408" y="103896"/>
                  <a:pt x="203671" y="100634"/>
                </a:cubicBezTo>
                <a:lnTo>
                  <a:pt x="203671" y="105201"/>
                </a:lnTo>
                <a:cubicBezTo>
                  <a:pt x="197581" y="113356"/>
                  <a:pt x="191764" y="117433"/>
                  <a:pt x="186219" y="117433"/>
                </a:cubicBezTo>
                <a:cubicBezTo>
                  <a:pt x="183555" y="117433"/>
                  <a:pt x="181434" y="116509"/>
                  <a:pt x="179858" y="114660"/>
                </a:cubicBezTo>
                <a:cubicBezTo>
                  <a:pt x="178281" y="112812"/>
                  <a:pt x="177466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4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7" y="104117"/>
                </a:cubicBezTo>
                <a:cubicBezTo>
                  <a:pt x="155365" y="106688"/>
                  <a:pt x="158056" y="107973"/>
                  <a:pt x="161101" y="107973"/>
                </a:cubicBezTo>
                <a:cubicBezTo>
                  <a:pt x="165233" y="107973"/>
                  <a:pt x="170670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4" y="39144"/>
                  <a:pt x="246235" y="39144"/>
                </a:cubicBezTo>
                <a:cubicBezTo>
                  <a:pt x="252814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7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7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9" y="105201"/>
                </a:moveTo>
                <a:cubicBezTo>
                  <a:pt x="370333" y="111127"/>
                  <a:pt x="365521" y="114552"/>
                  <a:pt x="363564" y="115476"/>
                </a:cubicBezTo>
                <a:cubicBezTo>
                  <a:pt x="360628" y="116889"/>
                  <a:pt x="357502" y="117596"/>
                  <a:pt x="354186" y="117596"/>
                </a:cubicBezTo>
                <a:cubicBezTo>
                  <a:pt x="349021" y="117596"/>
                  <a:pt x="344767" y="115829"/>
                  <a:pt x="341423" y="112295"/>
                </a:cubicBezTo>
                <a:cubicBezTo>
                  <a:pt x="338079" y="108762"/>
                  <a:pt x="336408" y="104113"/>
                  <a:pt x="336408" y="98350"/>
                </a:cubicBezTo>
                <a:cubicBezTo>
                  <a:pt x="336408" y="94708"/>
                  <a:pt x="337223" y="91554"/>
                  <a:pt x="338854" y="88890"/>
                </a:cubicBezTo>
                <a:cubicBezTo>
                  <a:pt x="341083" y="85193"/>
                  <a:pt x="344957" y="81714"/>
                  <a:pt x="350475" y="78452"/>
                </a:cubicBezTo>
                <a:cubicBezTo>
                  <a:pt x="355993" y="75190"/>
                  <a:pt x="365168" y="71221"/>
                  <a:pt x="377999" y="66545"/>
                </a:cubicBezTo>
                <a:lnTo>
                  <a:pt x="377999" y="63610"/>
                </a:lnTo>
                <a:cubicBezTo>
                  <a:pt x="377999" y="56161"/>
                  <a:pt x="376816" y="51051"/>
                  <a:pt x="374451" y="48278"/>
                </a:cubicBezTo>
                <a:cubicBezTo>
                  <a:pt x="372086" y="45505"/>
                  <a:pt x="368647" y="44119"/>
                  <a:pt x="364135" y="44119"/>
                </a:cubicBezTo>
                <a:cubicBezTo>
                  <a:pt x="360710" y="44119"/>
                  <a:pt x="357991" y="45040"/>
                  <a:pt x="355980" y="46882"/>
                </a:cubicBezTo>
                <a:cubicBezTo>
                  <a:pt x="353914" y="48723"/>
                  <a:pt x="352881" y="50836"/>
                  <a:pt x="352881" y="53220"/>
                </a:cubicBezTo>
                <a:lnTo>
                  <a:pt x="353044" y="57932"/>
                </a:lnTo>
                <a:cubicBezTo>
                  <a:pt x="353044" y="60422"/>
                  <a:pt x="352405" y="62345"/>
                  <a:pt x="351128" y="63699"/>
                </a:cubicBezTo>
                <a:cubicBezTo>
                  <a:pt x="349850" y="65053"/>
                  <a:pt x="348178" y="65730"/>
                  <a:pt x="346112" y="65730"/>
                </a:cubicBezTo>
                <a:cubicBezTo>
                  <a:pt x="344101" y="65730"/>
                  <a:pt x="342456" y="65026"/>
                  <a:pt x="341178" y="63617"/>
                </a:cubicBezTo>
                <a:cubicBezTo>
                  <a:pt x="339901" y="62207"/>
                  <a:pt x="339262" y="60282"/>
                  <a:pt x="339262" y="57842"/>
                </a:cubicBezTo>
                <a:cubicBezTo>
                  <a:pt x="339262" y="53182"/>
                  <a:pt x="341654" y="48901"/>
                  <a:pt x="346438" y="44998"/>
                </a:cubicBezTo>
                <a:cubicBezTo>
                  <a:pt x="351223" y="41096"/>
                  <a:pt x="357937" y="39144"/>
                  <a:pt x="366581" y="39144"/>
                </a:cubicBezTo>
                <a:cubicBezTo>
                  <a:pt x="373214" y="39144"/>
                  <a:pt x="378651" y="40257"/>
                  <a:pt x="382892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4" y="104728"/>
                  <a:pt x="392583" y="105801"/>
                  <a:pt x="393208" y="106345"/>
                </a:cubicBezTo>
                <a:cubicBezTo>
                  <a:pt x="393833" y="106887"/>
                  <a:pt x="394553" y="107158"/>
                  <a:pt x="395369" y="107158"/>
                </a:cubicBezTo>
                <a:cubicBezTo>
                  <a:pt x="396239" y="107158"/>
                  <a:pt x="397000" y="106967"/>
                  <a:pt x="397652" y="106587"/>
                </a:cubicBezTo>
                <a:cubicBezTo>
                  <a:pt x="398794" y="105880"/>
                  <a:pt x="400996" y="103896"/>
                  <a:pt x="404258" y="100634"/>
                </a:cubicBezTo>
                <a:lnTo>
                  <a:pt x="404258" y="105201"/>
                </a:lnTo>
                <a:cubicBezTo>
                  <a:pt x="398169" y="113356"/>
                  <a:pt x="392351" y="117433"/>
                  <a:pt x="386806" y="117433"/>
                </a:cubicBezTo>
                <a:cubicBezTo>
                  <a:pt x="384142" y="117433"/>
                  <a:pt x="382022" y="116509"/>
                  <a:pt x="380445" y="114660"/>
                </a:cubicBezTo>
                <a:cubicBezTo>
                  <a:pt x="378868" y="112812"/>
                  <a:pt x="378053" y="109659"/>
                  <a:pt x="377999" y="105201"/>
                </a:cubicBezTo>
                <a:moveTo>
                  <a:pt x="377999" y="99854"/>
                </a:moveTo>
                <a:lnTo>
                  <a:pt x="377999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1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7" y="101547"/>
                  <a:pt x="353615" y="104117"/>
                </a:cubicBezTo>
                <a:cubicBezTo>
                  <a:pt x="355953" y="106688"/>
                  <a:pt x="358644" y="107973"/>
                  <a:pt x="361688" y="107973"/>
                </a:cubicBezTo>
                <a:cubicBezTo>
                  <a:pt x="365820" y="107973"/>
                  <a:pt x="371257" y="105267"/>
                  <a:pt x="377999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5" y="39144"/>
                  <a:pt x="496207" y="39144"/>
                </a:cubicBezTo>
                <a:cubicBezTo>
                  <a:pt x="503873" y="39144"/>
                  <a:pt x="510560" y="42417"/>
                  <a:pt x="516269" y="48961"/>
                </a:cubicBezTo>
                <a:cubicBezTo>
                  <a:pt x="521977" y="55506"/>
                  <a:pt x="524832" y="64453"/>
                  <a:pt x="524832" y="75804"/>
                </a:cubicBezTo>
                <a:cubicBezTo>
                  <a:pt x="524832" y="89056"/>
                  <a:pt x="520428" y="99728"/>
                  <a:pt x="511621" y="107820"/>
                </a:cubicBezTo>
                <a:cubicBezTo>
                  <a:pt x="504063" y="114773"/>
                  <a:pt x="495637" y="118249"/>
                  <a:pt x="486340" y="118249"/>
                </a:cubicBezTo>
                <a:cubicBezTo>
                  <a:pt x="481990" y="118249"/>
                  <a:pt x="477573" y="117460"/>
                  <a:pt x="473088" y="115884"/>
                </a:cubicBezTo>
                <a:cubicBezTo>
                  <a:pt x="468602" y="114307"/>
                  <a:pt x="464022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3" y="17697"/>
                  <a:pt x="458735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9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8" y="11988"/>
                </a:cubicBezTo>
                <a:lnTo>
                  <a:pt x="446706" y="9134"/>
                </a:lnTo>
                <a:lnTo>
                  <a:pt x="469133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3" y="108756"/>
                  <a:pt x="481406" y="110139"/>
                </a:cubicBezTo>
                <a:cubicBezTo>
                  <a:pt x="484369" y="111522"/>
                  <a:pt x="487400" y="112214"/>
                  <a:pt x="490499" y="112214"/>
                </a:cubicBezTo>
                <a:cubicBezTo>
                  <a:pt x="495446" y="112214"/>
                  <a:pt x="500054" y="109503"/>
                  <a:pt x="504322" y="104082"/>
                </a:cubicBezTo>
                <a:cubicBezTo>
                  <a:pt x="508590" y="98659"/>
                  <a:pt x="510723" y="90769"/>
                  <a:pt x="510723" y="80412"/>
                </a:cubicBezTo>
                <a:cubicBezTo>
                  <a:pt x="510723" y="70868"/>
                  <a:pt x="508590" y="63535"/>
                  <a:pt x="504322" y="58411"/>
                </a:cubicBezTo>
                <a:cubicBezTo>
                  <a:pt x="500054" y="53287"/>
                  <a:pt x="495202" y="50725"/>
                  <a:pt x="489765" y="50725"/>
                </a:cubicBezTo>
                <a:cubicBezTo>
                  <a:pt x="486883" y="50725"/>
                  <a:pt x="484002" y="51457"/>
                  <a:pt x="481121" y="52921"/>
                </a:cubicBezTo>
                <a:cubicBezTo>
                  <a:pt x="478946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4" y="39144"/>
                  <a:pt x="593183" y="43435"/>
                  <a:pt x="600033" y="52017"/>
                </a:cubicBezTo>
                <a:cubicBezTo>
                  <a:pt x="605851" y="59348"/>
                  <a:pt x="608759" y="67766"/>
                  <a:pt x="608759" y="77272"/>
                </a:cubicBezTo>
                <a:cubicBezTo>
                  <a:pt x="608759" y="83952"/>
                  <a:pt x="607156" y="90714"/>
                  <a:pt x="603948" y="97558"/>
                </a:cubicBezTo>
                <a:cubicBezTo>
                  <a:pt x="600740" y="104399"/>
                  <a:pt x="596323" y="109558"/>
                  <a:pt x="590696" y="113034"/>
                </a:cubicBezTo>
                <a:cubicBezTo>
                  <a:pt x="585069" y="116511"/>
                  <a:pt x="578803" y="118249"/>
                  <a:pt x="571898" y="118249"/>
                </a:cubicBezTo>
                <a:cubicBezTo>
                  <a:pt x="560644" y="118249"/>
                  <a:pt x="551701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5" y="47223"/>
                  <a:pt x="555181" y="43992"/>
                </a:cubicBezTo>
                <a:cubicBezTo>
                  <a:pt x="560726" y="40760"/>
                  <a:pt x="566598" y="39144"/>
                  <a:pt x="572795" y="39144"/>
                </a:cubicBezTo>
                <a:moveTo>
                  <a:pt x="570267" y="44527"/>
                </a:moveTo>
                <a:cubicBezTo>
                  <a:pt x="567386" y="44527"/>
                  <a:pt x="564491" y="45382"/>
                  <a:pt x="561582" y="47093"/>
                </a:cubicBezTo>
                <a:cubicBezTo>
                  <a:pt x="558674" y="48804"/>
                  <a:pt x="556322" y="51804"/>
                  <a:pt x="554528" y="56094"/>
                </a:cubicBezTo>
                <a:cubicBezTo>
                  <a:pt x="552734" y="60384"/>
                  <a:pt x="551837" y="65896"/>
                  <a:pt x="551837" y="72629"/>
                </a:cubicBezTo>
                <a:cubicBezTo>
                  <a:pt x="551837" y="83488"/>
                  <a:pt x="553998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9" y="112540"/>
                  <a:pt x="585028" y="110368"/>
                  <a:pt x="588453" y="106024"/>
                </a:cubicBezTo>
                <a:cubicBezTo>
                  <a:pt x="591878" y="101679"/>
                  <a:pt x="593591" y="94213"/>
                  <a:pt x="593591" y="83625"/>
                </a:cubicBezTo>
                <a:cubicBezTo>
                  <a:pt x="593591" y="70375"/>
                  <a:pt x="590737" y="59948"/>
                  <a:pt x="585028" y="52345"/>
                </a:cubicBezTo>
                <a:cubicBezTo>
                  <a:pt x="581168" y="47133"/>
                  <a:pt x="576248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1" y="43435"/>
                  <a:pt x="683961" y="52017"/>
                </a:cubicBezTo>
                <a:cubicBezTo>
                  <a:pt x="689778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6" y="97558"/>
                </a:cubicBezTo>
                <a:cubicBezTo>
                  <a:pt x="684668" y="104399"/>
                  <a:pt x="680251" y="109558"/>
                  <a:pt x="674624" y="113034"/>
                </a:cubicBezTo>
                <a:cubicBezTo>
                  <a:pt x="668997" y="116511"/>
                  <a:pt x="662731" y="118249"/>
                  <a:pt x="655826" y="118249"/>
                </a:cubicBezTo>
                <a:cubicBezTo>
                  <a:pt x="644572" y="118249"/>
                  <a:pt x="635629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3" y="47223"/>
                  <a:pt x="639108" y="43992"/>
                </a:cubicBezTo>
                <a:cubicBezTo>
                  <a:pt x="644654" y="40760"/>
                  <a:pt x="650525" y="39144"/>
                  <a:pt x="656723" y="39144"/>
                </a:cubicBezTo>
                <a:moveTo>
                  <a:pt x="654195" y="44527"/>
                </a:moveTo>
                <a:cubicBezTo>
                  <a:pt x="651314" y="44527"/>
                  <a:pt x="648419" y="45382"/>
                  <a:pt x="645510" y="47093"/>
                </a:cubicBezTo>
                <a:cubicBezTo>
                  <a:pt x="642601" y="48804"/>
                  <a:pt x="640250" y="51804"/>
                  <a:pt x="638456" y="56094"/>
                </a:cubicBezTo>
                <a:cubicBezTo>
                  <a:pt x="636662" y="60384"/>
                  <a:pt x="635765" y="65896"/>
                  <a:pt x="635765" y="72629"/>
                </a:cubicBezTo>
                <a:cubicBezTo>
                  <a:pt x="635765" y="83488"/>
                  <a:pt x="637926" y="92856"/>
                  <a:pt x="642248" y="100730"/>
                </a:cubicBezTo>
                <a:cubicBezTo>
                  <a:pt x="646570" y="108604"/>
                  <a:pt x="652265" y="112540"/>
                  <a:pt x="659333" y="112540"/>
                </a:cubicBezTo>
                <a:cubicBezTo>
                  <a:pt x="664606" y="112540"/>
                  <a:pt x="668956" y="110368"/>
                  <a:pt x="672381" y="106024"/>
                </a:cubicBezTo>
                <a:cubicBezTo>
                  <a:pt x="675806" y="101679"/>
                  <a:pt x="677519" y="94213"/>
                  <a:pt x="677519" y="83625"/>
                </a:cubicBezTo>
                <a:cubicBezTo>
                  <a:pt x="677519" y="70375"/>
                  <a:pt x="674664" y="59948"/>
                  <a:pt x="668956" y="52345"/>
                </a:cubicBezTo>
                <a:cubicBezTo>
                  <a:pt x="665096" y="47133"/>
                  <a:pt x="660175" y="44527"/>
                  <a:pt x="654195" y="44527"/>
                </a:cubicBezTo>
                <a:close/>
                <a:moveTo>
                  <a:pt x="726217" y="0"/>
                </a:moveTo>
                <a:lnTo>
                  <a:pt x="726217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4" y="48686"/>
                  <a:pt x="752884" y="48033"/>
                </a:cubicBezTo>
                <a:cubicBezTo>
                  <a:pt x="752884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4" y="43874"/>
                </a:cubicBezTo>
                <a:lnTo>
                  <a:pt x="747094" y="41265"/>
                </a:lnTo>
                <a:lnTo>
                  <a:pt x="779551" y="41265"/>
                </a:lnTo>
                <a:lnTo>
                  <a:pt x="779551" y="43874"/>
                </a:lnTo>
                <a:cubicBezTo>
                  <a:pt x="775093" y="43983"/>
                  <a:pt x="771382" y="44663"/>
                  <a:pt x="768419" y="45913"/>
                </a:cubicBezTo>
                <a:cubicBezTo>
                  <a:pt x="765456" y="47164"/>
                  <a:pt x="762208" y="49393"/>
                  <a:pt x="758674" y="52600"/>
                </a:cubicBezTo>
                <a:lnTo>
                  <a:pt x="739509" y="70297"/>
                </a:lnTo>
                <a:lnTo>
                  <a:pt x="758674" y="94471"/>
                </a:lnTo>
                <a:cubicBezTo>
                  <a:pt x="764002" y="101145"/>
                  <a:pt x="767590" y="105377"/>
                  <a:pt x="769438" y="107168"/>
                </a:cubicBezTo>
                <a:cubicBezTo>
                  <a:pt x="772048" y="109718"/>
                  <a:pt x="774332" y="111374"/>
                  <a:pt x="776289" y="112135"/>
                </a:cubicBezTo>
                <a:cubicBezTo>
                  <a:pt x="777648" y="112677"/>
                  <a:pt x="780013" y="112948"/>
                  <a:pt x="783384" y="112948"/>
                </a:cubicBezTo>
                <a:lnTo>
                  <a:pt x="783384" y="115965"/>
                </a:lnTo>
                <a:lnTo>
                  <a:pt x="747094" y="115965"/>
                </a:lnTo>
                <a:lnTo>
                  <a:pt x="747094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7" y="74374"/>
                </a:lnTo>
                <a:lnTo>
                  <a:pt x="726217" y="99112"/>
                </a:lnTo>
                <a:cubicBezTo>
                  <a:pt x="726217" y="103941"/>
                  <a:pt x="726556" y="107115"/>
                  <a:pt x="727236" y="108636"/>
                </a:cubicBezTo>
                <a:cubicBezTo>
                  <a:pt x="727916" y="110155"/>
                  <a:pt x="728881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8" y="13758"/>
                  <a:pt x="711102" y="12427"/>
                  <a:pt x="710233" y="11695"/>
                </a:cubicBezTo>
                <a:cubicBezTo>
                  <a:pt x="709363" y="10961"/>
                  <a:pt x="708221" y="10594"/>
                  <a:pt x="706807" y="10594"/>
                </a:cubicBezTo>
                <a:cubicBezTo>
                  <a:pt x="705666" y="10594"/>
                  <a:pt x="703953" y="11056"/>
                  <a:pt x="701670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7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1" y="40123"/>
                </a:lnTo>
                <a:lnTo>
                  <a:pt x="857653" y="2936"/>
                </a:lnTo>
                <a:lnTo>
                  <a:pt x="864421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3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8" y="40123"/>
                </a:lnTo>
                <a:lnTo>
                  <a:pt x="905278" y="46647"/>
                </a:lnTo>
                <a:lnTo>
                  <a:pt x="890191" y="46647"/>
                </a:lnTo>
                <a:lnTo>
                  <a:pt x="884483" y="74537"/>
                </a:lnTo>
                <a:lnTo>
                  <a:pt x="905278" y="74537"/>
                </a:lnTo>
                <a:lnTo>
                  <a:pt x="905278" y="81306"/>
                </a:lnTo>
                <a:lnTo>
                  <a:pt x="883096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5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5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7" y="31315"/>
                </a:lnTo>
                <a:cubicBezTo>
                  <a:pt x="1002879" y="26749"/>
                  <a:pt x="1002064" y="23487"/>
                  <a:pt x="1001031" y="21529"/>
                </a:cubicBezTo>
                <a:cubicBezTo>
                  <a:pt x="999345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6" y="12314"/>
                </a:lnTo>
                <a:lnTo>
                  <a:pt x="967676" y="96801"/>
                </a:lnTo>
                <a:cubicBezTo>
                  <a:pt x="967676" y="103597"/>
                  <a:pt x="968410" y="107837"/>
                  <a:pt x="969878" y="109523"/>
                </a:cubicBezTo>
                <a:cubicBezTo>
                  <a:pt x="971944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5" y="112948"/>
                </a:lnTo>
                <a:cubicBezTo>
                  <a:pt x="944951" y="112948"/>
                  <a:pt x="948267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1" y="12695"/>
                  <a:pt x="927717" y="13456"/>
                </a:cubicBezTo>
                <a:cubicBezTo>
                  <a:pt x="924889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0" y="31315"/>
                </a:cubicBezTo>
                <a:lnTo>
                  <a:pt x="913771" y="31315"/>
                </a:lnTo>
                <a:lnTo>
                  <a:pt x="915076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6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8" y="117596"/>
                </a:cubicBezTo>
                <a:cubicBezTo>
                  <a:pt x="1029674" y="117596"/>
                  <a:pt x="1025419" y="115829"/>
                  <a:pt x="1022076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6" y="91554"/>
                  <a:pt x="1019507" y="88890"/>
                </a:cubicBezTo>
                <a:cubicBezTo>
                  <a:pt x="1021736" y="85193"/>
                  <a:pt x="1025610" y="81714"/>
                  <a:pt x="1031128" y="78452"/>
                </a:cubicBezTo>
                <a:cubicBezTo>
                  <a:pt x="1036646" y="75190"/>
                  <a:pt x="1045821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8" y="44119"/>
                </a:cubicBezTo>
                <a:cubicBezTo>
                  <a:pt x="1041363" y="44119"/>
                  <a:pt x="1038644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8" y="62345"/>
                  <a:pt x="1031780" y="63699"/>
                </a:cubicBezTo>
                <a:cubicBezTo>
                  <a:pt x="1030503" y="65053"/>
                  <a:pt x="1028831" y="65730"/>
                  <a:pt x="1026765" y="65730"/>
                </a:cubicBezTo>
                <a:cubicBezTo>
                  <a:pt x="1024753" y="65730"/>
                  <a:pt x="1023109" y="65026"/>
                  <a:pt x="1021831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1" y="44998"/>
                </a:cubicBezTo>
                <a:cubicBezTo>
                  <a:pt x="1031875" y="41096"/>
                  <a:pt x="1038590" y="39144"/>
                  <a:pt x="1047234" y="39144"/>
                </a:cubicBezTo>
                <a:cubicBezTo>
                  <a:pt x="1053867" y="39144"/>
                  <a:pt x="1059304" y="40257"/>
                  <a:pt x="1063544" y="42483"/>
                </a:cubicBezTo>
                <a:cubicBezTo>
                  <a:pt x="1066752" y="44167"/>
                  <a:pt x="1069117" y="46801"/>
                  <a:pt x="1070639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7" y="104728"/>
                  <a:pt x="1073235" y="105801"/>
                  <a:pt x="1073861" y="106345"/>
                </a:cubicBezTo>
                <a:cubicBezTo>
                  <a:pt x="1074486" y="106887"/>
                  <a:pt x="1075206" y="107158"/>
                  <a:pt x="1076022" y="107158"/>
                </a:cubicBezTo>
                <a:cubicBezTo>
                  <a:pt x="1076891" y="107158"/>
                  <a:pt x="1077653" y="106967"/>
                  <a:pt x="1078305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4" y="117433"/>
                  <a:pt x="1067459" y="117433"/>
                </a:cubicBezTo>
                <a:cubicBezTo>
                  <a:pt x="1064795" y="117433"/>
                  <a:pt x="1062674" y="116509"/>
                  <a:pt x="1061098" y="114660"/>
                </a:cubicBezTo>
                <a:cubicBezTo>
                  <a:pt x="1059521" y="112812"/>
                  <a:pt x="1058706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4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8" y="104117"/>
                </a:cubicBezTo>
                <a:cubicBezTo>
                  <a:pt x="1036605" y="106688"/>
                  <a:pt x="1039297" y="107973"/>
                  <a:pt x="1042341" y="107973"/>
                </a:cubicBezTo>
                <a:cubicBezTo>
                  <a:pt x="1046473" y="107973"/>
                  <a:pt x="1051910" y="105267"/>
                  <a:pt x="1058651" y="99854"/>
                </a:cubicBezTo>
                <a:close/>
                <a:moveTo>
                  <a:pt x="1111002" y="88745"/>
                </a:moveTo>
                <a:cubicBezTo>
                  <a:pt x="1106435" y="86519"/>
                  <a:pt x="1102929" y="83411"/>
                  <a:pt x="1100482" y="79420"/>
                </a:cubicBezTo>
                <a:cubicBezTo>
                  <a:pt x="1098036" y="75429"/>
                  <a:pt x="1096812" y="71017"/>
                  <a:pt x="1096812" y="66184"/>
                </a:cubicBezTo>
                <a:cubicBezTo>
                  <a:pt x="1096812" y="58800"/>
                  <a:pt x="1099599" y="52447"/>
                  <a:pt x="1105171" y="47126"/>
                </a:cubicBezTo>
                <a:cubicBezTo>
                  <a:pt x="1110744" y="41805"/>
                  <a:pt x="1117880" y="39144"/>
                  <a:pt x="1126578" y="39144"/>
                </a:cubicBezTo>
                <a:cubicBezTo>
                  <a:pt x="1133701" y="39144"/>
                  <a:pt x="1139871" y="40884"/>
                  <a:pt x="1145091" y="44364"/>
                </a:cubicBezTo>
                <a:lnTo>
                  <a:pt x="1160911" y="44364"/>
                </a:lnTo>
                <a:cubicBezTo>
                  <a:pt x="1163249" y="44364"/>
                  <a:pt x="1164608" y="44431"/>
                  <a:pt x="1164989" y="44565"/>
                </a:cubicBezTo>
                <a:cubicBezTo>
                  <a:pt x="1165369" y="44699"/>
                  <a:pt x="1165641" y="44928"/>
                  <a:pt x="1165804" y="45250"/>
                </a:cubicBezTo>
                <a:cubicBezTo>
                  <a:pt x="1166131" y="45735"/>
                  <a:pt x="1166294" y="46595"/>
                  <a:pt x="1166294" y="47832"/>
                </a:cubicBezTo>
                <a:cubicBezTo>
                  <a:pt x="1166294" y="49229"/>
                  <a:pt x="1166158" y="50196"/>
                  <a:pt x="1165886" y="50735"/>
                </a:cubicBezTo>
                <a:cubicBezTo>
                  <a:pt x="1165723" y="51003"/>
                  <a:pt x="1165437" y="51218"/>
                  <a:pt x="1165030" y="51380"/>
                </a:cubicBezTo>
                <a:cubicBezTo>
                  <a:pt x="1164622" y="51541"/>
                  <a:pt x="1163249" y="51622"/>
                  <a:pt x="1160911" y="51622"/>
                </a:cubicBezTo>
                <a:lnTo>
                  <a:pt x="1151207" y="51622"/>
                </a:lnTo>
                <a:cubicBezTo>
                  <a:pt x="1154251" y="55545"/>
                  <a:pt x="1155774" y="60557"/>
                  <a:pt x="1155774" y="66658"/>
                </a:cubicBezTo>
                <a:cubicBezTo>
                  <a:pt x="1155774" y="73630"/>
                  <a:pt x="1153110" y="79595"/>
                  <a:pt x="1147782" y="84553"/>
                </a:cubicBezTo>
                <a:cubicBezTo>
                  <a:pt x="1142454" y="89510"/>
                  <a:pt x="1135304" y="91989"/>
                  <a:pt x="1126334" y="91989"/>
                </a:cubicBezTo>
                <a:cubicBezTo>
                  <a:pt x="1122637" y="91989"/>
                  <a:pt x="1118858" y="91435"/>
                  <a:pt x="1114998" y="90325"/>
                </a:cubicBezTo>
                <a:cubicBezTo>
                  <a:pt x="1112606" y="92389"/>
                  <a:pt x="1110989" y="94196"/>
                  <a:pt x="1110146" y="95746"/>
                </a:cubicBezTo>
                <a:cubicBezTo>
                  <a:pt x="1109303" y="97293"/>
                  <a:pt x="1108882" y="98610"/>
                  <a:pt x="1108882" y="99696"/>
                </a:cubicBezTo>
                <a:cubicBezTo>
                  <a:pt x="1108882" y="100620"/>
                  <a:pt x="1109331" y="101517"/>
                  <a:pt x="1110228" y="102387"/>
                </a:cubicBezTo>
                <a:cubicBezTo>
                  <a:pt x="1111125" y="103255"/>
                  <a:pt x="1112878" y="103880"/>
                  <a:pt x="1115488" y="104260"/>
                </a:cubicBezTo>
                <a:cubicBezTo>
                  <a:pt x="1117010" y="104478"/>
                  <a:pt x="1120816" y="104668"/>
                  <a:pt x="1126905" y="104831"/>
                </a:cubicBezTo>
                <a:cubicBezTo>
                  <a:pt x="1138104" y="105101"/>
                  <a:pt x="1145362" y="105481"/>
                  <a:pt x="1148679" y="105970"/>
                </a:cubicBezTo>
                <a:cubicBezTo>
                  <a:pt x="1153735" y="106677"/>
                  <a:pt x="1157772" y="108552"/>
                  <a:pt x="1160789" y="111595"/>
                </a:cubicBezTo>
                <a:cubicBezTo>
                  <a:pt x="1163806" y="114636"/>
                  <a:pt x="1165315" y="118384"/>
                  <a:pt x="1165315" y="122838"/>
                </a:cubicBezTo>
                <a:cubicBezTo>
                  <a:pt x="1165315" y="128977"/>
                  <a:pt x="1162434" y="134735"/>
                  <a:pt x="1156671" y="140114"/>
                </a:cubicBezTo>
                <a:cubicBezTo>
                  <a:pt x="1148189" y="148045"/>
                  <a:pt x="1137126" y="152011"/>
                  <a:pt x="1123480" y="152011"/>
                </a:cubicBezTo>
                <a:cubicBezTo>
                  <a:pt x="1112987" y="152011"/>
                  <a:pt x="1104125" y="149649"/>
                  <a:pt x="1096894" y="144926"/>
                </a:cubicBezTo>
                <a:cubicBezTo>
                  <a:pt x="1092816" y="142211"/>
                  <a:pt x="1090778" y="139387"/>
                  <a:pt x="1090778" y="136455"/>
                </a:cubicBezTo>
                <a:cubicBezTo>
                  <a:pt x="1090778" y="135153"/>
                  <a:pt x="1091077" y="133851"/>
                  <a:pt x="1091675" y="132548"/>
                </a:cubicBezTo>
                <a:cubicBezTo>
                  <a:pt x="1092599" y="130538"/>
                  <a:pt x="1094502" y="127742"/>
                  <a:pt x="1097383" y="124159"/>
                </a:cubicBezTo>
                <a:cubicBezTo>
                  <a:pt x="1097764" y="123671"/>
                  <a:pt x="1100537" y="120739"/>
                  <a:pt x="1105701" y="115364"/>
                </a:cubicBezTo>
                <a:cubicBezTo>
                  <a:pt x="1102874" y="113677"/>
                  <a:pt x="1100876" y="112166"/>
                  <a:pt x="1099708" y="110833"/>
                </a:cubicBezTo>
                <a:cubicBezTo>
                  <a:pt x="1098539" y="109499"/>
                  <a:pt x="1097954" y="107989"/>
                  <a:pt x="1097954" y="106301"/>
                </a:cubicBezTo>
                <a:cubicBezTo>
                  <a:pt x="1097954" y="104395"/>
                  <a:pt x="1098729" y="102163"/>
                  <a:pt x="1100278" y="99604"/>
                </a:cubicBezTo>
                <a:cubicBezTo>
                  <a:pt x="1101828" y="97045"/>
                  <a:pt x="1105402" y="93426"/>
                  <a:pt x="1111002" y="88745"/>
                </a:cubicBezTo>
                <a:moveTo>
                  <a:pt x="1125192" y="43222"/>
                </a:moveTo>
                <a:cubicBezTo>
                  <a:pt x="1121169" y="43222"/>
                  <a:pt x="1117798" y="44817"/>
                  <a:pt x="1115080" y="48008"/>
                </a:cubicBezTo>
                <a:cubicBezTo>
                  <a:pt x="1112361" y="51197"/>
                  <a:pt x="1111002" y="56090"/>
                  <a:pt x="1111002" y="62687"/>
                </a:cubicBezTo>
                <a:cubicBezTo>
                  <a:pt x="1111002" y="71231"/>
                  <a:pt x="1112851" y="77855"/>
                  <a:pt x="1116548" y="82557"/>
                </a:cubicBezTo>
                <a:cubicBezTo>
                  <a:pt x="1119375" y="86127"/>
                  <a:pt x="1122963" y="87912"/>
                  <a:pt x="1127312" y="87912"/>
                </a:cubicBezTo>
                <a:cubicBezTo>
                  <a:pt x="1131444" y="87912"/>
                  <a:pt x="1134842" y="86371"/>
                  <a:pt x="1137506" y="83289"/>
                </a:cubicBezTo>
                <a:cubicBezTo>
                  <a:pt x="1140170" y="80207"/>
                  <a:pt x="1141502" y="75367"/>
                  <a:pt x="1141502" y="68770"/>
                </a:cubicBezTo>
                <a:cubicBezTo>
                  <a:pt x="1141502" y="60173"/>
                  <a:pt x="1139627" y="53441"/>
                  <a:pt x="1135875" y="48574"/>
                </a:cubicBezTo>
                <a:cubicBezTo>
                  <a:pt x="1133103" y="45006"/>
                  <a:pt x="1129542" y="43222"/>
                  <a:pt x="1125192" y="43222"/>
                </a:cubicBezTo>
                <a:moveTo>
                  <a:pt x="1110187" y="116014"/>
                </a:moveTo>
                <a:cubicBezTo>
                  <a:pt x="1107632" y="118781"/>
                  <a:pt x="1105701" y="121359"/>
                  <a:pt x="1104397" y="123746"/>
                </a:cubicBezTo>
                <a:cubicBezTo>
                  <a:pt x="1103092" y="126134"/>
                  <a:pt x="1102439" y="128333"/>
                  <a:pt x="1102439" y="130341"/>
                </a:cubicBezTo>
                <a:cubicBezTo>
                  <a:pt x="1102439" y="132946"/>
                  <a:pt x="1104016" y="135225"/>
                  <a:pt x="1107169" y="137179"/>
                </a:cubicBezTo>
                <a:cubicBezTo>
                  <a:pt x="1112606" y="140543"/>
                  <a:pt x="1120462" y="142225"/>
                  <a:pt x="1130738" y="142225"/>
                </a:cubicBezTo>
                <a:cubicBezTo>
                  <a:pt x="1140524" y="142225"/>
                  <a:pt x="1147741" y="140501"/>
                  <a:pt x="1152389" y="137054"/>
                </a:cubicBezTo>
                <a:cubicBezTo>
                  <a:pt x="1157038" y="133608"/>
                  <a:pt x="1159362" y="129932"/>
                  <a:pt x="1159362" y="126027"/>
                </a:cubicBezTo>
                <a:cubicBezTo>
                  <a:pt x="1159362" y="123205"/>
                  <a:pt x="1157976" y="121196"/>
                  <a:pt x="1155203" y="120002"/>
                </a:cubicBezTo>
                <a:cubicBezTo>
                  <a:pt x="1152376" y="118808"/>
                  <a:pt x="1146776" y="118103"/>
                  <a:pt x="1138403" y="117887"/>
                </a:cubicBezTo>
                <a:cubicBezTo>
                  <a:pt x="1126171" y="117561"/>
                  <a:pt x="1116765" y="116936"/>
                  <a:pt x="1110187" y="116014"/>
                </a:cubicBezTo>
                <a:close/>
                <a:moveTo>
                  <a:pt x="1189303" y="16229"/>
                </a:moveTo>
                <a:lnTo>
                  <a:pt x="1216215" y="3099"/>
                </a:lnTo>
                <a:lnTo>
                  <a:pt x="1218906" y="3099"/>
                </a:lnTo>
                <a:lnTo>
                  <a:pt x="1218906" y="96475"/>
                </a:lnTo>
                <a:cubicBezTo>
                  <a:pt x="1218906" y="102672"/>
                  <a:pt x="1219164" y="106532"/>
                  <a:pt x="1219681" y="108055"/>
                </a:cubicBezTo>
                <a:cubicBezTo>
                  <a:pt x="1220197" y="109577"/>
                  <a:pt x="1221271" y="110746"/>
                  <a:pt x="1222902" y="111561"/>
                </a:cubicBezTo>
                <a:cubicBezTo>
                  <a:pt x="1224533" y="112377"/>
                  <a:pt x="1227849" y="112839"/>
                  <a:pt x="1232851" y="112948"/>
                </a:cubicBezTo>
                <a:lnTo>
                  <a:pt x="1232851" y="115965"/>
                </a:lnTo>
                <a:lnTo>
                  <a:pt x="1191260" y="115965"/>
                </a:lnTo>
                <a:lnTo>
                  <a:pt x="1191260" y="112948"/>
                </a:lnTo>
                <a:cubicBezTo>
                  <a:pt x="1196479" y="112839"/>
                  <a:pt x="1199850" y="112391"/>
                  <a:pt x="1201372" y="111602"/>
                </a:cubicBezTo>
                <a:cubicBezTo>
                  <a:pt x="1202895" y="110814"/>
                  <a:pt x="1203955" y="109754"/>
                  <a:pt x="1204553" y="108422"/>
                </a:cubicBezTo>
                <a:cubicBezTo>
                  <a:pt x="1205151" y="107090"/>
                  <a:pt x="1205450" y="103107"/>
                  <a:pt x="1205450" y="96475"/>
                </a:cubicBezTo>
                <a:lnTo>
                  <a:pt x="1205450" y="36779"/>
                </a:lnTo>
                <a:cubicBezTo>
                  <a:pt x="1205450" y="28733"/>
                  <a:pt x="1205178" y="23568"/>
                  <a:pt x="1204634" y="21285"/>
                </a:cubicBezTo>
                <a:cubicBezTo>
                  <a:pt x="1204254" y="19545"/>
                  <a:pt x="1203561" y="18267"/>
                  <a:pt x="1202555" y="17452"/>
                </a:cubicBezTo>
                <a:cubicBezTo>
                  <a:pt x="1201549" y="16636"/>
                  <a:pt x="1200339" y="16229"/>
                  <a:pt x="1198926" y="16229"/>
                </a:cubicBezTo>
                <a:cubicBezTo>
                  <a:pt x="1196914" y="16229"/>
                  <a:pt x="1194114" y="17071"/>
                  <a:pt x="1190526" y="18757"/>
                </a:cubicBezTo>
                <a:lnTo>
                  <a:pt x="1189303" y="16229"/>
                </a:lnTo>
                <a:close/>
                <a:moveTo>
                  <a:pt x="1305000" y="118412"/>
                </a:moveTo>
                <a:lnTo>
                  <a:pt x="1312584" y="81306"/>
                </a:lnTo>
                <a:lnTo>
                  <a:pt x="1298639" y="81306"/>
                </a:lnTo>
                <a:lnTo>
                  <a:pt x="1298639" y="74537"/>
                </a:lnTo>
                <a:lnTo>
                  <a:pt x="1313889" y="74537"/>
                </a:lnTo>
                <a:lnTo>
                  <a:pt x="1319516" y="46647"/>
                </a:lnTo>
                <a:lnTo>
                  <a:pt x="1298639" y="46647"/>
                </a:lnTo>
                <a:lnTo>
                  <a:pt x="1298639" y="40123"/>
                </a:lnTo>
                <a:lnTo>
                  <a:pt x="1321066" y="40123"/>
                </a:lnTo>
                <a:lnTo>
                  <a:pt x="1328487" y="2936"/>
                </a:lnTo>
                <a:lnTo>
                  <a:pt x="1335256" y="2936"/>
                </a:lnTo>
                <a:lnTo>
                  <a:pt x="1327834" y="40123"/>
                </a:lnTo>
                <a:lnTo>
                  <a:pt x="1355317" y="40123"/>
                </a:lnTo>
                <a:lnTo>
                  <a:pt x="1363227" y="2936"/>
                </a:lnTo>
                <a:lnTo>
                  <a:pt x="1369996" y="2936"/>
                </a:lnTo>
                <a:lnTo>
                  <a:pt x="1362249" y="40123"/>
                </a:lnTo>
                <a:lnTo>
                  <a:pt x="1376113" y="40123"/>
                </a:lnTo>
                <a:lnTo>
                  <a:pt x="1376113" y="46647"/>
                </a:lnTo>
                <a:lnTo>
                  <a:pt x="1361026" y="46647"/>
                </a:lnTo>
                <a:lnTo>
                  <a:pt x="1355317" y="74537"/>
                </a:lnTo>
                <a:lnTo>
                  <a:pt x="1376113" y="74537"/>
                </a:lnTo>
                <a:lnTo>
                  <a:pt x="1376113" y="81306"/>
                </a:lnTo>
                <a:lnTo>
                  <a:pt x="1353931" y="81306"/>
                </a:lnTo>
                <a:lnTo>
                  <a:pt x="1346346" y="118412"/>
                </a:lnTo>
                <a:lnTo>
                  <a:pt x="1339741" y="118412"/>
                </a:lnTo>
                <a:lnTo>
                  <a:pt x="1347162" y="81306"/>
                </a:lnTo>
                <a:lnTo>
                  <a:pt x="1319516" y="81306"/>
                </a:lnTo>
                <a:lnTo>
                  <a:pt x="1311769" y="118412"/>
                </a:lnTo>
                <a:lnTo>
                  <a:pt x="1305000" y="118412"/>
                </a:lnTo>
                <a:moveTo>
                  <a:pt x="1320740" y="74537"/>
                </a:moveTo>
                <a:lnTo>
                  <a:pt x="1348385" y="74537"/>
                </a:lnTo>
                <a:lnTo>
                  <a:pt x="1354257" y="46647"/>
                </a:lnTo>
                <a:lnTo>
                  <a:pt x="1326448" y="46647"/>
                </a:lnTo>
                <a:lnTo>
                  <a:pt x="1320740" y="74537"/>
                </a:lnTo>
                <a:close/>
                <a:moveTo>
                  <a:pt x="1476187" y="5382"/>
                </a:moveTo>
                <a:lnTo>
                  <a:pt x="1477411" y="31315"/>
                </a:lnTo>
                <a:lnTo>
                  <a:pt x="1474312" y="31315"/>
                </a:lnTo>
                <a:cubicBezTo>
                  <a:pt x="1473714" y="26749"/>
                  <a:pt x="1472898" y="23487"/>
                  <a:pt x="1471865" y="21529"/>
                </a:cubicBezTo>
                <a:cubicBezTo>
                  <a:pt x="1470180" y="18376"/>
                  <a:pt x="1467937" y="16052"/>
                  <a:pt x="1465137" y="14557"/>
                </a:cubicBezTo>
                <a:cubicBezTo>
                  <a:pt x="1462337" y="13062"/>
                  <a:pt x="1458654" y="12314"/>
                  <a:pt x="1454087" y="12314"/>
                </a:cubicBezTo>
                <a:lnTo>
                  <a:pt x="1438511" y="12314"/>
                </a:lnTo>
                <a:lnTo>
                  <a:pt x="1438511" y="96801"/>
                </a:lnTo>
                <a:cubicBezTo>
                  <a:pt x="1438511" y="103597"/>
                  <a:pt x="1439245" y="107837"/>
                  <a:pt x="1440713" y="109523"/>
                </a:cubicBezTo>
                <a:cubicBezTo>
                  <a:pt x="1442779" y="111806"/>
                  <a:pt x="1445959" y="112948"/>
                  <a:pt x="1450254" y="112948"/>
                </a:cubicBezTo>
                <a:lnTo>
                  <a:pt x="1454087" y="112948"/>
                </a:lnTo>
                <a:lnTo>
                  <a:pt x="1454087" y="115965"/>
                </a:lnTo>
                <a:lnTo>
                  <a:pt x="1407196" y="115965"/>
                </a:lnTo>
                <a:lnTo>
                  <a:pt x="1407196" y="112948"/>
                </a:lnTo>
                <a:lnTo>
                  <a:pt x="1411110" y="112948"/>
                </a:lnTo>
                <a:cubicBezTo>
                  <a:pt x="1415786" y="112948"/>
                  <a:pt x="1419102" y="111534"/>
                  <a:pt x="1421059" y="108707"/>
                </a:cubicBezTo>
                <a:cubicBezTo>
                  <a:pt x="1422255" y="106967"/>
                  <a:pt x="1422853" y="102999"/>
                  <a:pt x="1422853" y="96801"/>
                </a:cubicBezTo>
                <a:lnTo>
                  <a:pt x="1422853" y="12314"/>
                </a:lnTo>
                <a:lnTo>
                  <a:pt x="1409561" y="12314"/>
                </a:lnTo>
                <a:cubicBezTo>
                  <a:pt x="1404396" y="12314"/>
                  <a:pt x="1400726" y="12695"/>
                  <a:pt x="1398551" y="13456"/>
                </a:cubicBezTo>
                <a:cubicBezTo>
                  <a:pt x="1395724" y="14489"/>
                  <a:pt x="1393305" y="16473"/>
                  <a:pt x="1391293" y="19409"/>
                </a:cubicBezTo>
                <a:cubicBezTo>
                  <a:pt x="1389282" y="22345"/>
                  <a:pt x="1388085" y="26314"/>
                  <a:pt x="1387705" y="31315"/>
                </a:cubicBezTo>
                <a:lnTo>
                  <a:pt x="1384606" y="31315"/>
                </a:lnTo>
                <a:lnTo>
                  <a:pt x="1385911" y="5382"/>
                </a:lnTo>
                <a:lnTo>
                  <a:pt x="1476187" y="5382"/>
                </a:lnTo>
                <a:close/>
                <a:moveTo>
                  <a:pt x="1529486" y="105201"/>
                </a:moveTo>
                <a:cubicBezTo>
                  <a:pt x="1521820" y="111127"/>
                  <a:pt x="1517008" y="114552"/>
                  <a:pt x="1515051" y="115476"/>
                </a:cubicBezTo>
                <a:cubicBezTo>
                  <a:pt x="1512115" y="116889"/>
                  <a:pt x="1508989" y="117596"/>
                  <a:pt x="1505673" y="117596"/>
                </a:cubicBezTo>
                <a:cubicBezTo>
                  <a:pt x="1500508" y="117596"/>
                  <a:pt x="1496254" y="115829"/>
                  <a:pt x="1492910" y="112295"/>
                </a:cubicBezTo>
                <a:cubicBezTo>
                  <a:pt x="1489566" y="108762"/>
                  <a:pt x="1487895" y="104113"/>
                  <a:pt x="1487895" y="98350"/>
                </a:cubicBezTo>
                <a:cubicBezTo>
                  <a:pt x="1487895" y="94708"/>
                  <a:pt x="1488710" y="91554"/>
                  <a:pt x="1490341" y="88890"/>
                </a:cubicBezTo>
                <a:cubicBezTo>
                  <a:pt x="1492570" y="85193"/>
                  <a:pt x="1496444" y="81714"/>
                  <a:pt x="1501962" y="78452"/>
                </a:cubicBezTo>
                <a:cubicBezTo>
                  <a:pt x="1507480" y="75190"/>
                  <a:pt x="1516655" y="71221"/>
                  <a:pt x="1529486" y="66545"/>
                </a:cubicBezTo>
                <a:lnTo>
                  <a:pt x="1529486" y="63610"/>
                </a:lnTo>
                <a:cubicBezTo>
                  <a:pt x="1529486" y="56161"/>
                  <a:pt x="1528303" y="51051"/>
                  <a:pt x="1525938" y="48278"/>
                </a:cubicBezTo>
                <a:cubicBezTo>
                  <a:pt x="1523573" y="45505"/>
                  <a:pt x="1520134" y="44119"/>
                  <a:pt x="1515622" y="44119"/>
                </a:cubicBezTo>
                <a:cubicBezTo>
                  <a:pt x="1512197" y="44119"/>
                  <a:pt x="1509478" y="45040"/>
                  <a:pt x="1507467" y="46882"/>
                </a:cubicBezTo>
                <a:cubicBezTo>
                  <a:pt x="1505401" y="48723"/>
                  <a:pt x="1504368" y="50836"/>
                  <a:pt x="1504368" y="53220"/>
                </a:cubicBezTo>
                <a:lnTo>
                  <a:pt x="1504531" y="57932"/>
                </a:lnTo>
                <a:cubicBezTo>
                  <a:pt x="1504531" y="60422"/>
                  <a:pt x="1503892" y="62345"/>
                  <a:pt x="1502615" y="63699"/>
                </a:cubicBezTo>
                <a:cubicBezTo>
                  <a:pt x="1501337" y="65053"/>
                  <a:pt x="1499665" y="65730"/>
                  <a:pt x="1497599" y="65730"/>
                </a:cubicBezTo>
                <a:cubicBezTo>
                  <a:pt x="1495588" y="65730"/>
                  <a:pt x="1493943" y="65026"/>
                  <a:pt x="1492665" y="63617"/>
                </a:cubicBezTo>
                <a:cubicBezTo>
                  <a:pt x="1491388" y="62207"/>
                  <a:pt x="1490749" y="60282"/>
                  <a:pt x="1490749" y="57842"/>
                </a:cubicBezTo>
                <a:cubicBezTo>
                  <a:pt x="1490749" y="53182"/>
                  <a:pt x="1493141" y="48901"/>
                  <a:pt x="1497925" y="44998"/>
                </a:cubicBezTo>
                <a:cubicBezTo>
                  <a:pt x="1502710" y="41096"/>
                  <a:pt x="1509424" y="39144"/>
                  <a:pt x="1518068" y="39144"/>
                </a:cubicBezTo>
                <a:cubicBezTo>
                  <a:pt x="1524701" y="39144"/>
                  <a:pt x="1530138" y="40257"/>
                  <a:pt x="1534379" y="42483"/>
                </a:cubicBezTo>
                <a:cubicBezTo>
                  <a:pt x="1537586" y="44167"/>
                  <a:pt x="1539951" y="46801"/>
                  <a:pt x="1541474" y="50386"/>
                </a:cubicBezTo>
                <a:cubicBezTo>
                  <a:pt x="1542452" y="52720"/>
                  <a:pt x="1542941" y="57498"/>
                  <a:pt x="1542941" y="64721"/>
                </a:cubicBezTo>
                <a:lnTo>
                  <a:pt x="1542941" y="90052"/>
                </a:lnTo>
                <a:cubicBezTo>
                  <a:pt x="1542941" y="97166"/>
                  <a:pt x="1543077" y="101524"/>
                  <a:pt x="1543349" y="103126"/>
                </a:cubicBezTo>
                <a:cubicBezTo>
                  <a:pt x="1543621" y="104728"/>
                  <a:pt x="1544070" y="105801"/>
                  <a:pt x="1544695" y="106345"/>
                </a:cubicBezTo>
                <a:cubicBezTo>
                  <a:pt x="1545320" y="106887"/>
                  <a:pt x="1546040" y="107158"/>
                  <a:pt x="1546856" y="107158"/>
                </a:cubicBezTo>
                <a:cubicBezTo>
                  <a:pt x="1547726" y="107158"/>
                  <a:pt x="1548487" y="106967"/>
                  <a:pt x="1549139" y="106587"/>
                </a:cubicBezTo>
                <a:cubicBezTo>
                  <a:pt x="1550281" y="105880"/>
                  <a:pt x="1552483" y="103896"/>
                  <a:pt x="1555745" y="100634"/>
                </a:cubicBezTo>
                <a:lnTo>
                  <a:pt x="1555745" y="105201"/>
                </a:lnTo>
                <a:cubicBezTo>
                  <a:pt x="1549656" y="113356"/>
                  <a:pt x="1543839" y="117433"/>
                  <a:pt x="1538293" y="117433"/>
                </a:cubicBezTo>
                <a:cubicBezTo>
                  <a:pt x="1535629" y="117433"/>
                  <a:pt x="1533509" y="116509"/>
                  <a:pt x="1531932" y="114660"/>
                </a:cubicBezTo>
                <a:cubicBezTo>
                  <a:pt x="1530355" y="112812"/>
                  <a:pt x="1529540" y="109659"/>
                  <a:pt x="1529486" y="105201"/>
                </a:cubicBezTo>
                <a:moveTo>
                  <a:pt x="1529486" y="99854"/>
                </a:moveTo>
                <a:lnTo>
                  <a:pt x="1529486" y="71520"/>
                </a:lnTo>
                <a:cubicBezTo>
                  <a:pt x="1521276" y="74767"/>
                  <a:pt x="1515975" y="77067"/>
                  <a:pt x="1513583" y="78421"/>
                </a:cubicBezTo>
                <a:cubicBezTo>
                  <a:pt x="1509288" y="80803"/>
                  <a:pt x="1506216" y="83293"/>
                  <a:pt x="1504368" y="85891"/>
                </a:cubicBezTo>
                <a:cubicBezTo>
                  <a:pt x="1502519" y="88489"/>
                  <a:pt x="1501595" y="91330"/>
                  <a:pt x="1501595" y="94415"/>
                </a:cubicBezTo>
                <a:cubicBezTo>
                  <a:pt x="1501595" y="98313"/>
                  <a:pt x="1502764" y="101547"/>
                  <a:pt x="1505102" y="104117"/>
                </a:cubicBezTo>
                <a:cubicBezTo>
                  <a:pt x="1507440" y="106688"/>
                  <a:pt x="1510131" y="107973"/>
                  <a:pt x="1513175" y="107973"/>
                </a:cubicBezTo>
                <a:cubicBezTo>
                  <a:pt x="1517307" y="107973"/>
                  <a:pt x="1522744" y="105267"/>
                  <a:pt x="1529486" y="99854"/>
                </a:cubicBezTo>
                <a:close/>
                <a:moveTo>
                  <a:pt x="1581837" y="88745"/>
                </a:moveTo>
                <a:cubicBezTo>
                  <a:pt x="1577270" y="86519"/>
                  <a:pt x="1573763" y="83411"/>
                  <a:pt x="1571317" y="79420"/>
                </a:cubicBezTo>
                <a:cubicBezTo>
                  <a:pt x="1568870" y="75429"/>
                  <a:pt x="1567647" y="71017"/>
                  <a:pt x="1567647" y="66184"/>
                </a:cubicBezTo>
                <a:cubicBezTo>
                  <a:pt x="1567647" y="58800"/>
                  <a:pt x="1570433" y="52447"/>
                  <a:pt x="1576006" y="47126"/>
                </a:cubicBezTo>
                <a:cubicBezTo>
                  <a:pt x="1581578" y="41805"/>
                  <a:pt x="1588714" y="39144"/>
                  <a:pt x="1597413" y="39144"/>
                </a:cubicBezTo>
                <a:cubicBezTo>
                  <a:pt x="1604535" y="39144"/>
                  <a:pt x="1610706" y="40884"/>
                  <a:pt x="1615925" y="44364"/>
                </a:cubicBezTo>
                <a:lnTo>
                  <a:pt x="1631746" y="44364"/>
                </a:lnTo>
                <a:cubicBezTo>
                  <a:pt x="1634083" y="44364"/>
                  <a:pt x="1635443" y="44431"/>
                  <a:pt x="1635823" y="44565"/>
                </a:cubicBezTo>
                <a:cubicBezTo>
                  <a:pt x="1636204" y="44699"/>
                  <a:pt x="1636476" y="44928"/>
                  <a:pt x="1636639" y="45250"/>
                </a:cubicBezTo>
                <a:cubicBezTo>
                  <a:pt x="1636965" y="45735"/>
                  <a:pt x="1637128" y="46595"/>
                  <a:pt x="1637128" y="47832"/>
                </a:cubicBezTo>
                <a:cubicBezTo>
                  <a:pt x="1637128" y="49229"/>
                  <a:pt x="1636992" y="50196"/>
                  <a:pt x="1636720" y="50735"/>
                </a:cubicBezTo>
                <a:cubicBezTo>
                  <a:pt x="1636557" y="51003"/>
                  <a:pt x="1636272" y="51218"/>
                  <a:pt x="1635864" y="51380"/>
                </a:cubicBezTo>
                <a:cubicBezTo>
                  <a:pt x="1635456" y="51541"/>
                  <a:pt x="1634083" y="51622"/>
                  <a:pt x="1631746" y="51622"/>
                </a:cubicBezTo>
                <a:lnTo>
                  <a:pt x="1622041" y="51622"/>
                </a:lnTo>
                <a:cubicBezTo>
                  <a:pt x="1625086" y="55545"/>
                  <a:pt x="1626608" y="60557"/>
                  <a:pt x="1626608" y="66658"/>
                </a:cubicBezTo>
                <a:cubicBezTo>
                  <a:pt x="1626608" y="73630"/>
                  <a:pt x="1623944" y="79595"/>
                  <a:pt x="1618616" y="84553"/>
                </a:cubicBezTo>
                <a:cubicBezTo>
                  <a:pt x="1613288" y="89510"/>
                  <a:pt x="1606139" y="91989"/>
                  <a:pt x="1597168" y="91989"/>
                </a:cubicBezTo>
                <a:cubicBezTo>
                  <a:pt x="1593471" y="91989"/>
                  <a:pt x="1589693" y="91435"/>
                  <a:pt x="1585833" y="90325"/>
                </a:cubicBezTo>
                <a:cubicBezTo>
                  <a:pt x="1583440" y="92389"/>
                  <a:pt x="1581823" y="94196"/>
                  <a:pt x="1580980" y="95746"/>
                </a:cubicBezTo>
                <a:cubicBezTo>
                  <a:pt x="1580138" y="97293"/>
                  <a:pt x="1579716" y="98610"/>
                  <a:pt x="1579716" y="99696"/>
                </a:cubicBezTo>
                <a:cubicBezTo>
                  <a:pt x="1579716" y="100620"/>
                  <a:pt x="1580165" y="101517"/>
                  <a:pt x="1581062" y="102387"/>
                </a:cubicBezTo>
                <a:cubicBezTo>
                  <a:pt x="1581959" y="103255"/>
                  <a:pt x="1583712" y="103880"/>
                  <a:pt x="1586322" y="104260"/>
                </a:cubicBezTo>
                <a:cubicBezTo>
                  <a:pt x="1587844" y="104478"/>
                  <a:pt x="1591650" y="104668"/>
                  <a:pt x="1597739" y="104831"/>
                </a:cubicBezTo>
                <a:cubicBezTo>
                  <a:pt x="1608939" y="105101"/>
                  <a:pt x="1616197" y="105481"/>
                  <a:pt x="1619513" y="105970"/>
                </a:cubicBezTo>
                <a:cubicBezTo>
                  <a:pt x="1624569" y="106677"/>
                  <a:pt x="1628606" y="108552"/>
                  <a:pt x="1631623" y="111595"/>
                </a:cubicBezTo>
                <a:cubicBezTo>
                  <a:pt x="1634641" y="114636"/>
                  <a:pt x="1636149" y="118384"/>
                  <a:pt x="1636149" y="122838"/>
                </a:cubicBezTo>
                <a:cubicBezTo>
                  <a:pt x="1636149" y="128977"/>
                  <a:pt x="1633268" y="134735"/>
                  <a:pt x="1627505" y="140114"/>
                </a:cubicBezTo>
                <a:cubicBezTo>
                  <a:pt x="1619024" y="148045"/>
                  <a:pt x="1607960" y="152011"/>
                  <a:pt x="1594314" y="152011"/>
                </a:cubicBezTo>
                <a:cubicBezTo>
                  <a:pt x="1583821" y="152011"/>
                  <a:pt x="1574959" y="149649"/>
                  <a:pt x="1567728" y="144926"/>
                </a:cubicBezTo>
                <a:cubicBezTo>
                  <a:pt x="1563651" y="142211"/>
                  <a:pt x="1561612" y="139387"/>
                  <a:pt x="1561612" y="136455"/>
                </a:cubicBezTo>
                <a:cubicBezTo>
                  <a:pt x="1561612" y="135153"/>
                  <a:pt x="1561911" y="133851"/>
                  <a:pt x="1562509" y="132548"/>
                </a:cubicBezTo>
                <a:cubicBezTo>
                  <a:pt x="1563433" y="130538"/>
                  <a:pt x="1565336" y="127742"/>
                  <a:pt x="1568218" y="124159"/>
                </a:cubicBezTo>
                <a:cubicBezTo>
                  <a:pt x="1568598" y="123671"/>
                  <a:pt x="1571371" y="120739"/>
                  <a:pt x="1576536" y="115364"/>
                </a:cubicBezTo>
                <a:cubicBezTo>
                  <a:pt x="1573709" y="113677"/>
                  <a:pt x="1571711" y="112166"/>
                  <a:pt x="1570542" y="110833"/>
                </a:cubicBezTo>
                <a:cubicBezTo>
                  <a:pt x="1569373" y="109499"/>
                  <a:pt x="1568788" y="107989"/>
                  <a:pt x="1568788" y="106301"/>
                </a:cubicBezTo>
                <a:cubicBezTo>
                  <a:pt x="1568788" y="104395"/>
                  <a:pt x="1569563" y="102163"/>
                  <a:pt x="1571113" y="99604"/>
                </a:cubicBezTo>
                <a:cubicBezTo>
                  <a:pt x="1572662" y="97045"/>
                  <a:pt x="1576237" y="93426"/>
                  <a:pt x="1581837" y="88745"/>
                </a:cubicBezTo>
                <a:moveTo>
                  <a:pt x="1596026" y="43222"/>
                </a:moveTo>
                <a:cubicBezTo>
                  <a:pt x="1592003" y="43222"/>
                  <a:pt x="1588632" y="44817"/>
                  <a:pt x="1585914" y="48008"/>
                </a:cubicBezTo>
                <a:cubicBezTo>
                  <a:pt x="1583196" y="51197"/>
                  <a:pt x="1581837" y="56090"/>
                  <a:pt x="1581837" y="62687"/>
                </a:cubicBezTo>
                <a:cubicBezTo>
                  <a:pt x="1581837" y="71231"/>
                  <a:pt x="1583685" y="77855"/>
                  <a:pt x="1587382" y="82557"/>
                </a:cubicBezTo>
                <a:cubicBezTo>
                  <a:pt x="1590209" y="86127"/>
                  <a:pt x="1593797" y="87912"/>
                  <a:pt x="1598147" y="87912"/>
                </a:cubicBezTo>
                <a:cubicBezTo>
                  <a:pt x="1602279" y="87912"/>
                  <a:pt x="1605677" y="86371"/>
                  <a:pt x="1608341" y="83289"/>
                </a:cubicBezTo>
                <a:cubicBezTo>
                  <a:pt x="1611005" y="80207"/>
                  <a:pt x="1612337" y="75367"/>
                  <a:pt x="1612337" y="68770"/>
                </a:cubicBezTo>
                <a:cubicBezTo>
                  <a:pt x="1612337" y="60173"/>
                  <a:pt x="1610461" y="53441"/>
                  <a:pt x="1606710" y="48574"/>
                </a:cubicBezTo>
                <a:cubicBezTo>
                  <a:pt x="1603937" y="45006"/>
                  <a:pt x="1600376" y="43222"/>
                  <a:pt x="1596026" y="43222"/>
                </a:cubicBezTo>
                <a:moveTo>
                  <a:pt x="1581021" y="116014"/>
                </a:moveTo>
                <a:cubicBezTo>
                  <a:pt x="1578466" y="118781"/>
                  <a:pt x="1576536" y="121359"/>
                  <a:pt x="1575231" y="123746"/>
                </a:cubicBezTo>
                <a:cubicBezTo>
                  <a:pt x="1573926" y="126134"/>
                  <a:pt x="1573274" y="128333"/>
                  <a:pt x="1573274" y="130341"/>
                </a:cubicBezTo>
                <a:cubicBezTo>
                  <a:pt x="1573274" y="132946"/>
                  <a:pt x="1574850" y="135225"/>
                  <a:pt x="1578004" y="137179"/>
                </a:cubicBezTo>
                <a:cubicBezTo>
                  <a:pt x="1583440" y="140543"/>
                  <a:pt x="1591296" y="142225"/>
                  <a:pt x="1601572" y="142225"/>
                </a:cubicBezTo>
                <a:cubicBezTo>
                  <a:pt x="1611358" y="142225"/>
                  <a:pt x="1618575" y="140501"/>
                  <a:pt x="1623224" y="137054"/>
                </a:cubicBezTo>
                <a:cubicBezTo>
                  <a:pt x="1627872" y="133608"/>
                  <a:pt x="1630196" y="129932"/>
                  <a:pt x="1630196" y="126027"/>
                </a:cubicBezTo>
                <a:cubicBezTo>
                  <a:pt x="1630196" y="123205"/>
                  <a:pt x="1628810" y="121196"/>
                  <a:pt x="1626037" y="120002"/>
                </a:cubicBezTo>
                <a:cubicBezTo>
                  <a:pt x="1623210" y="118808"/>
                  <a:pt x="1617610" y="118103"/>
                  <a:pt x="1609238" y="117887"/>
                </a:cubicBezTo>
                <a:cubicBezTo>
                  <a:pt x="1597005" y="117561"/>
                  <a:pt x="1587599" y="116936"/>
                  <a:pt x="1581021" y="116014"/>
                </a:cubicBezTo>
                <a:close/>
                <a:moveTo>
                  <a:pt x="1717141" y="94599"/>
                </a:moveTo>
                <a:lnTo>
                  <a:pt x="1709394" y="115965"/>
                </a:lnTo>
                <a:lnTo>
                  <a:pt x="1644153" y="115965"/>
                </a:lnTo>
                <a:lnTo>
                  <a:pt x="1644153" y="112943"/>
                </a:lnTo>
                <a:cubicBezTo>
                  <a:pt x="1663345" y="95408"/>
                  <a:pt x="1676855" y="81086"/>
                  <a:pt x="1684684" y="69978"/>
                </a:cubicBezTo>
                <a:cubicBezTo>
                  <a:pt x="1692513" y="58869"/>
                  <a:pt x="1696427" y="48712"/>
                  <a:pt x="1696427" y="39509"/>
                </a:cubicBezTo>
                <a:cubicBezTo>
                  <a:pt x="1696427" y="32485"/>
                  <a:pt x="1694280" y="26714"/>
                  <a:pt x="1689985" y="22195"/>
                </a:cubicBezTo>
                <a:cubicBezTo>
                  <a:pt x="1685690" y="17674"/>
                  <a:pt x="1680552" y="15413"/>
                  <a:pt x="1674572" y="15413"/>
                </a:cubicBezTo>
                <a:cubicBezTo>
                  <a:pt x="1669135" y="15413"/>
                  <a:pt x="1664256" y="17010"/>
                  <a:pt x="1659933" y="20204"/>
                </a:cubicBezTo>
                <a:cubicBezTo>
                  <a:pt x="1655611" y="23398"/>
                  <a:pt x="1652417" y="28081"/>
                  <a:pt x="1650351" y="34251"/>
                </a:cubicBezTo>
                <a:lnTo>
                  <a:pt x="1647334" y="34251"/>
                </a:lnTo>
                <a:cubicBezTo>
                  <a:pt x="1648693" y="24219"/>
                  <a:pt x="1652186" y="16519"/>
                  <a:pt x="1657813" y="11152"/>
                </a:cubicBezTo>
                <a:cubicBezTo>
                  <a:pt x="1663440" y="5783"/>
                  <a:pt x="1670467" y="3099"/>
                  <a:pt x="1678894" y="3099"/>
                </a:cubicBezTo>
                <a:cubicBezTo>
                  <a:pt x="1687864" y="3099"/>
                  <a:pt x="1695354" y="5980"/>
                  <a:pt x="1701361" y="11743"/>
                </a:cubicBezTo>
                <a:cubicBezTo>
                  <a:pt x="1707369" y="17506"/>
                  <a:pt x="1710372" y="24302"/>
                  <a:pt x="1710372" y="32131"/>
                </a:cubicBezTo>
                <a:cubicBezTo>
                  <a:pt x="1710372" y="37731"/>
                  <a:pt x="1709068" y="43331"/>
                  <a:pt x="1706458" y="48930"/>
                </a:cubicBezTo>
                <a:cubicBezTo>
                  <a:pt x="1702435" y="57738"/>
                  <a:pt x="1695911" y="67062"/>
                  <a:pt x="1686886" y="76902"/>
                </a:cubicBezTo>
                <a:cubicBezTo>
                  <a:pt x="1673348" y="91690"/>
                  <a:pt x="1664894" y="100606"/>
                  <a:pt x="1661524" y="103651"/>
                </a:cubicBezTo>
                <a:lnTo>
                  <a:pt x="1690393" y="103651"/>
                </a:lnTo>
                <a:cubicBezTo>
                  <a:pt x="1696264" y="103651"/>
                  <a:pt x="1700383" y="103432"/>
                  <a:pt x="1702747" y="102994"/>
                </a:cubicBezTo>
                <a:cubicBezTo>
                  <a:pt x="1705112" y="102553"/>
                  <a:pt x="1707246" y="101662"/>
                  <a:pt x="1709149" y="100318"/>
                </a:cubicBezTo>
                <a:cubicBezTo>
                  <a:pt x="1711052" y="98974"/>
                  <a:pt x="1712710" y="97068"/>
                  <a:pt x="1714124" y="94599"/>
                </a:cubicBezTo>
                <a:lnTo>
                  <a:pt x="1717141" y="9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5e02c2b7b4cfe"/>
          <a:stretch xmlns:a="http://schemas.openxmlformats.org/drawingml/2006/main"/>
        </p:blipFill>
        <p:spPr>
          <a:xfrm xmlns:a="http://schemas.openxmlformats.org/drawingml/2006/main">
            <a:off x="5895627" y="2642524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69ef9daa14d5c"/>
          <a:stretch xmlns:a="http://schemas.openxmlformats.org/drawingml/2006/main"/>
        </p:blipFill>
        <p:spPr>
          <a:xfrm xmlns:a="http://schemas.openxmlformats.org/drawingml/2006/main">
            <a:off x="2284876" y="3009739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5DA29-247F-401B-B632-C0D3A9C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133" y="2499142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1" y="246274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10" y="266782"/>
                </a:lnTo>
                <a:lnTo>
                  <a:pt x="410763" y="269570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8029" y="269480"/>
                </a:lnTo>
                <a:lnTo>
                  <a:pt x="25651" y="266878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7" y="246259"/>
                </a:lnTo>
                <a:lnTo>
                  <a:pt x="16786" y="242232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44902-C81A-42DA-9672-4F4B381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854" y="2465269"/>
            <a:ext cx="1935707" cy="473352"/>
          </a:xfrm>
          <a:custGeom xmlns:a="http://schemas.openxmlformats.org/drawingml/2006/main">
            <a:pathLst>
              <a:path w="1935707" h="473352">
                <a:moveTo>
                  <a:pt x="0" y="0"/>
                </a:moveTo>
                <a:lnTo>
                  <a:pt x="1935707" y="0"/>
                </a:lnTo>
                <a:lnTo>
                  <a:pt x="1935707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13C4F-6956-49A6-9CBD-88AD81D5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293" y="2456037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df6f836d7493f"/>
          <a:stretch xmlns:a="http://schemas.openxmlformats.org/drawingml/2006/main"/>
        </p:blipFill>
        <p:spPr>
          <a:xfrm xmlns:a="http://schemas.openxmlformats.org/drawingml/2006/main">
            <a:off x="2348688" y="2592167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35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081C455C-6C58-4C70-813A-EC2180A0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04" y="2614466"/>
            <a:ext cx="937799" cy="139071"/>
          </a:xfrm>
          <a:custGeom xmlns:a="http://schemas.openxmlformats.org/drawingml/2006/main">
            <a:pathLst>
              <a:path w="937799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4" y="88613"/>
                </a:moveTo>
                <a:cubicBezTo>
                  <a:pt x="219844" y="96104"/>
                  <a:pt x="218861" y="102937"/>
                  <a:pt x="216894" y="109113"/>
                </a:cubicBezTo>
                <a:cubicBezTo>
                  <a:pt x="214927" y="115289"/>
                  <a:pt x="211943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3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4" y="130498"/>
                  <a:pt x="137031" y="126359"/>
                </a:cubicBezTo>
                <a:cubicBezTo>
                  <a:pt x="133228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8" y="58310"/>
                  <a:pt x="137818" y="53876"/>
                </a:cubicBezTo>
                <a:cubicBezTo>
                  <a:pt x="141818" y="49442"/>
                  <a:pt x="146817" y="46010"/>
                  <a:pt x="152817" y="43579"/>
                </a:cubicBezTo>
                <a:cubicBezTo>
                  <a:pt x="158816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1" y="56684"/>
                  <a:pt x="215255" y="61776"/>
                  <a:pt x="217090" y="67820"/>
                </a:cubicBezTo>
                <a:cubicBezTo>
                  <a:pt x="218926" y="73865"/>
                  <a:pt x="219844" y="80796"/>
                  <a:pt x="219844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7" y="63372"/>
                  <a:pt x="183306" y="61864"/>
                </a:cubicBezTo>
                <a:cubicBezTo>
                  <a:pt x="180585" y="60356"/>
                  <a:pt x="177159" y="59602"/>
                  <a:pt x="173028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4" y="67519"/>
                </a:cubicBezTo>
                <a:cubicBezTo>
                  <a:pt x="154833" y="70109"/>
                  <a:pt x="153505" y="73224"/>
                  <a:pt x="152620" y="76863"/>
                </a:cubicBezTo>
                <a:cubicBezTo>
                  <a:pt x="151735" y="80502"/>
                  <a:pt x="151292" y="84649"/>
                  <a:pt x="151292" y="89304"/>
                </a:cubicBezTo>
                <a:cubicBezTo>
                  <a:pt x="151292" y="93632"/>
                  <a:pt x="151653" y="97615"/>
                  <a:pt x="152374" y="101254"/>
                </a:cubicBezTo>
                <a:cubicBezTo>
                  <a:pt x="153096" y="104893"/>
                  <a:pt x="154259" y="108057"/>
                  <a:pt x="155866" y="110745"/>
                </a:cubicBezTo>
                <a:cubicBezTo>
                  <a:pt x="157472" y="113433"/>
                  <a:pt x="159652" y="115515"/>
                  <a:pt x="162406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2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2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5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0" y="137903"/>
                  <a:pt x="279508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5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3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2" y="62356"/>
                </a:lnTo>
                <a:cubicBezTo>
                  <a:pt x="231856" y="62356"/>
                  <a:pt x="230906" y="61585"/>
                  <a:pt x="230250" y="60044"/>
                </a:cubicBezTo>
                <a:cubicBezTo>
                  <a:pt x="229594" y="58503"/>
                  <a:pt x="229267" y="55930"/>
                  <a:pt x="229267" y="52324"/>
                </a:cubicBezTo>
                <a:cubicBezTo>
                  <a:pt x="229267" y="50422"/>
                  <a:pt x="229348" y="48816"/>
                  <a:pt x="229512" y="47504"/>
                </a:cubicBezTo>
                <a:cubicBezTo>
                  <a:pt x="229676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79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6" y="21387"/>
                  <a:pt x="244167" y="20860"/>
                </a:cubicBezTo>
                <a:cubicBezTo>
                  <a:pt x="244528" y="20333"/>
                  <a:pt x="245183" y="19890"/>
                  <a:pt x="246134" y="19529"/>
                </a:cubicBezTo>
                <a:cubicBezTo>
                  <a:pt x="247085" y="19166"/>
                  <a:pt x="248363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2" y="18573"/>
                  <a:pt x="261969" y="18739"/>
                </a:cubicBezTo>
                <a:cubicBezTo>
                  <a:pt x="263575" y="18903"/>
                  <a:pt x="264837" y="19166"/>
                  <a:pt x="265755" y="19529"/>
                </a:cubicBezTo>
                <a:cubicBezTo>
                  <a:pt x="266673" y="19890"/>
                  <a:pt x="267329" y="20333"/>
                  <a:pt x="267722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2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1" y="45160"/>
                  <a:pt x="290917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1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0" y="117482"/>
                </a:cubicBezTo>
                <a:cubicBezTo>
                  <a:pt x="283229" y="117253"/>
                  <a:pt x="284164" y="116991"/>
                  <a:pt x="284983" y="116695"/>
                </a:cubicBezTo>
                <a:cubicBezTo>
                  <a:pt x="285803" y="116400"/>
                  <a:pt x="286491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4" y="115909"/>
                </a:cubicBezTo>
                <a:cubicBezTo>
                  <a:pt x="290065" y="116138"/>
                  <a:pt x="290344" y="116598"/>
                  <a:pt x="290540" y="117289"/>
                </a:cubicBezTo>
                <a:cubicBezTo>
                  <a:pt x="290737" y="117977"/>
                  <a:pt x="290917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09" y="92184"/>
                  <a:pt x="385565" y="93629"/>
                </a:cubicBezTo>
                <a:cubicBezTo>
                  <a:pt x="384221" y="95073"/>
                  <a:pt x="382369" y="95796"/>
                  <a:pt x="380008" y="95796"/>
                </a:cubicBezTo>
                <a:lnTo>
                  <a:pt x="326603" y="95796"/>
                </a:lnTo>
                <a:cubicBezTo>
                  <a:pt x="326603" y="99547"/>
                  <a:pt x="327045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8" y="120384"/>
                  <a:pt x="358731" y="120067"/>
                  <a:pt x="362010" y="119434"/>
                </a:cubicBezTo>
                <a:cubicBezTo>
                  <a:pt x="365288" y="118801"/>
                  <a:pt x="368124" y="118101"/>
                  <a:pt x="370517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1" y="114602"/>
                  <a:pt x="379320" y="114286"/>
                  <a:pt x="380303" y="114286"/>
                </a:cubicBezTo>
                <a:cubicBezTo>
                  <a:pt x="380894" y="114286"/>
                  <a:pt x="381385" y="114402"/>
                  <a:pt x="381779" y="114633"/>
                </a:cubicBezTo>
                <a:cubicBezTo>
                  <a:pt x="382172" y="114863"/>
                  <a:pt x="382500" y="115274"/>
                  <a:pt x="382762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2" y="126202"/>
                </a:cubicBezTo>
                <a:cubicBezTo>
                  <a:pt x="383287" y="127222"/>
                  <a:pt x="383188" y="128095"/>
                  <a:pt x="383057" y="128821"/>
                </a:cubicBezTo>
                <a:cubicBezTo>
                  <a:pt x="382926" y="129546"/>
                  <a:pt x="382730" y="130156"/>
                  <a:pt x="382467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8" y="132546"/>
                  <a:pt x="379844" y="133170"/>
                  <a:pt x="377943" y="133956"/>
                </a:cubicBezTo>
                <a:cubicBezTo>
                  <a:pt x="376042" y="134743"/>
                  <a:pt x="373615" y="135514"/>
                  <a:pt x="370665" y="136268"/>
                </a:cubicBezTo>
                <a:cubicBezTo>
                  <a:pt x="367714" y="137022"/>
                  <a:pt x="364338" y="137677"/>
                  <a:pt x="360535" y="138235"/>
                </a:cubicBezTo>
                <a:cubicBezTo>
                  <a:pt x="356732" y="138792"/>
                  <a:pt x="352666" y="139071"/>
                  <a:pt x="348339" y="139071"/>
                </a:cubicBezTo>
                <a:cubicBezTo>
                  <a:pt x="340536" y="139071"/>
                  <a:pt x="333701" y="138085"/>
                  <a:pt x="327832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4" y="123138"/>
                  <a:pt x="306260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5" y="53384"/>
                </a:cubicBezTo>
                <a:cubicBezTo>
                  <a:pt x="317194" y="49013"/>
                  <a:pt x="321898" y="45679"/>
                  <a:pt x="327439" y="43380"/>
                </a:cubicBezTo>
                <a:cubicBezTo>
                  <a:pt x="332979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2" y="45351"/>
                  <a:pt x="374501" y="48356"/>
                  <a:pt x="377845" y="52198"/>
                </a:cubicBezTo>
                <a:cubicBezTo>
                  <a:pt x="381189" y="56040"/>
                  <a:pt x="383647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0" y="72881"/>
                  <a:pt x="362387" y="67399"/>
                  <a:pt x="359404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09" y="73853"/>
                  <a:pt x="326734" y="76766"/>
                  <a:pt x="326603" y="79862"/>
                </a:cubicBezTo>
                <a:lnTo>
                  <a:pt x="363584" y="79862"/>
                </a:lnTo>
                <a:close/>
                <a:moveTo>
                  <a:pt x="530324" y="126580"/>
                </a:moveTo>
                <a:cubicBezTo>
                  <a:pt x="530324" y="128481"/>
                  <a:pt x="530242" y="130071"/>
                  <a:pt x="530078" y="131350"/>
                </a:cubicBezTo>
                <a:cubicBezTo>
                  <a:pt x="529914" y="132629"/>
                  <a:pt x="529668" y="133661"/>
                  <a:pt x="529340" y="134448"/>
                </a:cubicBezTo>
                <a:cubicBezTo>
                  <a:pt x="529013" y="135235"/>
                  <a:pt x="528603" y="135809"/>
                  <a:pt x="528111" y="136169"/>
                </a:cubicBezTo>
                <a:cubicBezTo>
                  <a:pt x="527619" y="136530"/>
                  <a:pt x="527078" y="136710"/>
                  <a:pt x="526488" y="136710"/>
                </a:cubicBezTo>
                <a:lnTo>
                  <a:pt x="462559" y="136710"/>
                </a:lnTo>
                <a:cubicBezTo>
                  <a:pt x="460395" y="136710"/>
                  <a:pt x="458576" y="136071"/>
                  <a:pt x="457100" y="134792"/>
                </a:cubicBezTo>
                <a:cubicBezTo>
                  <a:pt x="455625" y="133514"/>
                  <a:pt x="454887" y="131432"/>
                  <a:pt x="454887" y="128547"/>
                </a:cubicBezTo>
                <a:lnTo>
                  <a:pt x="454887" y="17605"/>
                </a:lnTo>
                <a:cubicBezTo>
                  <a:pt x="454887" y="14720"/>
                  <a:pt x="455625" y="12638"/>
                  <a:pt x="457100" y="11360"/>
                </a:cubicBezTo>
                <a:cubicBezTo>
                  <a:pt x="458576" y="10081"/>
                  <a:pt x="460395" y="9442"/>
                  <a:pt x="462559" y="9442"/>
                </a:cubicBezTo>
                <a:lnTo>
                  <a:pt x="526095" y="9442"/>
                </a:lnTo>
                <a:cubicBezTo>
                  <a:pt x="526685" y="9442"/>
                  <a:pt x="527209" y="9606"/>
                  <a:pt x="527668" y="9934"/>
                </a:cubicBezTo>
                <a:cubicBezTo>
                  <a:pt x="528127" y="10261"/>
                  <a:pt x="528521" y="10835"/>
                  <a:pt x="528849" y="11655"/>
                </a:cubicBezTo>
                <a:cubicBezTo>
                  <a:pt x="529177" y="12474"/>
                  <a:pt x="529422" y="13523"/>
                  <a:pt x="529586" y="14802"/>
                </a:cubicBezTo>
                <a:cubicBezTo>
                  <a:pt x="529750" y="16081"/>
                  <a:pt x="529832" y="17703"/>
                  <a:pt x="529832" y="19671"/>
                </a:cubicBezTo>
                <a:cubicBezTo>
                  <a:pt x="529832" y="21506"/>
                  <a:pt x="529750" y="23064"/>
                  <a:pt x="529586" y="24342"/>
                </a:cubicBezTo>
                <a:cubicBezTo>
                  <a:pt x="529422" y="25621"/>
                  <a:pt x="529177" y="26654"/>
                  <a:pt x="528849" y="27440"/>
                </a:cubicBezTo>
                <a:cubicBezTo>
                  <a:pt x="528521" y="28227"/>
                  <a:pt x="528127" y="28801"/>
                  <a:pt x="527668" y="29162"/>
                </a:cubicBezTo>
                <a:cubicBezTo>
                  <a:pt x="527209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6" y="61492"/>
                  <a:pt x="521636" y="62052"/>
                  <a:pt x="521964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4" y="78329"/>
                </a:cubicBezTo>
                <a:cubicBezTo>
                  <a:pt x="521636" y="79085"/>
                  <a:pt x="521226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8" y="116450"/>
                </a:lnTo>
                <a:cubicBezTo>
                  <a:pt x="527078" y="116450"/>
                  <a:pt x="527619" y="116630"/>
                  <a:pt x="528111" y="116991"/>
                </a:cubicBezTo>
                <a:cubicBezTo>
                  <a:pt x="528603" y="117351"/>
                  <a:pt x="529013" y="117925"/>
                  <a:pt x="529340" y="118712"/>
                </a:cubicBezTo>
                <a:cubicBezTo>
                  <a:pt x="529668" y="119499"/>
                  <a:pt x="529914" y="120531"/>
                  <a:pt x="530078" y="121810"/>
                </a:cubicBezTo>
                <a:cubicBezTo>
                  <a:pt x="530242" y="123088"/>
                  <a:pt x="530324" y="124678"/>
                  <a:pt x="530324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7" y="135678"/>
                  <a:pt x="630080" y="136087"/>
                  <a:pt x="629293" y="136415"/>
                </a:cubicBezTo>
                <a:cubicBezTo>
                  <a:pt x="628506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1999" y="136093"/>
                  <a:pt x="611409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6" y="132338"/>
                  <a:pt x="596296" y="135032"/>
                </a:cubicBezTo>
                <a:cubicBezTo>
                  <a:pt x="591345" y="137725"/>
                  <a:pt x="585854" y="139071"/>
                  <a:pt x="579822" y="139071"/>
                </a:cubicBezTo>
                <a:cubicBezTo>
                  <a:pt x="573134" y="139071"/>
                  <a:pt x="567478" y="137774"/>
                  <a:pt x="562856" y="135180"/>
                </a:cubicBezTo>
                <a:cubicBezTo>
                  <a:pt x="558233" y="132584"/>
                  <a:pt x="554463" y="129085"/>
                  <a:pt x="551545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0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2" y="45846"/>
                  <a:pt x="565069" y="43481"/>
                </a:cubicBezTo>
                <a:cubicBezTo>
                  <a:pt x="569855" y="41115"/>
                  <a:pt x="575363" y="39931"/>
                  <a:pt x="581592" y="39931"/>
                </a:cubicBezTo>
                <a:cubicBezTo>
                  <a:pt x="586510" y="39931"/>
                  <a:pt x="590968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0" y="1934"/>
                  <a:pt x="608426" y="1492"/>
                  <a:pt x="609377" y="1131"/>
                </a:cubicBezTo>
                <a:cubicBezTo>
                  <a:pt x="610327" y="770"/>
                  <a:pt x="611590" y="492"/>
                  <a:pt x="613163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2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3" y="1935"/>
                  <a:pt x="630867" y="2462"/>
                </a:cubicBezTo>
                <a:cubicBezTo>
                  <a:pt x="631260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89" y="64513"/>
                </a:cubicBezTo>
                <a:cubicBezTo>
                  <a:pt x="593444" y="62157"/>
                  <a:pt x="590050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1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5" y="106303"/>
                  <a:pt x="572199" y="109024"/>
                </a:cubicBezTo>
                <a:cubicBezTo>
                  <a:pt x="573544" y="111745"/>
                  <a:pt x="575330" y="113925"/>
                  <a:pt x="577560" y="115564"/>
                </a:cubicBezTo>
                <a:cubicBezTo>
                  <a:pt x="579789" y="117204"/>
                  <a:pt x="582608" y="118023"/>
                  <a:pt x="586018" y="118023"/>
                </a:cubicBezTo>
                <a:cubicBezTo>
                  <a:pt x="587723" y="118023"/>
                  <a:pt x="589378" y="117778"/>
                  <a:pt x="590985" y="117289"/>
                </a:cubicBezTo>
                <a:cubicBezTo>
                  <a:pt x="592591" y="116797"/>
                  <a:pt x="594230" y="115995"/>
                  <a:pt x="595902" y="114882"/>
                </a:cubicBezTo>
                <a:cubicBezTo>
                  <a:pt x="597574" y="113769"/>
                  <a:pt x="599296" y="112314"/>
                  <a:pt x="601066" y="110515"/>
                </a:cubicBezTo>
                <a:cubicBezTo>
                  <a:pt x="602836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5" y="134596"/>
                  <a:pt x="680712" y="135087"/>
                </a:cubicBezTo>
                <a:cubicBezTo>
                  <a:pt x="680318" y="135579"/>
                  <a:pt x="679646" y="135989"/>
                  <a:pt x="678696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5" y="137218"/>
                  <a:pt x="671335" y="137300"/>
                  <a:pt x="668909" y="137300"/>
                </a:cubicBezTo>
                <a:cubicBezTo>
                  <a:pt x="666483" y="137300"/>
                  <a:pt x="664484" y="137218"/>
                  <a:pt x="662910" y="137054"/>
                </a:cubicBezTo>
                <a:cubicBezTo>
                  <a:pt x="661336" y="136891"/>
                  <a:pt x="660074" y="136645"/>
                  <a:pt x="659123" y="136317"/>
                </a:cubicBezTo>
                <a:cubicBezTo>
                  <a:pt x="658173" y="135989"/>
                  <a:pt x="657501" y="135579"/>
                  <a:pt x="657107" y="135087"/>
                </a:cubicBezTo>
                <a:cubicBezTo>
                  <a:pt x="656714" y="134596"/>
                  <a:pt x="656517" y="134022"/>
                  <a:pt x="656517" y="133366"/>
                </a:cubicBezTo>
                <a:lnTo>
                  <a:pt x="656517" y="45832"/>
                </a:lnTo>
                <a:cubicBezTo>
                  <a:pt x="656517" y="45177"/>
                  <a:pt x="656714" y="44603"/>
                  <a:pt x="657107" y="44111"/>
                </a:cubicBezTo>
                <a:cubicBezTo>
                  <a:pt x="657501" y="43619"/>
                  <a:pt x="658173" y="43193"/>
                  <a:pt x="659123" y="42833"/>
                </a:cubicBezTo>
                <a:cubicBezTo>
                  <a:pt x="660074" y="42472"/>
                  <a:pt x="661336" y="42193"/>
                  <a:pt x="662910" y="41997"/>
                </a:cubicBezTo>
                <a:cubicBezTo>
                  <a:pt x="664484" y="41800"/>
                  <a:pt x="666483" y="41702"/>
                  <a:pt x="668909" y="41702"/>
                </a:cubicBezTo>
                <a:cubicBezTo>
                  <a:pt x="671335" y="41702"/>
                  <a:pt x="673335" y="41800"/>
                  <a:pt x="674909" y="41997"/>
                </a:cubicBezTo>
                <a:cubicBezTo>
                  <a:pt x="676483" y="42193"/>
                  <a:pt x="677745" y="42472"/>
                  <a:pt x="678696" y="42833"/>
                </a:cubicBezTo>
                <a:cubicBezTo>
                  <a:pt x="679646" y="43193"/>
                  <a:pt x="680318" y="43619"/>
                  <a:pt x="680712" y="44111"/>
                </a:cubicBezTo>
                <a:cubicBezTo>
                  <a:pt x="681105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4" y="24359"/>
                  <a:pt x="680122" y="26260"/>
                </a:cubicBezTo>
                <a:cubicBezTo>
                  <a:pt x="678089" y="28162"/>
                  <a:pt x="674319" y="29112"/>
                  <a:pt x="668811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5" y="24523"/>
                  <a:pt x="654648" y="21211"/>
                  <a:pt x="654648" y="16425"/>
                </a:cubicBezTo>
                <a:cubicBezTo>
                  <a:pt x="654648" y="11442"/>
                  <a:pt x="655648" y="7983"/>
                  <a:pt x="657648" y="6049"/>
                </a:cubicBezTo>
                <a:cubicBezTo>
                  <a:pt x="659648" y="4114"/>
                  <a:pt x="663434" y="3147"/>
                  <a:pt x="669008" y="3147"/>
                </a:cubicBezTo>
                <a:cubicBezTo>
                  <a:pt x="674516" y="3147"/>
                  <a:pt x="678253" y="4082"/>
                  <a:pt x="680220" y="5950"/>
                </a:cubicBezTo>
                <a:cubicBezTo>
                  <a:pt x="682187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4" y="129767"/>
                  <a:pt x="757424" y="131316"/>
                </a:cubicBezTo>
                <a:cubicBezTo>
                  <a:pt x="757063" y="132863"/>
                  <a:pt x="756588" y="133950"/>
                  <a:pt x="755997" y="134577"/>
                </a:cubicBezTo>
                <a:cubicBezTo>
                  <a:pt x="755407" y="135202"/>
                  <a:pt x="754539" y="135762"/>
                  <a:pt x="753391" y="136255"/>
                </a:cubicBezTo>
                <a:cubicBezTo>
                  <a:pt x="752244" y="136749"/>
                  <a:pt x="750900" y="137177"/>
                  <a:pt x="749359" y="137540"/>
                </a:cubicBezTo>
                <a:cubicBezTo>
                  <a:pt x="747818" y="137903"/>
                  <a:pt x="746146" y="138182"/>
                  <a:pt x="744343" y="138379"/>
                </a:cubicBezTo>
                <a:cubicBezTo>
                  <a:pt x="742540" y="138578"/>
                  <a:pt x="740720" y="138677"/>
                  <a:pt x="738884" y="138677"/>
                </a:cubicBezTo>
                <a:cubicBezTo>
                  <a:pt x="733966" y="138677"/>
                  <a:pt x="729705" y="138054"/>
                  <a:pt x="726098" y="136809"/>
                </a:cubicBezTo>
                <a:cubicBezTo>
                  <a:pt x="722492" y="135563"/>
                  <a:pt x="719509" y="133645"/>
                  <a:pt x="717148" y="131055"/>
                </a:cubicBezTo>
                <a:cubicBezTo>
                  <a:pt x="714788" y="128465"/>
                  <a:pt x="713050" y="125203"/>
                  <a:pt x="711935" y="121269"/>
                </a:cubicBezTo>
                <a:cubicBezTo>
                  <a:pt x="710821" y="117335"/>
                  <a:pt x="710263" y="112679"/>
                  <a:pt x="710263" y="107303"/>
                </a:cubicBezTo>
                <a:lnTo>
                  <a:pt x="710263" y="62356"/>
                </a:lnTo>
                <a:lnTo>
                  <a:pt x="699740" y="62356"/>
                </a:lnTo>
                <a:cubicBezTo>
                  <a:pt x="698494" y="62356"/>
                  <a:pt x="697543" y="61585"/>
                  <a:pt x="696888" y="60044"/>
                </a:cubicBezTo>
                <a:cubicBezTo>
                  <a:pt x="696232" y="58503"/>
                  <a:pt x="695904" y="55930"/>
                  <a:pt x="695904" y="52324"/>
                </a:cubicBezTo>
                <a:cubicBezTo>
                  <a:pt x="695904" y="50422"/>
                  <a:pt x="695986" y="48816"/>
                  <a:pt x="696150" y="47504"/>
                </a:cubicBezTo>
                <a:cubicBezTo>
                  <a:pt x="696314" y="46193"/>
                  <a:pt x="696560" y="45160"/>
                  <a:pt x="696888" y="44406"/>
                </a:cubicBezTo>
                <a:cubicBezTo>
                  <a:pt x="697215" y="43652"/>
                  <a:pt x="697625" y="43111"/>
                  <a:pt x="698117" y="42783"/>
                </a:cubicBezTo>
                <a:cubicBezTo>
                  <a:pt x="698609" y="42456"/>
                  <a:pt x="699182" y="42292"/>
                  <a:pt x="699838" y="42292"/>
                </a:cubicBezTo>
                <a:lnTo>
                  <a:pt x="710263" y="42292"/>
                </a:lnTo>
                <a:lnTo>
                  <a:pt x="710263" y="22640"/>
                </a:lnTo>
                <a:cubicBezTo>
                  <a:pt x="710263" y="21980"/>
                  <a:pt x="710444" y="21387"/>
                  <a:pt x="710804" y="20860"/>
                </a:cubicBezTo>
                <a:cubicBezTo>
                  <a:pt x="711165" y="20333"/>
                  <a:pt x="711821" y="19890"/>
                  <a:pt x="712771" y="19529"/>
                </a:cubicBezTo>
                <a:cubicBezTo>
                  <a:pt x="713722" y="19166"/>
                  <a:pt x="715001" y="18903"/>
                  <a:pt x="716607" y="18739"/>
                </a:cubicBezTo>
                <a:cubicBezTo>
                  <a:pt x="718214" y="18573"/>
                  <a:pt x="720197" y="18490"/>
                  <a:pt x="722558" y="18490"/>
                </a:cubicBezTo>
                <a:cubicBezTo>
                  <a:pt x="724984" y="18490"/>
                  <a:pt x="727000" y="18573"/>
                  <a:pt x="728606" y="18739"/>
                </a:cubicBezTo>
                <a:cubicBezTo>
                  <a:pt x="730213" y="18903"/>
                  <a:pt x="731475" y="19166"/>
                  <a:pt x="732393" y="19529"/>
                </a:cubicBezTo>
                <a:cubicBezTo>
                  <a:pt x="733311" y="19890"/>
                  <a:pt x="733966" y="20333"/>
                  <a:pt x="734360" y="20860"/>
                </a:cubicBezTo>
                <a:cubicBezTo>
                  <a:pt x="734753" y="21387"/>
                  <a:pt x="734950" y="21980"/>
                  <a:pt x="734950" y="22640"/>
                </a:cubicBezTo>
                <a:lnTo>
                  <a:pt x="734950" y="42292"/>
                </a:lnTo>
                <a:lnTo>
                  <a:pt x="754030" y="42292"/>
                </a:lnTo>
                <a:cubicBezTo>
                  <a:pt x="754686" y="42292"/>
                  <a:pt x="755260" y="42456"/>
                  <a:pt x="755752" y="42783"/>
                </a:cubicBezTo>
                <a:cubicBezTo>
                  <a:pt x="756243" y="43111"/>
                  <a:pt x="756653" y="43652"/>
                  <a:pt x="756981" y="44406"/>
                </a:cubicBezTo>
                <a:cubicBezTo>
                  <a:pt x="757309" y="45160"/>
                  <a:pt x="757555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7" y="58503"/>
                  <a:pt x="756981" y="60044"/>
                </a:cubicBezTo>
                <a:cubicBezTo>
                  <a:pt x="756325" y="61585"/>
                  <a:pt x="755375" y="62356"/>
                  <a:pt x="754129" y="62356"/>
                </a:cubicBezTo>
                <a:lnTo>
                  <a:pt x="734950" y="62356"/>
                </a:lnTo>
                <a:lnTo>
                  <a:pt x="734950" y="103492"/>
                </a:lnTo>
                <a:cubicBezTo>
                  <a:pt x="734950" y="108270"/>
                  <a:pt x="735704" y="111854"/>
                  <a:pt x="737212" y="114243"/>
                </a:cubicBezTo>
                <a:cubicBezTo>
                  <a:pt x="738720" y="116632"/>
                  <a:pt x="741408" y="117827"/>
                  <a:pt x="745277" y="117827"/>
                </a:cubicBezTo>
                <a:cubicBezTo>
                  <a:pt x="746588" y="117827"/>
                  <a:pt x="747769" y="117712"/>
                  <a:pt x="748818" y="117482"/>
                </a:cubicBezTo>
                <a:cubicBezTo>
                  <a:pt x="749867" y="117253"/>
                  <a:pt x="750801" y="116991"/>
                  <a:pt x="751621" y="116695"/>
                </a:cubicBezTo>
                <a:cubicBezTo>
                  <a:pt x="752440" y="116400"/>
                  <a:pt x="753129" y="116138"/>
                  <a:pt x="753686" y="115909"/>
                </a:cubicBezTo>
                <a:cubicBezTo>
                  <a:pt x="754244" y="115679"/>
                  <a:pt x="754752" y="115564"/>
                  <a:pt x="755211" y="115564"/>
                </a:cubicBezTo>
                <a:cubicBezTo>
                  <a:pt x="755604" y="115564"/>
                  <a:pt x="755981" y="115679"/>
                  <a:pt x="756342" y="115909"/>
                </a:cubicBezTo>
                <a:cubicBezTo>
                  <a:pt x="756702" y="116138"/>
                  <a:pt x="756981" y="116598"/>
                  <a:pt x="757178" y="117289"/>
                </a:cubicBezTo>
                <a:cubicBezTo>
                  <a:pt x="757374" y="117977"/>
                  <a:pt x="757555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1" y="88613"/>
                </a:moveTo>
                <a:cubicBezTo>
                  <a:pt x="861891" y="96104"/>
                  <a:pt x="860907" y="102937"/>
                  <a:pt x="858940" y="109113"/>
                </a:cubicBezTo>
                <a:cubicBezTo>
                  <a:pt x="856973" y="115289"/>
                  <a:pt x="853990" y="120610"/>
                  <a:pt x="849990" y="125077"/>
                </a:cubicBezTo>
                <a:cubicBezTo>
                  <a:pt x="845990" y="129544"/>
                  <a:pt x="840974" y="132993"/>
                  <a:pt x="834942" y="135426"/>
                </a:cubicBezTo>
                <a:cubicBezTo>
                  <a:pt x="828910" y="137856"/>
                  <a:pt x="821861" y="139071"/>
                  <a:pt x="813796" y="139071"/>
                </a:cubicBezTo>
                <a:cubicBezTo>
                  <a:pt x="805993" y="139071"/>
                  <a:pt x="799207" y="137987"/>
                  <a:pt x="793437" y="135819"/>
                </a:cubicBezTo>
                <a:cubicBezTo>
                  <a:pt x="787667" y="133651"/>
                  <a:pt x="782881" y="130498"/>
                  <a:pt x="779078" y="126359"/>
                </a:cubicBezTo>
                <a:cubicBezTo>
                  <a:pt x="775275" y="122220"/>
                  <a:pt x="772455" y="117128"/>
                  <a:pt x="770619" y="111083"/>
                </a:cubicBezTo>
                <a:cubicBezTo>
                  <a:pt x="768783" y="105039"/>
                  <a:pt x="767865" y="98141"/>
                  <a:pt x="767865" y="90389"/>
                </a:cubicBezTo>
                <a:cubicBezTo>
                  <a:pt x="767865" y="82898"/>
                  <a:pt x="768865" y="76048"/>
                  <a:pt x="770865" y="69840"/>
                </a:cubicBezTo>
                <a:cubicBezTo>
                  <a:pt x="772865" y="63631"/>
                  <a:pt x="775865" y="58310"/>
                  <a:pt x="779864" y="53876"/>
                </a:cubicBezTo>
                <a:cubicBezTo>
                  <a:pt x="783864" y="49442"/>
                  <a:pt x="788864" y="46010"/>
                  <a:pt x="794863" y="43579"/>
                </a:cubicBezTo>
                <a:cubicBezTo>
                  <a:pt x="800863" y="41147"/>
                  <a:pt x="807895" y="39931"/>
                  <a:pt x="815960" y="39931"/>
                </a:cubicBezTo>
                <a:cubicBezTo>
                  <a:pt x="823828" y="39931"/>
                  <a:pt x="830647" y="40999"/>
                  <a:pt x="836417" y="43134"/>
                </a:cubicBezTo>
                <a:cubicBezTo>
                  <a:pt x="842187" y="45269"/>
                  <a:pt x="846957" y="48406"/>
                  <a:pt x="850728" y="52545"/>
                </a:cubicBezTo>
                <a:cubicBezTo>
                  <a:pt x="854498" y="56684"/>
                  <a:pt x="857301" y="61776"/>
                  <a:pt x="859137" y="67820"/>
                </a:cubicBezTo>
                <a:cubicBezTo>
                  <a:pt x="860973" y="73865"/>
                  <a:pt x="861891" y="80796"/>
                  <a:pt x="861891" y="88613"/>
                </a:cubicBezTo>
                <a:moveTo>
                  <a:pt x="836417" y="89599"/>
                </a:moveTo>
                <a:cubicBezTo>
                  <a:pt x="836417" y="85272"/>
                  <a:pt x="836073" y="81289"/>
                  <a:pt x="835384" y="77649"/>
                </a:cubicBezTo>
                <a:cubicBezTo>
                  <a:pt x="834696" y="74010"/>
                  <a:pt x="833532" y="70847"/>
                  <a:pt x="831893" y="68158"/>
                </a:cubicBezTo>
                <a:cubicBezTo>
                  <a:pt x="830254" y="65470"/>
                  <a:pt x="828074" y="63372"/>
                  <a:pt x="825353" y="61864"/>
                </a:cubicBezTo>
                <a:cubicBezTo>
                  <a:pt x="822631" y="60356"/>
                  <a:pt x="819205" y="59602"/>
                  <a:pt x="815075" y="59602"/>
                </a:cubicBezTo>
                <a:cubicBezTo>
                  <a:pt x="811403" y="59602"/>
                  <a:pt x="808190" y="60274"/>
                  <a:pt x="805436" y="61618"/>
                </a:cubicBezTo>
                <a:cubicBezTo>
                  <a:pt x="802682" y="62962"/>
                  <a:pt x="800420" y="64929"/>
                  <a:pt x="798650" y="67519"/>
                </a:cubicBezTo>
                <a:cubicBezTo>
                  <a:pt x="796879" y="70109"/>
                  <a:pt x="795552" y="73224"/>
                  <a:pt x="794666" y="76863"/>
                </a:cubicBezTo>
                <a:cubicBezTo>
                  <a:pt x="793781" y="80502"/>
                  <a:pt x="793339" y="84649"/>
                  <a:pt x="793339" y="89304"/>
                </a:cubicBezTo>
                <a:cubicBezTo>
                  <a:pt x="793339" y="93632"/>
                  <a:pt x="793699" y="97615"/>
                  <a:pt x="794421" y="101254"/>
                </a:cubicBezTo>
                <a:cubicBezTo>
                  <a:pt x="795142" y="104893"/>
                  <a:pt x="796306" y="108057"/>
                  <a:pt x="797912" y="110745"/>
                </a:cubicBezTo>
                <a:cubicBezTo>
                  <a:pt x="799519" y="113433"/>
                  <a:pt x="801699" y="115515"/>
                  <a:pt x="804453" y="116991"/>
                </a:cubicBezTo>
                <a:cubicBezTo>
                  <a:pt x="807206" y="118466"/>
                  <a:pt x="810616" y="119203"/>
                  <a:pt x="814681" y="119203"/>
                </a:cubicBezTo>
                <a:cubicBezTo>
                  <a:pt x="818419" y="119203"/>
                  <a:pt x="821664" y="118531"/>
                  <a:pt x="824418" y="117187"/>
                </a:cubicBezTo>
                <a:cubicBezTo>
                  <a:pt x="827172" y="115843"/>
                  <a:pt x="829434" y="113892"/>
                  <a:pt x="831205" y="111335"/>
                </a:cubicBezTo>
                <a:cubicBezTo>
                  <a:pt x="832975" y="108778"/>
                  <a:pt x="834286" y="105680"/>
                  <a:pt x="835139" y="102041"/>
                </a:cubicBezTo>
                <a:cubicBezTo>
                  <a:pt x="835991" y="98402"/>
                  <a:pt x="836417" y="94255"/>
                  <a:pt x="836417" y="89599"/>
                </a:cubicBezTo>
                <a:close/>
                <a:moveTo>
                  <a:pt x="937799" y="53701"/>
                </a:moveTo>
                <a:cubicBezTo>
                  <a:pt x="937799" y="56061"/>
                  <a:pt x="937733" y="57995"/>
                  <a:pt x="937602" y="59503"/>
                </a:cubicBezTo>
                <a:cubicBezTo>
                  <a:pt x="937471" y="61011"/>
                  <a:pt x="937274" y="62192"/>
                  <a:pt x="937012" y="63044"/>
                </a:cubicBezTo>
                <a:cubicBezTo>
                  <a:pt x="936750" y="63896"/>
                  <a:pt x="936406" y="64487"/>
                  <a:pt x="935979" y="64814"/>
                </a:cubicBezTo>
                <a:cubicBezTo>
                  <a:pt x="935553" y="65142"/>
                  <a:pt x="935012" y="65306"/>
                  <a:pt x="934357" y="65306"/>
                </a:cubicBezTo>
                <a:cubicBezTo>
                  <a:pt x="933832" y="65306"/>
                  <a:pt x="933242" y="65191"/>
                  <a:pt x="932586" y="64962"/>
                </a:cubicBezTo>
                <a:cubicBezTo>
                  <a:pt x="931931" y="64732"/>
                  <a:pt x="931193" y="64487"/>
                  <a:pt x="930373" y="64224"/>
                </a:cubicBezTo>
                <a:cubicBezTo>
                  <a:pt x="929554" y="63962"/>
                  <a:pt x="928652" y="63716"/>
                  <a:pt x="927669" y="63487"/>
                </a:cubicBezTo>
                <a:cubicBezTo>
                  <a:pt x="926685" y="63257"/>
                  <a:pt x="925603" y="63142"/>
                  <a:pt x="924423" y="63142"/>
                </a:cubicBezTo>
                <a:cubicBezTo>
                  <a:pt x="923046" y="63142"/>
                  <a:pt x="921669" y="63423"/>
                  <a:pt x="920292" y="63985"/>
                </a:cubicBezTo>
                <a:cubicBezTo>
                  <a:pt x="918915" y="64544"/>
                  <a:pt x="917489" y="65418"/>
                  <a:pt x="916014" y="66606"/>
                </a:cubicBezTo>
                <a:cubicBezTo>
                  <a:pt x="914538" y="67795"/>
                  <a:pt x="912998" y="69379"/>
                  <a:pt x="911391" y="71358"/>
                </a:cubicBezTo>
                <a:cubicBezTo>
                  <a:pt x="909785" y="73337"/>
                  <a:pt x="908064" y="75779"/>
                  <a:pt x="906228" y="78682"/>
                </a:cubicBezTo>
                <a:lnTo>
                  <a:pt x="906228" y="133366"/>
                </a:lnTo>
                <a:cubicBezTo>
                  <a:pt x="906228" y="134022"/>
                  <a:pt x="906031" y="134596"/>
                  <a:pt x="905638" y="135087"/>
                </a:cubicBezTo>
                <a:cubicBezTo>
                  <a:pt x="905244" y="135579"/>
                  <a:pt x="904572" y="135989"/>
                  <a:pt x="903621" y="136317"/>
                </a:cubicBezTo>
                <a:cubicBezTo>
                  <a:pt x="902671" y="136645"/>
                  <a:pt x="901408" y="136891"/>
                  <a:pt x="899835" y="137054"/>
                </a:cubicBezTo>
                <a:cubicBezTo>
                  <a:pt x="898261" y="137218"/>
                  <a:pt x="896261" y="137300"/>
                  <a:pt x="893835" y="137300"/>
                </a:cubicBezTo>
                <a:cubicBezTo>
                  <a:pt x="891409" y="137300"/>
                  <a:pt x="889409" y="137218"/>
                  <a:pt x="887836" y="137054"/>
                </a:cubicBezTo>
                <a:cubicBezTo>
                  <a:pt x="886262" y="136891"/>
                  <a:pt x="885000" y="136645"/>
                  <a:pt x="884049" y="136317"/>
                </a:cubicBezTo>
                <a:cubicBezTo>
                  <a:pt x="883098" y="135989"/>
                  <a:pt x="882426" y="135579"/>
                  <a:pt x="882033" y="135087"/>
                </a:cubicBezTo>
                <a:cubicBezTo>
                  <a:pt x="881640" y="134596"/>
                  <a:pt x="881443" y="134022"/>
                  <a:pt x="881443" y="133366"/>
                </a:cubicBezTo>
                <a:lnTo>
                  <a:pt x="881443" y="45636"/>
                </a:lnTo>
                <a:cubicBezTo>
                  <a:pt x="881443" y="44980"/>
                  <a:pt x="881607" y="44406"/>
                  <a:pt x="881935" y="43914"/>
                </a:cubicBezTo>
                <a:cubicBezTo>
                  <a:pt x="882262" y="43423"/>
                  <a:pt x="882853" y="43013"/>
                  <a:pt x="883705" y="42685"/>
                </a:cubicBezTo>
                <a:cubicBezTo>
                  <a:pt x="884557" y="42357"/>
                  <a:pt x="885656" y="42111"/>
                  <a:pt x="887000" y="41947"/>
                </a:cubicBezTo>
                <a:cubicBezTo>
                  <a:pt x="888344" y="41784"/>
                  <a:pt x="890032" y="41702"/>
                  <a:pt x="892065" y="41702"/>
                </a:cubicBezTo>
                <a:cubicBezTo>
                  <a:pt x="894163" y="41702"/>
                  <a:pt x="895901" y="41784"/>
                  <a:pt x="897278" y="41947"/>
                </a:cubicBezTo>
                <a:cubicBezTo>
                  <a:pt x="898655" y="42111"/>
                  <a:pt x="899720" y="42357"/>
                  <a:pt x="900474" y="42685"/>
                </a:cubicBezTo>
                <a:cubicBezTo>
                  <a:pt x="901228" y="43013"/>
                  <a:pt x="901769" y="43423"/>
                  <a:pt x="902097" y="43914"/>
                </a:cubicBezTo>
                <a:cubicBezTo>
                  <a:pt x="902425" y="44406"/>
                  <a:pt x="902589" y="44980"/>
                  <a:pt x="902589" y="45636"/>
                </a:cubicBezTo>
                <a:lnTo>
                  <a:pt x="902589" y="56553"/>
                </a:lnTo>
                <a:cubicBezTo>
                  <a:pt x="904884" y="53254"/>
                  <a:pt x="907047" y="50533"/>
                  <a:pt x="909080" y="48390"/>
                </a:cubicBezTo>
                <a:cubicBezTo>
                  <a:pt x="911113" y="46246"/>
                  <a:pt x="913047" y="44549"/>
                  <a:pt x="914883" y="43297"/>
                </a:cubicBezTo>
                <a:cubicBezTo>
                  <a:pt x="916719" y="42043"/>
                  <a:pt x="918555" y="41169"/>
                  <a:pt x="920390" y="40675"/>
                </a:cubicBezTo>
                <a:cubicBezTo>
                  <a:pt x="922226" y="40179"/>
                  <a:pt x="924062" y="39931"/>
                  <a:pt x="925898" y="39931"/>
                </a:cubicBezTo>
                <a:cubicBezTo>
                  <a:pt x="926751" y="39931"/>
                  <a:pt x="927669" y="39980"/>
                  <a:pt x="928652" y="40079"/>
                </a:cubicBezTo>
                <a:cubicBezTo>
                  <a:pt x="929636" y="40177"/>
                  <a:pt x="930652" y="40341"/>
                  <a:pt x="931701" y="40570"/>
                </a:cubicBezTo>
                <a:cubicBezTo>
                  <a:pt x="932750" y="40800"/>
                  <a:pt x="933668" y="41062"/>
                  <a:pt x="934455" y="41357"/>
                </a:cubicBezTo>
                <a:cubicBezTo>
                  <a:pt x="935242" y="41652"/>
                  <a:pt x="935815" y="41964"/>
                  <a:pt x="936176" y="42292"/>
                </a:cubicBezTo>
                <a:cubicBezTo>
                  <a:pt x="936537" y="42620"/>
                  <a:pt x="936799" y="42980"/>
                  <a:pt x="936963" y="43374"/>
                </a:cubicBezTo>
                <a:cubicBezTo>
                  <a:pt x="937127" y="43767"/>
                  <a:pt x="937274" y="44308"/>
                  <a:pt x="937405" y="44996"/>
                </a:cubicBezTo>
                <a:cubicBezTo>
                  <a:pt x="937537" y="45685"/>
                  <a:pt x="937635" y="46718"/>
                  <a:pt x="937701" y="48094"/>
                </a:cubicBezTo>
                <a:cubicBezTo>
                  <a:pt x="937766" y="49471"/>
                  <a:pt x="937799" y="51340"/>
                  <a:pt x="937799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62B7C-3694-4C32-9A64-DFEC17A9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293" y="2456037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512ae0328401b"/>
          <a:stretch xmlns:a="http://schemas.openxmlformats.org/drawingml/2006/main"/>
        </p:blipFill>
        <p:spPr>
          <a:xfrm xmlns:a="http://schemas.openxmlformats.org/drawingml/2006/main">
            <a:off x="3969992" y="2578068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242eccfac4a8a"/>
          <a:stretch xmlns:a="http://schemas.openxmlformats.org/drawingml/2006/main"/>
        </p:blipFill>
        <p:spPr>
          <a:xfrm xmlns:a="http://schemas.openxmlformats.org/drawingml/2006/main">
            <a:off x="3710152" y="2582096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3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2cf1852c14f17"/>
          <a:stretch xmlns:a="http://schemas.openxmlformats.org/drawingml/2006/main"/>
        </p:blipFill>
        <p:spPr>
          <a:xfrm xmlns:a="http://schemas.openxmlformats.org/drawingml/2006/main">
            <a:off x="2285348" y="3432770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140" name="Text readabook#Tag1#Tag2">
            <a:extLst xmlns:a="http://schemas.openxmlformats.org/drawingml/2006/main">
              <a:ext uri="{FF2B5EF4-FFF2-40B4-BE49-F238E27FC236}">
                <a16:creationId xmlns:a16="http://schemas.microsoft.com/office/drawing/2014/main" id="{4FEBD354-5579-4438-A299-A2C63F8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602" y="3581361"/>
            <a:ext cx="1717141" cy="152011"/>
          </a:xfrm>
          <a:custGeom xmlns:a="http://schemas.openxmlformats.org/drawingml/2006/main">
            <a:pathLst>
              <a:path w="1717141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50" y="69481"/>
                </a:moveTo>
                <a:cubicBezTo>
                  <a:pt x="72895" y="80547"/>
                  <a:pt x="75586" y="89226"/>
                  <a:pt x="81023" y="95519"/>
                </a:cubicBezTo>
                <a:cubicBezTo>
                  <a:pt x="86460" y="101810"/>
                  <a:pt x="92848" y="104956"/>
                  <a:pt x="100187" y="104956"/>
                </a:cubicBezTo>
                <a:cubicBezTo>
                  <a:pt x="105081" y="104956"/>
                  <a:pt x="109335" y="103610"/>
                  <a:pt x="112950" y="100919"/>
                </a:cubicBezTo>
                <a:cubicBezTo>
                  <a:pt x="116566" y="98228"/>
                  <a:pt x="119597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3" y="102958"/>
                  <a:pt x="114622" y="109074"/>
                </a:cubicBezTo>
                <a:cubicBezTo>
                  <a:pt x="109131" y="115190"/>
                  <a:pt x="102253" y="118249"/>
                  <a:pt x="93990" y="118249"/>
                </a:cubicBezTo>
                <a:cubicBezTo>
                  <a:pt x="85019" y="118249"/>
                  <a:pt x="77340" y="114763"/>
                  <a:pt x="70952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5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8" y="39144"/>
                  <a:pt x="111115" y="41897"/>
                  <a:pt x="116498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50" y="69481"/>
                </a:lnTo>
                <a:moveTo>
                  <a:pt x="72950" y="64751"/>
                </a:moveTo>
                <a:lnTo>
                  <a:pt x="107527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9" y="47463"/>
                </a:cubicBezTo>
                <a:cubicBezTo>
                  <a:pt x="97048" y="45723"/>
                  <a:pt x="94234" y="44853"/>
                  <a:pt x="91298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8" y="58499"/>
                  <a:pt x="72950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8" y="117596"/>
                </a:cubicBezTo>
                <a:cubicBezTo>
                  <a:pt x="148433" y="117596"/>
                  <a:pt x="144179" y="115829"/>
                  <a:pt x="140836" y="112295"/>
                </a:cubicBezTo>
                <a:cubicBezTo>
                  <a:pt x="137492" y="108762"/>
                  <a:pt x="135820" y="104113"/>
                  <a:pt x="135820" y="98350"/>
                </a:cubicBezTo>
                <a:cubicBezTo>
                  <a:pt x="135820" y="94708"/>
                  <a:pt x="136636" y="91554"/>
                  <a:pt x="138267" y="88890"/>
                </a:cubicBezTo>
                <a:cubicBezTo>
                  <a:pt x="140496" y="85193"/>
                  <a:pt x="144369" y="81714"/>
                  <a:pt x="149888" y="78452"/>
                </a:cubicBezTo>
                <a:cubicBezTo>
                  <a:pt x="155406" y="75190"/>
                  <a:pt x="164580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7" y="44119"/>
                </a:cubicBezTo>
                <a:cubicBezTo>
                  <a:pt x="160122" y="44119"/>
                  <a:pt x="157404" y="45040"/>
                  <a:pt x="155392" y="46882"/>
                </a:cubicBezTo>
                <a:cubicBezTo>
                  <a:pt x="153326" y="48723"/>
                  <a:pt x="152293" y="50836"/>
                  <a:pt x="152293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0" y="63699"/>
                </a:cubicBezTo>
                <a:cubicBezTo>
                  <a:pt x="149262" y="65053"/>
                  <a:pt x="147591" y="65730"/>
                  <a:pt x="145525" y="65730"/>
                </a:cubicBezTo>
                <a:cubicBezTo>
                  <a:pt x="143513" y="65730"/>
                  <a:pt x="141869" y="65026"/>
                  <a:pt x="140591" y="63617"/>
                </a:cubicBezTo>
                <a:cubicBezTo>
                  <a:pt x="139313" y="62207"/>
                  <a:pt x="138674" y="60282"/>
                  <a:pt x="138674" y="57842"/>
                </a:cubicBezTo>
                <a:cubicBezTo>
                  <a:pt x="138674" y="53182"/>
                  <a:pt x="141067" y="48901"/>
                  <a:pt x="145851" y="44998"/>
                </a:cubicBezTo>
                <a:cubicBezTo>
                  <a:pt x="150635" y="41096"/>
                  <a:pt x="157350" y="39144"/>
                  <a:pt x="165994" y="39144"/>
                </a:cubicBezTo>
                <a:cubicBezTo>
                  <a:pt x="172627" y="39144"/>
                  <a:pt x="178064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7" y="104728"/>
                  <a:pt x="191995" y="105801"/>
                  <a:pt x="192620" y="106345"/>
                </a:cubicBezTo>
                <a:cubicBezTo>
                  <a:pt x="193246" y="106887"/>
                  <a:pt x="193966" y="107158"/>
                  <a:pt x="194781" y="107158"/>
                </a:cubicBezTo>
                <a:cubicBezTo>
                  <a:pt x="195651" y="107158"/>
                  <a:pt x="196412" y="106967"/>
                  <a:pt x="197065" y="106587"/>
                </a:cubicBezTo>
                <a:cubicBezTo>
                  <a:pt x="198207" y="105880"/>
                  <a:pt x="200408" y="103896"/>
                  <a:pt x="203670" y="100634"/>
                </a:cubicBezTo>
                <a:lnTo>
                  <a:pt x="203670" y="105201"/>
                </a:lnTo>
                <a:cubicBezTo>
                  <a:pt x="197581" y="113356"/>
                  <a:pt x="191764" y="117433"/>
                  <a:pt x="186219" y="117433"/>
                </a:cubicBezTo>
                <a:cubicBezTo>
                  <a:pt x="183555" y="117433"/>
                  <a:pt x="181434" y="116509"/>
                  <a:pt x="179858" y="114660"/>
                </a:cubicBezTo>
                <a:cubicBezTo>
                  <a:pt x="178281" y="112812"/>
                  <a:pt x="177465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3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7" y="104117"/>
                </a:cubicBezTo>
                <a:cubicBezTo>
                  <a:pt x="155365" y="106688"/>
                  <a:pt x="158056" y="107973"/>
                  <a:pt x="161101" y="107973"/>
                </a:cubicBezTo>
                <a:cubicBezTo>
                  <a:pt x="165233" y="107973"/>
                  <a:pt x="170670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3" y="39144"/>
                  <a:pt x="246235" y="39144"/>
                </a:cubicBezTo>
                <a:cubicBezTo>
                  <a:pt x="252814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7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6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8" y="105201"/>
                </a:moveTo>
                <a:cubicBezTo>
                  <a:pt x="370332" y="111127"/>
                  <a:pt x="365521" y="114552"/>
                  <a:pt x="363563" y="115476"/>
                </a:cubicBezTo>
                <a:cubicBezTo>
                  <a:pt x="360628" y="116889"/>
                  <a:pt x="357502" y="117596"/>
                  <a:pt x="354185" y="117596"/>
                </a:cubicBezTo>
                <a:cubicBezTo>
                  <a:pt x="349020" y="117596"/>
                  <a:pt x="344766" y="115829"/>
                  <a:pt x="341422" y="112295"/>
                </a:cubicBezTo>
                <a:cubicBezTo>
                  <a:pt x="338079" y="108762"/>
                  <a:pt x="336407" y="104113"/>
                  <a:pt x="336407" y="98350"/>
                </a:cubicBezTo>
                <a:cubicBezTo>
                  <a:pt x="336407" y="94708"/>
                  <a:pt x="337223" y="91554"/>
                  <a:pt x="338854" y="88890"/>
                </a:cubicBezTo>
                <a:cubicBezTo>
                  <a:pt x="341083" y="85193"/>
                  <a:pt x="344956" y="81714"/>
                  <a:pt x="350475" y="78452"/>
                </a:cubicBezTo>
                <a:cubicBezTo>
                  <a:pt x="355993" y="75190"/>
                  <a:pt x="365167" y="71221"/>
                  <a:pt x="377998" y="66545"/>
                </a:cubicBezTo>
                <a:lnTo>
                  <a:pt x="377998" y="63610"/>
                </a:lnTo>
                <a:cubicBezTo>
                  <a:pt x="377998" y="56161"/>
                  <a:pt x="376815" y="51051"/>
                  <a:pt x="374450" y="48278"/>
                </a:cubicBezTo>
                <a:cubicBezTo>
                  <a:pt x="372086" y="45505"/>
                  <a:pt x="368647" y="44119"/>
                  <a:pt x="364134" y="44119"/>
                </a:cubicBezTo>
                <a:cubicBezTo>
                  <a:pt x="360709" y="44119"/>
                  <a:pt x="357991" y="45040"/>
                  <a:pt x="355979" y="46882"/>
                </a:cubicBezTo>
                <a:cubicBezTo>
                  <a:pt x="353913" y="48723"/>
                  <a:pt x="352880" y="50836"/>
                  <a:pt x="352880" y="53220"/>
                </a:cubicBezTo>
                <a:lnTo>
                  <a:pt x="353043" y="57932"/>
                </a:lnTo>
                <a:cubicBezTo>
                  <a:pt x="353043" y="60422"/>
                  <a:pt x="352405" y="62345"/>
                  <a:pt x="351127" y="63699"/>
                </a:cubicBezTo>
                <a:cubicBezTo>
                  <a:pt x="349849" y="65053"/>
                  <a:pt x="348178" y="65730"/>
                  <a:pt x="346112" y="65730"/>
                </a:cubicBezTo>
                <a:cubicBezTo>
                  <a:pt x="344100" y="65730"/>
                  <a:pt x="342455" y="65026"/>
                  <a:pt x="341178" y="63617"/>
                </a:cubicBezTo>
                <a:cubicBezTo>
                  <a:pt x="339900" y="62207"/>
                  <a:pt x="339261" y="60282"/>
                  <a:pt x="339261" y="57842"/>
                </a:cubicBezTo>
                <a:cubicBezTo>
                  <a:pt x="339261" y="53182"/>
                  <a:pt x="341653" y="48901"/>
                  <a:pt x="346438" y="44998"/>
                </a:cubicBezTo>
                <a:cubicBezTo>
                  <a:pt x="351222" y="41096"/>
                  <a:pt x="357936" y="39144"/>
                  <a:pt x="366581" y="39144"/>
                </a:cubicBezTo>
                <a:cubicBezTo>
                  <a:pt x="373214" y="39144"/>
                  <a:pt x="378650" y="40257"/>
                  <a:pt x="382891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3" y="104728"/>
                  <a:pt x="392582" y="105801"/>
                  <a:pt x="393207" y="106345"/>
                </a:cubicBezTo>
                <a:cubicBezTo>
                  <a:pt x="393832" y="106887"/>
                  <a:pt x="394553" y="107158"/>
                  <a:pt x="395368" y="107158"/>
                </a:cubicBezTo>
                <a:cubicBezTo>
                  <a:pt x="396238" y="107158"/>
                  <a:pt x="396999" y="106967"/>
                  <a:pt x="397652" y="106587"/>
                </a:cubicBezTo>
                <a:cubicBezTo>
                  <a:pt x="398793" y="105880"/>
                  <a:pt x="400995" y="103896"/>
                  <a:pt x="404257" y="100634"/>
                </a:cubicBezTo>
                <a:lnTo>
                  <a:pt x="404257" y="105201"/>
                </a:lnTo>
                <a:cubicBezTo>
                  <a:pt x="398168" y="113356"/>
                  <a:pt x="392351" y="117433"/>
                  <a:pt x="386805" y="117433"/>
                </a:cubicBezTo>
                <a:cubicBezTo>
                  <a:pt x="384141" y="117433"/>
                  <a:pt x="382021" y="116509"/>
                  <a:pt x="380444" y="114660"/>
                </a:cubicBezTo>
                <a:cubicBezTo>
                  <a:pt x="378868" y="112812"/>
                  <a:pt x="378052" y="109659"/>
                  <a:pt x="377998" y="105201"/>
                </a:cubicBezTo>
                <a:moveTo>
                  <a:pt x="377998" y="99854"/>
                </a:moveTo>
                <a:lnTo>
                  <a:pt x="377998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0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6" y="101547"/>
                  <a:pt x="353614" y="104117"/>
                </a:cubicBezTo>
                <a:cubicBezTo>
                  <a:pt x="355952" y="106688"/>
                  <a:pt x="358643" y="107973"/>
                  <a:pt x="361688" y="107973"/>
                </a:cubicBezTo>
                <a:cubicBezTo>
                  <a:pt x="365820" y="107973"/>
                  <a:pt x="371256" y="105267"/>
                  <a:pt x="377998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4" y="39144"/>
                  <a:pt x="496207" y="39144"/>
                </a:cubicBezTo>
                <a:cubicBezTo>
                  <a:pt x="503873" y="39144"/>
                  <a:pt x="510560" y="42417"/>
                  <a:pt x="516268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7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2" y="117460"/>
                  <a:pt x="473087" y="115884"/>
                </a:cubicBezTo>
                <a:cubicBezTo>
                  <a:pt x="468602" y="114307"/>
                  <a:pt x="464021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4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7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2" y="108756"/>
                  <a:pt x="481405" y="110139"/>
                </a:cubicBezTo>
                <a:cubicBezTo>
                  <a:pt x="484368" y="111522"/>
                  <a:pt x="487399" y="112214"/>
                  <a:pt x="490498" y="112214"/>
                </a:cubicBezTo>
                <a:cubicBezTo>
                  <a:pt x="495446" y="112214"/>
                  <a:pt x="500053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3" y="53287"/>
                  <a:pt x="495201" y="50725"/>
                  <a:pt x="489764" y="50725"/>
                </a:cubicBezTo>
                <a:cubicBezTo>
                  <a:pt x="486883" y="50725"/>
                  <a:pt x="484001" y="51457"/>
                  <a:pt x="481120" y="52921"/>
                </a:cubicBezTo>
                <a:cubicBezTo>
                  <a:pt x="478945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3" y="39144"/>
                  <a:pt x="593183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7" y="97558"/>
                </a:cubicBezTo>
                <a:cubicBezTo>
                  <a:pt x="600740" y="104399"/>
                  <a:pt x="596322" y="109558"/>
                  <a:pt x="590695" y="113034"/>
                </a:cubicBezTo>
                <a:cubicBezTo>
                  <a:pt x="585068" y="116511"/>
                  <a:pt x="578802" y="118249"/>
                  <a:pt x="571898" y="118249"/>
                </a:cubicBezTo>
                <a:cubicBezTo>
                  <a:pt x="560644" y="118249"/>
                  <a:pt x="551700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4" y="47223"/>
                  <a:pt x="555180" y="43992"/>
                </a:cubicBezTo>
                <a:cubicBezTo>
                  <a:pt x="560725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5" y="44527"/>
                  <a:pt x="564490" y="45382"/>
                  <a:pt x="561582" y="47093"/>
                </a:cubicBezTo>
                <a:cubicBezTo>
                  <a:pt x="558673" y="48804"/>
                  <a:pt x="556322" y="51804"/>
                  <a:pt x="554528" y="56094"/>
                </a:cubicBezTo>
                <a:cubicBezTo>
                  <a:pt x="552733" y="60384"/>
                  <a:pt x="551836" y="65896"/>
                  <a:pt x="551836" y="72629"/>
                </a:cubicBezTo>
                <a:cubicBezTo>
                  <a:pt x="551836" y="83488"/>
                  <a:pt x="553997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8" y="112540"/>
                  <a:pt x="585028" y="110368"/>
                  <a:pt x="588453" y="106024"/>
                </a:cubicBezTo>
                <a:cubicBezTo>
                  <a:pt x="591878" y="101679"/>
                  <a:pt x="593590" y="94213"/>
                  <a:pt x="593590" y="83625"/>
                </a:cubicBezTo>
                <a:cubicBezTo>
                  <a:pt x="593590" y="70375"/>
                  <a:pt x="590736" y="59948"/>
                  <a:pt x="585028" y="52345"/>
                </a:cubicBezTo>
                <a:cubicBezTo>
                  <a:pt x="581167" y="47133"/>
                  <a:pt x="576247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0" y="43435"/>
                  <a:pt x="683961" y="52017"/>
                </a:cubicBezTo>
                <a:cubicBezTo>
                  <a:pt x="689778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5" y="97558"/>
                </a:cubicBezTo>
                <a:cubicBezTo>
                  <a:pt x="684668" y="104399"/>
                  <a:pt x="680250" y="109558"/>
                  <a:pt x="674623" y="113034"/>
                </a:cubicBezTo>
                <a:cubicBezTo>
                  <a:pt x="668996" y="116511"/>
                  <a:pt x="662730" y="118249"/>
                  <a:pt x="655826" y="118249"/>
                </a:cubicBezTo>
                <a:cubicBezTo>
                  <a:pt x="644572" y="118249"/>
                  <a:pt x="635628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2" y="47223"/>
                  <a:pt x="639108" y="43992"/>
                </a:cubicBezTo>
                <a:cubicBezTo>
                  <a:pt x="644653" y="40760"/>
                  <a:pt x="650525" y="39144"/>
                  <a:pt x="656723" y="39144"/>
                </a:cubicBezTo>
                <a:moveTo>
                  <a:pt x="654195" y="44527"/>
                </a:moveTo>
                <a:cubicBezTo>
                  <a:pt x="651313" y="44527"/>
                  <a:pt x="648418" y="45382"/>
                  <a:pt x="645510" y="47093"/>
                </a:cubicBezTo>
                <a:cubicBezTo>
                  <a:pt x="642601" y="48804"/>
                  <a:pt x="640250" y="51804"/>
                  <a:pt x="638455" y="56094"/>
                </a:cubicBezTo>
                <a:cubicBezTo>
                  <a:pt x="636661" y="60384"/>
                  <a:pt x="635764" y="65896"/>
                  <a:pt x="635764" y="72629"/>
                </a:cubicBezTo>
                <a:cubicBezTo>
                  <a:pt x="635764" y="83488"/>
                  <a:pt x="637925" y="92856"/>
                  <a:pt x="642248" y="100730"/>
                </a:cubicBezTo>
                <a:cubicBezTo>
                  <a:pt x="646570" y="108604"/>
                  <a:pt x="652265" y="112540"/>
                  <a:pt x="659332" y="112540"/>
                </a:cubicBezTo>
                <a:cubicBezTo>
                  <a:pt x="664606" y="112540"/>
                  <a:pt x="668955" y="110368"/>
                  <a:pt x="672381" y="106024"/>
                </a:cubicBezTo>
                <a:cubicBezTo>
                  <a:pt x="675806" y="101679"/>
                  <a:pt x="677518" y="94213"/>
                  <a:pt x="677518" y="83625"/>
                </a:cubicBezTo>
                <a:cubicBezTo>
                  <a:pt x="677518" y="70375"/>
                  <a:pt x="674664" y="59948"/>
                  <a:pt x="668955" y="52345"/>
                </a:cubicBezTo>
                <a:cubicBezTo>
                  <a:pt x="665095" y="47133"/>
                  <a:pt x="660175" y="44527"/>
                  <a:pt x="654195" y="44527"/>
                </a:cubicBezTo>
                <a:close/>
                <a:moveTo>
                  <a:pt x="726216" y="0"/>
                </a:moveTo>
                <a:lnTo>
                  <a:pt x="726216" y="74293"/>
                </a:lnTo>
                <a:lnTo>
                  <a:pt x="745217" y="57004"/>
                </a:lnTo>
                <a:cubicBezTo>
                  <a:pt x="749240" y="53307"/>
                  <a:pt x="751578" y="50969"/>
                  <a:pt x="752230" y="49991"/>
                </a:cubicBezTo>
                <a:cubicBezTo>
                  <a:pt x="752665" y="49338"/>
                  <a:pt x="752883" y="48686"/>
                  <a:pt x="752883" y="48033"/>
                </a:cubicBezTo>
                <a:cubicBezTo>
                  <a:pt x="752883" y="46946"/>
                  <a:pt x="752434" y="46008"/>
                  <a:pt x="751537" y="45220"/>
                </a:cubicBezTo>
                <a:cubicBezTo>
                  <a:pt x="750640" y="44432"/>
                  <a:pt x="749159" y="43983"/>
                  <a:pt x="747093" y="43874"/>
                </a:cubicBezTo>
                <a:lnTo>
                  <a:pt x="747093" y="41265"/>
                </a:lnTo>
                <a:lnTo>
                  <a:pt x="779550" y="41265"/>
                </a:lnTo>
                <a:lnTo>
                  <a:pt x="779550" y="43874"/>
                </a:lnTo>
                <a:cubicBezTo>
                  <a:pt x="775092" y="43983"/>
                  <a:pt x="771381" y="44663"/>
                  <a:pt x="768418" y="45913"/>
                </a:cubicBezTo>
                <a:cubicBezTo>
                  <a:pt x="765455" y="47164"/>
                  <a:pt x="762207" y="49393"/>
                  <a:pt x="758673" y="52600"/>
                </a:cubicBezTo>
                <a:lnTo>
                  <a:pt x="739508" y="70297"/>
                </a:lnTo>
                <a:lnTo>
                  <a:pt x="758673" y="94471"/>
                </a:lnTo>
                <a:cubicBezTo>
                  <a:pt x="764001" y="101145"/>
                  <a:pt x="767589" y="105377"/>
                  <a:pt x="769438" y="107168"/>
                </a:cubicBezTo>
                <a:cubicBezTo>
                  <a:pt x="772047" y="109718"/>
                  <a:pt x="774331" y="111374"/>
                  <a:pt x="776288" y="112135"/>
                </a:cubicBezTo>
                <a:cubicBezTo>
                  <a:pt x="777647" y="112677"/>
                  <a:pt x="780012" y="112948"/>
                  <a:pt x="783383" y="112948"/>
                </a:cubicBezTo>
                <a:lnTo>
                  <a:pt x="783383" y="115965"/>
                </a:lnTo>
                <a:lnTo>
                  <a:pt x="747093" y="115965"/>
                </a:lnTo>
                <a:lnTo>
                  <a:pt x="747093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3" y="110641"/>
                  <a:pt x="752393" y="109612"/>
                </a:cubicBezTo>
                <a:cubicBezTo>
                  <a:pt x="752393" y="108363"/>
                  <a:pt x="751306" y="106356"/>
                  <a:pt x="749131" y="103590"/>
                </a:cubicBezTo>
                <a:lnTo>
                  <a:pt x="726216" y="74374"/>
                </a:lnTo>
                <a:lnTo>
                  <a:pt x="726216" y="99112"/>
                </a:lnTo>
                <a:cubicBezTo>
                  <a:pt x="726216" y="103941"/>
                  <a:pt x="726555" y="107115"/>
                  <a:pt x="727235" y="108636"/>
                </a:cubicBezTo>
                <a:cubicBezTo>
                  <a:pt x="727915" y="110155"/>
                  <a:pt x="728880" y="111240"/>
                  <a:pt x="730130" y="111890"/>
                </a:cubicBezTo>
                <a:cubicBezTo>
                  <a:pt x="731381" y="112541"/>
                  <a:pt x="734099" y="112893"/>
                  <a:pt x="738285" y="112948"/>
                </a:cubicBezTo>
                <a:lnTo>
                  <a:pt x="738285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8" y="112948"/>
                  <a:pt x="706943" y="112486"/>
                  <a:pt x="708845" y="111561"/>
                </a:cubicBezTo>
                <a:cubicBezTo>
                  <a:pt x="709987" y="110965"/>
                  <a:pt x="710857" y="110042"/>
                  <a:pt x="711455" y="108791"/>
                </a:cubicBezTo>
                <a:cubicBezTo>
                  <a:pt x="712271" y="106999"/>
                  <a:pt x="712678" y="103902"/>
                  <a:pt x="712678" y="99502"/>
                </a:cubicBezTo>
                <a:lnTo>
                  <a:pt x="712678" y="31537"/>
                </a:lnTo>
                <a:cubicBezTo>
                  <a:pt x="712678" y="22900"/>
                  <a:pt x="712488" y="17617"/>
                  <a:pt x="712107" y="15688"/>
                </a:cubicBezTo>
                <a:cubicBezTo>
                  <a:pt x="711727" y="13758"/>
                  <a:pt x="711102" y="12427"/>
                  <a:pt x="710232" y="11695"/>
                </a:cubicBezTo>
                <a:cubicBezTo>
                  <a:pt x="709362" y="10961"/>
                  <a:pt x="708220" y="10594"/>
                  <a:pt x="706807" y="10594"/>
                </a:cubicBezTo>
                <a:cubicBezTo>
                  <a:pt x="705665" y="10594"/>
                  <a:pt x="703952" y="11056"/>
                  <a:pt x="701669" y="11980"/>
                </a:cubicBezTo>
                <a:lnTo>
                  <a:pt x="700283" y="9126"/>
                </a:lnTo>
                <a:lnTo>
                  <a:pt x="722464" y="0"/>
                </a:lnTo>
                <a:lnTo>
                  <a:pt x="726216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1" y="40123"/>
                </a:lnTo>
                <a:lnTo>
                  <a:pt x="857653" y="2936"/>
                </a:lnTo>
                <a:lnTo>
                  <a:pt x="864421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3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8" y="40123"/>
                </a:lnTo>
                <a:lnTo>
                  <a:pt x="905278" y="46647"/>
                </a:lnTo>
                <a:lnTo>
                  <a:pt x="890191" y="46647"/>
                </a:lnTo>
                <a:lnTo>
                  <a:pt x="884483" y="74537"/>
                </a:lnTo>
                <a:lnTo>
                  <a:pt x="905278" y="74537"/>
                </a:lnTo>
                <a:lnTo>
                  <a:pt x="905278" y="81306"/>
                </a:lnTo>
                <a:lnTo>
                  <a:pt x="883096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5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5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7" y="31315"/>
                </a:lnTo>
                <a:cubicBezTo>
                  <a:pt x="1002879" y="26749"/>
                  <a:pt x="1002064" y="23487"/>
                  <a:pt x="1001031" y="21529"/>
                </a:cubicBezTo>
                <a:cubicBezTo>
                  <a:pt x="999345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6" y="12314"/>
                </a:lnTo>
                <a:lnTo>
                  <a:pt x="967676" y="96801"/>
                </a:lnTo>
                <a:cubicBezTo>
                  <a:pt x="967676" y="103597"/>
                  <a:pt x="968410" y="107837"/>
                  <a:pt x="969878" y="109523"/>
                </a:cubicBezTo>
                <a:cubicBezTo>
                  <a:pt x="971944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5" y="112948"/>
                </a:lnTo>
                <a:cubicBezTo>
                  <a:pt x="944951" y="112948"/>
                  <a:pt x="948267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1" y="12695"/>
                  <a:pt x="927717" y="13456"/>
                </a:cubicBezTo>
                <a:cubicBezTo>
                  <a:pt x="924889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0" y="31315"/>
                </a:cubicBezTo>
                <a:lnTo>
                  <a:pt x="913771" y="31315"/>
                </a:lnTo>
                <a:lnTo>
                  <a:pt x="915076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6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8" y="117596"/>
                </a:cubicBezTo>
                <a:cubicBezTo>
                  <a:pt x="1029674" y="117596"/>
                  <a:pt x="1025419" y="115829"/>
                  <a:pt x="1022076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6" y="91554"/>
                  <a:pt x="1019507" y="88890"/>
                </a:cubicBezTo>
                <a:cubicBezTo>
                  <a:pt x="1021736" y="85193"/>
                  <a:pt x="1025610" y="81714"/>
                  <a:pt x="1031128" y="78452"/>
                </a:cubicBezTo>
                <a:cubicBezTo>
                  <a:pt x="1036646" y="75190"/>
                  <a:pt x="1045821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8" y="44119"/>
                </a:cubicBezTo>
                <a:cubicBezTo>
                  <a:pt x="1041363" y="44119"/>
                  <a:pt x="1038644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8" y="62345"/>
                  <a:pt x="1031780" y="63699"/>
                </a:cubicBezTo>
                <a:cubicBezTo>
                  <a:pt x="1030503" y="65053"/>
                  <a:pt x="1028831" y="65730"/>
                  <a:pt x="1026765" y="65730"/>
                </a:cubicBezTo>
                <a:cubicBezTo>
                  <a:pt x="1024753" y="65730"/>
                  <a:pt x="1023109" y="65026"/>
                  <a:pt x="1021831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1" y="44998"/>
                </a:cubicBezTo>
                <a:cubicBezTo>
                  <a:pt x="1031875" y="41096"/>
                  <a:pt x="1038590" y="39144"/>
                  <a:pt x="1047234" y="39144"/>
                </a:cubicBezTo>
                <a:cubicBezTo>
                  <a:pt x="1053867" y="39144"/>
                  <a:pt x="1059304" y="40257"/>
                  <a:pt x="1063544" y="42483"/>
                </a:cubicBezTo>
                <a:cubicBezTo>
                  <a:pt x="1066752" y="44167"/>
                  <a:pt x="1069117" y="46801"/>
                  <a:pt x="1070639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7" y="104728"/>
                  <a:pt x="1073235" y="105801"/>
                  <a:pt x="1073861" y="106345"/>
                </a:cubicBezTo>
                <a:cubicBezTo>
                  <a:pt x="1074486" y="106887"/>
                  <a:pt x="1075206" y="107158"/>
                  <a:pt x="1076022" y="107158"/>
                </a:cubicBezTo>
                <a:cubicBezTo>
                  <a:pt x="1076891" y="107158"/>
                  <a:pt x="1077653" y="106967"/>
                  <a:pt x="1078305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4" y="117433"/>
                  <a:pt x="1067459" y="117433"/>
                </a:cubicBezTo>
                <a:cubicBezTo>
                  <a:pt x="1064795" y="117433"/>
                  <a:pt x="1062674" y="116509"/>
                  <a:pt x="1061098" y="114660"/>
                </a:cubicBezTo>
                <a:cubicBezTo>
                  <a:pt x="1059521" y="112812"/>
                  <a:pt x="1058706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4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8" y="104117"/>
                </a:cubicBezTo>
                <a:cubicBezTo>
                  <a:pt x="1036605" y="106688"/>
                  <a:pt x="1039297" y="107973"/>
                  <a:pt x="1042341" y="107973"/>
                </a:cubicBezTo>
                <a:cubicBezTo>
                  <a:pt x="1046473" y="107973"/>
                  <a:pt x="1051910" y="105267"/>
                  <a:pt x="1058651" y="99854"/>
                </a:cubicBezTo>
                <a:close/>
                <a:moveTo>
                  <a:pt x="1111002" y="88745"/>
                </a:moveTo>
                <a:cubicBezTo>
                  <a:pt x="1106435" y="86519"/>
                  <a:pt x="1102928" y="83411"/>
                  <a:pt x="1100482" y="79420"/>
                </a:cubicBezTo>
                <a:cubicBezTo>
                  <a:pt x="1098035" y="75429"/>
                  <a:pt x="1096812" y="71017"/>
                  <a:pt x="1096812" y="66184"/>
                </a:cubicBezTo>
                <a:cubicBezTo>
                  <a:pt x="1096812" y="58800"/>
                  <a:pt x="1099598" y="52447"/>
                  <a:pt x="1105171" y="47126"/>
                </a:cubicBezTo>
                <a:cubicBezTo>
                  <a:pt x="1110743" y="41805"/>
                  <a:pt x="1117879" y="39144"/>
                  <a:pt x="1126578" y="39144"/>
                </a:cubicBezTo>
                <a:cubicBezTo>
                  <a:pt x="1133700" y="39144"/>
                  <a:pt x="1139871" y="40884"/>
                  <a:pt x="1145090" y="44364"/>
                </a:cubicBezTo>
                <a:lnTo>
                  <a:pt x="1160911" y="44364"/>
                </a:lnTo>
                <a:cubicBezTo>
                  <a:pt x="1163249" y="44364"/>
                  <a:pt x="1164608" y="44431"/>
                  <a:pt x="1164988" y="44565"/>
                </a:cubicBezTo>
                <a:cubicBezTo>
                  <a:pt x="1165369" y="44699"/>
                  <a:pt x="1165641" y="44928"/>
                  <a:pt x="1165804" y="45250"/>
                </a:cubicBezTo>
                <a:cubicBezTo>
                  <a:pt x="1166130" y="45735"/>
                  <a:pt x="1166293" y="46595"/>
                  <a:pt x="1166293" y="47832"/>
                </a:cubicBezTo>
                <a:cubicBezTo>
                  <a:pt x="1166293" y="49229"/>
                  <a:pt x="1166157" y="50196"/>
                  <a:pt x="1165885" y="50735"/>
                </a:cubicBezTo>
                <a:cubicBezTo>
                  <a:pt x="1165722" y="51003"/>
                  <a:pt x="1165437" y="51218"/>
                  <a:pt x="1165029" y="51380"/>
                </a:cubicBezTo>
                <a:cubicBezTo>
                  <a:pt x="1164621" y="51541"/>
                  <a:pt x="1163249" y="51622"/>
                  <a:pt x="1160911" y="51622"/>
                </a:cubicBezTo>
                <a:lnTo>
                  <a:pt x="1151206" y="51622"/>
                </a:lnTo>
                <a:cubicBezTo>
                  <a:pt x="1154251" y="55545"/>
                  <a:pt x="1155773" y="60557"/>
                  <a:pt x="1155773" y="66658"/>
                </a:cubicBezTo>
                <a:cubicBezTo>
                  <a:pt x="1155773" y="73630"/>
                  <a:pt x="1153109" y="79595"/>
                  <a:pt x="1147781" y="84553"/>
                </a:cubicBezTo>
                <a:cubicBezTo>
                  <a:pt x="1142453" y="89510"/>
                  <a:pt x="1135304" y="91989"/>
                  <a:pt x="1126333" y="91989"/>
                </a:cubicBezTo>
                <a:cubicBezTo>
                  <a:pt x="1122636" y="91989"/>
                  <a:pt x="1118858" y="91435"/>
                  <a:pt x="1114998" y="90325"/>
                </a:cubicBezTo>
                <a:cubicBezTo>
                  <a:pt x="1112606" y="92389"/>
                  <a:pt x="1110988" y="94196"/>
                  <a:pt x="1110145" y="95746"/>
                </a:cubicBezTo>
                <a:cubicBezTo>
                  <a:pt x="1109303" y="97293"/>
                  <a:pt x="1108881" y="98610"/>
                  <a:pt x="1108881" y="99696"/>
                </a:cubicBezTo>
                <a:cubicBezTo>
                  <a:pt x="1108881" y="100620"/>
                  <a:pt x="1109330" y="101517"/>
                  <a:pt x="1110227" y="102387"/>
                </a:cubicBezTo>
                <a:cubicBezTo>
                  <a:pt x="1111124" y="103255"/>
                  <a:pt x="1112877" y="103880"/>
                  <a:pt x="1115487" y="104260"/>
                </a:cubicBezTo>
                <a:cubicBezTo>
                  <a:pt x="1117009" y="104478"/>
                  <a:pt x="1120815" y="104668"/>
                  <a:pt x="1126904" y="104831"/>
                </a:cubicBezTo>
                <a:cubicBezTo>
                  <a:pt x="1138104" y="105101"/>
                  <a:pt x="1145362" y="105481"/>
                  <a:pt x="1148678" y="105970"/>
                </a:cubicBezTo>
                <a:cubicBezTo>
                  <a:pt x="1153734" y="106677"/>
                  <a:pt x="1157771" y="108552"/>
                  <a:pt x="1160788" y="111595"/>
                </a:cubicBezTo>
                <a:cubicBezTo>
                  <a:pt x="1163806" y="114636"/>
                  <a:pt x="1165315" y="118384"/>
                  <a:pt x="1165315" y="122838"/>
                </a:cubicBezTo>
                <a:cubicBezTo>
                  <a:pt x="1165315" y="128977"/>
                  <a:pt x="1162433" y="134735"/>
                  <a:pt x="1156670" y="140114"/>
                </a:cubicBezTo>
                <a:cubicBezTo>
                  <a:pt x="1148189" y="148045"/>
                  <a:pt x="1137125" y="152011"/>
                  <a:pt x="1123479" y="152011"/>
                </a:cubicBezTo>
                <a:cubicBezTo>
                  <a:pt x="1112986" y="152011"/>
                  <a:pt x="1104124" y="149649"/>
                  <a:pt x="1096893" y="144926"/>
                </a:cubicBezTo>
                <a:cubicBezTo>
                  <a:pt x="1092816" y="142211"/>
                  <a:pt x="1090777" y="139387"/>
                  <a:pt x="1090777" y="136455"/>
                </a:cubicBezTo>
                <a:cubicBezTo>
                  <a:pt x="1090777" y="135153"/>
                  <a:pt x="1091076" y="133851"/>
                  <a:pt x="1091674" y="132548"/>
                </a:cubicBezTo>
                <a:cubicBezTo>
                  <a:pt x="1092598" y="130538"/>
                  <a:pt x="1094501" y="127742"/>
                  <a:pt x="1097383" y="124159"/>
                </a:cubicBezTo>
                <a:cubicBezTo>
                  <a:pt x="1097763" y="123671"/>
                  <a:pt x="1100536" y="120739"/>
                  <a:pt x="1105701" y="115364"/>
                </a:cubicBezTo>
                <a:cubicBezTo>
                  <a:pt x="1102874" y="113677"/>
                  <a:pt x="1100876" y="112166"/>
                  <a:pt x="1099707" y="110833"/>
                </a:cubicBezTo>
                <a:cubicBezTo>
                  <a:pt x="1098538" y="109499"/>
                  <a:pt x="1097954" y="107989"/>
                  <a:pt x="1097954" y="106301"/>
                </a:cubicBezTo>
                <a:cubicBezTo>
                  <a:pt x="1097954" y="104395"/>
                  <a:pt x="1098728" y="102163"/>
                  <a:pt x="1100278" y="99604"/>
                </a:cubicBezTo>
                <a:cubicBezTo>
                  <a:pt x="1101827" y="97045"/>
                  <a:pt x="1105402" y="93426"/>
                  <a:pt x="1111002" y="88745"/>
                </a:cubicBezTo>
                <a:moveTo>
                  <a:pt x="1125192" y="43222"/>
                </a:moveTo>
                <a:cubicBezTo>
                  <a:pt x="1121168" y="43222"/>
                  <a:pt x="1117798" y="44817"/>
                  <a:pt x="1115079" y="48008"/>
                </a:cubicBezTo>
                <a:cubicBezTo>
                  <a:pt x="1112361" y="51197"/>
                  <a:pt x="1111002" y="56090"/>
                  <a:pt x="1111002" y="62687"/>
                </a:cubicBezTo>
                <a:cubicBezTo>
                  <a:pt x="1111002" y="71231"/>
                  <a:pt x="1112850" y="77855"/>
                  <a:pt x="1116547" y="82557"/>
                </a:cubicBezTo>
                <a:cubicBezTo>
                  <a:pt x="1119374" y="86127"/>
                  <a:pt x="1122963" y="87912"/>
                  <a:pt x="1127312" y="87912"/>
                </a:cubicBezTo>
                <a:cubicBezTo>
                  <a:pt x="1131444" y="87912"/>
                  <a:pt x="1134842" y="86371"/>
                  <a:pt x="1137506" y="83289"/>
                </a:cubicBezTo>
                <a:cubicBezTo>
                  <a:pt x="1140170" y="80207"/>
                  <a:pt x="1141502" y="75367"/>
                  <a:pt x="1141502" y="68770"/>
                </a:cubicBezTo>
                <a:cubicBezTo>
                  <a:pt x="1141502" y="60173"/>
                  <a:pt x="1139626" y="53441"/>
                  <a:pt x="1135875" y="48574"/>
                </a:cubicBezTo>
                <a:cubicBezTo>
                  <a:pt x="1133102" y="45006"/>
                  <a:pt x="1129541" y="43222"/>
                  <a:pt x="1125192" y="43222"/>
                </a:cubicBezTo>
                <a:moveTo>
                  <a:pt x="1110186" y="116014"/>
                </a:moveTo>
                <a:cubicBezTo>
                  <a:pt x="1107631" y="118781"/>
                  <a:pt x="1105701" y="121359"/>
                  <a:pt x="1104396" y="123746"/>
                </a:cubicBezTo>
                <a:cubicBezTo>
                  <a:pt x="1103091" y="126134"/>
                  <a:pt x="1102439" y="128333"/>
                  <a:pt x="1102439" y="130341"/>
                </a:cubicBezTo>
                <a:cubicBezTo>
                  <a:pt x="1102439" y="132946"/>
                  <a:pt x="1104016" y="135225"/>
                  <a:pt x="1107169" y="137179"/>
                </a:cubicBezTo>
                <a:cubicBezTo>
                  <a:pt x="1112606" y="140543"/>
                  <a:pt x="1120462" y="142225"/>
                  <a:pt x="1130737" y="142225"/>
                </a:cubicBezTo>
                <a:cubicBezTo>
                  <a:pt x="1140523" y="142225"/>
                  <a:pt x="1147740" y="140501"/>
                  <a:pt x="1152389" y="137054"/>
                </a:cubicBezTo>
                <a:cubicBezTo>
                  <a:pt x="1157037" y="133608"/>
                  <a:pt x="1159361" y="129932"/>
                  <a:pt x="1159361" y="126027"/>
                </a:cubicBezTo>
                <a:cubicBezTo>
                  <a:pt x="1159361" y="123205"/>
                  <a:pt x="1157975" y="121196"/>
                  <a:pt x="1155202" y="120002"/>
                </a:cubicBezTo>
                <a:cubicBezTo>
                  <a:pt x="1152375" y="118808"/>
                  <a:pt x="1146775" y="118103"/>
                  <a:pt x="1138403" y="117887"/>
                </a:cubicBezTo>
                <a:cubicBezTo>
                  <a:pt x="1126170" y="117561"/>
                  <a:pt x="1116765" y="116936"/>
                  <a:pt x="1110186" y="116014"/>
                </a:cubicBezTo>
                <a:close/>
                <a:moveTo>
                  <a:pt x="1189303" y="16229"/>
                </a:moveTo>
                <a:lnTo>
                  <a:pt x="1216214" y="3099"/>
                </a:lnTo>
                <a:lnTo>
                  <a:pt x="1218906" y="3099"/>
                </a:lnTo>
                <a:lnTo>
                  <a:pt x="1218906" y="96475"/>
                </a:lnTo>
                <a:cubicBezTo>
                  <a:pt x="1218906" y="102672"/>
                  <a:pt x="1219164" y="106532"/>
                  <a:pt x="1219680" y="108055"/>
                </a:cubicBezTo>
                <a:cubicBezTo>
                  <a:pt x="1220197" y="109577"/>
                  <a:pt x="1221271" y="110746"/>
                  <a:pt x="1222902" y="111561"/>
                </a:cubicBezTo>
                <a:cubicBezTo>
                  <a:pt x="1224533" y="112377"/>
                  <a:pt x="1227849" y="112839"/>
                  <a:pt x="1232851" y="112948"/>
                </a:cubicBezTo>
                <a:lnTo>
                  <a:pt x="1232851" y="115965"/>
                </a:lnTo>
                <a:lnTo>
                  <a:pt x="1191260" y="115965"/>
                </a:lnTo>
                <a:lnTo>
                  <a:pt x="1191260" y="112948"/>
                </a:lnTo>
                <a:cubicBezTo>
                  <a:pt x="1196479" y="112839"/>
                  <a:pt x="1199850" y="112391"/>
                  <a:pt x="1201372" y="111602"/>
                </a:cubicBezTo>
                <a:cubicBezTo>
                  <a:pt x="1202894" y="110814"/>
                  <a:pt x="1203955" y="109754"/>
                  <a:pt x="1204553" y="108422"/>
                </a:cubicBezTo>
                <a:cubicBezTo>
                  <a:pt x="1205151" y="107090"/>
                  <a:pt x="1205450" y="103107"/>
                  <a:pt x="1205450" y="96475"/>
                </a:cubicBezTo>
                <a:lnTo>
                  <a:pt x="1205450" y="36779"/>
                </a:lnTo>
                <a:cubicBezTo>
                  <a:pt x="1205450" y="28733"/>
                  <a:pt x="1205178" y="23568"/>
                  <a:pt x="1204634" y="21285"/>
                </a:cubicBezTo>
                <a:cubicBezTo>
                  <a:pt x="1204254" y="19545"/>
                  <a:pt x="1203560" y="18267"/>
                  <a:pt x="1202555" y="17452"/>
                </a:cubicBezTo>
                <a:cubicBezTo>
                  <a:pt x="1201549" y="16636"/>
                  <a:pt x="1200339" y="16229"/>
                  <a:pt x="1198926" y="16229"/>
                </a:cubicBezTo>
                <a:cubicBezTo>
                  <a:pt x="1196914" y="16229"/>
                  <a:pt x="1194114" y="17071"/>
                  <a:pt x="1190526" y="18757"/>
                </a:cubicBezTo>
                <a:lnTo>
                  <a:pt x="1189303" y="16229"/>
                </a:lnTo>
                <a:close/>
                <a:moveTo>
                  <a:pt x="1305000" y="118412"/>
                </a:moveTo>
                <a:lnTo>
                  <a:pt x="1312584" y="81306"/>
                </a:lnTo>
                <a:lnTo>
                  <a:pt x="1298639" y="81306"/>
                </a:lnTo>
                <a:lnTo>
                  <a:pt x="1298639" y="74537"/>
                </a:lnTo>
                <a:lnTo>
                  <a:pt x="1313889" y="74537"/>
                </a:lnTo>
                <a:lnTo>
                  <a:pt x="1319516" y="46647"/>
                </a:lnTo>
                <a:lnTo>
                  <a:pt x="1298639" y="46647"/>
                </a:lnTo>
                <a:lnTo>
                  <a:pt x="1298639" y="40123"/>
                </a:lnTo>
                <a:lnTo>
                  <a:pt x="1321066" y="40123"/>
                </a:lnTo>
                <a:lnTo>
                  <a:pt x="1328487" y="2936"/>
                </a:lnTo>
                <a:lnTo>
                  <a:pt x="1335256" y="2936"/>
                </a:lnTo>
                <a:lnTo>
                  <a:pt x="1327834" y="40123"/>
                </a:lnTo>
                <a:lnTo>
                  <a:pt x="1355317" y="40123"/>
                </a:lnTo>
                <a:lnTo>
                  <a:pt x="1363227" y="2936"/>
                </a:lnTo>
                <a:lnTo>
                  <a:pt x="1369996" y="2936"/>
                </a:lnTo>
                <a:lnTo>
                  <a:pt x="1362249" y="40123"/>
                </a:lnTo>
                <a:lnTo>
                  <a:pt x="1376113" y="40123"/>
                </a:lnTo>
                <a:lnTo>
                  <a:pt x="1376113" y="46647"/>
                </a:lnTo>
                <a:lnTo>
                  <a:pt x="1361026" y="46647"/>
                </a:lnTo>
                <a:lnTo>
                  <a:pt x="1355317" y="74537"/>
                </a:lnTo>
                <a:lnTo>
                  <a:pt x="1376113" y="74537"/>
                </a:lnTo>
                <a:lnTo>
                  <a:pt x="1376113" y="81306"/>
                </a:lnTo>
                <a:lnTo>
                  <a:pt x="1353931" y="81306"/>
                </a:lnTo>
                <a:lnTo>
                  <a:pt x="1346346" y="118412"/>
                </a:lnTo>
                <a:lnTo>
                  <a:pt x="1339741" y="118412"/>
                </a:lnTo>
                <a:lnTo>
                  <a:pt x="1347162" y="81306"/>
                </a:lnTo>
                <a:lnTo>
                  <a:pt x="1319516" y="81306"/>
                </a:lnTo>
                <a:lnTo>
                  <a:pt x="1311769" y="118412"/>
                </a:lnTo>
                <a:lnTo>
                  <a:pt x="1305000" y="118412"/>
                </a:lnTo>
                <a:moveTo>
                  <a:pt x="1320740" y="74537"/>
                </a:moveTo>
                <a:lnTo>
                  <a:pt x="1348385" y="74537"/>
                </a:lnTo>
                <a:lnTo>
                  <a:pt x="1354257" y="46647"/>
                </a:lnTo>
                <a:lnTo>
                  <a:pt x="1326448" y="46647"/>
                </a:lnTo>
                <a:lnTo>
                  <a:pt x="1320740" y="74537"/>
                </a:lnTo>
                <a:close/>
                <a:moveTo>
                  <a:pt x="1476187" y="5382"/>
                </a:moveTo>
                <a:lnTo>
                  <a:pt x="1477410" y="31315"/>
                </a:lnTo>
                <a:lnTo>
                  <a:pt x="1474312" y="31315"/>
                </a:lnTo>
                <a:cubicBezTo>
                  <a:pt x="1473713" y="26749"/>
                  <a:pt x="1472898" y="23487"/>
                  <a:pt x="1471865" y="21529"/>
                </a:cubicBezTo>
                <a:cubicBezTo>
                  <a:pt x="1470180" y="18376"/>
                  <a:pt x="1467937" y="16052"/>
                  <a:pt x="1465137" y="14557"/>
                </a:cubicBezTo>
                <a:cubicBezTo>
                  <a:pt x="1462337" y="13062"/>
                  <a:pt x="1458654" y="12314"/>
                  <a:pt x="1454087" y="12314"/>
                </a:cubicBezTo>
                <a:lnTo>
                  <a:pt x="1438511" y="12314"/>
                </a:lnTo>
                <a:lnTo>
                  <a:pt x="1438511" y="96801"/>
                </a:lnTo>
                <a:cubicBezTo>
                  <a:pt x="1438511" y="103597"/>
                  <a:pt x="1439245" y="107837"/>
                  <a:pt x="1440713" y="109523"/>
                </a:cubicBezTo>
                <a:cubicBezTo>
                  <a:pt x="1442779" y="111806"/>
                  <a:pt x="1445959" y="112948"/>
                  <a:pt x="1450254" y="112948"/>
                </a:cubicBezTo>
                <a:lnTo>
                  <a:pt x="1454087" y="112948"/>
                </a:lnTo>
                <a:lnTo>
                  <a:pt x="1454087" y="115965"/>
                </a:lnTo>
                <a:lnTo>
                  <a:pt x="1407195" y="115965"/>
                </a:lnTo>
                <a:lnTo>
                  <a:pt x="1407195" y="112948"/>
                </a:lnTo>
                <a:lnTo>
                  <a:pt x="1411110" y="112948"/>
                </a:lnTo>
                <a:cubicBezTo>
                  <a:pt x="1415785" y="112948"/>
                  <a:pt x="1419102" y="111534"/>
                  <a:pt x="1421059" y="108707"/>
                </a:cubicBezTo>
                <a:cubicBezTo>
                  <a:pt x="1422255" y="106967"/>
                  <a:pt x="1422853" y="102999"/>
                  <a:pt x="1422853" y="96801"/>
                </a:cubicBezTo>
                <a:lnTo>
                  <a:pt x="1422853" y="12314"/>
                </a:lnTo>
                <a:lnTo>
                  <a:pt x="1409560" y="12314"/>
                </a:lnTo>
                <a:cubicBezTo>
                  <a:pt x="1404395" y="12314"/>
                  <a:pt x="1400726" y="12695"/>
                  <a:pt x="1398551" y="13456"/>
                </a:cubicBezTo>
                <a:cubicBezTo>
                  <a:pt x="1395724" y="14489"/>
                  <a:pt x="1393304" y="16473"/>
                  <a:pt x="1391293" y="19409"/>
                </a:cubicBezTo>
                <a:cubicBezTo>
                  <a:pt x="1389281" y="22345"/>
                  <a:pt x="1388085" y="26314"/>
                  <a:pt x="1387705" y="31315"/>
                </a:cubicBezTo>
                <a:lnTo>
                  <a:pt x="1384606" y="31315"/>
                </a:lnTo>
                <a:lnTo>
                  <a:pt x="1385910" y="5382"/>
                </a:lnTo>
                <a:lnTo>
                  <a:pt x="1476187" y="5382"/>
                </a:lnTo>
                <a:close/>
                <a:moveTo>
                  <a:pt x="1529486" y="105201"/>
                </a:moveTo>
                <a:cubicBezTo>
                  <a:pt x="1521820" y="111127"/>
                  <a:pt x="1517008" y="114552"/>
                  <a:pt x="1515051" y="115476"/>
                </a:cubicBezTo>
                <a:cubicBezTo>
                  <a:pt x="1512115" y="116889"/>
                  <a:pt x="1508989" y="117596"/>
                  <a:pt x="1505673" y="117596"/>
                </a:cubicBezTo>
                <a:cubicBezTo>
                  <a:pt x="1500508" y="117596"/>
                  <a:pt x="1496254" y="115829"/>
                  <a:pt x="1492910" y="112295"/>
                </a:cubicBezTo>
                <a:cubicBezTo>
                  <a:pt x="1489566" y="108762"/>
                  <a:pt x="1487895" y="104113"/>
                  <a:pt x="1487895" y="98350"/>
                </a:cubicBezTo>
                <a:cubicBezTo>
                  <a:pt x="1487895" y="94708"/>
                  <a:pt x="1488710" y="91554"/>
                  <a:pt x="1490341" y="88890"/>
                </a:cubicBezTo>
                <a:cubicBezTo>
                  <a:pt x="1492570" y="85193"/>
                  <a:pt x="1496444" y="81714"/>
                  <a:pt x="1501962" y="78452"/>
                </a:cubicBezTo>
                <a:cubicBezTo>
                  <a:pt x="1507480" y="75190"/>
                  <a:pt x="1516655" y="71221"/>
                  <a:pt x="1529486" y="66545"/>
                </a:cubicBezTo>
                <a:lnTo>
                  <a:pt x="1529486" y="63610"/>
                </a:lnTo>
                <a:cubicBezTo>
                  <a:pt x="1529486" y="56161"/>
                  <a:pt x="1528303" y="51051"/>
                  <a:pt x="1525938" y="48278"/>
                </a:cubicBezTo>
                <a:cubicBezTo>
                  <a:pt x="1523573" y="45505"/>
                  <a:pt x="1520134" y="44119"/>
                  <a:pt x="1515622" y="44119"/>
                </a:cubicBezTo>
                <a:cubicBezTo>
                  <a:pt x="1512197" y="44119"/>
                  <a:pt x="1509478" y="45040"/>
                  <a:pt x="1507467" y="46882"/>
                </a:cubicBezTo>
                <a:cubicBezTo>
                  <a:pt x="1505401" y="48723"/>
                  <a:pt x="1504368" y="50836"/>
                  <a:pt x="1504368" y="53220"/>
                </a:cubicBezTo>
                <a:lnTo>
                  <a:pt x="1504531" y="57932"/>
                </a:lnTo>
                <a:cubicBezTo>
                  <a:pt x="1504531" y="60422"/>
                  <a:pt x="1503892" y="62345"/>
                  <a:pt x="1502615" y="63699"/>
                </a:cubicBezTo>
                <a:cubicBezTo>
                  <a:pt x="1501337" y="65053"/>
                  <a:pt x="1499665" y="65730"/>
                  <a:pt x="1497599" y="65730"/>
                </a:cubicBezTo>
                <a:cubicBezTo>
                  <a:pt x="1495588" y="65730"/>
                  <a:pt x="1493943" y="65026"/>
                  <a:pt x="1492665" y="63617"/>
                </a:cubicBezTo>
                <a:cubicBezTo>
                  <a:pt x="1491388" y="62207"/>
                  <a:pt x="1490749" y="60282"/>
                  <a:pt x="1490749" y="57842"/>
                </a:cubicBezTo>
                <a:cubicBezTo>
                  <a:pt x="1490749" y="53182"/>
                  <a:pt x="1493141" y="48901"/>
                  <a:pt x="1497925" y="44998"/>
                </a:cubicBezTo>
                <a:cubicBezTo>
                  <a:pt x="1502710" y="41096"/>
                  <a:pt x="1509424" y="39144"/>
                  <a:pt x="1518068" y="39144"/>
                </a:cubicBezTo>
                <a:cubicBezTo>
                  <a:pt x="1524701" y="39144"/>
                  <a:pt x="1530138" y="40257"/>
                  <a:pt x="1534379" y="42483"/>
                </a:cubicBezTo>
                <a:cubicBezTo>
                  <a:pt x="1537586" y="44167"/>
                  <a:pt x="1539951" y="46801"/>
                  <a:pt x="1541474" y="50386"/>
                </a:cubicBezTo>
                <a:cubicBezTo>
                  <a:pt x="1542452" y="52720"/>
                  <a:pt x="1542941" y="57498"/>
                  <a:pt x="1542941" y="64721"/>
                </a:cubicBezTo>
                <a:lnTo>
                  <a:pt x="1542941" y="90052"/>
                </a:lnTo>
                <a:cubicBezTo>
                  <a:pt x="1542941" y="97166"/>
                  <a:pt x="1543077" y="101524"/>
                  <a:pt x="1543349" y="103126"/>
                </a:cubicBezTo>
                <a:cubicBezTo>
                  <a:pt x="1543621" y="104728"/>
                  <a:pt x="1544070" y="105801"/>
                  <a:pt x="1544695" y="106345"/>
                </a:cubicBezTo>
                <a:cubicBezTo>
                  <a:pt x="1545320" y="106887"/>
                  <a:pt x="1546040" y="107158"/>
                  <a:pt x="1546856" y="107158"/>
                </a:cubicBezTo>
                <a:cubicBezTo>
                  <a:pt x="1547726" y="107158"/>
                  <a:pt x="1548487" y="106967"/>
                  <a:pt x="1549139" y="106587"/>
                </a:cubicBezTo>
                <a:cubicBezTo>
                  <a:pt x="1550281" y="105880"/>
                  <a:pt x="1552483" y="103896"/>
                  <a:pt x="1555745" y="100634"/>
                </a:cubicBezTo>
                <a:lnTo>
                  <a:pt x="1555745" y="105201"/>
                </a:lnTo>
                <a:cubicBezTo>
                  <a:pt x="1549656" y="113356"/>
                  <a:pt x="1543839" y="117433"/>
                  <a:pt x="1538293" y="117433"/>
                </a:cubicBezTo>
                <a:cubicBezTo>
                  <a:pt x="1535629" y="117433"/>
                  <a:pt x="1533509" y="116509"/>
                  <a:pt x="1531932" y="114660"/>
                </a:cubicBezTo>
                <a:cubicBezTo>
                  <a:pt x="1530355" y="112812"/>
                  <a:pt x="1529540" y="109659"/>
                  <a:pt x="1529486" y="105201"/>
                </a:cubicBezTo>
                <a:moveTo>
                  <a:pt x="1529486" y="99854"/>
                </a:moveTo>
                <a:lnTo>
                  <a:pt x="1529486" y="71520"/>
                </a:lnTo>
                <a:cubicBezTo>
                  <a:pt x="1521276" y="74767"/>
                  <a:pt x="1515975" y="77067"/>
                  <a:pt x="1513583" y="78421"/>
                </a:cubicBezTo>
                <a:cubicBezTo>
                  <a:pt x="1509288" y="80803"/>
                  <a:pt x="1506216" y="83293"/>
                  <a:pt x="1504368" y="85891"/>
                </a:cubicBezTo>
                <a:cubicBezTo>
                  <a:pt x="1502519" y="88489"/>
                  <a:pt x="1501595" y="91330"/>
                  <a:pt x="1501595" y="94415"/>
                </a:cubicBezTo>
                <a:cubicBezTo>
                  <a:pt x="1501595" y="98313"/>
                  <a:pt x="1502764" y="101547"/>
                  <a:pt x="1505102" y="104117"/>
                </a:cubicBezTo>
                <a:cubicBezTo>
                  <a:pt x="1507440" y="106688"/>
                  <a:pt x="1510131" y="107973"/>
                  <a:pt x="1513175" y="107973"/>
                </a:cubicBezTo>
                <a:cubicBezTo>
                  <a:pt x="1517307" y="107973"/>
                  <a:pt x="1522744" y="105267"/>
                  <a:pt x="1529486" y="99854"/>
                </a:cubicBezTo>
                <a:close/>
                <a:moveTo>
                  <a:pt x="1581836" y="88745"/>
                </a:moveTo>
                <a:cubicBezTo>
                  <a:pt x="1577269" y="86519"/>
                  <a:pt x="1573762" y="83411"/>
                  <a:pt x="1571316" y="79420"/>
                </a:cubicBezTo>
                <a:cubicBezTo>
                  <a:pt x="1568869" y="75429"/>
                  <a:pt x="1567646" y="71017"/>
                  <a:pt x="1567646" y="66184"/>
                </a:cubicBezTo>
                <a:cubicBezTo>
                  <a:pt x="1567646" y="58800"/>
                  <a:pt x="1570432" y="52447"/>
                  <a:pt x="1576005" y="47126"/>
                </a:cubicBezTo>
                <a:cubicBezTo>
                  <a:pt x="1581578" y="41805"/>
                  <a:pt x="1588713" y="39144"/>
                  <a:pt x="1597412" y="39144"/>
                </a:cubicBezTo>
                <a:cubicBezTo>
                  <a:pt x="1604534" y="39144"/>
                  <a:pt x="1610705" y="40884"/>
                  <a:pt x="1615924" y="44364"/>
                </a:cubicBezTo>
                <a:lnTo>
                  <a:pt x="1631745" y="44364"/>
                </a:lnTo>
                <a:cubicBezTo>
                  <a:pt x="1634083" y="44364"/>
                  <a:pt x="1635442" y="44431"/>
                  <a:pt x="1635823" y="44565"/>
                </a:cubicBezTo>
                <a:cubicBezTo>
                  <a:pt x="1636203" y="44699"/>
                  <a:pt x="1636475" y="44928"/>
                  <a:pt x="1636638" y="45250"/>
                </a:cubicBezTo>
                <a:cubicBezTo>
                  <a:pt x="1636964" y="45735"/>
                  <a:pt x="1637127" y="46595"/>
                  <a:pt x="1637127" y="47832"/>
                </a:cubicBezTo>
                <a:cubicBezTo>
                  <a:pt x="1637127" y="49229"/>
                  <a:pt x="1636992" y="50196"/>
                  <a:pt x="1636720" y="50735"/>
                </a:cubicBezTo>
                <a:cubicBezTo>
                  <a:pt x="1636557" y="51003"/>
                  <a:pt x="1636271" y="51218"/>
                  <a:pt x="1635863" y="51380"/>
                </a:cubicBezTo>
                <a:cubicBezTo>
                  <a:pt x="1635456" y="51541"/>
                  <a:pt x="1634083" y="51622"/>
                  <a:pt x="1631745" y="51622"/>
                </a:cubicBezTo>
                <a:lnTo>
                  <a:pt x="1622041" y="51622"/>
                </a:lnTo>
                <a:cubicBezTo>
                  <a:pt x="1625085" y="55545"/>
                  <a:pt x="1626607" y="60557"/>
                  <a:pt x="1626607" y="66658"/>
                </a:cubicBezTo>
                <a:cubicBezTo>
                  <a:pt x="1626607" y="73630"/>
                  <a:pt x="1623943" y="79595"/>
                  <a:pt x="1618615" y="84553"/>
                </a:cubicBezTo>
                <a:cubicBezTo>
                  <a:pt x="1613287" y="89510"/>
                  <a:pt x="1606138" y="91989"/>
                  <a:pt x="1597168" y="91989"/>
                </a:cubicBezTo>
                <a:cubicBezTo>
                  <a:pt x="1593471" y="91989"/>
                  <a:pt x="1589692" y="91435"/>
                  <a:pt x="1585832" y="90325"/>
                </a:cubicBezTo>
                <a:cubicBezTo>
                  <a:pt x="1583440" y="92389"/>
                  <a:pt x="1581822" y="94196"/>
                  <a:pt x="1580980" y="95746"/>
                </a:cubicBezTo>
                <a:cubicBezTo>
                  <a:pt x="1580137" y="97293"/>
                  <a:pt x="1579716" y="98610"/>
                  <a:pt x="1579716" y="99696"/>
                </a:cubicBezTo>
                <a:cubicBezTo>
                  <a:pt x="1579716" y="100620"/>
                  <a:pt x="1580164" y="101517"/>
                  <a:pt x="1581061" y="102387"/>
                </a:cubicBezTo>
                <a:cubicBezTo>
                  <a:pt x="1581958" y="103255"/>
                  <a:pt x="1583712" y="103880"/>
                  <a:pt x="1586321" y="104260"/>
                </a:cubicBezTo>
                <a:cubicBezTo>
                  <a:pt x="1587844" y="104478"/>
                  <a:pt x="1591649" y="104668"/>
                  <a:pt x="1597738" y="104831"/>
                </a:cubicBezTo>
                <a:cubicBezTo>
                  <a:pt x="1608938" y="105101"/>
                  <a:pt x="1616196" y="105481"/>
                  <a:pt x="1619512" y="105970"/>
                </a:cubicBezTo>
                <a:cubicBezTo>
                  <a:pt x="1624569" y="106677"/>
                  <a:pt x="1628605" y="108552"/>
                  <a:pt x="1631623" y="111595"/>
                </a:cubicBezTo>
                <a:cubicBezTo>
                  <a:pt x="1634640" y="114636"/>
                  <a:pt x="1636149" y="118384"/>
                  <a:pt x="1636149" y="122838"/>
                </a:cubicBezTo>
                <a:cubicBezTo>
                  <a:pt x="1636149" y="128977"/>
                  <a:pt x="1633267" y="134735"/>
                  <a:pt x="1627504" y="140114"/>
                </a:cubicBezTo>
                <a:cubicBezTo>
                  <a:pt x="1619023" y="148045"/>
                  <a:pt x="1607959" y="152011"/>
                  <a:pt x="1594313" y="152011"/>
                </a:cubicBezTo>
                <a:cubicBezTo>
                  <a:pt x="1583820" y="152011"/>
                  <a:pt x="1574959" y="149649"/>
                  <a:pt x="1567728" y="144926"/>
                </a:cubicBezTo>
                <a:cubicBezTo>
                  <a:pt x="1563650" y="142211"/>
                  <a:pt x="1561611" y="139387"/>
                  <a:pt x="1561611" y="136455"/>
                </a:cubicBezTo>
                <a:cubicBezTo>
                  <a:pt x="1561611" y="135153"/>
                  <a:pt x="1561910" y="133851"/>
                  <a:pt x="1562508" y="132548"/>
                </a:cubicBezTo>
                <a:cubicBezTo>
                  <a:pt x="1563433" y="130538"/>
                  <a:pt x="1565336" y="127742"/>
                  <a:pt x="1568217" y="124159"/>
                </a:cubicBezTo>
                <a:cubicBezTo>
                  <a:pt x="1568598" y="123671"/>
                  <a:pt x="1571370" y="120739"/>
                  <a:pt x="1576535" y="115364"/>
                </a:cubicBezTo>
                <a:cubicBezTo>
                  <a:pt x="1573708" y="113677"/>
                  <a:pt x="1571710" y="112166"/>
                  <a:pt x="1570541" y="110833"/>
                </a:cubicBezTo>
                <a:cubicBezTo>
                  <a:pt x="1569372" y="109499"/>
                  <a:pt x="1568788" y="107989"/>
                  <a:pt x="1568788" y="106301"/>
                </a:cubicBezTo>
                <a:cubicBezTo>
                  <a:pt x="1568788" y="104395"/>
                  <a:pt x="1569563" y="102163"/>
                  <a:pt x="1571112" y="99604"/>
                </a:cubicBezTo>
                <a:cubicBezTo>
                  <a:pt x="1572662" y="97045"/>
                  <a:pt x="1576236" y="93426"/>
                  <a:pt x="1581836" y="88745"/>
                </a:cubicBezTo>
                <a:moveTo>
                  <a:pt x="1596026" y="43222"/>
                </a:moveTo>
                <a:cubicBezTo>
                  <a:pt x="1592003" y="43222"/>
                  <a:pt x="1588632" y="44817"/>
                  <a:pt x="1585914" y="48008"/>
                </a:cubicBezTo>
                <a:cubicBezTo>
                  <a:pt x="1583195" y="51197"/>
                  <a:pt x="1581836" y="56090"/>
                  <a:pt x="1581836" y="62687"/>
                </a:cubicBezTo>
                <a:cubicBezTo>
                  <a:pt x="1581836" y="71231"/>
                  <a:pt x="1583684" y="77855"/>
                  <a:pt x="1587381" y="82557"/>
                </a:cubicBezTo>
                <a:cubicBezTo>
                  <a:pt x="1590209" y="86127"/>
                  <a:pt x="1593797" y="87912"/>
                  <a:pt x="1598146" y="87912"/>
                </a:cubicBezTo>
                <a:cubicBezTo>
                  <a:pt x="1602278" y="87912"/>
                  <a:pt x="1605676" y="86371"/>
                  <a:pt x="1608340" y="83289"/>
                </a:cubicBezTo>
                <a:cubicBezTo>
                  <a:pt x="1611004" y="80207"/>
                  <a:pt x="1612336" y="75367"/>
                  <a:pt x="1612336" y="68770"/>
                </a:cubicBezTo>
                <a:cubicBezTo>
                  <a:pt x="1612336" y="60173"/>
                  <a:pt x="1610460" y="53441"/>
                  <a:pt x="1606709" y="48574"/>
                </a:cubicBezTo>
                <a:cubicBezTo>
                  <a:pt x="1603936" y="45006"/>
                  <a:pt x="1600375" y="43222"/>
                  <a:pt x="1596026" y="43222"/>
                </a:cubicBezTo>
                <a:moveTo>
                  <a:pt x="1581020" y="116014"/>
                </a:moveTo>
                <a:cubicBezTo>
                  <a:pt x="1578465" y="118781"/>
                  <a:pt x="1576535" y="121359"/>
                  <a:pt x="1575230" y="123746"/>
                </a:cubicBezTo>
                <a:cubicBezTo>
                  <a:pt x="1573926" y="126134"/>
                  <a:pt x="1573273" y="128333"/>
                  <a:pt x="1573273" y="130341"/>
                </a:cubicBezTo>
                <a:cubicBezTo>
                  <a:pt x="1573273" y="132946"/>
                  <a:pt x="1574850" y="135225"/>
                  <a:pt x="1578003" y="137179"/>
                </a:cubicBezTo>
                <a:cubicBezTo>
                  <a:pt x="1583440" y="140543"/>
                  <a:pt x="1591296" y="142225"/>
                  <a:pt x="1601571" y="142225"/>
                </a:cubicBezTo>
                <a:cubicBezTo>
                  <a:pt x="1611357" y="142225"/>
                  <a:pt x="1618575" y="140501"/>
                  <a:pt x="1623223" y="137054"/>
                </a:cubicBezTo>
                <a:cubicBezTo>
                  <a:pt x="1627871" y="133608"/>
                  <a:pt x="1630196" y="129932"/>
                  <a:pt x="1630196" y="126027"/>
                </a:cubicBezTo>
                <a:cubicBezTo>
                  <a:pt x="1630196" y="123205"/>
                  <a:pt x="1628809" y="121196"/>
                  <a:pt x="1626037" y="120002"/>
                </a:cubicBezTo>
                <a:cubicBezTo>
                  <a:pt x="1623209" y="118808"/>
                  <a:pt x="1617610" y="118103"/>
                  <a:pt x="1609237" y="117887"/>
                </a:cubicBezTo>
                <a:cubicBezTo>
                  <a:pt x="1597004" y="117561"/>
                  <a:pt x="1587599" y="116936"/>
                  <a:pt x="1581020" y="116014"/>
                </a:cubicBezTo>
                <a:close/>
                <a:moveTo>
                  <a:pt x="1717141" y="94599"/>
                </a:moveTo>
                <a:lnTo>
                  <a:pt x="1709393" y="115965"/>
                </a:lnTo>
                <a:lnTo>
                  <a:pt x="1644153" y="115965"/>
                </a:lnTo>
                <a:lnTo>
                  <a:pt x="1644153" y="112943"/>
                </a:lnTo>
                <a:cubicBezTo>
                  <a:pt x="1663344" y="95408"/>
                  <a:pt x="1676855" y="81086"/>
                  <a:pt x="1684683" y="69978"/>
                </a:cubicBezTo>
                <a:cubicBezTo>
                  <a:pt x="1692512" y="58869"/>
                  <a:pt x="1696427" y="48712"/>
                  <a:pt x="1696427" y="39509"/>
                </a:cubicBezTo>
                <a:cubicBezTo>
                  <a:pt x="1696427" y="32485"/>
                  <a:pt x="1694279" y="26714"/>
                  <a:pt x="1689984" y="22195"/>
                </a:cubicBezTo>
                <a:cubicBezTo>
                  <a:pt x="1685689" y="17674"/>
                  <a:pt x="1680552" y="15413"/>
                  <a:pt x="1674571" y="15413"/>
                </a:cubicBezTo>
                <a:cubicBezTo>
                  <a:pt x="1669134" y="15413"/>
                  <a:pt x="1664255" y="17010"/>
                  <a:pt x="1659933" y="20204"/>
                </a:cubicBezTo>
                <a:cubicBezTo>
                  <a:pt x="1655611" y="23398"/>
                  <a:pt x="1652416" y="28081"/>
                  <a:pt x="1650351" y="34251"/>
                </a:cubicBezTo>
                <a:lnTo>
                  <a:pt x="1647333" y="34251"/>
                </a:lnTo>
                <a:cubicBezTo>
                  <a:pt x="1648692" y="24219"/>
                  <a:pt x="1652185" y="16519"/>
                  <a:pt x="1657812" y="11152"/>
                </a:cubicBezTo>
                <a:cubicBezTo>
                  <a:pt x="1663439" y="5783"/>
                  <a:pt x="1670466" y="3099"/>
                  <a:pt x="1678893" y="3099"/>
                </a:cubicBezTo>
                <a:cubicBezTo>
                  <a:pt x="1687864" y="3099"/>
                  <a:pt x="1695353" y="5980"/>
                  <a:pt x="1701361" y="11743"/>
                </a:cubicBezTo>
                <a:cubicBezTo>
                  <a:pt x="1707368" y="17506"/>
                  <a:pt x="1710372" y="24302"/>
                  <a:pt x="1710372" y="32131"/>
                </a:cubicBezTo>
                <a:cubicBezTo>
                  <a:pt x="1710372" y="37731"/>
                  <a:pt x="1709067" y="43331"/>
                  <a:pt x="1706457" y="48930"/>
                </a:cubicBezTo>
                <a:cubicBezTo>
                  <a:pt x="1702434" y="57738"/>
                  <a:pt x="1695910" y="67062"/>
                  <a:pt x="1686885" y="76902"/>
                </a:cubicBezTo>
                <a:cubicBezTo>
                  <a:pt x="1673348" y="91690"/>
                  <a:pt x="1664894" y="100606"/>
                  <a:pt x="1661523" y="103651"/>
                </a:cubicBezTo>
                <a:lnTo>
                  <a:pt x="1690392" y="103651"/>
                </a:lnTo>
                <a:cubicBezTo>
                  <a:pt x="1696264" y="103651"/>
                  <a:pt x="1700382" y="103432"/>
                  <a:pt x="1702747" y="102994"/>
                </a:cubicBezTo>
                <a:cubicBezTo>
                  <a:pt x="1705112" y="102553"/>
                  <a:pt x="1707246" y="101662"/>
                  <a:pt x="1709149" y="100318"/>
                </a:cubicBezTo>
                <a:cubicBezTo>
                  <a:pt x="1711051" y="98974"/>
                  <a:pt x="1712710" y="97068"/>
                  <a:pt x="1714123" y="94599"/>
                </a:cubicBezTo>
                <a:lnTo>
                  <a:pt x="1717141" y="945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9025dfda84f2e"/>
          <a:stretch xmlns:a="http://schemas.openxmlformats.org/drawingml/2006/main"/>
        </p:blipFill>
        <p:spPr>
          <a:xfrm xmlns:a="http://schemas.openxmlformats.org/drawingml/2006/main">
            <a:off x="3808850" y="3645627"/>
            <a:ext cx="294082" cy="294082"/>
          </a:xfrm>
          <a:prstGeom xmlns:a="http://schemas.openxmlformats.org/drawingml/2006/main" prst="rect">
            <a:avLst/>
          </a:prstGeom>
        </p:spPr>
      </p:pic>
      <p:sp>
        <p:nvSpPr>
          <p:cNvPr id="142" name="Text (5)’">
            <a:extLst xmlns:a="http://schemas.openxmlformats.org/drawingml/2006/main">
              <a:ext uri="{FF2B5EF4-FFF2-40B4-BE49-F238E27FC236}">
                <a16:creationId xmlns:a16="http://schemas.microsoft.com/office/drawing/2014/main" id="{47482978-577D-443E-BF88-D89F4E1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294" y="4412245"/>
            <a:ext cx="230153" cy="151684"/>
          </a:xfrm>
          <a:custGeom xmlns:a="http://schemas.openxmlformats.org/drawingml/2006/main">
            <a:pathLst>
              <a:path w="230153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1880" y="5382"/>
                </a:moveTo>
                <a:lnTo>
                  <a:pt x="115519" y="19409"/>
                </a:lnTo>
                <a:lnTo>
                  <a:pt x="82246" y="19409"/>
                </a:lnTo>
                <a:lnTo>
                  <a:pt x="74988" y="34088"/>
                </a:lnTo>
                <a:cubicBezTo>
                  <a:pt x="89396" y="36209"/>
                  <a:pt x="100813" y="41564"/>
                  <a:pt x="109240" y="50154"/>
                </a:cubicBezTo>
                <a:cubicBezTo>
                  <a:pt x="116470" y="57548"/>
                  <a:pt x="120086" y="66246"/>
                  <a:pt x="120086" y="76250"/>
                </a:cubicBezTo>
                <a:cubicBezTo>
                  <a:pt x="120086" y="82067"/>
                  <a:pt x="118903" y="87450"/>
                  <a:pt x="116538" y="92397"/>
                </a:cubicBezTo>
                <a:cubicBezTo>
                  <a:pt x="114173" y="97344"/>
                  <a:pt x="111197" y="101558"/>
                  <a:pt x="107609" y="105037"/>
                </a:cubicBezTo>
                <a:cubicBezTo>
                  <a:pt x="104020" y="108517"/>
                  <a:pt x="100024" y="111317"/>
                  <a:pt x="95621" y="113437"/>
                </a:cubicBezTo>
                <a:cubicBezTo>
                  <a:pt x="89368" y="116427"/>
                  <a:pt x="82953" y="117922"/>
                  <a:pt x="76375" y="117922"/>
                </a:cubicBezTo>
                <a:cubicBezTo>
                  <a:pt x="69742" y="117922"/>
                  <a:pt x="64917" y="116794"/>
                  <a:pt x="61899" y="114538"/>
                </a:cubicBezTo>
                <a:cubicBezTo>
                  <a:pt x="58882" y="112282"/>
                  <a:pt x="57373" y="109795"/>
                  <a:pt x="57373" y="107076"/>
                </a:cubicBezTo>
                <a:cubicBezTo>
                  <a:pt x="57373" y="105554"/>
                  <a:pt x="57999" y="104208"/>
                  <a:pt x="59249" y="103039"/>
                </a:cubicBezTo>
                <a:cubicBezTo>
                  <a:pt x="60499" y="101871"/>
                  <a:pt x="62076" y="101286"/>
                  <a:pt x="63979" y="101286"/>
                </a:cubicBezTo>
                <a:cubicBezTo>
                  <a:pt x="65392" y="101286"/>
                  <a:pt x="66629" y="101504"/>
                  <a:pt x="67690" y="101938"/>
                </a:cubicBezTo>
                <a:cubicBezTo>
                  <a:pt x="68750" y="102373"/>
                  <a:pt x="70557" y="103488"/>
                  <a:pt x="73113" y="105282"/>
                </a:cubicBezTo>
                <a:cubicBezTo>
                  <a:pt x="77190" y="108109"/>
                  <a:pt x="81322" y="109523"/>
                  <a:pt x="85508" y="109523"/>
                </a:cubicBezTo>
                <a:cubicBezTo>
                  <a:pt x="91869" y="109523"/>
                  <a:pt x="97456" y="107117"/>
                  <a:pt x="102267" y="102305"/>
                </a:cubicBezTo>
                <a:cubicBezTo>
                  <a:pt x="107079" y="97494"/>
                  <a:pt x="109484" y="91636"/>
                  <a:pt x="109484" y="84731"/>
                </a:cubicBezTo>
                <a:cubicBezTo>
                  <a:pt x="109484" y="78044"/>
                  <a:pt x="107337" y="71805"/>
                  <a:pt x="103042" y="66015"/>
                </a:cubicBezTo>
                <a:cubicBezTo>
                  <a:pt x="98747" y="60225"/>
                  <a:pt x="92821" y="55754"/>
                  <a:pt x="85264" y="52600"/>
                </a:cubicBezTo>
                <a:cubicBezTo>
                  <a:pt x="79338" y="50154"/>
                  <a:pt x="71264" y="48740"/>
                  <a:pt x="61043" y="48360"/>
                </a:cubicBezTo>
                <a:lnTo>
                  <a:pt x="82246" y="5382"/>
                </a:lnTo>
                <a:lnTo>
                  <a:pt x="121880" y="5382"/>
                </a:ln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2" y="8889"/>
                  <a:pt x="157693" y="14434"/>
                </a:cubicBezTo>
                <a:cubicBezTo>
                  <a:pt x="165467" y="22372"/>
                  <a:pt x="171475" y="31682"/>
                  <a:pt x="175715" y="42366"/>
                </a:cubicBezTo>
                <a:cubicBezTo>
                  <a:pt x="179956" y="53049"/>
                  <a:pt x="182076" y="64180"/>
                  <a:pt x="182076" y="75761"/>
                </a:cubicBezTo>
                <a:cubicBezTo>
                  <a:pt x="182076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7" y="127070"/>
                  <a:pt x="161104" y="118942"/>
                  <a:pt x="163197" y="109074"/>
                </a:cubicBezTo>
                <a:cubicBezTo>
                  <a:pt x="165290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5" y="19599"/>
                  <a:pt x="150435" y="15413"/>
                </a:cubicBezTo>
                <a:cubicBezTo>
                  <a:pt x="147064" y="11227"/>
                  <a:pt x="142606" y="7231"/>
                  <a:pt x="137060" y="3425"/>
                </a:cubicBezTo>
                <a:close/>
                <a:moveTo>
                  <a:pt x="208950" y="45179"/>
                </a:moveTo>
                <a:lnTo>
                  <a:pt x="208950" y="41346"/>
                </a:lnTo>
                <a:cubicBezTo>
                  <a:pt x="214549" y="38030"/>
                  <a:pt x="218355" y="34931"/>
                  <a:pt x="220367" y="32049"/>
                </a:cubicBezTo>
                <a:cubicBezTo>
                  <a:pt x="221780" y="29984"/>
                  <a:pt x="222487" y="27510"/>
                  <a:pt x="222487" y="24628"/>
                </a:cubicBezTo>
                <a:cubicBezTo>
                  <a:pt x="222487" y="22943"/>
                  <a:pt x="222188" y="21693"/>
                  <a:pt x="221590" y="20877"/>
                </a:cubicBezTo>
                <a:cubicBezTo>
                  <a:pt x="220938" y="20061"/>
                  <a:pt x="220231" y="19654"/>
                  <a:pt x="219470" y="19654"/>
                </a:cubicBezTo>
                <a:cubicBezTo>
                  <a:pt x="218872" y="19654"/>
                  <a:pt x="218083" y="19844"/>
                  <a:pt x="217105" y="20225"/>
                </a:cubicBezTo>
                <a:cubicBezTo>
                  <a:pt x="215691" y="20714"/>
                  <a:pt x="214522" y="20959"/>
                  <a:pt x="213598" y="20959"/>
                </a:cubicBezTo>
                <a:cubicBezTo>
                  <a:pt x="211423" y="20959"/>
                  <a:pt x="209493" y="20143"/>
                  <a:pt x="207808" y="18512"/>
                </a:cubicBezTo>
                <a:cubicBezTo>
                  <a:pt x="206123" y="16881"/>
                  <a:pt x="205280" y="14842"/>
                  <a:pt x="205280" y="12396"/>
                </a:cubicBezTo>
                <a:cubicBezTo>
                  <a:pt x="205280" y="9677"/>
                  <a:pt x="206123" y="7557"/>
                  <a:pt x="207808" y="6035"/>
                </a:cubicBezTo>
                <a:cubicBezTo>
                  <a:pt x="210091" y="3969"/>
                  <a:pt x="212810" y="2936"/>
                  <a:pt x="215963" y="2936"/>
                </a:cubicBezTo>
                <a:cubicBezTo>
                  <a:pt x="219606" y="2936"/>
                  <a:pt x="222881" y="4472"/>
                  <a:pt x="225790" y="7543"/>
                </a:cubicBezTo>
                <a:cubicBezTo>
                  <a:pt x="228699" y="10615"/>
                  <a:pt x="230153" y="14434"/>
                  <a:pt x="230153" y="19001"/>
                </a:cubicBezTo>
                <a:cubicBezTo>
                  <a:pt x="230153" y="25417"/>
                  <a:pt x="227734" y="31261"/>
                  <a:pt x="222895" y="36535"/>
                </a:cubicBezTo>
                <a:cubicBezTo>
                  <a:pt x="219687" y="40014"/>
                  <a:pt x="215039" y="42896"/>
                  <a:pt x="208950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(6)’">
            <a:extLst xmlns:a="http://schemas.openxmlformats.org/drawingml/2006/main">
              <a:ext uri="{FF2B5EF4-FFF2-40B4-BE49-F238E27FC236}">
                <a16:creationId xmlns:a16="http://schemas.microsoft.com/office/drawing/2014/main" id="{38DACB29-04F7-40F9-865B-9520C227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645" y="4412245"/>
            <a:ext cx="230153" cy="151684"/>
          </a:xfrm>
          <a:custGeom xmlns:a="http://schemas.openxmlformats.org/drawingml/2006/main">
            <a:pathLst>
              <a:path w="230153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4245" y="3099"/>
                </a:moveTo>
                <a:lnTo>
                  <a:pt x="124245" y="6116"/>
                </a:lnTo>
                <a:cubicBezTo>
                  <a:pt x="117068" y="6823"/>
                  <a:pt x="111210" y="8250"/>
                  <a:pt x="106671" y="10398"/>
                </a:cubicBezTo>
                <a:cubicBezTo>
                  <a:pt x="102131" y="12545"/>
                  <a:pt x="97646" y="15821"/>
                  <a:pt x="93215" y="20225"/>
                </a:cubicBezTo>
                <a:cubicBezTo>
                  <a:pt x="88784" y="24628"/>
                  <a:pt x="85114" y="29535"/>
                  <a:pt x="82206" y="34945"/>
                </a:cubicBezTo>
                <a:cubicBezTo>
                  <a:pt x="79297" y="40354"/>
                  <a:pt x="76864" y="46783"/>
                  <a:pt x="74907" y="54231"/>
                </a:cubicBezTo>
                <a:cubicBezTo>
                  <a:pt x="82736" y="48849"/>
                  <a:pt x="90592" y="46158"/>
                  <a:pt x="98475" y="46158"/>
                </a:cubicBezTo>
                <a:cubicBezTo>
                  <a:pt x="106032" y="46158"/>
                  <a:pt x="112583" y="49202"/>
                  <a:pt x="118129" y="55291"/>
                </a:cubicBezTo>
                <a:cubicBezTo>
                  <a:pt x="123674" y="61381"/>
                  <a:pt x="126447" y="69209"/>
                  <a:pt x="126447" y="78778"/>
                </a:cubicBezTo>
                <a:cubicBezTo>
                  <a:pt x="126447" y="88020"/>
                  <a:pt x="123647" y="96447"/>
                  <a:pt x="118047" y="104059"/>
                </a:cubicBezTo>
                <a:cubicBezTo>
                  <a:pt x="111306" y="113301"/>
                  <a:pt x="102389" y="117922"/>
                  <a:pt x="91298" y="117922"/>
                </a:cubicBezTo>
                <a:cubicBezTo>
                  <a:pt x="83741" y="117922"/>
                  <a:pt x="77326" y="115422"/>
                  <a:pt x="72052" y="110420"/>
                </a:cubicBezTo>
                <a:cubicBezTo>
                  <a:pt x="61723" y="100688"/>
                  <a:pt x="56558" y="88075"/>
                  <a:pt x="56558" y="72580"/>
                </a:cubicBezTo>
                <a:cubicBezTo>
                  <a:pt x="56558" y="62685"/>
                  <a:pt x="58542" y="53280"/>
                  <a:pt x="62511" y="44364"/>
                </a:cubicBezTo>
                <a:cubicBezTo>
                  <a:pt x="66480" y="35447"/>
                  <a:pt x="72148" y="27537"/>
                  <a:pt x="79514" y="20632"/>
                </a:cubicBezTo>
                <a:cubicBezTo>
                  <a:pt x="86881" y="13728"/>
                  <a:pt x="93935" y="9079"/>
                  <a:pt x="100677" y="6687"/>
                </a:cubicBezTo>
                <a:cubicBezTo>
                  <a:pt x="107418" y="4295"/>
                  <a:pt x="113698" y="3099"/>
                  <a:pt x="119515" y="3099"/>
                </a:cubicBezTo>
                <a:lnTo>
                  <a:pt x="124245" y="3099"/>
                </a:lnTo>
                <a:moveTo>
                  <a:pt x="73520" y="60184"/>
                </a:moveTo>
                <a:cubicBezTo>
                  <a:pt x="72542" y="67524"/>
                  <a:pt x="72052" y="73450"/>
                  <a:pt x="72052" y="77963"/>
                </a:cubicBezTo>
                <a:cubicBezTo>
                  <a:pt x="72052" y="83182"/>
                  <a:pt x="73017" y="88850"/>
                  <a:pt x="74948" y="94966"/>
                </a:cubicBezTo>
                <a:cubicBezTo>
                  <a:pt x="76878" y="101082"/>
                  <a:pt x="79745" y="105934"/>
                  <a:pt x="83551" y="109523"/>
                </a:cubicBezTo>
                <a:cubicBezTo>
                  <a:pt x="86324" y="112078"/>
                  <a:pt x="89695" y="113356"/>
                  <a:pt x="93663" y="113356"/>
                </a:cubicBezTo>
                <a:cubicBezTo>
                  <a:pt x="98393" y="113356"/>
                  <a:pt x="102620" y="111127"/>
                  <a:pt x="106345" y="106668"/>
                </a:cubicBezTo>
                <a:cubicBezTo>
                  <a:pt x="110069" y="102210"/>
                  <a:pt x="111931" y="95849"/>
                  <a:pt x="111931" y="87586"/>
                </a:cubicBezTo>
                <a:cubicBezTo>
                  <a:pt x="111931" y="78289"/>
                  <a:pt x="110082" y="70242"/>
                  <a:pt x="106385" y="63447"/>
                </a:cubicBezTo>
                <a:cubicBezTo>
                  <a:pt x="102688" y="56651"/>
                  <a:pt x="97442" y="53253"/>
                  <a:pt x="90646" y="53253"/>
                </a:cubicBezTo>
                <a:cubicBezTo>
                  <a:pt x="88580" y="53253"/>
                  <a:pt x="86365" y="53688"/>
                  <a:pt x="84000" y="54557"/>
                </a:cubicBezTo>
                <a:cubicBezTo>
                  <a:pt x="81635" y="55427"/>
                  <a:pt x="78142" y="57303"/>
                  <a:pt x="73520" y="60184"/>
                </a:cubicBez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2" y="8889"/>
                  <a:pt x="157693" y="14434"/>
                </a:cubicBezTo>
                <a:cubicBezTo>
                  <a:pt x="165467" y="22372"/>
                  <a:pt x="171475" y="31682"/>
                  <a:pt x="175715" y="42366"/>
                </a:cubicBezTo>
                <a:cubicBezTo>
                  <a:pt x="179956" y="53049"/>
                  <a:pt x="182076" y="64180"/>
                  <a:pt x="182076" y="75761"/>
                </a:cubicBezTo>
                <a:cubicBezTo>
                  <a:pt x="182076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7" y="127070"/>
                  <a:pt x="161104" y="118942"/>
                  <a:pt x="163197" y="109074"/>
                </a:cubicBezTo>
                <a:cubicBezTo>
                  <a:pt x="165290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5" y="19599"/>
                  <a:pt x="150435" y="15413"/>
                </a:cubicBezTo>
                <a:cubicBezTo>
                  <a:pt x="147064" y="11227"/>
                  <a:pt x="142606" y="7231"/>
                  <a:pt x="137060" y="3425"/>
                </a:cubicBezTo>
                <a:close/>
                <a:moveTo>
                  <a:pt x="208950" y="45179"/>
                </a:moveTo>
                <a:lnTo>
                  <a:pt x="208950" y="41346"/>
                </a:lnTo>
                <a:cubicBezTo>
                  <a:pt x="214550" y="38030"/>
                  <a:pt x="218355" y="34931"/>
                  <a:pt x="220367" y="32049"/>
                </a:cubicBezTo>
                <a:cubicBezTo>
                  <a:pt x="221781" y="29984"/>
                  <a:pt x="222487" y="27510"/>
                  <a:pt x="222487" y="24628"/>
                </a:cubicBezTo>
                <a:cubicBezTo>
                  <a:pt x="222487" y="22943"/>
                  <a:pt x="222188" y="21693"/>
                  <a:pt x="221590" y="20877"/>
                </a:cubicBezTo>
                <a:cubicBezTo>
                  <a:pt x="220938" y="20061"/>
                  <a:pt x="220231" y="19654"/>
                  <a:pt x="219470" y="19654"/>
                </a:cubicBezTo>
                <a:cubicBezTo>
                  <a:pt x="218872" y="19654"/>
                  <a:pt x="218084" y="19844"/>
                  <a:pt x="217105" y="20225"/>
                </a:cubicBezTo>
                <a:cubicBezTo>
                  <a:pt x="215691" y="20714"/>
                  <a:pt x="214523" y="20959"/>
                  <a:pt x="213598" y="20959"/>
                </a:cubicBezTo>
                <a:cubicBezTo>
                  <a:pt x="211424" y="20959"/>
                  <a:pt x="209494" y="20143"/>
                  <a:pt x="207808" y="18512"/>
                </a:cubicBezTo>
                <a:cubicBezTo>
                  <a:pt x="206123" y="16881"/>
                  <a:pt x="205280" y="14842"/>
                  <a:pt x="205280" y="12396"/>
                </a:cubicBezTo>
                <a:cubicBezTo>
                  <a:pt x="205280" y="9677"/>
                  <a:pt x="206123" y="7557"/>
                  <a:pt x="207808" y="6035"/>
                </a:cubicBezTo>
                <a:cubicBezTo>
                  <a:pt x="210092" y="3969"/>
                  <a:pt x="212810" y="2936"/>
                  <a:pt x="215963" y="2936"/>
                </a:cubicBezTo>
                <a:cubicBezTo>
                  <a:pt x="219606" y="2936"/>
                  <a:pt x="222882" y="4472"/>
                  <a:pt x="225790" y="7543"/>
                </a:cubicBezTo>
                <a:cubicBezTo>
                  <a:pt x="228699" y="10615"/>
                  <a:pt x="230153" y="14434"/>
                  <a:pt x="230153" y="19001"/>
                </a:cubicBezTo>
                <a:cubicBezTo>
                  <a:pt x="230153" y="25417"/>
                  <a:pt x="227734" y="31261"/>
                  <a:pt x="222895" y="36535"/>
                </a:cubicBezTo>
                <a:cubicBezTo>
                  <a:pt x="219687" y="40014"/>
                  <a:pt x="215039" y="42896"/>
                  <a:pt x="208950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(7)’">
            <a:extLst xmlns:a="http://schemas.openxmlformats.org/drawingml/2006/main">
              <a:ext uri="{FF2B5EF4-FFF2-40B4-BE49-F238E27FC236}">
                <a16:creationId xmlns:a16="http://schemas.microsoft.com/office/drawing/2014/main" id="{33B95587-676B-44F9-9D51-052BE6ED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335" y="4412245"/>
            <a:ext cx="230153" cy="151684"/>
          </a:xfrm>
          <a:custGeom xmlns:a="http://schemas.openxmlformats.org/drawingml/2006/main">
            <a:pathLst>
              <a:path w="230153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66181" y="5382"/>
                </a:moveTo>
                <a:lnTo>
                  <a:pt x="125468" y="5382"/>
                </a:lnTo>
                <a:lnTo>
                  <a:pt x="125468" y="8481"/>
                </a:lnTo>
                <a:lnTo>
                  <a:pt x="88608" y="118249"/>
                </a:lnTo>
                <a:lnTo>
                  <a:pt x="79474" y="118249"/>
                </a:lnTo>
                <a:lnTo>
                  <a:pt x="112502" y="18675"/>
                </a:lnTo>
                <a:lnTo>
                  <a:pt x="82083" y="18675"/>
                </a:lnTo>
                <a:cubicBezTo>
                  <a:pt x="75940" y="18675"/>
                  <a:pt x="71563" y="19409"/>
                  <a:pt x="68954" y="20877"/>
                </a:cubicBezTo>
                <a:cubicBezTo>
                  <a:pt x="64387" y="23378"/>
                  <a:pt x="60717" y="27238"/>
                  <a:pt x="57944" y="32457"/>
                </a:cubicBezTo>
                <a:lnTo>
                  <a:pt x="55579" y="31560"/>
                </a:lnTo>
                <a:lnTo>
                  <a:pt x="66181" y="5382"/>
                </a:lnTo>
                <a:close/>
                <a:moveTo>
                  <a:pt x="137061" y="3425"/>
                </a:moveTo>
                <a:lnTo>
                  <a:pt x="137061" y="0"/>
                </a:lnTo>
                <a:cubicBezTo>
                  <a:pt x="145324" y="4078"/>
                  <a:pt x="152202" y="8889"/>
                  <a:pt x="157693" y="14434"/>
                </a:cubicBezTo>
                <a:cubicBezTo>
                  <a:pt x="165467" y="22372"/>
                  <a:pt x="171475" y="31682"/>
                  <a:pt x="175716" y="42366"/>
                </a:cubicBezTo>
                <a:cubicBezTo>
                  <a:pt x="179956" y="53049"/>
                  <a:pt x="182077" y="64180"/>
                  <a:pt x="182077" y="75761"/>
                </a:cubicBezTo>
                <a:cubicBezTo>
                  <a:pt x="182077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1" y="151684"/>
                </a:cubicBezTo>
                <a:lnTo>
                  <a:pt x="137061" y="148667"/>
                </a:lnTo>
                <a:cubicBezTo>
                  <a:pt x="143748" y="144916"/>
                  <a:pt x="149252" y="139846"/>
                  <a:pt x="153575" y="133458"/>
                </a:cubicBezTo>
                <a:cubicBezTo>
                  <a:pt x="157897" y="127070"/>
                  <a:pt x="161104" y="118942"/>
                  <a:pt x="163198" y="109074"/>
                </a:cubicBezTo>
                <a:cubicBezTo>
                  <a:pt x="165291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6" y="19599"/>
                  <a:pt x="150435" y="15413"/>
                </a:cubicBezTo>
                <a:cubicBezTo>
                  <a:pt x="147064" y="11227"/>
                  <a:pt x="142606" y="7231"/>
                  <a:pt x="137061" y="3425"/>
                </a:cubicBezTo>
                <a:close/>
                <a:moveTo>
                  <a:pt x="208950" y="45179"/>
                </a:moveTo>
                <a:lnTo>
                  <a:pt x="208950" y="41346"/>
                </a:lnTo>
                <a:cubicBezTo>
                  <a:pt x="214550" y="38030"/>
                  <a:pt x="218356" y="34931"/>
                  <a:pt x="220367" y="32049"/>
                </a:cubicBezTo>
                <a:cubicBezTo>
                  <a:pt x="221781" y="29984"/>
                  <a:pt x="222488" y="27510"/>
                  <a:pt x="222488" y="24628"/>
                </a:cubicBezTo>
                <a:cubicBezTo>
                  <a:pt x="222488" y="22943"/>
                  <a:pt x="222189" y="21693"/>
                  <a:pt x="221591" y="20877"/>
                </a:cubicBezTo>
                <a:cubicBezTo>
                  <a:pt x="220938" y="20061"/>
                  <a:pt x="220231" y="19654"/>
                  <a:pt x="219470" y="19654"/>
                </a:cubicBezTo>
                <a:cubicBezTo>
                  <a:pt x="218872" y="19654"/>
                  <a:pt x="218084" y="19844"/>
                  <a:pt x="217105" y="20225"/>
                </a:cubicBezTo>
                <a:cubicBezTo>
                  <a:pt x="215692" y="20714"/>
                  <a:pt x="214523" y="20959"/>
                  <a:pt x="213599" y="20959"/>
                </a:cubicBezTo>
                <a:cubicBezTo>
                  <a:pt x="211424" y="20959"/>
                  <a:pt x="209494" y="20143"/>
                  <a:pt x="207809" y="18512"/>
                </a:cubicBezTo>
                <a:cubicBezTo>
                  <a:pt x="206123" y="16881"/>
                  <a:pt x="205280" y="14842"/>
                  <a:pt x="205280" y="12396"/>
                </a:cubicBezTo>
                <a:cubicBezTo>
                  <a:pt x="205280" y="9677"/>
                  <a:pt x="206123" y="7557"/>
                  <a:pt x="207809" y="6035"/>
                </a:cubicBezTo>
                <a:cubicBezTo>
                  <a:pt x="210092" y="3969"/>
                  <a:pt x="212810" y="2936"/>
                  <a:pt x="215964" y="2936"/>
                </a:cubicBezTo>
                <a:cubicBezTo>
                  <a:pt x="219606" y="2936"/>
                  <a:pt x="222882" y="4472"/>
                  <a:pt x="225790" y="7543"/>
                </a:cubicBezTo>
                <a:cubicBezTo>
                  <a:pt x="228699" y="10615"/>
                  <a:pt x="230153" y="14434"/>
                  <a:pt x="230153" y="19001"/>
                </a:cubicBezTo>
                <a:cubicBezTo>
                  <a:pt x="230153" y="25417"/>
                  <a:pt x="227734" y="31261"/>
                  <a:pt x="222895" y="36535"/>
                </a:cubicBezTo>
                <a:cubicBezTo>
                  <a:pt x="219688" y="40014"/>
                  <a:pt x="215039" y="42896"/>
                  <a:pt x="208950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(8)’">
            <a:extLst xmlns:a="http://schemas.openxmlformats.org/drawingml/2006/main">
              <a:ext uri="{FF2B5EF4-FFF2-40B4-BE49-F238E27FC236}">
                <a16:creationId xmlns:a16="http://schemas.microsoft.com/office/drawing/2014/main" id="{B318D3DE-5A71-431E-B3CE-4A551B5D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239" y="4412245"/>
            <a:ext cx="230151" cy="151684"/>
          </a:xfrm>
          <a:custGeom xmlns:a="http://schemas.openxmlformats.org/drawingml/2006/main">
            <a:pathLst>
              <a:path w="230151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81429" y="60266"/>
                </a:moveTo>
                <a:cubicBezTo>
                  <a:pt x="72676" y="53090"/>
                  <a:pt x="67036" y="47327"/>
                  <a:pt x="64508" y="42977"/>
                </a:cubicBezTo>
                <a:cubicBezTo>
                  <a:pt x="61979" y="38628"/>
                  <a:pt x="60715" y="34115"/>
                  <a:pt x="60715" y="29440"/>
                </a:cubicBezTo>
                <a:cubicBezTo>
                  <a:pt x="60715" y="22263"/>
                  <a:pt x="63488" y="16079"/>
                  <a:pt x="69034" y="10887"/>
                </a:cubicBezTo>
                <a:cubicBezTo>
                  <a:pt x="74579" y="5695"/>
                  <a:pt x="81946" y="3099"/>
                  <a:pt x="91134" y="3099"/>
                </a:cubicBezTo>
                <a:cubicBezTo>
                  <a:pt x="100050" y="3099"/>
                  <a:pt x="107227" y="5518"/>
                  <a:pt x="112663" y="10357"/>
                </a:cubicBezTo>
                <a:cubicBezTo>
                  <a:pt x="118100" y="15196"/>
                  <a:pt x="120818" y="20714"/>
                  <a:pt x="120818" y="26912"/>
                </a:cubicBezTo>
                <a:cubicBezTo>
                  <a:pt x="120818" y="31044"/>
                  <a:pt x="119350" y="35257"/>
                  <a:pt x="116415" y="39552"/>
                </a:cubicBezTo>
                <a:cubicBezTo>
                  <a:pt x="113479" y="43847"/>
                  <a:pt x="107363" y="48903"/>
                  <a:pt x="98066" y="54721"/>
                </a:cubicBezTo>
                <a:cubicBezTo>
                  <a:pt x="107634" y="62115"/>
                  <a:pt x="113968" y="67932"/>
                  <a:pt x="117067" y="72172"/>
                </a:cubicBezTo>
                <a:cubicBezTo>
                  <a:pt x="121199" y="77718"/>
                  <a:pt x="123265" y="83562"/>
                  <a:pt x="123265" y="89706"/>
                </a:cubicBezTo>
                <a:cubicBezTo>
                  <a:pt x="123265" y="97480"/>
                  <a:pt x="120302" y="104127"/>
                  <a:pt x="114376" y="109645"/>
                </a:cubicBezTo>
                <a:cubicBezTo>
                  <a:pt x="108450" y="115163"/>
                  <a:pt x="100675" y="117922"/>
                  <a:pt x="91052" y="117922"/>
                </a:cubicBezTo>
                <a:cubicBezTo>
                  <a:pt x="80559" y="117922"/>
                  <a:pt x="72377" y="114633"/>
                  <a:pt x="66506" y="108055"/>
                </a:cubicBezTo>
                <a:cubicBezTo>
                  <a:pt x="61830" y="102781"/>
                  <a:pt x="59492" y="97018"/>
                  <a:pt x="59492" y="90766"/>
                </a:cubicBezTo>
                <a:cubicBezTo>
                  <a:pt x="59492" y="85873"/>
                  <a:pt x="61137" y="81021"/>
                  <a:pt x="64426" y="76209"/>
                </a:cubicBezTo>
                <a:cubicBezTo>
                  <a:pt x="67715" y="71398"/>
                  <a:pt x="73383" y="66083"/>
                  <a:pt x="81429" y="60266"/>
                </a:cubicBezTo>
                <a:moveTo>
                  <a:pt x="94233" y="51540"/>
                </a:moveTo>
                <a:cubicBezTo>
                  <a:pt x="100757" y="45668"/>
                  <a:pt x="104889" y="41034"/>
                  <a:pt x="106629" y="37636"/>
                </a:cubicBezTo>
                <a:cubicBezTo>
                  <a:pt x="108368" y="34238"/>
                  <a:pt x="109238" y="30391"/>
                  <a:pt x="109238" y="26096"/>
                </a:cubicBezTo>
                <a:cubicBezTo>
                  <a:pt x="109238" y="20388"/>
                  <a:pt x="107634" y="15916"/>
                  <a:pt x="104427" y="12681"/>
                </a:cubicBezTo>
                <a:cubicBezTo>
                  <a:pt x="101219" y="9446"/>
                  <a:pt x="96842" y="7829"/>
                  <a:pt x="91297" y="7829"/>
                </a:cubicBezTo>
                <a:cubicBezTo>
                  <a:pt x="85752" y="7829"/>
                  <a:pt x="81239" y="9433"/>
                  <a:pt x="77760" y="12640"/>
                </a:cubicBezTo>
                <a:cubicBezTo>
                  <a:pt x="74280" y="15848"/>
                  <a:pt x="72540" y="19599"/>
                  <a:pt x="72540" y="23894"/>
                </a:cubicBezTo>
                <a:cubicBezTo>
                  <a:pt x="72540" y="26721"/>
                  <a:pt x="73261" y="29549"/>
                  <a:pt x="74701" y="32376"/>
                </a:cubicBezTo>
                <a:cubicBezTo>
                  <a:pt x="76142" y="35203"/>
                  <a:pt x="78195" y="37894"/>
                  <a:pt x="80859" y="40449"/>
                </a:cubicBezTo>
                <a:lnTo>
                  <a:pt x="94233" y="51540"/>
                </a:lnTo>
                <a:moveTo>
                  <a:pt x="85262" y="63365"/>
                </a:moveTo>
                <a:cubicBezTo>
                  <a:pt x="80750" y="67171"/>
                  <a:pt x="77406" y="71316"/>
                  <a:pt x="75232" y="75801"/>
                </a:cubicBezTo>
                <a:cubicBezTo>
                  <a:pt x="73057" y="80287"/>
                  <a:pt x="71969" y="85139"/>
                  <a:pt x="71969" y="90358"/>
                </a:cubicBezTo>
                <a:cubicBezTo>
                  <a:pt x="71969" y="97372"/>
                  <a:pt x="73886" y="102985"/>
                  <a:pt x="77719" y="107198"/>
                </a:cubicBezTo>
                <a:cubicBezTo>
                  <a:pt x="81552" y="111412"/>
                  <a:pt x="86431" y="113519"/>
                  <a:pt x="92357" y="113519"/>
                </a:cubicBezTo>
                <a:cubicBezTo>
                  <a:pt x="98229" y="113519"/>
                  <a:pt x="102932" y="111860"/>
                  <a:pt x="106465" y="108544"/>
                </a:cubicBezTo>
                <a:cubicBezTo>
                  <a:pt x="109999" y="105228"/>
                  <a:pt x="111766" y="101205"/>
                  <a:pt x="111766" y="96475"/>
                </a:cubicBezTo>
                <a:cubicBezTo>
                  <a:pt x="111766" y="92560"/>
                  <a:pt x="110733" y="89053"/>
                  <a:pt x="108667" y="85955"/>
                </a:cubicBezTo>
                <a:cubicBezTo>
                  <a:pt x="104807" y="80192"/>
                  <a:pt x="97006" y="72662"/>
                  <a:pt x="85262" y="63365"/>
                </a:cubicBez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1" y="8889"/>
                  <a:pt x="157692" y="14434"/>
                </a:cubicBezTo>
                <a:cubicBezTo>
                  <a:pt x="165467" y="22372"/>
                  <a:pt x="171474" y="31682"/>
                  <a:pt x="175715" y="42366"/>
                </a:cubicBezTo>
                <a:cubicBezTo>
                  <a:pt x="179955" y="53049"/>
                  <a:pt x="182076" y="64180"/>
                  <a:pt x="182076" y="75761"/>
                </a:cubicBezTo>
                <a:cubicBezTo>
                  <a:pt x="182076" y="92614"/>
                  <a:pt x="177930" y="107987"/>
                  <a:pt x="169639" y="121878"/>
                </a:cubicBezTo>
                <a:cubicBezTo>
                  <a:pt x="161348" y="135768"/>
                  <a:pt x="150488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6" y="127070"/>
                  <a:pt x="161104" y="118942"/>
                  <a:pt x="163197" y="109074"/>
                </a:cubicBezTo>
                <a:cubicBezTo>
                  <a:pt x="165290" y="99207"/>
                  <a:pt x="166336" y="88918"/>
                  <a:pt x="166336" y="78207"/>
                </a:cubicBezTo>
                <a:cubicBezTo>
                  <a:pt x="166336" y="66627"/>
                  <a:pt x="165439" y="56053"/>
                  <a:pt x="163645" y="46484"/>
                </a:cubicBezTo>
                <a:cubicBezTo>
                  <a:pt x="162286" y="38981"/>
                  <a:pt x="160587" y="32974"/>
                  <a:pt x="158548" y="28461"/>
                </a:cubicBezTo>
                <a:cubicBezTo>
                  <a:pt x="156510" y="23949"/>
                  <a:pt x="153805" y="19599"/>
                  <a:pt x="150434" y="15413"/>
                </a:cubicBezTo>
                <a:cubicBezTo>
                  <a:pt x="147063" y="11227"/>
                  <a:pt x="142605" y="7231"/>
                  <a:pt x="137060" y="3425"/>
                </a:cubicBezTo>
                <a:close/>
                <a:moveTo>
                  <a:pt x="208948" y="45179"/>
                </a:moveTo>
                <a:lnTo>
                  <a:pt x="208948" y="41346"/>
                </a:lnTo>
                <a:cubicBezTo>
                  <a:pt x="214548" y="38030"/>
                  <a:pt x="218354" y="34931"/>
                  <a:pt x="220365" y="32049"/>
                </a:cubicBezTo>
                <a:cubicBezTo>
                  <a:pt x="221779" y="29984"/>
                  <a:pt x="222486" y="27510"/>
                  <a:pt x="222486" y="24628"/>
                </a:cubicBezTo>
                <a:cubicBezTo>
                  <a:pt x="222486" y="22943"/>
                  <a:pt x="222187" y="21693"/>
                  <a:pt x="221589" y="20877"/>
                </a:cubicBezTo>
                <a:cubicBezTo>
                  <a:pt x="220936" y="20061"/>
                  <a:pt x="220229" y="19654"/>
                  <a:pt x="219468" y="19654"/>
                </a:cubicBezTo>
                <a:cubicBezTo>
                  <a:pt x="218870" y="19654"/>
                  <a:pt x="218082" y="19844"/>
                  <a:pt x="217103" y="20225"/>
                </a:cubicBezTo>
                <a:cubicBezTo>
                  <a:pt x="215690" y="20714"/>
                  <a:pt x="214521" y="20959"/>
                  <a:pt x="213597" y="20959"/>
                </a:cubicBezTo>
                <a:cubicBezTo>
                  <a:pt x="211422" y="20959"/>
                  <a:pt x="209492" y="20143"/>
                  <a:pt x="207807" y="18512"/>
                </a:cubicBezTo>
                <a:cubicBezTo>
                  <a:pt x="206121" y="16881"/>
                  <a:pt x="205278" y="14842"/>
                  <a:pt x="205278" y="12396"/>
                </a:cubicBezTo>
                <a:cubicBezTo>
                  <a:pt x="205278" y="9677"/>
                  <a:pt x="206121" y="7557"/>
                  <a:pt x="207807" y="6035"/>
                </a:cubicBezTo>
                <a:cubicBezTo>
                  <a:pt x="210090" y="3969"/>
                  <a:pt x="212808" y="2936"/>
                  <a:pt x="215962" y="2936"/>
                </a:cubicBezTo>
                <a:cubicBezTo>
                  <a:pt x="219604" y="2936"/>
                  <a:pt x="222880" y="4472"/>
                  <a:pt x="225788" y="7543"/>
                </a:cubicBezTo>
                <a:cubicBezTo>
                  <a:pt x="228697" y="10615"/>
                  <a:pt x="230151" y="14434"/>
                  <a:pt x="230151" y="19001"/>
                </a:cubicBezTo>
                <a:cubicBezTo>
                  <a:pt x="230151" y="25417"/>
                  <a:pt x="227732" y="31261"/>
                  <a:pt x="222893" y="36535"/>
                </a:cubicBezTo>
                <a:cubicBezTo>
                  <a:pt x="219686" y="40014"/>
                  <a:pt x="215037" y="42896"/>
                  <a:pt x="208948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(9)’">
            <a:extLst xmlns:a="http://schemas.openxmlformats.org/drawingml/2006/main">
              <a:ext uri="{FF2B5EF4-FFF2-40B4-BE49-F238E27FC236}">
                <a16:creationId xmlns:a16="http://schemas.microsoft.com/office/drawing/2014/main" id="{E58EF901-D320-48CE-AEE8-9EB8A15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0570" y="4412245"/>
            <a:ext cx="230153" cy="151684"/>
          </a:xfrm>
          <a:custGeom xmlns:a="http://schemas.openxmlformats.org/drawingml/2006/main">
            <a:pathLst>
              <a:path w="230153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58190" y="118249"/>
                </a:moveTo>
                <a:lnTo>
                  <a:pt x="58190" y="115231"/>
                </a:lnTo>
                <a:cubicBezTo>
                  <a:pt x="65257" y="115123"/>
                  <a:pt x="71836" y="113478"/>
                  <a:pt x="77925" y="110297"/>
                </a:cubicBezTo>
                <a:cubicBezTo>
                  <a:pt x="84014" y="107117"/>
                  <a:pt x="89899" y="101558"/>
                  <a:pt x="95581" y="93620"/>
                </a:cubicBezTo>
                <a:cubicBezTo>
                  <a:pt x="101262" y="85683"/>
                  <a:pt x="105217" y="76957"/>
                  <a:pt x="107446" y="67442"/>
                </a:cubicBezTo>
                <a:cubicBezTo>
                  <a:pt x="98911" y="72934"/>
                  <a:pt x="91191" y="75679"/>
                  <a:pt x="84286" y="75679"/>
                </a:cubicBezTo>
                <a:cubicBezTo>
                  <a:pt x="76511" y="75679"/>
                  <a:pt x="69851" y="72675"/>
                  <a:pt x="64306" y="66668"/>
                </a:cubicBezTo>
                <a:cubicBezTo>
                  <a:pt x="58761" y="60660"/>
                  <a:pt x="55988" y="52682"/>
                  <a:pt x="55988" y="42733"/>
                </a:cubicBezTo>
                <a:cubicBezTo>
                  <a:pt x="55988" y="33055"/>
                  <a:pt x="58761" y="24438"/>
                  <a:pt x="64306" y="16881"/>
                </a:cubicBezTo>
                <a:cubicBezTo>
                  <a:pt x="70993" y="7693"/>
                  <a:pt x="79719" y="3099"/>
                  <a:pt x="90484" y="3099"/>
                </a:cubicBezTo>
                <a:cubicBezTo>
                  <a:pt x="99563" y="3099"/>
                  <a:pt x="107338" y="6850"/>
                  <a:pt x="113807" y="14353"/>
                </a:cubicBezTo>
                <a:cubicBezTo>
                  <a:pt x="121745" y="23650"/>
                  <a:pt x="125714" y="35121"/>
                  <a:pt x="125714" y="48767"/>
                </a:cubicBezTo>
                <a:cubicBezTo>
                  <a:pt x="125714" y="61054"/>
                  <a:pt x="122696" y="72512"/>
                  <a:pt x="116662" y="83141"/>
                </a:cubicBezTo>
                <a:cubicBezTo>
                  <a:pt x="110627" y="93770"/>
                  <a:pt x="102227" y="102591"/>
                  <a:pt x="91462" y="109604"/>
                </a:cubicBezTo>
                <a:cubicBezTo>
                  <a:pt x="82709" y="115367"/>
                  <a:pt x="73168" y="118249"/>
                  <a:pt x="62838" y="118249"/>
                </a:cubicBezTo>
                <a:lnTo>
                  <a:pt x="58190" y="118249"/>
                </a:lnTo>
                <a:moveTo>
                  <a:pt x="108751" y="61344"/>
                </a:moveTo>
                <a:cubicBezTo>
                  <a:pt x="109730" y="54297"/>
                  <a:pt x="110219" y="48658"/>
                  <a:pt x="110219" y="44427"/>
                </a:cubicBezTo>
                <a:cubicBezTo>
                  <a:pt x="110219" y="39169"/>
                  <a:pt x="109322" y="33490"/>
                  <a:pt x="107528" y="27391"/>
                </a:cubicBezTo>
                <a:cubicBezTo>
                  <a:pt x="105734" y="21292"/>
                  <a:pt x="103192" y="16615"/>
                  <a:pt x="99903" y="13362"/>
                </a:cubicBezTo>
                <a:cubicBezTo>
                  <a:pt x="96614" y="10108"/>
                  <a:pt x="92876" y="8481"/>
                  <a:pt x="88690" y="8481"/>
                </a:cubicBezTo>
                <a:cubicBezTo>
                  <a:pt x="83851" y="8481"/>
                  <a:pt x="79610" y="10650"/>
                  <a:pt x="75968" y="14988"/>
                </a:cubicBezTo>
                <a:cubicBezTo>
                  <a:pt x="72325" y="19325"/>
                  <a:pt x="70504" y="25777"/>
                  <a:pt x="70504" y="34343"/>
                </a:cubicBezTo>
                <a:cubicBezTo>
                  <a:pt x="70504" y="45784"/>
                  <a:pt x="72923" y="54730"/>
                  <a:pt x="77762" y="61181"/>
                </a:cubicBezTo>
                <a:cubicBezTo>
                  <a:pt x="81296" y="65845"/>
                  <a:pt x="85645" y="68176"/>
                  <a:pt x="90810" y="68176"/>
                </a:cubicBezTo>
                <a:cubicBezTo>
                  <a:pt x="93311" y="68176"/>
                  <a:pt x="96274" y="67580"/>
                  <a:pt x="99699" y="66387"/>
                </a:cubicBezTo>
                <a:cubicBezTo>
                  <a:pt x="103124" y="65195"/>
                  <a:pt x="106142" y="63514"/>
                  <a:pt x="108751" y="61344"/>
                </a:cubicBezTo>
                <a:close/>
                <a:moveTo>
                  <a:pt x="137061" y="3425"/>
                </a:moveTo>
                <a:lnTo>
                  <a:pt x="137061" y="0"/>
                </a:lnTo>
                <a:cubicBezTo>
                  <a:pt x="145325" y="4078"/>
                  <a:pt x="152202" y="8889"/>
                  <a:pt x="157694" y="14434"/>
                </a:cubicBezTo>
                <a:cubicBezTo>
                  <a:pt x="165468" y="22372"/>
                  <a:pt x="171476" y="31682"/>
                  <a:pt x="175716" y="42366"/>
                </a:cubicBezTo>
                <a:cubicBezTo>
                  <a:pt x="179957" y="53049"/>
                  <a:pt x="182077" y="64180"/>
                  <a:pt x="182077" y="75761"/>
                </a:cubicBezTo>
                <a:cubicBezTo>
                  <a:pt x="182077" y="92614"/>
                  <a:pt x="177932" y="107987"/>
                  <a:pt x="169641" y="121878"/>
                </a:cubicBezTo>
                <a:cubicBezTo>
                  <a:pt x="161350" y="135768"/>
                  <a:pt x="150490" y="145704"/>
                  <a:pt x="137061" y="151684"/>
                </a:cubicBezTo>
                <a:lnTo>
                  <a:pt x="137061" y="148667"/>
                </a:lnTo>
                <a:cubicBezTo>
                  <a:pt x="143748" y="144916"/>
                  <a:pt x="149253" y="139846"/>
                  <a:pt x="153575" y="133458"/>
                </a:cubicBezTo>
                <a:cubicBezTo>
                  <a:pt x="157897" y="127070"/>
                  <a:pt x="161105" y="118942"/>
                  <a:pt x="163198" y="109074"/>
                </a:cubicBezTo>
                <a:cubicBezTo>
                  <a:pt x="165291" y="99207"/>
                  <a:pt x="166338" y="88918"/>
                  <a:pt x="166338" y="78207"/>
                </a:cubicBezTo>
                <a:cubicBezTo>
                  <a:pt x="166338" y="66627"/>
                  <a:pt x="165441" y="56053"/>
                  <a:pt x="163647" y="46484"/>
                </a:cubicBezTo>
                <a:cubicBezTo>
                  <a:pt x="162288" y="38981"/>
                  <a:pt x="160589" y="32974"/>
                  <a:pt x="158550" y="28461"/>
                </a:cubicBezTo>
                <a:cubicBezTo>
                  <a:pt x="156511" y="23949"/>
                  <a:pt x="153806" y="19599"/>
                  <a:pt x="150435" y="15413"/>
                </a:cubicBezTo>
                <a:cubicBezTo>
                  <a:pt x="147065" y="11227"/>
                  <a:pt x="142607" y="7231"/>
                  <a:pt x="137061" y="3425"/>
                </a:cubicBezTo>
                <a:close/>
                <a:moveTo>
                  <a:pt x="208950" y="45179"/>
                </a:moveTo>
                <a:lnTo>
                  <a:pt x="208950" y="41346"/>
                </a:lnTo>
                <a:cubicBezTo>
                  <a:pt x="214550" y="38030"/>
                  <a:pt x="218355" y="34931"/>
                  <a:pt x="220367" y="32049"/>
                </a:cubicBezTo>
                <a:cubicBezTo>
                  <a:pt x="221781" y="29984"/>
                  <a:pt x="222487" y="27510"/>
                  <a:pt x="222487" y="24628"/>
                </a:cubicBezTo>
                <a:cubicBezTo>
                  <a:pt x="222487" y="22943"/>
                  <a:pt x="222188" y="21693"/>
                  <a:pt x="221590" y="20877"/>
                </a:cubicBezTo>
                <a:cubicBezTo>
                  <a:pt x="220938" y="20061"/>
                  <a:pt x="220231" y="19654"/>
                  <a:pt x="219470" y="19654"/>
                </a:cubicBezTo>
                <a:cubicBezTo>
                  <a:pt x="218872" y="19654"/>
                  <a:pt x="218084" y="19844"/>
                  <a:pt x="217105" y="20225"/>
                </a:cubicBezTo>
                <a:cubicBezTo>
                  <a:pt x="215691" y="20714"/>
                  <a:pt x="214523" y="20959"/>
                  <a:pt x="213598" y="20959"/>
                </a:cubicBezTo>
                <a:cubicBezTo>
                  <a:pt x="211424" y="20959"/>
                  <a:pt x="209494" y="20143"/>
                  <a:pt x="207808" y="18512"/>
                </a:cubicBezTo>
                <a:cubicBezTo>
                  <a:pt x="206123" y="16881"/>
                  <a:pt x="205280" y="14842"/>
                  <a:pt x="205280" y="12396"/>
                </a:cubicBezTo>
                <a:cubicBezTo>
                  <a:pt x="205280" y="9677"/>
                  <a:pt x="206123" y="7557"/>
                  <a:pt x="207808" y="6035"/>
                </a:cubicBezTo>
                <a:cubicBezTo>
                  <a:pt x="210092" y="3969"/>
                  <a:pt x="212810" y="2936"/>
                  <a:pt x="215963" y="2936"/>
                </a:cubicBezTo>
                <a:cubicBezTo>
                  <a:pt x="219606" y="2936"/>
                  <a:pt x="222882" y="4472"/>
                  <a:pt x="225790" y="7543"/>
                </a:cubicBezTo>
                <a:cubicBezTo>
                  <a:pt x="228699" y="10615"/>
                  <a:pt x="230153" y="14434"/>
                  <a:pt x="230153" y="19001"/>
                </a:cubicBezTo>
                <a:cubicBezTo>
                  <a:pt x="230153" y="25417"/>
                  <a:pt x="227734" y="31261"/>
                  <a:pt x="222895" y="36535"/>
                </a:cubicBezTo>
                <a:cubicBezTo>
                  <a:pt x="219687" y="40014"/>
                  <a:pt x="215039" y="42896"/>
                  <a:pt x="208950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9b939b5834d1b"/>
          <a:stretch xmlns:a="http://schemas.openxmlformats.org/drawingml/2006/main"/>
        </p:blipFill>
        <p:spPr>
          <a:xfrm xmlns:a="http://schemas.openxmlformats.org/drawingml/2006/main">
            <a:off x="6675130" y="3008061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D1CF0-1A94-4A05-966F-6A83B39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388" y="2497464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79" y="43893"/>
                </a:lnTo>
                <a:lnTo>
                  <a:pt x="19865" y="40120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652" y="23404"/>
                </a:lnTo>
                <a:lnTo>
                  <a:pt x="36871" y="21436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30"/>
                </a:lnTo>
                <a:lnTo>
                  <a:pt x="421893" y="246266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04" y="266791"/>
                </a:lnTo>
                <a:lnTo>
                  <a:pt x="410846" y="269495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628" y="280541"/>
                </a:lnTo>
                <a:lnTo>
                  <a:pt x="383622" y="280738"/>
                </a:lnTo>
                <a:lnTo>
                  <a:pt x="55269" y="280738"/>
                </a:lnTo>
                <a:lnTo>
                  <a:pt x="51263" y="280541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70" y="276088"/>
                </a:lnTo>
                <a:lnTo>
                  <a:pt x="33657" y="274137"/>
                </a:lnTo>
                <a:lnTo>
                  <a:pt x="30731" y="271936"/>
                </a:lnTo>
                <a:lnTo>
                  <a:pt x="27949" y="269407"/>
                </a:lnTo>
                <a:lnTo>
                  <a:pt x="25660" y="266890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862" y="257412"/>
                </a:lnTo>
                <a:lnTo>
                  <a:pt x="18491" y="253680"/>
                </a:lnTo>
                <a:lnTo>
                  <a:pt x="17580" y="250103"/>
                </a:lnTo>
                <a:lnTo>
                  <a:pt x="16996" y="246250"/>
                </a:lnTo>
                <a:lnTo>
                  <a:pt x="16786" y="242249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0E057-D0E9-4344-A7C1-876B62FA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47" y="2463255"/>
            <a:ext cx="1935707" cy="473352"/>
          </a:xfrm>
          <a:custGeom xmlns:a="http://schemas.openxmlformats.org/drawingml/2006/main">
            <a:pathLst>
              <a:path w="1935707" h="473352">
                <a:moveTo>
                  <a:pt x="0" y="0"/>
                </a:moveTo>
                <a:lnTo>
                  <a:pt x="1935707" y="0"/>
                </a:lnTo>
                <a:lnTo>
                  <a:pt x="1935707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5474E-C5F3-4B7F-A695-5AE85CE5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47" y="2454358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0d3d027874f11"/>
          <a:stretch xmlns:a="http://schemas.openxmlformats.org/drawingml/2006/main"/>
        </p:blipFill>
        <p:spPr>
          <a:xfrm xmlns:a="http://schemas.openxmlformats.org/drawingml/2006/main">
            <a:off x="6737768" y="2590153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52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3BEF3161-BFB1-45D2-AD8A-4520787A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759" y="2612788"/>
            <a:ext cx="937799" cy="139071"/>
          </a:xfrm>
          <a:custGeom xmlns:a="http://schemas.openxmlformats.org/drawingml/2006/main">
            <a:pathLst>
              <a:path w="937799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4" y="88613"/>
                </a:moveTo>
                <a:cubicBezTo>
                  <a:pt x="219844" y="96104"/>
                  <a:pt x="218861" y="102937"/>
                  <a:pt x="216894" y="109113"/>
                </a:cubicBezTo>
                <a:cubicBezTo>
                  <a:pt x="214927" y="115289"/>
                  <a:pt x="211943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3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4" y="130498"/>
                  <a:pt x="137031" y="126359"/>
                </a:cubicBezTo>
                <a:cubicBezTo>
                  <a:pt x="133228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8" y="58310"/>
                  <a:pt x="137818" y="53876"/>
                </a:cubicBezTo>
                <a:cubicBezTo>
                  <a:pt x="141818" y="49442"/>
                  <a:pt x="146817" y="46010"/>
                  <a:pt x="152817" y="43579"/>
                </a:cubicBezTo>
                <a:cubicBezTo>
                  <a:pt x="158816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1" y="56684"/>
                  <a:pt x="215254" y="61776"/>
                  <a:pt x="217090" y="67820"/>
                </a:cubicBezTo>
                <a:cubicBezTo>
                  <a:pt x="218926" y="73865"/>
                  <a:pt x="219844" y="80796"/>
                  <a:pt x="219844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7" y="65470"/>
                  <a:pt x="186027" y="63372"/>
                  <a:pt x="183306" y="61864"/>
                </a:cubicBezTo>
                <a:cubicBezTo>
                  <a:pt x="180585" y="60356"/>
                  <a:pt x="177159" y="59602"/>
                  <a:pt x="173028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3" y="67519"/>
                </a:cubicBezTo>
                <a:cubicBezTo>
                  <a:pt x="154833" y="70109"/>
                  <a:pt x="153505" y="73224"/>
                  <a:pt x="152620" y="76863"/>
                </a:cubicBezTo>
                <a:cubicBezTo>
                  <a:pt x="151735" y="80502"/>
                  <a:pt x="151292" y="84649"/>
                  <a:pt x="151292" y="89304"/>
                </a:cubicBezTo>
                <a:cubicBezTo>
                  <a:pt x="151292" y="93632"/>
                  <a:pt x="151653" y="97615"/>
                  <a:pt x="152374" y="101254"/>
                </a:cubicBezTo>
                <a:cubicBezTo>
                  <a:pt x="153096" y="104893"/>
                  <a:pt x="154259" y="108057"/>
                  <a:pt x="155866" y="110745"/>
                </a:cubicBezTo>
                <a:cubicBezTo>
                  <a:pt x="157472" y="113433"/>
                  <a:pt x="159652" y="115515"/>
                  <a:pt x="162406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2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2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6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1" y="137903"/>
                  <a:pt x="279509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5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4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3" y="62356"/>
                </a:lnTo>
                <a:cubicBezTo>
                  <a:pt x="231857" y="62356"/>
                  <a:pt x="230906" y="61585"/>
                  <a:pt x="230250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80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7" y="21387"/>
                  <a:pt x="244167" y="20860"/>
                </a:cubicBezTo>
                <a:cubicBezTo>
                  <a:pt x="244528" y="20333"/>
                  <a:pt x="245184" y="19890"/>
                  <a:pt x="246134" y="19529"/>
                </a:cubicBezTo>
                <a:cubicBezTo>
                  <a:pt x="247085" y="19166"/>
                  <a:pt x="248364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3" y="18573"/>
                  <a:pt x="261969" y="18739"/>
                </a:cubicBezTo>
                <a:cubicBezTo>
                  <a:pt x="263575" y="18903"/>
                  <a:pt x="264838" y="19166"/>
                  <a:pt x="265756" y="19529"/>
                </a:cubicBezTo>
                <a:cubicBezTo>
                  <a:pt x="266674" y="19890"/>
                  <a:pt x="267329" y="20333"/>
                  <a:pt x="267723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3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2" y="45160"/>
                  <a:pt x="290918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1" y="117482"/>
                </a:cubicBezTo>
                <a:cubicBezTo>
                  <a:pt x="283230" y="117253"/>
                  <a:pt x="284164" y="116991"/>
                  <a:pt x="284984" y="116695"/>
                </a:cubicBezTo>
                <a:cubicBezTo>
                  <a:pt x="285803" y="116400"/>
                  <a:pt x="286492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5" y="115909"/>
                </a:cubicBezTo>
                <a:cubicBezTo>
                  <a:pt x="290065" y="116138"/>
                  <a:pt x="290344" y="116598"/>
                  <a:pt x="290541" y="117289"/>
                </a:cubicBezTo>
                <a:cubicBezTo>
                  <a:pt x="290737" y="117977"/>
                  <a:pt x="290918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2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5" y="115958"/>
                  <a:pt x="336586" y="117587"/>
                  <a:pt x="339635" y="118706"/>
                </a:cubicBezTo>
                <a:cubicBezTo>
                  <a:pt x="342684" y="119824"/>
                  <a:pt x="346340" y="120384"/>
                  <a:pt x="350602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5" y="118101"/>
                  <a:pt x="370518" y="117335"/>
                </a:cubicBezTo>
                <a:cubicBezTo>
                  <a:pt x="372911" y="116568"/>
                  <a:pt x="374895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3" y="114863"/>
                  <a:pt x="382501" y="115274"/>
                  <a:pt x="382763" y="115869"/>
                </a:cubicBezTo>
                <a:cubicBezTo>
                  <a:pt x="383025" y="116461"/>
                  <a:pt x="383205" y="117301"/>
                  <a:pt x="383304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9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7" y="129546"/>
                  <a:pt x="382730" y="130156"/>
                  <a:pt x="382468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4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7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7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7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6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2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1" y="72881"/>
                  <a:pt x="362387" y="67399"/>
                  <a:pt x="359404" y="63416"/>
                </a:cubicBezTo>
                <a:cubicBezTo>
                  <a:pt x="356421" y="59431"/>
                  <a:pt x="351815" y="57438"/>
                  <a:pt x="345586" y="57438"/>
                </a:cubicBezTo>
                <a:cubicBezTo>
                  <a:pt x="342438" y="57438"/>
                  <a:pt x="339701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30" y="71121"/>
                </a:cubicBezTo>
                <a:cubicBezTo>
                  <a:pt x="327210" y="73853"/>
                  <a:pt x="326735" y="76766"/>
                  <a:pt x="326603" y="79862"/>
                </a:cubicBezTo>
                <a:lnTo>
                  <a:pt x="363584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5" y="132629"/>
                  <a:pt x="529669" y="133661"/>
                  <a:pt x="529341" y="134448"/>
                </a:cubicBezTo>
                <a:cubicBezTo>
                  <a:pt x="529013" y="135235"/>
                  <a:pt x="528603" y="135809"/>
                  <a:pt x="528112" y="136169"/>
                </a:cubicBezTo>
                <a:cubicBezTo>
                  <a:pt x="527620" y="136530"/>
                  <a:pt x="527079" y="136710"/>
                  <a:pt x="526489" y="136710"/>
                </a:cubicBezTo>
                <a:lnTo>
                  <a:pt x="462560" y="136710"/>
                </a:lnTo>
                <a:cubicBezTo>
                  <a:pt x="460396" y="136710"/>
                  <a:pt x="458576" y="136071"/>
                  <a:pt x="457101" y="134792"/>
                </a:cubicBezTo>
                <a:cubicBezTo>
                  <a:pt x="455626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6" y="12638"/>
                  <a:pt x="457101" y="11360"/>
                </a:cubicBezTo>
                <a:cubicBezTo>
                  <a:pt x="458576" y="10081"/>
                  <a:pt x="460396" y="9442"/>
                  <a:pt x="462560" y="9442"/>
                </a:cubicBezTo>
                <a:lnTo>
                  <a:pt x="526095" y="9442"/>
                </a:lnTo>
                <a:cubicBezTo>
                  <a:pt x="526685" y="9442"/>
                  <a:pt x="527210" y="9606"/>
                  <a:pt x="527669" y="9934"/>
                </a:cubicBezTo>
                <a:cubicBezTo>
                  <a:pt x="528128" y="10261"/>
                  <a:pt x="528521" y="10835"/>
                  <a:pt x="528849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3" y="17703"/>
                  <a:pt x="529833" y="19671"/>
                </a:cubicBezTo>
                <a:cubicBezTo>
                  <a:pt x="529833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49" y="27440"/>
                </a:cubicBezTo>
                <a:cubicBezTo>
                  <a:pt x="528521" y="28227"/>
                  <a:pt x="528128" y="28801"/>
                  <a:pt x="527669" y="29162"/>
                </a:cubicBezTo>
                <a:cubicBezTo>
                  <a:pt x="527210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7" y="61492"/>
                  <a:pt x="521637" y="62052"/>
                  <a:pt x="521965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5" y="78329"/>
                </a:cubicBezTo>
                <a:cubicBezTo>
                  <a:pt x="521637" y="79085"/>
                  <a:pt x="521227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9" y="116450"/>
                </a:lnTo>
                <a:cubicBezTo>
                  <a:pt x="527079" y="116450"/>
                  <a:pt x="527620" y="116630"/>
                  <a:pt x="528112" y="116991"/>
                </a:cubicBezTo>
                <a:cubicBezTo>
                  <a:pt x="528603" y="117351"/>
                  <a:pt x="529013" y="117925"/>
                  <a:pt x="529341" y="118712"/>
                </a:cubicBezTo>
                <a:cubicBezTo>
                  <a:pt x="529669" y="119499"/>
                  <a:pt x="529915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7" y="135678"/>
                  <a:pt x="630080" y="136087"/>
                  <a:pt x="629293" y="136415"/>
                </a:cubicBezTo>
                <a:cubicBezTo>
                  <a:pt x="628506" y="136743"/>
                  <a:pt x="627441" y="136973"/>
                  <a:pt x="626096" y="137104"/>
                </a:cubicBezTo>
                <a:cubicBezTo>
                  <a:pt x="624752" y="137235"/>
                  <a:pt x="623097" y="137300"/>
                  <a:pt x="621130" y="137300"/>
                </a:cubicBezTo>
                <a:cubicBezTo>
                  <a:pt x="619031" y="137300"/>
                  <a:pt x="617327" y="137235"/>
                  <a:pt x="616015" y="137104"/>
                </a:cubicBezTo>
                <a:cubicBezTo>
                  <a:pt x="614704" y="136975"/>
                  <a:pt x="613638" y="136747"/>
                  <a:pt x="612819" y="136421"/>
                </a:cubicBezTo>
                <a:cubicBezTo>
                  <a:pt x="611999" y="136093"/>
                  <a:pt x="611409" y="135686"/>
                  <a:pt x="611048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3" y="128559"/>
                  <a:pt x="601246" y="132338"/>
                  <a:pt x="596296" y="135032"/>
                </a:cubicBezTo>
                <a:cubicBezTo>
                  <a:pt x="591345" y="137725"/>
                  <a:pt x="585854" y="139071"/>
                  <a:pt x="579821" y="139071"/>
                </a:cubicBezTo>
                <a:cubicBezTo>
                  <a:pt x="573134" y="139071"/>
                  <a:pt x="567478" y="137774"/>
                  <a:pt x="562856" y="135180"/>
                </a:cubicBezTo>
                <a:cubicBezTo>
                  <a:pt x="558233" y="132584"/>
                  <a:pt x="554463" y="129085"/>
                  <a:pt x="551545" y="124684"/>
                </a:cubicBezTo>
                <a:cubicBezTo>
                  <a:pt x="548627" y="120280"/>
                  <a:pt x="546513" y="115139"/>
                  <a:pt x="545201" y="109261"/>
                </a:cubicBezTo>
                <a:cubicBezTo>
                  <a:pt x="543890" y="103380"/>
                  <a:pt x="543234" y="97188"/>
                  <a:pt x="543234" y="90684"/>
                </a:cubicBezTo>
                <a:cubicBezTo>
                  <a:pt x="543234" y="82865"/>
                  <a:pt x="544070" y="75835"/>
                  <a:pt x="545742" y="69594"/>
                </a:cubicBezTo>
                <a:cubicBezTo>
                  <a:pt x="547414" y="63352"/>
                  <a:pt x="549857" y="58031"/>
                  <a:pt x="553070" y="53630"/>
                </a:cubicBezTo>
                <a:cubicBezTo>
                  <a:pt x="556282" y="49229"/>
                  <a:pt x="560282" y="45846"/>
                  <a:pt x="565069" y="43481"/>
                </a:cubicBezTo>
                <a:cubicBezTo>
                  <a:pt x="569855" y="41115"/>
                  <a:pt x="575363" y="39931"/>
                  <a:pt x="581592" y="39931"/>
                </a:cubicBezTo>
                <a:cubicBezTo>
                  <a:pt x="586509" y="39931"/>
                  <a:pt x="590968" y="40933"/>
                  <a:pt x="594968" y="42937"/>
                </a:cubicBezTo>
                <a:cubicBezTo>
                  <a:pt x="598967" y="44941"/>
                  <a:pt x="602934" y="47881"/>
                  <a:pt x="606868" y="51758"/>
                </a:cubicBezTo>
                <a:lnTo>
                  <a:pt x="606868" y="4232"/>
                </a:lnTo>
                <a:cubicBezTo>
                  <a:pt x="606868" y="3575"/>
                  <a:pt x="607049" y="2983"/>
                  <a:pt x="607409" y="2459"/>
                </a:cubicBezTo>
                <a:cubicBezTo>
                  <a:pt x="607770" y="1934"/>
                  <a:pt x="608426" y="1492"/>
                  <a:pt x="609376" y="1131"/>
                </a:cubicBezTo>
                <a:cubicBezTo>
                  <a:pt x="610327" y="770"/>
                  <a:pt x="611589" y="492"/>
                  <a:pt x="613163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8" y="98"/>
                  <a:pt x="625162" y="295"/>
                </a:cubicBezTo>
                <a:cubicBezTo>
                  <a:pt x="626736" y="492"/>
                  <a:pt x="627982" y="770"/>
                  <a:pt x="628899" y="1131"/>
                </a:cubicBezTo>
                <a:cubicBezTo>
                  <a:pt x="629817" y="1492"/>
                  <a:pt x="630473" y="1935"/>
                  <a:pt x="630867" y="2462"/>
                </a:cubicBezTo>
                <a:cubicBezTo>
                  <a:pt x="631260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8" y="74717"/>
                </a:moveTo>
                <a:cubicBezTo>
                  <a:pt x="603328" y="70269"/>
                  <a:pt x="599935" y="66868"/>
                  <a:pt x="596689" y="64513"/>
                </a:cubicBezTo>
                <a:cubicBezTo>
                  <a:pt x="593443" y="62157"/>
                  <a:pt x="590050" y="60979"/>
                  <a:pt x="586509" y="60979"/>
                </a:cubicBezTo>
                <a:cubicBezTo>
                  <a:pt x="583297" y="60979"/>
                  <a:pt x="580526" y="61782"/>
                  <a:pt x="578199" y="63388"/>
                </a:cubicBezTo>
                <a:cubicBezTo>
                  <a:pt x="575871" y="64995"/>
                  <a:pt x="574002" y="67142"/>
                  <a:pt x="572593" y="69830"/>
                </a:cubicBezTo>
                <a:cubicBezTo>
                  <a:pt x="571183" y="72519"/>
                  <a:pt x="570134" y="75518"/>
                  <a:pt x="569445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5" y="106303"/>
                  <a:pt x="572199" y="109024"/>
                </a:cubicBezTo>
                <a:cubicBezTo>
                  <a:pt x="573543" y="111745"/>
                  <a:pt x="575330" y="113925"/>
                  <a:pt x="577559" y="115564"/>
                </a:cubicBezTo>
                <a:cubicBezTo>
                  <a:pt x="579789" y="117204"/>
                  <a:pt x="582608" y="118023"/>
                  <a:pt x="586018" y="118023"/>
                </a:cubicBezTo>
                <a:cubicBezTo>
                  <a:pt x="587722" y="118023"/>
                  <a:pt x="589378" y="117778"/>
                  <a:pt x="590985" y="117289"/>
                </a:cubicBezTo>
                <a:cubicBezTo>
                  <a:pt x="592591" y="116797"/>
                  <a:pt x="594230" y="115995"/>
                  <a:pt x="595902" y="114882"/>
                </a:cubicBezTo>
                <a:cubicBezTo>
                  <a:pt x="597574" y="113769"/>
                  <a:pt x="599295" y="112314"/>
                  <a:pt x="601066" y="110515"/>
                </a:cubicBezTo>
                <a:cubicBezTo>
                  <a:pt x="602836" y="108714"/>
                  <a:pt x="604770" y="106505"/>
                  <a:pt x="606868" y="103888"/>
                </a:cubicBezTo>
                <a:lnTo>
                  <a:pt x="606868" y="74717"/>
                </a:lnTo>
                <a:close/>
                <a:moveTo>
                  <a:pt x="681303" y="133366"/>
                </a:moveTo>
                <a:cubicBezTo>
                  <a:pt x="681303" y="134022"/>
                  <a:pt x="681106" y="134596"/>
                  <a:pt x="680713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6" y="136645"/>
                  <a:pt x="676483" y="136891"/>
                  <a:pt x="674910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1" y="137054"/>
                </a:cubicBezTo>
                <a:cubicBezTo>
                  <a:pt x="661337" y="136891"/>
                  <a:pt x="660075" y="136645"/>
                  <a:pt x="659124" y="136317"/>
                </a:cubicBezTo>
                <a:cubicBezTo>
                  <a:pt x="658173" y="135989"/>
                  <a:pt x="657501" y="135579"/>
                  <a:pt x="657108" y="135087"/>
                </a:cubicBezTo>
                <a:cubicBezTo>
                  <a:pt x="656715" y="134596"/>
                  <a:pt x="656518" y="134022"/>
                  <a:pt x="656518" y="133366"/>
                </a:cubicBezTo>
                <a:lnTo>
                  <a:pt x="656518" y="45832"/>
                </a:lnTo>
                <a:cubicBezTo>
                  <a:pt x="656518" y="45177"/>
                  <a:pt x="656715" y="44603"/>
                  <a:pt x="657108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5" y="42472"/>
                  <a:pt x="661337" y="42193"/>
                  <a:pt x="662911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10" y="41997"/>
                </a:cubicBezTo>
                <a:cubicBezTo>
                  <a:pt x="676483" y="42193"/>
                  <a:pt x="677746" y="42472"/>
                  <a:pt x="678696" y="42833"/>
                </a:cubicBezTo>
                <a:cubicBezTo>
                  <a:pt x="679647" y="43193"/>
                  <a:pt x="680319" y="43619"/>
                  <a:pt x="680713" y="44111"/>
                </a:cubicBezTo>
                <a:cubicBezTo>
                  <a:pt x="681106" y="44603"/>
                  <a:pt x="681303" y="45177"/>
                  <a:pt x="681303" y="45832"/>
                </a:cubicBezTo>
                <a:lnTo>
                  <a:pt x="681303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90" y="28162"/>
                  <a:pt x="674320" y="29112"/>
                  <a:pt x="668812" y="29112"/>
                </a:cubicBezTo>
                <a:cubicBezTo>
                  <a:pt x="663239" y="29112"/>
                  <a:pt x="659485" y="28194"/>
                  <a:pt x="657551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9" y="6049"/>
                </a:cubicBezTo>
                <a:cubicBezTo>
                  <a:pt x="659649" y="4114"/>
                  <a:pt x="663435" y="3147"/>
                  <a:pt x="669009" y="3147"/>
                </a:cubicBezTo>
                <a:cubicBezTo>
                  <a:pt x="674516" y="3147"/>
                  <a:pt x="678254" y="4082"/>
                  <a:pt x="680221" y="5950"/>
                </a:cubicBezTo>
                <a:cubicBezTo>
                  <a:pt x="682188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5" y="129767"/>
                  <a:pt x="757424" y="131316"/>
                </a:cubicBezTo>
                <a:cubicBezTo>
                  <a:pt x="757064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2" y="136255"/>
                </a:cubicBezTo>
                <a:cubicBezTo>
                  <a:pt x="752244" y="136749"/>
                  <a:pt x="750900" y="137177"/>
                  <a:pt x="749359" y="137540"/>
                </a:cubicBezTo>
                <a:cubicBezTo>
                  <a:pt x="747818" y="137903"/>
                  <a:pt x="746146" y="138182"/>
                  <a:pt x="744343" y="138379"/>
                </a:cubicBezTo>
                <a:cubicBezTo>
                  <a:pt x="742540" y="138578"/>
                  <a:pt x="740721" y="138677"/>
                  <a:pt x="738885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3" y="135563"/>
                  <a:pt x="719509" y="133645"/>
                  <a:pt x="717149" y="131055"/>
                </a:cubicBezTo>
                <a:cubicBezTo>
                  <a:pt x="714788" y="128465"/>
                  <a:pt x="713051" y="125203"/>
                  <a:pt x="711936" y="121269"/>
                </a:cubicBezTo>
                <a:cubicBezTo>
                  <a:pt x="710821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0" y="62356"/>
                </a:lnTo>
                <a:cubicBezTo>
                  <a:pt x="698494" y="62356"/>
                  <a:pt x="697544" y="61585"/>
                  <a:pt x="696888" y="60044"/>
                </a:cubicBezTo>
                <a:cubicBezTo>
                  <a:pt x="696232" y="58503"/>
                  <a:pt x="695905" y="55930"/>
                  <a:pt x="695905" y="52324"/>
                </a:cubicBezTo>
                <a:cubicBezTo>
                  <a:pt x="695905" y="50422"/>
                  <a:pt x="695986" y="48816"/>
                  <a:pt x="696150" y="47504"/>
                </a:cubicBezTo>
                <a:cubicBezTo>
                  <a:pt x="696314" y="46193"/>
                  <a:pt x="696560" y="45160"/>
                  <a:pt x="696888" y="44406"/>
                </a:cubicBezTo>
                <a:cubicBezTo>
                  <a:pt x="697216" y="43652"/>
                  <a:pt x="697626" y="43111"/>
                  <a:pt x="698117" y="42783"/>
                </a:cubicBezTo>
                <a:cubicBezTo>
                  <a:pt x="698609" y="42456"/>
                  <a:pt x="699183" y="42292"/>
                  <a:pt x="699839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4" y="21387"/>
                  <a:pt x="710805" y="20860"/>
                </a:cubicBezTo>
                <a:cubicBezTo>
                  <a:pt x="711166" y="20333"/>
                  <a:pt x="711821" y="19890"/>
                  <a:pt x="712772" y="19529"/>
                </a:cubicBezTo>
                <a:cubicBezTo>
                  <a:pt x="713723" y="19166"/>
                  <a:pt x="715001" y="18903"/>
                  <a:pt x="716608" y="18739"/>
                </a:cubicBezTo>
                <a:cubicBezTo>
                  <a:pt x="718214" y="18573"/>
                  <a:pt x="720198" y="18490"/>
                  <a:pt x="722558" y="18490"/>
                </a:cubicBezTo>
                <a:cubicBezTo>
                  <a:pt x="724984" y="18490"/>
                  <a:pt x="727000" y="18573"/>
                  <a:pt x="728607" y="18739"/>
                </a:cubicBezTo>
                <a:cubicBezTo>
                  <a:pt x="730213" y="18903"/>
                  <a:pt x="731475" y="19166"/>
                  <a:pt x="732393" y="19529"/>
                </a:cubicBezTo>
                <a:cubicBezTo>
                  <a:pt x="733311" y="19890"/>
                  <a:pt x="733967" y="20333"/>
                  <a:pt x="734360" y="20860"/>
                </a:cubicBezTo>
                <a:cubicBezTo>
                  <a:pt x="734754" y="21387"/>
                  <a:pt x="734951" y="21980"/>
                  <a:pt x="734951" y="22640"/>
                </a:cubicBezTo>
                <a:lnTo>
                  <a:pt x="734951" y="42292"/>
                </a:lnTo>
                <a:lnTo>
                  <a:pt x="754031" y="42292"/>
                </a:lnTo>
                <a:cubicBezTo>
                  <a:pt x="754687" y="42292"/>
                  <a:pt x="755260" y="42456"/>
                  <a:pt x="755752" y="42783"/>
                </a:cubicBezTo>
                <a:cubicBezTo>
                  <a:pt x="756244" y="43111"/>
                  <a:pt x="756654" y="43652"/>
                  <a:pt x="756982" y="44406"/>
                </a:cubicBezTo>
                <a:cubicBezTo>
                  <a:pt x="757309" y="45160"/>
                  <a:pt x="757555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7" y="58503"/>
                  <a:pt x="756982" y="60044"/>
                </a:cubicBezTo>
                <a:cubicBezTo>
                  <a:pt x="756326" y="61585"/>
                  <a:pt x="755375" y="62356"/>
                  <a:pt x="754129" y="62356"/>
                </a:cubicBezTo>
                <a:lnTo>
                  <a:pt x="734951" y="62356"/>
                </a:lnTo>
                <a:lnTo>
                  <a:pt x="734951" y="103492"/>
                </a:lnTo>
                <a:cubicBezTo>
                  <a:pt x="734951" y="108270"/>
                  <a:pt x="735705" y="111854"/>
                  <a:pt x="737213" y="114243"/>
                </a:cubicBezTo>
                <a:cubicBezTo>
                  <a:pt x="738721" y="116632"/>
                  <a:pt x="741409" y="117827"/>
                  <a:pt x="745278" y="117827"/>
                </a:cubicBezTo>
                <a:cubicBezTo>
                  <a:pt x="746589" y="117827"/>
                  <a:pt x="747769" y="117712"/>
                  <a:pt x="748818" y="117482"/>
                </a:cubicBezTo>
                <a:cubicBezTo>
                  <a:pt x="749867" y="117253"/>
                  <a:pt x="750802" y="116991"/>
                  <a:pt x="751621" y="116695"/>
                </a:cubicBezTo>
                <a:cubicBezTo>
                  <a:pt x="752441" y="116400"/>
                  <a:pt x="753129" y="116138"/>
                  <a:pt x="753687" y="115909"/>
                </a:cubicBezTo>
                <a:cubicBezTo>
                  <a:pt x="754244" y="115679"/>
                  <a:pt x="754752" y="115564"/>
                  <a:pt x="755211" y="115564"/>
                </a:cubicBezTo>
                <a:cubicBezTo>
                  <a:pt x="755605" y="115564"/>
                  <a:pt x="755982" y="115679"/>
                  <a:pt x="756342" y="115909"/>
                </a:cubicBezTo>
                <a:cubicBezTo>
                  <a:pt x="756703" y="116138"/>
                  <a:pt x="756982" y="116598"/>
                  <a:pt x="757178" y="117289"/>
                </a:cubicBezTo>
                <a:cubicBezTo>
                  <a:pt x="757375" y="117977"/>
                  <a:pt x="757555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2" y="88613"/>
                </a:moveTo>
                <a:cubicBezTo>
                  <a:pt x="861892" y="96104"/>
                  <a:pt x="860908" y="102937"/>
                  <a:pt x="858941" y="109113"/>
                </a:cubicBezTo>
                <a:cubicBezTo>
                  <a:pt x="856974" y="115289"/>
                  <a:pt x="853991" y="120610"/>
                  <a:pt x="849991" y="125077"/>
                </a:cubicBezTo>
                <a:cubicBezTo>
                  <a:pt x="845991" y="129544"/>
                  <a:pt x="840975" y="132993"/>
                  <a:pt x="834943" y="135426"/>
                </a:cubicBezTo>
                <a:cubicBezTo>
                  <a:pt x="828911" y="137856"/>
                  <a:pt x="821862" y="139071"/>
                  <a:pt x="813797" y="139071"/>
                </a:cubicBezTo>
                <a:cubicBezTo>
                  <a:pt x="805995" y="139071"/>
                  <a:pt x="799208" y="137987"/>
                  <a:pt x="793438" y="135819"/>
                </a:cubicBezTo>
                <a:cubicBezTo>
                  <a:pt x="787668" y="133651"/>
                  <a:pt x="782882" y="130498"/>
                  <a:pt x="779079" y="126359"/>
                </a:cubicBezTo>
                <a:cubicBezTo>
                  <a:pt x="775276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6" y="69840"/>
                </a:cubicBezTo>
                <a:cubicBezTo>
                  <a:pt x="772866" y="63631"/>
                  <a:pt x="775866" y="58310"/>
                  <a:pt x="779866" y="53876"/>
                </a:cubicBezTo>
                <a:cubicBezTo>
                  <a:pt x="783865" y="49442"/>
                  <a:pt x="788865" y="46010"/>
                  <a:pt x="794864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9" y="52545"/>
                </a:cubicBezTo>
                <a:cubicBezTo>
                  <a:pt x="854499" y="56684"/>
                  <a:pt x="857302" y="61776"/>
                  <a:pt x="859138" y="67820"/>
                </a:cubicBezTo>
                <a:cubicBezTo>
                  <a:pt x="860974" y="73865"/>
                  <a:pt x="861892" y="80796"/>
                  <a:pt x="861892" y="88613"/>
                </a:cubicBezTo>
                <a:moveTo>
                  <a:pt x="836418" y="89599"/>
                </a:moveTo>
                <a:cubicBezTo>
                  <a:pt x="836418" y="85272"/>
                  <a:pt x="836074" y="81289"/>
                  <a:pt x="835386" y="77649"/>
                </a:cubicBezTo>
                <a:cubicBezTo>
                  <a:pt x="834697" y="74010"/>
                  <a:pt x="833533" y="70847"/>
                  <a:pt x="831894" y="68158"/>
                </a:cubicBezTo>
                <a:cubicBezTo>
                  <a:pt x="830255" y="65470"/>
                  <a:pt x="828075" y="63372"/>
                  <a:pt x="825354" y="61864"/>
                </a:cubicBezTo>
                <a:cubicBezTo>
                  <a:pt x="822633" y="60356"/>
                  <a:pt x="819207" y="59602"/>
                  <a:pt x="815076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3" y="62962"/>
                  <a:pt x="800421" y="64929"/>
                  <a:pt x="798651" y="67519"/>
                </a:cubicBezTo>
                <a:cubicBezTo>
                  <a:pt x="796881" y="70109"/>
                  <a:pt x="795553" y="73224"/>
                  <a:pt x="794668" y="76863"/>
                </a:cubicBezTo>
                <a:cubicBezTo>
                  <a:pt x="793782" y="80502"/>
                  <a:pt x="793340" y="84649"/>
                  <a:pt x="793340" y="89304"/>
                </a:cubicBezTo>
                <a:cubicBezTo>
                  <a:pt x="793340" y="93632"/>
                  <a:pt x="793700" y="97615"/>
                  <a:pt x="794422" y="101254"/>
                </a:cubicBezTo>
                <a:cubicBezTo>
                  <a:pt x="795143" y="104893"/>
                  <a:pt x="796307" y="108057"/>
                  <a:pt x="797913" y="110745"/>
                </a:cubicBezTo>
                <a:cubicBezTo>
                  <a:pt x="799520" y="113433"/>
                  <a:pt x="801700" y="115515"/>
                  <a:pt x="804454" y="116991"/>
                </a:cubicBezTo>
                <a:cubicBezTo>
                  <a:pt x="807208" y="118466"/>
                  <a:pt x="810617" y="119203"/>
                  <a:pt x="814682" y="119203"/>
                </a:cubicBezTo>
                <a:cubicBezTo>
                  <a:pt x="818420" y="119203"/>
                  <a:pt x="821665" y="118531"/>
                  <a:pt x="824419" y="117187"/>
                </a:cubicBezTo>
                <a:cubicBezTo>
                  <a:pt x="827173" y="115843"/>
                  <a:pt x="829435" y="113892"/>
                  <a:pt x="831206" y="111335"/>
                </a:cubicBezTo>
                <a:cubicBezTo>
                  <a:pt x="832976" y="108778"/>
                  <a:pt x="834287" y="105680"/>
                  <a:pt x="835140" y="102041"/>
                </a:cubicBezTo>
                <a:cubicBezTo>
                  <a:pt x="835992" y="98402"/>
                  <a:pt x="836418" y="94255"/>
                  <a:pt x="836418" y="89599"/>
                </a:cubicBezTo>
                <a:close/>
                <a:moveTo>
                  <a:pt x="937799" y="53701"/>
                </a:moveTo>
                <a:cubicBezTo>
                  <a:pt x="937799" y="56061"/>
                  <a:pt x="937734" y="57995"/>
                  <a:pt x="937603" y="59503"/>
                </a:cubicBezTo>
                <a:cubicBezTo>
                  <a:pt x="937472" y="61011"/>
                  <a:pt x="937275" y="62192"/>
                  <a:pt x="937013" y="63044"/>
                </a:cubicBezTo>
                <a:cubicBezTo>
                  <a:pt x="936750" y="63896"/>
                  <a:pt x="936406" y="64487"/>
                  <a:pt x="935980" y="64814"/>
                </a:cubicBezTo>
                <a:cubicBezTo>
                  <a:pt x="935554" y="65142"/>
                  <a:pt x="935013" y="65306"/>
                  <a:pt x="934357" y="65306"/>
                </a:cubicBezTo>
                <a:cubicBezTo>
                  <a:pt x="933833" y="65306"/>
                  <a:pt x="933242" y="65191"/>
                  <a:pt x="932587" y="64962"/>
                </a:cubicBezTo>
                <a:cubicBezTo>
                  <a:pt x="931931" y="64732"/>
                  <a:pt x="931193" y="64487"/>
                  <a:pt x="930374" y="64224"/>
                </a:cubicBezTo>
                <a:cubicBezTo>
                  <a:pt x="929554" y="63962"/>
                  <a:pt x="928653" y="63716"/>
                  <a:pt x="927669" y="63487"/>
                </a:cubicBezTo>
                <a:cubicBezTo>
                  <a:pt x="926686" y="63257"/>
                  <a:pt x="925604" y="63142"/>
                  <a:pt x="924423" y="63142"/>
                </a:cubicBezTo>
                <a:cubicBezTo>
                  <a:pt x="923047" y="63142"/>
                  <a:pt x="921670" y="63423"/>
                  <a:pt x="920293" y="63985"/>
                </a:cubicBezTo>
                <a:cubicBezTo>
                  <a:pt x="918916" y="64544"/>
                  <a:pt x="917490" y="65418"/>
                  <a:pt x="916014" y="66606"/>
                </a:cubicBezTo>
                <a:cubicBezTo>
                  <a:pt x="914539" y="67795"/>
                  <a:pt x="912998" y="69379"/>
                  <a:pt x="911392" y="71358"/>
                </a:cubicBezTo>
                <a:cubicBezTo>
                  <a:pt x="909785" y="73337"/>
                  <a:pt x="908064" y="75779"/>
                  <a:pt x="906228" y="78682"/>
                </a:cubicBezTo>
                <a:lnTo>
                  <a:pt x="906228" y="133366"/>
                </a:lnTo>
                <a:cubicBezTo>
                  <a:pt x="906228" y="134022"/>
                  <a:pt x="906032" y="134596"/>
                  <a:pt x="905638" y="135087"/>
                </a:cubicBezTo>
                <a:cubicBezTo>
                  <a:pt x="905245" y="135579"/>
                  <a:pt x="904573" y="135989"/>
                  <a:pt x="903622" y="136317"/>
                </a:cubicBezTo>
                <a:cubicBezTo>
                  <a:pt x="902671" y="136645"/>
                  <a:pt x="901409" y="136891"/>
                  <a:pt x="899835" y="137054"/>
                </a:cubicBezTo>
                <a:cubicBezTo>
                  <a:pt x="898262" y="137218"/>
                  <a:pt x="896262" y="137300"/>
                  <a:pt x="893836" y="137300"/>
                </a:cubicBezTo>
                <a:cubicBezTo>
                  <a:pt x="891410" y="137300"/>
                  <a:pt x="889410" y="137218"/>
                  <a:pt x="887836" y="137054"/>
                </a:cubicBezTo>
                <a:cubicBezTo>
                  <a:pt x="886263" y="136891"/>
                  <a:pt x="885000" y="136645"/>
                  <a:pt x="884050" y="136317"/>
                </a:cubicBezTo>
                <a:cubicBezTo>
                  <a:pt x="883099" y="135989"/>
                  <a:pt x="882427" y="135579"/>
                  <a:pt x="882033" y="135087"/>
                </a:cubicBezTo>
                <a:cubicBezTo>
                  <a:pt x="881640" y="134596"/>
                  <a:pt x="881443" y="134022"/>
                  <a:pt x="881443" y="133366"/>
                </a:cubicBezTo>
                <a:lnTo>
                  <a:pt x="881443" y="45636"/>
                </a:lnTo>
                <a:cubicBezTo>
                  <a:pt x="881443" y="44980"/>
                  <a:pt x="881607" y="44406"/>
                  <a:pt x="881935" y="43914"/>
                </a:cubicBezTo>
                <a:cubicBezTo>
                  <a:pt x="882263" y="43423"/>
                  <a:pt x="882853" y="43013"/>
                  <a:pt x="883705" y="42685"/>
                </a:cubicBezTo>
                <a:cubicBezTo>
                  <a:pt x="884558" y="42357"/>
                  <a:pt x="885656" y="42111"/>
                  <a:pt x="887000" y="41947"/>
                </a:cubicBezTo>
                <a:cubicBezTo>
                  <a:pt x="888344" y="41784"/>
                  <a:pt x="890033" y="41702"/>
                  <a:pt x="892065" y="41702"/>
                </a:cubicBezTo>
                <a:cubicBezTo>
                  <a:pt x="894164" y="41702"/>
                  <a:pt x="895901" y="41784"/>
                  <a:pt x="897278" y="41947"/>
                </a:cubicBezTo>
                <a:cubicBezTo>
                  <a:pt x="898655" y="42111"/>
                  <a:pt x="899721" y="42357"/>
                  <a:pt x="900475" y="42685"/>
                </a:cubicBezTo>
                <a:cubicBezTo>
                  <a:pt x="901229" y="43013"/>
                  <a:pt x="901770" y="43423"/>
                  <a:pt x="902097" y="43914"/>
                </a:cubicBezTo>
                <a:cubicBezTo>
                  <a:pt x="902425" y="44406"/>
                  <a:pt x="902589" y="44980"/>
                  <a:pt x="902589" y="45636"/>
                </a:cubicBezTo>
                <a:lnTo>
                  <a:pt x="902589" y="56553"/>
                </a:lnTo>
                <a:cubicBezTo>
                  <a:pt x="904884" y="53254"/>
                  <a:pt x="907048" y="50533"/>
                  <a:pt x="909080" y="48390"/>
                </a:cubicBezTo>
                <a:cubicBezTo>
                  <a:pt x="911113" y="46246"/>
                  <a:pt x="913047" y="44549"/>
                  <a:pt x="914883" y="43297"/>
                </a:cubicBezTo>
                <a:cubicBezTo>
                  <a:pt x="916719" y="42043"/>
                  <a:pt x="918555" y="41169"/>
                  <a:pt x="920391" y="40675"/>
                </a:cubicBezTo>
                <a:cubicBezTo>
                  <a:pt x="922227" y="40179"/>
                  <a:pt x="924063" y="39931"/>
                  <a:pt x="925899" y="39931"/>
                </a:cubicBezTo>
                <a:cubicBezTo>
                  <a:pt x="926751" y="39931"/>
                  <a:pt x="927669" y="39980"/>
                  <a:pt x="928653" y="40079"/>
                </a:cubicBezTo>
                <a:cubicBezTo>
                  <a:pt x="929636" y="40177"/>
                  <a:pt x="930652" y="40341"/>
                  <a:pt x="931702" y="40570"/>
                </a:cubicBezTo>
                <a:cubicBezTo>
                  <a:pt x="932751" y="40800"/>
                  <a:pt x="933669" y="41062"/>
                  <a:pt x="934455" y="41357"/>
                </a:cubicBezTo>
                <a:cubicBezTo>
                  <a:pt x="935242" y="41652"/>
                  <a:pt x="935816" y="41964"/>
                  <a:pt x="936177" y="42292"/>
                </a:cubicBezTo>
                <a:cubicBezTo>
                  <a:pt x="936537" y="42620"/>
                  <a:pt x="936800" y="42980"/>
                  <a:pt x="936963" y="43374"/>
                </a:cubicBezTo>
                <a:cubicBezTo>
                  <a:pt x="937127" y="43767"/>
                  <a:pt x="937275" y="44308"/>
                  <a:pt x="937406" y="44996"/>
                </a:cubicBezTo>
                <a:cubicBezTo>
                  <a:pt x="937537" y="45685"/>
                  <a:pt x="937636" y="46718"/>
                  <a:pt x="937701" y="48094"/>
                </a:cubicBezTo>
                <a:cubicBezTo>
                  <a:pt x="937767" y="49471"/>
                  <a:pt x="937799" y="51340"/>
                  <a:pt x="937799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48766-0095-4A96-9F92-6CAB0EB0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47" y="2454358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426ffd4b443dd"/>
          <a:stretch xmlns:a="http://schemas.openxmlformats.org/drawingml/2006/main"/>
        </p:blipFill>
        <p:spPr>
          <a:xfrm xmlns:a="http://schemas.openxmlformats.org/drawingml/2006/main">
            <a:off x="8361085" y="2576053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3379d2be84316"/>
          <a:stretch xmlns:a="http://schemas.openxmlformats.org/drawingml/2006/main"/>
        </p:blipFill>
        <p:spPr>
          <a:xfrm xmlns:a="http://schemas.openxmlformats.org/drawingml/2006/main">
            <a:off x="8101246" y="2580082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3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fd7e339814aba"/>
          <a:stretch xmlns:a="http://schemas.openxmlformats.org/drawingml/2006/main"/>
        </p:blipFill>
        <p:spPr>
          <a:xfrm xmlns:a="http://schemas.openxmlformats.org/drawingml/2006/main">
            <a:off x="6675603" y="3431091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CA8B2-B9A3-462D-8E33-EC89B71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47" y="2463255"/>
            <a:ext cx="1937721" cy="1845065"/>
          </a:xfrm>
          <a:custGeom xmlns:a="http://schemas.openxmlformats.org/drawingml/2006/main">
            <a:pathLst>
              <a:path w="1937721" h="1845065">
                <a:moveTo>
                  <a:pt x="0" y="0"/>
                </a:moveTo>
                <a:lnTo>
                  <a:pt x="1937721" y="0"/>
                </a:lnTo>
                <a:lnTo>
                  <a:pt x="1937721" y="1845065"/>
                </a:lnTo>
                <a:lnTo>
                  <a:pt x="0" y="1845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7EBA56AF-2D8F-4B90-8046-3783DC9C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856" y="3567094"/>
            <a:ext cx="1232852" cy="152011"/>
          </a:xfrm>
          <a:custGeom xmlns:a="http://schemas.openxmlformats.org/drawingml/2006/main">
            <a:pathLst>
              <a:path w="1232852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50" y="69481"/>
                </a:moveTo>
                <a:cubicBezTo>
                  <a:pt x="72895" y="80547"/>
                  <a:pt x="75586" y="89226"/>
                  <a:pt x="81023" y="95519"/>
                </a:cubicBezTo>
                <a:cubicBezTo>
                  <a:pt x="86460" y="101810"/>
                  <a:pt x="92848" y="104956"/>
                  <a:pt x="100187" y="104956"/>
                </a:cubicBezTo>
                <a:cubicBezTo>
                  <a:pt x="105081" y="104956"/>
                  <a:pt x="109335" y="103610"/>
                  <a:pt x="112950" y="100919"/>
                </a:cubicBezTo>
                <a:cubicBezTo>
                  <a:pt x="116566" y="98228"/>
                  <a:pt x="119597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3" y="102958"/>
                  <a:pt x="114622" y="109074"/>
                </a:cubicBezTo>
                <a:cubicBezTo>
                  <a:pt x="109131" y="115190"/>
                  <a:pt x="102253" y="118249"/>
                  <a:pt x="93990" y="118249"/>
                </a:cubicBezTo>
                <a:cubicBezTo>
                  <a:pt x="85019" y="118249"/>
                  <a:pt x="77340" y="114763"/>
                  <a:pt x="70952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5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8" y="39144"/>
                  <a:pt x="111115" y="41897"/>
                  <a:pt x="116498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50" y="69481"/>
                </a:lnTo>
                <a:moveTo>
                  <a:pt x="72950" y="64751"/>
                </a:moveTo>
                <a:lnTo>
                  <a:pt x="107527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9" y="47463"/>
                </a:cubicBezTo>
                <a:cubicBezTo>
                  <a:pt x="97048" y="45723"/>
                  <a:pt x="94234" y="44853"/>
                  <a:pt x="91298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8" y="58499"/>
                  <a:pt x="72950" y="64751"/>
                </a:cubicBezTo>
                <a:close/>
                <a:moveTo>
                  <a:pt x="177411" y="105201"/>
                </a:moveTo>
                <a:cubicBezTo>
                  <a:pt x="169746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9" y="117596"/>
                </a:cubicBezTo>
                <a:cubicBezTo>
                  <a:pt x="148434" y="117596"/>
                  <a:pt x="144180" y="115829"/>
                  <a:pt x="140836" y="112295"/>
                </a:cubicBezTo>
                <a:cubicBezTo>
                  <a:pt x="137492" y="108762"/>
                  <a:pt x="135821" y="104113"/>
                  <a:pt x="135821" y="98350"/>
                </a:cubicBezTo>
                <a:cubicBezTo>
                  <a:pt x="135821" y="94708"/>
                  <a:pt x="136636" y="91554"/>
                  <a:pt x="138267" y="88890"/>
                </a:cubicBezTo>
                <a:cubicBezTo>
                  <a:pt x="140496" y="85193"/>
                  <a:pt x="144370" y="81714"/>
                  <a:pt x="149888" y="78452"/>
                </a:cubicBezTo>
                <a:cubicBezTo>
                  <a:pt x="155406" y="75190"/>
                  <a:pt x="164581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8" y="44119"/>
                </a:cubicBezTo>
                <a:cubicBezTo>
                  <a:pt x="160123" y="44119"/>
                  <a:pt x="157404" y="45040"/>
                  <a:pt x="155393" y="46882"/>
                </a:cubicBezTo>
                <a:cubicBezTo>
                  <a:pt x="153327" y="48723"/>
                  <a:pt x="152294" y="50836"/>
                  <a:pt x="152294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0" y="63699"/>
                </a:cubicBezTo>
                <a:cubicBezTo>
                  <a:pt x="149263" y="65053"/>
                  <a:pt x="147591" y="65730"/>
                  <a:pt x="145525" y="65730"/>
                </a:cubicBezTo>
                <a:cubicBezTo>
                  <a:pt x="143514" y="65730"/>
                  <a:pt x="141869" y="65026"/>
                  <a:pt x="140591" y="63617"/>
                </a:cubicBezTo>
                <a:cubicBezTo>
                  <a:pt x="139314" y="62207"/>
                  <a:pt x="138675" y="60282"/>
                  <a:pt x="138675" y="57842"/>
                </a:cubicBezTo>
                <a:cubicBezTo>
                  <a:pt x="138675" y="53182"/>
                  <a:pt x="141067" y="48901"/>
                  <a:pt x="145851" y="44998"/>
                </a:cubicBezTo>
                <a:cubicBezTo>
                  <a:pt x="150636" y="41096"/>
                  <a:pt x="157350" y="39144"/>
                  <a:pt x="165994" y="39144"/>
                </a:cubicBezTo>
                <a:cubicBezTo>
                  <a:pt x="172627" y="39144"/>
                  <a:pt x="178064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7" y="104728"/>
                  <a:pt x="191995" y="105801"/>
                  <a:pt x="192621" y="106345"/>
                </a:cubicBezTo>
                <a:cubicBezTo>
                  <a:pt x="193246" y="106887"/>
                  <a:pt x="193966" y="107158"/>
                  <a:pt x="194782" y="107158"/>
                </a:cubicBezTo>
                <a:cubicBezTo>
                  <a:pt x="195652" y="107158"/>
                  <a:pt x="196413" y="106967"/>
                  <a:pt x="197065" y="106587"/>
                </a:cubicBezTo>
                <a:cubicBezTo>
                  <a:pt x="198207" y="105880"/>
                  <a:pt x="200409" y="103896"/>
                  <a:pt x="203671" y="100634"/>
                </a:cubicBezTo>
                <a:lnTo>
                  <a:pt x="203671" y="105201"/>
                </a:lnTo>
                <a:cubicBezTo>
                  <a:pt x="197582" y="113356"/>
                  <a:pt x="191764" y="117433"/>
                  <a:pt x="186219" y="117433"/>
                </a:cubicBezTo>
                <a:cubicBezTo>
                  <a:pt x="183555" y="117433"/>
                  <a:pt x="181435" y="116509"/>
                  <a:pt x="179858" y="114660"/>
                </a:cubicBezTo>
                <a:cubicBezTo>
                  <a:pt x="178281" y="112812"/>
                  <a:pt x="177466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4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8" y="104117"/>
                </a:cubicBezTo>
                <a:cubicBezTo>
                  <a:pt x="155366" y="106688"/>
                  <a:pt x="158057" y="107973"/>
                  <a:pt x="161101" y="107973"/>
                </a:cubicBezTo>
                <a:cubicBezTo>
                  <a:pt x="165233" y="107973"/>
                  <a:pt x="170670" y="105267"/>
                  <a:pt x="177411" y="99854"/>
                </a:cubicBezTo>
                <a:close/>
                <a:moveTo>
                  <a:pt x="262546" y="107565"/>
                </a:moveTo>
                <a:cubicBezTo>
                  <a:pt x="258903" y="111371"/>
                  <a:pt x="255342" y="114103"/>
                  <a:pt x="251863" y="115761"/>
                </a:cubicBezTo>
                <a:cubicBezTo>
                  <a:pt x="248383" y="117420"/>
                  <a:pt x="244632" y="118249"/>
                  <a:pt x="240609" y="118249"/>
                </a:cubicBezTo>
                <a:cubicBezTo>
                  <a:pt x="232454" y="118249"/>
                  <a:pt x="225332" y="114845"/>
                  <a:pt x="219242" y="108037"/>
                </a:cubicBezTo>
                <a:cubicBezTo>
                  <a:pt x="213153" y="101227"/>
                  <a:pt x="210109" y="92478"/>
                  <a:pt x="210109" y="81788"/>
                </a:cubicBezTo>
                <a:cubicBezTo>
                  <a:pt x="210109" y="71100"/>
                  <a:pt x="213479" y="61320"/>
                  <a:pt x="220221" y="52450"/>
                </a:cubicBezTo>
                <a:cubicBezTo>
                  <a:pt x="226963" y="43580"/>
                  <a:pt x="235634" y="39144"/>
                  <a:pt x="246236" y="39144"/>
                </a:cubicBezTo>
                <a:cubicBezTo>
                  <a:pt x="252814" y="39144"/>
                  <a:pt x="258251" y="41238"/>
                  <a:pt x="262546" y="45424"/>
                </a:cubicBezTo>
                <a:lnTo>
                  <a:pt x="262546" y="31611"/>
                </a:lnTo>
                <a:cubicBezTo>
                  <a:pt x="262546" y="23040"/>
                  <a:pt x="262342" y="17771"/>
                  <a:pt x="261934" y="15806"/>
                </a:cubicBezTo>
                <a:cubicBezTo>
                  <a:pt x="261526" y="13840"/>
                  <a:pt x="260888" y="12503"/>
                  <a:pt x="260018" y="11794"/>
                </a:cubicBezTo>
                <a:cubicBezTo>
                  <a:pt x="259148" y="11084"/>
                  <a:pt x="258061" y="10729"/>
                  <a:pt x="256756" y="10729"/>
                </a:cubicBezTo>
                <a:cubicBezTo>
                  <a:pt x="255342" y="10729"/>
                  <a:pt x="253467" y="11166"/>
                  <a:pt x="251129" y="12039"/>
                </a:cubicBezTo>
                <a:lnTo>
                  <a:pt x="250069" y="9172"/>
                </a:lnTo>
                <a:lnTo>
                  <a:pt x="272332" y="0"/>
                </a:lnTo>
                <a:lnTo>
                  <a:pt x="276002" y="0"/>
                </a:lnTo>
                <a:lnTo>
                  <a:pt x="276002" y="86362"/>
                </a:lnTo>
                <a:cubicBezTo>
                  <a:pt x="276002" y="95115"/>
                  <a:pt x="276206" y="100457"/>
                  <a:pt x="276613" y="102387"/>
                </a:cubicBezTo>
                <a:cubicBezTo>
                  <a:pt x="277021" y="104317"/>
                  <a:pt x="277674" y="105663"/>
                  <a:pt x="278571" y="106424"/>
                </a:cubicBezTo>
                <a:cubicBezTo>
                  <a:pt x="279468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2" y="106179"/>
                </a:cubicBezTo>
                <a:lnTo>
                  <a:pt x="288479" y="109033"/>
                </a:lnTo>
                <a:lnTo>
                  <a:pt x="266297" y="118249"/>
                </a:lnTo>
                <a:lnTo>
                  <a:pt x="262546" y="118249"/>
                </a:lnTo>
                <a:lnTo>
                  <a:pt x="262546" y="107565"/>
                </a:lnTo>
                <a:moveTo>
                  <a:pt x="262546" y="101875"/>
                </a:moveTo>
                <a:lnTo>
                  <a:pt x="262546" y="63480"/>
                </a:lnTo>
                <a:cubicBezTo>
                  <a:pt x="262220" y="59791"/>
                  <a:pt x="261241" y="56429"/>
                  <a:pt x="259610" y="53393"/>
                </a:cubicBezTo>
                <a:cubicBezTo>
                  <a:pt x="257979" y="50355"/>
                  <a:pt x="255818" y="48064"/>
                  <a:pt x="253127" y="46520"/>
                </a:cubicBezTo>
                <a:cubicBezTo>
                  <a:pt x="250436" y="44974"/>
                  <a:pt x="247812" y="44201"/>
                  <a:pt x="245257" y="44201"/>
                </a:cubicBezTo>
                <a:cubicBezTo>
                  <a:pt x="240473" y="44201"/>
                  <a:pt x="236205" y="46343"/>
                  <a:pt x="232454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5" y="94703"/>
                  <a:pt x="232209" y="100534"/>
                </a:cubicBezTo>
                <a:cubicBezTo>
                  <a:pt x="236993" y="106363"/>
                  <a:pt x="242321" y="109278"/>
                  <a:pt x="248193" y="109278"/>
                </a:cubicBezTo>
                <a:cubicBezTo>
                  <a:pt x="253140" y="109278"/>
                  <a:pt x="257925" y="106810"/>
                  <a:pt x="262546" y="101875"/>
                </a:cubicBezTo>
                <a:close/>
                <a:moveTo>
                  <a:pt x="377998" y="105201"/>
                </a:moveTo>
                <a:cubicBezTo>
                  <a:pt x="370332" y="111127"/>
                  <a:pt x="365521" y="114552"/>
                  <a:pt x="363564" y="115476"/>
                </a:cubicBezTo>
                <a:cubicBezTo>
                  <a:pt x="360628" y="116889"/>
                  <a:pt x="357502" y="117596"/>
                  <a:pt x="354185" y="117596"/>
                </a:cubicBezTo>
                <a:cubicBezTo>
                  <a:pt x="349021" y="117596"/>
                  <a:pt x="344766" y="115829"/>
                  <a:pt x="341423" y="112295"/>
                </a:cubicBezTo>
                <a:cubicBezTo>
                  <a:pt x="338079" y="108762"/>
                  <a:pt x="336407" y="104113"/>
                  <a:pt x="336407" y="98350"/>
                </a:cubicBezTo>
                <a:cubicBezTo>
                  <a:pt x="336407" y="94708"/>
                  <a:pt x="337223" y="91554"/>
                  <a:pt x="338854" y="88890"/>
                </a:cubicBezTo>
                <a:cubicBezTo>
                  <a:pt x="341083" y="85193"/>
                  <a:pt x="344957" y="81714"/>
                  <a:pt x="350475" y="78452"/>
                </a:cubicBezTo>
                <a:cubicBezTo>
                  <a:pt x="355993" y="75190"/>
                  <a:pt x="365168" y="71221"/>
                  <a:pt x="377998" y="66545"/>
                </a:cubicBezTo>
                <a:lnTo>
                  <a:pt x="377998" y="63610"/>
                </a:lnTo>
                <a:cubicBezTo>
                  <a:pt x="377998" y="56161"/>
                  <a:pt x="376816" y="51051"/>
                  <a:pt x="374451" y="48278"/>
                </a:cubicBezTo>
                <a:cubicBezTo>
                  <a:pt x="372086" y="45505"/>
                  <a:pt x="368647" y="44119"/>
                  <a:pt x="364135" y="44119"/>
                </a:cubicBezTo>
                <a:cubicBezTo>
                  <a:pt x="360709" y="44119"/>
                  <a:pt x="357991" y="45040"/>
                  <a:pt x="355980" y="46882"/>
                </a:cubicBezTo>
                <a:cubicBezTo>
                  <a:pt x="353914" y="48723"/>
                  <a:pt x="352881" y="50836"/>
                  <a:pt x="352881" y="53220"/>
                </a:cubicBezTo>
                <a:lnTo>
                  <a:pt x="353044" y="57932"/>
                </a:lnTo>
                <a:cubicBezTo>
                  <a:pt x="353044" y="60422"/>
                  <a:pt x="352405" y="62345"/>
                  <a:pt x="351127" y="63699"/>
                </a:cubicBezTo>
                <a:cubicBezTo>
                  <a:pt x="349850" y="65053"/>
                  <a:pt x="348178" y="65730"/>
                  <a:pt x="346112" y="65730"/>
                </a:cubicBezTo>
                <a:cubicBezTo>
                  <a:pt x="344100" y="65730"/>
                  <a:pt x="342456" y="65026"/>
                  <a:pt x="341178" y="63617"/>
                </a:cubicBezTo>
                <a:cubicBezTo>
                  <a:pt x="339900" y="62207"/>
                  <a:pt x="339262" y="60282"/>
                  <a:pt x="339262" y="57842"/>
                </a:cubicBezTo>
                <a:cubicBezTo>
                  <a:pt x="339262" y="53182"/>
                  <a:pt x="341654" y="48901"/>
                  <a:pt x="346438" y="44998"/>
                </a:cubicBezTo>
                <a:cubicBezTo>
                  <a:pt x="351222" y="41096"/>
                  <a:pt x="357937" y="39144"/>
                  <a:pt x="366581" y="39144"/>
                </a:cubicBezTo>
                <a:cubicBezTo>
                  <a:pt x="373214" y="39144"/>
                  <a:pt x="378651" y="40257"/>
                  <a:pt x="382891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4" y="104728"/>
                  <a:pt x="392582" y="105801"/>
                  <a:pt x="393207" y="106345"/>
                </a:cubicBezTo>
                <a:cubicBezTo>
                  <a:pt x="393833" y="106887"/>
                  <a:pt x="394553" y="107158"/>
                  <a:pt x="395369" y="107158"/>
                </a:cubicBezTo>
                <a:cubicBezTo>
                  <a:pt x="396238" y="107158"/>
                  <a:pt x="397000" y="106967"/>
                  <a:pt x="397652" y="106587"/>
                </a:cubicBezTo>
                <a:cubicBezTo>
                  <a:pt x="398794" y="105880"/>
                  <a:pt x="400996" y="103896"/>
                  <a:pt x="404258" y="100634"/>
                </a:cubicBezTo>
                <a:lnTo>
                  <a:pt x="404258" y="105201"/>
                </a:lnTo>
                <a:cubicBezTo>
                  <a:pt x="398168" y="113356"/>
                  <a:pt x="392351" y="117433"/>
                  <a:pt x="386806" y="117433"/>
                </a:cubicBezTo>
                <a:cubicBezTo>
                  <a:pt x="384142" y="117433"/>
                  <a:pt x="382021" y="116509"/>
                  <a:pt x="380445" y="114660"/>
                </a:cubicBezTo>
                <a:cubicBezTo>
                  <a:pt x="378868" y="112812"/>
                  <a:pt x="378053" y="109659"/>
                  <a:pt x="377998" y="105201"/>
                </a:cubicBezTo>
                <a:moveTo>
                  <a:pt x="377998" y="99854"/>
                </a:moveTo>
                <a:lnTo>
                  <a:pt x="377998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1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7" y="101547"/>
                  <a:pt x="353615" y="104117"/>
                </a:cubicBezTo>
                <a:cubicBezTo>
                  <a:pt x="355952" y="106688"/>
                  <a:pt x="358644" y="107973"/>
                  <a:pt x="361688" y="107973"/>
                </a:cubicBezTo>
                <a:cubicBezTo>
                  <a:pt x="365820" y="107973"/>
                  <a:pt x="371257" y="105267"/>
                  <a:pt x="377998" y="99854"/>
                </a:cubicBezTo>
                <a:close/>
                <a:moveTo>
                  <a:pt x="472803" y="54231"/>
                </a:moveTo>
                <a:cubicBezTo>
                  <a:pt x="480033" y="44173"/>
                  <a:pt x="487835" y="39144"/>
                  <a:pt x="496208" y="39144"/>
                </a:cubicBezTo>
                <a:cubicBezTo>
                  <a:pt x="503873" y="39144"/>
                  <a:pt x="510561" y="42417"/>
                  <a:pt x="516269" y="48961"/>
                </a:cubicBezTo>
                <a:cubicBezTo>
                  <a:pt x="521978" y="55506"/>
                  <a:pt x="524832" y="64453"/>
                  <a:pt x="524832" y="75804"/>
                </a:cubicBezTo>
                <a:cubicBezTo>
                  <a:pt x="524832" y="89056"/>
                  <a:pt x="520428" y="99728"/>
                  <a:pt x="511621" y="107820"/>
                </a:cubicBezTo>
                <a:cubicBezTo>
                  <a:pt x="504064" y="114773"/>
                  <a:pt x="495637" y="118249"/>
                  <a:pt x="486340" y="118249"/>
                </a:cubicBezTo>
                <a:cubicBezTo>
                  <a:pt x="481991" y="118249"/>
                  <a:pt x="477573" y="117460"/>
                  <a:pt x="473088" y="115884"/>
                </a:cubicBezTo>
                <a:cubicBezTo>
                  <a:pt x="468603" y="114307"/>
                  <a:pt x="464022" y="111942"/>
                  <a:pt x="459347" y="108789"/>
                </a:cubicBezTo>
                <a:lnTo>
                  <a:pt x="459347" y="31397"/>
                </a:lnTo>
                <a:cubicBezTo>
                  <a:pt x="459347" y="22916"/>
                  <a:pt x="459143" y="17697"/>
                  <a:pt x="458735" y="15739"/>
                </a:cubicBezTo>
                <a:cubicBezTo>
                  <a:pt x="458327" y="13782"/>
                  <a:pt x="457689" y="12450"/>
                  <a:pt x="456819" y="11743"/>
                </a:cubicBezTo>
                <a:cubicBezTo>
                  <a:pt x="455949" y="11037"/>
                  <a:pt x="454861" y="10683"/>
                  <a:pt x="453557" y="10683"/>
                </a:cubicBezTo>
                <a:cubicBezTo>
                  <a:pt x="452034" y="10683"/>
                  <a:pt x="450132" y="11118"/>
                  <a:pt x="447848" y="11988"/>
                </a:cubicBezTo>
                <a:lnTo>
                  <a:pt x="446706" y="9134"/>
                </a:lnTo>
                <a:lnTo>
                  <a:pt x="469133" y="0"/>
                </a:lnTo>
                <a:lnTo>
                  <a:pt x="472803" y="0"/>
                </a:lnTo>
                <a:lnTo>
                  <a:pt x="472803" y="54231"/>
                </a:lnTo>
                <a:moveTo>
                  <a:pt x="472803" y="59428"/>
                </a:moveTo>
                <a:lnTo>
                  <a:pt x="472803" y="104000"/>
                </a:lnTo>
                <a:cubicBezTo>
                  <a:pt x="475575" y="106710"/>
                  <a:pt x="478443" y="108756"/>
                  <a:pt x="481406" y="110139"/>
                </a:cubicBezTo>
                <a:cubicBezTo>
                  <a:pt x="484369" y="111522"/>
                  <a:pt x="487400" y="112214"/>
                  <a:pt x="490499" y="112214"/>
                </a:cubicBezTo>
                <a:cubicBezTo>
                  <a:pt x="495447" y="112214"/>
                  <a:pt x="500054" y="109503"/>
                  <a:pt x="504322" y="104082"/>
                </a:cubicBezTo>
                <a:cubicBezTo>
                  <a:pt x="508590" y="98659"/>
                  <a:pt x="510724" y="90769"/>
                  <a:pt x="510724" y="80412"/>
                </a:cubicBezTo>
                <a:cubicBezTo>
                  <a:pt x="510724" y="70868"/>
                  <a:pt x="508590" y="63535"/>
                  <a:pt x="504322" y="58411"/>
                </a:cubicBezTo>
                <a:cubicBezTo>
                  <a:pt x="500054" y="53287"/>
                  <a:pt x="495202" y="50725"/>
                  <a:pt x="489765" y="50725"/>
                </a:cubicBezTo>
                <a:cubicBezTo>
                  <a:pt x="486884" y="50725"/>
                  <a:pt x="484002" y="51457"/>
                  <a:pt x="481121" y="52921"/>
                </a:cubicBezTo>
                <a:cubicBezTo>
                  <a:pt x="478946" y="54005"/>
                  <a:pt x="476173" y="56174"/>
                  <a:pt x="472803" y="59428"/>
                </a:cubicBezTo>
                <a:close/>
                <a:moveTo>
                  <a:pt x="572795" y="39144"/>
                </a:moveTo>
                <a:cubicBezTo>
                  <a:pt x="584104" y="39144"/>
                  <a:pt x="593183" y="43435"/>
                  <a:pt x="600033" y="52017"/>
                </a:cubicBezTo>
                <a:cubicBezTo>
                  <a:pt x="605851" y="59348"/>
                  <a:pt x="608759" y="67766"/>
                  <a:pt x="608759" y="77272"/>
                </a:cubicBezTo>
                <a:cubicBezTo>
                  <a:pt x="608759" y="83952"/>
                  <a:pt x="607156" y="90714"/>
                  <a:pt x="603948" y="97558"/>
                </a:cubicBezTo>
                <a:cubicBezTo>
                  <a:pt x="600740" y="104399"/>
                  <a:pt x="596323" y="109558"/>
                  <a:pt x="590696" y="113034"/>
                </a:cubicBezTo>
                <a:cubicBezTo>
                  <a:pt x="585069" y="116511"/>
                  <a:pt x="578803" y="118249"/>
                  <a:pt x="571898" y="118249"/>
                </a:cubicBezTo>
                <a:cubicBezTo>
                  <a:pt x="560644" y="118249"/>
                  <a:pt x="551701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5" y="47223"/>
                  <a:pt x="555181" y="43992"/>
                </a:cubicBezTo>
                <a:cubicBezTo>
                  <a:pt x="560726" y="40760"/>
                  <a:pt x="566598" y="39144"/>
                  <a:pt x="572795" y="39144"/>
                </a:cubicBezTo>
                <a:moveTo>
                  <a:pt x="570267" y="44527"/>
                </a:moveTo>
                <a:cubicBezTo>
                  <a:pt x="567386" y="44527"/>
                  <a:pt x="564491" y="45382"/>
                  <a:pt x="561582" y="47093"/>
                </a:cubicBezTo>
                <a:cubicBezTo>
                  <a:pt x="558674" y="48804"/>
                  <a:pt x="556322" y="51804"/>
                  <a:pt x="554528" y="56094"/>
                </a:cubicBezTo>
                <a:cubicBezTo>
                  <a:pt x="552734" y="60384"/>
                  <a:pt x="551837" y="65896"/>
                  <a:pt x="551837" y="72629"/>
                </a:cubicBezTo>
                <a:cubicBezTo>
                  <a:pt x="551837" y="83488"/>
                  <a:pt x="553998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9" y="112540"/>
                  <a:pt x="585028" y="110368"/>
                  <a:pt x="588453" y="106024"/>
                </a:cubicBezTo>
                <a:cubicBezTo>
                  <a:pt x="591878" y="101679"/>
                  <a:pt x="593591" y="94213"/>
                  <a:pt x="593591" y="83625"/>
                </a:cubicBezTo>
                <a:cubicBezTo>
                  <a:pt x="593591" y="70375"/>
                  <a:pt x="590737" y="59948"/>
                  <a:pt x="585028" y="52345"/>
                </a:cubicBezTo>
                <a:cubicBezTo>
                  <a:pt x="581168" y="47133"/>
                  <a:pt x="576248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2" y="39144"/>
                  <a:pt x="677111" y="43435"/>
                  <a:pt x="683961" y="52017"/>
                </a:cubicBezTo>
                <a:cubicBezTo>
                  <a:pt x="689779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6" y="97558"/>
                </a:cubicBezTo>
                <a:cubicBezTo>
                  <a:pt x="684668" y="104399"/>
                  <a:pt x="680251" y="109558"/>
                  <a:pt x="674624" y="113034"/>
                </a:cubicBezTo>
                <a:cubicBezTo>
                  <a:pt x="668997" y="116511"/>
                  <a:pt x="662731" y="118249"/>
                  <a:pt x="655826" y="118249"/>
                </a:cubicBezTo>
                <a:cubicBezTo>
                  <a:pt x="644572" y="118249"/>
                  <a:pt x="635629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3" y="47223"/>
                  <a:pt x="639108" y="43992"/>
                </a:cubicBezTo>
                <a:cubicBezTo>
                  <a:pt x="644654" y="40760"/>
                  <a:pt x="650526" y="39144"/>
                  <a:pt x="656723" y="39144"/>
                </a:cubicBezTo>
                <a:moveTo>
                  <a:pt x="654195" y="44527"/>
                </a:moveTo>
                <a:cubicBezTo>
                  <a:pt x="651314" y="44527"/>
                  <a:pt x="648419" y="45382"/>
                  <a:pt x="645510" y="47093"/>
                </a:cubicBezTo>
                <a:cubicBezTo>
                  <a:pt x="642602" y="48804"/>
                  <a:pt x="640250" y="51804"/>
                  <a:pt x="638456" y="56094"/>
                </a:cubicBezTo>
                <a:cubicBezTo>
                  <a:pt x="636662" y="60384"/>
                  <a:pt x="635765" y="65896"/>
                  <a:pt x="635765" y="72629"/>
                </a:cubicBezTo>
                <a:cubicBezTo>
                  <a:pt x="635765" y="83488"/>
                  <a:pt x="637926" y="92856"/>
                  <a:pt x="642248" y="100730"/>
                </a:cubicBezTo>
                <a:cubicBezTo>
                  <a:pt x="646570" y="108604"/>
                  <a:pt x="652265" y="112540"/>
                  <a:pt x="659333" y="112540"/>
                </a:cubicBezTo>
                <a:cubicBezTo>
                  <a:pt x="664607" y="112540"/>
                  <a:pt x="668956" y="110368"/>
                  <a:pt x="672381" y="106024"/>
                </a:cubicBezTo>
                <a:cubicBezTo>
                  <a:pt x="675806" y="101679"/>
                  <a:pt x="677519" y="94213"/>
                  <a:pt x="677519" y="83625"/>
                </a:cubicBezTo>
                <a:cubicBezTo>
                  <a:pt x="677519" y="70375"/>
                  <a:pt x="674665" y="59948"/>
                  <a:pt x="668956" y="52345"/>
                </a:cubicBezTo>
                <a:cubicBezTo>
                  <a:pt x="665096" y="47133"/>
                  <a:pt x="660176" y="44527"/>
                  <a:pt x="654195" y="44527"/>
                </a:cubicBezTo>
                <a:close/>
                <a:moveTo>
                  <a:pt x="726217" y="0"/>
                </a:moveTo>
                <a:lnTo>
                  <a:pt x="726217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4" y="48686"/>
                  <a:pt x="752884" y="48033"/>
                </a:cubicBezTo>
                <a:cubicBezTo>
                  <a:pt x="752884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4" y="43874"/>
                </a:cubicBezTo>
                <a:lnTo>
                  <a:pt x="747094" y="41265"/>
                </a:lnTo>
                <a:lnTo>
                  <a:pt x="779551" y="41265"/>
                </a:lnTo>
                <a:lnTo>
                  <a:pt x="779551" y="43874"/>
                </a:lnTo>
                <a:cubicBezTo>
                  <a:pt x="775093" y="43983"/>
                  <a:pt x="771382" y="44663"/>
                  <a:pt x="768419" y="45913"/>
                </a:cubicBezTo>
                <a:cubicBezTo>
                  <a:pt x="765456" y="47164"/>
                  <a:pt x="762208" y="49393"/>
                  <a:pt x="758674" y="52600"/>
                </a:cubicBezTo>
                <a:lnTo>
                  <a:pt x="739509" y="70297"/>
                </a:lnTo>
                <a:lnTo>
                  <a:pt x="758674" y="94471"/>
                </a:lnTo>
                <a:cubicBezTo>
                  <a:pt x="764002" y="101145"/>
                  <a:pt x="767590" y="105377"/>
                  <a:pt x="769438" y="107168"/>
                </a:cubicBezTo>
                <a:cubicBezTo>
                  <a:pt x="772048" y="109718"/>
                  <a:pt x="774332" y="111374"/>
                  <a:pt x="776289" y="112135"/>
                </a:cubicBezTo>
                <a:cubicBezTo>
                  <a:pt x="777648" y="112677"/>
                  <a:pt x="780013" y="112948"/>
                  <a:pt x="783384" y="112948"/>
                </a:cubicBezTo>
                <a:lnTo>
                  <a:pt x="783384" y="115965"/>
                </a:lnTo>
                <a:lnTo>
                  <a:pt x="747094" y="115965"/>
                </a:lnTo>
                <a:lnTo>
                  <a:pt x="747094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7" y="74374"/>
                </a:lnTo>
                <a:lnTo>
                  <a:pt x="726217" y="99112"/>
                </a:lnTo>
                <a:cubicBezTo>
                  <a:pt x="726217" y="103941"/>
                  <a:pt x="726556" y="107115"/>
                  <a:pt x="727236" y="108636"/>
                </a:cubicBezTo>
                <a:cubicBezTo>
                  <a:pt x="727916" y="110155"/>
                  <a:pt x="728881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8" y="13758"/>
                  <a:pt x="711102" y="12427"/>
                  <a:pt x="710233" y="11695"/>
                </a:cubicBezTo>
                <a:cubicBezTo>
                  <a:pt x="709363" y="10961"/>
                  <a:pt x="708221" y="10594"/>
                  <a:pt x="706807" y="10594"/>
                </a:cubicBezTo>
                <a:cubicBezTo>
                  <a:pt x="705666" y="10594"/>
                  <a:pt x="703953" y="11056"/>
                  <a:pt x="701670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7" y="0"/>
                </a:lnTo>
                <a:close/>
                <a:moveTo>
                  <a:pt x="834167" y="118412"/>
                </a:moveTo>
                <a:lnTo>
                  <a:pt x="841752" y="81306"/>
                </a:lnTo>
                <a:lnTo>
                  <a:pt x="827806" y="81306"/>
                </a:lnTo>
                <a:lnTo>
                  <a:pt x="827806" y="74537"/>
                </a:lnTo>
                <a:lnTo>
                  <a:pt x="843056" y="74537"/>
                </a:lnTo>
                <a:lnTo>
                  <a:pt x="848683" y="46647"/>
                </a:lnTo>
                <a:lnTo>
                  <a:pt x="827806" y="46647"/>
                </a:lnTo>
                <a:lnTo>
                  <a:pt x="827806" y="40123"/>
                </a:lnTo>
                <a:lnTo>
                  <a:pt x="850233" y="40123"/>
                </a:lnTo>
                <a:lnTo>
                  <a:pt x="857654" y="2936"/>
                </a:lnTo>
                <a:lnTo>
                  <a:pt x="864423" y="2936"/>
                </a:lnTo>
                <a:lnTo>
                  <a:pt x="857002" y="40123"/>
                </a:lnTo>
                <a:lnTo>
                  <a:pt x="884484" y="40123"/>
                </a:lnTo>
                <a:lnTo>
                  <a:pt x="892395" y="2936"/>
                </a:lnTo>
                <a:lnTo>
                  <a:pt x="899163" y="2936"/>
                </a:lnTo>
                <a:lnTo>
                  <a:pt x="891416" y="40123"/>
                </a:lnTo>
                <a:lnTo>
                  <a:pt x="905280" y="40123"/>
                </a:lnTo>
                <a:lnTo>
                  <a:pt x="905280" y="46647"/>
                </a:lnTo>
                <a:lnTo>
                  <a:pt x="890193" y="46647"/>
                </a:lnTo>
                <a:lnTo>
                  <a:pt x="884484" y="74537"/>
                </a:lnTo>
                <a:lnTo>
                  <a:pt x="905280" y="74537"/>
                </a:lnTo>
                <a:lnTo>
                  <a:pt x="905280" y="81306"/>
                </a:lnTo>
                <a:lnTo>
                  <a:pt x="883098" y="81306"/>
                </a:lnTo>
                <a:lnTo>
                  <a:pt x="875514" y="118412"/>
                </a:lnTo>
                <a:lnTo>
                  <a:pt x="868908" y="118412"/>
                </a:lnTo>
                <a:lnTo>
                  <a:pt x="876329" y="81306"/>
                </a:lnTo>
                <a:lnTo>
                  <a:pt x="848683" y="81306"/>
                </a:lnTo>
                <a:lnTo>
                  <a:pt x="840936" y="118412"/>
                </a:lnTo>
                <a:lnTo>
                  <a:pt x="834167" y="118412"/>
                </a:lnTo>
                <a:moveTo>
                  <a:pt x="849907" y="74537"/>
                </a:moveTo>
                <a:lnTo>
                  <a:pt x="877552" y="74537"/>
                </a:lnTo>
                <a:lnTo>
                  <a:pt x="883424" y="46647"/>
                </a:lnTo>
                <a:lnTo>
                  <a:pt x="855615" y="46647"/>
                </a:lnTo>
                <a:lnTo>
                  <a:pt x="849907" y="74537"/>
                </a:lnTo>
                <a:close/>
                <a:moveTo>
                  <a:pt x="1005354" y="5382"/>
                </a:moveTo>
                <a:lnTo>
                  <a:pt x="1006578" y="31315"/>
                </a:lnTo>
                <a:lnTo>
                  <a:pt x="1003479" y="31315"/>
                </a:lnTo>
                <a:cubicBezTo>
                  <a:pt x="1002881" y="26749"/>
                  <a:pt x="1002065" y="23487"/>
                  <a:pt x="1001032" y="21529"/>
                </a:cubicBezTo>
                <a:cubicBezTo>
                  <a:pt x="999347" y="18376"/>
                  <a:pt x="997104" y="16052"/>
                  <a:pt x="994304" y="14557"/>
                </a:cubicBezTo>
                <a:cubicBezTo>
                  <a:pt x="991504" y="13062"/>
                  <a:pt x="987821" y="12314"/>
                  <a:pt x="983254" y="12314"/>
                </a:cubicBezTo>
                <a:lnTo>
                  <a:pt x="967678" y="12314"/>
                </a:lnTo>
                <a:lnTo>
                  <a:pt x="967678" y="96801"/>
                </a:lnTo>
                <a:cubicBezTo>
                  <a:pt x="967678" y="103597"/>
                  <a:pt x="968412" y="107837"/>
                  <a:pt x="969880" y="109523"/>
                </a:cubicBezTo>
                <a:cubicBezTo>
                  <a:pt x="971946" y="111806"/>
                  <a:pt x="975126" y="112948"/>
                  <a:pt x="979421" y="112948"/>
                </a:cubicBezTo>
                <a:lnTo>
                  <a:pt x="983254" y="112948"/>
                </a:lnTo>
                <a:lnTo>
                  <a:pt x="983254" y="115965"/>
                </a:lnTo>
                <a:lnTo>
                  <a:pt x="936362" y="115965"/>
                </a:lnTo>
                <a:lnTo>
                  <a:pt x="936362" y="112948"/>
                </a:lnTo>
                <a:lnTo>
                  <a:pt x="940277" y="112948"/>
                </a:lnTo>
                <a:cubicBezTo>
                  <a:pt x="944952" y="112948"/>
                  <a:pt x="948269" y="111534"/>
                  <a:pt x="950226" y="108707"/>
                </a:cubicBezTo>
                <a:cubicBezTo>
                  <a:pt x="951422" y="106967"/>
                  <a:pt x="952020" y="102999"/>
                  <a:pt x="952020" y="96801"/>
                </a:cubicBezTo>
                <a:lnTo>
                  <a:pt x="952020" y="12314"/>
                </a:lnTo>
                <a:lnTo>
                  <a:pt x="938727" y="12314"/>
                </a:lnTo>
                <a:cubicBezTo>
                  <a:pt x="933562" y="12314"/>
                  <a:pt x="929893" y="12695"/>
                  <a:pt x="927718" y="13456"/>
                </a:cubicBezTo>
                <a:cubicBezTo>
                  <a:pt x="924891" y="14489"/>
                  <a:pt x="922472" y="16473"/>
                  <a:pt x="920460" y="19409"/>
                </a:cubicBezTo>
                <a:cubicBezTo>
                  <a:pt x="918448" y="22345"/>
                  <a:pt x="917252" y="26314"/>
                  <a:pt x="916872" y="31315"/>
                </a:cubicBezTo>
                <a:lnTo>
                  <a:pt x="913773" y="31315"/>
                </a:lnTo>
                <a:lnTo>
                  <a:pt x="915078" y="5382"/>
                </a:lnTo>
                <a:lnTo>
                  <a:pt x="1005354" y="5382"/>
                </a:lnTo>
                <a:close/>
                <a:moveTo>
                  <a:pt x="1058652" y="105201"/>
                </a:moveTo>
                <a:cubicBezTo>
                  <a:pt x="1050986" y="111127"/>
                  <a:pt x="1046175" y="114552"/>
                  <a:pt x="1044217" y="115476"/>
                </a:cubicBezTo>
                <a:cubicBezTo>
                  <a:pt x="1041282" y="116889"/>
                  <a:pt x="1038155" y="117596"/>
                  <a:pt x="1034839" y="117596"/>
                </a:cubicBezTo>
                <a:cubicBezTo>
                  <a:pt x="1029674" y="117596"/>
                  <a:pt x="1025420" y="115829"/>
                  <a:pt x="1022076" y="112295"/>
                </a:cubicBezTo>
                <a:cubicBezTo>
                  <a:pt x="1018733" y="108762"/>
                  <a:pt x="1017061" y="104113"/>
                  <a:pt x="1017061" y="98350"/>
                </a:cubicBezTo>
                <a:cubicBezTo>
                  <a:pt x="1017061" y="94708"/>
                  <a:pt x="1017876" y="91554"/>
                  <a:pt x="1019508" y="88890"/>
                </a:cubicBezTo>
                <a:cubicBezTo>
                  <a:pt x="1021737" y="85193"/>
                  <a:pt x="1025610" y="81714"/>
                  <a:pt x="1031128" y="78452"/>
                </a:cubicBezTo>
                <a:cubicBezTo>
                  <a:pt x="1036647" y="75190"/>
                  <a:pt x="1045821" y="71221"/>
                  <a:pt x="1058652" y="66545"/>
                </a:cubicBezTo>
                <a:lnTo>
                  <a:pt x="1058652" y="63610"/>
                </a:lnTo>
                <a:cubicBezTo>
                  <a:pt x="1058652" y="56161"/>
                  <a:pt x="1057469" y="51051"/>
                  <a:pt x="1055104" y="48278"/>
                </a:cubicBezTo>
                <a:cubicBezTo>
                  <a:pt x="1052739" y="45505"/>
                  <a:pt x="1049301" y="44119"/>
                  <a:pt x="1044788" y="44119"/>
                </a:cubicBezTo>
                <a:cubicBezTo>
                  <a:pt x="1041363" y="44119"/>
                  <a:pt x="1038645" y="45040"/>
                  <a:pt x="1036633" y="46882"/>
                </a:cubicBezTo>
                <a:cubicBezTo>
                  <a:pt x="1034567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9" y="62345"/>
                  <a:pt x="1031781" y="63699"/>
                </a:cubicBezTo>
                <a:cubicBezTo>
                  <a:pt x="1030503" y="65053"/>
                  <a:pt x="1028831" y="65730"/>
                  <a:pt x="1026766" y="65730"/>
                </a:cubicBezTo>
                <a:cubicBezTo>
                  <a:pt x="1024754" y="65730"/>
                  <a:pt x="1023109" y="65026"/>
                  <a:pt x="1021832" y="63617"/>
                </a:cubicBezTo>
                <a:cubicBezTo>
                  <a:pt x="1020554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2" y="44998"/>
                </a:cubicBezTo>
                <a:cubicBezTo>
                  <a:pt x="1031876" y="41096"/>
                  <a:pt x="1038590" y="39144"/>
                  <a:pt x="1047235" y="39144"/>
                </a:cubicBezTo>
                <a:cubicBezTo>
                  <a:pt x="1053868" y="39144"/>
                  <a:pt x="1059304" y="40257"/>
                  <a:pt x="1063545" y="42483"/>
                </a:cubicBezTo>
                <a:cubicBezTo>
                  <a:pt x="1066753" y="44167"/>
                  <a:pt x="1069118" y="46801"/>
                  <a:pt x="1070640" y="50386"/>
                </a:cubicBezTo>
                <a:cubicBezTo>
                  <a:pt x="1071618" y="52720"/>
                  <a:pt x="1072108" y="57498"/>
                  <a:pt x="1072108" y="64721"/>
                </a:cubicBezTo>
                <a:lnTo>
                  <a:pt x="1072108" y="90052"/>
                </a:lnTo>
                <a:cubicBezTo>
                  <a:pt x="1072108" y="97166"/>
                  <a:pt x="1072244" y="101524"/>
                  <a:pt x="1072516" y="103126"/>
                </a:cubicBezTo>
                <a:cubicBezTo>
                  <a:pt x="1072787" y="104728"/>
                  <a:pt x="1073236" y="105801"/>
                  <a:pt x="1073861" y="106345"/>
                </a:cubicBezTo>
                <a:cubicBezTo>
                  <a:pt x="1074486" y="106887"/>
                  <a:pt x="1075207" y="107158"/>
                  <a:pt x="1076022" y="107158"/>
                </a:cubicBezTo>
                <a:cubicBezTo>
                  <a:pt x="1076892" y="107158"/>
                  <a:pt x="1077653" y="106967"/>
                  <a:pt x="1078306" y="106587"/>
                </a:cubicBezTo>
                <a:cubicBezTo>
                  <a:pt x="1079447" y="105880"/>
                  <a:pt x="1081649" y="103896"/>
                  <a:pt x="1084911" y="100634"/>
                </a:cubicBezTo>
                <a:lnTo>
                  <a:pt x="1084911" y="105201"/>
                </a:lnTo>
                <a:cubicBezTo>
                  <a:pt x="1078822" y="113356"/>
                  <a:pt x="1073005" y="117433"/>
                  <a:pt x="1067459" y="117433"/>
                </a:cubicBezTo>
                <a:cubicBezTo>
                  <a:pt x="1064795" y="117433"/>
                  <a:pt x="1062675" y="116509"/>
                  <a:pt x="1061098" y="114660"/>
                </a:cubicBezTo>
                <a:cubicBezTo>
                  <a:pt x="1059522" y="112812"/>
                  <a:pt x="1058706" y="109659"/>
                  <a:pt x="1058652" y="105201"/>
                </a:cubicBezTo>
                <a:moveTo>
                  <a:pt x="1058652" y="99854"/>
                </a:moveTo>
                <a:lnTo>
                  <a:pt x="1058652" y="71520"/>
                </a:lnTo>
                <a:cubicBezTo>
                  <a:pt x="1050442" y="74767"/>
                  <a:pt x="1045142" y="77067"/>
                  <a:pt x="1042749" y="78421"/>
                </a:cubicBezTo>
                <a:cubicBezTo>
                  <a:pt x="1038454" y="80803"/>
                  <a:pt x="1035383" y="83293"/>
                  <a:pt x="1033534" y="85891"/>
                </a:cubicBezTo>
                <a:cubicBezTo>
                  <a:pt x="1031686" y="88489"/>
                  <a:pt x="1030762" y="91330"/>
                  <a:pt x="1030762" y="94415"/>
                </a:cubicBezTo>
                <a:cubicBezTo>
                  <a:pt x="1030762" y="98313"/>
                  <a:pt x="1031930" y="101547"/>
                  <a:pt x="1034268" y="104117"/>
                </a:cubicBezTo>
                <a:cubicBezTo>
                  <a:pt x="1036606" y="106688"/>
                  <a:pt x="1039297" y="107973"/>
                  <a:pt x="1042342" y="107973"/>
                </a:cubicBezTo>
                <a:cubicBezTo>
                  <a:pt x="1046474" y="107973"/>
                  <a:pt x="1051910" y="105267"/>
                  <a:pt x="1058652" y="99854"/>
                </a:cubicBezTo>
                <a:close/>
                <a:moveTo>
                  <a:pt x="1111003" y="88745"/>
                </a:moveTo>
                <a:cubicBezTo>
                  <a:pt x="1106436" y="86519"/>
                  <a:pt x="1102929" y="83411"/>
                  <a:pt x="1100483" y="79420"/>
                </a:cubicBezTo>
                <a:cubicBezTo>
                  <a:pt x="1098036" y="75429"/>
                  <a:pt x="1096813" y="71017"/>
                  <a:pt x="1096813" y="66184"/>
                </a:cubicBezTo>
                <a:cubicBezTo>
                  <a:pt x="1096813" y="58800"/>
                  <a:pt x="1099599" y="52447"/>
                  <a:pt x="1105172" y="47126"/>
                </a:cubicBezTo>
                <a:cubicBezTo>
                  <a:pt x="1110745" y="41805"/>
                  <a:pt x="1117880" y="39144"/>
                  <a:pt x="1126579" y="39144"/>
                </a:cubicBezTo>
                <a:cubicBezTo>
                  <a:pt x="1133701" y="39144"/>
                  <a:pt x="1139872" y="40884"/>
                  <a:pt x="1145091" y="44364"/>
                </a:cubicBezTo>
                <a:lnTo>
                  <a:pt x="1160912" y="44364"/>
                </a:lnTo>
                <a:cubicBezTo>
                  <a:pt x="1163250" y="44364"/>
                  <a:pt x="1164609" y="44431"/>
                  <a:pt x="1164989" y="44565"/>
                </a:cubicBezTo>
                <a:cubicBezTo>
                  <a:pt x="1165370" y="44699"/>
                  <a:pt x="1165642" y="44928"/>
                  <a:pt x="1165805" y="45250"/>
                </a:cubicBezTo>
                <a:cubicBezTo>
                  <a:pt x="1166131" y="45735"/>
                  <a:pt x="1166294" y="46595"/>
                  <a:pt x="1166294" y="47832"/>
                </a:cubicBezTo>
                <a:cubicBezTo>
                  <a:pt x="1166294" y="49229"/>
                  <a:pt x="1166158" y="50196"/>
                  <a:pt x="1165887" y="50735"/>
                </a:cubicBezTo>
                <a:cubicBezTo>
                  <a:pt x="1165723" y="51003"/>
                  <a:pt x="1165438" y="51218"/>
                  <a:pt x="1165030" y="51380"/>
                </a:cubicBezTo>
                <a:cubicBezTo>
                  <a:pt x="1164623" y="51541"/>
                  <a:pt x="1163250" y="51622"/>
                  <a:pt x="1160912" y="51622"/>
                </a:cubicBezTo>
                <a:lnTo>
                  <a:pt x="1151207" y="51622"/>
                </a:lnTo>
                <a:cubicBezTo>
                  <a:pt x="1154252" y="55545"/>
                  <a:pt x="1155774" y="60557"/>
                  <a:pt x="1155774" y="66658"/>
                </a:cubicBezTo>
                <a:cubicBezTo>
                  <a:pt x="1155774" y="73630"/>
                  <a:pt x="1153110" y="79595"/>
                  <a:pt x="1147782" y="84553"/>
                </a:cubicBezTo>
                <a:cubicBezTo>
                  <a:pt x="1142454" y="89510"/>
                  <a:pt x="1135305" y="91989"/>
                  <a:pt x="1126334" y="91989"/>
                </a:cubicBezTo>
                <a:cubicBezTo>
                  <a:pt x="1122637" y="91989"/>
                  <a:pt x="1118859" y="91435"/>
                  <a:pt x="1114999" y="90325"/>
                </a:cubicBezTo>
                <a:cubicBezTo>
                  <a:pt x="1112607" y="92389"/>
                  <a:pt x="1110989" y="94196"/>
                  <a:pt x="1110147" y="95746"/>
                </a:cubicBezTo>
                <a:cubicBezTo>
                  <a:pt x="1109304" y="97293"/>
                  <a:pt x="1108883" y="98610"/>
                  <a:pt x="1108883" y="99696"/>
                </a:cubicBezTo>
                <a:cubicBezTo>
                  <a:pt x="1108883" y="100620"/>
                  <a:pt x="1109331" y="101517"/>
                  <a:pt x="1110228" y="102387"/>
                </a:cubicBezTo>
                <a:cubicBezTo>
                  <a:pt x="1111125" y="103255"/>
                  <a:pt x="1112879" y="103880"/>
                  <a:pt x="1115488" y="104260"/>
                </a:cubicBezTo>
                <a:cubicBezTo>
                  <a:pt x="1117010" y="104478"/>
                  <a:pt x="1120816" y="104668"/>
                  <a:pt x="1126905" y="104831"/>
                </a:cubicBezTo>
                <a:cubicBezTo>
                  <a:pt x="1138105" y="105101"/>
                  <a:pt x="1145363" y="105481"/>
                  <a:pt x="1148679" y="105970"/>
                </a:cubicBezTo>
                <a:cubicBezTo>
                  <a:pt x="1153735" y="106677"/>
                  <a:pt x="1157772" y="108552"/>
                  <a:pt x="1160790" y="111595"/>
                </a:cubicBezTo>
                <a:cubicBezTo>
                  <a:pt x="1163807" y="114636"/>
                  <a:pt x="1165316" y="118384"/>
                  <a:pt x="1165316" y="122838"/>
                </a:cubicBezTo>
                <a:cubicBezTo>
                  <a:pt x="1165316" y="128977"/>
                  <a:pt x="1162434" y="134735"/>
                  <a:pt x="1156671" y="140114"/>
                </a:cubicBezTo>
                <a:cubicBezTo>
                  <a:pt x="1148190" y="148045"/>
                  <a:pt x="1137126" y="152011"/>
                  <a:pt x="1123480" y="152011"/>
                </a:cubicBezTo>
                <a:cubicBezTo>
                  <a:pt x="1112987" y="152011"/>
                  <a:pt x="1104125" y="149649"/>
                  <a:pt x="1096895" y="144926"/>
                </a:cubicBezTo>
                <a:cubicBezTo>
                  <a:pt x="1092817" y="142211"/>
                  <a:pt x="1090778" y="139387"/>
                  <a:pt x="1090778" y="136455"/>
                </a:cubicBezTo>
                <a:cubicBezTo>
                  <a:pt x="1090778" y="135153"/>
                  <a:pt x="1091077" y="133851"/>
                  <a:pt x="1091675" y="132548"/>
                </a:cubicBezTo>
                <a:cubicBezTo>
                  <a:pt x="1092600" y="130538"/>
                  <a:pt x="1094502" y="127742"/>
                  <a:pt x="1097384" y="124159"/>
                </a:cubicBezTo>
                <a:cubicBezTo>
                  <a:pt x="1097764" y="123671"/>
                  <a:pt x="1100537" y="120739"/>
                  <a:pt x="1105702" y="115364"/>
                </a:cubicBezTo>
                <a:cubicBezTo>
                  <a:pt x="1102875" y="113677"/>
                  <a:pt x="1100877" y="112166"/>
                  <a:pt x="1099708" y="110833"/>
                </a:cubicBezTo>
                <a:cubicBezTo>
                  <a:pt x="1098539" y="109499"/>
                  <a:pt x="1097955" y="107989"/>
                  <a:pt x="1097955" y="106301"/>
                </a:cubicBezTo>
                <a:cubicBezTo>
                  <a:pt x="1097955" y="104395"/>
                  <a:pt x="1098729" y="102163"/>
                  <a:pt x="1100279" y="99604"/>
                </a:cubicBezTo>
                <a:cubicBezTo>
                  <a:pt x="1101828" y="97045"/>
                  <a:pt x="1105403" y="93426"/>
                  <a:pt x="1111003" y="88745"/>
                </a:cubicBezTo>
                <a:moveTo>
                  <a:pt x="1125193" y="43222"/>
                </a:moveTo>
                <a:cubicBezTo>
                  <a:pt x="1121170" y="43222"/>
                  <a:pt x="1117799" y="44817"/>
                  <a:pt x="1115080" y="48008"/>
                </a:cubicBezTo>
                <a:cubicBezTo>
                  <a:pt x="1112362" y="51197"/>
                  <a:pt x="1111003" y="56090"/>
                  <a:pt x="1111003" y="62687"/>
                </a:cubicBezTo>
                <a:cubicBezTo>
                  <a:pt x="1111003" y="71231"/>
                  <a:pt x="1112851" y="77855"/>
                  <a:pt x="1116548" y="82557"/>
                </a:cubicBezTo>
                <a:cubicBezTo>
                  <a:pt x="1119375" y="86127"/>
                  <a:pt x="1122964" y="87912"/>
                  <a:pt x="1127313" y="87912"/>
                </a:cubicBezTo>
                <a:cubicBezTo>
                  <a:pt x="1131445" y="87912"/>
                  <a:pt x="1134843" y="86371"/>
                  <a:pt x="1137507" y="83289"/>
                </a:cubicBezTo>
                <a:cubicBezTo>
                  <a:pt x="1140171" y="80207"/>
                  <a:pt x="1141503" y="75367"/>
                  <a:pt x="1141503" y="68770"/>
                </a:cubicBezTo>
                <a:cubicBezTo>
                  <a:pt x="1141503" y="60173"/>
                  <a:pt x="1139627" y="53441"/>
                  <a:pt x="1135876" y="48574"/>
                </a:cubicBezTo>
                <a:cubicBezTo>
                  <a:pt x="1133103" y="45006"/>
                  <a:pt x="1129542" y="43222"/>
                  <a:pt x="1125193" y="43222"/>
                </a:cubicBezTo>
                <a:moveTo>
                  <a:pt x="1110187" y="116014"/>
                </a:moveTo>
                <a:cubicBezTo>
                  <a:pt x="1107632" y="118781"/>
                  <a:pt x="1105702" y="121359"/>
                  <a:pt x="1104397" y="123746"/>
                </a:cubicBezTo>
                <a:cubicBezTo>
                  <a:pt x="1103092" y="126134"/>
                  <a:pt x="1102440" y="128333"/>
                  <a:pt x="1102440" y="130341"/>
                </a:cubicBezTo>
                <a:cubicBezTo>
                  <a:pt x="1102440" y="132946"/>
                  <a:pt x="1104017" y="135225"/>
                  <a:pt x="1107170" y="137179"/>
                </a:cubicBezTo>
                <a:cubicBezTo>
                  <a:pt x="1112607" y="140543"/>
                  <a:pt x="1120463" y="142225"/>
                  <a:pt x="1130738" y="142225"/>
                </a:cubicBezTo>
                <a:cubicBezTo>
                  <a:pt x="1140524" y="142225"/>
                  <a:pt x="1147741" y="140501"/>
                  <a:pt x="1152390" y="137054"/>
                </a:cubicBezTo>
                <a:cubicBezTo>
                  <a:pt x="1157038" y="133608"/>
                  <a:pt x="1159362" y="129932"/>
                  <a:pt x="1159362" y="126027"/>
                </a:cubicBezTo>
                <a:cubicBezTo>
                  <a:pt x="1159362" y="123205"/>
                  <a:pt x="1157976" y="121196"/>
                  <a:pt x="1155203" y="120002"/>
                </a:cubicBezTo>
                <a:cubicBezTo>
                  <a:pt x="1152376" y="118808"/>
                  <a:pt x="1146776" y="118103"/>
                  <a:pt x="1138404" y="117887"/>
                </a:cubicBezTo>
                <a:cubicBezTo>
                  <a:pt x="1126171" y="117561"/>
                  <a:pt x="1116766" y="116936"/>
                  <a:pt x="1110187" y="116014"/>
                </a:cubicBezTo>
                <a:close/>
                <a:moveTo>
                  <a:pt x="1189303" y="16229"/>
                </a:moveTo>
                <a:lnTo>
                  <a:pt x="1216215" y="3099"/>
                </a:lnTo>
                <a:lnTo>
                  <a:pt x="1218906" y="3099"/>
                </a:lnTo>
                <a:lnTo>
                  <a:pt x="1218906" y="96475"/>
                </a:lnTo>
                <a:cubicBezTo>
                  <a:pt x="1218906" y="102672"/>
                  <a:pt x="1219165" y="106532"/>
                  <a:pt x="1219681" y="108055"/>
                </a:cubicBezTo>
                <a:cubicBezTo>
                  <a:pt x="1220198" y="109577"/>
                  <a:pt x="1221271" y="110746"/>
                  <a:pt x="1222902" y="111561"/>
                </a:cubicBezTo>
                <a:cubicBezTo>
                  <a:pt x="1224533" y="112377"/>
                  <a:pt x="1227850" y="112839"/>
                  <a:pt x="1232852" y="112948"/>
                </a:cubicBezTo>
                <a:lnTo>
                  <a:pt x="1232852" y="115965"/>
                </a:lnTo>
                <a:lnTo>
                  <a:pt x="1191261" y="115965"/>
                </a:lnTo>
                <a:lnTo>
                  <a:pt x="1191261" y="112948"/>
                </a:lnTo>
                <a:cubicBezTo>
                  <a:pt x="1196480" y="112839"/>
                  <a:pt x="1199851" y="112391"/>
                  <a:pt x="1201373" y="111602"/>
                </a:cubicBezTo>
                <a:cubicBezTo>
                  <a:pt x="1202895" y="110814"/>
                  <a:pt x="1203955" y="109754"/>
                  <a:pt x="1204553" y="108422"/>
                </a:cubicBezTo>
                <a:cubicBezTo>
                  <a:pt x="1205152" y="107090"/>
                  <a:pt x="1205451" y="103107"/>
                  <a:pt x="1205451" y="96475"/>
                </a:cubicBezTo>
                <a:lnTo>
                  <a:pt x="1205451" y="36779"/>
                </a:lnTo>
                <a:cubicBezTo>
                  <a:pt x="1205451" y="28733"/>
                  <a:pt x="1205179" y="23568"/>
                  <a:pt x="1204635" y="21285"/>
                </a:cubicBezTo>
                <a:cubicBezTo>
                  <a:pt x="1204254" y="19545"/>
                  <a:pt x="1203561" y="18267"/>
                  <a:pt x="1202555" y="17452"/>
                </a:cubicBezTo>
                <a:cubicBezTo>
                  <a:pt x="1201550" y="16636"/>
                  <a:pt x="1200340" y="16229"/>
                  <a:pt x="1198926" y="16229"/>
                </a:cubicBezTo>
                <a:cubicBezTo>
                  <a:pt x="1196915" y="16229"/>
                  <a:pt x="1194115" y="17071"/>
                  <a:pt x="1190527" y="18757"/>
                </a:cubicBezTo>
                <a:lnTo>
                  <a:pt x="1189303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D78A6-860A-46D0-9B7C-E78D2928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705" y="3048566"/>
            <a:ext cx="1465376" cy="1149809"/>
          </a:xfrm>
          <a:custGeom xmlns:a="http://schemas.openxmlformats.org/drawingml/2006/main">
            <a:pathLst>
              <a:path w="1465376" h="1149809">
                <a:moveTo>
                  <a:pt x="168" y="4868"/>
                </a:moveTo>
                <a:cubicBezTo>
                  <a:pt x="0" y="2333"/>
                  <a:pt x="2333" y="0"/>
                  <a:pt x="6211" y="839"/>
                </a:cubicBezTo>
                <a:lnTo>
                  <a:pt x="1460509" y="839"/>
                </a:lnTo>
                <a:cubicBezTo>
                  <a:pt x="1463043" y="0"/>
                  <a:pt x="1465376" y="2333"/>
                  <a:pt x="1464537" y="4868"/>
                </a:cubicBezTo>
                <a:lnTo>
                  <a:pt x="1464537" y="1144941"/>
                </a:lnTo>
                <a:cubicBezTo>
                  <a:pt x="1465376" y="1147475"/>
                  <a:pt x="1463043" y="1149809"/>
                  <a:pt x="1460509" y="1148969"/>
                </a:cubicBezTo>
                <a:lnTo>
                  <a:pt x="6211" y="1148969"/>
                </a:lnTo>
                <a:cubicBezTo>
                  <a:pt x="2333" y="1149809"/>
                  <a:pt x="0" y="1147475"/>
                  <a:pt x="168" y="1144941"/>
                </a:cubicBezTo>
                <a:lnTo>
                  <a:pt x="168" y="486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37E11-82F2-4CE8-886C-0543B2A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12" y="3040173"/>
            <a:ext cx="1482162" cy="1166594"/>
          </a:xfrm>
          <a:custGeom xmlns:a="http://schemas.openxmlformats.org/drawingml/2006/main">
            <a:pathLst>
              <a:path w="1482162" h="1166594">
                <a:moveTo>
                  <a:pt x="10877" y="1166359"/>
                </a:moveTo>
                <a:lnTo>
                  <a:pt x="13193" y="1166594"/>
                </a:lnTo>
                <a:lnTo>
                  <a:pt x="1468969" y="1166594"/>
                </a:lnTo>
                <a:lnTo>
                  <a:pt x="1471285" y="1166359"/>
                </a:lnTo>
                <a:lnTo>
                  <a:pt x="1474256" y="1165436"/>
                </a:lnTo>
                <a:lnTo>
                  <a:pt x="1478285" y="1162717"/>
                </a:lnTo>
                <a:lnTo>
                  <a:pt x="1481004" y="1158688"/>
                </a:lnTo>
                <a:lnTo>
                  <a:pt x="1481927" y="1155717"/>
                </a:lnTo>
                <a:lnTo>
                  <a:pt x="1482162" y="1153401"/>
                </a:lnTo>
                <a:lnTo>
                  <a:pt x="1482162" y="13193"/>
                </a:lnTo>
                <a:lnTo>
                  <a:pt x="1481927" y="10877"/>
                </a:lnTo>
                <a:lnTo>
                  <a:pt x="1481004" y="7906"/>
                </a:lnTo>
                <a:lnTo>
                  <a:pt x="1478285" y="3877"/>
                </a:lnTo>
                <a:lnTo>
                  <a:pt x="1474256" y="1158"/>
                </a:lnTo>
                <a:lnTo>
                  <a:pt x="1471285" y="235"/>
                </a:lnTo>
                <a:lnTo>
                  <a:pt x="1468969" y="0"/>
                </a:lnTo>
                <a:lnTo>
                  <a:pt x="13193" y="0"/>
                </a:lnTo>
                <a:lnTo>
                  <a:pt x="10877" y="235"/>
                </a:lnTo>
                <a:lnTo>
                  <a:pt x="7906" y="1158"/>
                </a:lnTo>
                <a:lnTo>
                  <a:pt x="3877" y="3877"/>
                </a:lnTo>
                <a:lnTo>
                  <a:pt x="1158" y="7906"/>
                </a:lnTo>
                <a:lnTo>
                  <a:pt x="235" y="10877"/>
                </a:lnTo>
                <a:lnTo>
                  <a:pt x="0" y="13193"/>
                </a:lnTo>
                <a:lnTo>
                  <a:pt x="0" y="1153401"/>
                </a:lnTo>
                <a:lnTo>
                  <a:pt x="235" y="1155717"/>
                </a:lnTo>
                <a:lnTo>
                  <a:pt x="1158" y="1158688"/>
                </a:lnTo>
                <a:lnTo>
                  <a:pt x="3877" y="1162717"/>
                </a:lnTo>
                <a:lnTo>
                  <a:pt x="7906" y="1165436"/>
                </a:lnTo>
                <a:lnTo>
                  <a:pt x="10877" y="1166359"/>
                </a:lnTo>
                <a:close/>
                <a:moveTo>
                  <a:pt x="1465376" y="1149809"/>
                </a:moveTo>
                <a:lnTo>
                  <a:pt x="16786" y="1149809"/>
                </a:lnTo>
                <a:lnTo>
                  <a:pt x="16786" y="16786"/>
                </a:lnTo>
                <a:lnTo>
                  <a:pt x="1465376" y="16786"/>
                </a:lnTo>
                <a:lnTo>
                  <a:pt x="1465376" y="1149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Selecttag">
            <a:extLst xmlns:a="http://schemas.openxmlformats.org/drawingml/2006/main">
              <a:ext uri="{FF2B5EF4-FFF2-40B4-BE49-F238E27FC236}">
                <a16:creationId xmlns:a16="http://schemas.microsoft.com/office/drawing/2014/main" id="{165DE47A-5F3F-418D-8EC8-6321C290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322" y="3184895"/>
            <a:ext cx="741138" cy="165555"/>
          </a:xfrm>
          <a:custGeom xmlns:a="http://schemas.openxmlformats.org/drawingml/2006/main">
            <a:pathLst>
              <a:path w="741138" h="165555">
                <a:moveTo>
                  <a:pt x="77525" y="0"/>
                </a:moveTo>
                <a:lnTo>
                  <a:pt x="78521" y="40936"/>
                </a:lnTo>
                <a:lnTo>
                  <a:pt x="74808" y="40936"/>
                </a:lnTo>
                <a:cubicBezTo>
                  <a:pt x="73057" y="30698"/>
                  <a:pt x="68755" y="22463"/>
                  <a:pt x="61902" y="16231"/>
                </a:cubicBezTo>
                <a:cubicBezTo>
                  <a:pt x="55049" y="9999"/>
                  <a:pt x="47638" y="6883"/>
                  <a:pt x="39668" y="6883"/>
                </a:cubicBezTo>
                <a:cubicBezTo>
                  <a:pt x="33510" y="6883"/>
                  <a:pt x="28634" y="8524"/>
                  <a:pt x="25042" y="11805"/>
                </a:cubicBezTo>
                <a:cubicBezTo>
                  <a:pt x="21449" y="15084"/>
                  <a:pt x="19653" y="18860"/>
                  <a:pt x="19653" y="23134"/>
                </a:cubicBezTo>
                <a:cubicBezTo>
                  <a:pt x="19653" y="25842"/>
                  <a:pt x="20287" y="28249"/>
                  <a:pt x="21555" y="30357"/>
                </a:cubicBezTo>
                <a:cubicBezTo>
                  <a:pt x="23306" y="33185"/>
                  <a:pt x="26113" y="35983"/>
                  <a:pt x="29977" y="38751"/>
                </a:cubicBezTo>
                <a:cubicBezTo>
                  <a:pt x="32815" y="40738"/>
                  <a:pt x="39366" y="44260"/>
                  <a:pt x="49630" y="49316"/>
                </a:cubicBezTo>
                <a:cubicBezTo>
                  <a:pt x="64000" y="56358"/>
                  <a:pt x="73691" y="63010"/>
                  <a:pt x="78702" y="69272"/>
                </a:cubicBezTo>
                <a:cubicBezTo>
                  <a:pt x="83653" y="75532"/>
                  <a:pt x="86129" y="82697"/>
                  <a:pt x="86129" y="90765"/>
                </a:cubicBezTo>
                <a:cubicBezTo>
                  <a:pt x="86129" y="100999"/>
                  <a:pt x="82129" y="109803"/>
                  <a:pt x="74129" y="117179"/>
                </a:cubicBezTo>
                <a:cubicBezTo>
                  <a:pt x="66129" y="124554"/>
                  <a:pt x="55970" y="128242"/>
                  <a:pt x="43653" y="128242"/>
                </a:cubicBezTo>
                <a:cubicBezTo>
                  <a:pt x="39789" y="128242"/>
                  <a:pt x="36136" y="127850"/>
                  <a:pt x="32694" y="127065"/>
                </a:cubicBezTo>
                <a:cubicBezTo>
                  <a:pt x="29253" y="126280"/>
                  <a:pt x="24936" y="124801"/>
                  <a:pt x="19743" y="122627"/>
                </a:cubicBezTo>
                <a:cubicBezTo>
                  <a:pt x="16845" y="121419"/>
                  <a:pt x="14460" y="120816"/>
                  <a:pt x="12589" y="120816"/>
                </a:cubicBezTo>
                <a:cubicBezTo>
                  <a:pt x="11019" y="120816"/>
                  <a:pt x="9359" y="121427"/>
                  <a:pt x="7608" y="122650"/>
                </a:cubicBezTo>
                <a:cubicBezTo>
                  <a:pt x="5857" y="123872"/>
                  <a:pt x="4438" y="125736"/>
                  <a:pt x="3351" y="128242"/>
                </a:cubicBezTo>
                <a:lnTo>
                  <a:pt x="0" y="128242"/>
                </a:lnTo>
                <a:lnTo>
                  <a:pt x="0" y="81872"/>
                </a:lnTo>
                <a:lnTo>
                  <a:pt x="3351" y="81872"/>
                </a:lnTo>
                <a:cubicBezTo>
                  <a:pt x="6008" y="94883"/>
                  <a:pt x="11125" y="104808"/>
                  <a:pt x="18702" y="111646"/>
                </a:cubicBezTo>
                <a:cubicBezTo>
                  <a:pt x="26279" y="118484"/>
                  <a:pt x="34445" y="121902"/>
                  <a:pt x="43200" y="121902"/>
                </a:cubicBezTo>
                <a:cubicBezTo>
                  <a:pt x="49962" y="121902"/>
                  <a:pt x="55351" y="120067"/>
                  <a:pt x="59366" y="116395"/>
                </a:cubicBezTo>
                <a:cubicBezTo>
                  <a:pt x="63381" y="112723"/>
                  <a:pt x="65389" y="108450"/>
                  <a:pt x="65389" y="103574"/>
                </a:cubicBezTo>
                <a:cubicBezTo>
                  <a:pt x="65389" y="100685"/>
                  <a:pt x="64619" y="97887"/>
                  <a:pt x="63080" y="95180"/>
                </a:cubicBezTo>
                <a:cubicBezTo>
                  <a:pt x="61540" y="92470"/>
                  <a:pt x="59200" y="89897"/>
                  <a:pt x="56061" y="87459"/>
                </a:cubicBezTo>
                <a:cubicBezTo>
                  <a:pt x="52921" y="85021"/>
                  <a:pt x="47366" y="81847"/>
                  <a:pt x="39396" y="77935"/>
                </a:cubicBezTo>
                <a:cubicBezTo>
                  <a:pt x="28227" y="72458"/>
                  <a:pt x="20196" y="67790"/>
                  <a:pt x="15306" y="63931"/>
                </a:cubicBezTo>
                <a:cubicBezTo>
                  <a:pt x="10415" y="60073"/>
                  <a:pt x="6657" y="55763"/>
                  <a:pt x="4030" y="51000"/>
                </a:cubicBezTo>
                <a:cubicBezTo>
                  <a:pt x="1404" y="46238"/>
                  <a:pt x="91" y="40994"/>
                  <a:pt x="91" y="35267"/>
                </a:cubicBezTo>
                <a:cubicBezTo>
                  <a:pt x="91" y="25501"/>
                  <a:pt x="3683" y="17182"/>
                  <a:pt x="10868" y="10310"/>
                </a:cubicBezTo>
                <a:cubicBezTo>
                  <a:pt x="18053" y="3437"/>
                  <a:pt x="27110" y="0"/>
                  <a:pt x="38038" y="0"/>
                </a:cubicBezTo>
                <a:cubicBezTo>
                  <a:pt x="42023" y="0"/>
                  <a:pt x="45887" y="489"/>
                  <a:pt x="49630" y="1466"/>
                </a:cubicBezTo>
                <a:cubicBezTo>
                  <a:pt x="52468" y="2198"/>
                  <a:pt x="55925" y="3556"/>
                  <a:pt x="60000" y="5539"/>
                </a:cubicBezTo>
                <a:cubicBezTo>
                  <a:pt x="64076" y="7522"/>
                  <a:pt x="66929" y="8513"/>
                  <a:pt x="68559" y="8513"/>
                </a:cubicBezTo>
                <a:cubicBezTo>
                  <a:pt x="70129" y="8513"/>
                  <a:pt x="71366" y="8026"/>
                  <a:pt x="72272" y="7050"/>
                </a:cubicBezTo>
                <a:cubicBezTo>
                  <a:pt x="73178" y="6073"/>
                  <a:pt x="74023" y="3723"/>
                  <a:pt x="74808" y="0"/>
                </a:cubicBezTo>
                <a:lnTo>
                  <a:pt x="77525" y="0"/>
                </a:lnTo>
                <a:close/>
                <a:moveTo>
                  <a:pt x="170769" y="80061"/>
                </a:moveTo>
                <a:lnTo>
                  <a:pt x="124309" y="80061"/>
                </a:lnTo>
                <a:cubicBezTo>
                  <a:pt x="124852" y="91321"/>
                  <a:pt x="127841" y="100220"/>
                  <a:pt x="133275" y="106758"/>
                </a:cubicBezTo>
                <a:cubicBezTo>
                  <a:pt x="137441" y="111783"/>
                  <a:pt x="142452" y="114295"/>
                  <a:pt x="148309" y="114295"/>
                </a:cubicBezTo>
                <a:cubicBezTo>
                  <a:pt x="151931" y="114295"/>
                  <a:pt x="155222" y="113284"/>
                  <a:pt x="158181" y="111261"/>
                </a:cubicBezTo>
                <a:cubicBezTo>
                  <a:pt x="161139" y="109238"/>
                  <a:pt x="164309" y="105600"/>
                  <a:pt x="167690" y="100348"/>
                </a:cubicBezTo>
                <a:lnTo>
                  <a:pt x="170769" y="102340"/>
                </a:lnTo>
                <a:cubicBezTo>
                  <a:pt x="166181" y="111699"/>
                  <a:pt x="161109" y="118325"/>
                  <a:pt x="155554" y="122219"/>
                </a:cubicBezTo>
                <a:cubicBezTo>
                  <a:pt x="149999" y="126114"/>
                  <a:pt x="143569" y="128061"/>
                  <a:pt x="136264" y="128061"/>
                </a:cubicBezTo>
                <a:cubicBezTo>
                  <a:pt x="123705" y="128061"/>
                  <a:pt x="114195" y="123226"/>
                  <a:pt x="107735" y="113556"/>
                </a:cubicBezTo>
                <a:cubicBezTo>
                  <a:pt x="102543" y="105760"/>
                  <a:pt x="99946" y="96090"/>
                  <a:pt x="99946" y="84547"/>
                </a:cubicBezTo>
                <a:cubicBezTo>
                  <a:pt x="99946" y="70403"/>
                  <a:pt x="103765" y="59146"/>
                  <a:pt x="111403" y="50777"/>
                </a:cubicBezTo>
                <a:cubicBezTo>
                  <a:pt x="119041" y="42405"/>
                  <a:pt x="127992" y="38219"/>
                  <a:pt x="138256" y="38219"/>
                </a:cubicBezTo>
                <a:cubicBezTo>
                  <a:pt x="146830" y="38219"/>
                  <a:pt x="154271" y="41736"/>
                  <a:pt x="160581" y="48770"/>
                </a:cubicBezTo>
                <a:cubicBezTo>
                  <a:pt x="166890" y="55804"/>
                  <a:pt x="170286" y="66234"/>
                  <a:pt x="170769" y="80061"/>
                </a:cubicBezTo>
                <a:moveTo>
                  <a:pt x="148490" y="74083"/>
                </a:moveTo>
                <a:cubicBezTo>
                  <a:pt x="148490" y="64363"/>
                  <a:pt x="147962" y="57691"/>
                  <a:pt x="146905" y="54068"/>
                </a:cubicBezTo>
                <a:cubicBezTo>
                  <a:pt x="145848" y="50446"/>
                  <a:pt x="144203" y="47698"/>
                  <a:pt x="141969" y="45827"/>
                </a:cubicBezTo>
                <a:cubicBezTo>
                  <a:pt x="140701" y="44740"/>
                  <a:pt x="139011" y="44196"/>
                  <a:pt x="136897" y="44196"/>
                </a:cubicBezTo>
                <a:cubicBezTo>
                  <a:pt x="133758" y="44196"/>
                  <a:pt x="131192" y="45736"/>
                  <a:pt x="129199" y="48815"/>
                </a:cubicBezTo>
                <a:cubicBezTo>
                  <a:pt x="125637" y="54189"/>
                  <a:pt x="123856" y="61555"/>
                  <a:pt x="123856" y="70914"/>
                </a:cubicBezTo>
                <a:lnTo>
                  <a:pt x="123856" y="74083"/>
                </a:lnTo>
                <a:lnTo>
                  <a:pt x="148490" y="74083"/>
                </a:lnTo>
                <a:close/>
                <a:moveTo>
                  <a:pt x="214437" y="2717"/>
                </a:moveTo>
                <a:lnTo>
                  <a:pt x="214437" y="107955"/>
                </a:lnTo>
                <a:cubicBezTo>
                  <a:pt x="214437" y="113933"/>
                  <a:pt x="215131" y="117751"/>
                  <a:pt x="216520" y="119412"/>
                </a:cubicBezTo>
                <a:cubicBezTo>
                  <a:pt x="217909" y="121072"/>
                  <a:pt x="220626" y="122023"/>
                  <a:pt x="224671" y="122265"/>
                </a:cubicBezTo>
                <a:lnTo>
                  <a:pt x="224671" y="125525"/>
                </a:lnTo>
                <a:lnTo>
                  <a:pt x="178935" y="125525"/>
                </a:lnTo>
                <a:lnTo>
                  <a:pt x="178935" y="122265"/>
                </a:lnTo>
                <a:cubicBezTo>
                  <a:pt x="182679" y="122144"/>
                  <a:pt x="185456" y="121057"/>
                  <a:pt x="187267" y="119004"/>
                </a:cubicBezTo>
                <a:cubicBezTo>
                  <a:pt x="188475" y="117616"/>
                  <a:pt x="189079" y="113933"/>
                  <a:pt x="189079" y="107955"/>
                </a:cubicBezTo>
                <a:lnTo>
                  <a:pt x="189079" y="20287"/>
                </a:lnTo>
                <a:cubicBezTo>
                  <a:pt x="189079" y="14332"/>
                  <a:pt x="188384" y="10520"/>
                  <a:pt x="186996" y="8850"/>
                </a:cubicBezTo>
                <a:cubicBezTo>
                  <a:pt x="185607" y="7178"/>
                  <a:pt x="182920" y="6221"/>
                  <a:pt x="178935" y="5977"/>
                </a:cubicBezTo>
                <a:lnTo>
                  <a:pt x="178935" y="2717"/>
                </a:lnTo>
                <a:lnTo>
                  <a:pt x="214437" y="2717"/>
                </a:lnTo>
                <a:close/>
                <a:moveTo>
                  <a:pt x="304214" y="80061"/>
                </a:moveTo>
                <a:lnTo>
                  <a:pt x="257753" y="80061"/>
                </a:lnTo>
                <a:cubicBezTo>
                  <a:pt x="258297" y="91321"/>
                  <a:pt x="261285" y="100220"/>
                  <a:pt x="266719" y="106758"/>
                </a:cubicBezTo>
                <a:cubicBezTo>
                  <a:pt x="270885" y="111783"/>
                  <a:pt x="275897" y="114295"/>
                  <a:pt x="281753" y="114295"/>
                </a:cubicBezTo>
                <a:cubicBezTo>
                  <a:pt x="285376" y="114295"/>
                  <a:pt x="288666" y="113284"/>
                  <a:pt x="291625" y="111261"/>
                </a:cubicBezTo>
                <a:cubicBezTo>
                  <a:pt x="294583" y="109238"/>
                  <a:pt x="297753" y="105600"/>
                  <a:pt x="301134" y="100348"/>
                </a:cubicBezTo>
                <a:lnTo>
                  <a:pt x="304214" y="102340"/>
                </a:lnTo>
                <a:cubicBezTo>
                  <a:pt x="299625" y="111699"/>
                  <a:pt x="294553" y="118325"/>
                  <a:pt x="288999" y="122219"/>
                </a:cubicBezTo>
                <a:cubicBezTo>
                  <a:pt x="283444" y="126114"/>
                  <a:pt x="277014" y="128061"/>
                  <a:pt x="269708" y="128061"/>
                </a:cubicBezTo>
                <a:cubicBezTo>
                  <a:pt x="257149" y="128061"/>
                  <a:pt x="247640" y="123226"/>
                  <a:pt x="241179" y="113556"/>
                </a:cubicBezTo>
                <a:cubicBezTo>
                  <a:pt x="235987" y="105760"/>
                  <a:pt x="233391" y="96090"/>
                  <a:pt x="233391" y="84547"/>
                </a:cubicBezTo>
                <a:cubicBezTo>
                  <a:pt x="233391" y="70403"/>
                  <a:pt x="237210" y="59146"/>
                  <a:pt x="244847" y="50777"/>
                </a:cubicBezTo>
                <a:cubicBezTo>
                  <a:pt x="252485" y="42405"/>
                  <a:pt x="261436" y="38219"/>
                  <a:pt x="271700" y="38219"/>
                </a:cubicBezTo>
                <a:cubicBezTo>
                  <a:pt x="280274" y="38219"/>
                  <a:pt x="287716" y="41736"/>
                  <a:pt x="294025" y="48770"/>
                </a:cubicBezTo>
                <a:cubicBezTo>
                  <a:pt x="300334" y="55804"/>
                  <a:pt x="303731" y="66234"/>
                  <a:pt x="304214" y="80061"/>
                </a:cubicBezTo>
                <a:moveTo>
                  <a:pt x="281934" y="74083"/>
                </a:moveTo>
                <a:cubicBezTo>
                  <a:pt x="281934" y="64363"/>
                  <a:pt x="281406" y="57691"/>
                  <a:pt x="280349" y="54068"/>
                </a:cubicBezTo>
                <a:cubicBezTo>
                  <a:pt x="279293" y="50446"/>
                  <a:pt x="277648" y="47698"/>
                  <a:pt x="275414" y="45827"/>
                </a:cubicBezTo>
                <a:cubicBezTo>
                  <a:pt x="274146" y="44740"/>
                  <a:pt x="272455" y="44196"/>
                  <a:pt x="270342" y="44196"/>
                </a:cubicBezTo>
                <a:cubicBezTo>
                  <a:pt x="267202" y="44196"/>
                  <a:pt x="264636" y="45736"/>
                  <a:pt x="262644" y="48815"/>
                </a:cubicBezTo>
                <a:cubicBezTo>
                  <a:pt x="259081" y="54189"/>
                  <a:pt x="257300" y="61555"/>
                  <a:pt x="257300" y="70914"/>
                </a:cubicBezTo>
                <a:lnTo>
                  <a:pt x="257300" y="74083"/>
                </a:lnTo>
                <a:lnTo>
                  <a:pt x="281934" y="74083"/>
                </a:lnTo>
                <a:close/>
                <a:moveTo>
                  <a:pt x="383836" y="103628"/>
                </a:moveTo>
                <a:lnTo>
                  <a:pt x="386644" y="105799"/>
                </a:lnTo>
                <a:cubicBezTo>
                  <a:pt x="382659" y="113310"/>
                  <a:pt x="377693" y="118899"/>
                  <a:pt x="371746" y="122565"/>
                </a:cubicBezTo>
                <a:cubicBezTo>
                  <a:pt x="365799" y="126229"/>
                  <a:pt x="359474" y="128061"/>
                  <a:pt x="352772" y="128061"/>
                </a:cubicBezTo>
                <a:cubicBezTo>
                  <a:pt x="341482" y="128061"/>
                  <a:pt x="332455" y="123801"/>
                  <a:pt x="325693" y="115280"/>
                </a:cubicBezTo>
                <a:cubicBezTo>
                  <a:pt x="318930" y="106757"/>
                  <a:pt x="315549" y="96513"/>
                  <a:pt x="315549" y="84547"/>
                </a:cubicBezTo>
                <a:cubicBezTo>
                  <a:pt x="315549" y="73001"/>
                  <a:pt x="318629" y="62847"/>
                  <a:pt x="324787" y="54085"/>
                </a:cubicBezTo>
                <a:cubicBezTo>
                  <a:pt x="332214" y="43508"/>
                  <a:pt x="342448" y="38219"/>
                  <a:pt x="355489" y="38219"/>
                </a:cubicBezTo>
                <a:cubicBezTo>
                  <a:pt x="364244" y="38219"/>
                  <a:pt x="371202" y="40429"/>
                  <a:pt x="376365" y="44850"/>
                </a:cubicBezTo>
                <a:cubicBezTo>
                  <a:pt x="381527" y="49269"/>
                  <a:pt x="384108" y="54203"/>
                  <a:pt x="384108" y="59652"/>
                </a:cubicBezTo>
                <a:cubicBezTo>
                  <a:pt x="384108" y="63103"/>
                  <a:pt x="383067" y="65858"/>
                  <a:pt x="380984" y="67916"/>
                </a:cubicBezTo>
                <a:cubicBezTo>
                  <a:pt x="378901" y="69975"/>
                  <a:pt x="376168" y="71004"/>
                  <a:pt x="372787" y="71004"/>
                </a:cubicBezTo>
                <a:cubicBezTo>
                  <a:pt x="369225" y="71004"/>
                  <a:pt x="366282" y="69823"/>
                  <a:pt x="363957" y="67461"/>
                </a:cubicBezTo>
                <a:cubicBezTo>
                  <a:pt x="361633" y="65097"/>
                  <a:pt x="360199" y="60885"/>
                  <a:pt x="359655" y="54827"/>
                </a:cubicBezTo>
                <a:cubicBezTo>
                  <a:pt x="359293" y="51010"/>
                  <a:pt x="358417" y="48344"/>
                  <a:pt x="357029" y="46829"/>
                </a:cubicBezTo>
                <a:cubicBezTo>
                  <a:pt x="355640" y="45315"/>
                  <a:pt x="354010" y="44559"/>
                  <a:pt x="352138" y="44559"/>
                </a:cubicBezTo>
                <a:cubicBezTo>
                  <a:pt x="349240" y="44559"/>
                  <a:pt x="346765" y="46098"/>
                  <a:pt x="344712" y="49178"/>
                </a:cubicBezTo>
                <a:cubicBezTo>
                  <a:pt x="341572" y="53827"/>
                  <a:pt x="340002" y="60951"/>
                  <a:pt x="340002" y="70551"/>
                </a:cubicBezTo>
                <a:cubicBezTo>
                  <a:pt x="340002" y="78521"/>
                  <a:pt x="341270" y="86144"/>
                  <a:pt x="343806" y="93419"/>
                </a:cubicBezTo>
                <a:cubicBezTo>
                  <a:pt x="346342" y="100695"/>
                  <a:pt x="349814" y="106114"/>
                  <a:pt x="354221" y="109676"/>
                </a:cubicBezTo>
                <a:cubicBezTo>
                  <a:pt x="357542" y="112272"/>
                  <a:pt x="361467" y="113570"/>
                  <a:pt x="365995" y="113570"/>
                </a:cubicBezTo>
                <a:cubicBezTo>
                  <a:pt x="368953" y="113570"/>
                  <a:pt x="371761" y="112878"/>
                  <a:pt x="374418" y="111493"/>
                </a:cubicBezTo>
                <a:cubicBezTo>
                  <a:pt x="377074" y="110106"/>
                  <a:pt x="380214" y="107484"/>
                  <a:pt x="383836" y="103628"/>
                </a:cubicBezTo>
                <a:close/>
                <a:moveTo>
                  <a:pt x="430583" y="9600"/>
                </a:moveTo>
                <a:lnTo>
                  <a:pt x="430583" y="40755"/>
                </a:lnTo>
                <a:lnTo>
                  <a:pt x="450689" y="40755"/>
                </a:lnTo>
                <a:lnTo>
                  <a:pt x="450689" y="49630"/>
                </a:lnTo>
                <a:lnTo>
                  <a:pt x="430583" y="49630"/>
                </a:lnTo>
                <a:lnTo>
                  <a:pt x="430583" y="102029"/>
                </a:lnTo>
                <a:cubicBezTo>
                  <a:pt x="430583" y="106933"/>
                  <a:pt x="430809" y="110096"/>
                  <a:pt x="431262" y="111518"/>
                </a:cubicBezTo>
                <a:cubicBezTo>
                  <a:pt x="431715" y="112941"/>
                  <a:pt x="432515" y="114092"/>
                  <a:pt x="433662" y="114971"/>
                </a:cubicBezTo>
                <a:cubicBezTo>
                  <a:pt x="434809" y="115849"/>
                  <a:pt x="435866" y="116287"/>
                  <a:pt x="436832" y="116287"/>
                </a:cubicBezTo>
                <a:cubicBezTo>
                  <a:pt x="440757" y="116287"/>
                  <a:pt x="444470" y="113268"/>
                  <a:pt x="447972" y="107231"/>
                </a:cubicBezTo>
                <a:lnTo>
                  <a:pt x="450689" y="109243"/>
                </a:lnTo>
                <a:cubicBezTo>
                  <a:pt x="445798" y="120943"/>
                  <a:pt x="437858" y="126793"/>
                  <a:pt x="426870" y="126793"/>
                </a:cubicBezTo>
                <a:cubicBezTo>
                  <a:pt x="421496" y="126793"/>
                  <a:pt x="416953" y="125294"/>
                  <a:pt x="413239" y="122296"/>
                </a:cubicBezTo>
                <a:cubicBezTo>
                  <a:pt x="409526" y="119296"/>
                  <a:pt x="407156" y="115948"/>
                  <a:pt x="406130" y="112251"/>
                </a:cubicBezTo>
                <a:cubicBezTo>
                  <a:pt x="405526" y="110191"/>
                  <a:pt x="405224" y="104616"/>
                  <a:pt x="405224" y="95528"/>
                </a:cubicBezTo>
                <a:lnTo>
                  <a:pt x="405224" y="49630"/>
                </a:lnTo>
                <a:lnTo>
                  <a:pt x="394175" y="49630"/>
                </a:lnTo>
                <a:lnTo>
                  <a:pt x="394175" y="46452"/>
                </a:lnTo>
                <a:cubicBezTo>
                  <a:pt x="401783" y="41067"/>
                  <a:pt x="408258" y="35410"/>
                  <a:pt x="413602" y="29479"/>
                </a:cubicBezTo>
                <a:cubicBezTo>
                  <a:pt x="418945" y="23549"/>
                  <a:pt x="423609" y="16923"/>
                  <a:pt x="427594" y="9600"/>
                </a:cubicBezTo>
                <a:lnTo>
                  <a:pt x="430583" y="9600"/>
                </a:lnTo>
                <a:close/>
                <a:moveTo>
                  <a:pt x="538011" y="9600"/>
                </a:moveTo>
                <a:lnTo>
                  <a:pt x="538011" y="40755"/>
                </a:lnTo>
                <a:lnTo>
                  <a:pt x="558116" y="40755"/>
                </a:lnTo>
                <a:lnTo>
                  <a:pt x="558116" y="49630"/>
                </a:lnTo>
                <a:lnTo>
                  <a:pt x="538011" y="49630"/>
                </a:lnTo>
                <a:lnTo>
                  <a:pt x="538011" y="102029"/>
                </a:lnTo>
                <a:cubicBezTo>
                  <a:pt x="538011" y="106933"/>
                  <a:pt x="538237" y="110096"/>
                  <a:pt x="538690" y="111518"/>
                </a:cubicBezTo>
                <a:cubicBezTo>
                  <a:pt x="539143" y="112941"/>
                  <a:pt x="539943" y="114092"/>
                  <a:pt x="541090" y="114971"/>
                </a:cubicBezTo>
                <a:cubicBezTo>
                  <a:pt x="542237" y="115849"/>
                  <a:pt x="543294" y="116287"/>
                  <a:pt x="544260" y="116287"/>
                </a:cubicBezTo>
                <a:cubicBezTo>
                  <a:pt x="548184" y="116287"/>
                  <a:pt x="551898" y="113268"/>
                  <a:pt x="555399" y="107231"/>
                </a:cubicBezTo>
                <a:lnTo>
                  <a:pt x="558116" y="109243"/>
                </a:lnTo>
                <a:cubicBezTo>
                  <a:pt x="553226" y="120943"/>
                  <a:pt x="545286" y="126793"/>
                  <a:pt x="534297" y="126793"/>
                </a:cubicBezTo>
                <a:cubicBezTo>
                  <a:pt x="528924" y="126793"/>
                  <a:pt x="524380" y="125294"/>
                  <a:pt x="520667" y="122296"/>
                </a:cubicBezTo>
                <a:cubicBezTo>
                  <a:pt x="516954" y="119296"/>
                  <a:pt x="514584" y="115948"/>
                  <a:pt x="513558" y="112251"/>
                </a:cubicBezTo>
                <a:cubicBezTo>
                  <a:pt x="512954" y="110191"/>
                  <a:pt x="512652" y="104616"/>
                  <a:pt x="512652" y="95528"/>
                </a:cubicBezTo>
                <a:lnTo>
                  <a:pt x="512652" y="49630"/>
                </a:lnTo>
                <a:lnTo>
                  <a:pt x="501603" y="49630"/>
                </a:lnTo>
                <a:lnTo>
                  <a:pt x="501603" y="46452"/>
                </a:lnTo>
                <a:cubicBezTo>
                  <a:pt x="509211" y="41067"/>
                  <a:pt x="515686" y="35410"/>
                  <a:pt x="521029" y="29479"/>
                </a:cubicBezTo>
                <a:cubicBezTo>
                  <a:pt x="526373" y="23549"/>
                  <a:pt x="531037" y="16923"/>
                  <a:pt x="535022" y="9600"/>
                </a:cubicBezTo>
                <a:lnTo>
                  <a:pt x="538011" y="9600"/>
                </a:lnTo>
                <a:close/>
                <a:moveTo>
                  <a:pt x="612410" y="113027"/>
                </a:moveTo>
                <a:cubicBezTo>
                  <a:pt x="602086" y="122204"/>
                  <a:pt x="592818" y="126793"/>
                  <a:pt x="584606" y="126793"/>
                </a:cubicBezTo>
                <a:cubicBezTo>
                  <a:pt x="579776" y="126793"/>
                  <a:pt x="575761" y="125203"/>
                  <a:pt x="572561" y="122024"/>
                </a:cubicBezTo>
                <a:cubicBezTo>
                  <a:pt x="569361" y="118843"/>
                  <a:pt x="567761" y="114860"/>
                  <a:pt x="567761" y="110075"/>
                </a:cubicBezTo>
                <a:cubicBezTo>
                  <a:pt x="567761" y="103592"/>
                  <a:pt x="570538" y="97761"/>
                  <a:pt x="576093" y="92582"/>
                </a:cubicBezTo>
                <a:cubicBezTo>
                  <a:pt x="581648" y="87402"/>
                  <a:pt x="593753" y="80512"/>
                  <a:pt x="612410" y="71910"/>
                </a:cubicBezTo>
                <a:lnTo>
                  <a:pt x="612410" y="63397"/>
                </a:lnTo>
                <a:cubicBezTo>
                  <a:pt x="612410" y="56996"/>
                  <a:pt x="612063" y="52966"/>
                  <a:pt x="611369" y="51306"/>
                </a:cubicBezTo>
                <a:cubicBezTo>
                  <a:pt x="610674" y="49646"/>
                  <a:pt x="609361" y="48196"/>
                  <a:pt x="607429" y="46959"/>
                </a:cubicBezTo>
                <a:cubicBezTo>
                  <a:pt x="605497" y="45721"/>
                  <a:pt x="603323" y="45102"/>
                  <a:pt x="600908" y="45102"/>
                </a:cubicBezTo>
                <a:cubicBezTo>
                  <a:pt x="596984" y="45102"/>
                  <a:pt x="593753" y="45978"/>
                  <a:pt x="591218" y="47729"/>
                </a:cubicBezTo>
                <a:cubicBezTo>
                  <a:pt x="589648" y="48815"/>
                  <a:pt x="588863" y="50083"/>
                  <a:pt x="588863" y="51532"/>
                </a:cubicBezTo>
                <a:cubicBezTo>
                  <a:pt x="588863" y="52800"/>
                  <a:pt x="589708" y="54370"/>
                  <a:pt x="591399" y="56242"/>
                </a:cubicBezTo>
                <a:cubicBezTo>
                  <a:pt x="593693" y="58838"/>
                  <a:pt x="594840" y="61344"/>
                  <a:pt x="594840" y="63759"/>
                </a:cubicBezTo>
                <a:cubicBezTo>
                  <a:pt x="594840" y="66717"/>
                  <a:pt x="593738" y="69238"/>
                  <a:pt x="591535" y="71321"/>
                </a:cubicBezTo>
                <a:cubicBezTo>
                  <a:pt x="589331" y="73404"/>
                  <a:pt x="586448" y="74446"/>
                  <a:pt x="582886" y="74446"/>
                </a:cubicBezTo>
                <a:cubicBezTo>
                  <a:pt x="579082" y="74446"/>
                  <a:pt x="575897" y="73298"/>
                  <a:pt x="573331" y="71004"/>
                </a:cubicBezTo>
                <a:cubicBezTo>
                  <a:pt x="570765" y="68710"/>
                  <a:pt x="569482" y="66023"/>
                  <a:pt x="569482" y="62944"/>
                </a:cubicBezTo>
                <a:cubicBezTo>
                  <a:pt x="569482" y="58596"/>
                  <a:pt x="571202" y="54446"/>
                  <a:pt x="574644" y="50491"/>
                </a:cubicBezTo>
                <a:cubicBezTo>
                  <a:pt x="578085" y="46536"/>
                  <a:pt x="582886" y="43502"/>
                  <a:pt x="589044" y="41389"/>
                </a:cubicBezTo>
                <a:cubicBezTo>
                  <a:pt x="595203" y="39276"/>
                  <a:pt x="601603" y="38219"/>
                  <a:pt x="608244" y="38219"/>
                </a:cubicBezTo>
                <a:cubicBezTo>
                  <a:pt x="616274" y="38219"/>
                  <a:pt x="622629" y="39929"/>
                  <a:pt x="627308" y="43350"/>
                </a:cubicBezTo>
                <a:cubicBezTo>
                  <a:pt x="631988" y="46769"/>
                  <a:pt x="635022" y="50476"/>
                  <a:pt x="636410" y="54470"/>
                </a:cubicBezTo>
                <a:cubicBezTo>
                  <a:pt x="637256" y="57012"/>
                  <a:pt x="637678" y="62851"/>
                  <a:pt x="637678" y="71989"/>
                </a:cubicBezTo>
                <a:lnTo>
                  <a:pt x="637678" y="104941"/>
                </a:lnTo>
                <a:cubicBezTo>
                  <a:pt x="637678" y="108815"/>
                  <a:pt x="637829" y="111251"/>
                  <a:pt x="638131" y="112251"/>
                </a:cubicBezTo>
                <a:cubicBezTo>
                  <a:pt x="638433" y="113250"/>
                  <a:pt x="638886" y="113991"/>
                  <a:pt x="639490" y="114476"/>
                </a:cubicBezTo>
                <a:cubicBezTo>
                  <a:pt x="640093" y="114959"/>
                  <a:pt x="640788" y="115201"/>
                  <a:pt x="641573" y="115201"/>
                </a:cubicBezTo>
                <a:cubicBezTo>
                  <a:pt x="643142" y="115201"/>
                  <a:pt x="644742" y="114084"/>
                  <a:pt x="646373" y="111850"/>
                </a:cubicBezTo>
                <a:lnTo>
                  <a:pt x="649090" y="114023"/>
                </a:lnTo>
                <a:cubicBezTo>
                  <a:pt x="646071" y="118491"/>
                  <a:pt x="642946" y="121736"/>
                  <a:pt x="639716" y="123759"/>
                </a:cubicBezTo>
                <a:cubicBezTo>
                  <a:pt x="636486" y="125782"/>
                  <a:pt x="632818" y="126793"/>
                  <a:pt x="628712" y="126793"/>
                </a:cubicBezTo>
                <a:cubicBezTo>
                  <a:pt x="623882" y="126793"/>
                  <a:pt x="620108" y="125653"/>
                  <a:pt x="617391" y="123374"/>
                </a:cubicBezTo>
                <a:cubicBezTo>
                  <a:pt x="614674" y="121095"/>
                  <a:pt x="613014" y="117646"/>
                  <a:pt x="612410" y="113027"/>
                </a:cubicBezTo>
                <a:moveTo>
                  <a:pt x="612410" y="106325"/>
                </a:moveTo>
                <a:lnTo>
                  <a:pt x="612410" y="77995"/>
                </a:lnTo>
                <a:cubicBezTo>
                  <a:pt x="605104" y="82302"/>
                  <a:pt x="599670" y="86914"/>
                  <a:pt x="596108" y="91829"/>
                </a:cubicBezTo>
                <a:cubicBezTo>
                  <a:pt x="593753" y="95104"/>
                  <a:pt x="592576" y="98411"/>
                  <a:pt x="592576" y="101749"/>
                </a:cubicBezTo>
                <a:cubicBezTo>
                  <a:pt x="592576" y="104539"/>
                  <a:pt x="593572" y="106997"/>
                  <a:pt x="595565" y="109121"/>
                </a:cubicBezTo>
                <a:cubicBezTo>
                  <a:pt x="597074" y="110759"/>
                  <a:pt x="599187" y="111578"/>
                  <a:pt x="601904" y="111578"/>
                </a:cubicBezTo>
                <a:cubicBezTo>
                  <a:pt x="604923" y="111578"/>
                  <a:pt x="608425" y="109827"/>
                  <a:pt x="612410" y="106325"/>
                </a:cubicBezTo>
                <a:close/>
                <a:moveTo>
                  <a:pt x="712338" y="41842"/>
                </a:moveTo>
                <a:lnTo>
                  <a:pt x="740866" y="41842"/>
                </a:lnTo>
                <a:lnTo>
                  <a:pt x="740866" y="51804"/>
                </a:lnTo>
                <a:lnTo>
                  <a:pt x="724655" y="51804"/>
                </a:lnTo>
                <a:cubicBezTo>
                  <a:pt x="727613" y="54763"/>
                  <a:pt x="729666" y="57449"/>
                  <a:pt x="730813" y="59864"/>
                </a:cubicBezTo>
                <a:cubicBezTo>
                  <a:pt x="732262" y="63125"/>
                  <a:pt x="732987" y="66536"/>
                  <a:pt x="732987" y="70098"/>
                </a:cubicBezTo>
                <a:cubicBezTo>
                  <a:pt x="732987" y="76136"/>
                  <a:pt x="731312" y="81374"/>
                  <a:pt x="727961" y="85812"/>
                </a:cubicBezTo>
                <a:cubicBezTo>
                  <a:pt x="724610" y="90249"/>
                  <a:pt x="720051" y="93721"/>
                  <a:pt x="714285" y="96227"/>
                </a:cubicBezTo>
                <a:cubicBezTo>
                  <a:pt x="708519" y="98733"/>
                  <a:pt x="703402" y="99985"/>
                  <a:pt x="698934" y="99985"/>
                </a:cubicBezTo>
                <a:cubicBezTo>
                  <a:pt x="698572" y="99985"/>
                  <a:pt x="694949" y="99834"/>
                  <a:pt x="688066" y="99533"/>
                </a:cubicBezTo>
                <a:cubicBezTo>
                  <a:pt x="685349" y="99533"/>
                  <a:pt x="683070" y="100418"/>
                  <a:pt x="681228" y="102190"/>
                </a:cubicBezTo>
                <a:cubicBezTo>
                  <a:pt x="679387" y="103962"/>
                  <a:pt x="678466" y="106078"/>
                  <a:pt x="678466" y="108538"/>
                </a:cubicBezTo>
                <a:cubicBezTo>
                  <a:pt x="678466" y="110700"/>
                  <a:pt x="679296" y="112472"/>
                  <a:pt x="680957" y="113853"/>
                </a:cubicBezTo>
                <a:cubicBezTo>
                  <a:pt x="682617" y="115234"/>
                  <a:pt x="685319" y="115925"/>
                  <a:pt x="689062" y="115925"/>
                </a:cubicBezTo>
                <a:lnTo>
                  <a:pt x="704730" y="115744"/>
                </a:lnTo>
                <a:cubicBezTo>
                  <a:pt x="717410" y="115744"/>
                  <a:pt x="726134" y="117135"/>
                  <a:pt x="730904" y="119918"/>
                </a:cubicBezTo>
                <a:cubicBezTo>
                  <a:pt x="737727" y="123788"/>
                  <a:pt x="741138" y="129746"/>
                  <a:pt x="741138" y="137791"/>
                </a:cubicBezTo>
                <a:cubicBezTo>
                  <a:pt x="741138" y="142933"/>
                  <a:pt x="739568" y="147605"/>
                  <a:pt x="736429" y="151809"/>
                </a:cubicBezTo>
                <a:cubicBezTo>
                  <a:pt x="733289" y="156013"/>
                  <a:pt x="729153" y="159113"/>
                  <a:pt x="724021" y="161109"/>
                </a:cubicBezTo>
                <a:cubicBezTo>
                  <a:pt x="716232" y="164073"/>
                  <a:pt x="707266" y="165555"/>
                  <a:pt x="697123" y="165555"/>
                </a:cubicBezTo>
                <a:cubicBezTo>
                  <a:pt x="689515" y="165555"/>
                  <a:pt x="682572" y="164816"/>
                  <a:pt x="676292" y="163337"/>
                </a:cubicBezTo>
                <a:cubicBezTo>
                  <a:pt x="670013" y="161857"/>
                  <a:pt x="665515" y="159804"/>
                  <a:pt x="662798" y="157175"/>
                </a:cubicBezTo>
                <a:cubicBezTo>
                  <a:pt x="660081" y="154549"/>
                  <a:pt x="658723" y="151786"/>
                  <a:pt x="658723" y="148886"/>
                </a:cubicBezTo>
                <a:cubicBezTo>
                  <a:pt x="658723" y="146108"/>
                  <a:pt x="659764" y="143617"/>
                  <a:pt x="661847" y="141411"/>
                </a:cubicBezTo>
                <a:cubicBezTo>
                  <a:pt x="663930" y="139207"/>
                  <a:pt x="667809" y="137351"/>
                  <a:pt x="673485" y="135841"/>
                </a:cubicBezTo>
                <a:cubicBezTo>
                  <a:pt x="665636" y="131977"/>
                  <a:pt x="661711" y="126604"/>
                  <a:pt x="661711" y="119723"/>
                </a:cubicBezTo>
                <a:cubicBezTo>
                  <a:pt x="661711" y="115557"/>
                  <a:pt x="663311" y="111513"/>
                  <a:pt x="666511" y="107590"/>
                </a:cubicBezTo>
                <a:cubicBezTo>
                  <a:pt x="669711" y="103666"/>
                  <a:pt x="674783" y="100254"/>
                  <a:pt x="681726" y="97356"/>
                </a:cubicBezTo>
                <a:cubicBezTo>
                  <a:pt x="673636" y="94394"/>
                  <a:pt x="667779" y="90494"/>
                  <a:pt x="664157" y="85656"/>
                </a:cubicBezTo>
                <a:cubicBezTo>
                  <a:pt x="660534" y="80818"/>
                  <a:pt x="658723" y="75225"/>
                  <a:pt x="658723" y="68876"/>
                </a:cubicBezTo>
                <a:cubicBezTo>
                  <a:pt x="658723" y="60593"/>
                  <a:pt x="662104" y="53412"/>
                  <a:pt x="668866" y="47335"/>
                </a:cubicBezTo>
                <a:cubicBezTo>
                  <a:pt x="675628" y="41258"/>
                  <a:pt x="684323" y="38219"/>
                  <a:pt x="694949" y="38219"/>
                </a:cubicBezTo>
                <a:cubicBezTo>
                  <a:pt x="700564" y="38219"/>
                  <a:pt x="706360" y="39427"/>
                  <a:pt x="712338" y="41842"/>
                </a:cubicBezTo>
                <a:moveTo>
                  <a:pt x="696670" y="44015"/>
                </a:moveTo>
                <a:cubicBezTo>
                  <a:pt x="693168" y="44015"/>
                  <a:pt x="690209" y="45779"/>
                  <a:pt x="687794" y="49305"/>
                </a:cubicBezTo>
                <a:cubicBezTo>
                  <a:pt x="685379" y="52829"/>
                  <a:pt x="684172" y="60137"/>
                  <a:pt x="684172" y="71228"/>
                </a:cubicBezTo>
                <a:cubicBezTo>
                  <a:pt x="684172" y="80207"/>
                  <a:pt x="685364" y="86369"/>
                  <a:pt x="687749" y="89715"/>
                </a:cubicBezTo>
                <a:cubicBezTo>
                  <a:pt x="690134" y="93060"/>
                  <a:pt x="692957" y="94732"/>
                  <a:pt x="696217" y="94732"/>
                </a:cubicBezTo>
                <a:cubicBezTo>
                  <a:pt x="699840" y="94732"/>
                  <a:pt x="702859" y="93075"/>
                  <a:pt x="705274" y="89760"/>
                </a:cubicBezTo>
                <a:cubicBezTo>
                  <a:pt x="707689" y="86445"/>
                  <a:pt x="708896" y="79996"/>
                  <a:pt x="708896" y="70413"/>
                </a:cubicBezTo>
                <a:cubicBezTo>
                  <a:pt x="708896" y="59626"/>
                  <a:pt x="707538" y="52273"/>
                  <a:pt x="704821" y="48354"/>
                </a:cubicBezTo>
                <a:cubicBezTo>
                  <a:pt x="702889" y="45462"/>
                  <a:pt x="700172" y="44015"/>
                  <a:pt x="696670" y="44015"/>
                </a:cubicBezTo>
                <a:moveTo>
                  <a:pt x="691326" y="138023"/>
                </a:moveTo>
                <a:cubicBezTo>
                  <a:pt x="685168" y="138023"/>
                  <a:pt x="681092" y="138535"/>
                  <a:pt x="679100" y="139557"/>
                </a:cubicBezTo>
                <a:cubicBezTo>
                  <a:pt x="675658" y="141419"/>
                  <a:pt x="673938" y="143944"/>
                  <a:pt x="673938" y="147131"/>
                </a:cubicBezTo>
                <a:cubicBezTo>
                  <a:pt x="673938" y="150197"/>
                  <a:pt x="675719" y="152977"/>
                  <a:pt x="679281" y="155471"/>
                </a:cubicBezTo>
                <a:cubicBezTo>
                  <a:pt x="682843" y="157968"/>
                  <a:pt x="689545" y="159216"/>
                  <a:pt x="699387" y="159216"/>
                </a:cubicBezTo>
                <a:cubicBezTo>
                  <a:pt x="707779" y="159216"/>
                  <a:pt x="714376" y="158104"/>
                  <a:pt x="719176" y="155879"/>
                </a:cubicBezTo>
                <a:cubicBezTo>
                  <a:pt x="723976" y="153654"/>
                  <a:pt x="726376" y="150528"/>
                  <a:pt x="726376" y="146500"/>
                </a:cubicBezTo>
                <a:cubicBezTo>
                  <a:pt x="726376" y="144998"/>
                  <a:pt x="725923" y="143736"/>
                  <a:pt x="725017" y="142713"/>
                </a:cubicBezTo>
                <a:cubicBezTo>
                  <a:pt x="723387" y="140909"/>
                  <a:pt x="720927" y="139676"/>
                  <a:pt x="717636" y="139014"/>
                </a:cubicBezTo>
                <a:cubicBezTo>
                  <a:pt x="714345" y="138353"/>
                  <a:pt x="705576" y="138023"/>
                  <a:pt x="691326" y="1380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">
            <a:extLst xmlns:a="http://schemas.openxmlformats.org/drawingml/2006/main">
              <a:ext uri="{FF2B5EF4-FFF2-40B4-BE49-F238E27FC236}">
                <a16:creationId xmlns:a16="http://schemas.microsoft.com/office/drawing/2014/main" id="{23D35A40-E6AE-4B70-894A-4DFC51DE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136" y="3580001"/>
            <a:ext cx="105235" cy="103058"/>
          </a:xfrm>
          <a:custGeom xmlns:a="http://schemas.openxmlformats.org/drawingml/2006/main">
            <a:pathLst>
              <a:path w="105235" h="103058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">
            <a:extLst xmlns:a="http://schemas.openxmlformats.org/drawingml/2006/main">
              <a:ext uri="{FF2B5EF4-FFF2-40B4-BE49-F238E27FC236}">
                <a16:creationId xmlns:a16="http://schemas.microsoft.com/office/drawing/2014/main" id="{BBA04DDF-2DCF-4617-8BB3-6F00094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136" y="3580001"/>
            <a:ext cx="105235" cy="103058"/>
          </a:xfrm>
          <a:custGeom xmlns:a="http://schemas.openxmlformats.org/drawingml/2006/main">
            <a:pathLst>
              <a:path w="105235" h="103058" fill="none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164" name="Text Tag1">
            <a:extLst xmlns:a="http://schemas.openxmlformats.org/drawingml/2006/main">
              <a:ext uri="{FF2B5EF4-FFF2-40B4-BE49-F238E27FC236}">
                <a16:creationId xmlns:a16="http://schemas.microsoft.com/office/drawing/2014/main" id="{783CF78C-E2C4-4500-BA54-6A22325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031" y="3591745"/>
            <a:ext cx="276408" cy="120476"/>
          </a:xfrm>
          <a:custGeom xmlns:a="http://schemas.openxmlformats.org/drawingml/2006/main">
            <a:pathLst>
              <a:path w="276408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5" y="92238"/>
                  <a:pt x="103263" y="92238"/>
                </a:cubicBezTo>
                <a:cubicBezTo>
                  <a:pt x="99744" y="92238"/>
                  <a:pt x="96819" y="91080"/>
                  <a:pt x="94487" y="88763"/>
                </a:cubicBezTo>
                <a:cubicBezTo>
                  <a:pt x="92156" y="86446"/>
                  <a:pt x="90991" y="83544"/>
                  <a:pt x="90991" y="80058"/>
                </a:cubicBezTo>
                <a:cubicBezTo>
                  <a:pt x="90991" y="75335"/>
                  <a:pt x="93014" y="71087"/>
                  <a:pt x="97061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7" y="34979"/>
                  <a:pt x="119889" y="34078"/>
                </a:cubicBezTo>
                <a:cubicBezTo>
                  <a:pt x="118481" y="33176"/>
                  <a:pt x="116898" y="32725"/>
                  <a:pt x="115139" y="32725"/>
                </a:cubicBezTo>
                <a:cubicBezTo>
                  <a:pt x="112280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8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8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6" y="45656"/>
                  <a:pt x="141926" y="52313"/>
                </a:cubicBezTo>
                <a:lnTo>
                  <a:pt x="141926" y="76318"/>
                </a:lnTo>
                <a:cubicBezTo>
                  <a:pt x="141926" y="79140"/>
                  <a:pt x="142036" y="80915"/>
                  <a:pt x="142256" y="81644"/>
                </a:cubicBezTo>
                <a:cubicBezTo>
                  <a:pt x="142476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60" y="81351"/>
                </a:cubicBezTo>
                <a:lnTo>
                  <a:pt x="150239" y="82935"/>
                </a:lnTo>
                <a:cubicBezTo>
                  <a:pt x="148040" y="86190"/>
                  <a:pt x="145764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7" y="89747"/>
                </a:cubicBezTo>
                <a:cubicBezTo>
                  <a:pt x="125167" y="88086"/>
                  <a:pt x="123958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6" y="59826"/>
                  <a:pt x="114237" y="63185"/>
                  <a:pt x="111642" y="66766"/>
                </a:cubicBezTo>
                <a:cubicBezTo>
                  <a:pt x="109926" y="69152"/>
                  <a:pt x="109069" y="71561"/>
                  <a:pt x="109069" y="73993"/>
                </a:cubicBezTo>
                <a:cubicBezTo>
                  <a:pt x="109069" y="76026"/>
                  <a:pt x="109794" y="77816"/>
                  <a:pt x="111246" y="79364"/>
                </a:cubicBezTo>
                <a:cubicBezTo>
                  <a:pt x="112346" y="80557"/>
                  <a:pt x="113885" y="81153"/>
                  <a:pt x="115864" y="81153"/>
                </a:cubicBezTo>
                <a:cubicBezTo>
                  <a:pt x="118064" y="81153"/>
                  <a:pt x="120615" y="79878"/>
                  <a:pt x="123518" y="77327"/>
                </a:cubicBezTo>
                <a:close/>
                <a:moveTo>
                  <a:pt x="196202" y="30350"/>
                </a:moveTo>
                <a:lnTo>
                  <a:pt x="216985" y="30350"/>
                </a:lnTo>
                <a:lnTo>
                  <a:pt x="216985" y="37608"/>
                </a:lnTo>
                <a:lnTo>
                  <a:pt x="205175" y="37608"/>
                </a:lnTo>
                <a:cubicBezTo>
                  <a:pt x="207330" y="39763"/>
                  <a:pt x="208826" y="41720"/>
                  <a:pt x="209661" y="43480"/>
                </a:cubicBezTo>
                <a:cubicBezTo>
                  <a:pt x="210717" y="45855"/>
                  <a:pt x="211245" y="48340"/>
                  <a:pt x="211245" y="50935"/>
                </a:cubicBezTo>
                <a:cubicBezTo>
                  <a:pt x="211245" y="55334"/>
                  <a:pt x="210024" y="59150"/>
                  <a:pt x="207583" y="62382"/>
                </a:cubicBezTo>
                <a:cubicBezTo>
                  <a:pt x="205142" y="65615"/>
                  <a:pt x="201821" y="68145"/>
                  <a:pt x="197620" y="69970"/>
                </a:cubicBezTo>
                <a:cubicBezTo>
                  <a:pt x="193420" y="71795"/>
                  <a:pt x="189692" y="72708"/>
                  <a:pt x="186437" y="72708"/>
                </a:cubicBezTo>
                <a:cubicBezTo>
                  <a:pt x="186173" y="72708"/>
                  <a:pt x="183534" y="72598"/>
                  <a:pt x="178520" y="72378"/>
                </a:cubicBezTo>
                <a:cubicBezTo>
                  <a:pt x="176540" y="72378"/>
                  <a:pt x="174880" y="73024"/>
                  <a:pt x="173538" y="74314"/>
                </a:cubicBezTo>
                <a:cubicBezTo>
                  <a:pt x="172197" y="75605"/>
                  <a:pt x="171526" y="77146"/>
                  <a:pt x="171526" y="78939"/>
                </a:cubicBezTo>
                <a:cubicBezTo>
                  <a:pt x="171526" y="80514"/>
                  <a:pt x="172131" y="81805"/>
                  <a:pt x="173340" y="82811"/>
                </a:cubicBezTo>
                <a:cubicBezTo>
                  <a:pt x="174550" y="83817"/>
                  <a:pt x="176518" y="84320"/>
                  <a:pt x="179245" y="84320"/>
                </a:cubicBezTo>
                <a:lnTo>
                  <a:pt x="190660" y="84188"/>
                </a:lnTo>
                <a:cubicBezTo>
                  <a:pt x="199897" y="84188"/>
                  <a:pt x="206253" y="85202"/>
                  <a:pt x="209727" y="87229"/>
                </a:cubicBezTo>
                <a:cubicBezTo>
                  <a:pt x="214698" y="90049"/>
                  <a:pt x="217183" y="94389"/>
                  <a:pt x="217183" y="100250"/>
                </a:cubicBezTo>
                <a:cubicBezTo>
                  <a:pt x="217183" y="103995"/>
                  <a:pt x="216039" y="107400"/>
                  <a:pt x="213752" y="110462"/>
                </a:cubicBezTo>
                <a:cubicBezTo>
                  <a:pt x="211465" y="113525"/>
                  <a:pt x="208452" y="115783"/>
                  <a:pt x="204713" y="117237"/>
                </a:cubicBezTo>
                <a:cubicBezTo>
                  <a:pt x="199039" y="119397"/>
                  <a:pt x="192507" y="120476"/>
                  <a:pt x="185117" y="120476"/>
                </a:cubicBezTo>
                <a:cubicBezTo>
                  <a:pt x="179575" y="120476"/>
                  <a:pt x="174517" y="119937"/>
                  <a:pt x="169942" y="118860"/>
                </a:cubicBezTo>
                <a:cubicBezTo>
                  <a:pt x="165368" y="117782"/>
                  <a:pt x="162091" y="116286"/>
                  <a:pt x="160112" y="114371"/>
                </a:cubicBezTo>
                <a:cubicBezTo>
                  <a:pt x="158132" y="112458"/>
                  <a:pt x="157143" y="110445"/>
                  <a:pt x="157143" y="108332"/>
                </a:cubicBezTo>
                <a:cubicBezTo>
                  <a:pt x="157143" y="106309"/>
                  <a:pt x="157901" y="104494"/>
                  <a:pt x="159419" y="102887"/>
                </a:cubicBezTo>
                <a:cubicBezTo>
                  <a:pt x="160936" y="101281"/>
                  <a:pt x="163763" y="99929"/>
                  <a:pt x="167897" y="98829"/>
                </a:cubicBezTo>
                <a:cubicBezTo>
                  <a:pt x="162179" y="96014"/>
                  <a:pt x="159320" y="92100"/>
                  <a:pt x="159320" y="87087"/>
                </a:cubicBezTo>
                <a:cubicBezTo>
                  <a:pt x="159320" y="84052"/>
                  <a:pt x="160486" y="81106"/>
                  <a:pt x="162817" y="78248"/>
                </a:cubicBezTo>
                <a:cubicBezTo>
                  <a:pt x="165148" y="75389"/>
                  <a:pt x="168843" y="72904"/>
                  <a:pt x="173901" y="70793"/>
                </a:cubicBezTo>
                <a:cubicBezTo>
                  <a:pt x="168007" y="68635"/>
                  <a:pt x="163741" y="65793"/>
                  <a:pt x="161101" y="62269"/>
                </a:cubicBezTo>
                <a:cubicBezTo>
                  <a:pt x="158462" y="58745"/>
                  <a:pt x="157143" y="54670"/>
                  <a:pt x="157143" y="50045"/>
                </a:cubicBezTo>
                <a:cubicBezTo>
                  <a:pt x="157143" y="44010"/>
                  <a:pt x="159606" y="38779"/>
                  <a:pt x="164532" y="34352"/>
                </a:cubicBezTo>
                <a:cubicBezTo>
                  <a:pt x="169459" y="29925"/>
                  <a:pt x="175793" y="27711"/>
                  <a:pt x="183534" y="27711"/>
                </a:cubicBezTo>
                <a:cubicBezTo>
                  <a:pt x="187625" y="27711"/>
                  <a:pt x="191847" y="28591"/>
                  <a:pt x="196202" y="30350"/>
                </a:cubicBezTo>
                <a:moveTo>
                  <a:pt x="184788" y="31933"/>
                </a:moveTo>
                <a:cubicBezTo>
                  <a:pt x="182236" y="31933"/>
                  <a:pt x="180081" y="33218"/>
                  <a:pt x="178322" y="35787"/>
                </a:cubicBezTo>
                <a:cubicBezTo>
                  <a:pt x="176562" y="38355"/>
                  <a:pt x="175683" y="43678"/>
                  <a:pt x="175683" y="51758"/>
                </a:cubicBezTo>
                <a:cubicBezTo>
                  <a:pt x="175683" y="58299"/>
                  <a:pt x="176551" y="62789"/>
                  <a:pt x="178289" y="65226"/>
                </a:cubicBezTo>
                <a:cubicBezTo>
                  <a:pt x="180026" y="67663"/>
                  <a:pt x="182082" y="68881"/>
                  <a:pt x="184458" y="68881"/>
                </a:cubicBezTo>
                <a:cubicBezTo>
                  <a:pt x="187097" y="68881"/>
                  <a:pt x="189296" y="67674"/>
                  <a:pt x="191056" y="65259"/>
                </a:cubicBezTo>
                <a:cubicBezTo>
                  <a:pt x="192815" y="62844"/>
                  <a:pt x="193695" y="58145"/>
                  <a:pt x="193695" y="51164"/>
                </a:cubicBezTo>
                <a:cubicBezTo>
                  <a:pt x="193695" y="43306"/>
                  <a:pt x="192705" y="37949"/>
                  <a:pt x="190726" y="35094"/>
                </a:cubicBezTo>
                <a:cubicBezTo>
                  <a:pt x="189318" y="32987"/>
                  <a:pt x="187339" y="31933"/>
                  <a:pt x="184788" y="31933"/>
                </a:cubicBezTo>
                <a:moveTo>
                  <a:pt x="180895" y="100419"/>
                </a:moveTo>
                <a:cubicBezTo>
                  <a:pt x="176408" y="100419"/>
                  <a:pt x="173439" y="100791"/>
                  <a:pt x="171988" y="101536"/>
                </a:cubicBezTo>
                <a:cubicBezTo>
                  <a:pt x="169481" y="102893"/>
                  <a:pt x="168227" y="104732"/>
                  <a:pt x="168227" y="107054"/>
                </a:cubicBezTo>
                <a:cubicBezTo>
                  <a:pt x="168227" y="109288"/>
                  <a:pt x="169525" y="111313"/>
                  <a:pt x="172120" y="113130"/>
                </a:cubicBezTo>
                <a:cubicBezTo>
                  <a:pt x="174715" y="114949"/>
                  <a:pt x="179597" y="115858"/>
                  <a:pt x="186767" y="115858"/>
                </a:cubicBezTo>
                <a:cubicBezTo>
                  <a:pt x="192881" y="115858"/>
                  <a:pt x="197686" y="115048"/>
                  <a:pt x="201183" y="113427"/>
                </a:cubicBezTo>
                <a:cubicBezTo>
                  <a:pt x="204680" y="111806"/>
                  <a:pt x="206428" y="109529"/>
                  <a:pt x="206428" y="106594"/>
                </a:cubicBezTo>
                <a:cubicBezTo>
                  <a:pt x="206428" y="105500"/>
                  <a:pt x="206099" y="104580"/>
                  <a:pt x="205439" y="103835"/>
                </a:cubicBezTo>
                <a:cubicBezTo>
                  <a:pt x="204251" y="102521"/>
                  <a:pt x="202459" y="101623"/>
                  <a:pt x="200062" y="101141"/>
                </a:cubicBezTo>
                <a:cubicBezTo>
                  <a:pt x="197664" y="100659"/>
                  <a:pt x="191275" y="100419"/>
                  <a:pt x="180895" y="100419"/>
                </a:cubicBezTo>
                <a:close/>
                <a:moveTo>
                  <a:pt x="263212" y="0"/>
                </a:moveTo>
                <a:lnTo>
                  <a:pt x="263212" y="73104"/>
                </a:lnTo>
                <a:cubicBezTo>
                  <a:pt x="263212" y="78649"/>
                  <a:pt x="263454" y="82186"/>
                  <a:pt x="263938" y="83716"/>
                </a:cubicBezTo>
                <a:cubicBezTo>
                  <a:pt x="264422" y="85246"/>
                  <a:pt x="265433" y="86499"/>
                  <a:pt x="266973" y="87475"/>
                </a:cubicBezTo>
                <a:cubicBezTo>
                  <a:pt x="268512" y="88451"/>
                  <a:pt x="270975" y="88939"/>
                  <a:pt x="274362" y="88939"/>
                </a:cubicBezTo>
                <a:lnTo>
                  <a:pt x="276408" y="88939"/>
                </a:lnTo>
                <a:lnTo>
                  <a:pt x="276408" y="91314"/>
                </a:lnTo>
                <a:lnTo>
                  <a:pt x="229299" y="91314"/>
                </a:lnTo>
                <a:lnTo>
                  <a:pt x="229299" y="88939"/>
                </a:lnTo>
                <a:lnTo>
                  <a:pt x="231674" y="88939"/>
                </a:lnTo>
                <a:cubicBezTo>
                  <a:pt x="235501" y="88939"/>
                  <a:pt x="238228" y="88495"/>
                  <a:pt x="239856" y="87609"/>
                </a:cubicBezTo>
                <a:cubicBezTo>
                  <a:pt x="241483" y="86721"/>
                  <a:pt x="242583" y="85501"/>
                  <a:pt x="243155" y="83949"/>
                </a:cubicBezTo>
                <a:cubicBezTo>
                  <a:pt x="243726" y="82396"/>
                  <a:pt x="244012" y="78781"/>
                  <a:pt x="244012" y="73104"/>
                </a:cubicBezTo>
                <a:lnTo>
                  <a:pt x="244012" y="26787"/>
                </a:lnTo>
                <a:cubicBezTo>
                  <a:pt x="244012" y="22653"/>
                  <a:pt x="243814" y="20068"/>
                  <a:pt x="243418" y="19035"/>
                </a:cubicBezTo>
                <a:cubicBezTo>
                  <a:pt x="243023" y="18001"/>
                  <a:pt x="242286" y="17121"/>
                  <a:pt x="241208" y="16396"/>
                </a:cubicBezTo>
                <a:cubicBezTo>
                  <a:pt x="240131" y="15670"/>
                  <a:pt x="238888" y="15307"/>
                  <a:pt x="237480" y="15307"/>
                </a:cubicBezTo>
                <a:cubicBezTo>
                  <a:pt x="235237" y="15307"/>
                  <a:pt x="232510" y="16011"/>
                  <a:pt x="229299" y="17418"/>
                </a:cubicBezTo>
                <a:lnTo>
                  <a:pt x="228112" y="15043"/>
                </a:lnTo>
                <a:lnTo>
                  <a:pt x="261035" y="0"/>
                </a:lnTo>
                <a:lnTo>
                  <a:pt x="26321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">
            <a:extLst xmlns:a="http://schemas.openxmlformats.org/drawingml/2006/main">
              <a:ext uri="{FF2B5EF4-FFF2-40B4-BE49-F238E27FC236}">
                <a16:creationId xmlns:a16="http://schemas.microsoft.com/office/drawing/2014/main" id="{D2E5D20C-5CF6-4548-803B-E9B85A2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136" y="3764642"/>
            <a:ext cx="105235" cy="103058"/>
          </a:xfrm>
          <a:custGeom xmlns:a="http://schemas.openxmlformats.org/drawingml/2006/main">
            <a:pathLst>
              <a:path w="105235" h="103058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">
            <a:extLst xmlns:a="http://schemas.openxmlformats.org/drawingml/2006/main">
              <a:ext uri="{FF2B5EF4-FFF2-40B4-BE49-F238E27FC236}">
                <a16:creationId xmlns:a16="http://schemas.microsoft.com/office/drawing/2014/main" id="{6E8E17AB-0D94-469C-883C-520EBF3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136" y="3764642"/>
            <a:ext cx="105235" cy="103058"/>
          </a:xfrm>
          <a:custGeom xmlns:a="http://schemas.openxmlformats.org/drawingml/2006/main">
            <a:pathLst>
              <a:path w="105235" h="103058" fill="none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167" name="Text Tag2">
            <a:extLst xmlns:a="http://schemas.openxmlformats.org/drawingml/2006/main">
              <a:ext uri="{FF2B5EF4-FFF2-40B4-BE49-F238E27FC236}">
                <a16:creationId xmlns:a16="http://schemas.microsoft.com/office/drawing/2014/main" id="{507AF9B9-1704-449D-8E0A-C15A63E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031" y="3776386"/>
            <a:ext cx="280168" cy="120476"/>
          </a:xfrm>
          <a:custGeom xmlns:a="http://schemas.openxmlformats.org/drawingml/2006/main">
            <a:pathLst>
              <a:path w="280168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5" y="92238"/>
                  <a:pt x="103263" y="92238"/>
                </a:cubicBezTo>
                <a:cubicBezTo>
                  <a:pt x="99744" y="92238"/>
                  <a:pt x="96819" y="91080"/>
                  <a:pt x="94487" y="88763"/>
                </a:cubicBezTo>
                <a:cubicBezTo>
                  <a:pt x="92156" y="86446"/>
                  <a:pt x="90991" y="83544"/>
                  <a:pt x="90991" y="80058"/>
                </a:cubicBezTo>
                <a:cubicBezTo>
                  <a:pt x="90991" y="75335"/>
                  <a:pt x="93014" y="71087"/>
                  <a:pt x="97061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7" y="34979"/>
                  <a:pt x="119889" y="34078"/>
                </a:cubicBezTo>
                <a:cubicBezTo>
                  <a:pt x="118481" y="33176"/>
                  <a:pt x="116898" y="32725"/>
                  <a:pt x="115139" y="32725"/>
                </a:cubicBezTo>
                <a:cubicBezTo>
                  <a:pt x="112280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8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8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6" y="45656"/>
                  <a:pt x="141926" y="52313"/>
                </a:cubicBezTo>
                <a:lnTo>
                  <a:pt x="141926" y="76318"/>
                </a:lnTo>
                <a:cubicBezTo>
                  <a:pt x="141926" y="79140"/>
                  <a:pt x="142036" y="80915"/>
                  <a:pt x="142256" y="81644"/>
                </a:cubicBezTo>
                <a:cubicBezTo>
                  <a:pt x="142476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60" y="81351"/>
                </a:cubicBezTo>
                <a:lnTo>
                  <a:pt x="150239" y="82935"/>
                </a:lnTo>
                <a:cubicBezTo>
                  <a:pt x="148040" y="86190"/>
                  <a:pt x="145764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7" y="89747"/>
                </a:cubicBezTo>
                <a:cubicBezTo>
                  <a:pt x="125167" y="88086"/>
                  <a:pt x="123958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6" y="59826"/>
                  <a:pt x="114237" y="63185"/>
                  <a:pt x="111642" y="66766"/>
                </a:cubicBezTo>
                <a:cubicBezTo>
                  <a:pt x="109926" y="69152"/>
                  <a:pt x="109069" y="71561"/>
                  <a:pt x="109069" y="73993"/>
                </a:cubicBezTo>
                <a:cubicBezTo>
                  <a:pt x="109069" y="76026"/>
                  <a:pt x="109794" y="77816"/>
                  <a:pt x="111246" y="79364"/>
                </a:cubicBezTo>
                <a:cubicBezTo>
                  <a:pt x="112346" y="80557"/>
                  <a:pt x="113885" y="81153"/>
                  <a:pt x="115864" y="81153"/>
                </a:cubicBezTo>
                <a:cubicBezTo>
                  <a:pt x="118064" y="81153"/>
                  <a:pt x="120615" y="79878"/>
                  <a:pt x="123518" y="77327"/>
                </a:cubicBezTo>
                <a:close/>
                <a:moveTo>
                  <a:pt x="196202" y="30350"/>
                </a:moveTo>
                <a:lnTo>
                  <a:pt x="216985" y="30350"/>
                </a:lnTo>
                <a:lnTo>
                  <a:pt x="216985" y="37608"/>
                </a:lnTo>
                <a:lnTo>
                  <a:pt x="205175" y="37608"/>
                </a:lnTo>
                <a:cubicBezTo>
                  <a:pt x="207330" y="39763"/>
                  <a:pt x="208826" y="41720"/>
                  <a:pt x="209661" y="43480"/>
                </a:cubicBezTo>
                <a:cubicBezTo>
                  <a:pt x="210717" y="45855"/>
                  <a:pt x="211245" y="48340"/>
                  <a:pt x="211245" y="50935"/>
                </a:cubicBezTo>
                <a:cubicBezTo>
                  <a:pt x="211245" y="55334"/>
                  <a:pt x="210024" y="59150"/>
                  <a:pt x="207583" y="62382"/>
                </a:cubicBezTo>
                <a:cubicBezTo>
                  <a:pt x="205142" y="65615"/>
                  <a:pt x="201821" y="68145"/>
                  <a:pt x="197620" y="69970"/>
                </a:cubicBezTo>
                <a:cubicBezTo>
                  <a:pt x="193420" y="71795"/>
                  <a:pt x="189692" y="72708"/>
                  <a:pt x="186437" y="72708"/>
                </a:cubicBezTo>
                <a:cubicBezTo>
                  <a:pt x="186173" y="72708"/>
                  <a:pt x="183534" y="72598"/>
                  <a:pt x="178520" y="72378"/>
                </a:cubicBezTo>
                <a:cubicBezTo>
                  <a:pt x="176540" y="72378"/>
                  <a:pt x="174880" y="73024"/>
                  <a:pt x="173538" y="74314"/>
                </a:cubicBezTo>
                <a:cubicBezTo>
                  <a:pt x="172197" y="75605"/>
                  <a:pt x="171526" y="77146"/>
                  <a:pt x="171526" y="78939"/>
                </a:cubicBezTo>
                <a:cubicBezTo>
                  <a:pt x="171526" y="80514"/>
                  <a:pt x="172131" y="81805"/>
                  <a:pt x="173340" y="82811"/>
                </a:cubicBezTo>
                <a:cubicBezTo>
                  <a:pt x="174550" y="83817"/>
                  <a:pt x="176518" y="84320"/>
                  <a:pt x="179245" y="84320"/>
                </a:cubicBezTo>
                <a:lnTo>
                  <a:pt x="190660" y="84188"/>
                </a:lnTo>
                <a:cubicBezTo>
                  <a:pt x="199897" y="84188"/>
                  <a:pt x="206253" y="85202"/>
                  <a:pt x="209727" y="87229"/>
                </a:cubicBezTo>
                <a:cubicBezTo>
                  <a:pt x="214698" y="90049"/>
                  <a:pt x="217183" y="94389"/>
                  <a:pt x="217183" y="100250"/>
                </a:cubicBezTo>
                <a:cubicBezTo>
                  <a:pt x="217183" y="103995"/>
                  <a:pt x="216039" y="107400"/>
                  <a:pt x="213752" y="110462"/>
                </a:cubicBezTo>
                <a:cubicBezTo>
                  <a:pt x="211465" y="113525"/>
                  <a:pt x="208452" y="115783"/>
                  <a:pt x="204713" y="117237"/>
                </a:cubicBezTo>
                <a:cubicBezTo>
                  <a:pt x="199039" y="119397"/>
                  <a:pt x="192507" y="120476"/>
                  <a:pt x="185117" y="120476"/>
                </a:cubicBezTo>
                <a:cubicBezTo>
                  <a:pt x="179575" y="120476"/>
                  <a:pt x="174517" y="119937"/>
                  <a:pt x="169942" y="118860"/>
                </a:cubicBezTo>
                <a:cubicBezTo>
                  <a:pt x="165368" y="117782"/>
                  <a:pt x="162091" y="116286"/>
                  <a:pt x="160112" y="114371"/>
                </a:cubicBezTo>
                <a:cubicBezTo>
                  <a:pt x="158132" y="112458"/>
                  <a:pt x="157143" y="110445"/>
                  <a:pt x="157143" y="108332"/>
                </a:cubicBezTo>
                <a:cubicBezTo>
                  <a:pt x="157143" y="106309"/>
                  <a:pt x="157901" y="104494"/>
                  <a:pt x="159419" y="102887"/>
                </a:cubicBezTo>
                <a:cubicBezTo>
                  <a:pt x="160936" y="101281"/>
                  <a:pt x="163763" y="99929"/>
                  <a:pt x="167897" y="98829"/>
                </a:cubicBezTo>
                <a:cubicBezTo>
                  <a:pt x="162179" y="96014"/>
                  <a:pt x="159320" y="92100"/>
                  <a:pt x="159320" y="87087"/>
                </a:cubicBezTo>
                <a:cubicBezTo>
                  <a:pt x="159320" y="84052"/>
                  <a:pt x="160486" y="81106"/>
                  <a:pt x="162817" y="78248"/>
                </a:cubicBezTo>
                <a:cubicBezTo>
                  <a:pt x="165148" y="75389"/>
                  <a:pt x="168843" y="72904"/>
                  <a:pt x="173901" y="70793"/>
                </a:cubicBezTo>
                <a:cubicBezTo>
                  <a:pt x="168007" y="68635"/>
                  <a:pt x="163741" y="65793"/>
                  <a:pt x="161101" y="62269"/>
                </a:cubicBezTo>
                <a:cubicBezTo>
                  <a:pt x="158462" y="58745"/>
                  <a:pt x="157143" y="54670"/>
                  <a:pt x="157143" y="50045"/>
                </a:cubicBezTo>
                <a:cubicBezTo>
                  <a:pt x="157143" y="44010"/>
                  <a:pt x="159606" y="38779"/>
                  <a:pt x="164532" y="34352"/>
                </a:cubicBezTo>
                <a:cubicBezTo>
                  <a:pt x="169459" y="29925"/>
                  <a:pt x="175793" y="27711"/>
                  <a:pt x="183534" y="27711"/>
                </a:cubicBezTo>
                <a:cubicBezTo>
                  <a:pt x="187625" y="27711"/>
                  <a:pt x="191847" y="28591"/>
                  <a:pt x="196202" y="30350"/>
                </a:cubicBezTo>
                <a:moveTo>
                  <a:pt x="184788" y="31933"/>
                </a:moveTo>
                <a:cubicBezTo>
                  <a:pt x="182236" y="31933"/>
                  <a:pt x="180081" y="33218"/>
                  <a:pt x="178322" y="35787"/>
                </a:cubicBezTo>
                <a:cubicBezTo>
                  <a:pt x="176562" y="38355"/>
                  <a:pt x="175683" y="43678"/>
                  <a:pt x="175683" y="51758"/>
                </a:cubicBezTo>
                <a:cubicBezTo>
                  <a:pt x="175683" y="58299"/>
                  <a:pt x="176551" y="62789"/>
                  <a:pt x="178289" y="65226"/>
                </a:cubicBezTo>
                <a:cubicBezTo>
                  <a:pt x="180026" y="67663"/>
                  <a:pt x="182082" y="68881"/>
                  <a:pt x="184458" y="68881"/>
                </a:cubicBezTo>
                <a:cubicBezTo>
                  <a:pt x="187097" y="68881"/>
                  <a:pt x="189296" y="67674"/>
                  <a:pt x="191056" y="65259"/>
                </a:cubicBezTo>
                <a:cubicBezTo>
                  <a:pt x="192815" y="62844"/>
                  <a:pt x="193695" y="58145"/>
                  <a:pt x="193695" y="51164"/>
                </a:cubicBezTo>
                <a:cubicBezTo>
                  <a:pt x="193695" y="43306"/>
                  <a:pt x="192705" y="37949"/>
                  <a:pt x="190726" y="35094"/>
                </a:cubicBezTo>
                <a:cubicBezTo>
                  <a:pt x="189318" y="32987"/>
                  <a:pt x="187339" y="31933"/>
                  <a:pt x="184788" y="31933"/>
                </a:cubicBezTo>
                <a:moveTo>
                  <a:pt x="180895" y="100419"/>
                </a:moveTo>
                <a:cubicBezTo>
                  <a:pt x="176408" y="100419"/>
                  <a:pt x="173439" y="100791"/>
                  <a:pt x="171988" y="101536"/>
                </a:cubicBezTo>
                <a:cubicBezTo>
                  <a:pt x="169481" y="102893"/>
                  <a:pt x="168227" y="104732"/>
                  <a:pt x="168227" y="107054"/>
                </a:cubicBezTo>
                <a:cubicBezTo>
                  <a:pt x="168227" y="109288"/>
                  <a:pt x="169525" y="111313"/>
                  <a:pt x="172120" y="113130"/>
                </a:cubicBezTo>
                <a:cubicBezTo>
                  <a:pt x="174715" y="114949"/>
                  <a:pt x="179597" y="115858"/>
                  <a:pt x="186767" y="115858"/>
                </a:cubicBezTo>
                <a:cubicBezTo>
                  <a:pt x="192881" y="115858"/>
                  <a:pt x="197686" y="115048"/>
                  <a:pt x="201183" y="113427"/>
                </a:cubicBezTo>
                <a:cubicBezTo>
                  <a:pt x="204680" y="111806"/>
                  <a:pt x="206428" y="109529"/>
                  <a:pt x="206428" y="106594"/>
                </a:cubicBezTo>
                <a:cubicBezTo>
                  <a:pt x="206428" y="105500"/>
                  <a:pt x="206099" y="104580"/>
                  <a:pt x="205439" y="103835"/>
                </a:cubicBezTo>
                <a:cubicBezTo>
                  <a:pt x="204251" y="102521"/>
                  <a:pt x="202459" y="101623"/>
                  <a:pt x="200062" y="101141"/>
                </a:cubicBezTo>
                <a:cubicBezTo>
                  <a:pt x="197664" y="100659"/>
                  <a:pt x="191275" y="100419"/>
                  <a:pt x="180895" y="100419"/>
                </a:cubicBezTo>
                <a:close/>
                <a:moveTo>
                  <a:pt x="275154" y="91314"/>
                </a:moveTo>
                <a:lnTo>
                  <a:pt x="222503" y="91314"/>
                </a:lnTo>
                <a:lnTo>
                  <a:pt x="222503" y="89862"/>
                </a:lnTo>
                <a:cubicBezTo>
                  <a:pt x="238646" y="70657"/>
                  <a:pt x="248444" y="57737"/>
                  <a:pt x="251897" y="51102"/>
                </a:cubicBezTo>
                <a:cubicBezTo>
                  <a:pt x="255350" y="44466"/>
                  <a:pt x="257076" y="37984"/>
                  <a:pt x="257076" y="31655"/>
                </a:cubicBezTo>
                <a:cubicBezTo>
                  <a:pt x="257076" y="27041"/>
                  <a:pt x="255646" y="23206"/>
                  <a:pt x="252787" y="20152"/>
                </a:cubicBezTo>
                <a:cubicBezTo>
                  <a:pt x="249928" y="17098"/>
                  <a:pt x="246432" y="15571"/>
                  <a:pt x="242297" y="15571"/>
                </a:cubicBezTo>
                <a:cubicBezTo>
                  <a:pt x="235523" y="15571"/>
                  <a:pt x="230267" y="18953"/>
                  <a:pt x="226528" y="25717"/>
                </a:cubicBezTo>
                <a:lnTo>
                  <a:pt x="224087" y="24861"/>
                </a:lnTo>
                <a:cubicBezTo>
                  <a:pt x="226462" y="16398"/>
                  <a:pt x="230069" y="10139"/>
                  <a:pt x="234907" y="6084"/>
                </a:cubicBezTo>
                <a:cubicBezTo>
                  <a:pt x="239746" y="2028"/>
                  <a:pt x="245332" y="0"/>
                  <a:pt x="251666" y="0"/>
                </a:cubicBezTo>
                <a:cubicBezTo>
                  <a:pt x="256196" y="0"/>
                  <a:pt x="260331" y="1056"/>
                  <a:pt x="264070" y="3167"/>
                </a:cubicBezTo>
                <a:cubicBezTo>
                  <a:pt x="267808" y="5278"/>
                  <a:pt x="270734" y="8170"/>
                  <a:pt x="272845" y="11843"/>
                </a:cubicBezTo>
                <a:cubicBezTo>
                  <a:pt x="274956" y="15516"/>
                  <a:pt x="276012" y="18958"/>
                  <a:pt x="276012" y="22169"/>
                </a:cubicBezTo>
                <a:cubicBezTo>
                  <a:pt x="276012" y="28019"/>
                  <a:pt x="274384" y="33957"/>
                  <a:pt x="271129" y="39983"/>
                </a:cubicBezTo>
                <a:cubicBezTo>
                  <a:pt x="266687" y="48120"/>
                  <a:pt x="256988" y="59468"/>
                  <a:pt x="242033" y="74028"/>
                </a:cubicBezTo>
                <a:lnTo>
                  <a:pt x="261365" y="74028"/>
                </a:lnTo>
                <a:cubicBezTo>
                  <a:pt x="266115" y="74028"/>
                  <a:pt x="269205" y="73830"/>
                  <a:pt x="270635" y="73434"/>
                </a:cubicBezTo>
                <a:cubicBezTo>
                  <a:pt x="272064" y="73038"/>
                  <a:pt x="273241" y="72367"/>
                  <a:pt x="274164" y="71421"/>
                </a:cubicBezTo>
                <a:cubicBezTo>
                  <a:pt x="275088" y="70476"/>
                  <a:pt x="276298" y="68485"/>
                  <a:pt x="277793" y="65450"/>
                </a:cubicBezTo>
                <a:lnTo>
                  <a:pt x="280168" y="65450"/>
                </a:lnTo>
                <a:lnTo>
                  <a:pt x="275154" y="91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ok">
            <a:extLst xmlns:a="http://schemas.openxmlformats.org/drawingml/2006/main">
              <a:ext uri="{FF2B5EF4-FFF2-40B4-BE49-F238E27FC236}">
                <a16:creationId xmlns:a16="http://schemas.microsoft.com/office/drawing/2014/main" id="{A1B179BF-4FD1-443E-922A-9D4F39DD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310" y="3950867"/>
            <a:ext cx="207328" cy="136120"/>
          </a:xfrm>
          <a:custGeom xmlns:a="http://schemas.openxmlformats.org/drawingml/2006/main">
            <a:pathLst>
              <a:path w="207328" h="136120">
                <a:moveTo>
                  <a:pt x="42882" y="38554"/>
                </a:moveTo>
                <a:cubicBezTo>
                  <a:pt x="50881" y="38554"/>
                  <a:pt x="58323" y="40622"/>
                  <a:pt x="65208" y="44757"/>
                </a:cubicBezTo>
                <a:cubicBezTo>
                  <a:pt x="72093" y="48892"/>
                  <a:pt x="77322" y="54766"/>
                  <a:pt x="80895" y="62380"/>
                </a:cubicBezTo>
                <a:cubicBezTo>
                  <a:pt x="84469" y="69994"/>
                  <a:pt x="86255" y="78330"/>
                  <a:pt x="86255" y="87386"/>
                </a:cubicBezTo>
                <a:cubicBezTo>
                  <a:pt x="86255" y="100447"/>
                  <a:pt x="82944" y="111375"/>
                  <a:pt x="76322" y="120172"/>
                </a:cubicBezTo>
                <a:cubicBezTo>
                  <a:pt x="68322" y="130804"/>
                  <a:pt x="57274" y="136120"/>
                  <a:pt x="43177" y="136120"/>
                </a:cubicBezTo>
                <a:cubicBezTo>
                  <a:pt x="29342" y="136120"/>
                  <a:pt x="18687" y="131263"/>
                  <a:pt x="11212" y="121549"/>
                </a:cubicBezTo>
                <a:cubicBezTo>
                  <a:pt x="3737" y="111834"/>
                  <a:pt x="0" y="100578"/>
                  <a:pt x="0" y="87780"/>
                </a:cubicBezTo>
                <a:cubicBezTo>
                  <a:pt x="0" y="74588"/>
                  <a:pt x="3819" y="63086"/>
                  <a:pt x="11458" y="53273"/>
                </a:cubicBezTo>
                <a:cubicBezTo>
                  <a:pt x="19097" y="43461"/>
                  <a:pt x="29571" y="38554"/>
                  <a:pt x="42882" y="38554"/>
                </a:cubicBezTo>
                <a:moveTo>
                  <a:pt x="43275" y="45439"/>
                </a:moveTo>
                <a:cubicBezTo>
                  <a:pt x="39931" y="45439"/>
                  <a:pt x="37063" y="46703"/>
                  <a:pt x="34669" y="49232"/>
                </a:cubicBezTo>
                <a:cubicBezTo>
                  <a:pt x="32276" y="51758"/>
                  <a:pt x="30702" y="56746"/>
                  <a:pt x="29948" y="64197"/>
                </a:cubicBezTo>
                <a:cubicBezTo>
                  <a:pt x="29194" y="71647"/>
                  <a:pt x="28817" y="82003"/>
                  <a:pt x="28817" y="95264"/>
                </a:cubicBezTo>
                <a:cubicBezTo>
                  <a:pt x="28817" y="102288"/>
                  <a:pt x="29276" y="108853"/>
                  <a:pt x="30194" y="114959"/>
                </a:cubicBezTo>
                <a:cubicBezTo>
                  <a:pt x="30916" y="119618"/>
                  <a:pt x="32456" y="123163"/>
                  <a:pt x="34817" y="125593"/>
                </a:cubicBezTo>
                <a:cubicBezTo>
                  <a:pt x="37177" y="128021"/>
                  <a:pt x="39866" y="129235"/>
                  <a:pt x="42882" y="129235"/>
                </a:cubicBezTo>
                <a:cubicBezTo>
                  <a:pt x="45832" y="129235"/>
                  <a:pt x="48291" y="128415"/>
                  <a:pt x="50258" y="126774"/>
                </a:cubicBezTo>
                <a:cubicBezTo>
                  <a:pt x="52815" y="124542"/>
                  <a:pt x="54520" y="121424"/>
                  <a:pt x="55373" y="117418"/>
                </a:cubicBezTo>
                <a:cubicBezTo>
                  <a:pt x="56684" y="111183"/>
                  <a:pt x="57340" y="98579"/>
                  <a:pt x="57340" y="79607"/>
                </a:cubicBezTo>
                <a:cubicBezTo>
                  <a:pt x="57340" y="68448"/>
                  <a:pt x="56717" y="60785"/>
                  <a:pt x="55471" y="56617"/>
                </a:cubicBezTo>
                <a:cubicBezTo>
                  <a:pt x="54225" y="52448"/>
                  <a:pt x="52389" y="49411"/>
                  <a:pt x="49963" y="47507"/>
                </a:cubicBezTo>
                <a:cubicBezTo>
                  <a:pt x="48258" y="46128"/>
                  <a:pt x="46029" y="45439"/>
                  <a:pt x="43275" y="45439"/>
                </a:cubicBezTo>
                <a:close/>
                <a:moveTo>
                  <a:pt x="137596" y="0"/>
                </a:moveTo>
                <a:lnTo>
                  <a:pt x="137596" y="87804"/>
                </a:lnTo>
                <a:lnTo>
                  <a:pt x="158939" y="66821"/>
                </a:lnTo>
                <a:cubicBezTo>
                  <a:pt x="163332" y="62547"/>
                  <a:pt x="166069" y="59446"/>
                  <a:pt x="167151" y="57518"/>
                </a:cubicBezTo>
                <a:cubicBezTo>
                  <a:pt x="168233" y="55590"/>
                  <a:pt x="168774" y="53727"/>
                  <a:pt x="168774" y="51930"/>
                </a:cubicBezTo>
                <a:cubicBezTo>
                  <a:pt x="168774" y="50135"/>
                  <a:pt x="168053" y="48640"/>
                  <a:pt x="166610" y="47443"/>
                </a:cubicBezTo>
                <a:cubicBezTo>
                  <a:pt x="165168" y="46246"/>
                  <a:pt x="162348" y="45382"/>
                  <a:pt x="158152" y="44849"/>
                </a:cubicBezTo>
                <a:lnTo>
                  <a:pt x="158152" y="41308"/>
                </a:lnTo>
                <a:lnTo>
                  <a:pt x="199362" y="41308"/>
                </a:lnTo>
                <a:lnTo>
                  <a:pt x="199362" y="44849"/>
                </a:lnTo>
                <a:cubicBezTo>
                  <a:pt x="195428" y="45048"/>
                  <a:pt x="191985" y="45992"/>
                  <a:pt x="189035" y="47683"/>
                </a:cubicBezTo>
                <a:cubicBezTo>
                  <a:pt x="186084" y="49373"/>
                  <a:pt x="180314" y="54461"/>
                  <a:pt x="171725" y="62946"/>
                </a:cubicBezTo>
                <a:lnTo>
                  <a:pt x="161693" y="72864"/>
                </a:lnTo>
                <a:lnTo>
                  <a:pt x="183330" y="104460"/>
                </a:lnTo>
                <a:cubicBezTo>
                  <a:pt x="192051" y="117307"/>
                  <a:pt x="197231" y="124517"/>
                  <a:pt x="198870" y="126088"/>
                </a:cubicBezTo>
                <a:cubicBezTo>
                  <a:pt x="201099" y="128317"/>
                  <a:pt x="203919" y="129563"/>
                  <a:pt x="207328" y="129826"/>
                </a:cubicBezTo>
                <a:lnTo>
                  <a:pt x="207328" y="133366"/>
                </a:lnTo>
                <a:lnTo>
                  <a:pt x="159824" y="133366"/>
                </a:lnTo>
                <a:lnTo>
                  <a:pt x="159824" y="129826"/>
                </a:lnTo>
                <a:cubicBezTo>
                  <a:pt x="161922" y="129826"/>
                  <a:pt x="163447" y="129432"/>
                  <a:pt x="164397" y="128645"/>
                </a:cubicBezTo>
                <a:cubicBezTo>
                  <a:pt x="165348" y="127856"/>
                  <a:pt x="165823" y="127003"/>
                  <a:pt x="165823" y="126085"/>
                </a:cubicBezTo>
                <a:cubicBezTo>
                  <a:pt x="165823" y="124575"/>
                  <a:pt x="164447" y="121785"/>
                  <a:pt x="161693" y="117716"/>
                </a:cubicBezTo>
                <a:lnTo>
                  <a:pt x="143497" y="91035"/>
                </a:lnTo>
                <a:lnTo>
                  <a:pt x="137596" y="96877"/>
                </a:lnTo>
                <a:lnTo>
                  <a:pt x="137596" y="113302"/>
                </a:lnTo>
                <a:cubicBezTo>
                  <a:pt x="137596" y="120361"/>
                  <a:pt x="138252" y="124764"/>
                  <a:pt x="139563" y="126512"/>
                </a:cubicBezTo>
                <a:cubicBezTo>
                  <a:pt x="140875" y="128260"/>
                  <a:pt x="143563" y="129365"/>
                  <a:pt x="147628" y="129826"/>
                </a:cubicBezTo>
                <a:lnTo>
                  <a:pt x="147628" y="133366"/>
                </a:lnTo>
                <a:lnTo>
                  <a:pt x="100124" y="133366"/>
                </a:lnTo>
                <a:lnTo>
                  <a:pt x="100124" y="129826"/>
                </a:lnTo>
                <a:cubicBezTo>
                  <a:pt x="103992" y="129430"/>
                  <a:pt x="106746" y="128177"/>
                  <a:pt x="108386" y="126067"/>
                </a:cubicBezTo>
                <a:cubicBezTo>
                  <a:pt x="109500" y="124616"/>
                  <a:pt x="110058" y="120361"/>
                  <a:pt x="110058" y="113302"/>
                </a:cubicBezTo>
                <a:lnTo>
                  <a:pt x="110058" y="20064"/>
                </a:lnTo>
                <a:cubicBezTo>
                  <a:pt x="110058" y="13030"/>
                  <a:pt x="109418" y="8650"/>
                  <a:pt x="108140" y="6925"/>
                </a:cubicBezTo>
                <a:cubicBezTo>
                  <a:pt x="106861" y="5199"/>
                  <a:pt x="104189" y="4071"/>
                  <a:pt x="100124" y="3541"/>
                </a:cubicBezTo>
                <a:lnTo>
                  <a:pt x="100124" y="0"/>
                </a:lnTo>
                <a:lnTo>
                  <a:pt x="1375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676a09a454ae3"/>
          <a:stretch xmlns:a="http://schemas.openxmlformats.org/drawingml/2006/main"/>
        </p:blipFill>
        <p:spPr>
          <a:xfrm xmlns:a="http://schemas.openxmlformats.org/drawingml/2006/main">
            <a:off x="8833750" y="3009739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8C86E-FB0B-4587-9DE3-7735F37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6" y="2499142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1" y="246274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10" y="266782"/>
                </a:lnTo>
                <a:lnTo>
                  <a:pt x="410763" y="269570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8029" y="269480"/>
                </a:lnTo>
                <a:lnTo>
                  <a:pt x="25651" y="266878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7" y="246259"/>
                </a:lnTo>
                <a:lnTo>
                  <a:pt x="16786" y="242232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F74BA-5D5B-4D1A-8893-2DE08ECC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23" y="2465269"/>
            <a:ext cx="1935708" cy="473352"/>
          </a:xfrm>
          <a:custGeom xmlns:a="http://schemas.openxmlformats.org/drawingml/2006/main">
            <a:pathLst>
              <a:path w="1935708" h="473352">
                <a:moveTo>
                  <a:pt x="0" y="0"/>
                </a:moveTo>
                <a:lnTo>
                  <a:pt x="1935708" y="0"/>
                </a:lnTo>
                <a:lnTo>
                  <a:pt x="1935708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2BCD9-8719-4836-8396-5F512C7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166" y="2456037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bc3644bda415c"/>
          <a:stretch xmlns:a="http://schemas.openxmlformats.org/drawingml/2006/main"/>
        </p:blipFill>
        <p:spPr>
          <a:xfrm xmlns:a="http://schemas.openxmlformats.org/drawingml/2006/main">
            <a:off x="8897058" y="2592167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74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95C8E181-278F-4909-BBF8-1BD3925F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3378" y="2614466"/>
            <a:ext cx="937801" cy="139071"/>
          </a:xfrm>
          <a:custGeom xmlns:a="http://schemas.openxmlformats.org/drawingml/2006/main">
            <a:pathLst>
              <a:path w="937801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9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8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4" y="111083"/>
                </a:cubicBezTo>
                <a:cubicBezTo>
                  <a:pt x="126738" y="105039"/>
                  <a:pt x="125820" y="98141"/>
                  <a:pt x="125820" y="90389"/>
                </a:cubicBezTo>
                <a:cubicBezTo>
                  <a:pt x="125820" y="82898"/>
                  <a:pt x="126820" y="76048"/>
                  <a:pt x="128819" y="69840"/>
                </a:cubicBezTo>
                <a:cubicBezTo>
                  <a:pt x="130819" y="63631"/>
                  <a:pt x="133819" y="58310"/>
                  <a:pt x="137819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2" y="45269"/>
                  <a:pt x="204912" y="48406"/>
                  <a:pt x="208682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9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7" y="61864"/>
                </a:cubicBezTo>
                <a:cubicBezTo>
                  <a:pt x="180586" y="60356"/>
                  <a:pt x="177160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7" y="62962"/>
                  <a:pt x="158374" y="64929"/>
                  <a:pt x="156604" y="67519"/>
                </a:cubicBezTo>
                <a:cubicBezTo>
                  <a:pt x="154834" y="70109"/>
                  <a:pt x="153506" y="73224"/>
                  <a:pt x="152621" y="76863"/>
                </a:cubicBezTo>
                <a:cubicBezTo>
                  <a:pt x="151736" y="80502"/>
                  <a:pt x="151293" y="84649"/>
                  <a:pt x="151293" y="89304"/>
                </a:cubicBezTo>
                <a:cubicBezTo>
                  <a:pt x="151293" y="93632"/>
                  <a:pt x="151654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3" y="113433"/>
                  <a:pt x="159653" y="115515"/>
                  <a:pt x="162407" y="116991"/>
                </a:cubicBezTo>
                <a:cubicBezTo>
                  <a:pt x="165161" y="118466"/>
                  <a:pt x="168570" y="119203"/>
                  <a:pt x="172636" y="119203"/>
                </a:cubicBezTo>
                <a:cubicBezTo>
                  <a:pt x="176373" y="119203"/>
                  <a:pt x="179619" y="118531"/>
                  <a:pt x="182372" y="117187"/>
                </a:cubicBezTo>
                <a:cubicBezTo>
                  <a:pt x="185126" y="115843"/>
                  <a:pt x="187388" y="113892"/>
                  <a:pt x="189159" y="111335"/>
                </a:cubicBezTo>
                <a:cubicBezTo>
                  <a:pt x="190929" y="108778"/>
                  <a:pt x="192241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6" y="129767"/>
                  <a:pt x="290786" y="131316"/>
                </a:cubicBezTo>
                <a:cubicBezTo>
                  <a:pt x="290425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3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0" y="137903"/>
                  <a:pt x="279508" y="138182"/>
                  <a:pt x="277705" y="138379"/>
                </a:cubicBezTo>
                <a:cubicBezTo>
                  <a:pt x="275902" y="138578"/>
                  <a:pt x="274082" y="138677"/>
                  <a:pt x="272246" y="138677"/>
                </a:cubicBezTo>
                <a:cubicBezTo>
                  <a:pt x="267329" y="138677"/>
                  <a:pt x="263067" y="138054"/>
                  <a:pt x="259460" y="136809"/>
                </a:cubicBezTo>
                <a:cubicBezTo>
                  <a:pt x="255854" y="135563"/>
                  <a:pt x="252871" y="133645"/>
                  <a:pt x="250510" y="131055"/>
                </a:cubicBezTo>
                <a:cubicBezTo>
                  <a:pt x="248150" y="128465"/>
                  <a:pt x="246412" y="125203"/>
                  <a:pt x="245298" y="121269"/>
                </a:cubicBezTo>
                <a:cubicBezTo>
                  <a:pt x="244183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2" y="62356"/>
                </a:lnTo>
                <a:cubicBezTo>
                  <a:pt x="231856" y="62356"/>
                  <a:pt x="230905" y="61585"/>
                  <a:pt x="230250" y="60044"/>
                </a:cubicBezTo>
                <a:cubicBezTo>
                  <a:pt x="229594" y="58503"/>
                  <a:pt x="229266" y="55930"/>
                  <a:pt x="229266" y="52324"/>
                </a:cubicBezTo>
                <a:cubicBezTo>
                  <a:pt x="229266" y="50422"/>
                  <a:pt x="229348" y="48816"/>
                  <a:pt x="229512" y="47504"/>
                </a:cubicBezTo>
                <a:cubicBezTo>
                  <a:pt x="229676" y="46193"/>
                  <a:pt x="229922" y="45160"/>
                  <a:pt x="230250" y="44406"/>
                </a:cubicBezTo>
                <a:cubicBezTo>
                  <a:pt x="230578" y="43652"/>
                  <a:pt x="230987" y="43111"/>
                  <a:pt x="231479" y="42783"/>
                </a:cubicBezTo>
                <a:cubicBezTo>
                  <a:pt x="231971" y="42456"/>
                  <a:pt x="232545" y="42292"/>
                  <a:pt x="233200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6" y="21387"/>
                  <a:pt x="244167" y="20860"/>
                </a:cubicBezTo>
                <a:cubicBezTo>
                  <a:pt x="244527" y="20333"/>
                  <a:pt x="245183" y="19890"/>
                  <a:pt x="246134" y="19529"/>
                </a:cubicBezTo>
                <a:cubicBezTo>
                  <a:pt x="247084" y="19166"/>
                  <a:pt x="248363" y="18903"/>
                  <a:pt x="249969" y="18739"/>
                </a:cubicBezTo>
                <a:cubicBezTo>
                  <a:pt x="251576" y="18573"/>
                  <a:pt x="253559" y="18490"/>
                  <a:pt x="255920" y="18490"/>
                </a:cubicBezTo>
                <a:cubicBezTo>
                  <a:pt x="258346" y="18490"/>
                  <a:pt x="260362" y="18573"/>
                  <a:pt x="261968" y="18739"/>
                </a:cubicBezTo>
                <a:cubicBezTo>
                  <a:pt x="263575" y="18903"/>
                  <a:pt x="264837" y="19166"/>
                  <a:pt x="265755" y="19529"/>
                </a:cubicBezTo>
                <a:cubicBezTo>
                  <a:pt x="266673" y="19890"/>
                  <a:pt x="267329" y="20333"/>
                  <a:pt x="267722" y="20860"/>
                </a:cubicBezTo>
                <a:cubicBezTo>
                  <a:pt x="268116" y="21387"/>
                  <a:pt x="268312" y="21980"/>
                  <a:pt x="268312" y="22640"/>
                </a:cubicBezTo>
                <a:lnTo>
                  <a:pt x="268312" y="42292"/>
                </a:lnTo>
                <a:lnTo>
                  <a:pt x="287393" y="42292"/>
                </a:lnTo>
                <a:cubicBezTo>
                  <a:pt x="288048" y="42292"/>
                  <a:pt x="288622" y="42456"/>
                  <a:pt x="289114" y="42783"/>
                </a:cubicBezTo>
                <a:cubicBezTo>
                  <a:pt x="289606" y="43111"/>
                  <a:pt x="290015" y="43652"/>
                  <a:pt x="290343" y="44406"/>
                </a:cubicBezTo>
                <a:cubicBezTo>
                  <a:pt x="290671" y="45160"/>
                  <a:pt x="290917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3" y="60044"/>
                </a:cubicBezTo>
                <a:cubicBezTo>
                  <a:pt x="289688" y="61585"/>
                  <a:pt x="288737" y="62356"/>
                  <a:pt x="287491" y="62356"/>
                </a:cubicBezTo>
                <a:lnTo>
                  <a:pt x="268312" y="62356"/>
                </a:lnTo>
                <a:lnTo>
                  <a:pt x="268312" y="103492"/>
                </a:lnTo>
                <a:cubicBezTo>
                  <a:pt x="268312" y="108270"/>
                  <a:pt x="269066" y="111854"/>
                  <a:pt x="270574" y="114243"/>
                </a:cubicBezTo>
                <a:cubicBezTo>
                  <a:pt x="272082" y="116632"/>
                  <a:pt x="274771" y="117827"/>
                  <a:pt x="278639" y="117827"/>
                </a:cubicBezTo>
                <a:cubicBezTo>
                  <a:pt x="279951" y="117827"/>
                  <a:pt x="281131" y="117712"/>
                  <a:pt x="282180" y="117482"/>
                </a:cubicBezTo>
                <a:cubicBezTo>
                  <a:pt x="283229" y="117253"/>
                  <a:pt x="284163" y="116991"/>
                  <a:pt x="284983" y="116695"/>
                </a:cubicBezTo>
                <a:cubicBezTo>
                  <a:pt x="285803" y="116400"/>
                  <a:pt x="286491" y="116138"/>
                  <a:pt x="287048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6" y="115564"/>
                  <a:pt x="289343" y="115679"/>
                  <a:pt x="289704" y="115909"/>
                </a:cubicBezTo>
                <a:cubicBezTo>
                  <a:pt x="290065" y="116138"/>
                  <a:pt x="290343" y="116598"/>
                  <a:pt x="290540" y="117289"/>
                </a:cubicBezTo>
                <a:cubicBezTo>
                  <a:pt x="290737" y="117977"/>
                  <a:pt x="290917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1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9" y="118801"/>
                  <a:pt x="368124" y="118101"/>
                  <a:pt x="370518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2" y="114863"/>
                  <a:pt x="382500" y="115274"/>
                  <a:pt x="382763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6" y="129546"/>
                  <a:pt x="382730" y="130156"/>
                  <a:pt x="382467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3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5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6" y="139071"/>
                  <a:pt x="333701" y="138085"/>
                  <a:pt x="327833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1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6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3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0" y="72881"/>
                  <a:pt x="362387" y="67399"/>
                  <a:pt x="359404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10" y="73853"/>
                  <a:pt x="326734" y="76766"/>
                  <a:pt x="326603" y="79862"/>
                </a:cubicBezTo>
                <a:lnTo>
                  <a:pt x="363584" y="79862"/>
                </a:lnTo>
                <a:close/>
                <a:moveTo>
                  <a:pt x="530325" y="126580"/>
                </a:moveTo>
                <a:cubicBezTo>
                  <a:pt x="530325" y="128481"/>
                  <a:pt x="530243" y="130071"/>
                  <a:pt x="530079" y="131350"/>
                </a:cubicBezTo>
                <a:cubicBezTo>
                  <a:pt x="529915" y="132629"/>
                  <a:pt x="529669" y="133661"/>
                  <a:pt x="529341" y="134448"/>
                </a:cubicBezTo>
                <a:cubicBezTo>
                  <a:pt x="529013" y="135235"/>
                  <a:pt x="528604" y="135809"/>
                  <a:pt x="528112" y="136169"/>
                </a:cubicBezTo>
                <a:cubicBezTo>
                  <a:pt x="527620" y="136530"/>
                  <a:pt x="527079" y="136710"/>
                  <a:pt x="526489" y="136710"/>
                </a:cubicBezTo>
                <a:lnTo>
                  <a:pt x="462560" y="136710"/>
                </a:lnTo>
                <a:cubicBezTo>
                  <a:pt x="460396" y="136710"/>
                  <a:pt x="458577" y="136071"/>
                  <a:pt x="457101" y="134792"/>
                </a:cubicBezTo>
                <a:cubicBezTo>
                  <a:pt x="455626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6" y="12638"/>
                  <a:pt x="457101" y="11360"/>
                </a:cubicBezTo>
                <a:cubicBezTo>
                  <a:pt x="458577" y="10081"/>
                  <a:pt x="460396" y="9442"/>
                  <a:pt x="462560" y="9442"/>
                </a:cubicBezTo>
                <a:lnTo>
                  <a:pt x="526096" y="9442"/>
                </a:lnTo>
                <a:cubicBezTo>
                  <a:pt x="526686" y="9442"/>
                  <a:pt x="527210" y="9606"/>
                  <a:pt x="527669" y="9934"/>
                </a:cubicBezTo>
                <a:cubicBezTo>
                  <a:pt x="528128" y="10261"/>
                  <a:pt x="528522" y="10835"/>
                  <a:pt x="528850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3" y="17703"/>
                  <a:pt x="529833" y="19671"/>
                </a:cubicBezTo>
                <a:cubicBezTo>
                  <a:pt x="529833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50" y="27440"/>
                </a:cubicBezTo>
                <a:cubicBezTo>
                  <a:pt x="528522" y="28227"/>
                  <a:pt x="528128" y="28801"/>
                  <a:pt x="527669" y="29162"/>
                </a:cubicBezTo>
                <a:cubicBezTo>
                  <a:pt x="527210" y="29522"/>
                  <a:pt x="526686" y="29703"/>
                  <a:pt x="526096" y="29703"/>
                </a:cubicBezTo>
                <a:lnTo>
                  <a:pt x="480657" y="29703"/>
                </a:lnTo>
                <a:lnTo>
                  <a:pt x="480657" y="60585"/>
                </a:lnTo>
                <a:lnTo>
                  <a:pt x="519113" y="60585"/>
                </a:lnTo>
                <a:cubicBezTo>
                  <a:pt x="519703" y="60585"/>
                  <a:pt x="520244" y="60767"/>
                  <a:pt x="520735" y="61129"/>
                </a:cubicBezTo>
                <a:cubicBezTo>
                  <a:pt x="521227" y="61492"/>
                  <a:pt x="521637" y="62052"/>
                  <a:pt x="521965" y="62810"/>
                </a:cubicBezTo>
                <a:cubicBezTo>
                  <a:pt x="522293" y="63567"/>
                  <a:pt x="522539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9" y="76566"/>
                  <a:pt x="522293" y="77571"/>
                  <a:pt x="521965" y="78329"/>
                </a:cubicBezTo>
                <a:cubicBezTo>
                  <a:pt x="521637" y="79085"/>
                  <a:pt x="521227" y="79628"/>
                  <a:pt x="520735" y="79958"/>
                </a:cubicBezTo>
                <a:cubicBezTo>
                  <a:pt x="520244" y="80288"/>
                  <a:pt x="519703" y="80453"/>
                  <a:pt x="519113" y="80453"/>
                </a:cubicBezTo>
                <a:lnTo>
                  <a:pt x="480657" y="80453"/>
                </a:lnTo>
                <a:lnTo>
                  <a:pt x="480657" y="116450"/>
                </a:lnTo>
                <a:lnTo>
                  <a:pt x="526489" y="116450"/>
                </a:lnTo>
                <a:cubicBezTo>
                  <a:pt x="527079" y="116450"/>
                  <a:pt x="527620" y="116630"/>
                  <a:pt x="528112" y="116991"/>
                </a:cubicBezTo>
                <a:cubicBezTo>
                  <a:pt x="528604" y="117351"/>
                  <a:pt x="529013" y="117925"/>
                  <a:pt x="529341" y="118712"/>
                </a:cubicBezTo>
                <a:cubicBezTo>
                  <a:pt x="529669" y="119499"/>
                  <a:pt x="529915" y="120531"/>
                  <a:pt x="530079" y="121810"/>
                </a:cubicBezTo>
                <a:cubicBezTo>
                  <a:pt x="530243" y="123088"/>
                  <a:pt x="530325" y="124678"/>
                  <a:pt x="530325" y="126580"/>
                </a:cubicBezTo>
                <a:close/>
                <a:moveTo>
                  <a:pt x="631458" y="133363"/>
                </a:moveTo>
                <a:cubicBezTo>
                  <a:pt x="631458" y="134084"/>
                  <a:pt x="631294" y="134692"/>
                  <a:pt x="630966" y="135186"/>
                </a:cubicBezTo>
                <a:cubicBezTo>
                  <a:pt x="630638" y="135678"/>
                  <a:pt x="630081" y="136087"/>
                  <a:pt x="629294" y="136415"/>
                </a:cubicBezTo>
                <a:cubicBezTo>
                  <a:pt x="628508" y="136743"/>
                  <a:pt x="627442" y="136973"/>
                  <a:pt x="626098" y="137104"/>
                </a:cubicBezTo>
                <a:cubicBezTo>
                  <a:pt x="624754" y="137235"/>
                  <a:pt x="623098" y="137300"/>
                  <a:pt x="621131" y="137300"/>
                </a:cubicBezTo>
                <a:cubicBezTo>
                  <a:pt x="619033" y="137300"/>
                  <a:pt x="617328" y="137235"/>
                  <a:pt x="616017" y="137104"/>
                </a:cubicBezTo>
                <a:cubicBezTo>
                  <a:pt x="614705" y="136975"/>
                  <a:pt x="613640" y="136747"/>
                  <a:pt x="612820" y="136421"/>
                </a:cubicBezTo>
                <a:cubicBezTo>
                  <a:pt x="612001" y="136093"/>
                  <a:pt x="611411" y="135686"/>
                  <a:pt x="611050" y="135198"/>
                </a:cubicBezTo>
                <a:cubicBezTo>
                  <a:pt x="610689" y="134708"/>
                  <a:pt x="610509" y="134104"/>
                  <a:pt x="610509" y="133385"/>
                </a:cubicBezTo>
                <a:lnTo>
                  <a:pt x="610509" y="123697"/>
                </a:lnTo>
                <a:cubicBezTo>
                  <a:pt x="605985" y="128559"/>
                  <a:pt x="601247" y="132338"/>
                  <a:pt x="596297" y="135032"/>
                </a:cubicBezTo>
                <a:cubicBezTo>
                  <a:pt x="591347" y="137725"/>
                  <a:pt x="585855" y="139071"/>
                  <a:pt x="579823" y="139071"/>
                </a:cubicBezTo>
                <a:cubicBezTo>
                  <a:pt x="573135" y="139071"/>
                  <a:pt x="567480" y="137774"/>
                  <a:pt x="562857" y="135180"/>
                </a:cubicBezTo>
                <a:cubicBezTo>
                  <a:pt x="558235" y="132584"/>
                  <a:pt x="554464" y="129085"/>
                  <a:pt x="551547" y="124684"/>
                </a:cubicBezTo>
                <a:cubicBezTo>
                  <a:pt x="548629" y="120280"/>
                  <a:pt x="546514" y="115139"/>
                  <a:pt x="545203" y="109261"/>
                </a:cubicBezTo>
                <a:cubicBezTo>
                  <a:pt x="543891" y="103380"/>
                  <a:pt x="543236" y="97188"/>
                  <a:pt x="543236" y="90684"/>
                </a:cubicBezTo>
                <a:cubicBezTo>
                  <a:pt x="543236" y="82865"/>
                  <a:pt x="544072" y="75835"/>
                  <a:pt x="545744" y="69594"/>
                </a:cubicBezTo>
                <a:cubicBezTo>
                  <a:pt x="547416" y="63352"/>
                  <a:pt x="549858" y="58031"/>
                  <a:pt x="553071" y="53630"/>
                </a:cubicBezTo>
                <a:cubicBezTo>
                  <a:pt x="556284" y="49229"/>
                  <a:pt x="560284" y="45846"/>
                  <a:pt x="565070" y="43481"/>
                </a:cubicBezTo>
                <a:cubicBezTo>
                  <a:pt x="569857" y="41115"/>
                  <a:pt x="575364" y="39931"/>
                  <a:pt x="581593" y="39931"/>
                </a:cubicBezTo>
                <a:cubicBezTo>
                  <a:pt x="586511" y="39931"/>
                  <a:pt x="590970" y="40933"/>
                  <a:pt x="594969" y="42937"/>
                </a:cubicBezTo>
                <a:cubicBezTo>
                  <a:pt x="598969" y="44941"/>
                  <a:pt x="602936" y="47881"/>
                  <a:pt x="606870" y="51758"/>
                </a:cubicBezTo>
                <a:lnTo>
                  <a:pt x="606870" y="4232"/>
                </a:lnTo>
                <a:cubicBezTo>
                  <a:pt x="606870" y="3575"/>
                  <a:pt x="607050" y="2983"/>
                  <a:pt x="607411" y="2459"/>
                </a:cubicBezTo>
                <a:cubicBezTo>
                  <a:pt x="607771" y="1934"/>
                  <a:pt x="608427" y="1492"/>
                  <a:pt x="609378" y="1131"/>
                </a:cubicBezTo>
                <a:cubicBezTo>
                  <a:pt x="610329" y="770"/>
                  <a:pt x="611591" y="492"/>
                  <a:pt x="613164" y="295"/>
                </a:cubicBezTo>
                <a:cubicBezTo>
                  <a:pt x="614738" y="98"/>
                  <a:pt x="616738" y="0"/>
                  <a:pt x="619164" y="0"/>
                </a:cubicBezTo>
                <a:cubicBezTo>
                  <a:pt x="621590" y="0"/>
                  <a:pt x="623590" y="98"/>
                  <a:pt x="625164" y="295"/>
                </a:cubicBezTo>
                <a:cubicBezTo>
                  <a:pt x="626737" y="492"/>
                  <a:pt x="627983" y="770"/>
                  <a:pt x="628901" y="1131"/>
                </a:cubicBezTo>
                <a:cubicBezTo>
                  <a:pt x="629819" y="1492"/>
                  <a:pt x="630475" y="1935"/>
                  <a:pt x="630868" y="2462"/>
                </a:cubicBezTo>
                <a:cubicBezTo>
                  <a:pt x="631261" y="2986"/>
                  <a:pt x="631458" y="3577"/>
                  <a:pt x="631458" y="4232"/>
                </a:cubicBezTo>
                <a:lnTo>
                  <a:pt x="631458" y="133363"/>
                </a:lnTo>
                <a:moveTo>
                  <a:pt x="606870" y="74717"/>
                </a:moveTo>
                <a:cubicBezTo>
                  <a:pt x="603329" y="70269"/>
                  <a:pt x="599936" y="66868"/>
                  <a:pt x="596690" y="64513"/>
                </a:cubicBezTo>
                <a:cubicBezTo>
                  <a:pt x="593445" y="62157"/>
                  <a:pt x="590052" y="60979"/>
                  <a:pt x="586511" y="60979"/>
                </a:cubicBezTo>
                <a:cubicBezTo>
                  <a:pt x="583298" y="60979"/>
                  <a:pt x="580528" y="61782"/>
                  <a:pt x="578200" y="63388"/>
                </a:cubicBezTo>
                <a:cubicBezTo>
                  <a:pt x="575872" y="64995"/>
                  <a:pt x="574004" y="67142"/>
                  <a:pt x="572594" y="69830"/>
                </a:cubicBezTo>
                <a:cubicBezTo>
                  <a:pt x="571184" y="72519"/>
                  <a:pt x="570135" y="75518"/>
                  <a:pt x="569447" y="78830"/>
                </a:cubicBezTo>
                <a:cubicBezTo>
                  <a:pt x="568758" y="82141"/>
                  <a:pt x="568414" y="85534"/>
                  <a:pt x="568414" y="89009"/>
                </a:cubicBezTo>
                <a:cubicBezTo>
                  <a:pt x="568414" y="92681"/>
                  <a:pt x="568709" y="96255"/>
                  <a:pt x="569299" y="99730"/>
                </a:cubicBezTo>
                <a:cubicBezTo>
                  <a:pt x="569889" y="103205"/>
                  <a:pt x="570856" y="106303"/>
                  <a:pt x="572201" y="109024"/>
                </a:cubicBezTo>
                <a:cubicBezTo>
                  <a:pt x="573545" y="111745"/>
                  <a:pt x="575331" y="113925"/>
                  <a:pt x="577561" y="115564"/>
                </a:cubicBezTo>
                <a:cubicBezTo>
                  <a:pt x="579790" y="117204"/>
                  <a:pt x="582610" y="118023"/>
                  <a:pt x="586019" y="118023"/>
                </a:cubicBezTo>
                <a:cubicBezTo>
                  <a:pt x="587724" y="118023"/>
                  <a:pt x="589380" y="117778"/>
                  <a:pt x="590986" y="117289"/>
                </a:cubicBezTo>
                <a:cubicBezTo>
                  <a:pt x="592592" y="116797"/>
                  <a:pt x="594232" y="115995"/>
                  <a:pt x="595904" y="114882"/>
                </a:cubicBezTo>
                <a:cubicBezTo>
                  <a:pt x="597576" y="113769"/>
                  <a:pt x="599297" y="112314"/>
                  <a:pt x="601067" y="110515"/>
                </a:cubicBezTo>
                <a:cubicBezTo>
                  <a:pt x="602837" y="108714"/>
                  <a:pt x="604772" y="106505"/>
                  <a:pt x="606870" y="103888"/>
                </a:cubicBezTo>
                <a:lnTo>
                  <a:pt x="606870" y="74717"/>
                </a:lnTo>
                <a:close/>
                <a:moveTo>
                  <a:pt x="681303" y="133366"/>
                </a:moveTo>
                <a:cubicBezTo>
                  <a:pt x="681303" y="134022"/>
                  <a:pt x="681106" y="134596"/>
                  <a:pt x="680713" y="135087"/>
                </a:cubicBezTo>
                <a:cubicBezTo>
                  <a:pt x="680319" y="135579"/>
                  <a:pt x="679647" y="135989"/>
                  <a:pt x="678697" y="136317"/>
                </a:cubicBezTo>
                <a:cubicBezTo>
                  <a:pt x="677746" y="136645"/>
                  <a:pt x="676484" y="136891"/>
                  <a:pt x="674910" y="137054"/>
                </a:cubicBezTo>
                <a:cubicBezTo>
                  <a:pt x="673336" y="137218"/>
                  <a:pt x="671337" y="137300"/>
                  <a:pt x="668911" y="137300"/>
                </a:cubicBezTo>
                <a:cubicBezTo>
                  <a:pt x="666484" y="137300"/>
                  <a:pt x="664485" y="137218"/>
                  <a:pt x="662911" y="137054"/>
                </a:cubicBezTo>
                <a:cubicBezTo>
                  <a:pt x="661337" y="136891"/>
                  <a:pt x="660075" y="136645"/>
                  <a:pt x="659124" y="136317"/>
                </a:cubicBezTo>
                <a:cubicBezTo>
                  <a:pt x="658174" y="135989"/>
                  <a:pt x="657502" y="135579"/>
                  <a:pt x="657108" y="135087"/>
                </a:cubicBezTo>
                <a:cubicBezTo>
                  <a:pt x="656715" y="134596"/>
                  <a:pt x="656518" y="134022"/>
                  <a:pt x="656518" y="133366"/>
                </a:cubicBezTo>
                <a:lnTo>
                  <a:pt x="656518" y="45832"/>
                </a:lnTo>
                <a:cubicBezTo>
                  <a:pt x="656518" y="45177"/>
                  <a:pt x="656715" y="44603"/>
                  <a:pt x="657108" y="44111"/>
                </a:cubicBezTo>
                <a:cubicBezTo>
                  <a:pt x="657502" y="43619"/>
                  <a:pt x="658174" y="43193"/>
                  <a:pt x="659124" y="42833"/>
                </a:cubicBezTo>
                <a:cubicBezTo>
                  <a:pt x="660075" y="42472"/>
                  <a:pt x="661337" y="42193"/>
                  <a:pt x="662911" y="41997"/>
                </a:cubicBezTo>
                <a:cubicBezTo>
                  <a:pt x="664485" y="41800"/>
                  <a:pt x="666484" y="41702"/>
                  <a:pt x="668911" y="41702"/>
                </a:cubicBezTo>
                <a:cubicBezTo>
                  <a:pt x="671337" y="41702"/>
                  <a:pt x="673336" y="41800"/>
                  <a:pt x="674910" y="41997"/>
                </a:cubicBezTo>
                <a:cubicBezTo>
                  <a:pt x="676484" y="42193"/>
                  <a:pt x="677746" y="42472"/>
                  <a:pt x="678697" y="42833"/>
                </a:cubicBezTo>
                <a:cubicBezTo>
                  <a:pt x="679647" y="43193"/>
                  <a:pt x="680319" y="43619"/>
                  <a:pt x="680713" y="44111"/>
                </a:cubicBezTo>
                <a:cubicBezTo>
                  <a:pt x="681106" y="44603"/>
                  <a:pt x="681303" y="45177"/>
                  <a:pt x="681303" y="45832"/>
                </a:cubicBezTo>
                <a:lnTo>
                  <a:pt x="681303" y="133366"/>
                </a:lnTo>
                <a:moveTo>
                  <a:pt x="683172" y="15933"/>
                </a:moveTo>
                <a:cubicBezTo>
                  <a:pt x="683172" y="20916"/>
                  <a:pt x="682155" y="24359"/>
                  <a:pt x="680123" y="26260"/>
                </a:cubicBezTo>
                <a:cubicBezTo>
                  <a:pt x="678090" y="28162"/>
                  <a:pt x="674320" y="29112"/>
                  <a:pt x="668812" y="29112"/>
                </a:cubicBezTo>
                <a:cubicBezTo>
                  <a:pt x="663239" y="29112"/>
                  <a:pt x="659485" y="28194"/>
                  <a:pt x="657551" y="26359"/>
                </a:cubicBezTo>
                <a:cubicBezTo>
                  <a:pt x="655617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9" y="6049"/>
                </a:cubicBezTo>
                <a:cubicBezTo>
                  <a:pt x="659649" y="4114"/>
                  <a:pt x="663436" y="3147"/>
                  <a:pt x="669009" y="3147"/>
                </a:cubicBezTo>
                <a:cubicBezTo>
                  <a:pt x="674517" y="3147"/>
                  <a:pt x="678254" y="4082"/>
                  <a:pt x="680221" y="5950"/>
                </a:cubicBezTo>
                <a:cubicBezTo>
                  <a:pt x="682188" y="7819"/>
                  <a:pt x="683172" y="11147"/>
                  <a:pt x="683172" y="15933"/>
                </a:cubicBezTo>
                <a:close/>
                <a:moveTo>
                  <a:pt x="757966" y="124644"/>
                </a:moveTo>
                <a:cubicBezTo>
                  <a:pt x="757966" y="127543"/>
                  <a:pt x="757786" y="129767"/>
                  <a:pt x="757425" y="131316"/>
                </a:cubicBezTo>
                <a:cubicBezTo>
                  <a:pt x="757065" y="132863"/>
                  <a:pt x="756589" y="133950"/>
                  <a:pt x="755999" y="134577"/>
                </a:cubicBezTo>
                <a:cubicBezTo>
                  <a:pt x="755409" y="135202"/>
                  <a:pt x="754540" y="135762"/>
                  <a:pt x="753393" y="136255"/>
                </a:cubicBezTo>
                <a:cubicBezTo>
                  <a:pt x="752245" y="136749"/>
                  <a:pt x="750901" y="137177"/>
                  <a:pt x="749360" y="137540"/>
                </a:cubicBezTo>
                <a:cubicBezTo>
                  <a:pt x="747819" y="137903"/>
                  <a:pt x="746147" y="138182"/>
                  <a:pt x="744344" y="138379"/>
                </a:cubicBezTo>
                <a:cubicBezTo>
                  <a:pt x="742541" y="138578"/>
                  <a:pt x="740722" y="138677"/>
                  <a:pt x="738886" y="138677"/>
                </a:cubicBezTo>
                <a:cubicBezTo>
                  <a:pt x="733968" y="138677"/>
                  <a:pt x="729706" y="138054"/>
                  <a:pt x="726100" y="136809"/>
                </a:cubicBezTo>
                <a:cubicBezTo>
                  <a:pt x="722494" y="135563"/>
                  <a:pt x="719510" y="133645"/>
                  <a:pt x="717150" y="131055"/>
                </a:cubicBezTo>
                <a:cubicBezTo>
                  <a:pt x="714789" y="128465"/>
                  <a:pt x="713052" y="125203"/>
                  <a:pt x="711937" y="121269"/>
                </a:cubicBezTo>
                <a:cubicBezTo>
                  <a:pt x="710822" y="117335"/>
                  <a:pt x="710265" y="112679"/>
                  <a:pt x="710265" y="107303"/>
                </a:cubicBezTo>
                <a:lnTo>
                  <a:pt x="710265" y="62356"/>
                </a:lnTo>
                <a:lnTo>
                  <a:pt x="699741" y="62356"/>
                </a:lnTo>
                <a:cubicBezTo>
                  <a:pt x="698496" y="62356"/>
                  <a:pt x="697545" y="61585"/>
                  <a:pt x="696889" y="60044"/>
                </a:cubicBezTo>
                <a:cubicBezTo>
                  <a:pt x="696234" y="58503"/>
                  <a:pt x="695906" y="55930"/>
                  <a:pt x="695906" y="52324"/>
                </a:cubicBezTo>
                <a:cubicBezTo>
                  <a:pt x="695906" y="50422"/>
                  <a:pt x="695988" y="48816"/>
                  <a:pt x="696152" y="47504"/>
                </a:cubicBezTo>
                <a:cubicBezTo>
                  <a:pt x="696315" y="46193"/>
                  <a:pt x="696561" y="45160"/>
                  <a:pt x="696889" y="44406"/>
                </a:cubicBezTo>
                <a:cubicBezTo>
                  <a:pt x="697217" y="43652"/>
                  <a:pt x="697627" y="43111"/>
                  <a:pt x="698119" y="42783"/>
                </a:cubicBezTo>
                <a:cubicBezTo>
                  <a:pt x="698610" y="42456"/>
                  <a:pt x="699184" y="42292"/>
                  <a:pt x="699840" y="42292"/>
                </a:cubicBezTo>
                <a:lnTo>
                  <a:pt x="710265" y="42292"/>
                </a:lnTo>
                <a:lnTo>
                  <a:pt x="710265" y="22640"/>
                </a:lnTo>
                <a:cubicBezTo>
                  <a:pt x="710265" y="21980"/>
                  <a:pt x="710445" y="21387"/>
                  <a:pt x="710806" y="20860"/>
                </a:cubicBezTo>
                <a:cubicBezTo>
                  <a:pt x="711167" y="20333"/>
                  <a:pt x="711822" y="19890"/>
                  <a:pt x="712773" y="19529"/>
                </a:cubicBezTo>
                <a:cubicBezTo>
                  <a:pt x="713724" y="19166"/>
                  <a:pt x="715002" y="18903"/>
                  <a:pt x="716609" y="18739"/>
                </a:cubicBezTo>
                <a:cubicBezTo>
                  <a:pt x="718215" y="18573"/>
                  <a:pt x="720199" y="18490"/>
                  <a:pt x="722559" y="18490"/>
                </a:cubicBezTo>
                <a:cubicBezTo>
                  <a:pt x="724985" y="18490"/>
                  <a:pt x="727002" y="18573"/>
                  <a:pt x="728608" y="18739"/>
                </a:cubicBezTo>
                <a:cubicBezTo>
                  <a:pt x="730214" y="18903"/>
                  <a:pt x="731477" y="19166"/>
                  <a:pt x="732395" y="19529"/>
                </a:cubicBezTo>
                <a:cubicBezTo>
                  <a:pt x="733312" y="19890"/>
                  <a:pt x="733968" y="20333"/>
                  <a:pt x="734362" y="20860"/>
                </a:cubicBezTo>
                <a:cubicBezTo>
                  <a:pt x="734755" y="21387"/>
                  <a:pt x="734952" y="21980"/>
                  <a:pt x="734952" y="22640"/>
                </a:cubicBezTo>
                <a:lnTo>
                  <a:pt x="734952" y="42292"/>
                </a:lnTo>
                <a:lnTo>
                  <a:pt x="754032" y="42292"/>
                </a:lnTo>
                <a:cubicBezTo>
                  <a:pt x="754688" y="42292"/>
                  <a:pt x="755262" y="42456"/>
                  <a:pt x="755753" y="42783"/>
                </a:cubicBezTo>
                <a:cubicBezTo>
                  <a:pt x="756245" y="43111"/>
                  <a:pt x="756655" y="43652"/>
                  <a:pt x="756983" y="44406"/>
                </a:cubicBezTo>
                <a:cubicBezTo>
                  <a:pt x="757311" y="45160"/>
                  <a:pt x="757556" y="46193"/>
                  <a:pt x="757720" y="47504"/>
                </a:cubicBezTo>
                <a:cubicBezTo>
                  <a:pt x="757884" y="48816"/>
                  <a:pt x="757966" y="50422"/>
                  <a:pt x="757966" y="52324"/>
                </a:cubicBezTo>
                <a:cubicBezTo>
                  <a:pt x="757966" y="55930"/>
                  <a:pt x="757638" y="58503"/>
                  <a:pt x="756983" y="60044"/>
                </a:cubicBezTo>
                <a:cubicBezTo>
                  <a:pt x="756327" y="61585"/>
                  <a:pt x="755376" y="62356"/>
                  <a:pt x="754130" y="62356"/>
                </a:cubicBezTo>
                <a:lnTo>
                  <a:pt x="734952" y="62356"/>
                </a:lnTo>
                <a:lnTo>
                  <a:pt x="734952" y="103492"/>
                </a:lnTo>
                <a:cubicBezTo>
                  <a:pt x="734952" y="108270"/>
                  <a:pt x="735706" y="111854"/>
                  <a:pt x="737214" y="114243"/>
                </a:cubicBezTo>
                <a:cubicBezTo>
                  <a:pt x="738722" y="116632"/>
                  <a:pt x="741410" y="117827"/>
                  <a:pt x="745279" y="117827"/>
                </a:cubicBezTo>
                <a:cubicBezTo>
                  <a:pt x="746590" y="117827"/>
                  <a:pt x="747770" y="117712"/>
                  <a:pt x="748819" y="117482"/>
                </a:cubicBezTo>
                <a:cubicBezTo>
                  <a:pt x="749869" y="117253"/>
                  <a:pt x="750803" y="116991"/>
                  <a:pt x="751622" y="116695"/>
                </a:cubicBezTo>
                <a:cubicBezTo>
                  <a:pt x="752442" y="116400"/>
                  <a:pt x="753131" y="116138"/>
                  <a:pt x="753688" y="115909"/>
                </a:cubicBezTo>
                <a:cubicBezTo>
                  <a:pt x="754245" y="115679"/>
                  <a:pt x="754753" y="115564"/>
                  <a:pt x="755212" y="115564"/>
                </a:cubicBezTo>
                <a:cubicBezTo>
                  <a:pt x="755606" y="115564"/>
                  <a:pt x="755983" y="115679"/>
                  <a:pt x="756343" y="115909"/>
                </a:cubicBezTo>
                <a:cubicBezTo>
                  <a:pt x="756704" y="116138"/>
                  <a:pt x="756983" y="116598"/>
                  <a:pt x="757179" y="117289"/>
                </a:cubicBezTo>
                <a:cubicBezTo>
                  <a:pt x="757376" y="117977"/>
                  <a:pt x="757556" y="118915"/>
                  <a:pt x="757720" y="120101"/>
                </a:cubicBezTo>
                <a:cubicBezTo>
                  <a:pt x="757884" y="121285"/>
                  <a:pt x="757966" y="122799"/>
                  <a:pt x="757966" y="124644"/>
                </a:cubicBezTo>
                <a:close/>
                <a:moveTo>
                  <a:pt x="861892" y="88613"/>
                </a:moveTo>
                <a:cubicBezTo>
                  <a:pt x="861892" y="96104"/>
                  <a:pt x="860908" y="102937"/>
                  <a:pt x="858941" y="109113"/>
                </a:cubicBezTo>
                <a:cubicBezTo>
                  <a:pt x="856974" y="115289"/>
                  <a:pt x="853991" y="120610"/>
                  <a:pt x="849991" y="125077"/>
                </a:cubicBezTo>
                <a:cubicBezTo>
                  <a:pt x="845991" y="129544"/>
                  <a:pt x="840975" y="132993"/>
                  <a:pt x="834943" y="135426"/>
                </a:cubicBezTo>
                <a:cubicBezTo>
                  <a:pt x="828911" y="137856"/>
                  <a:pt x="821862" y="139071"/>
                  <a:pt x="813797" y="139071"/>
                </a:cubicBezTo>
                <a:cubicBezTo>
                  <a:pt x="805995" y="139071"/>
                  <a:pt x="799208" y="137987"/>
                  <a:pt x="793438" y="135819"/>
                </a:cubicBezTo>
                <a:cubicBezTo>
                  <a:pt x="787668" y="133651"/>
                  <a:pt x="782882" y="130498"/>
                  <a:pt x="779079" y="126359"/>
                </a:cubicBezTo>
                <a:cubicBezTo>
                  <a:pt x="775276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6" y="69840"/>
                </a:cubicBezTo>
                <a:cubicBezTo>
                  <a:pt x="772866" y="63631"/>
                  <a:pt x="775866" y="58310"/>
                  <a:pt x="779866" y="53876"/>
                </a:cubicBezTo>
                <a:cubicBezTo>
                  <a:pt x="783865" y="49442"/>
                  <a:pt x="788865" y="46010"/>
                  <a:pt x="794864" y="43579"/>
                </a:cubicBezTo>
                <a:cubicBezTo>
                  <a:pt x="800864" y="41147"/>
                  <a:pt x="807896" y="39931"/>
                  <a:pt x="815961" y="39931"/>
                </a:cubicBezTo>
                <a:cubicBezTo>
                  <a:pt x="823829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9" y="52545"/>
                </a:cubicBezTo>
                <a:cubicBezTo>
                  <a:pt x="854499" y="56684"/>
                  <a:pt x="857302" y="61776"/>
                  <a:pt x="859138" y="67820"/>
                </a:cubicBezTo>
                <a:cubicBezTo>
                  <a:pt x="860974" y="73865"/>
                  <a:pt x="861892" y="80796"/>
                  <a:pt x="861892" y="88613"/>
                </a:cubicBezTo>
                <a:moveTo>
                  <a:pt x="836418" y="89599"/>
                </a:moveTo>
                <a:cubicBezTo>
                  <a:pt x="836418" y="85272"/>
                  <a:pt x="836074" y="81289"/>
                  <a:pt x="835386" y="77649"/>
                </a:cubicBezTo>
                <a:cubicBezTo>
                  <a:pt x="834697" y="74010"/>
                  <a:pt x="833533" y="70847"/>
                  <a:pt x="831894" y="68158"/>
                </a:cubicBezTo>
                <a:cubicBezTo>
                  <a:pt x="830255" y="65470"/>
                  <a:pt x="828075" y="63372"/>
                  <a:pt x="825354" y="61864"/>
                </a:cubicBezTo>
                <a:cubicBezTo>
                  <a:pt x="822633" y="60356"/>
                  <a:pt x="819207" y="59602"/>
                  <a:pt x="815076" y="59602"/>
                </a:cubicBezTo>
                <a:cubicBezTo>
                  <a:pt x="811404" y="59602"/>
                  <a:pt x="808191" y="60274"/>
                  <a:pt x="805437" y="61618"/>
                </a:cubicBezTo>
                <a:cubicBezTo>
                  <a:pt x="802683" y="62962"/>
                  <a:pt x="800421" y="64929"/>
                  <a:pt x="798651" y="67519"/>
                </a:cubicBezTo>
                <a:cubicBezTo>
                  <a:pt x="796881" y="70109"/>
                  <a:pt x="795553" y="73224"/>
                  <a:pt x="794668" y="76863"/>
                </a:cubicBezTo>
                <a:cubicBezTo>
                  <a:pt x="793782" y="80502"/>
                  <a:pt x="793340" y="84649"/>
                  <a:pt x="793340" y="89304"/>
                </a:cubicBezTo>
                <a:cubicBezTo>
                  <a:pt x="793340" y="93632"/>
                  <a:pt x="793700" y="97615"/>
                  <a:pt x="794422" y="101254"/>
                </a:cubicBezTo>
                <a:cubicBezTo>
                  <a:pt x="795143" y="104893"/>
                  <a:pt x="796307" y="108057"/>
                  <a:pt x="797913" y="110745"/>
                </a:cubicBezTo>
                <a:cubicBezTo>
                  <a:pt x="799520" y="113433"/>
                  <a:pt x="801700" y="115515"/>
                  <a:pt x="804454" y="116991"/>
                </a:cubicBezTo>
                <a:cubicBezTo>
                  <a:pt x="807208" y="118466"/>
                  <a:pt x="810617" y="119203"/>
                  <a:pt x="814682" y="119203"/>
                </a:cubicBezTo>
                <a:cubicBezTo>
                  <a:pt x="818420" y="119203"/>
                  <a:pt x="821665" y="118531"/>
                  <a:pt x="824419" y="117187"/>
                </a:cubicBezTo>
                <a:cubicBezTo>
                  <a:pt x="827173" y="115843"/>
                  <a:pt x="829435" y="113892"/>
                  <a:pt x="831206" y="111335"/>
                </a:cubicBezTo>
                <a:cubicBezTo>
                  <a:pt x="832976" y="108778"/>
                  <a:pt x="834287" y="105680"/>
                  <a:pt x="835140" y="102041"/>
                </a:cubicBezTo>
                <a:cubicBezTo>
                  <a:pt x="835992" y="98402"/>
                  <a:pt x="836418" y="94255"/>
                  <a:pt x="836418" y="89599"/>
                </a:cubicBezTo>
                <a:close/>
                <a:moveTo>
                  <a:pt x="937801" y="53701"/>
                </a:moveTo>
                <a:cubicBezTo>
                  <a:pt x="937801" y="56061"/>
                  <a:pt x="937736" y="57995"/>
                  <a:pt x="937604" y="59503"/>
                </a:cubicBezTo>
                <a:cubicBezTo>
                  <a:pt x="937473" y="61011"/>
                  <a:pt x="937277" y="62192"/>
                  <a:pt x="937014" y="63044"/>
                </a:cubicBezTo>
                <a:cubicBezTo>
                  <a:pt x="936752" y="63896"/>
                  <a:pt x="936408" y="64487"/>
                  <a:pt x="935982" y="64814"/>
                </a:cubicBezTo>
                <a:cubicBezTo>
                  <a:pt x="935555" y="65142"/>
                  <a:pt x="935014" y="65306"/>
                  <a:pt x="934359" y="65306"/>
                </a:cubicBezTo>
                <a:cubicBezTo>
                  <a:pt x="933834" y="65306"/>
                  <a:pt x="933244" y="65191"/>
                  <a:pt x="932588" y="64962"/>
                </a:cubicBezTo>
                <a:cubicBezTo>
                  <a:pt x="931933" y="64732"/>
                  <a:pt x="931195" y="64487"/>
                  <a:pt x="930376" y="64224"/>
                </a:cubicBezTo>
                <a:cubicBezTo>
                  <a:pt x="929556" y="63962"/>
                  <a:pt x="928654" y="63716"/>
                  <a:pt x="927671" y="63487"/>
                </a:cubicBezTo>
                <a:cubicBezTo>
                  <a:pt x="926687" y="63257"/>
                  <a:pt x="925605" y="63142"/>
                  <a:pt x="924425" y="63142"/>
                </a:cubicBezTo>
                <a:cubicBezTo>
                  <a:pt x="923048" y="63142"/>
                  <a:pt x="921671" y="63423"/>
                  <a:pt x="920294" y="63985"/>
                </a:cubicBezTo>
                <a:cubicBezTo>
                  <a:pt x="918917" y="64544"/>
                  <a:pt x="917491" y="65418"/>
                  <a:pt x="916016" y="66606"/>
                </a:cubicBezTo>
                <a:cubicBezTo>
                  <a:pt x="914541" y="67795"/>
                  <a:pt x="913000" y="69379"/>
                  <a:pt x="911393" y="71358"/>
                </a:cubicBezTo>
                <a:cubicBezTo>
                  <a:pt x="909787" y="73337"/>
                  <a:pt x="908066" y="75779"/>
                  <a:pt x="906230" y="78682"/>
                </a:cubicBezTo>
                <a:lnTo>
                  <a:pt x="906230" y="133366"/>
                </a:lnTo>
                <a:cubicBezTo>
                  <a:pt x="906230" y="134022"/>
                  <a:pt x="906033" y="134596"/>
                  <a:pt x="905640" y="135087"/>
                </a:cubicBezTo>
                <a:cubicBezTo>
                  <a:pt x="905246" y="135579"/>
                  <a:pt x="904574" y="135989"/>
                  <a:pt x="903624" y="136317"/>
                </a:cubicBezTo>
                <a:cubicBezTo>
                  <a:pt x="902673" y="136645"/>
                  <a:pt x="901411" y="136891"/>
                  <a:pt x="899837" y="137054"/>
                </a:cubicBezTo>
                <a:cubicBezTo>
                  <a:pt x="898263" y="137218"/>
                  <a:pt x="896264" y="137300"/>
                  <a:pt x="893838" y="137300"/>
                </a:cubicBezTo>
                <a:cubicBezTo>
                  <a:pt x="891411" y="137300"/>
                  <a:pt x="889412" y="137218"/>
                  <a:pt x="887838" y="137054"/>
                </a:cubicBezTo>
                <a:cubicBezTo>
                  <a:pt x="886264" y="136891"/>
                  <a:pt x="885002" y="136645"/>
                  <a:pt x="884051" y="136317"/>
                </a:cubicBezTo>
                <a:cubicBezTo>
                  <a:pt x="883101" y="135989"/>
                  <a:pt x="882429" y="135579"/>
                  <a:pt x="882035" y="135087"/>
                </a:cubicBezTo>
                <a:cubicBezTo>
                  <a:pt x="881642" y="134596"/>
                  <a:pt x="881445" y="134022"/>
                  <a:pt x="881445" y="133366"/>
                </a:cubicBezTo>
                <a:lnTo>
                  <a:pt x="881445" y="45636"/>
                </a:lnTo>
                <a:cubicBezTo>
                  <a:pt x="881445" y="44980"/>
                  <a:pt x="881609" y="44406"/>
                  <a:pt x="881937" y="43914"/>
                </a:cubicBezTo>
                <a:cubicBezTo>
                  <a:pt x="882265" y="43423"/>
                  <a:pt x="882855" y="43013"/>
                  <a:pt x="883707" y="42685"/>
                </a:cubicBezTo>
                <a:cubicBezTo>
                  <a:pt x="884560" y="42357"/>
                  <a:pt x="885658" y="42111"/>
                  <a:pt x="887002" y="41947"/>
                </a:cubicBezTo>
                <a:cubicBezTo>
                  <a:pt x="888346" y="41784"/>
                  <a:pt x="890035" y="41702"/>
                  <a:pt x="892067" y="41702"/>
                </a:cubicBezTo>
                <a:cubicBezTo>
                  <a:pt x="894165" y="41702"/>
                  <a:pt x="895903" y="41784"/>
                  <a:pt x="897280" y="41947"/>
                </a:cubicBezTo>
                <a:cubicBezTo>
                  <a:pt x="898657" y="42111"/>
                  <a:pt x="899722" y="42357"/>
                  <a:pt x="900476" y="42685"/>
                </a:cubicBezTo>
                <a:cubicBezTo>
                  <a:pt x="901230" y="43013"/>
                  <a:pt x="901771" y="43423"/>
                  <a:pt x="902099" y="43914"/>
                </a:cubicBezTo>
                <a:cubicBezTo>
                  <a:pt x="902427" y="44406"/>
                  <a:pt x="902591" y="44980"/>
                  <a:pt x="902591" y="45636"/>
                </a:cubicBezTo>
                <a:lnTo>
                  <a:pt x="902591" y="56553"/>
                </a:lnTo>
                <a:cubicBezTo>
                  <a:pt x="904886" y="53254"/>
                  <a:pt x="907050" y="50533"/>
                  <a:pt x="909082" y="48390"/>
                </a:cubicBezTo>
                <a:cubicBezTo>
                  <a:pt x="911115" y="46246"/>
                  <a:pt x="913049" y="44549"/>
                  <a:pt x="914885" y="43297"/>
                </a:cubicBezTo>
                <a:cubicBezTo>
                  <a:pt x="916721" y="42043"/>
                  <a:pt x="918557" y="41169"/>
                  <a:pt x="920393" y="40675"/>
                </a:cubicBezTo>
                <a:cubicBezTo>
                  <a:pt x="922229" y="40179"/>
                  <a:pt x="924065" y="39931"/>
                  <a:pt x="925900" y="39931"/>
                </a:cubicBezTo>
                <a:cubicBezTo>
                  <a:pt x="926753" y="39931"/>
                  <a:pt x="927671" y="39980"/>
                  <a:pt x="928654" y="40079"/>
                </a:cubicBezTo>
                <a:cubicBezTo>
                  <a:pt x="929638" y="40177"/>
                  <a:pt x="930654" y="40341"/>
                  <a:pt x="931703" y="40570"/>
                </a:cubicBezTo>
                <a:cubicBezTo>
                  <a:pt x="932752" y="40800"/>
                  <a:pt x="933670" y="41062"/>
                  <a:pt x="934457" y="41357"/>
                </a:cubicBezTo>
                <a:cubicBezTo>
                  <a:pt x="935244" y="41652"/>
                  <a:pt x="935818" y="41964"/>
                  <a:pt x="936178" y="42292"/>
                </a:cubicBezTo>
                <a:cubicBezTo>
                  <a:pt x="936539" y="42620"/>
                  <a:pt x="936801" y="42980"/>
                  <a:pt x="936965" y="43374"/>
                </a:cubicBezTo>
                <a:cubicBezTo>
                  <a:pt x="937129" y="43767"/>
                  <a:pt x="937277" y="44308"/>
                  <a:pt x="937408" y="44996"/>
                </a:cubicBezTo>
                <a:cubicBezTo>
                  <a:pt x="937539" y="45685"/>
                  <a:pt x="937637" y="46718"/>
                  <a:pt x="937703" y="48094"/>
                </a:cubicBezTo>
                <a:cubicBezTo>
                  <a:pt x="937768" y="49471"/>
                  <a:pt x="937801" y="51340"/>
                  <a:pt x="937801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73371-FF61-4D5A-B7DE-D468A6B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166" y="2456037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16a615837465d"/>
          <a:stretch xmlns:a="http://schemas.openxmlformats.org/drawingml/2006/main"/>
        </p:blipFill>
        <p:spPr>
          <a:xfrm xmlns:a="http://schemas.openxmlformats.org/drawingml/2006/main">
            <a:off x="10520375" y="2578068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3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c1024874b4fe4"/>
          <a:stretch xmlns:a="http://schemas.openxmlformats.org/drawingml/2006/main"/>
        </p:blipFill>
        <p:spPr>
          <a:xfrm xmlns:a="http://schemas.openxmlformats.org/drawingml/2006/main">
            <a:off x="10260535" y="2582096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3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3eb99f25d4608"/>
          <a:stretch xmlns:a="http://schemas.openxmlformats.org/drawingml/2006/main"/>
        </p:blipFill>
        <p:spPr>
          <a:xfrm xmlns:a="http://schemas.openxmlformats.org/drawingml/2006/main">
            <a:off x="8834222" y="3432770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E3FD0-03F9-4799-AF55-15C5ADC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6238" y="2465269"/>
            <a:ext cx="1937721" cy="1845065"/>
          </a:xfrm>
          <a:custGeom xmlns:a="http://schemas.openxmlformats.org/drawingml/2006/main">
            <a:pathLst>
              <a:path w="1937721" h="1845065">
                <a:moveTo>
                  <a:pt x="0" y="0"/>
                </a:moveTo>
                <a:lnTo>
                  <a:pt x="1937721" y="0"/>
                </a:lnTo>
                <a:lnTo>
                  <a:pt x="1937721" y="1845065"/>
                </a:lnTo>
                <a:lnTo>
                  <a:pt x="0" y="1845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6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590C997E-222E-4C8E-A39C-F0967D1B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475" y="3568772"/>
            <a:ext cx="1232850" cy="152011"/>
          </a:xfrm>
          <a:custGeom xmlns:a="http://schemas.openxmlformats.org/drawingml/2006/main">
            <a:pathLst>
              <a:path w="1232850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4" y="80547"/>
                  <a:pt x="75585" y="89226"/>
                  <a:pt x="81022" y="95519"/>
                </a:cubicBezTo>
                <a:cubicBezTo>
                  <a:pt x="86459" y="101810"/>
                  <a:pt x="92847" y="104956"/>
                  <a:pt x="100187" y="104956"/>
                </a:cubicBezTo>
                <a:cubicBezTo>
                  <a:pt x="105080" y="104956"/>
                  <a:pt x="109334" y="103610"/>
                  <a:pt x="112949" y="100919"/>
                </a:cubicBezTo>
                <a:cubicBezTo>
                  <a:pt x="116565" y="98228"/>
                  <a:pt x="119596" y="93620"/>
                  <a:pt x="122042" y="87096"/>
                </a:cubicBezTo>
                <a:lnTo>
                  <a:pt x="124570" y="88727"/>
                </a:lnTo>
                <a:cubicBezTo>
                  <a:pt x="123429" y="96176"/>
                  <a:pt x="120112" y="102958"/>
                  <a:pt x="114621" y="109074"/>
                </a:cubicBezTo>
                <a:cubicBezTo>
                  <a:pt x="109130" y="115190"/>
                  <a:pt x="102253" y="118249"/>
                  <a:pt x="93989" y="118249"/>
                </a:cubicBezTo>
                <a:cubicBezTo>
                  <a:pt x="85018" y="118249"/>
                  <a:pt x="77339" y="114763"/>
                  <a:pt x="70951" y="107792"/>
                </a:cubicBezTo>
                <a:cubicBezTo>
                  <a:pt x="64563" y="100820"/>
                  <a:pt x="61368" y="91446"/>
                  <a:pt x="61368" y="79673"/>
                </a:cubicBezTo>
                <a:cubicBezTo>
                  <a:pt x="61368" y="66923"/>
                  <a:pt x="64644" y="56982"/>
                  <a:pt x="71195" y="49848"/>
                </a:cubicBezTo>
                <a:cubicBezTo>
                  <a:pt x="77747" y="42712"/>
                  <a:pt x="85970" y="39144"/>
                  <a:pt x="95864" y="39144"/>
                </a:cubicBezTo>
                <a:cubicBezTo>
                  <a:pt x="104237" y="39144"/>
                  <a:pt x="111114" y="41897"/>
                  <a:pt x="116497" y="47401"/>
                </a:cubicBezTo>
                <a:cubicBezTo>
                  <a:pt x="121879" y="52904"/>
                  <a:pt x="124570" y="60264"/>
                  <a:pt x="124570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6" y="64751"/>
                </a:lnTo>
                <a:cubicBezTo>
                  <a:pt x="107254" y="59967"/>
                  <a:pt x="106683" y="56596"/>
                  <a:pt x="105814" y="54639"/>
                </a:cubicBezTo>
                <a:cubicBezTo>
                  <a:pt x="104454" y="51594"/>
                  <a:pt x="102429" y="49202"/>
                  <a:pt x="99738" y="47463"/>
                </a:cubicBezTo>
                <a:cubicBezTo>
                  <a:pt x="97047" y="45723"/>
                  <a:pt x="94233" y="44853"/>
                  <a:pt x="91298" y="44853"/>
                </a:cubicBezTo>
                <a:cubicBezTo>
                  <a:pt x="86785" y="44853"/>
                  <a:pt x="82748" y="46606"/>
                  <a:pt x="79187" y="50113"/>
                </a:cubicBezTo>
                <a:cubicBezTo>
                  <a:pt x="75626" y="53620"/>
                  <a:pt x="73547" y="58499"/>
                  <a:pt x="72949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8" y="117596"/>
                </a:cubicBezTo>
                <a:cubicBezTo>
                  <a:pt x="148433" y="117596"/>
                  <a:pt x="144179" y="115829"/>
                  <a:pt x="140836" y="112295"/>
                </a:cubicBezTo>
                <a:cubicBezTo>
                  <a:pt x="137492" y="108762"/>
                  <a:pt x="135820" y="104113"/>
                  <a:pt x="135820" y="98350"/>
                </a:cubicBezTo>
                <a:cubicBezTo>
                  <a:pt x="135820" y="94708"/>
                  <a:pt x="136636" y="91554"/>
                  <a:pt x="138267" y="88890"/>
                </a:cubicBezTo>
                <a:cubicBezTo>
                  <a:pt x="140496" y="85193"/>
                  <a:pt x="144370" y="81714"/>
                  <a:pt x="149888" y="78452"/>
                </a:cubicBezTo>
                <a:cubicBezTo>
                  <a:pt x="155406" y="75190"/>
                  <a:pt x="164581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8" y="44119"/>
                </a:cubicBezTo>
                <a:cubicBezTo>
                  <a:pt x="160122" y="44119"/>
                  <a:pt x="157404" y="45040"/>
                  <a:pt x="155392" y="46882"/>
                </a:cubicBezTo>
                <a:cubicBezTo>
                  <a:pt x="153327" y="48723"/>
                  <a:pt x="152294" y="50836"/>
                  <a:pt x="152294" y="53220"/>
                </a:cubicBezTo>
                <a:lnTo>
                  <a:pt x="152457" y="57932"/>
                </a:lnTo>
                <a:cubicBezTo>
                  <a:pt x="152457" y="60422"/>
                  <a:pt x="151818" y="62345"/>
                  <a:pt x="150540" y="63699"/>
                </a:cubicBezTo>
                <a:cubicBezTo>
                  <a:pt x="149263" y="65053"/>
                  <a:pt x="147591" y="65730"/>
                  <a:pt x="145525" y="65730"/>
                </a:cubicBezTo>
                <a:cubicBezTo>
                  <a:pt x="143513" y="65730"/>
                  <a:pt x="141869" y="65026"/>
                  <a:pt x="140591" y="63617"/>
                </a:cubicBezTo>
                <a:cubicBezTo>
                  <a:pt x="139313" y="62207"/>
                  <a:pt x="138675" y="60282"/>
                  <a:pt x="138675" y="57842"/>
                </a:cubicBezTo>
                <a:cubicBezTo>
                  <a:pt x="138675" y="53182"/>
                  <a:pt x="141067" y="48901"/>
                  <a:pt x="145851" y="44998"/>
                </a:cubicBezTo>
                <a:cubicBezTo>
                  <a:pt x="150635" y="41096"/>
                  <a:pt x="157350" y="39144"/>
                  <a:pt x="165994" y="39144"/>
                </a:cubicBezTo>
                <a:cubicBezTo>
                  <a:pt x="172627" y="39144"/>
                  <a:pt x="178064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7" y="104728"/>
                  <a:pt x="191995" y="105801"/>
                  <a:pt x="192620" y="106345"/>
                </a:cubicBezTo>
                <a:cubicBezTo>
                  <a:pt x="193246" y="106887"/>
                  <a:pt x="193966" y="107158"/>
                  <a:pt x="194781" y="107158"/>
                </a:cubicBezTo>
                <a:cubicBezTo>
                  <a:pt x="195651" y="107158"/>
                  <a:pt x="196412" y="106967"/>
                  <a:pt x="197065" y="106587"/>
                </a:cubicBezTo>
                <a:cubicBezTo>
                  <a:pt x="198207" y="105880"/>
                  <a:pt x="200408" y="103896"/>
                  <a:pt x="203671" y="100634"/>
                </a:cubicBezTo>
                <a:lnTo>
                  <a:pt x="203671" y="105201"/>
                </a:lnTo>
                <a:cubicBezTo>
                  <a:pt x="197581" y="113356"/>
                  <a:pt x="191764" y="117433"/>
                  <a:pt x="186219" y="117433"/>
                </a:cubicBezTo>
                <a:cubicBezTo>
                  <a:pt x="183555" y="117433"/>
                  <a:pt x="181434" y="116509"/>
                  <a:pt x="179858" y="114660"/>
                </a:cubicBezTo>
                <a:cubicBezTo>
                  <a:pt x="178281" y="112812"/>
                  <a:pt x="177466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4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7" y="104117"/>
                </a:cubicBezTo>
                <a:cubicBezTo>
                  <a:pt x="155365" y="106688"/>
                  <a:pt x="158056" y="107973"/>
                  <a:pt x="161101" y="107973"/>
                </a:cubicBezTo>
                <a:cubicBezTo>
                  <a:pt x="165233" y="107973"/>
                  <a:pt x="170670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2" y="114103"/>
                  <a:pt x="251862" y="115761"/>
                </a:cubicBezTo>
                <a:cubicBezTo>
                  <a:pt x="248383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4" y="39144"/>
                  <a:pt x="246235" y="39144"/>
                </a:cubicBezTo>
                <a:cubicBezTo>
                  <a:pt x="252814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2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1" y="104317"/>
                  <a:pt x="277673" y="105663"/>
                  <a:pt x="278570" y="106424"/>
                </a:cubicBezTo>
                <a:cubicBezTo>
                  <a:pt x="279467" y="107185"/>
                  <a:pt x="280514" y="107565"/>
                  <a:pt x="281710" y="107565"/>
                </a:cubicBezTo>
                <a:cubicBezTo>
                  <a:pt x="283178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7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7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6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8" y="105201"/>
                </a:moveTo>
                <a:cubicBezTo>
                  <a:pt x="370332" y="111127"/>
                  <a:pt x="365520" y="114552"/>
                  <a:pt x="363563" y="115476"/>
                </a:cubicBezTo>
                <a:cubicBezTo>
                  <a:pt x="360627" y="116889"/>
                  <a:pt x="357501" y="117596"/>
                  <a:pt x="354185" y="117596"/>
                </a:cubicBezTo>
                <a:cubicBezTo>
                  <a:pt x="349020" y="117596"/>
                  <a:pt x="344766" y="115829"/>
                  <a:pt x="341422" y="112295"/>
                </a:cubicBezTo>
                <a:cubicBezTo>
                  <a:pt x="338079" y="108762"/>
                  <a:pt x="336407" y="104113"/>
                  <a:pt x="336407" y="98350"/>
                </a:cubicBezTo>
                <a:cubicBezTo>
                  <a:pt x="336407" y="94708"/>
                  <a:pt x="337222" y="91554"/>
                  <a:pt x="338853" y="88890"/>
                </a:cubicBezTo>
                <a:cubicBezTo>
                  <a:pt x="341082" y="85193"/>
                  <a:pt x="344956" y="81714"/>
                  <a:pt x="350474" y="78452"/>
                </a:cubicBezTo>
                <a:cubicBezTo>
                  <a:pt x="355993" y="75190"/>
                  <a:pt x="365167" y="71221"/>
                  <a:pt x="377998" y="66545"/>
                </a:cubicBezTo>
                <a:lnTo>
                  <a:pt x="377998" y="63610"/>
                </a:lnTo>
                <a:cubicBezTo>
                  <a:pt x="377998" y="56161"/>
                  <a:pt x="376815" y="51051"/>
                  <a:pt x="374450" y="48278"/>
                </a:cubicBezTo>
                <a:cubicBezTo>
                  <a:pt x="372085" y="45505"/>
                  <a:pt x="368647" y="44119"/>
                  <a:pt x="364134" y="44119"/>
                </a:cubicBezTo>
                <a:cubicBezTo>
                  <a:pt x="360709" y="44119"/>
                  <a:pt x="357991" y="45040"/>
                  <a:pt x="355979" y="46882"/>
                </a:cubicBezTo>
                <a:cubicBezTo>
                  <a:pt x="353913" y="48723"/>
                  <a:pt x="352880" y="50836"/>
                  <a:pt x="352880" y="53220"/>
                </a:cubicBezTo>
                <a:lnTo>
                  <a:pt x="353043" y="57932"/>
                </a:lnTo>
                <a:cubicBezTo>
                  <a:pt x="353043" y="60422"/>
                  <a:pt x="352404" y="62345"/>
                  <a:pt x="351127" y="63699"/>
                </a:cubicBezTo>
                <a:cubicBezTo>
                  <a:pt x="349849" y="65053"/>
                  <a:pt x="348177" y="65730"/>
                  <a:pt x="346111" y="65730"/>
                </a:cubicBezTo>
                <a:cubicBezTo>
                  <a:pt x="344100" y="65730"/>
                  <a:pt x="342455" y="65026"/>
                  <a:pt x="341177" y="63617"/>
                </a:cubicBezTo>
                <a:cubicBezTo>
                  <a:pt x="339900" y="62207"/>
                  <a:pt x="339261" y="60282"/>
                  <a:pt x="339261" y="57842"/>
                </a:cubicBezTo>
                <a:cubicBezTo>
                  <a:pt x="339261" y="53182"/>
                  <a:pt x="341653" y="48901"/>
                  <a:pt x="346438" y="44998"/>
                </a:cubicBezTo>
                <a:cubicBezTo>
                  <a:pt x="351222" y="41096"/>
                  <a:pt x="357936" y="39144"/>
                  <a:pt x="366581" y="39144"/>
                </a:cubicBezTo>
                <a:cubicBezTo>
                  <a:pt x="373213" y="39144"/>
                  <a:pt x="378650" y="40257"/>
                  <a:pt x="382891" y="42483"/>
                </a:cubicBezTo>
                <a:cubicBezTo>
                  <a:pt x="386098" y="44167"/>
                  <a:pt x="388463" y="46801"/>
                  <a:pt x="389986" y="50386"/>
                </a:cubicBezTo>
                <a:cubicBezTo>
                  <a:pt x="390964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89" y="101524"/>
                  <a:pt x="391861" y="103126"/>
                </a:cubicBezTo>
                <a:cubicBezTo>
                  <a:pt x="392133" y="104728"/>
                  <a:pt x="392582" y="105801"/>
                  <a:pt x="393207" y="106345"/>
                </a:cubicBezTo>
                <a:cubicBezTo>
                  <a:pt x="393832" y="106887"/>
                  <a:pt x="394552" y="107158"/>
                  <a:pt x="395368" y="107158"/>
                </a:cubicBezTo>
                <a:cubicBezTo>
                  <a:pt x="396238" y="107158"/>
                  <a:pt x="396999" y="106967"/>
                  <a:pt x="397651" y="106587"/>
                </a:cubicBezTo>
                <a:cubicBezTo>
                  <a:pt x="398793" y="105880"/>
                  <a:pt x="400995" y="103896"/>
                  <a:pt x="404257" y="100634"/>
                </a:cubicBezTo>
                <a:lnTo>
                  <a:pt x="404257" y="105201"/>
                </a:lnTo>
                <a:cubicBezTo>
                  <a:pt x="398168" y="113356"/>
                  <a:pt x="392351" y="117433"/>
                  <a:pt x="386805" y="117433"/>
                </a:cubicBezTo>
                <a:cubicBezTo>
                  <a:pt x="384141" y="117433"/>
                  <a:pt x="382021" y="116509"/>
                  <a:pt x="380444" y="114660"/>
                </a:cubicBezTo>
                <a:cubicBezTo>
                  <a:pt x="378868" y="112812"/>
                  <a:pt x="378052" y="109659"/>
                  <a:pt x="377998" y="105201"/>
                </a:cubicBezTo>
                <a:moveTo>
                  <a:pt x="377998" y="99854"/>
                </a:moveTo>
                <a:lnTo>
                  <a:pt x="377998" y="71520"/>
                </a:lnTo>
                <a:cubicBezTo>
                  <a:pt x="369788" y="74767"/>
                  <a:pt x="364487" y="77067"/>
                  <a:pt x="362095" y="78421"/>
                </a:cubicBezTo>
                <a:cubicBezTo>
                  <a:pt x="357800" y="80803"/>
                  <a:pt x="354729" y="83293"/>
                  <a:pt x="352880" y="85891"/>
                </a:cubicBezTo>
                <a:cubicBezTo>
                  <a:pt x="351032" y="88489"/>
                  <a:pt x="350107" y="91330"/>
                  <a:pt x="350107" y="94415"/>
                </a:cubicBezTo>
                <a:cubicBezTo>
                  <a:pt x="350107" y="98313"/>
                  <a:pt x="351276" y="101547"/>
                  <a:pt x="353614" y="104117"/>
                </a:cubicBezTo>
                <a:cubicBezTo>
                  <a:pt x="355952" y="106688"/>
                  <a:pt x="358643" y="107973"/>
                  <a:pt x="361688" y="107973"/>
                </a:cubicBezTo>
                <a:cubicBezTo>
                  <a:pt x="365819" y="107973"/>
                  <a:pt x="371256" y="105267"/>
                  <a:pt x="377998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5" y="39144"/>
                  <a:pt x="496207" y="39144"/>
                </a:cubicBezTo>
                <a:cubicBezTo>
                  <a:pt x="503873" y="39144"/>
                  <a:pt x="510560" y="42417"/>
                  <a:pt x="516269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8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3" y="117460"/>
                  <a:pt x="473087" y="115884"/>
                </a:cubicBezTo>
                <a:cubicBezTo>
                  <a:pt x="468602" y="114307"/>
                  <a:pt x="464022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5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8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3" y="108756"/>
                  <a:pt x="481406" y="110139"/>
                </a:cubicBezTo>
                <a:cubicBezTo>
                  <a:pt x="484369" y="111522"/>
                  <a:pt x="487400" y="112214"/>
                  <a:pt x="490499" y="112214"/>
                </a:cubicBezTo>
                <a:cubicBezTo>
                  <a:pt x="495446" y="112214"/>
                  <a:pt x="500054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4" y="53287"/>
                  <a:pt x="495201" y="50725"/>
                  <a:pt x="489765" y="50725"/>
                </a:cubicBezTo>
                <a:cubicBezTo>
                  <a:pt x="486883" y="50725"/>
                  <a:pt x="484002" y="51457"/>
                  <a:pt x="481120" y="52921"/>
                </a:cubicBezTo>
                <a:cubicBezTo>
                  <a:pt x="478946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4" y="39144"/>
                  <a:pt x="593183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8" y="97558"/>
                </a:cubicBezTo>
                <a:cubicBezTo>
                  <a:pt x="600740" y="104399"/>
                  <a:pt x="596323" y="109558"/>
                  <a:pt x="590696" y="113034"/>
                </a:cubicBezTo>
                <a:cubicBezTo>
                  <a:pt x="585069" y="116511"/>
                  <a:pt x="578803" y="118249"/>
                  <a:pt x="571898" y="118249"/>
                </a:cubicBezTo>
                <a:cubicBezTo>
                  <a:pt x="560644" y="118249"/>
                  <a:pt x="551701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5" y="47223"/>
                  <a:pt x="555180" y="43992"/>
                </a:cubicBezTo>
                <a:cubicBezTo>
                  <a:pt x="560726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6" y="44527"/>
                  <a:pt x="564491" y="45382"/>
                  <a:pt x="561582" y="47093"/>
                </a:cubicBezTo>
                <a:cubicBezTo>
                  <a:pt x="558673" y="48804"/>
                  <a:pt x="556322" y="51804"/>
                  <a:pt x="554528" y="56094"/>
                </a:cubicBezTo>
                <a:cubicBezTo>
                  <a:pt x="552734" y="60384"/>
                  <a:pt x="551837" y="65896"/>
                  <a:pt x="551837" y="72629"/>
                </a:cubicBezTo>
                <a:cubicBezTo>
                  <a:pt x="551837" y="83488"/>
                  <a:pt x="553998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8" y="112540"/>
                  <a:pt x="585028" y="110368"/>
                  <a:pt x="588453" y="106024"/>
                </a:cubicBezTo>
                <a:cubicBezTo>
                  <a:pt x="591878" y="101679"/>
                  <a:pt x="593591" y="94213"/>
                  <a:pt x="593591" y="83625"/>
                </a:cubicBezTo>
                <a:cubicBezTo>
                  <a:pt x="593591" y="70375"/>
                  <a:pt x="590736" y="59948"/>
                  <a:pt x="585028" y="52345"/>
                </a:cubicBezTo>
                <a:cubicBezTo>
                  <a:pt x="581168" y="47133"/>
                  <a:pt x="576248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1" y="43435"/>
                  <a:pt x="683961" y="52017"/>
                </a:cubicBezTo>
                <a:cubicBezTo>
                  <a:pt x="689778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5" y="97558"/>
                </a:cubicBezTo>
                <a:cubicBezTo>
                  <a:pt x="684668" y="104399"/>
                  <a:pt x="680250" y="109558"/>
                  <a:pt x="674623" y="113034"/>
                </a:cubicBezTo>
                <a:cubicBezTo>
                  <a:pt x="668996" y="116511"/>
                  <a:pt x="662730" y="118249"/>
                  <a:pt x="655826" y="118249"/>
                </a:cubicBezTo>
                <a:cubicBezTo>
                  <a:pt x="644572" y="118249"/>
                  <a:pt x="635628" y="113768"/>
                  <a:pt x="628996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2" y="47223"/>
                  <a:pt x="639108" y="43992"/>
                </a:cubicBezTo>
                <a:cubicBezTo>
                  <a:pt x="644653" y="40760"/>
                  <a:pt x="650525" y="39144"/>
                  <a:pt x="656723" y="39144"/>
                </a:cubicBezTo>
                <a:moveTo>
                  <a:pt x="654195" y="44527"/>
                </a:moveTo>
                <a:cubicBezTo>
                  <a:pt x="651313" y="44527"/>
                  <a:pt x="648418" y="45382"/>
                  <a:pt x="645510" y="47093"/>
                </a:cubicBezTo>
                <a:cubicBezTo>
                  <a:pt x="642601" y="48804"/>
                  <a:pt x="640250" y="51804"/>
                  <a:pt x="638455" y="56094"/>
                </a:cubicBezTo>
                <a:cubicBezTo>
                  <a:pt x="636661" y="60384"/>
                  <a:pt x="635764" y="65896"/>
                  <a:pt x="635764" y="72629"/>
                </a:cubicBezTo>
                <a:cubicBezTo>
                  <a:pt x="635764" y="83488"/>
                  <a:pt x="637925" y="92856"/>
                  <a:pt x="642248" y="100730"/>
                </a:cubicBezTo>
                <a:cubicBezTo>
                  <a:pt x="646570" y="108604"/>
                  <a:pt x="652265" y="112540"/>
                  <a:pt x="659332" y="112540"/>
                </a:cubicBezTo>
                <a:cubicBezTo>
                  <a:pt x="664606" y="112540"/>
                  <a:pt x="668955" y="110368"/>
                  <a:pt x="672381" y="106024"/>
                </a:cubicBezTo>
                <a:cubicBezTo>
                  <a:pt x="675806" y="101679"/>
                  <a:pt x="677518" y="94213"/>
                  <a:pt x="677518" y="83625"/>
                </a:cubicBezTo>
                <a:cubicBezTo>
                  <a:pt x="677518" y="70375"/>
                  <a:pt x="674664" y="59948"/>
                  <a:pt x="668955" y="52345"/>
                </a:cubicBezTo>
                <a:cubicBezTo>
                  <a:pt x="665095" y="47133"/>
                  <a:pt x="660175" y="44527"/>
                  <a:pt x="654195" y="44527"/>
                </a:cubicBezTo>
                <a:close/>
                <a:moveTo>
                  <a:pt x="726216" y="0"/>
                </a:moveTo>
                <a:lnTo>
                  <a:pt x="726216" y="74293"/>
                </a:lnTo>
                <a:lnTo>
                  <a:pt x="745218" y="57004"/>
                </a:lnTo>
                <a:cubicBezTo>
                  <a:pt x="749241" y="53307"/>
                  <a:pt x="751579" y="50969"/>
                  <a:pt x="752231" y="49991"/>
                </a:cubicBezTo>
                <a:cubicBezTo>
                  <a:pt x="752666" y="49338"/>
                  <a:pt x="752883" y="48686"/>
                  <a:pt x="752883" y="48033"/>
                </a:cubicBezTo>
                <a:cubicBezTo>
                  <a:pt x="752883" y="46946"/>
                  <a:pt x="752435" y="46008"/>
                  <a:pt x="751538" y="45220"/>
                </a:cubicBezTo>
                <a:cubicBezTo>
                  <a:pt x="750641" y="44432"/>
                  <a:pt x="749159" y="43983"/>
                  <a:pt x="747093" y="43874"/>
                </a:cubicBezTo>
                <a:lnTo>
                  <a:pt x="747093" y="41265"/>
                </a:lnTo>
                <a:lnTo>
                  <a:pt x="779550" y="41265"/>
                </a:lnTo>
                <a:lnTo>
                  <a:pt x="779550" y="43874"/>
                </a:lnTo>
                <a:cubicBezTo>
                  <a:pt x="775092" y="43983"/>
                  <a:pt x="771382" y="44663"/>
                  <a:pt x="768419" y="45913"/>
                </a:cubicBezTo>
                <a:cubicBezTo>
                  <a:pt x="765456" y="47164"/>
                  <a:pt x="762207" y="49393"/>
                  <a:pt x="758673" y="52600"/>
                </a:cubicBezTo>
                <a:lnTo>
                  <a:pt x="739509" y="70297"/>
                </a:lnTo>
                <a:lnTo>
                  <a:pt x="758673" y="94471"/>
                </a:lnTo>
                <a:cubicBezTo>
                  <a:pt x="764001" y="101145"/>
                  <a:pt x="767590" y="105377"/>
                  <a:pt x="769438" y="107168"/>
                </a:cubicBezTo>
                <a:cubicBezTo>
                  <a:pt x="772048" y="109718"/>
                  <a:pt x="774331" y="111374"/>
                  <a:pt x="776288" y="112135"/>
                </a:cubicBezTo>
                <a:cubicBezTo>
                  <a:pt x="777648" y="112677"/>
                  <a:pt x="780013" y="112948"/>
                  <a:pt x="783383" y="112948"/>
                </a:cubicBezTo>
                <a:lnTo>
                  <a:pt x="783383" y="115965"/>
                </a:lnTo>
                <a:lnTo>
                  <a:pt x="747093" y="115965"/>
                </a:lnTo>
                <a:lnTo>
                  <a:pt x="747093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7" y="106356"/>
                  <a:pt x="749132" y="103590"/>
                </a:cubicBezTo>
                <a:lnTo>
                  <a:pt x="726216" y="74374"/>
                </a:lnTo>
                <a:lnTo>
                  <a:pt x="726216" y="99112"/>
                </a:lnTo>
                <a:cubicBezTo>
                  <a:pt x="726216" y="103941"/>
                  <a:pt x="726556" y="107115"/>
                  <a:pt x="727236" y="108636"/>
                </a:cubicBezTo>
                <a:cubicBezTo>
                  <a:pt x="727915" y="110155"/>
                  <a:pt x="728880" y="111240"/>
                  <a:pt x="730131" y="111890"/>
                </a:cubicBezTo>
                <a:cubicBezTo>
                  <a:pt x="731381" y="112541"/>
                  <a:pt x="734100" y="112893"/>
                  <a:pt x="738286" y="112948"/>
                </a:cubicBezTo>
                <a:lnTo>
                  <a:pt x="738286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9" y="112948"/>
                  <a:pt x="706943" y="112486"/>
                  <a:pt x="708846" y="111561"/>
                </a:cubicBezTo>
                <a:cubicBezTo>
                  <a:pt x="709988" y="110965"/>
                  <a:pt x="710858" y="110042"/>
                  <a:pt x="711456" y="108791"/>
                </a:cubicBezTo>
                <a:cubicBezTo>
                  <a:pt x="712271" y="106999"/>
                  <a:pt x="712679" y="103902"/>
                  <a:pt x="712679" y="99502"/>
                </a:cubicBezTo>
                <a:lnTo>
                  <a:pt x="712679" y="31537"/>
                </a:lnTo>
                <a:cubicBezTo>
                  <a:pt x="712679" y="22900"/>
                  <a:pt x="712489" y="17617"/>
                  <a:pt x="712108" y="15688"/>
                </a:cubicBezTo>
                <a:cubicBezTo>
                  <a:pt x="711727" y="13758"/>
                  <a:pt x="711102" y="12427"/>
                  <a:pt x="710232" y="11695"/>
                </a:cubicBezTo>
                <a:cubicBezTo>
                  <a:pt x="709362" y="10961"/>
                  <a:pt x="708221" y="10594"/>
                  <a:pt x="706807" y="10594"/>
                </a:cubicBezTo>
                <a:cubicBezTo>
                  <a:pt x="705665" y="10594"/>
                  <a:pt x="703953" y="11056"/>
                  <a:pt x="701669" y="11980"/>
                </a:cubicBezTo>
                <a:lnTo>
                  <a:pt x="700283" y="9126"/>
                </a:lnTo>
                <a:lnTo>
                  <a:pt x="722465" y="0"/>
                </a:lnTo>
                <a:lnTo>
                  <a:pt x="726216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2" y="40123"/>
                </a:lnTo>
                <a:lnTo>
                  <a:pt x="857653" y="2936"/>
                </a:lnTo>
                <a:lnTo>
                  <a:pt x="864422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4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9" y="40123"/>
                </a:lnTo>
                <a:lnTo>
                  <a:pt x="905279" y="46647"/>
                </a:lnTo>
                <a:lnTo>
                  <a:pt x="890192" y="46647"/>
                </a:lnTo>
                <a:lnTo>
                  <a:pt x="884483" y="74537"/>
                </a:lnTo>
                <a:lnTo>
                  <a:pt x="905279" y="74537"/>
                </a:lnTo>
                <a:lnTo>
                  <a:pt x="905279" y="81306"/>
                </a:lnTo>
                <a:lnTo>
                  <a:pt x="883097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6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6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8" y="31315"/>
                </a:lnTo>
                <a:cubicBezTo>
                  <a:pt x="1002880" y="26749"/>
                  <a:pt x="1002064" y="23487"/>
                  <a:pt x="1001031" y="21529"/>
                </a:cubicBezTo>
                <a:cubicBezTo>
                  <a:pt x="999346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7" y="12314"/>
                </a:lnTo>
                <a:lnTo>
                  <a:pt x="967677" y="96801"/>
                </a:lnTo>
                <a:cubicBezTo>
                  <a:pt x="967677" y="103597"/>
                  <a:pt x="968411" y="107837"/>
                  <a:pt x="969879" y="109523"/>
                </a:cubicBezTo>
                <a:cubicBezTo>
                  <a:pt x="971945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6" y="112948"/>
                </a:lnTo>
                <a:cubicBezTo>
                  <a:pt x="944951" y="112948"/>
                  <a:pt x="948268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2" y="12695"/>
                  <a:pt x="927717" y="13456"/>
                </a:cubicBezTo>
                <a:cubicBezTo>
                  <a:pt x="924890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1" y="31315"/>
                </a:cubicBezTo>
                <a:lnTo>
                  <a:pt x="913772" y="31315"/>
                </a:lnTo>
                <a:lnTo>
                  <a:pt x="915077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5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8" y="117596"/>
                </a:cubicBezTo>
                <a:cubicBezTo>
                  <a:pt x="1029673" y="117596"/>
                  <a:pt x="1025419" y="115829"/>
                  <a:pt x="1022075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6" y="91554"/>
                  <a:pt x="1019507" y="88890"/>
                </a:cubicBezTo>
                <a:cubicBezTo>
                  <a:pt x="1021736" y="85193"/>
                  <a:pt x="1025609" y="81714"/>
                  <a:pt x="1031128" y="78452"/>
                </a:cubicBezTo>
                <a:cubicBezTo>
                  <a:pt x="1036646" y="75190"/>
                  <a:pt x="1045820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7" y="44119"/>
                </a:cubicBezTo>
                <a:cubicBezTo>
                  <a:pt x="1041362" y="44119"/>
                  <a:pt x="1038644" y="45040"/>
                  <a:pt x="1036632" y="46882"/>
                </a:cubicBezTo>
                <a:cubicBezTo>
                  <a:pt x="1034566" y="48723"/>
                  <a:pt x="1033533" y="50836"/>
                  <a:pt x="1033533" y="53220"/>
                </a:cubicBezTo>
                <a:lnTo>
                  <a:pt x="1033696" y="57932"/>
                </a:lnTo>
                <a:cubicBezTo>
                  <a:pt x="1033696" y="60422"/>
                  <a:pt x="1033058" y="62345"/>
                  <a:pt x="1031780" y="63699"/>
                </a:cubicBezTo>
                <a:cubicBezTo>
                  <a:pt x="1030502" y="65053"/>
                  <a:pt x="1028831" y="65730"/>
                  <a:pt x="1026765" y="65730"/>
                </a:cubicBezTo>
                <a:cubicBezTo>
                  <a:pt x="1024753" y="65730"/>
                  <a:pt x="1023108" y="65026"/>
                  <a:pt x="1021831" y="63617"/>
                </a:cubicBezTo>
                <a:cubicBezTo>
                  <a:pt x="1020553" y="62207"/>
                  <a:pt x="1019914" y="60282"/>
                  <a:pt x="1019914" y="57842"/>
                </a:cubicBezTo>
                <a:cubicBezTo>
                  <a:pt x="1019914" y="53182"/>
                  <a:pt x="1022307" y="48901"/>
                  <a:pt x="1027091" y="44998"/>
                </a:cubicBezTo>
                <a:cubicBezTo>
                  <a:pt x="1031875" y="41096"/>
                  <a:pt x="1038590" y="39144"/>
                  <a:pt x="1047234" y="39144"/>
                </a:cubicBezTo>
                <a:cubicBezTo>
                  <a:pt x="1053867" y="39144"/>
                  <a:pt x="1059303" y="40257"/>
                  <a:pt x="1063544" y="42483"/>
                </a:cubicBezTo>
                <a:cubicBezTo>
                  <a:pt x="1066752" y="44167"/>
                  <a:pt x="1069117" y="46801"/>
                  <a:pt x="1070639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6" y="104728"/>
                  <a:pt x="1073235" y="105801"/>
                  <a:pt x="1073860" y="106345"/>
                </a:cubicBezTo>
                <a:cubicBezTo>
                  <a:pt x="1074485" y="106887"/>
                  <a:pt x="1075206" y="107158"/>
                  <a:pt x="1076021" y="107158"/>
                </a:cubicBezTo>
                <a:cubicBezTo>
                  <a:pt x="1076891" y="107158"/>
                  <a:pt x="1077652" y="106967"/>
                  <a:pt x="1078305" y="106587"/>
                </a:cubicBezTo>
                <a:cubicBezTo>
                  <a:pt x="1079446" y="105880"/>
                  <a:pt x="1081648" y="103896"/>
                  <a:pt x="1084910" y="100634"/>
                </a:cubicBezTo>
                <a:lnTo>
                  <a:pt x="1084910" y="105201"/>
                </a:lnTo>
                <a:cubicBezTo>
                  <a:pt x="1078821" y="113356"/>
                  <a:pt x="1073004" y="117433"/>
                  <a:pt x="1067459" y="117433"/>
                </a:cubicBezTo>
                <a:cubicBezTo>
                  <a:pt x="1064795" y="117433"/>
                  <a:pt x="1062674" y="116509"/>
                  <a:pt x="1061098" y="114660"/>
                </a:cubicBezTo>
                <a:cubicBezTo>
                  <a:pt x="1059521" y="112812"/>
                  <a:pt x="1058705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3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7" y="104117"/>
                </a:cubicBezTo>
                <a:cubicBezTo>
                  <a:pt x="1036605" y="106688"/>
                  <a:pt x="1039296" y="107973"/>
                  <a:pt x="1042341" y="107973"/>
                </a:cubicBezTo>
                <a:cubicBezTo>
                  <a:pt x="1046473" y="107973"/>
                  <a:pt x="1051909" y="105267"/>
                  <a:pt x="1058651" y="99854"/>
                </a:cubicBezTo>
                <a:close/>
                <a:moveTo>
                  <a:pt x="1111001" y="88745"/>
                </a:moveTo>
                <a:cubicBezTo>
                  <a:pt x="1106435" y="86519"/>
                  <a:pt x="1102928" y="83411"/>
                  <a:pt x="1100481" y="79420"/>
                </a:cubicBezTo>
                <a:cubicBezTo>
                  <a:pt x="1098035" y="75429"/>
                  <a:pt x="1096812" y="71017"/>
                  <a:pt x="1096812" y="66184"/>
                </a:cubicBezTo>
                <a:cubicBezTo>
                  <a:pt x="1096812" y="58800"/>
                  <a:pt x="1099598" y="52447"/>
                  <a:pt x="1105171" y="47126"/>
                </a:cubicBezTo>
                <a:cubicBezTo>
                  <a:pt x="1110743" y="41805"/>
                  <a:pt x="1117879" y="39144"/>
                  <a:pt x="1126578" y="39144"/>
                </a:cubicBezTo>
                <a:cubicBezTo>
                  <a:pt x="1133700" y="39144"/>
                  <a:pt x="1139870" y="40884"/>
                  <a:pt x="1145090" y="44364"/>
                </a:cubicBezTo>
                <a:lnTo>
                  <a:pt x="1160911" y="44364"/>
                </a:lnTo>
                <a:cubicBezTo>
                  <a:pt x="1163248" y="44364"/>
                  <a:pt x="1164607" y="44431"/>
                  <a:pt x="1164988" y="44565"/>
                </a:cubicBezTo>
                <a:cubicBezTo>
                  <a:pt x="1165369" y="44699"/>
                  <a:pt x="1165640" y="44928"/>
                  <a:pt x="1165804" y="45250"/>
                </a:cubicBezTo>
                <a:cubicBezTo>
                  <a:pt x="1166130" y="45735"/>
                  <a:pt x="1166293" y="46595"/>
                  <a:pt x="1166293" y="47832"/>
                </a:cubicBezTo>
                <a:cubicBezTo>
                  <a:pt x="1166293" y="49229"/>
                  <a:pt x="1166157" y="50196"/>
                  <a:pt x="1165885" y="50735"/>
                </a:cubicBezTo>
                <a:cubicBezTo>
                  <a:pt x="1165722" y="51003"/>
                  <a:pt x="1165437" y="51218"/>
                  <a:pt x="1165029" y="51380"/>
                </a:cubicBezTo>
                <a:cubicBezTo>
                  <a:pt x="1164621" y="51541"/>
                  <a:pt x="1163248" y="51622"/>
                  <a:pt x="1160911" y="51622"/>
                </a:cubicBezTo>
                <a:lnTo>
                  <a:pt x="1151206" y="51622"/>
                </a:lnTo>
                <a:cubicBezTo>
                  <a:pt x="1154251" y="55545"/>
                  <a:pt x="1155773" y="60557"/>
                  <a:pt x="1155773" y="66658"/>
                </a:cubicBezTo>
                <a:cubicBezTo>
                  <a:pt x="1155773" y="73630"/>
                  <a:pt x="1153109" y="79595"/>
                  <a:pt x="1147781" y="84553"/>
                </a:cubicBezTo>
                <a:cubicBezTo>
                  <a:pt x="1142453" y="89510"/>
                  <a:pt x="1135304" y="91989"/>
                  <a:pt x="1126333" y="91989"/>
                </a:cubicBezTo>
                <a:cubicBezTo>
                  <a:pt x="1122636" y="91989"/>
                  <a:pt x="1118857" y="91435"/>
                  <a:pt x="1114997" y="90325"/>
                </a:cubicBezTo>
                <a:cubicBezTo>
                  <a:pt x="1112605" y="92389"/>
                  <a:pt x="1110988" y="94196"/>
                  <a:pt x="1110145" y="95746"/>
                </a:cubicBezTo>
                <a:cubicBezTo>
                  <a:pt x="1109302" y="97293"/>
                  <a:pt x="1108881" y="98610"/>
                  <a:pt x="1108881" y="99696"/>
                </a:cubicBezTo>
                <a:cubicBezTo>
                  <a:pt x="1108881" y="100620"/>
                  <a:pt x="1109330" y="101517"/>
                  <a:pt x="1110227" y="102387"/>
                </a:cubicBezTo>
                <a:cubicBezTo>
                  <a:pt x="1111124" y="103255"/>
                  <a:pt x="1112877" y="103880"/>
                  <a:pt x="1115487" y="104260"/>
                </a:cubicBezTo>
                <a:cubicBezTo>
                  <a:pt x="1117009" y="104478"/>
                  <a:pt x="1120815" y="104668"/>
                  <a:pt x="1126904" y="104831"/>
                </a:cubicBezTo>
                <a:cubicBezTo>
                  <a:pt x="1138103" y="105101"/>
                  <a:pt x="1145361" y="105481"/>
                  <a:pt x="1148678" y="105970"/>
                </a:cubicBezTo>
                <a:cubicBezTo>
                  <a:pt x="1153734" y="106677"/>
                  <a:pt x="1157771" y="108552"/>
                  <a:pt x="1160788" y="111595"/>
                </a:cubicBezTo>
                <a:cubicBezTo>
                  <a:pt x="1163806" y="114636"/>
                  <a:pt x="1165314" y="118384"/>
                  <a:pt x="1165314" y="122838"/>
                </a:cubicBezTo>
                <a:cubicBezTo>
                  <a:pt x="1165314" y="128977"/>
                  <a:pt x="1162433" y="134735"/>
                  <a:pt x="1156670" y="140114"/>
                </a:cubicBezTo>
                <a:cubicBezTo>
                  <a:pt x="1148189" y="148045"/>
                  <a:pt x="1137125" y="152011"/>
                  <a:pt x="1123479" y="152011"/>
                </a:cubicBezTo>
                <a:cubicBezTo>
                  <a:pt x="1112986" y="152011"/>
                  <a:pt x="1104124" y="149649"/>
                  <a:pt x="1096893" y="144926"/>
                </a:cubicBezTo>
                <a:cubicBezTo>
                  <a:pt x="1092816" y="142211"/>
                  <a:pt x="1090777" y="139387"/>
                  <a:pt x="1090777" y="136455"/>
                </a:cubicBezTo>
                <a:cubicBezTo>
                  <a:pt x="1090777" y="135153"/>
                  <a:pt x="1091076" y="133851"/>
                  <a:pt x="1091674" y="132548"/>
                </a:cubicBezTo>
                <a:cubicBezTo>
                  <a:pt x="1092598" y="130538"/>
                  <a:pt x="1094501" y="127742"/>
                  <a:pt x="1097382" y="124159"/>
                </a:cubicBezTo>
                <a:cubicBezTo>
                  <a:pt x="1097763" y="123671"/>
                  <a:pt x="1100536" y="120739"/>
                  <a:pt x="1105701" y="115364"/>
                </a:cubicBezTo>
                <a:cubicBezTo>
                  <a:pt x="1102874" y="113677"/>
                  <a:pt x="1100876" y="112166"/>
                  <a:pt x="1099707" y="110833"/>
                </a:cubicBezTo>
                <a:cubicBezTo>
                  <a:pt x="1098538" y="109499"/>
                  <a:pt x="1097953" y="107989"/>
                  <a:pt x="1097953" y="106301"/>
                </a:cubicBezTo>
                <a:cubicBezTo>
                  <a:pt x="1097953" y="104395"/>
                  <a:pt x="1098728" y="102163"/>
                  <a:pt x="1100278" y="99604"/>
                </a:cubicBezTo>
                <a:cubicBezTo>
                  <a:pt x="1101827" y="97045"/>
                  <a:pt x="1105402" y="93426"/>
                  <a:pt x="1111001" y="88745"/>
                </a:cubicBezTo>
                <a:moveTo>
                  <a:pt x="1125191" y="43222"/>
                </a:moveTo>
                <a:cubicBezTo>
                  <a:pt x="1121168" y="43222"/>
                  <a:pt x="1117797" y="44817"/>
                  <a:pt x="1115079" y="48008"/>
                </a:cubicBezTo>
                <a:cubicBezTo>
                  <a:pt x="1112361" y="51197"/>
                  <a:pt x="1111001" y="56090"/>
                  <a:pt x="1111001" y="62687"/>
                </a:cubicBezTo>
                <a:cubicBezTo>
                  <a:pt x="1111001" y="71231"/>
                  <a:pt x="1112850" y="77855"/>
                  <a:pt x="1116547" y="82557"/>
                </a:cubicBezTo>
                <a:cubicBezTo>
                  <a:pt x="1119374" y="86127"/>
                  <a:pt x="1122962" y="87912"/>
                  <a:pt x="1127312" y="87912"/>
                </a:cubicBezTo>
                <a:cubicBezTo>
                  <a:pt x="1131444" y="87912"/>
                  <a:pt x="1134841" y="86371"/>
                  <a:pt x="1137505" y="83289"/>
                </a:cubicBezTo>
                <a:cubicBezTo>
                  <a:pt x="1140169" y="80207"/>
                  <a:pt x="1141501" y="75367"/>
                  <a:pt x="1141501" y="68770"/>
                </a:cubicBezTo>
                <a:cubicBezTo>
                  <a:pt x="1141501" y="60173"/>
                  <a:pt x="1139626" y="53441"/>
                  <a:pt x="1135874" y="48574"/>
                </a:cubicBezTo>
                <a:cubicBezTo>
                  <a:pt x="1133102" y="45006"/>
                  <a:pt x="1129541" y="43222"/>
                  <a:pt x="1125191" y="43222"/>
                </a:cubicBezTo>
                <a:moveTo>
                  <a:pt x="1110186" y="116014"/>
                </a:moveTo>
                <a:cubicBezTo>
                  <a:pt x="1107631" y="118781"/>
                  <a:pt x="1105701" y="121359"/>
                  <a:pt x="1104396" y="123746"/>
                </a:cubicBezTo>
                <a:cubicBezTo>
                  <a:pt x="1103091" y="126134"/>
                  <a:pt x="1102439" y="128333"/>
                  <a:pt x="1102439" y="130341"/>
                </a:cubicBezTo>
                <a:cubicBezTo>
                  <a:pt x="1102439" y="132946"/>
                  <a:pt x="1104015" y="135225"/>
                  <a:pt x="1107169" y="137179"/>
                </a:cubicBezTo>
                <a:cubicBezTo>
                  <a:pt x="1112605" y="140543"/>
                  <a:pt x="1120461" y="142225"/>
                  <a:pt x="1130737" y="142225"/>
                </a:cubicBezTo>
                <a:cubicBezTo>
                  <a:pt x="1140523" y="142225"/>
                  <a:pt x="1147740" y="140501"/>
                  <a:pt x="1152388" y="137054"/>
                </a:cubicBezTo>
                <a:cubicBezTo>
                  <a:pt x="1157037" y="133608"/>
                  <a:pt x="1159361" y="129932"/>
                  <a:pt x="1159361" y="126027"/>
                </a:cubicBezTo>
                <a:cubicBezTo>
                  <a:pt x="1159361" y="123205"/>
                  <a:pt x="1157975" y="121196"/>
                  <a:pt x="1155202" y="120002"/>
                </a:cubicBezTo>
                <a:cubicBezTo>
                  <a:pt x="1152375" y="118808"/>
                  <a:pt x="1146775" y="118103"/>
                  <a:pt x="1138402" y="117887"/>
                </a:cubicBezTo>
                <a:cubicBezTo>
                  <a:pt x="1126170" y="117561"/>
                  <a:pt x="1116764" y="116936"/>
                  <a:pt x="1110186" y="116014"/>
                </a:cubicBezTo>
                <a:close/>
                <a:moveTo>
                  <a:pt x="1189302" y="16229"/>
                </a:moveTo>
                <a:lnTo>
                  <a:pt x="1216214" y="3099"/>
                </a:lnTo>
                <a:lnTo>
                  <a:pt x="1218905" y="3099"/>
                </a:lnTo>
                <a:lnTo>
                  <a:pt x="1218905" y="96475"/>
                </a:lnTo>
                <a:cubicBezTo>
                  <a:pt x="1218905" y="102672"/>
                  <a:pt x="1219163" y="106532"/>
                  <a:pt x="1219680" y="108055"/>
                </a:cubicBezTo>
                <a:cubicBezTo>
                  <a:pt x="1220196" y="109577"/>
                  <a:pt x="1221270" y="110746"/>
                  <a:pt x="1222901" y="111561"/>
                </a:cubicBezTo>
                <a:cubicBezTo>
                  <a:pt x="1224532" y="112377"/>
                  <a:pt x="1227848" y="112839"/>
                  <a:pt x="1232850" y="112948"/>
                </a:cubicBezTo>
                <a:lnTo>
                  <a:pt x="1232850" y="115965"/>
                </a:lnTo>
                <a:lnTo>
                  <a:pt x="1191259" y="115965"/>
                </a:lnTo>
                <a:lnTo>
                  <a:pt x="1191259" y="112948"/>
                </a:lnTo>
                <a:cubicBezTo>
                  <a:pt x="1196479" y="112839"/>
                  <a:pt x="1199849" y="112391"/>
                  <a:pt x="1201372" y="111602"/>
                </a:cubicBezTo>
                <a:cubicBezTo>
                  <a:pt x="1202894" y="110814"/>
                  <a:pt x="1203954" y="109754"/>
                  <a:pt x="1204552" y="108422"/>
                </a:cubicBezTo>
                <a:cubicBezTo>
                  <a:pt x="1205150" y="107090"/>
                  <a:pt x="1205449" y="103107"/>
                  <a:pt x="1205449" y="96475"/>
                </a:cubicBezTo>
                <a:lnTo>
                  <a:pt x="1205449" y="36779"/>
                </a:lnTo>
                <a:cubicBezTo>
                  <a:pt x="1205449" y="28733"/>
                  <a:pt x="1205177" y="23568"/>
                  <a:pt x="1204634" y="21285"/>
                </a:cubicBezTo>
                <a:cubicBezTo>
                  <a:pt x="1204253" y="19545"/>
                  <a:pt x="1203560" y="18267"/>
                  <a:pt x="1202554" y="17452"/>
                </a:cubicBezTo>
                <a:cubicBezTo>
                  <a:pt x="1201548" y="16636"/>
                  <a:pt x="1200339" y="16229"/>
                  <a:pt x="1198925" y="16229"/>
                </a:cubicBezTo>
                <a:cubicBezTo>
                  <a:pt x="1196913" y="16229"/>
                  <a:pt x="1194114" y="17071"/>
                  <a:pt x="1190525" y="18757"/>
                </a:cubicBezTo>
                <a:lnTo>
                  <a:pt x="1189302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2E4F-F025-4365-BEE6-92EE689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4" y="3049405"/>
            <a:ext cx="1465376" cy="1150648"/>
          </a:xfrm>
          <a:custGeom xmlns:a="http://schemas.openxmlformats.org/drawingml/2006/main">
            <a:pathLst>
              <a:path w="1465376" h="1150648">
                <a:moveTo>
                  <a:pt x="839" y="6043"/>
                </a:moveTo>
                <a:cubicBezTo>
                  <a:pt x="0" y="3172"/>
                  <a:pt x="2333" y="839"/>
                  <a:pt x="4868" y="0"/>
                </a:cubicBezTo>
                <a:lnTo>
                  <a:pt x="1459166" y="0"/>
                </a:lnTo>
                <a:cubicBezTo>
                  <a:pt x="1463043" y="839"/>
                  <a:pt x="1465376" y="3172"/>
                  <a:pt x="1465209" y="6043"/>
                </a:cubicBezTo>
                <a:lnTo>
                  <a:pt x="1465209" y="1146116"/>
                </a:lnTo>
                <a:cubicBezTo>
                  <a:pt x="1465376" y="1148315"/>
                  <a:pt x="1463043" y="1150648"/>
                  <a:pt x="1459166" y="1150144"/>
                </a:cubicBezTo>
                <a:lnTo>
                  <a:pt x="4868" y="1150144"/>
                </a:lnTo>
                <a:cubicBezTo>
                  <a:pt x="2333" y="1150648"/>
                  <a:pt x="0" y="1148315"/>
                  <a:pt x="839" y="1146116"/>
                </a:cubicBezTo>
                <a:lnTo>
                  <a:pt x="839" y="604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79D43-B3C7-4357-AA8F-78A02EB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931" y="3041852"/>
            <a:ext cx="1482162" cy="1166594"/>
          </a:xfrm>
          <a:custGeom xmlns:a="http://schemas.openxmlformats.org/drawingml/2006/main">
            <a:pathLst>
              <a:path w="1482162" h="1166594">
                <a:moveTo>
                  <a:pt x="10877" y="1166359"/>
                </a:moveTo>
                <a:lnTo>
                  <a:pt x="13193" y="1166594"/>
                </a:lnTo>
                <a:lnTo>
                  <a:pt x="1468969" y="1166594"/>
                </a:lnTo>
                <a:lnTo>
                  <a:pt x="1471285" y="1166359"/>
                </a:lnTo>
                <a:lnTo>
                  <a:pt x="1474256" y="1165436"/>
                </a:lnTo>
                <a:lnTo>
                  <a:pt x="1478285" y="1162717"/>
                </a:lnTo>
                <a:lnTo>
                  <a:pt x="1481004" y="1158688"/>
                </a:lnTo>
                <a:lnTo>
                  <a:pt x="1481927" y="1155717"/>
                </a:lnTo>
                <a:lnTo>
                  <a:pt x="1482162" y="1153401"/>
                </a:lnTo>
                <a:lnTo>
                  <a:pt x="1482162" y="13193"/>
                </a:lnTo>
                <a:lnTo>
                  <a:pt x="1481927" y="10877"/>
                </a:lnTo>
                <a:lnTo>
                  <a:pt x="1481004" y="7906"/>
                </a:lnTo>
                <a:lnTo>
                  <a:pt x="1478285" y="3877"/>
                </a:lnTo>
                <a:lnTo>
                  <a:pt x="1474256" y="1158"/>
                </a:lnTo>
                <a:lnTo>
                  <a:pt x="1471285" y="235"/>
                </a:lnTo>
                <a:lnTo>
                  <a:pt x="1468969" y="0"/>
                </a:lnTo>
                <a:lnTo>
                  <a:pt x="13193" y="0"/>
                </a:lnTo>
                <a:lnTo>
                  <a:pt x="10877" y="235"/>
                </a:lnTo>
                <a:lnTo>
                  <a:pt x="7906" y="1158"/>
                </a:lnTo>
                <a:lnTo>
                  <a:pt x="3877" y="3877"/>
                </a:lnTo>
                <a:lnTo>
                  <a:pt x="1158" y="7906"/>
                </a:lnTo>
                <a:lnTo>
                  <a:pt x="235" y="10877"/>
                </a:lnTo>
                <a:lnTo>
                  <a:pt x="0" y="13193"/>
                </a:lnTo>
                <a:lnTo>
                  <a:pt x="0" y="1153401"/>
                </a:lnTo>
                <a:lnTo>
                  <a:pt x="235" y="1155717"/>
                </a:lnTo>
                <a:lnTo>
                  <a:pt x="1158" y="1158688"/>
                </a:lnTo>
                <a:lnTo>
                  <a:pt x="3877" y="1162717"/>
                </a:lnTo>
                <a:lnTo>
                  <a:pt x="7906" y="1165436"/>
                </a:lnTo>
                <a:lnTo>
                  <a:pt x="10877" y="1166359"/>
                </a:lnTo>
                <a:close/>
                <a:moveTo>
                  <a:pt x="1465376" y="1149809"/>
                </a:moveTo>
                <a:lnTo>
                  <a:pt x="16786" y="1149809"/>
                </a:lnTo>
                <a:lnTo>
                  <a:pt x="16786" y="16786"/>
                </a:lnTo>
                <a:lnTo>
                  <a:pt x="1465376" y="16786"/>
                </a:lnTo>
                <a:lnTo>
                  <a:pt x="1465376" y="1149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Selecttag">
            <a:extLst xmlns:a="http://schemas.openxmlformats.org/drawingml/2006/main">
              <a:ext uri="{FF2B5EF4-FFF2-40B4-BE49-F238E27FC236}">
                <a16:creationId xmlns:a16="http://schemas.microsoft.com/office/drawing/2014/main" id="{D427E6C5-8AB0-41BD-BC07-BC513949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6940" y="3186574"/>
            <a:ext cx="741141" cy="165555"/>
          </a:xfrm>
          <a:custGeom xmlns:a="http://schemas.openxmlformats.org/drawingml/2006/main">
            <a:pathLst>
              <a:path w="741141" h="165555">
                <a:moveTo>
                  <a:pt x="77525" y="0"/>
                </a:moveTo>
                <a:lnTo>
                  <a:pt x="78521" y="40936"/>
                </a:lnTo>
                <a:lnTo>
                  <a:pt x="74808" y="40936"/>
                </a:lnTo>
                <a:cubicBezTo>
                  <a:pt x="73057" y="30698"/>
                  <a:pt x="68755" y="22463"/>
                  <a:pt x="61902" y="16231"/>
                </a:cubicBezTo>
                <a:cubicBezTo>
                  <a:pt x="55049" y="9999"/>
                  <a:pt x="47638" y="6883"/>
                  <a:pt x="39668" y="6883"/>
                </a:cubicBezTo>
                <a:cubicBezTo>
                  <a:pt x="33510" y="6883"/>
                  <a:pt x="28634" y="8524"/>
                  <a:pt x="25042" y="11805"/>
                </a:cubicBezTo>
                <a:cubicBezTo>
                  <a:pt x="21449" y="15084"/>
                  <a:pt x="19653" y="18860"/>
                  <a:pt x="19653" y="23134"/>
                </a:cubicBezTo>
                <a:cubicBezTo>
                  <a:pt x="19653" y="25842"/>
                  <a:pt x="20287" y="28249"/>
                  <a:pt x="21555" y="30357"/>
                </a:cubicBezTo>
                <a:cubicBezTo>
                  <a:pt x="23306" y="33185"/>
                  <a:pt x="26113" y="35983"/>
                  <a:pt x="29977" y="38751"/>
                </a:cubicBezTo>
                <a:cubicBezTo>
                  <a:pt x="32815" y="40738"/>
                  <a:pt x="39366" y="44260"/>
                  <a:pt x="49630" y="49316"/>
                </a:cubicBezTo>
                <a:cubicBezTo>
                  <a:pt x="64000" y="56358"/>
                  <a:pt x="73691" y="63010"/>
                  <a:pt x="78702" y="69272"/>
                </a:cubicBezTo>
                <a:cubicBezTo>
                  <a:pt x="83653" y="75532"/>
                  <a:pt x="86129" y="82697"/>
                  <a:pt x="86129" y="90765"/>
                </a:cubicBezTo>
                <a:cubicBezTo>
                  <a:pt x="86129" y="100999"/>
                  <a:pt x="82129" y="109803"/>
                  <a:pt x="74129" y="117179"/>
                </a:cubicBezTo>
                <a:cubicBezTo>
                  <a:pt x="66129" y="124554"/>
                  <a:pt x="55970" y="128242"/>
                  <a:pt x="43653" y="128242"/>
                </a:cubicBezTo>
                <a:cubicBezTo>
                  <a:pt x="39789" y="128242"/>
                  <a:pt x="36136" y="127850"/>
                  <a:pt x="32694" y="127065"/>
                </a:cubicBezTo>
                <a:cubicBezTo>
                  <a:pt x="29253" y="126280"/>
                  <a:pt x="24936" y="124801"/>
                  <a:pt x="19743" y="122627"/>
                </a:cubicBezTo>
                <a:cubicBezTo>
                  <a:pt x="16845" y="121419"/>
                  <a:pt x="14460" y="120816"/>
                  <a:pt x="12589" y="120816"/>
                </a:cubicBezTo>
                <a:cubicBezTo>
                  <a:pt x="11019" y="120816"/>
                  <a:pt x="9359" y="121427"/>
                  <a:pt x="7608" y="122650"/>
                </a:cubicBezTo>
                <a:cubicBezTo>
                  <a:pt x="5857" y="123872"/>
                  <a:pt x="4438" y="125736"/>
                  <a:pt x="3351" y="128242"/>
                </a:cubicBezTo>
                <a:lnTo>
                  <a:pt x="0" y="128242"/>
                </a:lnTo>
                <a:lnTo>
                  <a:pt x="0" y="81872"/>
                </a:lnTo>
                <a:lnTo>
                  <a:pt x="3351" y="81872"/>
                </a:lnTo>
                <a:cubicBezTo>
                  <a:pt x="6008" y="94883"/>
                  <a:pt x="11125" y="104808"/>
                  <a:pt x="18702" y="111646"/>
                </a:cubicBezTo>
                <a:cubicBezTo>
                  <a:pt x="26279" y="118484"/>
                  <a:pt x="34445" y="121902"/>
                  <a:pt x="43200" y="121902"/>
                </a:cubicBezTo>
                <a:cubicBezTo>
                  <a:pt x="49962" y="121902"/>
                  <a:pt x="55351" y="120067"/>
                  <a:pt x="59366" y="116395"/>
                </a:cubicBezTo>
                <a:cubicBezTo>
                  <a:pt x="63381" y="112723"/>
                  <a:pt x="65389" y="108450"/>
                  <a:pt x="65389" y="103574"/>
                </a:cubicBezTo>
                <a:cubicBezTo>
                  <a:pt x="65389" y="100685"/>
                  <a:pt x="64619" y="97887"/>
                  <a:pt x="63080" y="95180"/>
                </a:cubicBezTo>
                <a:cubicBezTo>
                  <a:pt x="61540" y="92470"/>
                  <a:pt x="59200" y="89897"/>
                  <a:pt x="56061" y="87459"/>
                </a:cubicBezTo>
                <a:cubicBezTo>
                  <a:pt x="52921" y="85021"/>
                  <a:pt x="47366" y="81847"/>
                  <a:pt x="39396" y="77935"/>
                </a:cubicBezTo>
                <a:cubicBezTo>
                  <a:pt x="28227" y="72458"/>
                  <a:pt x="20196" y="67790"/>
                  <a:pt x="15306" y="63931"/>
                </a:cubicBezTo>
                <a:cubicBezTo>
                  <a:pt x="10415" y="60073"/>
                  <a:pt x="6657" y="55763"/>
                  <a:pt x="4030" y="51000"/>
                </a:cubicBezTo>
                <a:cubicBezTo>
                  <a:pt x="1404" y="46238"/>
                  <a:pt x="91" y="40994"/>
                  <a:pt x="91" y="35267"/>
                </a:cubicBezTo>
                <a:cubicBezTo>
                  <a:pt x="91" y="25501"/>
                  <a:pt x="3683" y="17182"/>
                  <a:pt x="10868" y="10310"/>
                </a:cubicBezTo>
                <a:cubicBezTo>
                  <a:pt x="18053" y="3437"/>
                  <a:pt x="27110" y="0"/>
                  <a:pt x="38038" y="0"/>
                </a:cubicBezTo>
                <a:cubicBezTo>
                  <a:pt x="42023" y="0"/>
                  <a:pt x="45887" y="489"/>
                  <a:pt x="49630" y="1466"/>
                </a:cubicBezTo>
                <a:cubicBezTo>
                  <a:pt x="52468" y="2198"/>
                  <a:pt x="55925" y="3556"/>
                  <a:pt x="60000" y="5539"/>
                </a:cubicBezTo>
                <a:cubicBezTo>
                  <a:pt x="64076" y="7522"/>
                  <a:pt x="66929" y="8513"/>
                  <a:pt x="68559" y="8513"/>
                </a:cubicBezTo>
                <a:cubicBezTo>
                  <a:pt x="70129" y="8513"/>
                  <a:pt x="71366" y="8026"/>
                  <a:pt x="72272" y="7050"/>
                </a:cubicBezTo>
                <a:cubicBezTo>
                  <a:pt x="73178" y="6073"/>
                  <a:pt x="74023" y="3723"/>
                  <a:pt x="74808" y="0"/>
                </a:cubicBezTo>
                <a:lnTo>
                  <a:pt x="77525" y="0"/>
                </a:lnTo>
                <a:close/>
                <a:moveTo>
                  <a:pt x="170769" y="80061"/>
                </a:moveTo>
                <a:lnTo>
                  <a:pt x="124308" y="80061"/>
                </a:lnTo>
                <a:cubicBezTo>
                  <a:pt x="124852" y="91321"/>
                  <a:pt x="127841" y="100220"/>
                  <a:pt x="133275" y="106758"/>
                </a:cubicBezTo>
                <a:cubicBezTo>
                  <a:pt x="137441" y="111783"/>
                  <a:pt x="142452" y="114295"/>
                  <a:pt x="148309" y="114295"/>
                </a:cubicBezTo>
                <a:cubicBezTo>
                  <a:pt x="151931" y="114295"/>
                  <a:pt x="155222" y="113284"/>
                  <a:pt x="158180" y="111261"/>
                </a:cubicBezTo>
                <a:cubicBezTo>
                  <a:pt x="161139" y="109238"/>
                  <a:pt x="164309" y="105600"/>
                  <a:pt x="167690" y="100348"/>
                </a:cubicBezTo>
                <a:lnTo>
                  <a:pt x="170769" y="102340"/>
                </a:lnTo>
                <a:cubicBezTo>
                  <a:pt x="166180" y="111699"/>
                  <a:pt x="161109" y="118325"/>
                  <a:pt x="155554" y="122219"/>
                </a:cubicBezTo>
                <a:cubicBezTo>
                  <a:pt x="149999" y="126114"/>
                  <a:pt x="143569" y="128061"/>
                  <a:pt x="136263" y="128061"/>
                </a:cubicBezTo>
                <a:cubicBezTo>
                  <a:pt x="123705" y="128061"/>
                  <a:pt x="114195" y="123226"/>
                  <a:pt x="107735" y="113556"/>
                </a:cubicBezTo>
                <a:cubicBezTo>
                  <a:pt x="102542" y="105760"/>
                  <a:pt x="99946" y="96090"/>
                  <a:pt x="99946" y="84547"/>
                </a:cubicBezTo>
                <a:cubicBezTo>
                  <a:pt x="99946" y="70403"/>
                  <a:pt x="103765" y="59146"/>
                  <a:pt x="111403" y="50777"/>
                </a:cubicBezTo>
                <a:cubicBezTo>
                  <a:pt x="119041" y="42405"/>
                  <a:pt x="127991" y="38219"/>
                  <a:pt x="138256" y="38219"/>
                </a:cubicBezTo>
                <a:cubicBezTo>
                  <a:pt x="146829" y="38219"/>
                  <a:pt x="154271" y="41736"/>
                  <a:pt x="160580" y="48770"/>
                </a:cubicBezTo>
                <a:cubicBezTo>
                  <a:pt x="166890" y="55804"/>
                  <a:pt x="170286" y="66234"/>
                  <a:pt x="170769" y="80061"/>
                </a:cubicBezTo>
                <a:moveTo>
                  <a:pt x="148490" y="74083"/>
                </a:moveTo>
                <a:cubicBezTo>
                  <a:pt x="148490" y="64363"/>
                  <a:pt x="147961" y="57691"/>
                  <a:pt x="146905" y="54068"/>
                </a:cubicBezTo>
                <a:cubicBezTo>
                  <a:pt x="145848" y="50446"/>
                  <a:pt x="144203" y="47698"/>
                  <a:pt x="141969" y="45827"/>
                </a:cubicBezTo>
                <a:cubicBezTo>
                  <a:pt x="140701" y="44740"/>
                  <a:pt x="139010" y="44196"/>
                  <a:pt x="136897" y="44196"/>
                </a:cubicBezTo>
                <a:cubicBezTo>
                  <a:pt x="133758" y="44196"/>
                  <a:pt x="131191" y="45736"/>
                  <a:pt x="129199" y="48815"/>
                </a:cubicBezTo>
                <a:cubicBezTo>
                  <a:pt x="125637" y="54189"/>
                  <a:pt x="123856" y="61555"/>
                  <a:pt x="123856" y="70914"/>
                </a:cubicBezTo>
                <a:lnTo>
                  <a:pt x="123856" y="74083"/>
                </a:lnTo>
                <a:lnTo>
                  <a:pt x="148490" y="74083"/>
                </a:lnTo>
                <a:close/>
                <a:moveTo>
                  <a:pt x="214437" y="2717"/>
                </a:moveTo>
                <a:lnTo>
                  <a:pt x="214437" y="107955"/>
                </a:lnTo>
                <a:cubicBezTo>
                  <a:pt x="214437" y="113933"/>
                  <a:pt x="215131" y="117751"/>
                  <a:pt x="216520" y="119412"/>
                </a:cubicBezTo>
                <a:cubicBezTo>
                  <a:pt x="217909" y="121072"/>
                  <a:pt x="220626" y="122023"/>
                  <a:pt x="224671" y="122265"/>
                </a:cubicBezTo>
                <a:lnTo>
                  <a:pt x="224671" y="125525"/>
                </a:lnTo>
                <a:lnTo>
                  <a:pt x="178935" y="125525"/>
                </a:lnTo>
                <a:lnTo>
                  <a:pt x="178935" y="122265"/>
                </a:lnTo>
                <a:cubicBezTo>
                  <a:pt x="182679" y="122144"/>
                  <a:pt x="185456" y="121057"/>
                  <a:pt x="187267" y="119004"/>
                </a:cubicBezTo>
                <a:cubicBezTo>
                  <a:pt x="188475" y="117616"/>
                  <a:pt x="189079" y="113933"/>
                  <a:pt x="189079" y="107955"/>
                </a:cubicBezTo>
                <a:lnTo>
                  <a:pt x="189079" y="20287"/>
                </a:lnTo>
                <a:cubicBezTo>
                  <a:pt x="189079" y="14332"/>
                  <a:pt x="188384" y="10520"/>
                  <a:pt x="186996" y="8850"/>
                </a:cubicBezTo>
                <a:cubicBezTo>
                  <a:pt x="185607" y="7178"/>
                  <a:pt x="182920" y="6221"/>
                  <a:pt x="178935" y="5977"/>
                </a:cubicBezTo>
                <a:lnTo>
                  <a:pt x="178935" y="2717"/>
                </a:lnTo>
                <a:lnTo>
                  <a:pt x="214437" y="2717"/>
                </a:lnTo>
                <a:close/>
                <a:moveTo>
                  <a:pt x="304213" y="80061"/>
                </a:moveTo>
                <a:lnTo>
                  <a:pt x="257753" y="80061"/>
                </a:lnTo>
                <a:cubicBezTo>
                  <a:pt x="258296" y="91321"/>
                  <a:pt x="261285" y="100220"/>
                  <a:pt x="266719" y="106758"/>
                </a:cubicBezTo>
                <a:cubicBezTo>
                  <a:pt x="270885" y="111783"/>
                  <a:pt x="275896" y="114295"/>
                  <a:pt x="281753" y="114295"/>
                </a:cubicBezTo>
                <a:cubicBezTo>
                  <a:pt x="285376" y="114295"/>
                  <a:pt x="288666" y="113284"/>
                  <a:pt x="291625" y="111261"/>
                </a:cubicBezTo>
                <a:cubicBezTo>
                  <a:pt x="294583" y="109238"/>
                  <a:pt x="297753" y="105600"/>
                  <a:pt x="301134" y="100348"/>
                </a:cubicBezTo>
                <a:lnTo>
                  <a:pt x="304213" y="102340"/>
                </a:lnTo>
                <a:cubicBezTo>
                  <a:pt x="299625" y="111699"/>
                  <a:pt x="294553" y="118325"/>
                  <a:pt x="288998" y="122219"/>
                </a:cubicBezTo>
                <a:cubicBezTo>
                  <a:pt x="283444" y="126114"/>
                  <a:pt x="277013" y="128061"/>
                  <a:pt x="269708" y="128061"/>
                </a:cubicBezTo>
                <a:cubicBezTo>
                  <a:pt x="257149" y="128061"/>
                  <a:pt x="247640" y="123226"/>
                  <a:pt x="241179" y="113556"/>
                </a:cubicBezTo>
                <a:cubicBezTo>
                  <a:pt x="235987" y="105760"/>
                  <a:pt x="233390" y="96090"/>
                  <a:pt x="233390" y="84547"/>
                </a:cubicBezTo>
                <a:cubicBezTo>
                  <a:pt x="233390" y="70403"/>
                  <a:pt x="237209" y="59146"/>
                  <a:pt x="244847" y="50777"/>
                </a:cubicBezTo>
                <a:cubicBezTo>
                  <a:pt x="252485" y="42405"/>
                  <a:pt x="261436" y="38219"/>
                  <a:pt x="271700" y="38219"/>
                </a:cubicBezTo>
                <a:cubicBezTo>
                  <a:pt x="280274" y="38219"/>
                  <a:pt x="287715" y="41736"/>
                  <a:pt x="294025" y="48770"/>
                </a:cubicBezTo>
                <a:cubicBezTo>
                  <a:pt x="300334" y="55804"/>
                  <a:pt x="303730" y="66234"/>
                  <a:pt x="304213" y="80061"/>
                </a:cubicBezTo>
                <a:moveTo>
                  <a:pt x="281934" y="74083"/>
                </a:moveTo>
                <a:cubicBezTo>
                  <a:pt x="281934" y="64363"/>
                  <a:pt x="281406" y="57691"/>
                  <a:pt x="280349" y="54068"/>
                </a:cubicBezTo>
                <a:cubicBezTo>
                  <a:pt x="279293" y="50446"/>
                  <a:pt x="277647" y="47698"/>
                  <a:pt x="275413" y="45827"/>
                </a:cubicBezTo>
                <a:cubicBezTo>
                  <a:pt x="274145" y="44740"/>
                  <a:pt x="272455" y="44196"/>
                  <a:pt x="270342" y="44196"/>
                </a:cubicBezTo>
                <a:cubicBezTo>
                  <a:pt x="267202" y="44196"/>
                  <a:pt x="264636" y="45736"/>
                  <a:pt x="262643" y="48815"/>
                </a:cubicBezTo>
                <a:cubicBezTo>
                  <a:pt x="259081" y="54189"/>
                  <a:pt x="257300" y="61555"/>
                  <a:pt x="257300" y="70914"/>
                </a:cubicBezTo>
                <a:lnTo>
                  <a:pt x="257300" y="74083"/>
                </a:lnTo>
                <a:lnTo>
                  <a:pt x="281934" y="74083"/>
                </a:lnTo>
                <a:close/>
                <a:moveTo>
                  <a:pt x="383837" y="103628"/>
                </a:moveTo>
                <a:lnTo>
                  <a:pt x="386645" y="105799"/>
                </a:lnTo>
                <a:cubicBezTo>
                  <a:pt x="382660" y="113310"/>
                  <a:pt x="377694" y="118899"/>
                  <a:pt x="371747" y="122565"/>
                </a:cubicBezTo>
                <a:cubicBezTo>
                  <a:pt x="365799" y="126229"/>
                  <a:pt x="359475" y="128061"/>
                  <a:pt x="352773" y="128061"/>
                </a:cubicBezTo>
                <a:cubicBezTo>
                  <a:pt x="341482" y="128061"/>
                  <a:pt x="332456" y="123801"/>
                  <a:pt x="325694" y="115280"/>
                </a:cubicBezTo>
                <a:cubicBezTo>
                  <a:pt x="318931" y="106757"/>
                  <a:pt x="315550" y="96513"/>
                  <a:pt x="315550" y="84547"/>
                </a:cubicBezTo>
                <a:cubicBezTo>
                  <a:pt x="315550" y="73001"/>
                  <a:pt x="318629" y="62847"/>
                  <a:pt x="324788" y="54085"/>
                </a:cubicBezTo>
                <a:cubicBezTo>
                  <a:pt x="332214" y="43508"/>
                  <a:pt x="342448" y="38219"/>
                  <a:pt x="355490" y="38219"/>
                </a:cubicBezTo>
                <a:cubicBezTo>
                  <a:pt x="364245" y="38219"/>
                  <a:pt x="371203" y="40429"/>
                  <a:pt x="376366" y="44850"/>
                </a:cubicBezTo>
                <a:cubicBezTo>
                  <a:pt x="381528" y="49269"/>
                  <a:pt x="384109" y="54203"/>
                  <a:pt x="384109" y="59652"/>
                </a:cubicBezTo>
                <a:cubicBezTo>
                  <a:pt x="384109" y="63103"/>
                  <a:pt x="383067" y="65858"/>
                  <a:pt x="380984" y="67916"/>
                </a:cubicBezTo>
                <a:cubicBezTo>
                  <a:pt x="378901" y="69975"/>
                  <a:pt x="376169" y="71004"/>
                  <a:pt x="372788" y="71004"/>
                </a:cubicBezTo>
                <a:cubicBezTo>
                  <a:pt x="369226" y="71004"/>
                  <a:pt x="366282" y="69823"/>
                  <a:pt x="363958" y="67461"/>
                </a:cubicBezTo>
                <a:cubicBezTo>
                  <a:pt x="361633" y="65097"/>
                  <a:pt x="360199" y="60885"/>
                  <a:pt x="359656" y="54827"/>
                </a:cubicBezTo>
                <a:cubicBezTo>
                  <a:pt x="359294" y="51010"/>
                  <a:pt x="358418" y="48344"/>
                  <a:pt x="357030" y="46829"/>
                </a:cubicBezTo>
                <a:cubicBezTo>
                  <a:pt x="355641" y="45315"/>
                  <a:pt x="354011" y="44559"/>
                  <a:pt x="352139" y="44559"/>
                </a:cubicBezTo>
                <a:cubicBezTo>
                  <a:pt x="349241" y="44559"/>
                  <a:pt x="346765" y="46098"/>
                  <a:pt x="344713" y="49178"/>
                </a:cubicBezTo>
                <a:cubicBezTo>
                  <a:pt x="341573" y="53827"/>
                  <a:pt x="340003" y="60951"/>
                  <a:pt x="340003" y="70551"/>
                </a:cubicBezTo>
                <a:cubicBezTo>
                  <a:pt x="340003" y="78521"/>
                  <a:pt x="341271" y="86144"/>
                  <a:pt x="343807" y="93419"/>
                </a:cubicBezTo>
                <a:cubicBezTo>
                  <a:pt x="346343" y="100695"/>
                  <a:pt x="349814" y="106114"/>
                  <a:pt x="354222" y="109676"/>
                </a:cubicBezTo>
                <a:cubicBezTo>
                  <a:pt x="357543" y="112272"/>
                  <a:pt x="361467" y="113570"/>
                  <a:pt x="365996" y="113570"/>
                </a:cubicBezTo>
                <a:cubicBezTo>
                  <a:pt x="368954" y="113570"/>
                  <a:pt x="371762" y="112878"/>
                  <a:pt x="374418" y="111493"/>
                </a:cubicBezTo>
                <a:cubicBezTo>
                  <a:pt x="377075" y="110106"/>
                  <a:pt x="380215" y="107484"/>
                  <a:pt x="383837" y="103628"/>
                </a:cubicBezTo>
                <a:close/>
                <a:moveTo>
                  <a:pt x="430585" y="9600"/>
                </a:moveTo>
                <a:lnTo>
                  <a:pt x="430585" y="40755"/>
                </a:lnTo>
                <a:lnTo>
                  <a:pt x="450691" y="40755"/>
                </a:lnTo>
                <a:lnTo>
                  <a:pt x="450691" y="49630"/>
                </a:lnTo>
                <a:lnTo>
                  <a:pt x="430585" y="49630"/>
                </a:lnTo>
                <a:lnTo>
                  <a:pt x="430585" y="102029"/>
                </a:lnTo>
                <a:cubicBezTo>
                  <a:pt x="430585" y="106933"/>
                  <a:pt x="430812" y="110096"/>
                  <a:pt x="431264" y="111518"/>
                </a:cubicBezTo>
                <a:cubicBezTo>
                  <a:pt x="431717" y="112941"/>
                  <a:pt x="432517" y="114092"/>
                  <a:pt x="433664" y="114971"/>
                </a:cubicBezTo>
                <a:cubicBezTo>
                  <a:pt x="434812" y="115849"/>
                  <a:pt x="435868" y="116287"/>
                  <a:pt x="436834" y="116287"/>
                </a:cubicBezTo>
                <a:cubicBezTo>
                  <a:pt x="440759" y="116287"/>
                  <a:pt x="444472" y="113268"/>
                  <a:pt x="447974" y="107231"/>
                </a:cubicBezTo>
                <a:lnTo>
                  <a:pt x="450691" y="109243"/>
                </a:lnTo>
                <a:cubicBezTo>
                  <a:pt x="445800" y="120943"/>
                  <a:pt x="437861" y="126793"/>
                  <a:pt x="426872" y="126793"/>
                </a:cubicBezTo>
                <a:cubicBezTo>
                  <a:pt x="421498" y="126793"/>
                  <a:pt x="416955" y="125294"/>
                  <a:pt x="413242" y="122296"/>
                </a:cubicBezTo>
                <a:cubicBezTo>
                  <a:pt x="409529" y="119296"/>
                  <a:pt x="407159" y="115948"/>
                  <a:pt x="406132" y="112251"/>
                </a:cubicBezTo>
                <a:cubicBezTo>
                  <a:pt x="405529" y="110191"/>
                  <a:pt x="405227" y="104616"/>
                  <a:pt x="405227" y="95528"/>
                </a:cubicBezTo>
                <a:lnTo>
                  <a:pt x="405227" y="49630"/>
                </a:lnTo>
                <a:lnTo>
                  <a:pt x="394178" y="49630"/>
                </a:lnTo>
                <a:lnTo>
                  <a:pt x="394178" y="46452"/>
                </a:lnTo>
                <a:cubicBezTo>
                  <a:pt x="401785" y="41067"/>
                  <a:pt x="408261" y="35410"/>
                  <a:pt x="413604" y="29479"/>
                </a:cubicBezTo>
                <a:cubicBezTo>
                  <a:pt x="418947" y="23549"/>
                  <a:pt x="423612" y="16923"/>
                  <a:pt x="427597" y="9600"/>
                </a:cubicBezTo>
                <a:lnTo>
                  <a:pt x="430585" y="9600"/>
                </a:lnTo>
                <a:close/>
                <a:moveTo>
                  <a:pt x="538013" y="9600"/>
                </a:moveTo>
                <a:lnTo>
                  <a:pt x="538013" y="40755"/>
                </a:lnTo>
                <a:lnTo>
                  <a:pt x="558118" y="40755"/>
                </a:lnTo>
                <a:lnTo>
                  <a:pt x="558118" y="49630"/>
                </a:lnTo>
                <a:lnTo>
                  <a:pt x="538013" y="49630"/>
                </a:lnTo>
                <a:lnTo>
                  <a:pt x="538013" y="102029"/>
                </a:lnTo>
                <a:cubicBezTo>
                  <a:pt x="538013" y="106933"/>
                  <a:pt x="538239" y="110096"/>
                  <a:pt x="538692" y="111518"/>
                </a:cubicBezTo>
                <a:cubicBezTo>
                  <a:pt x="539145" y="112941"/>
                  <a:pt x="539945" y="114092"/>
                  <a:pt x="541092" y="114971"/>
                </a:cubicBezTo>
                <a:cubicBezTo>
                  <a:pt x="542239" y="115849"/>
                  <a:pt x="543296" y="116287"/>
                  <a:pt x="544262" y="116287"/>
                </a:cubicBezTo>
                <a:cubicBezTo>
                  <a:pt x="548186" y="116287"/>
                  <a:pt x="551900" y="113268"/>
                  <a:pt x="555401" y="107231"/>
                </a:cubicBezTo>
                <a:lnTo>
                  <a:pt x="558118" y="109243"/>
                </a:lnTo>
                <a:cubicBezTo>
                  <a:pt x="553228" y="120943"/>
                  <a:pt x="545288" y="126793"/>
                  <a:pt x="534299" y="126793"/>
                </a:cubicBezTo>
                <a:cubicBezTo>
                  <a:pt x="528926" y="126793"/>
                  <a:pt x="524382" y="125294"/>
                  <a:pt x="520669" y="122296"/>
                </a:cubicBezTo>
                <a:cubicBezTo>
                  <a:pt x="516956" y="119296"/>
                  <a:pt x="514586" y="115948"/>
                  <a:pt x="513560" y="112251"/>
                </a:cubicBezTo>
                <a:cubicBezTo>
                  <a:pt x="512956" y="110191"/>
                  <a:pt x="512654" y="104616"/>
                  <a:pt x="512654" y="95528"/>
                </a:cubicBezTo>
                <a:lnTo>
                  <a:pt x="512654" y="49630"/>
                </a:lnTo>
                <a:lnTo>
                  <a:pt x="501605" y="49630"/>
                </a:lnTo>
                <a:lnTo>
                  <a:pt x="501605" y="46452"/>
                </a:lnTo>
                <a:cubicBezTo>
                  <a:pt x="509213" y="41067"/>
                  <a:pt x="515688" y="35410"/>
                  <a:pt x="521031" y="29479"/>
                </a:cubicBezTo>
                <a:cubicBezTo>
                  <a:pt x="526375" y="23549"/>
                  <a:pt x="531039" y="16923"/>
                  <a:pt x="535024" y="9600"/>
                </a:cubicBezTo>
                <a:lnTo>
                  <a:pt x="538013" y="9600"/>
                </a:lnTo>
                <a:close/>
                <a:moveTo>
                  <a:pt x="612412" y="113027"/>
                </a:moveTo>
                <a:cubicBezTo>
                  <a:pt x="602088" y="122204"/>
                  <a:pt x="592820" y="126793"/>
                  <a:pt x="584609" y="126793"/>
                </a:cubicBezTo>
                <a:cubicBezTo>
                  <a:pt x="579778" y="126793"/>
                  <a:pt x="575763" y="125203"/>
                  <a:pt x="572563" y="122024"/>
                </a:cubicBezTo>
                <a:cubicBezTo>
                  <a:pt x="569363" y="118843"/>
                  <a:pt x="567763" y="114860"/>
                  <a:pt x="567763" y="110075"/>
                </a:cubicBezTo>
                <a:cubicBezTo>
                  <a:pt x="567763" y="103592"/>
                  <a:pt x="570541" y="97761"/>
                  <a:pt x="576095" y="92582"/>
                </a:cubicBezTo>
                <a:cubicBezTo>
                  <a:pt x="581650" y="87402"/>
                  <a:pt x="593756" y="80512"/>
                  <a:pt x="612412" y="71910"/>
                </a:cubicBezTo>
                <a:lnTo>
                  <a:pt x="612412" y="63397"/>
                </a:lnTo>
                <a:cubicBezTo>
                  <a:pt x="612412" y="56996"/>
                  <a:pt x="612065" y="52966"/>
                  <a:pt x="611371" y="51306"/>
                </a:cubicBezTo>
                <a:cubicBezTo>
                  <a:pt x="610677" y="49646"/>
                  <a:pt x="609363" y="48196"/>
                  <a:pt x="607431" y="46959"/>
                </a:cubicBezTo>
                <a:cubicBezTo>
                  <a:pt x="605499" y="45721"/>
                  <a:pt x="603326" y="45102"/>
                  <a:pt x="600911" y="45102"/>
                </a:cubicBezTo>
                <a:cubicBezTo>
                  <a:pt x="596986" y="45102"/>
                  <a:pt x="593756" y="45978"/>
                  <a:pt x="591220" y="47729"/>
                </a:cubicBezTo>
                <a:cubicBezTo>
                  <a:pt x="589650" y="48815"/>
                  <a:pt x="588865" y="50083"/>
                  <a:pt x="588865" y="51532"/>
                </a:cubicBezTo>
                <a:cubicBezTo>
                  <a:pt x="588865" y="52800"/>
                  <a:pt x="589710" y="54370"/>
                  <a:pt x="591401" y="56242"/>
                </a:cubicBezTo>
                <a:cubicBezTo>
                  <a:pt x="593695" y="58838"/>
                  <a:pt x="594843" y="61344"/>
                  <a:pt x="594843" y="63759"/>
                </a:cubicBezTo>
                <a:cubicBezTo>
                  <a:pt x="594843" y="66717"/>
                  <a:pt x="593741" y="69238"/>
                  <a:pt x="591537" y="71321"/>
                </a:cubicBezTo>
                <a:cubicBezTo>
                  <a:pt x="589333" y="73404"/>
                  <a:pt x="586450" y="74446"/>
                  <a:pt x="582888" y="74446"/>
                </a:cubicBezTo>
                <a:cubicBezTo>
                  <a:pt x="579084" y="74446"/>
                  <a:pt x="575899" y="73298"/>
                  <a:pt x="573333" y="71004"/>
                </a:cubicBezTo>
                <a:cubicBezTo>
                  <a:pt x="570767" y="68710"/>
                  <a:pt x="569484" y="66023"/>
                  <a:pt x="569484" y="62944"/>
                </a:cubicBezTo>
                <a:cubicBezTo>
                  <a:pt x="569484" y="58596"/>
                  <a:pt x="571205" y="54446"/>
                  <a:pt x="574646" y="50491"/>
                </a:cubicBezTo>
                <a:cubicBezTo>
                  <a:pt x="578088" y="46536"/>
                  <a:pt x="582888" y="43502"/>
                  <a:pt x="589046" y="41389"/>
                </a:cubicBezTo>
                <a:cubicBezTo>
                  <a:pt x="595205" y="39276"/>
                  <a:pt x="601605" y="38219"/>
                  <a:pt x="608246" y="38219"/>
                </a:cubicBezTo>
                <a:cubicBezTo>
                  <a:pt x="616277" y="38219"/>
                  <a:pt x="622631" y="39929"/>
                  <a:pt x="627311" y="43350"/>
                </a:cubicBezTo>
                <a:cubicBezTo>
                  <a:pt x="631990" y="46769"/>
                  <a:pt x="635024" y="50476"/>
                  <a:pt x="636413" y="54470"/>
                </a:cubicBezTo>
                <a:cubicBezTo>
                  <a:pt x="637258" y="57012"/>
                  <a:pt x="637680" y="62851"/>
                  <a:pt x="637680" y="71989"/>
                </a:cubicBezTo>
                <a:lnTo>
                  <a:pt x="637680" y="104941"/>
                </a:lnTo>
                <a:cubicBezTo>
                  <a:pt x="637680" y="108815"/>
                  <a:pt x="637831" y="111251"/>
                  <a:pt x="638133" y="112251"/>
                </a:cubicBezTo>
                <a:cubicBezTo>
                  <a:pt x="638435" y="113250"/>
                  <a:pt x="638888" y="113991"/>
                  <a:pt x="639492" y="114476"/>
                </a:cubicBezTo>
                <a:cubicBezTo>
                  <a:pt x="640096" y="114959"/>
                  <a:pt x="640790" y="115201"/>
                  <a:pt x="641575" y="115201"/>
                </a:cubicBezTo>
                <a:cubicBezTo>
                  <a:pt x="643145" y="115201"/>
                  <a:pt x="644745" y="114084"/>
                  <a:pt x="646375" y="111850"/>
                </a:cubicBezTo>
                <a:lnTo>
                  <a:pt x="649092" y="114023"/>
                </a:lnTo>
                <a:cubicBezTo>
                  <a:pt x="646073" y="118491"/>
                  <a:pt x="642948" y="121736"/>
                  <a:pt x="639718" y="123759"/>
                </a:cubicBezTo>
                <a:cubicBezTo>
                  <a:pt x="636488" y="125782"/>
                  <a:pt x="632820" y="126793"/>
                  <a:pt x="628714" y="126793"/>
                </a:cubicBezTo>
                <a:cubicBezTo>
                  <a:pt x="623884" y="126793"/>
                  <a:pt x="620111" y="125653"/>
                  <a:pt x="617394" y="123374"/>
                </a:cubicBezTo>
                <a:cubicBezTo>
                  <a:pt x="614677" y="121095"/>
                  <a:pt x="613016" y="117646"/>
                  <a:pt x="612412" y="113027"/>
                </a:cubicBezTo>
                <a:moveTo>
                  <a:pt x="612412" y="106325"/>
                </a:moveTo>
                <a:lnTo>
                  <a:pt x="612412" y="77995"/>
                </a:lnTo>
                <a:cubicBezTo>
                  <a:pt x="605107" y="82302"/>
                  <a:pt x="599673" y="86914"/>
                  <a:pt x="596110" y="91829"/>
                </a:cubicBezTo>
                <a:cubicBezTo>
                  <a:pt x="593756" y="95104"/>
                  <a:pt x="592578" y="98411"/>
                  <a:pt x="592578" y="101749"/>
                </a:cubicBezTo>
                <a:cubicBezTo>
                  <a:pt x="592578" y="104539"/>
                  <a:pt x="593575" y="106997"/>
                  <a:pt x="595567" y="109121"/>
                </a:cubicBezTo>
                <a:cubicBezTo>
                  <a:pt x="597077" y="110759"/>
                  <a:pt x="599190" y="111578"/>
                  <a:pt x="601907" y="111578"/>
                </a:cubicBezTo>
                <a:cubicBezTo>
                  <a:pt x="604926" y="111578"/>
                  <a:pt x="608428" y="109827"/>
                  <a:pt x="612412" y="106325"/>
                </a:cubicBezTo>
                <a:close/>
                <a:moveTo>
                  <a:pt x="712340" y="41842"/>
                </a:moveTo>
                <a:lnTo>
                  <a:pt x="740869" y="41842"/>
                </a:lnTo>
                <a:lnTo>
                  <a:pt x="740869" y="51804"/>
                </a:lnTo>
                <a:lnTo>
                  <a:pt x="724657" y="51804"/>
                </a:lnTo>
                <a:cubicBezTo>
                  <a:pt x="727616" y="54763"/>
                  <a:pt x="729669" y="57449"/>
                  <a:pt x="730816" y="59864"/>
                </a:cubicBezTo>
                <a:cubicBezTo>
                  <a:pt x="732265" y="63125"/>
                  <a:pt x="732990" y="66536"/>
                  <a:pt x="732990" y="70098"/>
                </a:cubicBezTo>
                <a:cubicBezTo>
                  <a:pt x="732990" y="76136"/>
                  <a:pt x="731314" y="81374"/>
                  <a:pt x="727963" y="85812"/>
                </a:cubicBezTo>
                <a:cubicBezTo>
                  <a:pt x="724612" y="90249"/>
                  <a:pt x="720054" y="93721"/>
                  <a:pt x="714288" y="96227"/>
                </a:cubicBezTo>
                <a:cubicBezTo>
                  <a:pt x="708522" y="98733"/>
                  <a:pt x="703405" y="99985"/>
                  <a:pt x="698937" y="99985"/>
                </a:cubicBezTo>
                <a:cubicBezTo>
                  <a:pt x="698574" y="99985"/>
                  <a:pt x="694952" y="99834"/>
                  <a:pt x="688069" y="99533"/>
                </a:cubicBezTo>
                <a:cubicBezTo>
                  <a:pt x="685352" y="99533"/>
                  <a:pt x="683072" y="100418"/>
                  <a:pt x="681231" y="102190"/>
                </a:cubicBezTo>
                <a:cubicBezTo>
                  <a:pt x="679389" y="103962"/>
                  <a:pt x="678469" y="106078"/>
                  <a:pt x="678469" y="108538"/>
                </a:cubicBezTo>
                <a:cubicBezTo>
                  <a:pt x="678469" y="110700"/>
                  <a:pt x="679299" y="112472"/>
                  <a:pt x="680959" y="113853"/>
                </a:cubicBezTo>
                <a:cubicBezTo>
                  <a:pt x="682620" y="115234"/>
                  <a:pt x="685321" y="115925"/>
                  <a:pt x="689065" y="115925"/>
                </a:cubicBezTo>
                <a:lnTo>
                  <a:pt x="704733" y="115744"/>
                </a:lnTo>
                <a:cubicBezTo>
                  <a:pt x="717412" y="115744"/>
                  <a:pt x="726137" y="117135"/>
                  <a:pt x="730907" y="119918"/>
                </a:cubicBezTo>
                <a:cubicBezTo>
                  <a:pt x="737729" y="123788"/>
                  <a:pt x="741141" y="129746"/>
                  <a:pt x="741141" y="137791"/>
                </a:cubicBezTo>
                <a:cubicBezTo>
                  <a:pt x="741141" y="142933"/>
                  <a:pt x="739571" y="147605"/>
                  <a:pt x="736431" y="151809"/>
                </a:cubicBezTo>
                <a:cubicBezTo>
                  <a:pt x="733291" y="156013"/>
                  <a:pt x="729156" y="159113"/>
                  <a:pt x="724023" y="161109"/>
                </a:cubicBezTo>
                <a:cubicBezTo>
                  <a:pt x="716235" y="164073"/>
                  <a:pt x="707269" y="165555"/>
                  <a:pt x="697125" y="165555"/>
                </a:cubicBezTo>
                <a:cubicBezTo>
                  <a:pt x="689518" y="165555"/>
                  <a:pt x="682574" y="164816"/>
                  <a:pt x="676295" y="163337"/>
                </a:cubicBezTo>
                <a:cubicBezTo>
                  <a:pt x="670016" y="161857"/>
                  <a:pt x="665518" y="159804"/>
                  <a:pt x="662801" y="157175"/>
                </a:cubicBezTo>
                <a:cubicBezTo>
                  <a:pt x="660084" y="154549"/>
                  <a:pt x="658725" y="151786"/>
                  <a:pt x="658725" y="148886"/>
                </a:cubicBezTo>
                <a:cubicBezTo>
                  <a:pt x="658725" y="146108"/>
                  <a:pt x="659767" y="143617"/>
                  <a:pt x="661850" y="141411"/>
                </a:cubicBezTo>
                <a:cubicBezTo>
                  <a:pt x="663933" y="139207"/>
                  <a:pt x="667812" y="137351"/>
                  <a:pt x="673487" y="135841"/>
                </a:cubicBezTo>
                <a:cubicBezTo>
                  <a:pt x="665638" y="131977"/>
                  <a:pt x="661714" y="126604"/>
                  <a:pt x="661714" y="119723"/>
                </a:cubicBezTo>
                <a:cubicBezTo>
                  <a:pt x="661714" y="115557"/>
                  <a:pt x="663314" y="111513"/>
                  <a:pt x="666514" y="107590"/>
                </a:cubicBezTo>
                <a:cubicBezTo>
                  <a:pt x="669714" y="103666"/>
                  <a:pt x="674786" y="100254"/>
                  <a:pt x="681729" y="97356"/>
                </a:cubicBezTo>
                <a:cubicBezTo>
                  <a:pt x="673638" y="94394"/>
                  <a:pt x="667782" y="90494"/>
                  <a:pt x="664159" y="85656"/>
                </a:cubicBezTo>
                <a:cubicBezTo>
                  <a:pt x="660536" y="80818"/>
                  <a:pt x="658725" y="75225"/>
                  <a:pt x="658725" y="68876"/>
                </a:cubicBezTo>
                <a:cubicBezTo>
                  <a:pt x="658725" y="60593"/>
                  <a:pt x="662106" y="53412"/>
                  <a:pt x="668869" y="47335"/>
                </a:cubicBezTo>
                <a:cubicBezTo>
                  <a:pt x="675631" y="41258"/>
                  <a:pt x="684325" y="38219"/>
                  <a:pt x="694952" y="38219"/>
                </a:cubicBezTo>
                <a:cubicBezTo>
                  <a:pt x="700567" y="38219"/>
                  <a:pt x="706363" y="39427"/>
                  <a:pt x="712340" y="41842"/>
                </a:cubicBezTo>
                <a:moveTo>
                  <a:pt x="696672" y="44015"/>
                </a:moveTo>
                <a:cubicBezTo>
                  <a:pt x="693171" y="44015"/>
                  <a:pt x="690212" y="45779"/>
                  <a:pt x="687797" y="49305"/>
                </a:cubicBezTo>
                <a:cubicBezTo>
                  <a:pt x="685382" y="52829"/>
                  <a:pt x="684174" y="60137"/>
                  <a:pt x="684174" y="71228"/>
                </a:cubicBezTo>
                <a:cubicBezTo>
                  <a:pt x="684174" y="80207"/>
                  <a:pt x="685367" y="86369"/>
                  <a:pt x="687752" y="89715"/>
                </a:cubicBezTo>
                <a:cubicBezTo>
                  <a:pt x="690137" y="93060"/>
                  <a:pt x="692959" y="94732"/>
                  <a:pt x="696220" y="94732"/>
                </a:cubicBezTo>
                <a:cubicBezTo>
                  <a:pt x="699842" y="94732"/>
                  <a:pt x="702861" y="93075"/>
                  <a:pt x="705276" y="89760"/>
                </a:cubicBezTo>
                <a:cubicBezTo>
                  <a:pt x="707691" y="86445"/>
                  <a:pt x="708899" y="79996"/>
                  <a:pt x="708899" y="70413"/>
                </a:cubicBezTo>
                <a:cubicBezTo>
                  <a:pt x="708899" y="59626"/>
                  <a:pt x="707540" y="52273"/>
                  <a:pt x="704823" y="48354"/>
                </a:cubicBezTo>
                <a:cubicBezTo>
                  <a:pt x="702891" y="45462"/>
                  <a:pt x="700174" y="44015"/>
                  <a:pt x="696672" y="44015"/>
                </a:cubicBezTo>
                <a:moveTo>
                  <a:pt x="691329" y="138023"/>
                </a:moveTo>
                <a:cubicBezTo>
                  <a:pt x="685170" y="138023"/>
                  <a:pt x="681095" y="138535"/>
                  <a:pt x="679103" y="139557"/>
                </a:cubicBezTo>
                <a:cubicBezTo>
                  <a:pt x="675661" y="141419"/>
                  <a:pt x="673940" y="143944"/>
                  <a:pt x="673940" y="147131"/>
                </a:cubicBezTo>
                <a:cubicBezTo>
                  <a:pt x="673940" y="150197"/>
                  <a:pt x="675721" y="152977"/>
                  <a:pt x="679284" y="155471"/>
                </a:cubicBezTo>
                <a:cubicBezTo>
                  <a:pt x="682846" y="157968"/>
                  <a:pt x="689548" y="159216"/>
                  <a:pt x="699389" y="159216"/>
                </a:cubicBezTo>
                <a:cubicBezTo>
                  <a:pt x="707782" y="159216"/>
                  <a:pt x="714378" y="158104"/>
                  <a:pt x="719178" y="155879"/>
                </a:cubicBezTo>
                <a:cubicBezTo>
                  <a:pt x="723978" y="153654"/>
                  <a:pt x="726378" y="150528"/>
                  <a:pt x="726378" y="146500"/>
                </a:cubicBezTo>
                <a:cubicBezTo>
                  <a:pt x="726378" y="144998"/>
                  <a:pt x="725925" y="143736"/>
                  <a:pt x="725020" y="142713"/>
                </a:cubicBezTo>
                <a:cubicBezTo>
                  <a:pt x="723390" y="140909"/>
                  <a:pt x="720929" y="139676"/>
                  <a:pt x="717639" y="139014"/>
                </a:cubicBezTo>
                <a:cubicBezTo>
                  <a:pt x="714348" y="138353"/>
                  <a:pt x="705578" y="138023"/>
                  <a:pt x="691329" y="1380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">
            <a:extLst xmlns:a="http://schemas.openxmlformats.org/drawingml/2006/main">
              <a:ext uri="{FF2B5EF4-FFF2-40B4-BE49-F238E27FC236}">
                <a16:creationId xmlns:a16="http://schemas.microsoft.com/office/drawing/2014/main" id="{B12DFDF1-53C3-455A-9057-11D0B769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55" y="3587090"/>
            <a:ext cx="97648" cy="97648"/>
          </a:xfrm>
          <a:custGeom xmlns:a="http://schemas.openxmlformats.org/drawingml/2006/main">
            <a:pathLst>
              <a:path w="97648" h="97648">
                <a:moveTo>
                  <a:pt x="9765" y="87751"/>
                </a:moveTo>
                <a:lnTo>
                  <a:pt x="87883" y="87751"/>
                </a:lnTo>
                <a:lnTo>
                  <a:pt x="87883" y="9897"/>
                </a:lnTo>
                <a:lnTo>
                  <a:pt x="9765" y="9897"/>
                </a:lnTo>
                <a:lnTo>
                  <a:pt x="9765" y="87751"/>
                </a:lnTo>
                <a:moveTo>
                  <a:pt x="0" y="97648"/>
                </a:moveTo>
                <a:lnTo>
                  <a:pt x="0" y="0"/>
                </a:lnTo>
                <a:lnTo>
                  <a:pt x="97648" y="0"/>
                </a:lnTo>
                <a:lnTo>
                  <a:pt x="97648" y="97648"/>
                </a:lnTo>
                <a:lnTo>
                  <a:pt x="0" y="97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">
            <a:extLst xmlns:a="http://schemas.openxmlformats.org/drawingml/2006/main">
              <a:ext uri="{FF2B5EF4-FFF2-40B4-BE49-F238E27FC236}">
                <a16:creationId xmlns:a16="http://schemas.microsoft.com/office/drawing/2014/main" id="{1DABF9AD-6BD6-4EE5-A9B1-4014AE8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55" y="3587090"/>
            <a:ext cx="97648" cy="97648"/>
          </a:xfrm>
          <a:custGeom xmlns:a="http://schemas.openxmlformats.org/drawingml/2006/main">
            <a:pathLst>
              <a:path w="97648" h="97648" fill="none">
                <a:moveTo>
                  <a:pt x="9765" y="87751"/>
                </a:moveTo>
                <a:lnTo>
                  <a:pt x="87883" y="87751"/>
                </a:lnTo>
                <a:lnTo>
                  <a:pt x="87883" y="9897"/>
                </a:lnTo>
                <a:lnTo>
                  <a:pt x="9765" y="9897"/>
                </a:lnTo>
                <a:lnTo>
                  <a:pt x="9765" y="87751"/>
                </a:lnTo>
                <a:moveTo>
                  <a:pt x="0" y="97648"/>
                </a:moveTo>
                <a:lnTo>
                  <a:pt x="0" y="0"/>
                </a:lnTo>
                <a:lnTo>
                  <a:pt x="97648" y="0"/>
                </a:lnTo>
                <a:lnTo>
                  <a:pt x="97648" y="97648"/>
                </a:lnTo>
                <a:lnTo>
                  <a:pt x="0" y="976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186" name="Text Tag1">
            <a:extLst xmlns:a="http://schemas.openxmlformats.org/drawingml/2006/main">
              <a:ext uri="{FF2B5EF4-FFF2-40B4-BE49-F238E27FC236}">
                <a16:creationId xmlns:a16="http://schemas.microsoft.com/office/drawing/2014/main" id="{17E40A2B-B36A-4D39-9028-8730BC5E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650" y="3593423"/>
            <a:ext cx="276407" cy="120476"/>
          </a:xfrm>
          <a:custGeom xmlns:a="http://schemas.openxmlformats.org/drawingml/2006/main">
            <a:pathLst>
              <a:path w="276407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4" y="92238"/>
                  <a:pt x="103262" y="92238"/>
                </a:cubicBezTo>
                <a:cubicBezTo>
                  <a:pt x="99743" y="92238"/>
                  <a:pt x="96818" y="91080"/>
                  <a:pt x="94487" y="88763"/>
                </a:cubicBezTo>
                <a:cubicBezTo>
                  <a:pt x="92156" y="86446"/>
                  <a:pt x="90990" y="83544"/>
                  <a:pt x="90990" y="80058"/>
                </a:cubicBezTo>
                <a:cubicBezTo>
                  <a:pt x="90990" y="75335"/>
                  <a:pt x="93014" y="71087"/>
                  <a:pt x="97060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6" y="34979"/>
                  <a:pt x="119889" y="34078"/>
                </a:cubicBezTo>
                <a:cubicBezTo>
                  <a:pt x="118481" y="33176"/>
                  <a:pt x="116898" y="32725"/>
                  <a:pt x="115138" y="32725"/>
                </a:cubicBezTo>
                <a:cubicBezTo>
                  <a:pt x="112279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7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7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5" y="45656"/>
                  <a:pt x="141925" y="52313"/>
                </a:cubicBezTo>
                <a:lnTo>
                  <a:pt x="141925" y="76318"/>
                </a:lnTo>
                <a:cubicBezTo>
                  <a:pt x="141925" y="79140"/>
                  <a:pt x="142035" y="80915"/>
                  <a:pt x="142255" y="81644"/>
                </a:cubicBezTo>
                <a:cubicBezTo>
                  <a:pt x="142475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59" y="81351"/>
                </a:cubicBezTo>
                <a:lnTo>
                  <a:pt x="150239" y="82935"/>
                </a:lnTo>
                <a:cubicBezTo>
                  <a:pt x="148039" y="86190"/>
                  <a:pt x="145763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6" y="89747"/>
                </a:cubicBezTo>
                <a:cubicBezTo>
                  <a:pt x="125167" y="88086"/>
                  <a:pt x="123957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5" y="59826"/>
                  <a:pt x="114237" y="63185"/>
                  <a:pt x="111641" y="66766"/>
                </a:cubicBezTo>
                <a:cubicBezTo>
                  <a:pt x="109926" y="69152"/>
                  <a:pt x="109068" y="71561"/>
                  <a:pt x="109068" y="73993"/>
                </a:cubicBezTo>
                <a:cubicBezTo>
                  <a:pt x="109068" y="76026"/>
                  <a:pt x="109794" y="77816"/>
                  <a:pt x="111246" y="79364"/>
                </a:cubicBezTo>
                <a:cubicBezTo>
                  <a:pt x="112345" y="80557"/>
                  <a:pt x="113885" y="81153"/>
                  <a:pt x="115864" y="81153"/>
                </a:cubicBezTo>
                <a:cubicBezTo>
                  <a:pt x="118063" y="81153"/>
                  <a:pt x="120615" y="79878"/>
                  <a:pt x="123518" y="77327"/>
                </a:cubicBezTo>
                <a:close/>
                <a:moveTo>
                  <a:pt x="196201" y="30350"/>
                </a:moveTo>
                <a:lnTo>
                  <a:pt x="216984" y="30350"/>
                </a:lnTo>
                <a:lnTo>
                  <a:pt x="216984" y="37608"/>
                </a:lnTo>
                <a:lnTo>
                  <a:pt x="205174" y="37608"/>
                </a:lnTo>
                <a:cubicBezTo>
                  <a:pt x="207329" y="39763"/>
                  <a:pt x="208825" y="41720"/>
                  <a:pt x="209661" y="43480"/>
                </a:cubicBezTo>
                <a:cubicBezTo>
                  <a:pt x="210716" y="45855"/>
                  <a:pt x="211244" y="48340"/>
                  <a:pt x="211244" y="50935"/>
                </a:cubicBezTo>
                <a:cubicBezTo>
                  <a:pt x="211244" y="55334"/>
                  <a:pt x="210023" y="59150"/>
                  <a:pt x="207582" y="62382"/>
                </a:cubicBezTo>
                <a:cubicBezTo>
                  <a:pt x="205141" y="65615"/>
                  <a:pt x="201820" y="68145"/>
                  <a:pt x="197620" y="69970"/>
                </a:cubicBezTo>
                <a:cubicBezTo>
                  <a:pt x="193419" y="71795"/>
                  <a:pt x="189691" y="72708"/>
                  <a:pt x="186436" y="72708"/>
                </a:cubicBezTo>
                <a:cubicBezTo>
                  <a:pt x="186172" y="72708"/>
                  <a:pt x="183533" y="72598"/>
                  <a:pt x="178519" y="72378"/>
                </a:cubicBezTo>
                <a:cubicBezTo>
                  <a:pt x="176539" y="72378"/>
                  <a:pt x="174879" y="73024"/>
                  <a:pt x="173537" y="74314"/>
                </a:cubicBezTo>
                <a:cubicBezTo>
                  <a:pt x="172196" y="75605"/>
                  <a:pt x="171525" y="77146"/>
                  <a:pt x="171525" y="78939"/>
                </a:cubicBezTo>
                <a:cubicBezTo>
                  <a:pt x="171525" y="80514"/>
                  <a:pt x="172130" y="81805"/>
                  <a:pt x="173339" y="82811"/>
                </a:cubicBezTo>
                <a:cubicBezTo>
                  <a:pt x="174549" y="83817"/>
                  <a:pt x="176517" y="84320"/>
                  <a:pt x="179245" y="84320"/>
                </a:cubicBezTo>
                <a:lnTo>
                  <a:pt x="190659" y="84188"/>
                </a:lnTo>
                <a:cubicBezTo>
                  <a:pt x="199896" y="84188"/>
                  <a:pt x="206252" y="85202"/>
                  <a:pt x="209727" y="87229"/>
                </a:cubicBezTo>
                <a:cubicBezTo>
                  <a:pt x="214697" y="90049"/>
                  <a:pt x="217182" y="94389"/>
                  <a:pt x="217182" y="100250"/>
                </a:cubicBezTo>
                <a:cubicBezTo>
                  <a:pt x="217182" y="103995"/>
                  <a:pt x="216038" y="107400"/>
                  <a:pt x="213751" y="110462"/>
                </a:cubicBezTo>
                <a:cubicBezTo>
                  <a:pt x="211464" y="113525"/>
                  <a:pt x="208451" y="115783"/>
                  <a:pt x="204712" y="117237"/>
                </a:cubicBezTo>
                <a:cubicBezTo>
                  <a:pt x="199038" y="119397"/>
                  <a:pt x="192506" y="120476"/>
                  <a:pt x="185117" y="120476"/>
                </a:cubicBezTo>
                <a:cubicBezTo>
                  <a:pt x="179574" y="120476"/>
                  <a:pt x="174516" y="119937"/>
                  <a:pt x="169942" y="118860"/>
                </a:cubicBezTo>
                <a:cubicBezTo>
                  <a:pt x="165367" y="117782"/>
                  <a:pt x="162090" y="116286"/>
                  <a:pt x="160111" y="114371"/>
                </a:cubicBezTo>
                <a:cubicBezTo>
                  <a:pt x="158132" y="112458"/>
                  <a:pt x="157142" y="110445"/>
                  <a:pt x="157142" y="108332"/>
                </a:cubicBezTo>
                <a:cubicBezTo>
                  <a:pt x="157142" y="106309"/>
                  <a:pt x="157901" y="104494"/>
                  <a:pt x="159418" y="102887"/>
                </a:cubicBezTo>
                <a:cubicBezTo>
                  <a:pt x="160936" y="101281"/>
                  <a:pt x="163762" y="99929"/>
                  <a:pt x="167896" y="98829"/>
                </a:cubicBezTo>
                <a:cubicBezTo>
                  <a:pt x="162178" y="96014"/>
                  <a:pt x="159319" y="92100"/>
                  <a:pt x="159319" y="87087"/>
                </a:cubicBezTo>
                <a:cubicBezTo>
                  <a:pt x="159319" y="84052"/>
                  <a:pt x="160485" y="81106"/>
                  <a:pt x="162816" y="78248"/>
                </a:cubicBezTo>
                <a:cubicBezTo>
                  <a:pt x="165147" y="75389"/>
                  <a:pt x="168842" y="72904"/>
                  <a:pt x="173900" y="70793"/>
                </a:cubicBezTo>
                <a:cubicBezTo>
                  <a:pt x="168006" y="68635"/>
                  <a:pt x="163740" y="65793"/>
                  <a:pt x="161101" y="62269"/>
                </a:cubicBezTo>
                <a:cubicBezTo>
                  <a:pt x="158461" y="58745"/>
                  <a:pt x="157142" y="54670"/>
                  <a:pt x="157142" y="50045"/>
                </a:cubicBezTo>
                <a:cubicBezTo>
                  <a:pt x="157142" y="44010"/>
                  <a:pt x="159605" y="38779"/>
                  <a:pt x="164531" y="34352"/>
                </a:cubicBezTo>
                <a:cubicBezTo>
                  <a:pt x="169458" y="29925"/>
                  <a:pt x="175792" y="27711"/>
                  <a:pt x="183533" y="27711"/>
                </a:cubicBezTo>
                <a:cubicBezTo>
                  <a:pt x="187624" y="27711"/>
                  <a:pt x="191846" y="28591"/>
                  <a:pt x="196201" y="30350"/>
                </a:cubicBezTo>
                <a:moveTo>
                  <a:pt x="184787" y="31933"/>
                </a:moveTo>
                <a:cubicBezTo>
                  <a:pt x="182236" y="31933"/>
                  <a:pt x="180080" y="33218"/>
                  <a:pt x="178321" y="35787"/>
                </a:cubicBezTo>
                <a:cubicBezTo>
                  <a:pt x="176561" y="38355"/>
                  <a:pt x="175682" y="43678"/>
                  <a:pt x="175682" y="51758"/>
                </a:cubicBezTo>
                <a:cubicBezTo>
                  <a:pt x="175682" y="58299"/>
                  <a:pt x="176550" y="62789"/>
                  <a:pt x="178288" y="65226"/>
                </a:cubicBezTo>
                <a:cubicBezTo>
                  <a:pt x="180025" y="67663"/>
                  <a:pt x="182082" y="68881"/>
                  <a:pt x="184457" y="68881"/>
                </a:cubicBezTo>
                <a:cubicBezTo>
                  <a:pt x="187096" y="68881"/>
                  <a:pt x="189295" y="67674"/>
                  <a:pt x="191055" y="65259"/>
                </a:cubicBezTo>
                <a:cubicBezTo>
                  <a:pt x="192814" y="62844"/>
                  <a:pt x="193694" y="58145"/>
                  <a:pt x="193694" y="51164"/>
                </a:cubicBezTo>
                <a:cubicBezTo>
                  <a:pt x="193694" y="43306"/>
                  <a:pt x="192704" y="37949"/>
                  <a:pt x="190725" y="35094"/>
                </a:cubicBezTo>
                <a:cubicBezTo>
                  <a:pt x="189317" y="32987"/>
                  <a:pt x="187338" y="31933"/>
                  <a:pt x="184787" y="31933"/>
                </a:cubicBezTo>
                <a:moveTo>
                  <a:pt x="180894" y="100419"/>
                </a:moveTo>
                <a:cubicBezTo>
                  <a:pt x="176407" y="100419"/>
                  <a:pt x="173438" y="100791"/>
                  <a:pt x="171987" y="101536"/>
                </a:cubicBezTo>
                <a:cubicBezTo>
                  <a:pt x="169480" y="102893"/>
                  <a:pt x="168226" y="104732"/>
                  <a:pt x="168226" y="107054"/>
                </a:cubicBezTo>
                <a:cubicBezTo>
                  <a:pt x="168226" y="109288"/>
                  <a:pt x="169524" y="111313"/>
                  <a:pt x="172119" y="113130"/>
                </a:cubicBezTo>
                <a:cubicBezTo>
                  <a:pt x="174714" y="114949"/>
                  <a:pt x="179596" y="115858"/>
                  <a:pt x="186766" y="115858"/>
                </a:cubicBezTo>
                <a:cubicBezTo>
                  <a:pt x="192880" y="115858"/>
                  <a:pt x="197685" y="115048"/>
                  <a:pt x="201182" y="113427"/>
                </a:cubicBezTo>
                <a:cubicBezTo>
                  <a:pt x="204679" y="111806"/>
                  <a:pt x="206428" y="109529"/>
                  <a:pt x="206428" y="106594"/>
                </a:cubicBezTo>
                <a:cubicBezTo>
                  <a:pt x="206428" y="105500"/>
                  <a:pt x="206098" y="104580"/>
                  <a:pt x="205438" y="103835"/>
                </a:cubicBezTo>
                <a:cubicBezTo>
                  <a:pt x="204250" y="102521"/>
                  <a:pt x="202458" y="101623"/>
                  <a:pt x="200061" y="101141"/>
                </a:cubicBezTo>
                <a:cubicBezTo>
                  <a:pt x="197663" y="100659"/>
                  <a:pt x="191275" y="100419"/>
                  <a:pt x="180894" y="100419"/>
                </a:cubicBezTo>
                <a:close/>
                <a:moveTo>
                  <a:pt x="263211" y="0"/>
                </a:moveTo>
                <a:lnTo>
                  <a:pt x="263211" y="73104"/>
                </a:lnTo>
                <a:cubicBezTo>
                  <a:pt x="263211" y="78649"/>
                  <a:pt x="263453" y="82186"/>
                  <a:pt x="263937" y="83716"/>
                </a:cubicBezTo>
                <a:cubicBezTo>
                  <a:pt x="264421" y="85246"/>
                  <a:pt x="265433" y="86499"/>
                  <a:pt x="266972" y="87475"/>
                </a:cubicBezTo>
                <a:cubicBezTo>
                  <a:pt x="268512" y="88451"/>
                  <a:pt x="270975" y="88939"/>
                  <a:pt x="274362" y="88939"/>
                </a:cubicBezTo>
                <a:lnTo>
                  <a:pt x="276407" y="88939"/>
                </a:lnTo>
                <a:lnTo>
                  <a:pt x="276407" y="91314"/>
                </a:lnTo>
                <a:lnTo>
                  <a:pt x="229299" y="91314"/>
                </a:lnTo>
                <a:lnTo>
                  <a:pt x="229299" y="88939"/>
                </a:lnTo>
                <a:lnTo>
                  <a:pt x="231674" y="88939"/>
                </a:lnTo>
                <a:cubicBezTo>
                  <a:pt x="235501" y="88939"/>
                  <a:pt x="238228" y="88495"/>
                  <a:pt x="239855" y="87609"/>
                </a:cubicBezTo>
                <a:cubicBezTo>
                  <a:pt x="241483" y="86721"/>
                  <a:pt x="242582" y="85501"/>
                  <a:pt x="243154" y="83949"/>
                </a:cubicBezTo>
                <a:cubicBezTo>
                  <a:pt x="243726" y="82396"/>
                  <a:pt x="244012" y="78781"/>
                  <a:pt x="244012" y="73104"/>
                </a:cubicBezTo>
                <a:lnTo>
                  <a:pt x="244012" y="26787"/>
                </a:lnTo>
                <a:cubicBezTo>
                  <a:pt x="244012" y="22653"/>
                  <a:pt x="243814" y="20068"/>
                  <a:pt x="243418" y="19035"/>
                </a:cubicBezTo>
                <a:cubicBezTo>
                  <a:pt x="243022" y="18001"/>
                  <a:pt x="242285" y="17121"/>
                  <a:pt x="241208" y="16396"/>
                </a:cubicBezTo>
                <a:cubicBezTo>
                  <a:pt x="240130" y="15670"/>
                  <a:pt x="238887" y="15307"/>
                  <a:pt x="237480" y="15307"/>
                </a:cubicBezTo>
                <a:cubicBezTo>
                  <a:pt x="235237" y="15307"/>
                  <a:pt x="232510" y="16011"/>
                  <a:pt x="229299" y="17418"/>
                </a:cubicBezTo>
                <a:lnTo>
                  <a:pt x="228111" y="15043"/>
                </a:lnTo>
                <a:lnTo>
                  <a:pt x="261034" y="0"/>
                </a:lnTo>
                <a:lnTo>
                  <a:pt x="2632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">
            <a:extLst xmlns:a="http://schemas.openxmlformats.org/drawingml/2006/main">
              <a:ext uri="{FF2B5EF4-FFF2-40B4-BE49-F238E27FC236}">
                <a16:creationId xmlns:a16="http://schemas.microsoft.com/office/drawing/2014/main" id="{1E01D7EC-8EF7-4F72-B268-9A56D7E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55" y="3766320"/>
            <a:ext cx="105235" cy="103058"/>
          </a:xfrm>
          <a:custGeom xmlns:a="http://schemas.openxmlformats.org/drawingml/2006/main">
            <a:pathLst>
              <a:path w="105235" h="103058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">
            <a:extLst xmlns:a="http://schemas.openxmlformats.org/drawingml/2006/main">
              <a:ext uri="{FF2B5EF4-FFF2-40B4-BE49-F238E27FC236}">
                <a16:creationId xmlns:a16="http://schemas.microsoft.com/office/drawing/2014/main" id="{79A9FF18-8DEE-426E-8596-D4943301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55" y="3766320"/>
            <a:ext cx="105235" cy="103058"/>
          </a:xfrm>
          <a:custGeom xmlns:a="http://schemas.openxmlformats.org/drawingml/2006/main">
            <a:pathLst>
              <a:path w="105235" h="103058" fill="none">
                <a:moveTo>
                  <a:pt x="97648" y="103058"/>
                </a:moveTo>
                <a:lnTo>
                  <a:pt x="0" y="103058"/>
                </a:lnTo>
                <a:lnTo>
                  <a:pt x="0" y="5410"/>
                </a:lnTo>
                <a:lnTo>
                  <a:pt x="94151" y="5410"/>
                </a:lnTo>
                <a:cubicBezTo>
                  <a:pt x="97230" y="3317"/>
                  <a:pt x="100133" y="1513"/>
                  <a:pt x="102860" y="0"/>
                </a:cubicBezTo>
                <a:lnTo>
                  <a:pt x="105235" y="3406"/>
                </a:lnTo>
                <a:cubicBezTo>
                  <a:pt x="102948" y="5152"/>
                  <a:pt x="100419" y="7256"/>
                  <a:pt x="97648" y="9719"/>
                </a:cubicBezTo>
                <a:lnTo>
                  <a:pt x="97648" y="103058"/>
                </a:lnTo>
                <a:moveTo>
                  <a:pt x="87883" y="19581"/>
                </a:moveTo>
                <a:cubicBezTo>
                  <a:pt x="81197" y="26682"/>
                  <a:pt x="73863" y="35964"/>
                  <a:pt x="65879" y="47428"/>
                </a:cubicBezTo>
                <a:cubicBezTo>
                  <a:pt x="57896" y="58892"/>
                  <a:pt x="51969" y="68679"/>
                  <a:pt x="48098" y="76788"/>
                </a:cubicBezTo>
                <a:lnTo>
                  <a:pt x="43216" y="80077"/>
                </a:lnTo>
                <a:cubicBezTo>
                  <a:pt x="39169" y="82882"/>
                  <a:pt x="36420" y="84986"/>
                  <a:pt x="34968" y="86388"/>
                </a:cubicBezTo>
                <a:cubicBezTo>
                  <a:pt x="34397" y="84284"/>
                  <a:pt x="33143" y="80887"/>
                  <a:pt x="31208" y="76197"/>
                </a:cubicBezTo>
                <a:lnTo>
                  <a:pt x="29360" y="71988"/>
                </a:lnTo>
                <a:cubicBezTo>
                  <a:pt x="26721" y="65807"/>
                  <a:pt x="24269" y="61248"/>
                  <a:pt x="22004" y="58312"/>
                </a:cubicBezTo>
                <a:cubicBezTo>
                  <a:pt x="19738" y="55375"/>
                  <a:pt x="17198" y="53446"/>
                  <a:pt x="14383" y="52525"/>
                </a:cubicBezTo>
                <a:cubicBezTo>
                  <a:pt x="19134" y="47506"/>
                  <a:pt x="23510" y="44997"/>
                  <a:pt x="27513" y="44997"/>
                </a:cubicBezTo>
                <a:cubicBezTo>
                  <a:pt x="30856" y="44997"/>
                  <a:pt x="34595" y="49570"/>
                  <a:pt x="38729" y="58714"/>
                </a:cubicBezTo>
                <a:lnTo>
                  <a:pt x="40775" y="63308"/>
                </a:lnTo>
                <a:cubicBezTo>
                  <a:pt x="48560" y="50262"/>
                  <a:pt x="60656" y="35685"/>
                  <a:pt x="77063" y="19575"/>
                </a:cubicBezTo>
                <a:lnTo>
                  <a:pt x="81549" y="15307"/>
                </a:lnTo>
                <a:lnTo>
                  <a:pt x="9765" y="15307"/>
                </a:lnTo>
                <a:lnTo>
                  <a:pt x="9765" y="93161"/>
                </a:lnTo>
                <a:lnTo>
                  <a:pt x="87883" y="93161"/>
                </a:lnTo>
                <a:lnTo>
                  <a:pt x="87883" y="195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91" cap="sq">
            <a:solidFill>
              <a:srgbClr val="000000"/>
            </a:solidFill>
            <a:bevel/>
          </a:ln>
        </p:spPr>
      </p:sp>
      <p:sp>
        <p:nvSpPr>
          <p:cNvPr id="189" name="Text Tag2">
            <a:extLst xmlns:a="http://schemas.openxmlformats.org/drawingml/2006/main">
              <a:ext uri="{FF2B5EF4-FFF2-40B4-BE49-F238E27FC236}">
                <a16:creationId xmlns:a16="http://schemas.microsoft.com/office/drawing/2014/main" id="{85513E2B-9742-42EF-9D9D-5E9F4FDB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650" y="3778064"/>
            <a:ext cx="280168" cy="120476"/>
          </a:xfrm>
          <a:custGeom xmlns:a="http://schemas.openxmlformats.org/drawingml/2006/main">
            <a:pathLst>
              <a:path w="280168" h="120476">
                <a:moveTo>
                  <a:pt x="80362" y="1847"/>
                </a:moveTo>
                <a:lnTo>
                  <a:pt x="80362" y="26127"/>
                </a:lnTo>
                <a:lnTo>
                  <a:pt x="77986" y="26127"/>
                </a:lnTo>
                <a:cubicBezTo>
                  <a:pt x="76579" y="20522"/>
                  <a:pt x="75017" y="16495"/>
                  <a:pt x="73302" y="14045"/>
                </a:cubicBezTo>
                <a:cubicBezTo>
                  <a:pt x="71586" y="11596"/>
                  <a:pt x="69233" y="9642"/>
                  <a:pt x="66242" y="8185"/>
                </a:cubicBezTo>
                <a:cubicBezTo>
                  <a:pt x="64571" y="7391"/>
                  <a:pt x="61646" y="6994"/>
                  <a:pt x="57467" y="6994"/>
                </a:cubicBezTo>
                <a:lnTo>
                  <a:pt x="50803" y="6994"/>
                </a:lnTo>
                <a:lnTo>
                  <a:pt x="50803" y="76007"/>
                </a:lnTo>
                <a:cubicBezTo>
                  <a:pt x="50803" y="80605"/>
                  <a:pt x="51056" y="83479"/>
                  <a:pt x="51562" y="84629"/>
                </a:cubicBezTo>
                <a:cubicBezTo>
                  <a:pt x="52068" y="85779"/>
                  <a:pt x="53058" y="86784"/>
                  <a:pt x="54531" y="87646"/>
                </a:cubicBezTo>
                <a:cubicBezTo>
                  <a:pt x="56005" y="88508"/>
                  <a:pt x="58017" y="88939"/>
                  <a:pt x="60568" y="88939"/>
                </a:cubicBezTo>
                <a:lnTo>
                  <a:pt x="63537" y="88939"/>
                </a:lnTo>
                <a:lnTo>
                  <a:pt x="63537" y="91314"/>
                </a:lnTo>
                <a:lnTo>
                  <a:pt x="16693" y="91314"/>
                </a:lnTo>
                <a:lnTo>
                  <a:pt x="16693" y="88939"/>
                </a:lnTo>
                <a:lnTo>
                  <a:pt x="19662" y="88939"/>
                </a:lnTo>
                <a:cubicBezTo>
                  <a:pt x="22257" y="88939"/>
                  <a:pt x="24346" y="88475"/>
                  <a:pt x="25929" y="87547"/>
                </a:cubicBezTo>
                <a:cubicBezTo>
                  <a:pt x="27073" y="86927"/>
                  <a:pt x="27975" y="85866"/>
                  <a:pt x="28635" y="84364"/>
                </a:cubicBezTo>
                <a:cubicBezTo>
                  <a:pt x="29118" y="83302"/>
                  <a:pt x="29360" y="80517"/>
                  <a:pt x="29360" y="76007"/>
                </a:cubicBezTo>
                <a:lnTo>
                  <a:pt x="29360" y="6994"/>
                </a:lnTo>
                <a:lnTo>
                  <a:pt x="22894" y="6994"/>
                </a:lnTo>
                <a:cubicBezTo>
                  <a:pt x="16868" y="6994"/>
                  <a:pt x="12492" y="8273"/>
                  <a:pt x="9765" y="10833"/>
                </a:cubicBezTo>
                <a:cubicBezTo>
                  <a:pt x="5938" y="14408"/>
                  <a:pt x="3519" y="19506"/>
                  <a:pt x="2507" y="26127"/>
                </a:cubicBezTo>
                <a:lnTo>
                  <a:pt x="0" y="26127"/>
                </a:lnTo>
                <a:lnTo>
                  <a:pt x="0" y="1847"/>
                </a:lnTo>
                <a:lnTo>
                  <a:pt x="80362" y="1847"/>
                </a:lnTo>
                <a:close/>
                <a:moveTo>
                  <a:pt x="123518" y="82209"/>
                </a:moveTo>
                <a:cubicBezTo>
                  <a:pt x="115996" y="88895"/>
                  <a:pt x="109244" y="92238"/>
                  <a:pt x="103262" y="92238"/>
                </a:cubicBezTo>
                <a:cubicBezTo>
                  <a:pt x="99743" y="92238"/>
                  <a:pt x="96818" y="91080"/>
                  <a:pt x="94487" y="88763"/>
                </a:cubicBezTo>
                <a:cubicBezTo>
                  <a:pt x="92156" y="86446"/>
                  <a:pt x="90990" y="83544"/>
                  <a:pt x="90990" y="80058"/>
                </a:cubicBezTo>
                <a:cubicBezTo>
                  <a:pt x="90990" y="75335"/>
                  <a:pt x="93014" y="71087"/>
                  <a:pt x="97060" y="67314"/>
                </a:cubicBezTo>
                <a:cubicBezTo>
                  <a:pt x="101107" y="63541"/>
                  <a:pt x="109926" y="58521"/>
                  <a:pt x="123518" y="52255"/>
                </a:cubicBezTo>
                <a:lnTo>
                  <a:pt x="123518" y="46053"/>
                </a:lnTo>
                <a:cubicBezTo>
                  <a:pt x="123518" y="41390"/>
                  <a:pt x="123265" y="38454"/>
                  <a:pt x="122759" y="37245"/>
                </a:cubicBezTo>
                <a:cubicBezTo>
                  <a:pt x="122253" y="36035"/>
                  <a:pt x="121296" y="34979"/>
                  <a:pt x="119889" y="34078"/>
                </a:cubicBezTo>
                <a:cubicBezTo>
                  <a:pt x="118481" y="33176"/>
                  <a:pt x="116898" y="32725"/>
                  <a:pt x="115138" y="32725"/>
                </a:cubicBezTo>
                <a:cubicBezTo>
                  <a:pt x="112279" y="32725"/>
                  <a:pt x="109926" y="33363"/>
                  <a:pt x="108079" y="34639"/>
                </a:cubicBezTo>
                <a:cubicBezTo>
                  <a:pt x="106935" y="35430"/>
                  <a:pt x="106363" y="36354"/>
                  <a:pt x="106363" y="37410"/>
                </a:cubicBezTo>
                <a:cubicBezTo>
                  <a:pt x="106363" y="38333"/>
                  <a:pt x="106979" y="39477"/>
                  <a:pt x="108211" y="40841"/>
                </a:cubicBezTo>
                <a:cubicBezTo>
                  <a:pt x="109882" y="42732"/>
                  <a:pt x="110718" y="44557"/>
                  <a:pt x="110718" y="46317"/>
                </a:cubicBezTo>
                <a:cubicBezTo>
                  <a:pt x="110718" y="48472"/>
                  <a:pt x="109915" y="50308"/>
                  <a:pt x="108310" y="51826"/>
                </a:cubicBezTo>
                <a:cubicBezTo>
                  <a:pt x="106704" y="53343"/>
                  <a:pt x="104604" y="54102"/>
                  <a:pt x="102009" y="54102"/>
                </a:cubicBezTo>
                <a:cubicBezTo>
                  <a:pt x="99238" y="54102"/>
                  <a:pt x="96917" y="53266"/>
                  <a:pt x="95048" y="51595"/>
                </a:cubicBezTo>
                <a:cubicBezTo>
                  <a:pt x="93179" y="49924"/>
                  <a:pt x="92244" y="47966"/>
                  <a:pt x="92244" y="45723"/>
                </a:cubicBezTo>
                <a:cubicBezTo>
                  <a:pt x="92244" y="42556"/>
                  <a:pt x="93497" y="39532"/>
                  <a:pt x="96005" y="36651"/>
                </a:cubicBezTo>
                <a:cubicBezTo>
                  <a:pt x="98512" y="33770"/>
                  <a:pt x="102009" y="31560"/>
                  <a:pt x="106495" y="30020"/>
                </a:cubicBezTo>
                <a:cubicBezTo>
                  <a:pt x="110982" y="28481"/>
                  <a:pt x="115644" y="27711"/>
                  <a:pt x="120483" y="27711"/>
                </a:cubicBezTo>
                <a:cubicBezTo>
                  <a:pt x="126333" y="27711"/>
                  <a:pt x="130962" y="28957"/>
                  <a:pt x="134371" y="31449"/>
                </a:cubicBezTo>
                <a:cubicBezTo>
                  <a:pt x="137780" y="33940"/>
                  <a:pt x="139990" y="36640"/>
                  <a:pt x="141002" y="39550"/>
                </a:cubicBezTo>
                <a:cubicBezTo>
                  <a:pt x="141618" y="41401"/>
                  <a:pt x="141925" y="45656"/>
                  <a:pt x="141925" y="52313"/>
                </a:cubicBezTo>
                <a:lnTo>
                  <a:pt x="141925" y="76318"/>
                </a:lnTo>
                <a:cubicBezTo>
                  <a:pt x="141925" y="79140"/>
                  <a:pt x="142035" y="80915"/>
                  <a:pt x="142255" y="81644"/>
                </a:cubicBezTo>
                <a:cubicBezTo>
                  <a:pt x="142475" y="82371"/>
                  <a:pt x="142805" y="82911"/>
                  <a:pt x="143245" y="83265"/>
                </a:cubicBezTo>
                <a:cubicBezTo>
                  <a:pt x="143685" y="83616"/>
                  <a:pt x="144191" y="83792"/>
                  <a:pt x="144763" y="83792"/>
                </a:cubicBezTo>
                <a:cubicBezTo>
                  <a:pt x="145906" y="83792"/>
                  <a:pt x="147072" y="82979"/>
                  <a:pt x="148259" y="81351"/>
                </a:cubicBezTo>
                <a:lnTo>
                  <a:pt x="150239" y="82935"/>
                </a:lnTo>
                <a:cubicBezTo>
                  <a:pt x="148039" y="86190"/>
                  <a:pt x="145763" y="88554"/>
                  <a:pt x="143410" y="90027"/>
                </a:cubicBezTo>
                <a:cubicBezTo>
                  <a:pt x="141057" y="91501"/>
                  <a:pt x="138385" y="92238"/>
                  <a:pt x="135394" y="92238"/>
                </a:cubicBezTo>
                <a:cubicBezTo>
                  <a:pt x="131875" y="92238"/>
                  <a:pt x="129126" y="91407"/>
                  <a:pt x="127146" y="89747"/>
                </a:cubicBezTo>
                <a:cubicBezTo>
                  <a:pt x="125167" y="88086"/>
                  <a:pt x="123957" y="85574"/>
                  <a:pt x="123518" y="82209"/>
                </a:cubicBezTo>
                <a:moveTo>
                  <a:pt x="123518" y="77327"/>
                </a:moveTo>
                <a:lnTo>
                  <a:pt x="123518" y="56688"/>
                </a:lnTo>
                <a:cubicBezTo>
                  <a:pt x="118195" y="59826"/>
                  <a:pt x="114237" y="63185"/>
                  <a:pt x="111641" y="66766"/>
                </a:cubicBezTo>
                <a:cubicBezTo>
                  <a:pt x="109926" y="69152"/>
                  <a:pt x="109068" y="71561"/>
                  <a:pt x="109068" y="73993"/>
                </a:cubicBezTo>
                <a:cubicBezTo>
                  <a:pt x="109068" y="76026"/>
                  <a:pt x="109794" y="77816"/>
                  <a:pt x="111246" y="79364"/>
                </a:cubicBezTo>
                <a:cubicBezTo>
                  <a:pt x="112345" y="80557"/>
                  <a:pt x="113885" y="81153"/>
                  <a:pt x="115864" y="81153"/>
                </a:cubicBezTo>
                <a:cubicBezTo>
                  <a:pt x="118063" y="81153"/>
                  <a:pt x="120615" y="79878"/>
                  <a:pt x="123518" y="77327"/>
                </a:cubicBezTo>
                <a:close/>
                <a:moveTo>
                  <a:pt x="196201" y="30350"/>
                </a:moveTo>
                <a:lnTo>
                  <a:pt x="216984" y="30350"/>
                </a:lnTo>
                <a:lnTo>
                  <a:pt x="216984" y="37608"/>
                </a:lnTo>
                <a:lnTo>
                  <a:pt x="205174" y="37608"/>
                </a:lnTo>
                <a:cubicBezTo>
                  <a:pt x="207329" y="39763"/>
                  <a:pt x="208825" y="41720"/>
                  <a:pt x="209661" y="43480"/>
                </a:cubicBezTo>
                <a:cubicBezTo>
                  <a:pt x="210716" y="45855"/>
                  <a:pt x="211244" y="48340"/>
                  <a:pt x="211244" y="50935"/>
                </a:cubicBezTo>
                <a:cubicBezTo>
                  <a:pt x="211244" y="55334"/>
                  <a:pt x="210023" y="59150"/>
                  <a:pt x="207582" y="62382"/>
                </a:cubicBezTo>
                <a:cubicBezTo>
                  <a:pt x="205141" y="65615"/>
                  <a:pt x="201820" y="68145"/>
                  <a:pt x="197620" y="69970"/>
                </a:cubicBezTo>
                <a:cubicBezTo>
                  <a:pt x="193419" y="71795"/>
                  <a:pt x="189691" y="72708"/>
                  <a:pt x="186436" y="72708"/>
                </a:cubicBezTo>
                <a:cubicBezTo>
                  <a:pt x="186172" y="72708"/>
                  <a:pt x="183533" y="72598"/>
                  <a:pt x="178519" y="72378"/>
                </a:cubicBezTo>
                <a:cubicBezTo>
                  <a:pt x="176539" y="72378"/>
                  <a:pt x="174879" y="73024"/>
                  <a:pt x="173537" y="74314"/>
                </a:cubicBezTo>
                <a:cubicBezTo>
                  <a:pt x="172196" y="75605"/>
                  <a:pt x="171525" y="77146"/>
                  <a:pt x="171525" y="78939"/>
                </a:cubicBezTo>
                <a:cubicBezTo>
                  <a:pt x="171525" y="80514"/>
                  <a:pt x="172130" y="81805"/>
                  <a:pt x="173339" y="82811"/>
                </a:cubicBezTo>
                <a:cubicBezTo>
                  <a:pt x="174549" y="83817"/>
                  <a:pt x="176517" y="84320"/>
                  <a:pt x="179245" y="84320"/>
                </a:cubicBezTo>
                <a:lnTo>
                  <a:pt x="190659" y="84188"/>
                </a:lnTo>
                <a:cubicBezTo>
                  <a:pt x="199896" y="84188"/>
                  <a:pt x="206252" y="85202"/>
                  <a:pt x="209727" y="87229"/>
                </a:cubicBezTo>
                <a:cubicBezTo>
                  <a:pt x="214697" y="90049"/>
                  <a:pt x="217182" y="94389"/>
                  <a:pt x="217182" y="100250"/>
                </a:cubicBezTo>
                <a:cubicBezTo>
                  <a:pt x="217182" y="103995"/>
                  <a:pt x="216038" y="107400"/>
                  <a:pt x="213751" y="110462"/>
                </a:cubicBezTo>
                <a:cubicBezTo>
                  <a:pt x="211464" y="113525"/>
                  <a:pt x="208451" y="115783"/>
                  <a:pt x="204712" y="117237"/>
                </a:cubicBezTo>
                <a:cubicBezTo>
                  <a:pt x="199038" y="119397"/>
                  <a:pt x="192506" y="120476"/>
                  <a:pt x="185117" y="120476"/>
                </a:cubicBezTo>
                <a:cubicBezTo>
                  <a:pt x="179574" y="120476"/>
                  <a:pt x="174516" y="119937"/>
                  <a:pt x="169942" y="118860"/>
                </a:cubicBezTo>
                <a:cubicBezTo>
                  <a:pt x="165367" y="117782"/>
                  <a:pt x="162090" y="116286"/>
                  <a:pt x="160111" y="114371"/>
                </a:cubicBezTo>
                <a:cubicBezTo>
                  <a:pt x="158132" y="112458"/>
                  <a:pt x="157142" y="110445"/>
                  <a:pt x="157142" y="108332"/>
                </a:cubicBezTo>
                <a:cubicBezTo>
                  <a:pt x="157142" y="106309"/>
                  <a:pt x="157901" y="104494"/>
                  <a:pt x="159418" y="102887"/>
                </a:cubicBezTo>
                <a:cubicBezTo>
                  <a:pt x="160936" y="101281"/>
                  <a:pt x="163762" y="99929"/>
                  <a:pt x="167896" y="98829"/>
                </a:cubicBezTo>
                <a:cubicBezTo>
                  <a:pt x="162178" y="96014"/>
                  <a:pt x="159319" y="92100"/>
                  <a:pt x="159319" y="87087"/>
                </a:cubicBezTo>
                <a:cubicBezTo>
                  <a:pt x="159319" y="84052"/>
                  <a:pt x="160485" y="81106"/>
                  <a:pt x="162816" y="78248"/>
                </a:cubicBezTo>
                <a:cubicBezTo>
                  <a:pt x="165147" y="75389"/>
                  <a:pt x="168842" y="72904"/>
                  <a:pt x="173900" y="70793"/>
                </a:cubicBezTo>
                <a:cubicBezTo>
                  <a:pt x="168006" y="68635"/>
                  <a:pt x="163740" y="65793"/>
                  <a:pt x="161101" y="62269"/>
                </a:cubicBezTo>
                <a:cubicBezTo>
                  <a:pt x="158461" y="58745"/>
                  <a:pt x="157142" y="54670"/>
                  <a:pt x="157142" y="50045"/>
                </a:cubicBezTo>
                <a:cubicBezTo>
                  <a:pt x="157142" y="44010"/>
                  <a:pt x="159605" y="38779"/>
                  <a:pt x="164531" y="34352"/>
                </a:cubicBezTo>
                <a:cubicBezTo>
                  <a:pt x="169458" y="29925"/>
                  <a:pt x="175792" y="27711"/>
                  <a:pt x="183533" y="27711"/>
                </a:cubicBezTo>
                <a:cubicBezTo>
                  <a:pt x="187624" y="27711"/>
                  <a:pt x="191846" y="28591"/>
                  <a:pt x="196201" y="30350"/>
                </a:cubicBezTo>
                <a:moveTo>
                  <a:pt x="184787" y="31933"/>
                </a:moveTo>
                <a:cubicBezTo>
                  <a:pt x="182236" y="31933"/>
                  <a:pt x="180080" y="33218"/>
                  <a:pt x="178321" y="35787"/>
                </a:cubicBezTo>
                <a:cubicBezTo>
                  <a:pt x="176561" y="38355"/>
                  <a:pt x="175682" y="43678"/>
                  <a:pt x="175682" y="51758"/>
                </a:cubicBezTo>
                <a:cubicBezTo>
                  <a:pt x="175682" y="58299"/>
                  <a:pt x="176550" y="62789"/>
                  <a:pt x="178288" y="65226"/>
                </a:cubicBezTo>
                <a:cubicBezTo>
                  <a:pt x="180025" y="67663"/>
                  <a:pt x="182082" y="68881"/>
                  <a:pt x="184457" y="68881"/>
                </a:cubicBezTo>
                <a:cubicBezTo>
                  <a:pt x="187096" y="68881"/>
                  <a:pt x="189295" y="67674"/>
                  <a:pt x="191055" y="65259"/>
                </a:cubicBezTo>
                <a:cubicBezTo>
                  <a:pt x="192814" y="62844"/>
                  <a:pt x="193694" y="58145"/>
                  <a:pt x="193694" y="51164"/>
                </a:cubicBezTo>
                <a:cubicBezTo>
                  <a:pt x="193694" y="43306"/>
                  <a:pt x="192704" y="37949"/>
                  <a:pt x="190725" y="35094"/>
                </a:cubicBezTo>
                <a:cubicBezTo>
                  <a:pt x="189317" y="32987"/>
                  <a:pt x="187338" y="31933"/>
                  <a:pt x="184787" y="31933"/>
                </a:cubicBezTo>
                <a:moveTo>
                  <a:pt x="180894" y="100419"/>
                </a:moveTo>
                <a:cubicBezTo>
                  <a:pt x="176407" y="100419"/>
                  <a:pt x="173438" y="100791"/>
                  <a:pt x="171987" y="101536"/>
                </a:cubicBezTo>
                <a:cubicBezTo>
                  <a:pt x="169480" y="102893"/>
                  <a:pt x="168226" y="104732"/>
                  <a:pt x="168226" y="107054"/>
                </a:cubicBezTo>
                <a:cubicBezTo>
                  <a:pt x="168226" y="109288"/>
                  <a:pt x="169524" y="111313"/>
                  <a:pt x="172119" y="113130"/>
                </a:cubicBezTo>
                <a:cubicBezTo>
                  <a:pt x="174714" y="114949"/>
                  <a:pt x="179596" y="115858"/>
                  <a:pt x="186766" y="115858"/>
                </a:cubicBezTo>
                <a:cubicBezTo>
                  <a:pt x="192880" y="115858"/>
                  <a:pt x="197685" y="115048"/>
                  <a:pt x="201182" y="113427"/>
                </a:cubicBezTo>
                <a:cubicBezTo>
                  <a:pt x="204679" y="111806"/>
                  <a:pt x="206428" y="109529"/>
                  <a:pt x="206428" y="106594"/>
                </a:cubicBezTo>
                <a:cubicBezTo>
                  <a:pt x="206428" y="105500"/>
                  <a:pt x="206098" y="104580"/>
                  <a:pt x="205438" y="103835"/>
                </a:cubicBezTo>
                <a:cubicBezTo>
                  <a:pt x="204250" y="102521"/>
                  <a:pt x="202458" y="101623"/>
                  <a:pt x="200061" y="101141"/>
                </a:cubicBezTo>
                <a:cubicBezTo>
                  <a:pt x="197663" y="100659"/>
                  <a:pt x="191275" y="100419"/>
                  <a:pt x="180894" y="100419"/>
                </a:cubicBezTo>
                <a:close/>
                <a:moveTo>
                  <a:pt x="275153" y="91314"/>
                </a:moveTo>
                <a:lnTo>
                  <a:pt x="222503" y="91314"/>
                </a:lnTo>
                <a:lnTo>
                  <a:pt x="222503" y="89862"/>
                </a:lnTo>
                <a:cubicBezTo>
                  <a:pt x="238645" y="70657"/>
                  <a:pt x="248443" y="57737"/>
                  <a:pt x="251896" y="51102"/>
                </a:cubicBezTo>
                <a:cubicBezTo>
                  <a:pt x="255349" y="44466"/>
                  <a:pt x="257075" y="37984"/>
                  <a:pt x="257075" y="31655"/>
                </a:cubicBezTo>
                <a:cubicBezTo>
                  <a:pt x="257075" y="27041"/>
                  <a:pt x="255646" y="23206"/>
                  <a:pt x="252787" y="20152"/>
                </a:cubicBezTo>
                <a:cubicBezTo>
                  <a:pt x="249928" y="17098"/>
                  <a:pt x="246431" y="15571"/>
                  <a:pt x="242296" y="15571"/>
                </a:cubicBezTo>
                <a:cubicBezTo>
                  <a:pt x="235523" y="15571"/>
                  <a:pt x="230266" y="18953"/>
                  <a:pt x="226527" y="25717"/>
                </a:cubicBezTo>
                <a:lnTo>
                  <a:pt x="224086" y="24861"/>
                </a:lnTo>
                <a:cubicBezTo>
                  <a:pt x="226462" y="16398"/>
                  <a:pt x="230068" y="10139"/>
                  <a:pt x="234907" y="6084"/>
                </a:cubicBezTo>
                <a:cubicBezTo>
                  <a:pt x="239745" y="2028"/>
                  <a:pt x="245331" y="0"/>
                  <a:pt x="251665" y="0"/>
                </a:cubicBezTo>
                <a:cubicBezTo>
                  <a:pt x="256196" y="0"/>
                  <a:pt x="260330" y="1056"/>
                  <a:pt x="264069" y="3167"/>
                </a:cubicBezTo>
                <a:cubicBezTo>
                  <a:pt x="267808" y="5278"/>
                  <a:pt x="270733" y="8170"/>
                  <a:pt x="272844" y="11843"/>
                </a:cubicBezTo>
                <a:cubicBezTo>
                  <a:pt x="274956" y="15516"/>
                  <a:pt x="276011" y="18958"/>
                  <a:pt x="276011" y="22169"/>
                </a:cubicBezTo>
                <a:cubicBezTo>
                  <a:pt x="276011" y="28019"/>
                  <a:pt x="274384" y="33957"/>
                  <a:pt x="271129" y="39983"/>
                </a:cubicBezTo>
                <a:cubicBezTo>
                  <a:pt x="266686" y="48120"/>
                  <a:pt x="256987" y="59468"/>
                  <a:pt x="242032" y="74028"/>
                </a:cubicBezTo>
                <a:lnTo>
                  <a:pt x="261364" y="74028"/>
                </a:lnTo>
                <a:cubicBezTo>
                  <a:pt x="266114" y="74028"/>
                  <a:pt x="269204" y="73830"/>
                  <a:pt x="270634" y="73434"/>
                </a:cubicBezTo>
                <a:cubicBezTo>
                  <a:pt x="272063" y="73038"/>
                  <a:pt x="273240" y="72367"/>
                  <a:pt x="274164" y="71421"/>
                </a:cubicBezTo>
                <a:cubicBezTo>
                  <a:pt x="275087" y="70476"/>
                  <a:pt x="276297" y="68485"/>
                  <a:pt x="277793" y="65450"/>
                </a:cubicBezTo>
                <a:lnTo>
                  <a:pt x="280168" y="65450"/>
                </a:lnTo>
                <a:lnTo>
                  <a:pt x="275153" y="91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ok">
            <a:extLst xmlns:a="http://schemas.openxmlformats.org/drawingml/2006/main">
              <a:ext uri="{FF2B5EF4-FFF2-40B4-BE49-F238E27FC236}">
                <a16:creationId xmlns:a16="http://schemas.microsoft.com/office/drawing/2014/main" id="{A29666CB-A6C6-4425-92A1-BFE16FD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929" y="3952545"/>
            <a:ext cx="207327" cy="136120"/>
          </a:xfrm>
          <a:custGeom xmlns:a="http://schemas.openxmlformats.org/drawingml/2006/main">
            <a:pathLst>
              <a:path w="207327" h="136120">
                <a:moveTo>
                  <a:pt x="42882" y="38554"/>
                </a:moveTo>
                <a:cubicBezTo>
                  <a:pt x="50881" y="38554"/>
                  <a:pt x="58323" y="40622"/>
                  <a:pt x="65208" y="44757"/>
                </a:cubicBezTo>
                <a:cubicBezTo>
                  <a:pt x="72093" y="48892"/>
                  <a:pt x="77322" y="54766"/>
                  <a:pt x="80895" y="62380"/>
                </a:cubicBezTo>
                <a:cubicBezTo>
                  <a:pt x="84469" y="69994"/>
                  <a:pt x="86255" y="78330"/>
                  <a:pt x="86255" y="87386"/>
                </a:cubicBezTo>
                <a:cubicBezTo>
                  <a:pt x="86255" y="100447"/>
                  <a:pt x="82944" y="111375"/>
                  <a:pt x="76322" y="120172"/>
                </a:cubicBezTo>
                <a:cubicBezTo>
                  <a:pt x="68322" y="130804"/>
                  <a:pt x="57274" y="136120"/>
                  <a:pt x="43177" y="136120"/>
                </a:cubicBezTo>
                <a:cubicBezTo>
                  <a:pt x="29342" y="136120"/>
                  <a:pt x="18687" y="131263"/>
                  <a:pt x="11212" y="121549"/>
                </a:cubicBezTo>
                <a:cubicBezTo>
                  <a:pt x="3737" y="111834"/>
                  <a:pt x="0" y="100578"/>
                  <a:pt x="0" y="87780"/>
                </a:cubicBezTo>
                <a:cubicBezTo>
                  <a:pt x="0" y="74588"/>
                  <a:pt x="3819" y="63086"/>
                  <a:pt x="11458" y="53273"/>
                </a:cubicBezTo>
                <a:cubicBezTo>
                  <a:pt x="19097" y="43461"/>
                  <a:pt x="29571" y="38554"/>
                  <a:pt x="42882" y="38554"/>
                </a:cubicBezTo>
                <a:moveTo>
                  <a:pt x="43275" y="45439"/>
                </a:moveTo>
                <a:cubicBezTo>
                  <a:pt x="39931" y="45439"/>
                  <a:pt x="37063" y="46703"/>
                  <a:pt x="34669" y="49232"/>
                </a:cubicBezTo>
                <a:cubicBezTo>
                  <a:pt x="32276" y="51758"/>
                  <a:pt x="30702" y="56746"/>
                  <a:pt x="29948" y="64197"/>
                </a:cubicBezTo>
                <a:cubicBezTo>
                  <a:pt x="29194" y="71647"/>
                  <a:pt x="28817" y="82003"/>
                  <a:pt x="28817" y="95264"/>
                </a:cubicBezTo>
                <a:cubicBezTo>
                  <a:pt x="28817" y="102288"/>
                  <a:pt x="29276" y="108853"/>
                  <a:pt x="30194" y="114959"/>
                </a:cubicBezTo>
                <a:cubicBezTo>
                  <a:pt x="30916" y="119618"/>
                  <a:pt x="32456" y="123163"/>
                  <a:pt x="34817" y="125593"/>
                </a:cubicBezTo>
                <a:cubicBezTo>
                  <a:pt x="37177" y="128021"/>
                  <a:pt x="39866" y="129235"/>
                  <a:pt x="42882" y="129235"/>
                </a:cubicBezTo>
                <a:cubicBezTo>
                  <a:pt x="45832" y="129235"/>
                  <a:pt x="48291" y="128415"/>
                  <a:pt x="50258" y="126774"/>
                </a:cubicBezTo>
                <a:cubicBezTo>
                  <a:pt x="52815" y="124542"/>
                  <a:pt x="54520" y="121424"/>
                  <a:pt x="55373" y="117418"/>
                </a:cubicBezTo>
                <a:cubicBezTo>
                  <a:pt x="56684" y="111183"/>
                  <a:pt x="57340" y="98579"/>
                  <a:pt x="57340" y="79607"/>
                </a:cubicBezTo>
                <a:cubicBezTo>
                  <a:pt x="57340" y="68448"/>
                  <a:pt x="56717" y="60785"/>
                  <a:pt x="55471" y="56617"/>
                </a:cubicBezTo>
                <a:cubicBezTo>
                  <a:pt x="54225" y="52448"/>
                  <a:pt x="52389" y="49411"/>
                  <a:pt x="49963" y="47507"/>
                </a:cubicBezTo>
                <a:cubicBezTo>
                  <a:pt x="48258" y="46128"/>
                  <a:pt x="46029" y="45439"/>
                  <a:pt x="43275" y="45439"/>
                </a:cubicBezTo>
                <a:close/>
                <a:moveTo>
                  <a:pt x="137595" y="0"/>
                </a:moveTo>
                <a:lnTo>
                  <a:pt x="137595" y="87804"/>
                </a:lnTo>
                <a:lnTo>
                  <a:pt x="158937" y="66821"/>
                </a:lnTo>
                <a:cubicBezTo>
                  <a:pt x="163330" y="62547"/>
                  <a:pt x="166068" y="59446"/>
                  <a:pt x="167150" y="57518"/>
                </a:cubicBezTo>
                <a:cubicBezTo>
                  <a:pt x="168232" y="55590"/>
                  <a:pt x="168773" y="53727"/>
                  <a:pt x="168773" y="51930"/>
                </a:cubicBezTo>
                <a:cubicBezTo>
                  <a:pt x="168773" y="50135"/>
                  <a:pt x="168051" y="48640"/>
                  <a:pt x="166609" y="47443"/>
                </a:cubicBezTo>
                <a:cubicBezTo>
                  <a:pt x="165166" y="46246"/>
                  <a:pt x="162347" y="45382"/>
                  <a:pt x="158151" y="44849"/>
                </a:cubicBezTo>
                <a:lnTo>
                  <a:pt x="158151" y="41308"/>
                </a:lnTo>
                <a:lnTo>
                  <a:pt x="199360" y="41308"/>
                </a:lnTo>
                <a:lnTo>
                  <a:pt x="199360" y="44849"/>
                </a:lnTo>
                <a:cubicBezTo>
                  <a:pt x="195426" y="45048"/>
                  <a:pt x="191984" y="45992"/>
                  <a:pt x="189033" y="47683"/>
                </a:cubicBezTo>
                <a:cubicBezTo>
                  <a:pt x="186083" y="49373"/>
                  <a:pt x="180313" y="54461"/>
                  <a:pt x="171723" y="62946"/>
                </a:cubicBezTo>
                <a:lnTo>
                  <a:pt x="161691" y="72864"/>
                </a:lnTo>
                <a:lnTo>
                  <a:pt x="183329" y="104460"/>
                </a:lnTo>
                <a:cubicBezTo>
                  <a:pt x="192049" y="117307"/>
                  <a:pt x="197229" y="124517"/>
                  <a:pt x="198869" y="126088"/>
                </a:cubicBezTo>
                <a:cubicBezTo>
                  <a:pt x="201098" y="128317"/>
                  <a:pt x="203917" y="129563"/>
                  <a:pt x="207327" y="129826"/>
                </a:cubicBezTo>
                <a:lnTo>
                  <a:pt x="207327" y="133366"/>
                </a:lnTo>
                <a:lnTo>
                  <a:pt x="159823" y="133366"/>
                </a:lnTo>
                <a:lnTo>
                  <a:pt x="159823" y="129826"/>
                </a:lnTo>
                <a:cubicBezTo>
                  <a:pt x="161921" y="129826"/>
                  <a:pt x="163445" y="129432"/>
                  <a:pt x="164396" y="128645"/>
                </a:cubicBezTo>
                <a:cubicBezTo>
                  <a:pt x="165347" y="127856"/>
                  <a:pt x="165822" y="127003"/>
                  <a:pt x="165822" y="126085"/>
                </a:cubicBezTo>
                <a:cubicBezTo>
                  <a:pt x="165822" y="124575"/>
                  <a:pt x="164445" y="121785"/>
                  <a:pt x="161691" y="117716"/>
                </a:cubicBezTo>
                <a:lnTo>
                  <a:pt x="143496" y="91035"/>
                </a:lnTo>
                <a:lnTo>
                  <a:pt x="137595" y="96877"/>
                </a:lnTo>
                <a:lnTo>
                  <a:pt x="137595" y="113302"/>
                </a:lnTo>
                <a:cubicBezTo>
                  <a:pt x="137595" y="120361"/>
                  <a:pt x="138251" y="124764"/>
                  <a:pt x="139562" y="126512"/>
                </a:cubicBezTo>
                <a:cubicBezTo>
                  <a:pt x="140873" y="128260"/>
                  <a:pt x="143562" y="129365"/>
                  <a:pt x="147627" y="129826"/>
                </a:cubicBezTo>
                <a:lnTo>
                  <a:pt x="147627" y="133366"/>
                </a:lnTo>
                <a:lnTo>
                  <a:pt x="100122" y="133366"/>
                </a:lnTo>
                <a:lnTo>
                  <a:pt x="100122" y="129826"/>
                </a:lnTo>
                <a:cubicBezTo>
                  <a:pt x="103991" y="129430"/>
                  <a:pt x="106745" y="128177"/>
                  <a:pt x="108384" y="126067"/>
                </a:cubicBezTo>
                <a:cubicBezTo>
                  <a:pt x="109499" y="124616"/>
                  <a:pt x="110056" y="120361"/>
                  <a:pt x="110056" y="113302"/>
                </a:cubicBezTo>
                <a:lnTo>
                  <a:pt x="110056" y="20064"/>
                </a:lnTo>
                <a:cubicBezTo>
                  <a:pt x="110056" y="13030"/>
                  <a:pt x="109417" y="8650"/>
                  <a:pt x="108138" y="6925"/>
                </a:cubicBezTo>
                <a:cubicBezTo>
                  <a:pt x="106860" y="5199"/>
                  <a:pt x="104188" y="4071"/>
                  <a:pt x="100122" y="3541"/>
                </a:cubicBezTo>
                <a:lnTo>
                  <a:pt x="100122" y="0"/>
                </a:lnTo>
                <a:lnTo>
                  <a:pt x="13759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8442e89b84e90"/>
          <a:stretch xmlns:a="http://schemas.openxmlformats.org/drawingml/2006/main"/>
        </p:blipFill>
        <p:spPr>
          <a:xfrm xmlns:a="http://schemas.openxmlformats.org/drawingml/2006/main">
            <a:off x="10157808" y="3982009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4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21f6987474801"/>
          <a:stretch xmlns:a="http://schemas.openxmlformats.org/drawingml/2006/main"/>
        </p:blipFill>
        <p:spPr>
          <a:xfrm xmlns:a="http://schemas.openxmlformats.org/drawingml/2006/main">
            <a:off x="7035700" y="3613399"/>
            <a:ext cx="294082" cy="294082"/>
          </a:xfrm>
          <a:prstGeom xmlns:a="http://schemas.openxmlformats.org/drawingml/2006/main" prst="rect">
            <a:avLst/>
          </a:prstGeom>
        </p:spPr>
      </p:pic>
      <p:pic>
        <p:nvPicPr>
          <p:cNvPr id="4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8473ed1814463"/>
          <a:stretch xmlns:a="http://schemas.openxmlformats.org/drawingml/2006/main"/>
        </p:blipFill>
        <p:spPr>
          <a:xfrm xmlns:a="http://schemas.openxmlformats.org/drawingml/2006/main">
            <a:off x="111150" y="3009739"/>
            <a:ext cx="1874473" cy="445256"/>
          </a:xfrm>
          <a:prstGeom xmlns:a="http://schemas.openxmlformats.org/drawingml/2006/main" prst="rect">
            <a:avLst/>
          </a:prstGeom>
        </p:spPr>
      </p:pic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F69F4-0720-47EA-AFB8-6BAB5C7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407" y="2499142"/>
            <a:ext cx="438891" cy="297523"/>
          </a:xfrm>
          <a:custGeom xmlns:a="http://schemas.openxmlformats.org/drawingml/2006/main">
            <a:pathLst>
              <a:path w="438891" h="297523">
                <a:moveTo>
                  <a:pt x="4331" y="263835"/>
                </a:moveTo>
                <a:lnTo>
                  <a:pt x="6647" y="268652"/>
                </a:lnTo>
                <a:lnTo>
                  <a:pt x="9417" y="273201"/>
                </a:lnTo>
                <a:lnTo>
                  <a:pt x="12589" y="277448"/>
                </a:lnTo>
                <a:lnTo>
                  <a:pt x="16148" y="281376"/>
                </a:lnTo>
                <a:lnTo>
                  <a:pt x="20075" y="284934"/>
                </a:lnTo>
                <a:lnTo>
                  <a:pt x="24322" y="288107"/>
                </a:lnTo>
                <a:lnTo>
                  <a:pt x="28871" y="290876"/>
                </a:lnTo>
                <a:lnTo>
                  <a:pt x="33705" y="293193"/>
                </a:lnTo>
                <a:lnTo>
                  <a:pt x="38775" y="295056"/>
                </a:lnTo>
                <a:lnTo>
                  <a:pt x="44062" y="296416"/>
                </a:lnTo>
                <a:lnTo>
                  <a:pt x="49551" y="297255"/>
                </a:lnTo>
                <a:lnTo>
                  <a:pt x="54973" y="297523"/>
                </a:lnTo>
                <a:lnTo>
                  <a:pt x="383919" y="297523"/>
                </a:lnTo>
                <a:lnTo>
                  <a:pt x="389340" y="297255"/>
                </a:lnTo>
                <a:lnTo>
                  <a:pt x="394812" y="296416"/>
                </a:lnTo>
                <a:lnTo>
                  <a:pt x="400117" y="295056"/>
                </a:lnTo>
                <a:lnTo>
                  <a:pt x="405186" y="293193"/>
                </a:lnTo>
                <a:lnTo>
                  <a:pt x="410020" y="290876"/>
                </a:lnTo>
                <a:lnTo>
                  <a:pt x="414569" y="288107"/>
                </a:lnTo>
                <a:lnTo>
                  <a:pt x="418816" y="284934"/>
                </a:lnTo>
                <a:lnTo>
                  <a:pt x="422727" y="281376"/>
                </a:lnTo>
                <a:lnTo>
                  <a:pt x="426285" y="277448"/>
                </a:lnTo>
                <a:lnTo>
                  <a:pt x="429474" y="273201"/>
                </a:lnTo>
                <a:lnTo>
                  <a:pt x="432227" y="268652"/>
                </a:lnTo>
                <a:lnTo>
                  <a:pt x="434560" y="263835"/>
                </a:lnTo>
                <a:lnTo>
                  <a:pt x="436424" y="258749"/>
                </a:lnTo>
                <a:lnTo>
                  <a:pt x="437783" y="253461"/>
                </a:lnTo>
                <a:lnTo>
                  <a:pt x="438606" y="247973"/>
                </a:lnTo>
                <a:lnTo>
                  <a:pt x="438891" y="242551"/>
                </a:lnTo>
                <a:lnTo>
                  <a:pt x="438891" y="54973"/>
                </a:lnTo>
                <a:lnTo>
                  <a:pt x="438606" y="49551"/>
                </a:lnTo>
                <a:lnTo>
                  <a:pt x="437783" y="44079"/>
                </a:lnTo>
                <a:lnTo>
                  <a:pt x="436424" y="38775"/>
                </a:lnTo>
                <a:lnTo>
                  <a:pt x="434560" y="33705"/>
                </a:lnTo>
                <a:lnTo>
                  <a:pt x="432227" y="28871"/>
                </a:lnTo>
                <a:lnTo>
                  <a:pt x="429474" y="24322"/>
                </a:lnTo>
                <a:lnTo>
                  <a:pt x="426285" y="20075"/>
                </a:lnTo>
                <a:lnTo>
                  <a:pt x="422727" y="16164"/>
                </a:lnTo>
                <a:lnTo>
                  <a:pt x="418816" y="12606"/>
                </a:lnTo>
                <a:lnTo>
                  <a:pt x="414569" y="9433"/>
                </a:lnTo>
                <a:lnTo>
                  <a:pt x="410020" y="6664"/>
                </a:lnTo>
                <a:lnTo>
                  <a:pt x="405186" y="4331"/>
                </a:lnTo>
                <a:lnTo>
                  <a:pt x="400117" y="2484"/>
                </a:lnTo>
                <a:lnTo>
                  <a:pt x="394812" y="1125"/>
                </a:lnTo>
                <a:lnTo>
                  <a:pt x="389340" y="285"/>
                </a:lnTo>
                <a:lnTo>
                  <a:pt x="383919" y="0"/>
                </a:lnTo>
                <a:lnTo>
                  <a:pt x="54973" y="0"/>
                </a:lnTo>
                <a:lnTo>
                  <a:pt x="49551" y="285"/>
                </a:lnTo>
                <a:lnTo>
                  <a:pt x="44062" y="1125"/>
                </a:lnTo>
                <a:lnTo>
                  <a:pt x="38775" y="2484"/>
                </a:lnTo>
                <a:lnTo>
                  <a:pt x="33705" y="4331"/>
                </a:lnTo>
                <a:lnTo>
                  <a:pt x="28871" y="6664"/>
                </a:lnTo>
                <a:lnTo>
                  <a:pt x="24322" y="9433"/>
                </a:lnTo>
                <a:lnTo>
                  <a:pt x="20075" y="12606"/>
                </a:lnTo>
                <a:lnTo>
                  <a:pt x="16148" y="16164"/>
                </a:lnTo>
                <a:lnTo>
                  <a:pt x="12589" y="20075"/>
                </a:lnTo>
                <a:lnTo>
                  <a:pt x="9417" y="24322"/>
                </a:lnTo>
                <a:lnTo>
                  <a:pt x="6647" y="28871"/>
                </a:lnTo>
                <a:lnTo>
                  <a:pt x="4331" y="33705"/>
                </a:lnTo>
                <a:lnTo>
                  <a:pt x="2467" y="38775"/>
                </a:lnTo>
                <a:lnTo>
                  <a:pt x="1108" y="44079"/>
                </a:lnTo>
                <a:lnTo>
                  <a:pt x="269" y="49551"/>
                </a:lnTo>
                <a:lnTo>
                  <a:pt x="0" y="54973"/>
                </a:lnTo>
                <a:lnTo>
                  <a:pt x="0" y="242551"/>
                </a:lnTo>
                <a:lnTo>
                  <a:pt x="269" y="247973"/>
                </a:lnTo>
                <a:lnTo>
                  <a:pt x="1108" y="253461"/>
                </a:lnTo>
                <a:lnTo>
                  <a:pt x="2467" y="258749"/>
                </a:lnTo>
                <a:lnTo>
                  <a:pt x="4331" y="263835"/>
                </a:lnTo>
                <a:close/>
                <a:moveTo>
                  <a:pt x="17580" y="47435"/>
                </a:moveTo>
                <a:lnTo>
                  <a:pt x="18482" y="43884"/>
                </a:lnTo>
                <a:lnTo>
                  <a:pt x="19801" y="40251"/>
                </a:lnTo>
                <a:lnTo>
                  <a:pt x="21402" y="36941"/>
                </a:lnTo>
                <a:lnTo>
                  <a:pt x="23343" y="33730"/>
                </a:lnTo>
                <a:lnTo>
                  <a:pt x="25593" y="30725"/>
                </a:lnTo>
                <a:lnTo>
                  <a:pt x="27949" y="28133"/>
                </a:lnTo>
                <a:lnTo>
                  <a:pt x="30827" y="25517"/>
                </a:lnTo>
                <a:lnTo>
                  <a:pt x="33721" y="23353"/>
                </a:lnTo>
                <a:lnTo>
                  <a:pt x="36864" y="21440"/>
                </a:lnTo>
                <a:lnTo>
                  <a:pt x="40240" y="19814"/>
                </a:lnTo>
                <a:lnTo>
                  <a:pt x="43705" y="18542"/>
                </a:lnTo>
                <a:lnTo>
                  <a:pt x="47435" y="17578"/>
                </a:lnTo>
                <a:lnTo>
                  <a:pt x="51249" y="17000"/>
                </a:lnTo>
                <a:lnTo>
                  <a:pt x="55610" y="16786"/>
                </a:lnTo>
                <a:lnTo>
                  <a:pt x="383281" y="16786"/>
                </a:lnTo>
                <a:lnTo>
                  <a:pt x="387642" y="17000"/>
                </a:lnTo>
                <a:lnTo>
                  <a:pt x="391456" y="17578"/>
                </a:lnTo>
                <a:lnTo>
                  <a:pt x="395129" y="18527"/>
                </a:lnTo>
                <a:lnTo>
                  <a:pt x="398640" y="19817"/>
                </a:lnTo>
                <a:lnTo>
                  <a:pt x="401953" y="21405"/>
                </a:lnTo>
                <a:lnTo>
                  <a:pt x="405162" y="23358"/>
                </a:lnTo>
                <a:lnTo>
                  <a:pt x="408072" y="25524"/>
                </a:lnTo>
                <a:lnTo>
                  <a:pt x="410846" y="28045"/>
                </a:lnTo>
                <a:lnTo>
                  <a:pt x="413367" y="30819"/>
                </a:lnTo>
                <a:lnTo>
                  <a:pt x="415533" y="33729"/>
                </a:lnTo>
                <a:lnTo>
                  <a:pt x="417486" y="36938"/>
                </a:lnTo>
                <a:lnTo>
                  <a:pt x="419075" y="40251"/>
                </a:lnTo>
                <a:lnTo>
                  <a:pt x="420363" y="43759"/>
                </a:lnTo>
                <a:lnTo>
                  <a:pt x="421313" y="47450"/>
                </a:lnTo>
                <a:lnTo>
                  <a:pt x="421892" y="51251"/>
                </a:lnTo>
                <a:lnTo>
                  <a:pt x="422106" y="55610"/>
                </a:lnTo>
                <a:lnTo>
                  <a:pt x="422106" y="241913"/>
                </a:lnTo>
                <a:lnTo>
                  <a:pt x="421891" y="246274"/>
                </a:lnTo>
                <a:lnTo>
                  <a:pt x="421313" y="250089"/>
                </a:lnTo>
                <a:lnTo>
                  <a:pt x="420349" y="253818"/>
                </a:lnTo>
                <a:lnTo>
                  <a:pt x="419077" y="257283"/>
                </a:lnTo>
                <a:lnTo>
                  <a:pt x="417451" y="260660"/>
                </a:lnTo>
                <a:lnTo>
                  <a:pt x="415538" y="263803"/>
                </a:lnTo>
                <a:lnTo>
                  <a:pt x="413310" y="266782"/>
                </a:lnTo>
                <a:lnTo>
                  <a:pt x="410763" y="269570"/>
                </a:lnTo>
                <a:lnTo>
                  <a:pt x="408166" y="271931"/>
                </a:lnTo>
                <a:lnTo>
                  <a:pt x="405162" y="274181"/>
                </a:lnTo>
                <a:lnTo>
                  <a:pt x="401951" y="276121"/>
                </a:lnTo>
                <a:lnTo>
                  <a:pt x="398640" y="277722"/>
                </a:lnTo>
                <a:lnTo>
                  <a:pt x="395003" y="279044"/>
                </a:lnTo>
                <a:lnTo>
                  <a:pt x="391456" y="279947"/>
                </a:lnTo>
                <a:lnTo>
                  <a:pt x="387776" y="280518"/>
                </a:lnTo>
                <a:lnTo>
                  <a:pt x="383600" y="280738"/>
                </a:lnTo>
                <a:lnTo>
                  <a:pt x="55292" y="280738"/>
                </a:lnTo>
                <a:lnTo>
                  <a:pt x="51115" y="280518"/>
                </a:lnTo>
                <a:lnTo>
                  <a:pt x="47435" y="279947"/>
                </a:lnTo>
                <a:lnTo>
                  <a:pt x="43832" y="279029"/>
                </a:lnTo>
                <a:lnTo>
                  <a:pt x="40240" y="277724"/>
                </a:lnTo>
                <a:lnTo>
                  <a:pt x="36862" y="276084"/>
                </a:lnTo>
                <a:lnTo>
                  <a:pt x="33721" y="274185"/>
                </a:lnTo>
                <a:lnTo>
                  <a:pt x="30731" y="271936"/>
                </a:lnTo>
                <a:lnTo>
                  <a:pt x="28029" y="269480"/>
                </a:lnTo>
                <a:lnTo>
                  <a:pt x="25651" y="266878"/>
                </a:lnTo>
                <a:lnTo>
                  <a:pt x="23338" y="263803"/>
                </a:lnTo>
                <a:lnTo>
                  <a:pt x="21439" y="260661"/>
                </a:lnTo>
                <a:lnTo>
                  <a:pt x="19799" y="257283"/>
                </a:lnTo>
                <a:lnTo>
                  <a:pt x="18494" y="253691"/>
                </a:lnTo>
                <a:lnTo>
                  <a:pt x="17580" y="250103"/>
                </a:lnTo>
                <a:lnTo>
                  <a:pt x="16997" y="246259"/>
                </a:lnTo>
                <a:lnTo>
                  <a:pt x="16786" y="242232"/>
                </a:lnTo>
                <a:lnTo>
                  <a:pt x="16786" y="55292"/>
                </a:lnTo>
                <a:lnTo>
                  <a:pt x="16997" y="51266"/>
                </a:lnTo>
                <a:lnTo>
                  <a:pt x="17580" y="474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E4DF1-7EA9-4F8F-AF99-755E5C34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64" y="2465269"/>
            <a:ext cx="1935707" cy="473352"/>
          </a:xfrm>
          <a:custGeom xmlns:a="http://schemas.openxmlformats.org/drawingml/2006/main">
            <a:pathLst>
              <a:path w="1935707" h="473352">
                <a:moveTo>
                  <a:pt x="0" y="0"/>
                </a:moveTo>
                <a:lnTo>
                  <a:pt x="1935707" y="0"/>
                </a:lnTo>
                <a:lnTo>
                  <a:pt x="1935707" y="473352"/>
                </a:lnTo>
                <a:lnTo>
                  <a:pt x="0" y="4733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2CCB9-34EC-4437-9C21-6393BECD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7" y="2456037"/>
            <a:ext cx="1952694" cy="490507"/>
          </a:xfrm>
          <a:custGeom xmlns:a="http://schemas.openxmlformats.org/drawingml/2006/main">
            <a:pathLst>
              <a:path w="1952694" h="490507">
                <a:moveTo>
                  <a:pt x="0" y="490507"/>
                </a:moveTo>
                <a:lnTo>
                  <a:pt x="1952694" y="490507"/>
                </a:lnTo>
                <a:lnTo>
                  <a:pt x="1952694" y="0"/>
                </a:lnTo>
                <a:lnTo>
                  <a:pt x="0" y="0"/>
                </a:lnTo>
                <a:lnTo>
                  <a:pt x="0" y="490507"/>
                </a:lnTo>
                <a:close/>
                <a:moveTo>
                  <a:pt x="1935908" y="473721"/>
                </a:moveTo>
                <a:lnTo>
                  <a:pt x="16786" y="473721"/>
                </a:lnTo>
                <a:lnTo>
                  <a:pt x="16786" y="16786"/>
                </a:lnTo>
                <a:lnTo>
                  <a:pt x="1935908" y="16786"/>
                </a:lnTo>
                <a:lnTo>
                  <a:pt x="1935908" y="47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471d69d164a18"/>
          <a:stretch xmlns:a="http://schemas.openxmlformats.org/drawingml/2006/main"/>
        </p:blipFill>
        <p:spPr>
          <a:xfrm xmlns:a="http://schemas.openxmlformats.org/drawingml/2006/main">
            <a:off x="175298" y="2592167"/>
            <a:ext cx="176898" cy="221569"/>
          </a:xfrm>
          <a:prstGeom xmlns:a="http://schemas.openxmlformats.org/drawingml/2006/main" prst="rect">
            <a:avLst/>
          </a:prstGeom>
        </p:spPr>
      </p:pic>
      <p:sp>
        <p:nvSpPr>
          <p:cNvPr id="198" name="Text NoteEditor">
            <a:extLst xmlns:a="http://schemas.openxmlformats.org/drawingml/2006/main">
              <a:ext uri="{FF2B5EF4-FFF2-40B4-BE49-F238E27FC236}">
                <a16:creationId xmlns:a16="http://schemas.microsoft.com/office/drawing/2014/main" id="{ED602D0A-AE56-40B8-9F5F-66815437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79" y="2614466"/>
            <a:ext cx="937799" cy="139071"/>
          </a:xfrm>
          <a:custGeom xmlns:a="http://schemas.openxmlformats.org/drawingml/2006/main">
            <a:pathLst>
              <a:path w="937799" h="139071">
                <a:moveTo>
                  <a:pt x="104942" y="127662"/>
                </a:moveTo>
                <a:cubicBezTo>
                  <a:pt x="104942" y="129170"/>
                  <a:pt x="104680" y="130514"/>
                  <a:pt x="104156" y="131694"/>
                </a:cubicBezTo>
                <a:cubicBezTo>
                  <a:pt x="103631" y="132874"/>
                  <a:pt x="102926" y="133858"/>
                  <a:pt x="102041" y="134645"/>
                </a:cubicBezTo>
                <a:cubicBezTo>
                  <a:pt x="101156" y="135432"/>
                  <a:pt x="100107" y="136005"/>
                  <a:pt x="98894" y="136366"/>
                </a:cubicBezTo>
                <a:cubicBezTo>
                  <a:pt x="97681" y="136727"/>
                  <a:pt x="96451" y="136907"/>
                  <a:pt x="95205" y="136907"/>
                </a:cubicBezTo>
                <a:lnTo>
                  <a:pt x="84190" y="136907"/>
                </a:lnTo>
                <a:cubicBezTo>
                  <a:pt x="81895" y="136907"/>
                  <a:pt x="79912" y="136677"/>
                  <a:pt x="78240" y="136218"/>
                </a:cubicBezTo>
                <a:cubicBezTo>
                  <a:pt x="76568" y="135760"/>
                  <a:pt x="75027" y="134924"/>
                  <a:pt x="73617" y="133710"/>
                </a:cubicBezTo>
                <a:cubicBezTo>
                  <a:pt x="72207" y="132497"/>
                  <a:pt x="70847" y="130858"/>
                  <a:pt x="69535" y="128793"/>
                </a:cubicBezTo>
                <a:cubicBezTo>
                  <a:pt x="68224" y="126727"/>
                  <a:pt x="66749" y="124061"/>
                  <a:pt x="65109" y="120792"/>
                </a:cubicBezTo>
                <a:lnTo>
                  <a:pt x="33440" y="61347"/>
                </a:lnTo>
                <a:cubicBezTo>
                  <a:pt x="31604" y="57811"/>
                  <a:pt x="29735" y="53996"/>
                  <a:pt x="27834" y="49902"/>
                </a:cubicBezTo>
                <a:cubicBezTo>
                  <a:pt x="25932" y="45808"/>
                  <a:pt x="24228" y="41829"/>
                  <a:pt x="22719" y="37964"/>
                </a:cubicBezTo>
                <a:lnTo>
                  <a:pt x="22523" y="37964"/>
                </a:lnTo>
                <a:cubicBezTo>
                  <a:pt x="22785" y="42681"/>
                  <a:pt x="22982" y="47381"/>
                  <a:pt x="23113" y="52065"/>
                </a:cubicBezTo>
                <a:cubicBezTo>
                  <a:pt x="23244" y="56747"/>
                  <a:pt x="23310" y="61578"/>
                  <a:pt x="23310" y="66557"/>
                </a:cubicBezTo>
                <a:lnTo>
                  <a:pt x="23310" y="133074"/>
                </a:lnTo>
                <a:cubicBezTo>
                  <a:pt x="23310" y="133730"/>
                  <a:pt x="23129" y="134320"/>
                  <a:pt x="22769" y="134845"/>
                </a:cubicBezTo>
                <a:cubicBezTo>
                  <a:pt x="22408" y="135369"/>
                  <a:pt x="21785" y="135812"/>
                  <a:pt x="20900" y="136172"/>
                </a:cubicBezTo>
                <a:cubicBezTo>
                  <a:pt x="20015" y="136531"/>
                  <a:pt x="18818" y="136809"/>
                  <a:pt x="17310" y="137005"/>
                </a:cubicBezTo>
                <a:cubicBezTo>
                  <a:pt x="15802" y="137202"/>
                  <a:pt x="13868" y="137300"/>
                  <a:pt x="11507" y="137300"/>
                </a:cubicBezTo>
                <a:cubicBezTo>
                  <a:pt x="9212" y="137300"/>
                  <a:pt x="7311" y="137202"/>
                  <a:pt x="5803" y="137005"/>
                </a:cubicBezTo>
                <a:cubicBezTo>
                  <a:pt x="4295" y="136809"/>
                  <a:pt x="3115" y="136530"/>
                  <a:pt x="2262" y="136169"/>
                </a:cubicBezTo>
                <a:cubicBezTo>
                  <a:pt x="1410" y="135809"/>
                  <a:pt x="820" y="135366"/>
                  <a:pt x="492" y="134842"/>
                </a:cubicBezTo>
                <a:cubicBezTo>
                  <a:pt x="164" y="134317"/>
                  <a:pt x="0" y="133727"/>
                  <a:pt x="0" y="133071"/>
                </a:cubicBezTo>
                <a:lnTo>
                  <a:pt x="0" y="18687"/>
                </a:lnTo>
                <a:cubicBezTo>
                  <a:pt x="0" y="15605"/>
                  <a:pt x="902" y="13294"/>
                  <a:pt x="2705" y="11753"/>
                </a:cubicBezTo>
                <a:cubicBezTo>
                  <a:pt x="4508" y="10212"/>
                  <a:pt x="6721" y="9442"/>
                  <a:pt x="9344" y="9442"/>
                </a:cubicBezTo>
                <a:lnTo>
                  <a:pt x="23211" y="9442"/>
                </a:lnTo>
                <a:cubicBezTo>
                  <a:pt x="25703" y="9442"/>
                  <a:pt x="27801" y="9655"/>
                  <a:pt x="29506" y="10081"/>
                </a:cubicBezTo>
                <a:cubicBezTo>
                  <a:pt x="31211" y="10507"/>
                  <a:pt x="32735" y="11212"/>
                  <a:pt x="34079" y="12196"/>
                </a:cubicBezTo>
                <a:cubicBezTo>
                  <a:pt x="35423" y="13179"/>
                  <a:pt x="36686" y="14540"/>
                  <a:pt x="37866" y="16277"/>
                </a:cubicBezTo>
                <a:cubicBezTo>
                  <a:pt x="39046" y="18015"/>
                  <a:pt x="40259" y="20157"/>
                  <a:pt x="41505" y="22704"/>
                </a:cubicBezTo>
                <a:lnTo>
                  <a:pt x="66290" y="69176"/>
                </a:lnTo>
                <a:cubicBezTo>
                  <a:pt x="67732" y="71993"/>
                  <a:pt x="69158" y="74761"/>
                  <a:pt x="70568" y="77480"/>
                </a:cubicBezTo>
                <a:cubicBezTo>
                  <a:pt x="71978" y="80197"/>
                  <a:pt x="73338" y="82915"/>
                  <a:pt x="74650" y="85634"/>
                </a:cubicBezTo>
                <a:cubicBezTo>
                  <a:pt x="75961" y="88351"/>
                  <a:pt x="77240" y="91020"/>
                  <a:pt x="78485" y="93641"/>
                </a:cubicBezTo>
                <a:cubicBezTo>
                  <a:pt x="79731" y="96260"/>
                  <a:pt x="80944" y="98879"/>
                  <a:pt x="82124" y="101500"/>
                </a:cubicBezTo>
                <a:lnTo>
                  <a:pt x="82223" y="101500"/>
                </a:lnTo>
                <a:cubicBezTo>
                  <a:pt x="82026" y="96914"/>
                  <a:pt x="81879" y="92133"/>
                  <a:pt x="81780" y="87156"/>
                </a:cubicBezTo>
                <a:cubicBezTo>
                  <a:pt x="81682" y="82179"/>
                  <a:pt x="81633" y="77430"/>
                  <a:pt x="81633" y="72910"/>
                </a:cubicBezTo>
                <a:lnTo>
                  <a:pt x="81633" y="13275"/>
                </a:lnTo>
                <a:cubicBezTo>
                  <a:pt x="81633" y="12619"/>
                  <a:pt x="81829" y="12029"/>
                  <a:pt x="82223" y="11504"/>
                </a:cubicBezTo>
                <a:cubicBezTo>
                  <a:pt x="82616" y="10980"/>
                  <a:pt x="83272" y="10522"/>
                  <a:pt x="84190" y="10130"/>
                </a:cubicBezTo>
                <a:cubicBezTo>
                  <a:pt x="85108" y="9737"/>
                  <a:pt x="86321" y="9458"/>
                  <a:pt x="87829" y="9294"/>
                </a:cubicBezTo>
                <a:cubicBezTo>
                  <a:pt x="89337" y="9130"/>
                  <a:pt x="91271" y="9048"/>
                  <a:pt x="93632" y="9048"/>
                </a:cubicBezTo>
                <a:cubicBezTo>
                  <a:pt x="95861" y="9048"/>
                  <a:pt x="97730" y="9130"/>
                  <a:pt x="99238" y="9294"/>
                </a:cubicBezTo>
                <a:cubicBezTo>
                  <a:pt x="100746" y="9458"/>
                  <a:pt x="101910" y="9737"/>
                  <a:pt x="102729" y="10130"/>
                </a:cubicBezTo>
                <a:cubicBezTo>
                  <a:pt x="103549" y="10524"/>
                  <a:pt x="104123" y="10983"/>
                  <a:pt x="104451" y="11507"/>
                </a:cubicBezTo>
                <a:cubicBezTo>
                  <a:pt x="104778" y="12032"/>
                  <a:pt x="104942" y="12622"/>
                  <a:pt x="104942" y="13278"/>
                </a:cubicBezTo>
                <a:lnTo>
                  <a:pt x="104942" y="127662"/>
                </a:lnTo>
                <a:close/>
                <a:moveTo>
                  <a:pt x="219845" y="88613"/>
                </a:moveTo>
                <a:cubicBezTo>
                  <a:pt x="219845" y="96104"/>
                  <a:pt x="218861" y="102937"/>
                  <a:pt x="216894" y="109113"/>
                </a:cubicBezTo>
                <a:cubicBezTo>
                  <a:pt x="214927" y="115289"/>
                  <a:pt x="211944" y="120610"/>
                  <a:pt x="207944" y="125077"/>
                </a:cubicBezTo>
                <a:cubicBezTo>
                  <a:pt x="203944" y="129544"/>
                  <a:pt x="198928" y="132993"/>
                  <a:pt x="192896" y="135426"/>
                </a:cubicBezTo>
                <a:cubicBezTo>
                  <a:pt x="186864" y="137856"/>
                  <a:pt x="179815" y="139071"/>
                  <a:pt x="171750" y="139071"/>
                </a:cubicBezTo>
                <a:cubicBezTo>
                  <a:pt x="163947" y="139071"/>
                  <a:pt x="157161" y="137987"/>
                  <a:pt x="151391" y="135819"/>
                </a:cubicBezTo>
                <a:cubicBezTo>
                  <a:pt x="145621" y="133651"/>
                  <a:pt x="140835" y="130498"/>
                  <a:pt x="137032" y="126359"/>
                </a:cubicBezTo>
                <a:cubicBezTo>
                  <a:pt x="133229" y="122220"/>
                  <a:pt x="130409" y="117128"/>
                  <a:pt x="128573" y="111083"/>
                </a:cubicBezTo>
                <a:cubicBezTo>
                  <a:pt x="126737" y="105039"/>
                  <a:pt x="125819" y="98141"/>
                  <a:pt x="125819" y="90389"/>
                </a:cubicBezTo>
                <a:cubicBezTo>
                  <a:pt x="125819" y="82898"/>
                  <a:pt x="126819" y="76048"/>
                  <a:pt x="128819" y="69840"/>
                </a:cubicBezTo>
                <a:cubicBezTo>
                  <a:pt x="130819" y="63631"/>
                  <a:pt x="133819" y="58310"/>
                  <a:pt x="137818" y="53876"/>
                </a:cubicBezTo>
                <a:cubicBezTo>
                  <a:pt x="141818" y="49442"/>
                  <a:pt x="146818" y="46010"/>
                  <a:pt x="152817" y="43579"/>
                </a:cubicBezTo>
                <a:cubicBezTo>
                  <a:pt x="158817" y="41147"/>
                  <a:pt x="165849" y="39931"/>
                  <a:pt x="173914" y="39931"/>
                </a:cubicBezTo>
                <a:cubicBezTo>
                  <a:pt x="181782" y="39931"/>
                  <a:pt x="188601" y="40999"/>
                  <a:pt x="194371" y="43134"/>
                </a:cubicBezTo>
                <a:cubicBezTo>
                  <a:pt x="200141" y="45269"/>
                  <a:pt x="204911" y="48406"/>
                  <a:pt x="208681" y="52545"/>
                </a:cubicBezTo>
                <a:cubicBezTo>
                  <a:pt x="212452" y="56684"/>
                  <a:pt x="215255" y="61776"/>
                  <a:pt x="217091" y="67820"/>
                </a:cubicBezTo>
                <a:cubicBezTo>
                  <a:pt x="218927" y="73865"/>
                  <a:pt x="219845" y="80796"/>
                  <a:pt x="219845" y="88613"/>
                </a:cubicBezTo>
                <a:moveTo>
                  <a:pt x="194371" y="89599"/>
                </a:moveTo>
                <a:cubicBezTo>
                  <a:pt x="194371" y="85272"/>
                  <a:pt x="194027" y="81289"/>
                  <a:pt x="193338" y="77649"/>
                </a:cubicBezTo>
                <a:cubicBezTo>
                  <a:pt x="192650" y="74010"/>
                  <a:pt x="191486" y="70847"/>
                  <a:pt x="189847" y="68158"/>
                </a:cubicBezTo>
                <a:cubicBezTo>
                  <a:pt x="188208" y="65470"/>
                  <a:pt x="186028" y="63372"/>
                  <a:pt x="183307" y="61864"/>
                </a:cubicBezTo>
                <a:cubicBezTo>
                  <a:pt x="180585" y="60356"/>
                  <a:pt x="177159" y="59602"/>
                  <a:pt x="173029" y="59602"/>
                </a:cubicBezTo>
                <a:cubicBezTo>
                  <a:pt x="169357" y="59602"/>
                  <a:pt x="166144" y="60274"/>
                  <a:pt x="163390" y="61618"/>
                </a:cubicBezTo>
                <a:cubicBezTo>
                  <a:pt x="160636" y="62962"/>
                  <a:pt x="158374" y="64929"/>
                  <a:pt x="156604" y="67519"/>
                </a:cubicBezTo>
                <a:cubicBezTo>
                  <a:pt x="154833" y="70109"/>
                  <a:pt x="153506" y="73224"/>
                  <a:pt x="152620" y="76863"/>
                </a:cubicBezTo>
                <a:cubicBezTo>
                  <a:pt x="151735" y="80502"/>
                  <a:pt x="151293" y="84649"/>
                  <a:pt x="151293" y="89304"/>
                </a:cubicBezTo>
                <a:cubicBezTo>
                  <a:pt x="151293" y="93632"/>
                  <a:pt x="151653" y="97615"/>
                  <a:pt x="152375" y="101254"/>
                </a:cubicBezTo>
                <a:cubicBezTo>
                  <a:pt x="153096" y="104893"/>
                  <a:pt x="154260" y="108057"/>
                  <a:pt x="155866" y="110745"/>
                </a:cubicBezTo>
                <a:cubicBezTo>
                  <a:pt x="157473" y="113433"/>
                  <a:pt x="159653" y="115515"/>
                  <a:pt x="162407" y="116991"/>
                </a:cubicBezTo>
                <a:cubicBezTo>
                  <a:pt x="165160" y="118466"/>
                  <a:pt x="168570" y="119203"/>
                  <a:pt x="172635" y="119203"/>
                </a:cubicBezTo>
                <a:cubicBezTo>
                  <a:pt x="176373" y="119203"/>
                  <a:pt x="179618" y="118531"/>
                  <a:pt x="182372" y="117187"/>
                </a:cubicBezTo>
                <a:cubicBezTo>
                  <a:pt x="185126" y="115843"/>
                  <a:pt x="187388" y="113892"/>
                  <a:pt x="189158" y="111335"/>
                </a:cubicBezTo>
                <a:cubicBezTo>
                  <a:pt x="190929" y="108778"/>
                  <a:pt x="192240" y="105680"/>
                  <a:pt x="193093" y="102041"/>
                </a:cubicBezTo>
                <a:cubicBezTo>
                  <a:pt x="193945" y="98402"/>
                  <a:pt x="194371" y="94255"/>
                  <a:pt x="194371" y="89599"/>
                </a:cubicBezTo>
                <a:close/>
                <a:moveTo>
                  <a:pt x="291327" y="124644"/>
                </a:moveTo>
                <a:cubicBezTo>
                  <a:pt x="291327" y="127543"/>
                  <a:pt x="291147" y="129767"/>
                  <a:pt x="290786" y="131316"/>
                </a:cubicBezTo>
                <a:cubicBezTo>
                  <a:pt x="290426" y="132863"/>
                  <a:pt x="289950" y="133950"/>
                  <a:pt x="289360" y="134577"/>
                </a:cubicBezTo>
                <a:cubicBezTo>
                  <a:pt x="288770" y="135202"/>
                  <a:pt x="287901" y="135762"/>
                  <a:pt x="286754" y="136255"/>
                </a:cubicBezTo>
                <a:cubicBezTo>
                  <a:pt x="285606" y="136749"/>
                  <a:pt x="284262" y="137177"/>
                  <a:pt x="282721" y="137540"/>
                </a:cubicBezTo>
                <a:cubicBezTo>
                  <a:pt x="281181" y="137903"/>
                  <a:pt x="279509" y="138182"/>
                  <a:pt x="277705" y="138379"/>
                </a:cubicBezTo>
                <a:cubicBezTo>
                  <a:pt x="275902" y="138578"/>
                  <a:pt x="274083" y="138677"/>
                  <a:pt x="272247" y="138677"/>
                </a:cubicBezTo>
                <a:cubicBezTo>
                  <a:pt x="267329" y="138677"/>
                  <a:pt x="263067" y="138054"/>
                  <a:pt x="259461" y="136809"/>
                </a:cubicBezTo>
                <a:cubicBezTo>
                  <a:pt x="255855" y="135563"/>
                  <a:pt x="252871" y="133645"/>
                  <a:pt x="250511" y="131055"/>
                </a:cubicBezTo>
                <a:cubicBezTo>
                  <a:pt x="248150" y="128465"/>
                  <a:pt x="246413" y="125203"/>
                  <a:pt x="245298" y="121269"/>
                </a:cubicBezTo>
                <a:cubicBezTo>
                  <a:pt x="244184" y="117335"/>
                  <a:pt x="243626" y="112679"/>
                  <a:pt x="243626" y="107303"/>
                </a:cubicBezTo>
                <a:lnTo>
                  <a:pt x="243626" y="62356"/>
                </a:lnTo>
                <a:lnTo>
                  <a:pt x="233102" y="62356"/>
                </a:lnTo>
                <a:cubicBezTo>
                  <a:pt x="231857" y="62356"/>
                  <a:pt x="230906" y="61585"/>
                  <a:pt x="230250" y="60044"/>
                </a:cubicBezTo>
                <a:cubicBezTo>
                  <a:pt x="229595" y="58503"/>
                  <a:pt x="229267" y="55930"/>
                  <a:pt x="229267" y="52324"/>
                </a:cubicBezTo>
                <a:cubicBezTo>
                  <a:pt x="229267" y="50422"/>
                  <a:pt x="229349" y="48816"/>
                  <a:pt x="229513" y="47504"/>
                </a:cubicBezTo>
                <a:cubicBezTo>
                  <a:pt x="229677" y="46193"/>
                  <a:pt x="229922" y="45160"/>
                  <a:pt x="230250" y="44406"/>
                </a:cubicBezTo>
                <a:cubicBezTo>
                  <a:pt x="230578" y="43652"/>
                  <a:pt x="230988" y="43111"/>
                  <a:pt x="231480" y="42783"/>
                </a:cubicBezTo>
                <a:cubicBezTo>
                  <a:pt x="231971" y="42456"/>
                  <a:pt x="232545" y="42292"/>
                  <a:pt x="233201" y="42292"/>
                </a:cubicBezTo>
                <a:lnTo>
                  <a:pt x="243626" y="42292"/>
                </a:lnTo>
                <a:lnTo>
                  <a:pt x="243626" y="22640"/>
                </a:lnTo>
                <a:cubicBezTo>
                  <a:pt x="243626" y="21980"/>
                  <a:pt x="243807" y="21387"/>
                  <a:pt x="244167" y="20860"/>
                </a:cubicBezTo>
                <a:cubicBezTo>
                  <a:pt x="244528" y="20333"/>
                  <a:pt x="245183" y="19890"/>
                  <a:pt x="246134" y="19529"/>
                </a:cubicBezTo>
                <a:cubicBezTo>
                  <a:pt x="247085" y="19166"/>
                  <a:pt x="248364" y="18903"/>
                  <a:pt x="249970" y="18739"/>
                </a:cubicBezTo>
                <a:cubicBezTo>
                  <a:pt x="251576" y="18573"/>
                  <a:pt x="253560" y="18490"/>
                  <a:pt x="255920" y="18490"/>
                </a:cubicBezTo>
                <a:cubicBezTo>
                  <a:pt x="258346" y="18490"/>
                  <a:pt x="260363" y="18573"/>
                  <a:pt x="261969" y="18739"/>
                </a:cubicBezTo>
                <a:cubicBezTo>
                  <a:pt x="263575" y="18903"/>
                  <a:pt x="264838" y="19166"/>
                  <a:pt x="265756" y="19529"/>
                </a:cubicBezTo>
                <a:cubicBezTo>
                  <a:pt x="266674" y="19890"/>
                  <a:pt x="267329" y="20333"/>
                  <a:pt x="267723" y="20860"/>
                </a:cubicBezTo>
                <a:cubicBezTo>
                  <a:pt x="268116" y="21387"/>
                  <a:pt x="268313" y="21980"/>
                  <a:pt x="268313" y="22640"/>
                </a:cubicBezTo>
                <a:lnTo>
                  <a:pt x="268313" y="42292"/>
                </a:lnTo>
                <a:lnTo>
                  <a:pt x="287393" y="42292"/>
                </a:lnTo>
                <a:cubicBezTo>
                  <a:pt x="288049" y="42292"/>
                  <a:pt x="288623" y="42456"/>
                  <a:pt x="289114" y="42783"/>
                </a:cubicBezTo>
                <a:cubicBezTo>
                  <a:pt x="289606" y="43111"/>
                  <a:pt x="290016" y="43652"/>
                  <a:pt x="290344" y="44406"/>
                </a:cubicBezTo>
                <a:cubicBezTo>
                  <a:pt x="290672" y="45160"/>
                  <a:pt x="290917" y="46193"/>
                  <a:pt x="291081" y="47504"/>
                </a:cubicBezTo>
                <a:cubicBezTo>
                  <a:pt x="291245" y="48816"/>
                  <a:pt x="291327" y="50422"/>
                  <a:pt x="291327" y="52324"/>
                </a:cubicBezTo>
                <a:cubicBezTo>
                  <a:pt x="291327" y="55930"/>
                  <a:pt x="290999" y="58503"/>
                  <a:pt x="290344" y="60044"/>
                </a:cubicBezTo>
                <a:cubicBezTo>
                  <a:pt x="289688" y="61585"/>
                  <a:pt x="288737" y="62356"/>
                  <a:pt x="287492" y="62356"/>
                </a:cubicBezTo>
                <a:lnTo>
                  <a:pt x="268313" y="62356"/>
                </a:lnTo>
                <a:lnTo>
                  <a:pt x="268313" y="103492"/>
                </a:lnTo>
                <a:cubicBezTo>
                  <a:pt x="268313" y="108270"/>
                  <a:pt x="269067" y="111854"/>
                  <a:pt x="270575" y="114243"/>
                </a:cubicBezTo>
                <a:cubicBezTo>
                  <a:pt x="272083" y="116632"/>
                  <a:pt x="274771" y="117827"/>
                  <a:pt x="278640" y="117827"/>
                </a:cubicBezTo>
                <a:cubicBezTo>
                  <a:pt x="279951" y="117827"/>
                  <a:pt x="281131" y="117712"/>
                  <a:pt x="282180" y="117482"/>
                </a:cubicBezTo>
                <a:cubicBezTo>
                  <a:pt x="283230" y="117253"/>
                  <a:pt x="284164" y="116991"/>
                  <a:pt x="284984" y="116695"/>
                </a:cubicBezTo>
                <a:cubicBezTo>
                  <a:pt x="285803" y="116400"/>
                  <a:pt x="286492" y="116138"/>
                  <a:pt x="287049" y="115909"/>
                </a:cubicBezTo>
                <a:cubicBezTo>
                  <a:pt x="287606" y="115679"/>
                  <a:pt x="288114" y="115564"/>
                  <a:pt x="288573" y="115564"/>
                </a:cubicBezTo>
                <a:cubicBezTo>
                  <a:pt x="288967" y="115564"/>
                  <a:pt x="289344" y="115679"/>
                  <a:pt x="289704" y="115909"/>
                </a:cubicBezTo>
                <a:cubicBezTo>
                  <a:pt x="290065" y="116138"/>
                  <a:pt x="290344" y="116598"/>
                  <a:pt x="290540" y="117289"/>
                </a:cubicBezTo>
                <a:cubicBezTo>
                  <a:pt x="290737" y="117977"/>
                  <a:pt x="290917" y="118915"/>
                  <a:pt x="291081" y="120101"/>
                </a:cubicBezTo>
                <a:cubicBezTo>
                  <a:pt x="291245" y="121285"/>
                  <a:pt x="291327" y="122799"/>
                  <a:pt x="291327" y="124644"/>
                </a:cubicBezTo>
                <a:close/>
                <a:moveTo>
                  <a:pt x="387582" y="86928"/>
                </a:moveTo>
                <a:cubicBezTo>
                  <a:pt x="387582" y="89951"/>
                  <a:pt x="386910" y="92184"/>
                  <a:pt x="385566" y="93629"/>
                </a:cubicBezTo>
                <a:cubicBezTo>
                  <a:pt x="384221" y="95073"/>
                  <a:pt x="382369" y="95796"/>
                  <a:pt x="380009" y="95796"/>
                </a:cubicBezTo>
                <a:lnTo>
                  <a:pt x="326603" y="95796"/>
                </a:lnTo>
                <a:cubicBezTo>
                  <a:pt x="326603" y="99547"/>
                  <a:pt x="327046" y="102954"/>
                  <a:pt x="327931" y="106015"/>
                </a:cubicBezTo>
                <a:cubicBezTo>
                  <a:pt x="328816" y="109076"/>
                  <a:pt x="330226" y="111677"/>
                  <a:pt x="332160" y="113819"/>
                </a:cubicBezTo>
                <a:cubicBezTo>
                  <a:pt x="334094" y="115958"/>
                  <a:pt x="336586" y="117587"/>
                  <a:pt x="339635" y="118706"/>
                </a:cubicBezTo>
                <a:cubicBezTo>
                  <a:pt x="342684" y="119824"/>
                  <a:pt x="346339" y="120384"/>
                  <a:pt x="350601" y="120384"/>
                </a:cubicBezTo>
                <a:cubicBezTo>
                  <a:pt x="354929" y="120384"/>
                  <a:pt x="358732" y="120067"/>
                  <a:pt x="362010" y="119434"/>
                </a:cubicBezTo>
                <a:cubicBezTo>
                  <a:pt x="365288" y="118801"/>
                  <a:pt x="368124" y="118101"/>
                  <a:pt x="370518" y="117335"/>
                </a:cubicBezTo>
                <a:cubicBezTo>
                  <a:pt x="372911" y="116568"/>
                  <a:pt x="374894" y="115869"/>
                  <a:pt x="376468" y="115236"/>
                </a:cubicBezTo>
                <a:cubicBezTo>
                  <a:pt x="378042" y="114602"/>
                  <a:pt x="379320" y="114286"/>
                  <a:pt x="380304" y="114286"/>
                </a:cubicBezTo>
                <a:cubicBezTo>
                  <a:pt x="380894" y="114286"/>
                  <a:pt x="381386" y="114402"/>
                  <a:pt x="381779" y="114633"/>
                </a:cubicBezTo>
                <a:cubicBezTo>
                  <a:pt x="382172" y="114863"/>
                  <a:pt x="382500" y="115274"/>
                  <a:pt x="382762" y="115869"/>
                </a:cubicBezTo>
                <a:cubicBezTo>
                  <a:pt x="383025" y="116461"/>
                  <a:pt x="383205" y="117301"/>
                  <a:pt x="383303" y="118389"/>
                </a:cubicBezTo>
                <a:cubicBezTo>
                  <a:pt x="383402" y="119477"/>
                  <a:pt x="383451" y="120845"/>
                  <a:pt x="383451" y="122492"/>
                </a:cubicBezTo>
                <a:cubicBezTo>
                  <a:pt x="383451" y="123943"/>
                  <a:pt x="383418" y="125179"/>
                  <a:pt x="383353" y="126202"/>
                </a:cubicBezTo>
                <a:cubicBezTo>
                  <a:pt x="383287" y="127222"/>
                  <a:pt x="383189" y="128095"/>
                  <a:pt x="383058" y="128821"/>
                </a:cubicBezTo>
                <a:cubicBezTo>
                  <a:pt x="382926" y="129546"/>
                  <a:pt x="382730" y="130156"/>
                  <a:pt x="382467" y="130652"/>
                </a:cubicBezTo>
                <a:cubicBezTo>
                  <a:pt x="382205" y="131146"/>
                  <a:pt x="381861" y="131624"/>
                  <a:pt x="381435" y="132085"/>
                </a:cubicBezTo>
                <a:cubicBezTo>
                  <a:pt x="381009" y="132546"/>
                  <a:pt x="379845" y="133170"/>
                  <a:pt x="377943" y="133956"/>
                </a:cubicBezTo>
                <a:cubicBezTo>
                  <a:pt x="376042" y="134743"/>
                  <a:pt x="373616" y="135514"/>
                  <a:pt x="370665" y="136268"/>
                </a:cubicBezTo>
                <a:cubicBezTo>
                  <a:pt x="367714" y="137022"/>
                  <a:pt x="364338" y="137677"/>
                  <a:pt x="360535" y="138235"/>
                </a:cubicBezTo>
                <a:cubicBezTo>
                  <a:pt x="356732" y="138792"/>
                  <a:pt x="352667" y="139071"/>
                  <a:pt x="348339" y="139071"/>
                </a:cubicBezTo>
                <a:cubicBezTo>
                  <a:pt x="340536" y="139071"/>
                  <a:pt x="333701" y="138085"/>
                  <a:pt x="327832" y="136114"/>
                </a:cubicBezTo>
                <a:cubicBezTo>
                  <a:pt x="321964" y="134143"/>
                  <a:pt x="317063" y="131153"/>
                  <a:pt x="313129" y="127145"/>
                </a:cubicBezTo>
                <a:cubicBezTo>
                  <a:pt x="309195" y="123138"/>
                  <a:pt x="306260" y="118080"/>
                  <a:pt x="304326" y="111971"/>
                </a:cubicBezTo>
                <a:cubicBezTo>
                  <a:pt x="302392" y="105861"/>
                  <a:pt x="301425" y="98700"/>
                  <a:pt x="301425" y="90488"/>
                </a:cubicBezTo>
                <a:cubicBezTo>
                  <a:pt x="301425" y="82669"/>
                  <a:pt x="302441" y="75622"/>
                  <a:pt x="304474" y="69348"/>
                </a:cubicBezTo>
                <a:cubicBezTo>
                  <a:pt x="306506" y="63074"/>
                  <a:pt x="309457" y="57753"/>
                  <a:pt x="313325" y="53384"/>
                </a:cubicBezTo>
                <a:cubicBezTo>
                  <a:pt x="317194" y="49013"/>
                  <a:pt x="321899" y="45679"/>
                  <a:pt x="327439" y="43380"/>
                </a:cubicBezTo>
                <a:cubicBezTo>
                  <a:pt x="332980" y="41081"/>
                  <a:pt x="339225" y="39931"/>
                  <a:pt x="346175" y="39931"/>
                </a:cubicBezTo>
                <a:cubicBezTo>
                  <a:pt x="353519" y="39931"/>
                  <a:pt x="359797" y="41015"/>
                  <a:pt x="365010" y="43183"/>
                </a:cubicBezTo>
                <a:cubicBezTo>
                  <a:pt x="370222" y="45351"/>
                  <a:pt x="374501" y="48356"/>
                  <a:pt x="377845" y="52198"/>
                </a:cubicBezTo>
                <a:cubicBezTo>
                  <a:pt x="381189" y="56040"/>
                  <a:pt x="383648" y="60588"/>
                  <a:pt x="385221" y="65844"/>
                </a:cubicBezTo>
                <a:cubicBezTo>
                  <a:pt x="386795" y="71098"/>
                  <a:pt x="387582" y="76812"/>
                  <a:pt x="387582" y="82988"/>
                </a:cubicBezTo>
                <a:lnTo>
                  <a:pt x="387582" y="86928"/>
                </a:lnTo>
                <a:moveTo>
                  <a:pt x="363584" y="79862"/>
                </a:moveTo>
                <a:cubicBezTo>
                  <a:pt x="363780" y="72881"/>
                  <a:pt x="362387" y="67399"/>
                  <a:pt x="359404" y="63416"/>
                </a:cubicBezTo>
                <a:cubicBezTo>
                  <a:pt x="356420" y="59431"/>
                  <a:pt x="351814" y="57438"/>
                  <a:pt x="345585" y="57438"/>
                </a:cubicBezTo>
                <a:cubicBezTo>
                  <a:pt x="342438" y="57438"/>
                  <a:pt x="339700" y="58031"/>
                  <a:pt x="337373" y="59218"/>
                </a:cubicBezTo>
                <a:cubicBezTo>
                  <a:pt x="335045" y="60402"/>
                  <a:pt x="333111" y="61999"/>
                  <a:pt x="331570" y="64009"/>
                </a:cubicBezTo>
                <a:cubicBezTo>
                  <a:pt x="330029" y="66017"/>
                  <a:pt x="328849" y="68388"/>
                  <a:pt x="328029" y="71121"/>
                </a:cubicBezTo>
                <a:cubicBezTo>
                  <a:pt x="327210" y="73853"/>
                  <a:pt x="326734" y="76766"/>
                  <a:pt x="326603" y="79862"/>
                </a:cubicBezTo>
                <a:lnTo>
                  <a:pt x="363584" y="79862"/>
                </a:lnTo>
                <a:close/>
                <a:moveTo>
                  <a:pt x="530324" y="126580"/>
                </a:moveTo>
                <a:cubicBezTo>
                  <a:pt x="530324" y="128481"/>
                  <a:pt x="530242" y="130071"/>
                  <a:pt x="530078" y="131350"/>
                </a:cubicBezTo>
                <a:cubicBezTo>
                  <a:pt x="529914" y="132629"/>
                  <a:pt x="529669" y="133661"/>
                  <a:pt x="529341" y="134448"/>
                </a:cubicBezTo>
                <a:cubicBezTo>
                  <a:pt x="529013" y="135235"/>
                  <a:pt x="528603" y="135809"/>
                  <a:pt x="528111" y="136169"/>
                </a:cubicBezTo>
                <a:cubicBezTo>
                  <a:pt x="527620" y="136530"/>
                  <a:pt x="527079" y="136710"/>
                  <a:pt x="526488" y="136710"/>
                </a:cubicBezTo>
                <a:lnTo>
                  <a:pt x="462559" y="136710"/>
                </a:lnTo>
                <a:cubicBezTo>
                  <a:pt x="460395" y="136710"/>
                  <a:pt x="458576" y="136071"/>
                  <a:pt x="457101" y="134792"/>
                </a:cubicBezTo>
                <a:cubicBezTo>
                  <a:pt x="455625" y="133514"/>
                  <a:pt x="454888" y="131432"/>
                  <a:pt x="454888" y="128547"/>
                </a:cubicBezTo>
                <a:lnTo>
                  <a:pt x="454888" y="17605"/>
                </a:lnTo>
                <a:cubicBezTo>
                  <a:pt x="454888" y="14720"/>
                  <a:pt x="455625" y="12638"/>
                  <a:pt x="457101" y="11360"/>
                </a:cubicBezTo>
                <a:cubicBezTo>
                  <a:pt x="458576" y="10081"/>
                  <a:pt x="460395" y="9442"/>
                  <a:pt x="462559" y="9442"/>
                </a:cubicBezTo>
                <a:lnTo>
                  <a:pt x="526095" y="9442"/>
                </a:lnTo>
                <a:cubicBezTo>
                  <a:pt x="526685" y="9442"/>
                  <a:pt x="527210" y="9606"/>
                  <a:pt x="527669" y="9934"/>
                </a:cubicBezTo>
                <a:cubicBezTo>
                  <a:pt x="528128" y="10261"/>
                  <a:pt x="528521" y="10835"/>
                  <a:pt x="528849" y="11655"/>
                </a:cubicBezTo>
                <a:cubicBezTo>
                  <a:pt x="529177" y="12474"/>
                  <a:pt x="529423" y="13523"/>
                  <a:pt x="529587" y="14802"/>
                </a:cubicBezTo>
                <a:cubicBezTo>
                  <a:pt x="529751" y="16081"/>
                  <a:pt x="529832" y="17703"/>
                  <a:pt x="529832" y="19671"/>
                </a:cubicBezTo>
                <a:cubicBezTo>
                  <a:pt x="529832" y="21506"/>
                  <a:pt x="529751" y="23064"/>
                  <a:pt x="529587" y="24342"/>
                </a:cubicBezTo>
                <a:cubicBezTo>
                  <a:pt x="529423" y="25621"/>
                  <a:pt x="529177" y="26654"/>
                  <a:pt x="528849" y="27440"/>
                </a:cubicBezTo>
                <a:cubicBezTo>
                  <a:pt x="528521" y="28227"/>
                  <a:pt x="528128" y="28801"/>
                  <a:pt x="527669" y="29162"/>
                </a:cubicBezTo>
                <a:cubicBezTo>
                  <a:pt x="527210" y="29522"/>
                  <a:pt x="526685" y="29703"/>
                  <a:pt x="526095" y="29703"/>
                </a:cubicBezTo>
                <a:lnTo>
                  <a:pt x="480656" y="29703"/>
                </a:lnTo>
                <a:lnTo>
                  <a:pt x="480656" y="60585"/>
                </a:lnTo>
                <a:lnTo>
                  <a:pt x="519112" y="60585"/>
                </a:lnTo>
                <a:cubicBezTo>
                  <a:pt x="519702" y="60585"/>
                  <a:pt x="520243" y="60767"/>
                  <a:pt x="520735" y="61129"/>
                </a:cubicBezTo>
                <a:cubicBezTo>
                  <a:pt x="521227" y="61492"/>
                  <a:pt x="521636" y="62052"/>
                  <a:pt x="521964" y="62810"/>
                </a:cubicBezTo>
                <a:cubicBezTo>
                  <a:pt x="522292" y="63567"/>
                  <a:pt x="522538" y="64588"/>
                  <a:pt x="522702" y="65875"/>
                </a:cubicBezTo>
                <a:cubicBezTo>
                  <a:pt x="522866" y="67160"/>
                  <a:pt x="522948" y="68724"/>
                  <a:pt x="522948" y="70568"/>
                </a:cubicBezTo>
                <a:cubicBezTo>
                  <a:pt x="522948" y="72480"/>
                  <a:pt x="522866" y="74062"/>
                  <a:pt x="522702" y="75314"/>
                </a:cubicBezTo>
                <a:cubicBezTo>
                  <a:pt x="522538" y="76566"/>
                  <a:pt x="522292" y="77571"/>
                  <a:pt x="521964" y="78329"/>
                </a:cubicBezTo>
                <a:cubicBezTo>
                  <a:pt x="521636" y="79085"/>
                  <a:pt x="521227" y="79628"/>
                  <a:pt x="520735" y="79958"/>
                </a:cubicBezTo>
                <a:cubicBezTo>
                  <a:pt x="520243" y="80288"/>
                  <a:pt x="519702" y="80453"/>
                  <a:pt x="519112" y="80453"/>
                </a:cubicBezTo>
                <a:lnTo>
                  <a:pt x="480656" y="80453"/>
                </a:lnTo>
                <a:lnTo>
                  <a:pt x="480656" y="116450"/>
                </a:lnTo>
                <a:lnTo>
                  <a:pt x="526488" y="116450"/>
                </a:lnTo>
                <a:cubicBezTo>
                  <a:pt x="527079" y="116450"/>
                  <a:pt x="527620" y="116630"/>
                  <a:pt x="528111" y="116991"/>
                </a:cubicBezTo>
                <a:cubicBezTo>
                  <a:pt x="528603" y="117351"/>
                  <a:pt x="529013" y="117925"/>
                  <a:pt x="529341" y="118712"/>
                </a:cubicBezTo>
                <a:cubicBezTo>
                  <a:pt x="529669" y="119499"/>
                  <a:pt x="529914" y="120531"/>
                  <a:pt x="530078" y="121810"/>
                </a:cubicBezTo>
                <a:cubicBezTo>
                  <a:pt x="530242" y="123088"/>
                  <a:pt x="530324" y="124678"/>
                  <a:pt x="530324" y="126580"/>
                </a:cubicBezTo>
                <a:close/>
                <a:moveTo>
                  <a:pt x="631457" y="133363"/>
                </a:moveTo>
                <a:cubicBezTo>
                  <a:pt x="631457" y="134084"/>
                  <a:pt x="631293" y="134692"/>
                  <a:pt x="630965" y="135186"/>
                </a:cubicBezTo>
                <a:cubicBezTo>
                  <a:pt x="630637" y="135678"/>
                  <a:pt x="630080" y="136087"/>
                  <a:pt x="629293" y="136415"/>
                </a:cubicBezTo>
                <a:cubicBezTo>
                  <a:pt x="628507" y="136743"/>
                  <a:pt x="627441" y="136973"/>
                  <a:pt x="626097" y="137104"/>
                </a:cubicBezTo>
                <a:cubicBezTo>
                  <a:pt x="624753" y="137235"/>
                  <a:pt x="623097" y="137300"/>
                  <a:pt x="621130" y="137300"/>
                </a:cubicBezTo>
                <a:cubicBezTo>
                  <a:pt x="619032" y="137300"/>
                  <a:pt x="617327" y="137235"/>
                  <a:pt x="616016" y="137104"/>
                </a:cubicBezTo>
                <a:cubicBezTo>
                  <a:pt x="614704" y="136975"/>
                  <a:pt x="613639" y="136747"/>
                  <a:pt x="612819" y="136421"/>
                </a:cubicBezTo>
                <a:cubicBezTo>
                  <a:pt x="612000" y="136093"/>
                  <a:pt x="611410" y="135686"/>
                  <a:pt x="611049" y="135198"/>
                </a:cubicBezTo>
                <a:cubicBezTo>
                  <a:pt x="610688" y="134708"/>
                  <a:pt x="610508" y="134104"/>
                  <a:pt x="610508" y="133385"/>
                </a:cubicBezTo>
                <a:lnTo>
                  <a:pt x="610508" y="123697"/>
                </a:lnTo>
                <a:cubicBezTo>
                  <a:pt x="605984" y="128559"/>
                  <a:pt x="601246" y="132338"/>
                  <a:pt x="596296" y="135032"/>
                </a:cubicBezTo>
                <a:cubicBezTo>
                  <a:pt x="591346" y="137725"/>
                  <a:pt x="585854" y="139071"/>
                  <a:pt x="579822" y="139071"/>
                </a:cubicBezTo>
                <a:cubicBezTo>
                  <a:pt x="573134" y="139071"/>
                  <a:pt x="567479" y="137774"/>
                  <a:pt x="562856" y="135180"/>
                </a:cubicBezTo>
                <a:cubicBezTo>
                  <a:pt x="558234" y="132584"/>
                  <a:pt x="554463" y="129085"/>
                  <a:pt x="551546" y="124684"/>
                </a:cubicBezTo>
                <a:cubicBezTo>
                  <a:pt x="548628" y="120280"/>
                  <a:pt x="546513" y="115139"/>
                  <a:pt x="545202" y="109261"/>
                </a:cubicBezTo>
                <a:cubicBezTo>
                  <a:pt x="543890" y="103380"/>
                  <a:pt x="543235" y="97188"/>
                  <a:pt x="543235" y="90684"/>
                </a:cubicBezTo>
                <a:cubicBezTo>
                  <a:pt x="543235" y="82865"/>
                  <a:pt x="544071" y="75835"/>
                  <a:pt x="545743" y="69594"/>
                </a:cubicBezTo>
                <a:cubicBezTo>
                  <a:pt x="547415" y="63352"/>
                  <a:pt x="549857" y="58031"/>
                  <a:pt x="553070" y="53630"/>
                </a:cubicBezTo>
                <a:cubicBezTo>
                  <a:pt x="556283" y="49229"/>
                  <a:pt x="560283" y="45846"/>
                  <a:pt x="565069" y="43481"/>
                </a:cubicBezTo>
                <a:cubicBezTo>
                  <a:pt x="569856" y="41115"/>
                  <a:pt x="575363" y="39931"/>
                  <a:pt x="581592" y="39931"/>
                </a:cubicBezTo>
                <a:cubicBezTo>
                  <a:pt x="586510" y="39931"/>
                  <a:pt x="590969" y="40933"/>
                  <a:pt x="594968" y="42937"/>
                </a:cubicBezTo>
                <a:cubicBezTo>
                  <a:pt x="598968" y="44941"/>
                  <a:pt x="602935" y="47881"/>
                  <a:pt x="606869" y="51758"/>
                </a:cubicBezTo>
                <a:lnTo>
                  <a:pt x="606869" y="4232"/>
                </a:lnTo>
                <a:cubicBezTo>
                  <a:pt x="606869" y="3575"/>
                  <a:pt x="607049" y="2983"/>
                  <a:pt x="607410" y="2459"/>
                </a:cubicBezTo>
                <a:cubicBezTo>
                  <a:pt x="607770" y="1934"/>
                  <a:pt x="608426" y="1492"/>
                  <a:pt x="609377" y="1131"/>
                </a:cubicBezTo>
                <a:cubicBezTo>
                  <a:pt x="610328" y="770"/>
                  <a:pt x="611590" y="492"/>
                  <a:pt x="613163" y="295"/>
                </a:cubicBezTo>
                <a:cubicBezTo>
                  <a:pt x="614737" y="98"/>
                  <a:pt x="616737" y="0"/>
                  <a:pt x="619163" y="0"/>
                </a:cubicBezTo>
                <a:cubicBezTo>
                  <a:pt x="621589" y="0"/>
                  <a:pt x="623589" y="98"/>
                  <a:pt x="625163" y="295"/>
                </a:cubicBezTo>
                <a:cubicBezTo>
                  <a:pt x="626736" y="492"/>
                  <a:pt x="627982" y="770"/>
                  <a:pt x="628900" y="1131"/>
                </a:cubicBezTo>
                <a:cubicBezTo>
                  <a:pt x="629818" y="1492"/>
                  <a:pt x="630474" y="1935"/>
                  <a:pt x="630867" y="2462"/>
                </a:cubicBezTo>
                <a:cubicBezTo>
                  <a:pt x="631260" y="2986"/>
                  <a:pt x="631457" y="3577"/>
                  <a:pt x="631457" y="4232"/>
                </a:cubicBezTo>
                <a:lnTo>
                  <a:pt x="631457" y="133363"/>
                </a:lnTo>
                <a:moveTo>
                  <a:pt x="606869" y="74717"/>
                </a:moveTo>
                <a:cubicBezTo>
                  <a:pt x="603328" y="70269"/>
                  <a:pt x="599935" y="66868"/>
                  <a:pt x="596689" y="64513"/>
                </a:cubicBezTo>
                <a:cubicBezTo>
                  <a:pt x="593444" y="62157"/>
                  <a:pt x="590051" y="60979"/>
                  <a:pt x="586510" y="60979"/>
                </a:cubicBezTo>
                <a:cubicBezTo>
                  <a:pt x="583297" y="60979"/>
                  <a:pt x="580527" y="61782"/>
                  <a:pt x="578199" y="63388"/>
                </a:cubicBezTo>
                <a:cubicBezTo>
                  <a:pt x="575871" y="64995"/>
                  <a:pt x="574003" y="67142"/>
                  <a:pt x="572593" y="69830"/>
                </a:cubicBezTo>
                <a:cubicBezTo>
                  <a:pt x="571183" y="72519"/>
                  <a:pt x="570134" y="75518"/>
                  <a:pt x="569446" y="78830"/>
                </a:cubicBezTo>
                <a:cubicBezTo>
                  <a:pt x="568757" y="82141"/>
                  <a:pt x="568413" y="85534"/>
                  <a:pt x="568413" y="89009"/>
                </a:cubicBezTo>
                <a:cubicBezTo>
                  <a:pt x="568413" y="92681"/>
                  <a:pt x="568708" y="96255"/>
                  <a:pt x="569298" y="99730"/>
                </a:cubicBezTo>
                <a:cubicBezTo>
                  <a:pt x="569888" y="103205"/>
                  <a:pt x="570855" y="106303"/>
                  <a:pt x="572200" y="109024"/>
                </a:cubicBezTo>
                <a:cubicBezTo>
                  <a:pt x="573544" y="111745"/>
                  <a:pt x="575330" y="113925"/>
                  <a:pt x="577560" y="115564"/>
                </a:cubicBezTo>
                <a:cubicBezTo>
                  <a:pt x="579789" y="117204"/>
                  <a:pt x="582609" y="118023"/>
                  <a:pt x="586018" y="118023"/>
                </a:cubicBezTo>
                <a:cubicBezTo>
                  <a:pt x="587723" y="118023"/>
                  <a:pt x="589379" y="117778"/>
                  <a:pt x="590985" y="117289"/>
                </a:cubicBezTo>
                <a:cubicBezTo>
                  <a:pt x="592591" y="116797"/>
                  <a:pt x="594231" y="115995"/>
                  <a:pt x="595903" y="114882"/>
                </a:cubicBezTo>
                <a:cubicBezTo>
                  <a:pt x="597575" y="113769"/>
                  <a:pt x="599296" y="112314"/>
                  <a:pt x="601066" y="110515"/>
                </a:cubicBezTo>
                <a:cubicBezTo>
                  <a:pt x="602836" y="108714"/>
                  <a:pt x="604771" y="106505"/>
                  <a:pt x="606869" y="103888"/>
                </a:cubicBezTo>
                <a:lnTo>
                  <a:pt x="606869" y="74717"/>
                </a:lnTo>
                <a:close/>
                <a:moveTo>
                  <a:pt x="681302" y="133366"/>
                </a:moveTo>
                <a:cubicBezTo>
                  <a:pt x="681302" y="134022"/>
                  <a:pt x="681106" y="134596"/>
                  <a:pt x="680712" y="135087"/>
                </a:cubicBezTo>
                <a:cubicBezTo>
                  <a:pt x="680319" y="135579"/>
                  <a:pt x="679647" y="135989"/>
                  <a:pt x="678696" y="136317"/>
                </a:cubicBezTo>
                <a:cubicBezTo>
                  <a:pt x="677745" y="136645"/>
                  <a:pt x="676483" y="136891"/>
                  <a:pt x="674909" y="137054"/>
                </a:cubicBezTo>
                <a:cubicBezTo>
                  <a:pt x="673336" y="137218"/>
                  <a:pt x="671336" y="137300"/>
                  <a:pt x="668910" y="137300"/>
                </a:cubicBezTo>
                <a:cubicBezTo>
                  <a:pt x="666484" y="137300"/>
                  <a:pt x="664484" y="137218"/>
                  <a:pt x="662910" y="137054"/>
                </a:cubicBezTo>
                <a:cubicBezTo>
                  <a:pt x="661337" y="136891"/>
                  <a:pt x="660074" y="136645"/>
                  <a:pt x="659124" y="136317"/>
                </a:cubicBezTo>
                <a:cubicBezTo>
                  <a:pt x="658173" y="135989"/>
                  <a:pt x="657501" y="135579"/>
                  <a:pt x="657107" y="135087"/>
                </a:cubicBezTo>
                <a:cubicBezTo>
                  <a:pt x="656714" y="134596"/>
                  <a:pt x="656517" y="134022"/>
                  <a:pt x="656517" y="133366"/>
                </a:cubicBezTo>
                <a:lnTo>
                  <a:pt x="656517" y="45832"/>
                </a:lnTo>
                <a:cubicBezTo>
                  <a:pt x="656517" y="45177"/>
                  <a:pt x="656714" y="44603"/>
                  <a:pt x="657107" y="44111"/>
                </a:cubicBezTo>
                <a:cubicBezTo>
                  <a:pt x="657501" y="43619"/>
                  <a:pt x="658173" y="43193"/>
                  <a:pt x="659124" y="42833"/>
                </a:cubicBezTo>
                <a:cubicBezTo>
                  <a:pt x="660074" y="42472"/>
                  <a:pt x="661337" y="42193"/>
                  <a:pt x="662910" y="41997"/>
                </a:cubicBezTo>
                <a:cubicBezTo>
                  <a:pt x="664484" y="41800"/>
                  <a:pt x="666484" y="41702"/>
                  <a:pt x="668910" y="41702"/>
                </a:cubicBezTo>
                <a:cubicBezTo>
                  <a:pt x="671336" y="41702"/>
                  <a:pt x="673336" y="41800"/>
                  <a:pt x="674909" y="41997"/>
                </a:cubicBezTo>
                <a:cubicBezTo>
                  <a:pt x="676483" y="42193"/>
                  <a:pt x="677745" y="42472"/>
                  <a:pt x="678696" y="42833"/>
                </a:cubicBezTo>
                <a:cubicBezTo>
                  <a:pt x="679647" y="43193"/>
                  <a:pt x="680319" y="43619"/>
                  <a:pt x="680712" y="44111"/>
                </a:cubicBezTo>
                <a:cubicBezTo>
                  <a:pt x="681106" y="44603"/>
                  <a:pt x="681302" y="45177"/>
                  <a:pt x="681302" y="45832"/>
                </a:cubicBezTo>
                <a:lnTo>
                  <a:pt x="681302" y="133366"/>
                </a:lnTo>
                <a:moveTo>
                  <a:pt x="683171" y="15933"/>
                </a:moveTo>
                <a:cubicBezTo>
                  <a:pt x="683171" y="20916"/>
                  <a:pt x="682155" y="24359"/>
                  <a:pt x="680122" y="26260"/>
                </a:cubicBezTo>
                <a:cubicBezTo>
                  <a:pt x="678089" y="28162"/>
                  <a:pt x="674319" y="29112"/>
                  <a:pt x="668811" y="29112"/>
                </a:cubicBezTo>
                <a:cubicBezTo>
                  <a:pt x="663238" y="29112"/>
                  <a:pt x="659484" y="28194"/>
                  <a:pt x="657550" y="26359"/>
                </a:cubicBezTo>
                <a:cubicBezTo>
                  <a:pt x="655616" y="24523"/>
                  <a:pt x="654649" y="21211"/>
                  <a:pt x="654649" y="16425"/>
                </a:cubicBezTo>
                <a:cubicBezTo>
                  <a:pt x="654649" y="11442"/>
                  <a:pt x="655649" y="7983"/>
                  <a:pt x="657648" y="6049"/>
                </a:cubicBezTo>
                <a:cubicBezTo>
                  <a:pt x="659648" y="4114"/>
                  <a:pt x="663435" y="3147"/>
                  <a:pt x="669008" y="3147"/>
                </a:cubicBezTo>
                <a:cubicBezTo>
                  <a:pt x="674516" y="3147"/>
                  <a:pt x="678253" y="4082"/>
                  <a:pt x="680220" y="5950"/>
                </a:cubicBezTo>
                <a:cubicBezTo>
                  <a:pt x="682187" y="7819"/>
                  <a:pt x="683171" y="11147"/>
                  <a:pt x="683171" y="15933"/>
                </a:cubicBezTo>
                <a:close/>
                <a:moveTo>
                  <a:pt x="757965" y="124644"/>
                </a:moveTo>
                <a:cubicBezTo>
                  <a:pt x="757965" y="127543"/>
                  <a:pt x="757784" y="129767"/>
                  <a:pt x="757424" y="131316"/>
                </a:cubicBezTo>
                <a:cubicBezTo>
                  <a:pt x="757063" y="132863"/>
                  <a:pt x="756588" y="133950"/>
                  <a:pt x="755998" y="134577"/>
                </a:cubicBezTo>
                <a:cubicBezTo>
                  <a:pt x="755408" y="135202"/>
                  <a:pt x="754539" y="135762"/>
                  <a:pt x="753391" y="136255"/>
                </a:cubicBezTo>
                <a:cubicBezTo>
                  <a:pt x="752244" y="136749"/>
                  <a:pt x="750900" y="137177"/>
                  <a:pt x="749359" y="137540"/>
                </a:cubicBezTo>
                <a:cubicBezTo>
                  <a:pt x="747818" y="137903"/>
                  <a:pt x="746146" y="138182"/>
                  <a:pt x="744343" y="138379"/>
                </a:cubicBezTo>
                <a:cubicBezTo>
                  <a:pt x="742540" y="138578"/>
                  <a:pt x="740720" y="138677"/>
                  <a:pt x="738884" y="138677"/>
                </a:cubicBezTo>
                <a:cubicBezTo>
                  <a:pt x="733967" y="138677"/>
                  <a:pt x="729705" y="138054"/>
                  <a:pt x="726099" y="136809"/>
                </a:cubicBezTo>
                <a:cubicBezTo>
                  <a:pt x="722492" y="135563"/>
                  <a:pt x="719509" y="133645"/>
                  <a:pt x="717148" y="131055"/>
                </a:cubicBezTo>
                <a:cubicBezTo>
                  <a:pt x="714788" y="128465"/>
                  <a:pt x="713050" y="125203"/>
                  <a:pt x="711936" y="121269"/>
                </a:cubicBezTo>
                <a:cubicBezTo>
                  <a:pt x="710821" y="117335"/>
                  <a:pt x="710264" y="112679"/>
                  <a:pt x="710264" y="107303"/>
                </a:cubicBezTo>
                <a:lnTo>
                  <a:pt x="710264" y="62356"/>
                </a:lnTo>
                <a:lnTo>
                  <a:pt x="699740" y="62356"/>
                </a:lnTo>
                <a:cubicBezTo>
                  <a:pt x="698494" y="62356"/>
                  <a:pt x="697543" y="61585"/>
                  <a:pt x="696888" y="60044"/>
                </a:cubicBezTo>
                <a:cubicBezTo>
                  <a:pt x="696232" y="58503"/>
                  <a:pt x="695904" y="55930"/>
                  <a:pt x="695904" y="52324"/>
                </a:cubicBezTo>
                <a:cubicBezTo>
                  <a:pt x="695904" y="50422"/>
                  <a:pt x="695986" y="48816"/>
                  <a:pt x="696150" y="47504"/>
                </a:cubicBezTo>
                <a:cubicBezTo>
                  <a:pt x="696314" y="46193"/>
                  <a:pt x="696560" y="45160"/>
                  <a:pt x="696888" y="44406"/>
                </a:cubicBezTo>
                <a:cubicBezTo>
                  <a:pt x="697216" y="43652"/>
                  <a:pt x="697625" y="43111"/>
                  <a:pt x="698117" y="42783"/>
                </a:cubicBezTo>
                <a:cubicBezTo>
                  <a:pt x="698609" y="42456"/>
                  <a:pt x="699183" y="42292"/>
                  <a:pt x="699838" y="42292"/>
                </a:cubicBezTo>
                <a:lnTo>
                  <a:pt x="710264" y="42292"/>
                </a:lnTo>
                <a:lnTo>
                  <a:pt x="710264" y="22640"/>
                </a:lnTo>
                <a:cubicBezTo>
                  <a:pt x="710264" y="21980"/>
                  <a:pt x="710444" y="21387"/>
                  <a:pt x="710805" y="20860"/>
                </a:cubicBezTo>
                <a:cubicBezTo>
                  <a:pt x="711165" y="20333"/>
                  <a:pt x="711821" y="19890"/>
                  <a:pt x="712772" y="19529"/>
                </a:cubicBezTo>
                <a:cubicBezTo>
                  <a:pt x="713722" y="19166"/>
                  <a:pt x="715001" y="18903"/>
                  <a:pt x="716607" y="18739"/>
                </a:cubicBezTo>
                <a:cubicBezTo>
                  <a:pt x="718214" y="18573"/>
                  <a:pt x="720197" y="18490"/>
                  <a:pt x="722558" y="18490"/>
                </a:cubicBezTo>
                <a:cubicBezTo>
                  <a:pt x="724984" y="18490"/>
                  <a:pt x="727000" y="18573"/>
                  <a:pt x="728607" y="18739"/>
                </a:cubicBezTo>
                <a:cubicBezTo>
                  <a:pt x="730213" y="18903"/>
                  <a:pt x="731475" y="19166"/>
                  <a:pt x="732393" y="19529"/>
                </a:cubicBezTo>
                <a:cubicBezTo>
                  <a:pt x="733311" y="19890"/>
                  <a:pt x="733967" y="20333"/>
                  <a:pt x="734360" y="20860"/>
                </a:cubicBezTo>
                <a:cubicBezTo>
                  <a:pt x="734754" y="21387"/>
                  <a:pt x="734950" y="21980"/>
                  <a:pt x="734950" y="22640"/>
                </a:cubicBezTo>
                <a:lnTo>
                  <a:pt x="734950" y="42292"/>
                </a:lnTo>
                <a:lnTo>
                  <a:pt x="754031" y="42292"/>
                </a:lnTo>
                <a:cubicBezTo>
                  <a:pt x="754686" y="42292"/>
                  <a:pt x="755260" y="42456"/>
                  <a:pt x="755752" y="42783"/>
                </a:cubicBezTo>
                <a:cubicBezTo>
                  <a:pt x="756244" y="43111"/>
                  <a:pt x="756653" y="43652"/>
                  <a:pt x="756981" y="44406"/>
                </a:cubicBezTo>
                <a:cubicBezTo>
                  <a:pt x="757309" y="45160"/>
                  <a:pt x="757555" y="46193"/>
                  <a:pt x="757719" y="47504"/>
                </a:cubicBezTo>
                <a:cubicBezTo>
                  <a:pt x="757883" y="48816"/>
                  <a:pt x="757965" y="50422"/>
                  <a:pt x="757965" y="52324"/>
                </a:cubicBezTo>
                <a:cubicBezTo>
                  <a:pt x="757965" y="55930"/>
                  <a:pt x="757637" y="58503"/>
                  <a:pt x="756981" y="60044"/>
                </a:cubicBezTo>
                <a:cubicBezTo>
                  <a:pt x="756326" y="61585"/>
                  <a:pt x="755375" y="62356"/>
                  <a:pt x="754129" y="62356"/>
                </a:cubicBezTo>
                <a:lnTo>
                  <a:pt x="734950" y="62356"/>
                </a:lnTo>
                <a:lnTo>
                  <a:pt x="734950" y="103492"/>
                </a:lnTo>
                <a:cubicBezTo>
                  <a:pt x="734950" y="108270"/>
                  <a:pt x="735704" y="111854"/>
                  <a:pt x="737212" y="114243"/>
                </a:cubicBezTo>
                <a:cubicBezTo>
                  <a:pt x="738720" y="116632"/>
                  <a:pt x="741409" y="117827"/>
                  <a:pt x="745277" y="117827"/>
                </a:cubicBezTo>
                <a:cubicBezTo>
                  <a:pt x="746589" y="117827"/>
                  <a:pt x="747769" y="117712"/>
                  <a:pt x="748818" y="117482"/>
                </a:cubicBezTo>
                <a:cubicBezTo>
                  <a:pt x="749867" y="117253"/>
                  <a:pt x="750801" y="116991"/>
                  <a:pt x="751621" y="116695"/>
                </a:cubicBezTo>
                <a:cubicBezTo>
                  <a:pt x="752441" y="116400"/>
                  <a:pt x="753129" y="116138"/>
                  <a:pt x="753686" y="115909"/>
                </a:cubicBezTo>
                <a:cubicBezTo>
                  <a:pt x="754244" y="115679"/>
                  <a:pt x="754752" y="115564"/>
                  <a:pt x="755211" y="115564"/>
                </a:cubicBezTo>
                <a:cubicBezTo>
                  <a:pt x="755604" y="115564"/>
                  <a:pt x="755981" y="115679"/>
                  <a:pt x="756342" y="115909"/>
                </a:cubicBezTo>
                <a:cubicBezTo>
                  <a:pt x="756703" y="116138"/>
                  <a:pt x="756981" y="116598"/>
                  <a:pt x="757178" y="117289"/>
                </a:cubicBezTo>
                <a:cubicBezTo>
                  <a:pt x="757375" y="117977"/>
                  <a:pt x="757555" y="118915"/>
                  <a:pt x="757719" y="120101"/>
                </a:cubicBezTo>
                <a:cubicBezTo>
                  <a:pt x="757883" y="121285"/>
                  <a:pt x="757965" y="122799"/>
                  <a:pt x="757965" y="124644"/>
                </a:cubicBezTo>
                <a:close/>
                <a:moveTo>
                  <a:pt x="861891" y="88613"/>
                </a:moveTo>
                <a:cubicBezTo>
                  <a:pt x="861891" y="96104"/>
                  <a:pt x="860907" y="102937"/>
                  <a:pt x="858940" y="109113"/>
                </a:cubicBezTo>
                <a:cubicBezTo>
                  <a:pt x="856973" y="115289"/>
                  <a:pt x="853990" y="120610"/>
                  <a:pt x="849990" y="125077"/>
                </a:cubicBezTo>
                <a:cubicBezTo>
                  <a:pt x="845991" y="129544"/>
                  <a:pt x="840975" y="132993"/>
                  <a:pt x="834942" y="135426"/>
                </a:cubicBezTo>
                <a:cubicBezTo>
                  <a:pt x="828910" y="137856"/>
                  <a:pt x="821861" y="139071"/>
                  <a:pt x="813796" y="139071"/>
                </a:cubicBezTo>
                <a:cubicBezTo>
                  <a:pt x="805994" y="139071"/>
                  <a:pt x="799207" y="137987"/>
                  <a:pt x="793437" y="135819"/>
                </a:cubicBezTo>
                <a:cubicBezTo>
                  <a:pt x="787667" y="133651"/>
                  <a:pt x="782881" y="130498"/>
                  <a:pt x="779078" y="126359"/>
                </a:cubicBezTo>
                <a:cubicBezTo>
                  <a:pt x="775275" y="122220"/>
                  <a:pt x="772456" y="117128"/>
                  <a:pt x="770620" y="111083"/>
                </a:cubicBezTo>
                <a:cubicBezTo>
                  <a:pt x="768784" y="105039"/>
                  <a:pt x="767866" y="98141"/>
                  <a:pt x="767866" y="90389"/>
                </a:cubicBezTo>
                <a:cubicBezTo>
                  <a:pt x="767866" y="82898"/>
                  <a:pt x="768866" y="76048"/>
                  <a:pt x="770865" y="69840"/>
                </a:cubicBezTo>
                <a:cubicBezTo>
                  <a:pt x="772865" y="63631"/>
                  <a:pt x="775865" y="58310"/>
                  <a:pt x="779865" y="53876"/>
                </a:cubicBezTo>
                <a:cubicBezTo>
                  <a:pt x="783864" y="49442"/>
                  <a:pt x="788864" y="46010"/>
                  <a:pt x="794864" y="43579"/>
                </a:cubicBezTo>
                <a:cubicBezTo>
                  <a:pt x="800863" y="41147"/>
                  <a:pt x="807895" y="39931"/>
                  <a:pt x="815960" y="39931"/>
                </a:cubicBezTo>
                <a:cubicBezTo>
                  <a:pt x="823828" y="39931"/>
                  <a:pt x="830648" y="40999"/>
                  <a:pt x="836418" y="43134"/>
                </a:cubicBezTo>
                <a:cubicBezTo>
                  <a:pt x="842188" y="45269"/>
                  <a:pt x="846958" y="48406"/>
                  <a:pt x="850728" y="52545"/>
                </a:cubicBezTo>
                <a:cubicBezTo>
                  <a:pt x="854498" y="56684"/>
                  <a:pt x="857301" y="61776"/>
                  <a:pt x="859137" y="67820"/>
                </a:cubicBezTo>
                <a:cubicBezTo>
                  <a:pt x="860973" y="73865"/>
                  <a:pt x="861891" y="80796"/>
                  <a:pt x="861891" y="88613"/>
                </a:cubicBezTo>
                <a:moveTo>
                  <a:pt x="836418" y="89599"/>
                </a:moveTo>
                <a:cubicBezTo>
                  <a:pt x="836418" y="85272"/>
                  <a:pt x="836073" y="81289"/>
                  <a:pt x="835385" y="77649"/>
                </a:cubicBezTo>
                <a:cubicBezTo>
                  <a:pt x="834696" y="74010"/>
                  <a:pt x="833533" y="70847"/>
                  <a:pt x="831893" y="68158"/>
                </a:cubicBezTo>
                <a:cubicBezTo>
                  <a:pt x="830254" y="65470"/>
                  <a:pt x="828074" y="63372"/>
                  <a:pt x="825353" y="61864"/>
                </a:cubicBezTo>
                <a:cubicBezTo>
                  <a:pt x="822632" y="60356"/>
                  <a:pt x="819206" y="59602"/>
                  <a:pt x="815075" y="59602"/>
                </a:cubicBezTo>
                <a:cubicBezTo>
                  <a:pt x="811403" y="59602"/>
                  <a:pt x="808190" y="60274"/>
                  <a:pt x="805436" y="61618"/>
                </a:cubicBezTo>
                <a:cubicBezTo>
                  <a:pt x="802683" y="62962"/>
                  <a:pt x="800420" y="64929"/>
                  <a:pt x="798650" y="67519"/>
                </a:cubicBezTo>
                <a:cubicBezTo>
                  <a:pt x="796880" y="70109"/>
                  <a:pt x="795552" y="73224"/>
                  <a:pt x="794667" y="76863"/>
                </a:cubicBezTo>
                <a:cubicBezTo>
                  <a:pt x="793782" y="80502"/>
                  <a:pt x="793339" y="84649"/>
                  <a:pt x="793339" y="89304"/>
                </a:cubicBezTo>
                <a:cubicBezTo>
                  <a:pt x="793339" y="93632"/>
                  <a:pt x="793700" y="97615"/>
                  <a:pt x="794421" y="101254"/>
                </a:cubicBezTo>
                <a:cubicBezTo>
                  <a:pt x="795142" y="104893"/>
                  <a:pt x="796306" y="108057"/>
                  <a:pt x="797912" y="110745"/>
                </a:cubicBezTo>
                <a:cubicBezTo>
                  <a:pt x="799519" y="113433"/>
                  <a:pt x="801699" y="115515"/>
                  <a:pt x="804453" y="116991"/>
                </a:cubicBezTo>
                <a:cubicBezTo>
                  <a:pt x="807207" y="118466"/>
                  <a:pt x="810616" y="119203"/>
                  <a:pt x="814682" y="119203"/>
                </a:cubicBezTo>
                <a:cubicBezTo>
                  <a:pt x="818419" y="119203"/>
                  <a:pt x="821665" y="118531"/>
                  <a:pt x="824419" y="117187"/>
                </a:cubicBezTo>
                <a:cubicBezTo>
                  <a:pt x="827172" y="115843"/>
                  <a:pt x="829435" y="113892"/>
                  <a:pt x="831205" y="111335"/>
                </a:cubicBezTo>
                <a:cubicBezTo>
                  <a:pt x="832975" y="108778"/>
                  <a:pt x="834287" y="105680"/>
                  <a:pt x="835139" y="102041"/>
                </a:cubicBezTo>
                <a:cubicBezTo>
                  <a:pt x="835991" y="98402"/>
                  <a:pt x="836418" y="94255"/>
                  <a:pt x="836418" y="89599"/>
                </a:cubicBezTo>
                <a:close/>
                <a:moveTo>
                  <a:pt x="937799" y="53701"/>
                </a:moveTo>
                <a:cubicBezTo>
                  <a:pt x="937799" y="56061"/>
                  <a:pt x="937734" y="57995"/>
                  <a:pt x="937603" y="59503"/>
                </a:cubicBezTo>
                <a:cubicBezTo>
                  <a:pt x="937472" y="61011"/>
                  <a:pt x="937275" y="62192"/>
                  <a:pt x="937013" y="63044"/>
                </a:cubicBezTo>
                <a:cubicBezTo>
                  <a:pt x="936750" y="63896"/>
                  <a:pt x="936406" y="64487"/>
                  <a:pt x="935980" y="64814"/>
                </a:cubicBezTo>
                <a:cubicBezTo>
                  <a:pt x="935554" y="65142"/>
                  <a:pt x="935013" y="65306"/>
                  <a:pt x="934357" y="65306"/>
                </a:cubicBezTo>
                <a:cubicBezTo>
                  <a:pt x="933833" y="65306"/>
                  <a:pt x="933242" y="65191"/>
                  <a:pt x="932587" y="64962"/>
                </a:cubicBezTo>
                <a:cubicBezTo>
                  <a:pt x="931931" y="64732"/>
                  <a:pt x="931193" y="64487"/>
                  <a:pt x="930374" y="64224"/>
                </a:cubicBezTo>
                <a:cubicBezTo>
                  <a:pt x="929554" y="63962"/>
                  <a:pt x="928653" y="63716"/>
                  <a:pt x="927669" y="63487"/>
                </a:cubicBezTo>
                <a:cubicBezTo>
                  <a:pt x="926686" y="63257"/>
                  <a:pt x="925604" y="63142"/>
                  <a:pt x="924423" y="63142"/>
                </a:cubicBezTo>
                <a:cubicBezTo>
                  <a:pt x="923047" y="63142"/>
                  <a:pt x="921670" y="63423"/>
                  <a:pt x="920293" y="63985"/>
                </a:cubicBezTo>
                <a:cubicBezTo>
                  <a:pt x="918916" y="64544"/>
                  <a:pt x="917490" y="65418"/>
                  <a:pt x="916014" y="66606"/>
                </a:cubicBezTo>
                <a:cubicBezTo>
                  <a:pt x="914539" y="67795"/>
                  <a:pt x="912998" y="69379"/>
                  <a:pt x="911392" y="71358"/>
                </a:cubicBezTo>
                <a:cubicBezTo>
                  <a:pt x="909785" y="73337"/>
                  <a:pt x="908064" y="75779"/>
                  <a:pt x="906228" y="78682"/>
                </a:cubicBezTo>
                <a:lnTo>
                  <a:pt x="906228" y="133366"/>
                </a:lnTo>
                <a:cubicBezTo>
                  <a:pt x="906228" y="134022"/>
                  <a:pt x="906032" y="134596"/>
                  <a:pt x="905638" y="135087"/>
                </a:cubicBezTo>
                <a:cubicBezTo>
                  <a:pt x="905245" y="135579"/>
                  <a:pt x="904573" y="135989"/>
                  <a:pt x="903622" y="136317"/>
                </a:cubicBezTo>
                <a:cubicBezTo>
                  <a:pt x="902671" y="136645"/>
                  <a:pt x="901409" y="136891"/>
                  <a:pt x="899835" y="137054"/>
                </a:cubicBezTo>
                <a:cubicBezTo>
                  <a:pt x="898262" y="137218"/>
                  <a:pt x="896262" y="137300"/>
                  <a:pt x="893836" y="137300"/>
                </a:cubicBezTo>
                <a:cubicBezTo>
                  <a:pt x="891410" y="137300"/>
                  <a:pt x="889410" y="137218"/>
                  <a:pt x="887836" y="137054"/>
                </a:cubicBezTo>
                <a:cubicBezTo>
                  <a:pt x="886263" y="136891"/>
                  <a:pt x="885000" y="136645"/>
                  <a:pt x="884050" y="136317"/>
                </a:cubicBezTo>
                <a:cubicBezTo>
                  <a:pt x="883099" y="135989"/>
                  <a:pt x="882427" y="135579"/>
                  <a:pt x="882033" y="135087"/>
                </a:cubicBezTo>
                <a:cubicBezTo>
                  <a:pt x="881640" y="134596"/>
                  <a:pt x="881443" y="134022"/>
                  <a:pt x="881443" y="133366"/>
                </a:cubicBezTo>
                <a:lnTo>
                  <a:pt x="881443" y="45636"/>
                </a:lnTo>
                <a:cubicBezTo>
                  <a:pt x="881443" y="44980"/>
                  <a:pt x="881607" y="44406"/>
                  <a:pt x="881935" y="43914"/>
                </a:cubicBezTo>
                <a:cubicBezTo>
                  <a:pt x="882263" y="43423"/>
                  <a:pt x="882853" y="43013"/>
                  <a:pt x="883705" y="42685"/>
                </a:cubicBezTo>
                <a:cubicBezTo>
                  <a:pt x="884558" y="42357"/>
                  <a:pt x="885656" y="42111"/>
                  <a:pt x="887000" y="41947"/>
                </a:cubicBezTo>
                <a:cubicBezTo>
                  <a:pt x="888344" y="41784"/>
                  <a:pt x="890033" y="41702"/>
                  <a:pt x="892065" y="41702"/>
                </a:cubicBezTo>
                <a:cubicBezTo>
                  <a:pt x="894164" y="41702"/>
                  <a:pt x="895901" y="41784"/>
                  <a:pt x="897278" y="41947"/>
                </a:cubicBezTo>
                <a:cubicBezTo>
                  <a:pt x="898655" y="42111"/>
                  <a:pt x="899721" y="42357"/>
                  <a:pt x="900475" y="42685"/>
                </a:cubicBezTo>
                <a:cubicBezTo>
                  <a:pt x="901229" y="43013"/>
                  <a:pt x="901770" y="43423"/>
                  <a:pt x="902097" y="43914"/>
                </a:cubicBezTo>
                <a:cubicBezTo>
                  <a:pt x="902425" y="44406"/>
                  <a:pt x="902589" y="44980"/>
                  <a:pt x="902589" y="45636"/>
                </a:cubicBezTo>
                <a:lnTo>
                  <a:pt x="902589" y="56553"/>
                </a:lnTo>
                <a:cubicBezTo>
                  <a:pt x="904884" y="53254"/>
                  <a:pt x="907048" y="50533"/>
                  <a:pt x="909080" y="48390"/>
                </a:cubicBezTo>
                <a:cubicBezTo>
                  <a:pt x="911113" y="46246"/>
                  <a:pt x="913047" y="44549"/>
                  <a:pt x="914883" y="43297"/>
                </a:cubicBezTo>
                <a:cubicBezTo>
                  <a:pt x="916719" y="42043"/>
                  <a:pt x="918555" y="41169"/>
                  <a:pt x="920391" y="40675"/>
                </a:cubicBezTo>
                <a:cubicBezTo>
                  <a:pt x="922227" y="40179"/>
                  <a:pt x="924063" y="39931"/>
                  <a:pt x="925899" y="39931"/>
                </a:cubicBezTo>
                <a:cubicBezTo>
                  <a:pt x="926751" y="39931"/>
                  <a:pt x="927669" y="39980"/>
                  <a:pt x="928653" y="40079"/>
                </a:cubicBezTo>
                <a:cubicBezTo>
                  <a:pt x="929636" y="40177"/>
                  <a:pt x="930652" y="40341"/>
                  <a:pt x="931702" y="40570"/>
                </a:cubicBezTo>
                <a:cubicBezTo>
                  <a:pt x="932751" y="40800"/>
                  <a:pt x="933669" y="41062"/>
                  <a:pt x="934455" y="41357"/>
                </a:cubicBezTo>
                <a:cubicBezTo>
                  <a:pt x="935242" y="41652"/>
                  <a:pt x="935816" y="41964"/>
                  <a:pt x="936177" y="42292"/>
                </a:cubicBezTo>
                <a:cubicBezTo>
                  <a:pt x="936537" y="42620"/>
                  <a:pt x="936800" y="42980"/>
                  <a:pt x="936963" y="43374"/>
                </a:cubicBezTo>
                <a:cubicBezTo>
                  <a:pt x="937127" y="43767"/>
                  <a:pt x="937275" y="44308"/>
                  <a:pt x="937406" y="44996"/>
                </a:cubicBezTo>
                <a:cubicBezTo>
                  <a:pt x="937537" y="45685"/>
                  <a:pt x="937636" y="46718"/>
                  <a:pt x="937701" y="48094"/>
                </a:cubicBezTo>
                <a:cubicBezTo>
                  <a:pt x="937767" y="49471"/>
                  <a:pt x="937799" y="51340"/>
                  <a:pt x="937799" y="53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228CB-3DEA-459E-8923-38C294D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7" y="2456037"/>
            <a:ext cx="1954675" cy="1861515"/>
          </a:xfrm>
          <a:custGeom xmlns:a="http://schemas.openxmlformats.org/drawingml/2006/main">
            <a:pathLst>
              <a:path w="1954675" h="1861515">
                <a:moveTo>
                  <a:pt x="0" y="1861515"/>
                </a:moveTo>
                <a:lnTo>
                  <a:pt x="1954675" y="1861515"/>
                </a:lnTo>
                <a:lnTo>
                  <a:pt x="1954675" y="0"/>
                </a:lnTo>
                <a:lnTo>
                  <a:pt x="0" y="0"/>
                </a:lnTo>
                <a:lnTo>
                  <a:pt x="0" y="1861515"/>
                </a:lnTo>
                <a:close/>
                <a:moveTo>
                  <a:pt x="1937889" y="1844729"/>
                </a:moveTo>
                <a:lnTo>
                  <a:pt x="16786" y="1844729"/>
                </a:lnTo>
                <a:lnTo>
                  <a:pt x="16786" y="16786"/>
                </a:lnTo>
                <a:lnTo>
                  <a:pt x="1937889" y="16786"/>
                </a:lnTo>
                <a:lnTo>
                  <a:pt x="1937889" y="1844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57a513ce84ad4"/>
          <a:stretch xmlns:a="http://schemas.openxmlformats.org/drawingml/2006/main"/>
        </p:blipFill>
        <p:spPr>
          <a:xfrm xmlns:a="http://schemas.openxmlformats.org/drawingml/2006/main">
            <a:off x="1796602" y="2578068"/>
            <a:ext cx="185312" cy="185312"/>
          </a:xfrm>
          <a:prstGeom xmlns:a="http://schemas.openxmlformats.org/drawingml/2006/main" prst="rect">
            <a:avLst/>
          </a:prstGeom>
        </p:spPr>
      </p:pic>
      <p:pic>
        <p:nvPicPr>
          <p:cNvPr id="4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b2c6a1fd64229"/>
          <a:stretch xmlns:a="http://schemas.openxmlformats.org/drawingml/2006/main"/>
        </p:blipFill>
        <p:spPr>
          <a:xfrm xmlns:a="http://schemas.openxmlformats.org/drawingml/2006/main">
            <a:off x="1536762" y="2582096"/>
            <a:ext cx="223583" cy="223583"/>
          </a:xfrm>
          <a:prstGeom xmlns:a="http://schemas.openxmlformats.org/drawingml/2006/main" prst="rect">
            <a:avLst/>
          </a:prstGeom>
        </p:spPr>
      </p:pic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e30980a0c4556"/>
          <a:stretch xmlns:a="http://schemas.openxmlformats.org/drawingml/2006/main"/>
        </p:blipFill>
        <p:spPr>
          <a:xfrm xmlns:a="http://schemas.openxmlformats.org/drawingml/2006/main">
            <a:off x="111623" y="3432770"/>
            <a:ext cx="1871850" cy="869860"/>
          </a:xfrm>
          <a:prstGeom xmlns:a="http://schemas.openxmlformats.org/drawingml/2006/main" prst="rect">
            <a:avLst/>
          </a:prstGeom>
        </p:spPr>
      </p:pic>
      <p:sp>
        <p:nvSpPr>
          <p:cNvPr id="203" name="Text readabook#Tag1">
            <a:extLst xmlns:a="http://schemas.openxmlformats.org/drawingml/2006/main">
              <a:ext uri="{FF2B5EF4-FFF2-40B4-BE49-F238E27FC236}">
                <a16:creationId xmlns:a16="http://schemas.microsoft.com/office/drawing/2014/main" id="{F80FFDE6-B296-46A2-9FA7-5AB9946F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6" y="3581361"/>
            <a:ext cx="1232850" cy="152011"/>
          </a:xfrm>
          <a:custGeom xmlns:a="http://schemas.openxmlformats.org/drawingml/2006/main">
            <a:pathLst>
              <a:path w="1232850" h="152011">
                <a:moveTo>
                  <a:pt x="26015" y="39144"/>
                </a:moveTo>
                <a:lnTo>
                  <a:pt x="26015" y="55944"/>
                </a:lnTo>
                <a:cubicBezTo>
                  <a:pt x="32267" y="44744"/>
                  <a:pt x="38682" y="39144"/>
                  <a:pt x="45261" y="39144"/>
                </a:cubicBezTo>
                <a:cubicBezTo>
                  <a:pt x="48251" y="39144"/>
                  <a:pt x="50725" y="40055"/>
                  <a:pt x="52682" y="41876"/>
                </a:cubicBezTo>
                <a:cubicBezTo>
                  <a:pt x="54639" y="43698"/>
                  <a:pt x="55618" y="45804"/>
                  <a:pt x="55618" y="48197"/>
                </a:cubicBezTo>
                <a:cubicBezTo>
                  <a:pt x="55618" y="50317"/>
                  <a:pt x="54911" y="52111"/>
                  <a:pt x="53497" y="53579"/>
                </a:cubicBezTo>
                <a:cubicBezTo>
                  <a:pt x="52084" y="55047"/>
                  <a:pt x="50398" y="55781"/>
                  <a:pt x="48441" y="55781"/>
                </a:cubicBezTo>
                <a:cubicBezTo>
                  <a:pt x="46538" y="55781"/>
                  <a:pt x="44404" y="54843"/>
                  <a:pt x="42039" y="52967"/>
                </a:cubicBezTo>
                <a:cubicBezTo>
                  <a:pt x="39674" y="51092"/>
                  <a:pt x="37921" y="50154"/>
                  <a:pt x="36779" y="50154"/>
                </a:cubicBezTo>
                <a:cubicBezTo>
                  <a:pt x="35801" y="50154"/>
                  <a:pt x="34741" y="50696"/>
                  <a:pt x="33599" y="51780"/>
                </a:cubicBezTo>
                <a:cubicBezTo>
                  <a:pt x="31152" y="54004"/>
                  <a:pt x="28624" y="57664"/>
                  <a:pt x="26015" y="62761"/>
                </a:cubicBezTo>
                <a:lnTo>
                  <a:pt x="26015" y="98470"/>
                </a:lnTo>
                <a:cubicBezTo>
                  <a:pt x="26015" y="102590"/>
                  <a:pt x="26531" y="105708"/>
                  <a:pt x="27564" y="107823"/>
                </a:cubicBezTo>
                <a:cubicBezTo>
                  <a:pt x="28271" y="109287"/>
                  <a:pt x="29521" y="110508"/>
                  <a:pt x="31315" y="111485"/>
                </a:cubicBezTo>
                <a:cubicBezTo>
                  <a:pt x="33110" y="112460"/>
                  <a:pt x="35692" y="112948"/>
                  <a:pt x="39063" y="112948"/>
                </a:cubicBezTo>
                <a:lnTo>
                  <a:pt x="39063" y="115965"/>
                </a:lnTo>
                <a:lnTo>
                  <a:pt x="816" y="115965"/>
                </a:lnTo>
                <a:lnTo>
                  <a:pt x="816" y="112948"/>
                </a:lnTo>
                <a:cubicBezTo>
                  <a:pt x="4621" y="112948"/>
                  <a:pt x="7448" y="112351"/>
                  <a:pt x="9297" y="111159"/>
                </a:cubicBezTo>
                <a:cubicBezTo>
                  <a:pt x="10656" y="110291"/>
                  <a:pt x="11607" y="108907"/>
                  <a:pt x="12151" y="107007"/>
                </a:cubicBezTo>
                <a:cubicBezTo>
                  <a:pt x="12423" y="106085"/>
                  <a:pt x="12559" y="103454"/>
                  <a:pt x="12559" y="99115"/>
                </a:cubicBezTo>
                <a:lnTo>
                  <a:pt x="12559" y="70228"/>
                </a:lnTo>
                <a:cubicBezTo>
                  <a:pt x="12559" y="61548"/>
                  <a:pt x="12382" y="56381"/>
                  <a:pt x="12029" y="54728"/>
                </a:cubicBezTo>
                <a:cubicBezTo>
                  <a:pt x="11675" y="53073"/>
                  <a:pt x="11023" y="51866"/>
                  <a:pt x="10072" y="51107"/>
                </a:cubicBezTo>
                <a:cubicBezTo>
                  <a:pt x="9120" y="50347"/>
                  <a:pt x="7938" y="49968"/>
                  <a:pt x="6524" y="49968"/>
                </a:cubicBezTo>
                <a:cubicBezTo>
                  <a:pt x="4839" y="49968"/>
                  <a:pt x="2936" y="50375"/>
                  <a:pt x="816" y="51188"/>
                </a:cubicBezTo>
                <a:lnTo>
                  <a:pt x="0" y="48258"/>
                </a:lnTo>
                <a:lnTo>
                  <a:pt x="22590" y="39144"/>
                </a:lnTo>
                <a:lnTo>
                  <a:pt x="26015" y="39144"/>
                </a:lnTo>
                <a:close/>
                <a:moveTo>
                  <a:pt x="72949" y="69481"/>
                </a:moveTo>
                <a:cubicBezTo>
                  <a:pt x="72895" y="80547"/>
                  <a:pt x="75586" y="89226"/>
                  <a:pt x="81023" y="95519"/>
                </a:cubicBezTo>
                <a:cubicBezTo>
                  <a:pt x="86460" y="101810"/>
                  <a:pt x="92848" y="104956"/>
                  <a:pt x="100187" y="104956"/>
                </a:cubicBezTo>
                <a:cubicBezTo>
                  <a:pt x="105080" y="104956"/>
                  <a:pt x="109335" y="103610"/>
                  <a:pt x="112950" y="100919"/>
                </a:cubicBezTo>
                <a:cubicBezTo>
                  <a:pt x="116565" y="98228"/>
                  <a:pt x="119596" y="93620"/>
                  <a:pt x="122043" y="87096"/>
                </a:cubicBezTo>
                <a:lnTo>
                  <a:pt x="124571" y="88727"/>
                </a:lnTo>
                <a:cubicBezTo>
                  <a:pt x="123429" y="96176"/>
                  <a:pt x="120113" y="102958"/>
                  <a:pt x="114622" y="109074"/>
                </a:cubicBezTo>
                <a:cubicBezTo>
                  <a:pt x="109131" y="115190"/>
                  <a:pt x="102253" y="118249"/>
                  <a:pt x="93989" y="118249"/>
                </a:cubicBezTo>
                <a:cubicBezTo>
                  <a:pt x="85019" y="118249"/>
                  <a:pt x="77340" y="114763"/>
                  <a:pt x="70951" y="107792"/>
                </a:cubicBezTo>
                <a:cubicBezTo>
                  <a:pt x="64563" y="100820"/>
                  <a:pt x="61369" y="91446"/>
                  <a:pt x="61369" y="79673"/>
                </a:cubicBezTo>
                <a:cubicBezTo>
                  <a:pt x="61369" y="66923"/>
                  <a:pt x="64645" y="56982"/>
                  <a:pt x="71196" y="49848"/>
                </a:cubicBezTo>
                <a:cubicBezTo>
                  <a:pt x="77747" y="42712"/>
                  <a:pt x="85970" y="39144"/>
                  <a:pt x="95865" y="39144"/>
                </a:cubicBezTo>
                <a:cubicBezTo>
                  <a:pt x="104238" y="39144"/>
                  <a:pt x="111115" y="41897"/>
                  <a:pt x="116498" y="47401"/>
                </a:cubicBezTo>
                <a:cubicBezTo>
                  <a:pt x="121880" y="52904"/>
                  <a:pt x="124571" y="60264"/>
                  <a:pt x="124571" y="69481"/>
                </a:cubicBezTo>
                <a:lnTo>
                  <a:pt x="72949" y="69481"/>
                </a:lnTo>
                <a:moveTo>
                  <a:pt x="72949" y="64751"/>
                </a:moveTo>
                <a:lnTo>
                  <a:pt x="107527" y="64751"/>
                </a:lnTo>
                <a:cubicBezTo>
                  <a:pt x="107255" y="59967"/>
                  <a:pt x="106684" y="56596"/>
                  <a:pt x="105814" y="54639"/>
                </a:cubicBezTo>
                <a:cubicBezTo>
                  <a:pt x="104455" y="51594"/>
                  <a:pt x="102430" y="49202"/>
                  <a:pt x="99739" y="47463"/>
                </a:cubicBezTo>
                <a:cubicBezTo>
                  <a:pt x="97048" y="45723"/>
                  <a:pt x="94234" y="44853"/>
                  <a:pt x="91298" y="44853"/>
                </a:cubicBezTo>
                <a:cubicBezTo>
                  <a:pt x="86786" y="44853"/>
                  <a:pt x="82749" y="46606"/>
                  <a:pt x="79188" y="50113"/>
                </a:cubicBezTo>
                <a:cubicBezTo>
                  <a:pt x="75627" y="53620"/>
                  <a:pt x="73547" y="58499"/>
                  <a:pt x="72949" y="64751"/>
                </a:cubicBezTo>
                <a:close/>
                <a:moveTo>
                  <a:pt x="177411" y="105201"/>
                </a:moveTo>
                <a:cubicBezTo>
                  <a:pt x="169745" y="111127"/>
                  <a:pt x="164934" y="114552"/>
                  <a:pt x="162977" y="115476"/>
                </a:cubicBezTo>
                <a:cubicBezTo>
                  <a:pt x="160041" y="116889"/>
                  <a:pt x="156915" y="117596"/>
                  <a:pt x="153598" y="117596"/>
                </a:cubicBezTo>
                <a:cubicBezTo>
                  <a:pt x="148433" y="117596"/>
                  <a:pt x="144179" y="115829"/>
                  <a:pt x="140836" y="112295"/>
                </a:cubicBezTo>
                <a:cubicBezTo>
                  <a:pt x="137492" y="108762"/>
                  <a:pt x="135820" y="104113"/>
                  <a:pt x="135820" y="98350"/>
                </a:cubicBezTo>
                <a:cubicBezTo>
                  <a:pt x="135820" y="94708"/>
                  <a:pt x="136636" y="91554"/>
                  <a:pt x="138267" y="88890"/>
                </a:cubicBezTo>
                <a:cubicBezTo>
                  <a:pt x="140496" y="85193"/>
                  <a:pt x="144369" y="81714"/>
                  <a:pt x="149888" y="78452"/>
                </a:cubicBezTo>
                <a:cubicBezTo>
                  <a:pt x="155406" y="75190"/>
                  <a:pt x="164580" y="71221"/>
                  <a:pt x="177411" y="66545"/>
                </a:cubicBezTo>
                <a:lnTo>
                  <a:pt x="177411" y="63610"/>
                </a:lnTo>
                <a:cubicBezTo>
                  <a:pt x="177411" y="56161"/>
                  <a:pt x="176229" y="51051"/>
                  <a:pt x="173864" y="48278"/>
                </a:cubicBezTo>
                <a:cubicBezTo>
                  <a:pt x="171499" y="45505"/>
                  <a:pt x="168060" y="44119"/>
                  <a:pt x="163547" y="44119"/>
                </a:cubicBezTo>
                <a:cubicBezTo>
                  <a:pt x="160122" y="44119"/>
                  <a:pt x="157404" y="45040"/>
                  <a:pt x="155392" y="46882"/>
                </a:cubicBezTo>
                <a:cubicBezTo>
                  <a:pt x="153326" y="48723"/>
                  <a:pt x="152293" y="50836"/>
                  <a:pt x="152293" y="53220"/>
                </a:cubicBezTo>
                <a:lnTo>
                  <a:pt x="152456" y="57932"/>
                </a:lnTo>
                <a:cubicBezTo>
                  <a:pt x="152456" y="60422"/>
                  <a:pt x="151818" y="62345"/>
                  <a:pt x="150540" y="63699"/>
                </a:cubicBezTo>
                <a:cubicBezTo>
                  <a:pt x="149262" y="65053"/>
                  <a:pt x="147591" y="65730"/>
                  <a:pt x="145525" y="65730"/>
                </a:cubicBezTo>
                <a:cubicBezTo>
                  <a:pt x="143513" y="65730"/>
                  <a:pt x="141868" y="65026"/>
                  <a:pt x="140591" y="63617"/>
                </a:cubicBezTo>
                <a:cubicBezTo>
                  <a:pt x="139313" y="62207"/>
                  <a:pt x="138674" y="60282"/>
                  <a:pt x="138674" y="57842"/>
                </a:cubicBezTo>
                <a:cubicBezTo>
                  <a:pt x="138674" y="53182"/>
                  <a:pt x="141067" y="48901"/>
                  <a:pt x="145851" y="44998"/>
                </a:cubicBezTo>
                <a:cubicBezTo>
                  <a:pt x="150635" y="41096"/>
                  <a:pt x="157350" y="39144"/>
                  <a:pt x="165994" y="39144"/>
                </a:cubicBezTo>
                <a:cubicBezTo>
                  <a:pt x="172627" y="39144"/>
                  <a:pt x="178063" y="40257"/>
                  <a:pt x="182304" y="42483"/>
                </a:cubicBezTo>
                <a:cubicBezTo>
                  <a:pt x="185512" y="44167"/>
                  <a:pt x="187877" y="46801"/>
                  <a:pt x="189399" y="50386"/>
                </a:cubicBezTo>
                <a:cubicBezTo>
                  <a:pt x="190378" y="52720"/>
                  <a:pt x="190867" y="57498"/>
                  <a:pt x="190867" y="64721"/>
                </a:cubicBezTo>
                <a:lnTo>
                  <a:pt x="190867" y="90052"/>
                </a:lnTo>
                <a:cubicBezTo>
                  <a:pt x="190867" y="97166"/>
                  <a:pt x="191003" y="101524"/>
                  <a:pt x="191275" y="103126"/>
                </a:cubicBezTo>
                <a:cubicBezTo>
                  <a:pt x="191546" y="104728"/>
                  <a:pt x="191995" y="105801"/>
                  <a:pt x="192620" y="106345"/>
                </a:cubicBezTo>
                <a:cubicBezTo>
                  <a:pt x="193245" y="106887"/>
                  <a:pt x="193966" y="107158"/>
                  <a:pt x="194781" y="107158"/>
                </a:cubicBezTo>
                <a:cubicBezTo>
                  <a:pt x="195651" y="107158"/>
                  <a:pt x="196412" y="106967"/>
                  <a:pt x="197065" y="106587"/>
                </a:cubicBezTo>
                <a:cubicBezTo>
                  <a:pt x="198206" y="105880"/>
                  <a:pt x="200408" y="103896"/>
                  <a:pt x="203670" y="100634"/>
                </a:cubicBezTo>
                <a:lnTo>
                  <a:pt x="203670" y="105201"/>
                </a:lnTo>
                <a:cubicBezTo>
                  <a:pt x="197581" y="113356"/>
                  <a:pt x="191764" y="117433"/>
                  <a:pt x="186219" y="117433"/>
                </a:cubicBezTo>
                <a:cubicBezTo>
                  <a:pt x="183555" y="117433"/>
                  <a:pt x="181434" y="116509"/>
                  <a:pt x="179858" y="114660"/>
                </a:cubicBezTo>
                <a:cubicBezTo>
                  <a:pt x="178281" y="112812"/>
                  <a:pt x="177465" y="109659"/>
                  <a:pt x="177411" y="105201"/>
                </a:cubicBezTo>
                <a:moveTo>
                  <a:pt x="177411" y="99854"/>
                </a:moveTo>
                <a:lnTo>
                  <a:pt x="177411" y="71520"/>
                </a:lnTo>
                <a:cubicBezTo>
                  <a:pt x="169202" y="74767"/>
                  <a:pt x="163901" y="77067"/>
                  <a:pt x="161509" y="78421"/>
                </a:cubicBezTo>
                <a:cubicBezTo>
                  <a:pt x="157214" y="80803"/>
                  <a:pt x="154142" y="83293"/>
                  <a:pt x="152293" y="85891"/>
                </a:cubicBezTo>
                <a:cubicBezTo>
                  <a:pt x="150445" y="88489"/>
                  <a:pt x="149521" y="91330"/>
                  <a:pt x="149521" y="94415"/>
                </a:cubicBezTo>
                <a:cubicBezTo>
                  <a:pt x="149521" y="98313"/>
                  <a:pt x="150690" y="101547"/>
                  <a:pt x="153027" y="104117"/>
                </a:cubicBezTo>
                <a:cubicBezTo>
                  <a:pt x="155365" y="106688"/>
                  <a:pt x="158056" y="107973"/>
                  <a:pt x="161101" y="107973"/>
                </a:cubicBezTo>
                <a:cubicBezTo>
                  <a:pt x="165233" y="107973"/>
                  <a:pt x="170669" y="105267"/>
                  <a:pt x="177411" y="99854"/>
                </a:cubicBezTo>
                <a:close/>
                <a:moveTo>
                  <a:pt x="262545" y="107565"/>
                </a:moveTo>
                <a:cubicBezTo>
                  <a:pt x="258903" y="111371"/>
                  <a:pt x="255341" y="114103"/>
                  <a:pt x="251862" y="115761"/>
                </a:cubicBezTo>
                <a:cubicBezTo>
                  <a:pt x="248382" y="117420"/>
                  <a:pt x="244631" y="118249"/>
                  <a:pt x="240608" y="118249"/>
                </a:cubicBezTo>
                <a:cubicBezTo>
                  <a:pt x="232453" y="118249"/>
                  <a:pt x="225331" y="114845"/>
                  <a:pt x="219242" y="108037"/>
                </a:cubicBezTo>
                <a:cubicBezTo>
                  <a:pt x="213153" y="101227"/>
                  <a:pt x="210108" y="92478"/>
                  <a:pt x="210108" y="81788"/>
                </a:cubicBezTo>
                <a:cubicBezTo>
                  <a:pt x="210108" y="71100"/>
                  <a:pt x="213479" y="61320"/>
                  <a:pt x="220220" y="52450"/>
                </a:cubicBezTo>
                <a:cubicBezTo>
                  <a:pt x="226962" y="43580"/>
                  <a:pt x="235633" y="39144"/>
                  <a:pt x="246235" y="39144"/>
                </a:cubicBezTo>
                <a:cubicBezTo>
                  <a:pt x="252813" y="39144"/>
                  <a:pt x="258250" y="41238"/>
                  <a:pt x="262545" y="45424"/>
                </a:cubicBezTo>
                <a:lnTo>
                  <a:pt x="262545" y="31611"/>
                </a:lnTo>
                <a:cubicBezTo>
                  <a:pt x="262545" y="23040"/>
                  <a:pt x="262341" y="17771"/>
                  <a:pt x="261934" y="15806"/>
                </a:cubicBezTo>
                <a:cubicBezTo>
                  <a:pt x="261526" y="13840"/>
                  <a:pt x="260887" y="12503"/>
                  <a:pt x="260017" y="11794"/>
                </a:cubicBezTo>
                <a:cubicBezTo>
                  <a:pt x="259147" y="11084"/>
                  <a:pt x="258060" y="10729"/>
                  <a:pt x="256755" y="10729"/>
                </a:cubicBezTo>
                <a:cubicBezTo>
                  <a:pt x="255341" y="10729"/>
                  <a:pt x="253466" y="11166"/>
                  <a:pt x="251128" y="12039"/>
                </a:cubicBezTo>
                <a:lnTo>
                  <a:pt x="250068" y="9172"/>
                </a:lnTo>
                <a:lnTo>
                  <a:pt x="272331" y="0"/>
                </a:lnTo>
                <a:lnTo>
                  <a:pt x="276001" y="0"/>
                </a:lnTo>
                <a:lnTo>
                  <a:pt x="276001" y="86362"/>
                </a:lnTo>
                <a:cubicBezTo>
                  <a:pt x="276001" y="95115"/>
                  <a:pt x="276205" y="100457"/>
                  <a:pt x="276613" y="102387"/>
                </a:cubicBezTo>
                <a:cubicBezTo>
                  <a:pt x="277020" y="104317"/>
                  <a:pt x="277673" y="105663"/>
                  <a:pt x="278570" y="106424"/>
                </a:cubicBezTo>
                <a:cubicBezTo>
                  <a:pt x="279467" y="107185"/>
                  <a:pt x="280513" y="107565"/>
                  <a:pt x="281710" y="107565"/>
                </a:cubicBezTo>
                <a:cubicBezTo>
                  <a:pt x="283177" y="107565"/>
                  <a:pt x="285135" y="107103"/>
                  <a:pt x="287581" y="106179"/>
                </a:cubicBezTo>
                <a:lnTo>
                  <a:pt x="288478" y="109033"/>
                </a:lnTo>
                <a:lnTo>
                  <a:pt x="266296" y="118249"/>
                </a:lnTo>
                <a:lnTo>
                  <a:pt x="262545" y="118249"/>
                </a:lnTo>
                <a:lnTo>
                  <a:pt x="262545" y="107565"/>
                </a:lnTo>
                <a:moveTo>
                  <a:pt x="262545" y="101875"/>
                </a:moveTo>
                <a:lnTo>
                  <a:pt x="262545" y="63480"/>
                </a:lnTo>
                <a:cubicBezTo>
                  <a:pt x="262219" y="59791"/>
                  <a:pt x="261240" y="56429"/>
                  <a:pt x="259609" y="53393"/>
                </a:cubicBezTo>
                <a:cubicBezTo>
                  <a:pt x="257978" y="50355"/>
                  <a:pt x="255817" y="48064"/>
                  <a:pt x="253126" y="46520"/>
                </a:cubicBezTo>
                <a:cubicBezTo>
                  <a:pt x="250435" y="44974"/>
                  <a:pt x="247812" y="44201"/>
                  <a:pt x="245256" y="44201"/>
                </a:cubicBezTo>
                <a:cubicBezTo>
                  <a:pt x="240472" y="44201"/>
                  <a:pt x="236204" y="46343"/>
                  <a:pt x="232453" y="50628"/>
                </a:cubicBezTo>
                <a:cubicBezTo>
                  <a:pt x="227505" y="56267"/>
                  <a:pt x="225032" y="64509"/>
                  <a:pt x="225032" y="75355"/>
                </a:cubicBezTo>
                <a:cubicBezTo>
                  <a:pt x="225032" y="86310"/>
                  <a:pt x="227424" y="94703"/>
                  <a:pt x="232208" y="100534"/>
                </a:cubicBezTo>
                <a:cubicBezTo>
                  <a:pt x="236993" y="106363"/>
                  <a:pt x="242321" y="109278"/>
                  <a:pt x="248192" y="109278"/>
                </a:cubicBezTo>
                <a:cubicBezTo>
                  <a:pt x="253140" y="109278"/>
                  <a:pt x="257924" y="106810"/>
                  <a:pt x="262545" y="101875"/>
                </a:cubicBezTo>
                <a:close/>
                <a:moveTo>
                  <a:pt x="377998" y="105201"/>
                </a:moveTo>
                <a:cubicBezTo>
                  <a:pt x="370332" y="111127"/>
                  <a:pt x="365521" y="114552"/>
                  <a:pt x="363564" y="115476"/>
                </a:cubicBezTo>
                <a:cubicBezTo>
                  <a:pt x="360628" y="116889"/>
                  <a:pt x="357502" y="117596"/>
                  <a:pt x="354185" y="117596"/>
                </a:cubicBezTo>
                <a:cubicBezTo>
                  <a:pt x="349020" y="117596"/>
                  <a:pt x="344766" y="115829"/>
                  <a:pt x="341423" y="112295"/>
                </a:cubicBezTo>
                <a:cubicBezTo>
                  <a:pt x="338079" y="108762"/>
                  <a:pt x="336407" y="104113"/>
                  <a:pt x="336407" y="98350"/>
                </a:cubicBezTo>
                <a:cubicBezTo>
                  <a:pt x="336407" y="94708"/>
                  <a:pt x="337223" y="91554"/>
                  <a:pt x="338854" y="88890"/>
                </a:cubicBezTo>
                <a:cubicBezTo>
                  <a:pt x="341083" y="85193"/>
                  <a:pt x="344956" y="81714"/>
                  <a:pt x="350475" y="78452"/>
                </a:cubicBezTo>
                <a:cubicBezTo>
                  <a:pt x="355993" y="75190"/>
                  <a:pt x="365167" y="71221"/>
                  <a:pt x="377998" y="66545"/>
                </a:cubicBezTo>
                <a:lnTo>
                  <a:pt x="377998" y="63610"/>
                </a:lnTo>
                <a:cubicBezTo>
                  <a:pt x="377998" y="56161"/>
                  <a:pt x="376816" y="51051"/>
                  <a:pt x="374451" y="48278"/>
                </a:cubicBezTo>
                <a:cubicBezTo>
                  <a:pt x="372086" y="45505"/>
                  <a:pt x="368647" y="44119"/>
                  <a:pt x="364134" y="44119"/>
                </a:cubicBezTo>
                <a:cubicBezTo>
                  <a:pt x="360709" y="44119"/>
                  <a:pt x="357991" y="45040"/>
                  <a:pt x="355979" y="46882"/>
                </a:cubicBezTo>
                <a:cubicBezTo>
                  <a:pt x="353913" y="48723"/>
                  <a:pt x="352880" y="50836"/>
                  <a:pt x="352880" y="53220"/>
                </a:cubicBezTo>
                <a:lnTo>
                  <a:pt x="353044" y="57932"/>
                </a:lnTo>
                <a:cubicBezTo>
                  <a:pt x="353044" y="60422"/>
                  <a:pt x="352405" y="62345"/>
                  <a:pt x="351127" y="63699"/>
                </a:cubicBezTo>
                <a:cubicBezTo>
                  <a:pt x="349849" y="65053"/>
                  <a:pt x="348178" y="65730"/>
                  <a:pt x="346112" y="65730"/>
                </a:cubicBezTo>
                <a:cubicBezTo>
                  <a:pt x="344100" y="65730"/>
                  <a:pt x="342456" y="65026"/>
                  <a:pt x="341178" y="63617"/>
                </a:cubicBezTo>
                <a:cubicBezTo>
                  <a:pt x="339900" y="62207"/>
                  <a:pt x="339261" y="60282"/>
                  <a:pt x="339261" y="57842"/>
                </a:cubicBezTo>
                <a:cubicBezTo>
                  <a:pt x="339261" y="53182"/>
                  <a:pt x="341654" y="48901"/>
                  <a:pt x="346438" y="44998"/>
                </a:cubicBezTo>
                <a:cubicBezTo>
                  <a:pt x="351222" y="41096"/>
                  <a:pt x="357937" y="39144"/>
                  <a:pt x="366581" y="39144"/>
                </a:cubicBezTo>
                <a:cubicBezTo>
                  <a:pt x="373214" y="39144"/>
                  <a:pt x="378651" y="40257"/>
                  <a:pt x="382891" y="42483"/>
                </a:cubicBezTo>
                <a:cubicBezTo>
                  <a:pt x="386099" y="44167"/>
                  <a:pt x="388464" y="46801"/>
                  <a:pt x="389986" y="50386"/>
                </a:cubicBezTo>
                <a:cubicBezTo>
                  <a:pt x="390965" y="52720"/>
                  <a:pt x="391454" y="57498"/>
                  <a:pt x="391454" y="64721"/>
                </a:cubicBezTo>
                <a:lnTo>
                  <a:pt x="391454" y="90052"/>
                </a:lnTo>
                <a:cubicBezTo>
                  <a:pt x="391454" y="97166"/>
                  <a:pt x="391590" y="101524"/>
                  <a:pt x="391862" y="103126"/>
                </a:cubicBezTo>
                <a:cubicBezTo>
                  <a:pt x="392134" y="104728"/>
                  <a:pt x="392582" y="105801"/>
                  <a:pt x="393207" y="106345"/>
                </a:cubicBezTo>
                <a:cubicBezTo>
                  <a:pt x="393833" y="106887"/>
                  <a:pt x="394553" y="107158"/>
                  <a:pt x="395368" y="107158"/>
                </a:cubicBezTo>
                <a:cubicBezTo>
                  <a:pt x="396238" y="107158"/>
                  <a:pt x="396999" y="106967"/>
                  <a:pt x="397652" y="106587"/>
                </a:cubicBezTo>
                <a:cubicBezTo>
                  <a:pt x="398794" y="105880"/>
                  <a:pt x="400995" y="103896"/>
                  <a:pt x="404257" y="100634"/>
                </a:cubicBezTo>
                <a:lnTo>
                  <a:pt x="404257" y="105201"/>
                </a:lnTo>
                <a:cubicBezTo>
                  <a:pt x="398168" y="113356"/>
                  <a:pt x="392351" y="117433"/>
                  <a:pt x="386806" y="117433"/>
                </a:cubicBezTo>
                <a:cubicBezTo>
                  <a:pt x="384142" y="117433"/>
                  <a:pt x="382021" y="116509"/>
                  <a:pt x="380445" y="114660"/>
                </a:cubicBezTo>
                <a:cubicBezTo>
                  <a:pt x="378868" y="112812"/>
                  <a:pt x="378052" y="109659"/>
                  <a:pt x="377998" y="105201"/>
                </a:cubicBezTo>
                <a:moveTo>
                  <a:pt x="377998" y="99854"/>
                </a:moveTo>
                <a:lnTo>
                  <a:pt x="377998" y="71520"/>
                </a:lnTo>
                <a:cubicBezTo>
                  <a:pt x="369789" y="74767"/>
                  <a:pt x="364488" y="77067"/>
                  <a:pt x="362096" y="78421"/>
                </a:cubicBezTo>
                <a:cubicBezTo>
                  <a:pt x="357801" y="80803"/>
                  <a:pt x="354729" y="83293"/>
                  <a:pt x="352880" y="85891"/>
                </a:cubicBezTo>
                <a:cubicBezTo>
                  <a:pt x="351032" y="88489"/>
                  <a:pt x="350108" y="91330"/>
                  <a:pt x="350108" y="94415"/>
                </a:cubicBezTo>
                <a:cubicBezTo>
                  <a:pt x="350108" y="98313"/>
                  <a:pt x="351277" y="101547"/>
                  <a:pt x="353614" y="104117"/>
                </a:cubicBezTo>
                <a:cubicBezTo>
                  <a:pt x="355952" y="106688"/>
                  <a:pt x="358643" y="107973"/>
                  <a:pt x="361688" y="107973"/>
                </a:cubicBezTo>
                <a:cubicBezTo>
                  <a:pt x="365820" y="107973"/>
                  <a:pt x="371257" y="105267"/>
                  <a:pt x="377998" y="99854"/>
                </a:cubicBezTo>
                <a:close/>
                <a:moveTo>
                  <a:pt x="472802" y="54231"/>
                </a:moveTo>
                <a:cubicBezTo>
                  <a:pt x="480033" y="44173"/>
                  <a:pt x="487834" y="39144"/>
                  <a:pt x="496207" y="39144"/>
                </a:cubicBezTo>
                <a:cubicBezTo>
                  <a:pt x="503873" y="39144"/>
                  <a:pt x="510560" y="42417"/>
                  <a:pt x="516268" y="48961"/>
                </a:cubicBezTo>
                <a:cubicBezTo>
                  <a:pt x="521977" y="55506"/>
                  <a:pt x="524831" y="64453"/>
                  <a:pt x="524831" y="75804"/>
                </a:cubicBezTo>
                <a:cubicBezTo>
                  <a:pt x="524831" y="89056"/>
                  <a:pt x="520428" y="99728"/>
                  <a:pt x="511620" y="107820"/>
                </a:cubicBezTo>
                <a:cubicBezTo>
                  <a:pt x="504063" y="114773"/>
                  <a:pt x="495636" y="118249"/>
                  <a:pt x="486339" y="118249"/>
                </a:cubicBezTo>
                <a:cubicBezTo>
                  <a:pt x="481990" y="118249"/>
                  <a:pt x="477573" y="117460"/>
                  <a:pt x="473087" y="115884"/>
                </a:cubicBezTo>
                <a:cubicBezTo>
                  <a:pt x="468602" y="114307"/>
                  <a:pt x="464022" y="111942"/>
                  <a:pt x="459346" y="108789"/>
                </a:cubicBezTo>
                <a:lnTo>
                  <a:pt x="459346" y="31397"/>
                </a:lnTo>
                <a:cubicBezTo>
                  <a:pt x="459346" y="22916"/>
                  <a:pt x="459142" y="17697"/>
                  <a:pt x="458734" y="15739"/>
                </a:cubicBezTo>
                <a:cubicBezTo>
                  <a:pt x="458327" y="13782"/>
                  <a:pt x="457688" y="12450"/>
                  <a:pt x="456818" y="11743"/>
                </a:cubicBezTo>
                <a:cubicBezTo>
                  <a:pt x="455948" y="11037"/>
                  <a:pt x="454861" y="10683"/>
                  <a:pt x="453556" y="10683"/>
                </a:cubicBezTo>
                <a:cubicBezTo>
                  <a:pt x="452034" y="10683"/>
                  <a:pt x="450131" y="11118"/>
                  <a:pt x="447847" y="11988"/>
                </a:cubicBezTo>
                <a:lnTo>
                  <a:pt x="446706" y="9134"/>
                </a:lnTo>
                <a:lnTo>
                  <a:pt x="469132" y="0"/>
                </a:lnTo>
                <a:lnTo>
                  <a:pt x="472802" y="0"/>
                </a:lnTo>
                <a:lnTo>
                  <a:pt x="472802" y="54231"/>
                </a:lnTo>
                <a:moveTo>
                  <a:pt x="472802" y="59428"/>
                </a:moveTo>
                <a:lnTo>
                  <a:pt x="472802" y="104000"/>
                </a:lnTo>
                <a:cubicBezTo>
                  <a:pt x="475575" y="106710"/>
                  <a:pt x="478443" y="108756"/>
                  <a:pt x="481406" y="110139"/>
                </a:cubicBezTo>
                <a:cubicBezTo>
                  <a:pt x="484369" y="111522"/>
                  <a:pt x="487400" y="112214"/>
                  <a:pt x="490498" y="112214"/>
                </a:cubicBezTo>
                <a:cubicBezTo>
                  <a:pt x="495446" y="112214"/>
                  <a:pt x="500053" y="109503"/>
                  <a:pt x="504321" y="104082"/>
                </a:cubicBezTo>
                <a:cubicBezTo>
                  <a:pt x="508589" y="98659"/>
                  <a:pt x="510723" y="90769"/>
                  <a:pt x="510723" y="80412"/>
                </a:cubicBezTo>
                <a:cubicBezTo>
                  <a:pt x="510723" y="70868"/>
                  <a:pt x="508589" y="63535"/>
                  <a:pt x="504321" y="58411"/>
                </a:cubicBezTo>
                <a:cubicBezTo>
                  <a:pt x="500053" y="53287"/>
                  <a:pt x="495201" y="50725"/>
                  <a:pt x="489764" y="50725"/>
                </a:cubicBezTo>
                <a:cubicBezTo>
                  <a:pt x="486883" y="50725"/>
                  <a:pt x="484002" y="51457"/>
                  <a:pt x="481120" y="52921"/>
                </a:cubicBezTo>
                <a:cubicBezTo>
                  <a:pt x="478945" y="54005"/>
                  <a:pt x="476173" y="56174"/>
                  <a:pt x="472802" y="59428"/>
                </a:cubicBezTo>
                <a:close/>
                <a:moveTo>
                  <a:pt x="572795" y="39144"/>
                </a:moveTo>
                <a:cubicBezTo>
                  <a:pt x="584103" y="39144"/>
                  <a:pt x="593183" y="43435"/>
                  <a:pt x="600033" y="52017"/>
                </a:cubicBezTo>
                <a:cubicBezTo>
                  <a:pt x="605850" y="59348"/>
                  <a:pt x="608759" y="67766"/>
                  <a:pt x="608759" y="77272"/>
                </a:cubicBezTo>
                <a:cubicBezTo>
                  <a:pt x="608759" y="83952"/>
                  <a:pt x="607155" y="90714"/>
                  <a:pt x="603947" y="97558"/>
                </a:cubicBezTo>
                <a:cubicBezTo>
                  <a:pt x="600740" y="104399"/>
                  <a:pt x="596322" y="109558"/>
                  <a:pt x="590695" y="113034"/>
                </a:cubicBezTo>
                <a:cubicBezTo>
                  <a:pt x="585068" y="116511"/>
                  <a:pt x="578803" y="118249"/>
                  <a:pt x="571898" y="118249"/>
                </a:cubicBezTo>
                <a:cubicBezTo>
                  <a:pt x="560644" y="118249"/>
                  <a:pt x="551701" y="113768"/>
                  <a:pt x="545068" y="104805"/>
                </a:cubicBezTo>
                <a:cubicBezTo>
                  <a:pt x="539468" y="97257"/>
                  <a:pt x="536668" y="88785"/>
                  <a:pt x="536668" y="79390"/>
                </a:cubicBezTo>
                <a:cubicBezTo>
                  <a:pt x="536668" y="72546"/>
                  <a:pt x="538367" y="65744"/>
                  <a:pt x="541765" y="58982"/>
                </a:cubicBezTo>
                <a:cubicBezTo>
                  <a:pt x="545163" y="52220"/>
                  <a:pt x="549635" y="47223"/>
                  <a:pt x="555180" y="43992"/>
                </a:cubicBezTo>
                <a:cubicBezTo>
                  <a:pt x="560726" y="40760"/>
                  <a:pt x="566597" y="39144"/>
                  <a:pt x="572795" y="39144"/>
                </a:cubicBezTo>
                <a:moveTo>
                  <a:pt x="570267" y="44527"/>
                </a:moveTo>
                <a:cubicBezTo>
                  <a:pt x="567385" y="44527"/>
                  <a:pt x="564490" y="45382"/>
                  <a:pt x="561582" y="47093"/>
                </a:cubicBezTo>
                <a:cubicBezTo>
                  <a:pt x="558673" y="48804"/>
                  <a:pt x="556322" y="51804"/>
                  <a:pt x="554528" y="56094"/>
                </a:cubicBezTo>
                <a:cubicBezTo>
                  <a:pt x="552734" y="60384"/>
                  <a:pt x="551836" y="65896"/>
                  <a:pt x="551836" y="72629"/>
                </a:cubicBezTo>
                <a:cubicBezTo>
                  <a:pt x="551836" y="83488"/>
                  <a:pt x="553998" y="92856"/>
                  <a:pt x="558320" y="100730"/>
                </a:cubicBezTo>
                <a:cubicBezTo>
                  <a:pt x="562642" y="108604"/>
                  <a:pt x="568337" y="112540"/>
                  <a:pt x="575405" y="112540"/>
                </a:cubicBezTo>
                <a:cubicBezTo>
                  <a:pt x="580678" y="112540"/>
                  <a:pt x="585028" y="110368"/>
                  <a:pt x="588453" y="106024"/>
                </a:cubicBezTo>
                <a:cubicBezTo>
                  <a:pt x="591878" y="101679"/>
                  <a:pt x="593590" y="94213"/>
                  <a:pt x="593590" y="83625"/>
                </a:cubicBezTo>
                <a:cubicBezTo>
                  <a:pt x="593590" y="70375"/>
                  <a:pt x="590736" y="59948"/>
                  <a:pt x="585028" y="52345"/>
                </a:cubicBezTo>
                <a:cubicBezTo>
                  <a:pt x="581168" y="47133"/>
                  <a:pt x="576247" y="44527"/>
                  <a:pt x="570267" y="44527"/>
                </a:cubicBezTo>
                <a:close/>
                <a:moveTo>
                  <a:pt x="656723" y="39144"/>
                </a:moveTo>
                <a:cubicBezTo>
                  <a:pt x="668031" y="39144"/>
                  <a:pt x="677110" y="43435"/>
                  <a:pt x="683961" y="52017"/>
                </a:cubicBezTo>
                <a:cubicBezTo>
                  <a:pt x="689778" y="59348"/>
                  <a:pt x="692687" y="67766"/>
                  <a:pt x="692687" y="77272"/>
                </a:cubicBezTo>
                <a:cubicBezTo>
                  <a:pt x="692687" y="83952"/>
                  <a:pt x="691083" y="90714"/>
                  <a:pt x="687875" y="97558"/>
                </a:cubicBezTo>
                <a:cubicBezTo>
                  <a:pt x="684667" y="104399"/>
                  <a:pt x="680250" y="109558"/>
                  <a:pt x="674623" y="113034"/>
                </a:cubicBezTo>
                <a:cubicBezTo>
                  <a:pt x="668996" y="116511"/>
                  <a:pt x="662730" y="118249"/>
                  <a:pt x="655826" y="118249"/>
                </a:cubicBezTo>
                <a:cubicBezTo>
                  <a:pt x="644572" y="118249"/>
                  <a:pt x="635628" y="113768"/>
                  <a:pt x="628995" y="104805"/>
                </a:cubicBezTo>
                <a:cubicBezTo>
                  <a:pt x="623396" y="97257"/>
                  <a:pt x="620596" y="88785"/>
                  <a:pt x="620596" y="79390"/>
                </a:cubicBezTo>
                <a:cubicBezTo>
                  <a:pt x="620596" y="72546"/>
                  <a:pt x="622295" y="65744"/>
                  <a:pt x="625693" y="58982"/>
                </a:cubicBezTo>
                <a:cubicBezTo>
                  <a:pt x="629091" y="52220"/>
                  <a:pt x="633562" y="47223"/>
                  <a:pt x="639108" y="43992"/>
                </a:cubicBezTo>
                <a:cubicBezTo>
                  <a:pt x="644653" y="40760"/>
                  <a:pt x="650525" y="39144"/>
                  <a:pt x="656723" y="39144"/>
                </a:cubicBezTo>
                <a:moveTo>
                  <a:pt x="654195" y="44527"/>
                </a:moveTo>
                <a:cubicBezTo>
                  <a:pt x="651313" y="44527"/>
                  <a:pt x="648418" y="45382"/>
                  <a:pt x="645509" y="47093"/>
                </a:cubicBezTo>
                <a:cubicBezTo>
                  <a:pt x="642601" y="48804"/>
                  <a:pt x="640249" y="51804"/>
                  <a:pt x="638455" y="56094"/>
                </a:cubicBezTo>
                <a:cubicBezTo>
                  <a:pt x="636661" y="60384"/>
                  <a:pt x="635764" y="65896"/>
                  <a:pt x="635764" y="72629"/>
                </a:cubicBezTo>
                <a:cubicBezTo>
                  <a:pt x="635764" y="83488"/>
                  <a:pt x="637925" y="92856"/>
                  <a:pt x="642247" y="100730"/>
                </a:cubicBezTo>
                <a:cubicBezTo>
                  <a:pt x="646570" y="108604"/>
                  <a:pt x="652265" y="112540"/>
                  <a:pt x="659332" y="112540"/>
                </a:cubicBezTo>
                <a:cubicBezTo>
                  <a:pt x="664606" y="112540"/>
                  <a:pt x="668955" y="110368"/>
                  <a:pt x="672380" y="106024"/>
                </a:cubicBezTo>
                <a:cubicBezTo>
                  <a:pt x="675806" y="101679"/>
                  <a:pt x="677518" y="94213"/>
                  <a:pt x="677518" y="83625"/>
                </a:cubicBezTo>
                <a:cubicBezTo>
                  <a:pt x="677518" y="70375"/>
                  <a:pt x="674664" y="59948"/>
                  <a:pt x="668955" y="52345"/>
                </a:cubicBezTo>
                <a:cubicBezTo>
                  <a:pt x="665095" y="47133"/>
                  <a:pt x="660175" y="44527"/>
                  <a:pt x="654195" y="44527"/>
                </a:cubicBezTo>
                <a:close/>
                <a:moveTo>
                  <a:pt x="726216" y="0"/>
                </a:moveTo>
                <a:lnTo>
                  <a:pt x="726216" y="74293"/>
                </a:lnTo>
                <a:lnTo>
                  <a:pt x="745217" y="57004"/>
                </a:lnTo>
                <a:cubicBezTo>
                  <a:pt x="749240" y="53307"/>
                  <a:pt x="751578" y="50969"/>
                  <a:pt x="752230" y="49991"/>
                </a:cubicBezTo>
                <a:cubicBezTo>
                  <a:pt x="752665" y="49338"/>
                  <a:pt x="752883" y="48686"/>
                  <a:pt x="752883" y="48033"/>
                </a:cubicBezTo>
                <a:cubicBezTo>
                  <a:pt x="752883" y="46946"/>
                  <a:pt x="752434" y="46008"/>
                  <a:pt x="751537" y="45220"/>
                </a:cubicBezTo>
                <a:cubicBezTo>
                  <a:pt x="750640" y="44432"/>
                  <a:pt x="749159" y="43983"/>
                  <a:pt x="747093" y="43874"/>
                </a:cubicBezTo>
                <a:lnTo>
                  <a:pt x="747093" y="41265"/>
                </a:lnTo>
                <a:lnTo>
                  <a:pt x="779550" y="41265"/>
                </a:lnTo>
                <a:lnTo>
                  <a:pt x="779550" y="43874"/>
                </a:lnTo>
                <a:cubicBezTo>
                  <a:pt x="775092" y="43983"/>
                  <a:pt x="771381" y="44663"/>
                  <a:pt x="768418" y="45913"/>
                </a:cubicBezTo>
                <a:cubicBezTo>
                  <a:pt x="765455" y="47164"/>
                  <a:pt x="762207" y="49393"/>
                  <a:pt x="758673" y="52600"/>
                </a:cubicBezTo>
                <a:lnTo>
                  <a:pt x="739509" y="70297"/>
                </a:lnTo>
                <a:lnTo>
                  <a:pt x="758673" y="94471"/>
                </a:lnTo>
                <a:cubicBezTo>
                  <a:pt x="764001" y="101145"/>
                  <a:pt x="767589" y="105377"/>
                  <a:pt x="769438" y="107168"/>
                </a:cubicBezTo>
                <a:cubicBezTo>
                  <a:pt x="772047" y="109718"/>
                  <a:pt x="774331" y="111374"/>
                  <a:pt x="776288" y="112135"/>
                </a:cubicBezTo>
                <a:cubicBezTo>
                  <a:pt x="777647" y="112677"/>
                  <a:pt x="780012" y="112948"/>
                  <a:pt x="783383" y="112948"/>
                </a:cubicBezTo>
                <a:lnTo>
                  <a:pt x="783383" y="115965"/>
                </a:lnTo>
                <a:lnTo>
                  <a:pt x="747093" y="115965"/>
                </a:lnTo>
                <a:lnTo>
                  <a:pt x="747093" y="112948"/>
                </a:lnTo>
                <a:cubicBezTo>
                  <a:pt x="749159" y="112893"/>
                  <a:pt x="750559" y="112582"/>
                  <a:pt x="751293" y="112013"/>
                </a:cubicBezTo>
                <a:cubicBezTo>
                  <a:pt x="752027" y="111442"/>
                  <a:pt x="752394" y="110641"/>
                  <a:pt x="752394" y="109612"/>
                </a:cubicBezTo>
                <a:cubicBezTo>
                  <a:pt x="752394" y="108363"/>
                  <a:pt x="751306" y="106356"/>
                  <a:pt x="749132" y="103590"/>
                </a:cubicBezTo>
                <a:lnTo>
                  <a:pt x="726216" y="74374"/>
                </a:lnTo>
                <a:lnTo>
                  <a:pt x="726216" y="99112"/>
                </a:lnTo>
                <a:cubicBezTo>
                  <a:pt x="726216" y="103941"/>
                  <a:pt x="726556" y="107115"/>
                  <a:pt x="727235" y="108636"/>
                </a:cubicBezTo>
                <a:cubicBezTo>
                  <a:pt x="727915" y="110155"/>
                  <a:pt x="728880" y="111240"/>
                  <a:pt x="730130" y="111890"/>
                </a:cubicBezTo>
                <a:cubicBezTo>
                  <a:pt x="731381" y="112541"/>
                  <a:pt x="734099" y="112893"/>
                  <a:pt x="738285" y="112948"/>
                </a:cubicBezTo>
                <a:lnTo>
                  <a:pt x="738285" y="115965"/>
                </a:lnTo>
                <a:lnTo>
                  <a:pt x="700283" y="115965"/>
                </a:lnTo>
                <a:lnTo>
                  <a:pt x="700283" y="112948"/>
                </a:lnTo>
                <a:cubicBezTo>
                  <a:pt x="704088" y="112948"/>
                  <a:pt x="706943" y="112486"/>
                  <a:pt x="708845" y="111561"/>
                </a:cubicBezTo>
                <a:cubicBezTo>
                  <a:pt x="709987" y="110965"/>
                  <a:pt x="710857" y="110042"/>
                  <a:pt x="711455" y="108791"/>
                </a:cubicBezTo>
                <a:cubicBezTo>
                  <a:pt x="712271" y="106999"/>
                  <a:pt x="712678" y="103902"/>
                  <a:pt x="712678" y="99502"/>
                </a:cubicBezTo>
                <a:lnTo>
                  <a:pt x="712678" y="31537"/>
                </a:lnTo>
                <a:cubicBezTo>
                  <a:pt x="712678" y="22900"/>
                  <a:pt x="712488" y="17617"/>
                  <a:pt x="712107" y="15688"/>
                </a:cubicBezTo>
                <a:cubicBezTo>
                  <a:pt x="711727" y="13758"/>
                  <a:pt x="711102" y="12427"/>
                  <a:pt x="710232" y="11695"/>
                </a:cubicBezTo>
                <a:cubicBezTo>
                  <a:pt x="709362" y="10961"/>
                  <a:pt x="708220" y="10594"/>
                  <a:pt x="706807" y="10594"/>
                </a:cubicBezTo>
                <a:cubicBezTo>
                  <a:pt x="705665" y="10594"/>
                  <a:pt x="703952" y="11056"/>
                  <a:pt x="701669" y="11980"/>
                </a:cubicBezTo>
                <a:lnTo>
                  <a:pt x="700283" y="9126"/>
                </a:lnTo>
                <a:lnTo>
                  <a:pt x="722464" y="0"/>
                </a:lnTo>
                <a:lnTo>
                  <a:pt x="726216" y="0"/>
                </a:lnTo>
                <a:close/>
                <a:moveTo>
                  <a:pt x="834166" y="118412"/>
                </a:moveTo>
                <a:lnTo>
                  <a:pt x="841750" y="81306"/>
                </a:lnTo>
                <a:lnTo>
                  <a:pt x="827805" y="81306"/>
                </a:lnTo>
                <a:lnTo>
                  <a:pt x="827805" y="74537"/>
                </a:lnTo>
                <a:lnTo>
                  <a:pt x="843055" y="74537"/>
                </a:lnTo>
                <a:lnTo>
                  <a:pt x="848682" y="46647"/>
                </a:lnTo>
                <a:lnTo>
                  <a:pt x="827805" y="46647"/>
                </a:lnTo>
                <a:lnTo>
                  <a:pt x="827805" y="40123"/>
                </a:lnTo>
                <a:lnTo>
                  <a:pt x="850232" y="40123"/>
                </a:lnTo>
                <a:lnTo>
                  <a:pt x="857653" y="2936"/>
                </a:lnTo>
                <a:lnTo>
                  <a:pt x="864421" y="2936"/>
                </a:lnTo>
                <a:lnTo>
                  <a:pt x="857000" y="40123"/>
                </a:lnTo>
                <a:lnTo>
                  <a:pt x="884483" y="40123"/>
                </a:lnTo>
                <a:lnTo>
                  <a:pt x="892393" y="2936"/>
                </a:lnTo>
                <a:lnTo>
                  <a:pt x="899162" y="2936"/>
                </a:lnTo>
                <a:lnTo>
                  <a:pt x="891415" y="40123"/>
                </a:lnTo>
                <a:lnTo>
                  <a:pt x="905278" y="40123"/>
                </a:lnTo>
                <a:lnTo>
                  <a:pt x="905278" y="46647"/>
                </a:lnTo>
                <a:lnTo>
                  <a:pt x="890191" y="46647"/>
                </a:lnTo>
                <a:lnTo>
                  <a:pt x="884483" y="74537"/>
                </a:lnTo>
                <a:lnTo>
                  <a:pt x="905278" y="74537"/>
                </a:lnTo>
                <a:lnTo>
                  <a:pt x="905278" y="81306"/>
                </a:lnTo>
                <a:lnTo>
                  <a:pt x="883097" y="81306"/>
                </a:lnTo>
                <a:lnTo>
                  <a:pt x="875512" y="118412"/>
                </a:lnTo>
                <a:lnTo>
                  <a:pt x="868907" y="118412"/>
                </a:lnTo>
                <a:lnTo>
                  <a:pt x="876328" y="81306"/>
                </a:lnTo>
                <a:lnTo>
                  <a:pt x="848682" y="81306"/>
                </a:lnTo>
                <a:lnTo>
                  <a:pt x="840935" y="118412"/>
                </a:lnTo>
                <a:lnTo>
                  <a:pt x="834166" y="118412"/>
                </a:lnTo>
                <a:moveTo>
                  <a:pt x="849905" y="74537"/>
                </a:moveTo>
                <a:lnTo>
                  <a:pt x="877551" y="74537"/>
                </a:lnTo>
                <a:lnTo>
                  <a:pt x="883423" y="46647"/>
                </a:lnTo>
                <a:lnTo>
                  <a:pt x="855614" y="46647"/>
                </a:lnTo>
                <a:lnTo>
                  <a:pt x="849905" y="74537"/>
                </a:lnTo>
                <a:close/>
                <a:moveTo>
                  <a:pt x="1005353" y="5382"/>
                </a:moveTo>
                <a:lnTo>
                  <a:pt x="1006576" y="31315"/>
                </a:lnTo>
                <a:lnTo>
                  <a:pt x="1003477" y="31315"/>
                </a:lnTo>
                <a:cubicBezTo>
                  <a:pt x="1002879" y="26749"/>
                  <a:pt x="1002064" y="23487"/>
                  <a:pt x="1001031" y="21529"/>
                </a:cubicBezTo>
                <a:cubicBezTo>
                  <a:pt x="999345" y="18376"/>
                  <a:pt x="997103" y="16052"/>
                  <a:pt x="994303" y="14557"/>
                </a:cubicBezTo>
                <a:cubicBezTo>
                  <a:pt x="991503" y="13062"/>
                  <a:pt x="987820" y="12314"/>
                  <a:pt x="983253" y="12314"/>
                </a:cubicBezTo>
                <a:lnTo>
                  <a:pt x="967677" y="12314"/>
                </a:lnTo>
                <a:lnTo>
                  <a:pt x="967677" y="96801"/>
                </a:lnTo>
                <a:cubicBezTo>
                  <a:pt x="967677" y="103597"/>
                  <a:pt x="968411" y="107837"/>
                  <a:pt x="969878" y="109523"/>
                </a:cubicBezTo>
                <a:cubicBezTo>
                  <a:pt x="971944" y="111806"/>
                  <a:pt x="975125" y="112948"/>
                  <a:pt x="979420" y="112948"/>
                </a:cubicBezTo>
                <a:lnTo>
                  <a:pt x="983253" y="112948"/>
                </a:lnTo>
                <a:lnTo>
                  <a:pt x="983253" y="115965"/>
                </a:lnTo>
                <a:lnTo>
                  <a:pt x="936361" y="115965"/>
                </a:lnTo>
                <a:lnTo>
                  <a:pt x="936361" y="112948"/>
                </a:lnTo>
                <a:lnTo>
                  <a:pt x="940276" y="112948"/>
                </a:lnTo>
                <a:cubicBezTo>
                  <a:pt x="944951" y="112948"/>
                  <a:pt x="948268" y="111534"/>
                  <a:pt x="950225" y="108707"/>
                </a:cubicBezTo>
                <a:cubicBezTo>
                  <a:pt x="951421" y="106967"/>
                  <a:pt x="952019" y="102999"/>
                  <a:pt x="952019" y="96801"/>
                </a:cubicBezTo>
                <a:lnTo>
                  <a:pt x="952019" y="12314"/>
                </a:lnTo>
                <a:lnTo>
                  <a:pt x="938726" y="12314"/>
                </a:lnTo>
                <a:cubicBezTo>
                  <a:pt x="933561" y="12314"/>
                  <a:pt x="929891" y="12695"/>
                  <a:pt x="927717" y="13456"/>
                </a:cubicBezTo>
                <a:cubicBezTo>
                  <a:pt x="924890" y="14489"/>
                  <a:pt x="922470" y="16473"/>
                  <a:pt x="920459" y="19409"/>
                </a:cubicBezTo>
                <a:cubicBezTo>
                  <a:pt x="918447" y="22345"/>
                  <a:pt x="917251" y="26314"/>
                  <a:pt x="916870" y="31315"/>
                </a:cubicBezTo>
                <a:lnTo>
                  <a:pt x="913772" y="31315"/>
                </a:lnTo>
                <a:lnTo>
                  <a:pt x="915076" y="5382"/>
                </a:lnTo>
                <a:lnTo>
                  <a:pt x="1005353" y="5382"/>
                </a:lnTo>
                <a:close/>
                <a:moveTo>
                  <a:pt x="1058651" y="105201"/>
                </a:moveTo>
                <a:cubicBezTo>
                  <a:pt x="1050985" y="111127"/>
                  <a:pt x="1046174" y="114552"/>
                  <a:pt x="1044217" y="115476"/>
                </a:cubicBezTo>
                <a:cubicBezTo>
                  <a:pt x="1041281" y="116889"/>
                  <a:pt x="1038155" y="117596"/>
                  <a:pt x="1034838" y="117596"/>
                </a:cubicBezTo>
                <a:cubicBezTo>
                  <a:pt x="1029673" y="117596"/>
                  <a:pt x="1025419" y="115829"/>
                  <a:pt x="1022076" y="112295"/>
                </a:cubicBezTo>
                <a:cubicBezTo>
                  <a:pt x="1018732" y="108762"/>
                  <a:pt x="1017060" y="104113"/>
                  <a:pt x="1017060" y="98350"/>
                </a:cubicBezTo>
                <a:cubicBezTo>
                  <a:pt x="1017060" y="94708"/>
                  <a:pt x="1017876" y="91554"/>
                  <a:pt x="1019507" y="88890"/>
                </a:cubicBezTo>
                <a:cubicBezTo>
                  <a:pt x="1021736" y="85193"/>
                  <a:pt x="1025609" y="81714"/>
                  <a:pt x="1031128" y="78452"/>
                </a:cubicBezTo>
                <a:cubicBezTo>
                  <a:pt x="1036646" y="75190"/>
                  <a:pt x="1045820" y="71221"/>
                  <a:pt x="1058651" y="66545"/>
                </a:cubicBezTo>
                <a:lnTo>
                  <a:pt x="1058651" y="63610"/>
                </a:lnTo>
                <a:cubicBezTo>
                  <a:pt x="1058651" y="56161"/>
                  <a:pt x="1057469" y="51051"/>
                  <a:pt x="1055104" y="48278"/>
                </a:cubicBezTo>
                <a:cubicBezTo>
                  <a:pt x="1052739" y="45505"/>
                  <a:pt x="1049300" y="44119"/>
                  <a:pt x="1044788" y="44119"/>
                </a:cubicBezTo>
                <a:cubicBezTo>
                  <a:pt x="1041362" y="44119"/>
                  <a:pt x="1038644" y="45040"/>
                  <a:pt x="1036632" y="46882"/>
                </a:cubicBezTo>
                <a:cubicBezTo>
                  <a:pt x="1034566" y="48723"/>
                  <a:pt x="1033534" y="50836"/>
                  <a:pt x="1033534" y="53220"/>
                </a:cubicBezTo>
                <a:lnTo>
                  <a:pt x="1033697" y="57932"/>
                </a:lnTo>
                <a:cubicBezTo>
                  <a:pt x="1033697" y="60422"/>
                  <a:pt x="1033058" y="62345"/>
                  <a:pt x="1031780" y="63699"/>
                </a:cubicBezTo>
                <a:cubicBezTo>
                  <a:pt x="1030503" y="65053"/>
                  <a:pt x="1028831" y="65730"/>
                  <a:pt x="1026765" y="65730"/>
                </a:cubicBezTo>
                <a:cubicBezTo>
                  <a:pt x="1024753" y="65730"/>
                  <a:pt x="1023109" y="65026"/>
                  <a:pt x="1021831" y="63617"/>
                </a:cubicBezTo>
                <a:cubicBezTo>
                  <a:pt x="1020553" y="62207"/>
                  <a:pt x="1019915" y="60282"/>
                  <a:pt x="1019915" y="57842"/>
                </a:cubicBezTo>
                <a:cubicBezTo>
                  <a:pt x="1019915" y="53182"/>
                  <a:pt x="1022307" y="48901"/>
                  <a:pt x="1027091" y="44998"/>
                </a:cubicBezTo>
                <a:cubicBezTo>
                  <a:pt x="1031875" y="41096"/>
                  <a:pt x="1038590" y="39144"/>
                  <a:pt x="1047234" y="39144"/>
                </a:cubicBezTo>
                <a:cubicBezTo>
                  <a:pt x="1053867" y="39144"/>
                  <a:pt x="1059304" y="40257"/>
                  <a:pt x="1063544" y="42483"/>
                </a:cubicBezTo>
                <a:cubicBezTo>
                  <a:pt x="1066752" y="44167"/>
                  <a:pt x="1069117" y="46801"/>
                  <a:pt x="1070639" y="50386"/>
                </a:cubicBezTo>
                <a:cubicBezTo>
                  <a:pt x="1071618" y="52720"/>
                  <a:pt x="1072107" y="57498"/>
                  <a:pt x="1072107" y="64721"/>
                </a:cubicBezTo>
                <a:lnTo>
                  <a:pt x="1072107" y="90052"/>
                </a:lnTo>
                <a:cubicBezTo>
                  <a:pt x="1072107" y="97166"/>
                  <a:pt x="1072243" y="101524"/>
                  <a:pt x="1072515" y="103126"/>
                </a:cubicBezTo>
                <a:cubicBezTo>
                  <a:pt x="1072787" y="104728"/>
                  <a:pt x="1073235" y="105801"/>
                  <a:pt x="1073860" y="106345"/>
                </a:cubicBezTo>
                <a:cubicBezTo>
                  <a:pt x="1074486" y="106887"/>
                  <a:pt x="1075206" y="107158"/>
                  <a:pt x="1076021" y="107158"/>
                </a:cubicBezTo>
                <a:cubicBezTo>
                  <a:pt x="1076891" y="107158"/>
                  <a:pt x="1077652" y="106967"/>
                  <a:pt x="1078305" y="106587"/>
                </a:cubicBezTo>
                <a:cubicBezTo>
                  <a:pt x="1079447" y="105880"/>
                  <a:pt x="1081648" y="103896"/>
                  <a:pt x="1084910" y="100634"/>
                </a:cubicBezTo>
                <a:lnTo>
                  <a:pt x="1084910" y="105201"/>
                </a:lnTo>
                <a:cubicBezTo>
                  <a:pt x="1078821" y="113356"/>
                  <a:pt x="1073004" y="117433"/>
                  <a:pt x="1067459" y="117433"/>
                </a:cubicBezTo>
                <a:cubicBezTo>
                  <a:pt x="1064795" y="117433"/>
                  <a:pt x="1062674" y="116509"/>
                  <a:pt x="1061098" y="114660"/>
                </a:cubicBezTo>
                <a:cubicBezTo>
                  <a:pt x="1059521" y="112812"/>
                  <a:pt x="1058706" y="109659"/>
                  <a:pt x="1058651" y="105201"/>
                </a:cubicBezTo>
                <a:moveTo>
                  <a:pt x="1058651" y="99854"/>
                </a:moveTo>
                <a:lnTo>
                  <a:pt x="1058651" y="71520"/>
                </a:lnTo>
                <a:cubicBezTo>
                  <a:pt x="1050442" y="74767"/>
                  <a:pt x="1045141" y="77067"/>
                  <a:pt x="1042749" y="78421"/>
                </a:cubicBezTo>
                <a:cubicBezTo>
                  <a:pt x="1038454" y="80803"/>
                  <a:pt x="1035382" y="83293"/>
                  <a:pt x="1033534" y="85891"/>
                </a:cubicBezTo>
                <a:cubicBezTo>
                  <a:pt x="1031685" y="88489"/>
                  <a:pt x="1030761" y="91330"/>
                  <a:pt x="1030761" y="94415"/>
                </a:cubicBezTo>
                <a:cubicBezTo>
                  <a:pt x="1030761" y="98313"/>
                  <a:pt x="1031930" y="101547"/>
                  <a:pt x="1034267" y="104117"/>
                </a:cubicBezTo>
                <a:cubicBezTo>
                  <a:pt x="1036605" y="106688"/>
                  <a:pt x="1039296" y="107973"/>
                  <a:pt x="1042341" y="107973"/>
                </a:cubicBezTo>
                <a:cubicBezTo>
                  <a:pt x="1046473" y="107973"/>
                  <a:pt x="1051910" y="105267"/>
                  <a:pt x="1058651" y="99854"/>
                </a:cubicBezTo>
                <a:close/>
                <a:moveTo>
                  <a:pt x="1111002" y="88745"/>
                </a:moveTo>
                <a:cubicBezTo>
                  <a:pt x="1106435" y="86519"/>
                  <a:pt x="1102928" y="83411"/>
                  <a:pt x="1100482" y="79420"/>
                </a:cubicBezTo>
                <a:cubicBezTo>
                  <a:pt x="1098035" y="75429"/>
                  <a:pt x="1096812" y="71017"/>
                  <a:pt x="1096812" y="66184"/>
                </a:cubicBezTo>
                <a:cubicBezTo>
                  <a:pt x="1096812" y="58800"/>
                  <a:pt x="1099598" y="52447"/>
                  <a:pt x="1105171" y="47126"/>
                </a:cubicBezTo>
                <a:cubicBezTo>
                  <a:pt x="1110743" y="41805"/>
                  <a:pt x="1117879" y="39144"/>
                  <a:pt x="1126578" y="39144"/>
                </a:cubicBezTo>
                <a:cubicBezTo>
                  <a:pt x="1133700" y="39144"/>
                  <a:pt x="1139871" y="40884"/>
                  <a:pt x="1145090" y="44364"/>
                </a:cubicBezTo>
                <a:lnTo>
                  <a:pt x="1160911" y="44364"/>
                </a:lnTo>
                <a:cubicBezTo>
                  <a:pt x="1163249" y="44364"/>
                  <a:pt x="1164608" y="44431"/>
                  <a:pt x="1164988" y="44565"/>
                </a:cubicBezTo>
                <a:cubicBezTo>
                  <a:pt x="1165369" y="44699"/>
                  <a:pt x="1165641" y="44928"/>
                  <a:pt x="1165804" y="45250"/>
                </a:cubicBezTo>
                <a:cubicBezTo>
                  <a:pt x="1166130" y="45735"/>
                  <a:pt x="1166293" y="46595"/>
                  <a:pt x="1166293" y="47832"/>
                </a:cubicBezTo>
                <a:cubicBezTo>
                  <a:pt x="1166293" y="49229"/>
                  <a:pt x="1166157" y="50196"/>
                  <a:pt x="1165885" y="50735"/>
                </a:cubicBezTo>
                <a:cubicBezTo>
                  <a:pt x="1165722" y="51003"/>
                  <a:pt x="1165437" y="51218"/>
                  <a:pt x="1165029" y="51380"/>
                </a:cubicBezTo>
                <a:cubicBezTo>
                  <a:pt x="1164621" y="51541"/>
                  <a:pt x="1163249" y="51622"/>
                  <a:pt x="1160911" y="51622"/>
                </a:cubicBezTo>
                <a:lnTo>
                  <a:pt x="1151206" y="51622"/>
                </a:lnTo>
                <a:cubicBezTo>
                  <a:pt x="1154251" y="55545"/>
                  <a:pt x="1155773" y="60557"/>
                  <a:pt x="1155773" y="66658"/>
                </a:cubicBezTo>
                <a:cubicBezTo>
                  <a:pt x="1155773" y="73630"/>
                  <a:pt x="1153109" y="79595"/>
                  <a:pt x="1147781" y="84553"/>
                </a:cubicBezTo>
                <a:cubicBezTo>
                  <a:pt x="1142453" y="89510"/>
                  <a:pt x="1135304" y="91989"/>
                  <a:pt x="1126333" y="91989"/>
                </a:cubicBezTo>
                <a:cubicBezTo>
                  <a:pt x="1122636" y="91989"/>
                  <a:pt x="1118858" y="91435"/>
                  <a:pt x="1114998" y="90325"/>
                </a:cubicBezTo>
                <a:cubicBezTo>
                  <a:pt x="1112606" y="92389"/>
                  <a:pt x="1110988" y="94196"/>
                  <a:pt x="1110145" y="95746"/>
                </a:cubicBezTo>
                <a:cubicBezTo>
                  <a:pt x="1109303" y="97293"/>
                  <a:pt x="1108881" y="98610"/>
                  <a:pt x="1108881" y="99696"/>
                </a:cubicBezTo>
                <a:cubicBezTo>
                  <a:pt x="1108881" y="100620"/>
                  <a:pt x="1109330" y="101517"/>
                  <a:pt x="1110227" y="102387"/>
                </a:cubicBezTo>
                <a:cubicBezTo>
                  <a:pt x="1111124" y="103255"/>
                  <a:pt x="1112877" y="103880"/>
                  <a:pt x="1115487" y="104260"/>
                </a:cubicBezTo>
                <a:cubicBezTo>
                  <a:pt x="1117009" y="104478"/>
                  <a:pt x="1120815" y="104668"/>
                  <a:pt x="1126904" y="104831"/>
                </a:cubicBezTo>
                <a:cubicBezTo>
                  <a:pt x="1138104" y="105101"/>
                  <a:pt x="1145362" y="105481"/>
                  <a:pt x="1148678" y="105970"/>
                </a:cubicBezTo>
                <a:cubicBezTo>
                  <a:pt x="1153734" y="106677"/>
                  <a:pt x="1157771" y="108552"/>
                  <a:pt x="1160788" y="111595"/>
                </a:cubicBezTo>
                <a:cubicBezTo>
                  <a:pt x="1163806" y="114636"/>
                  <a:pt x="1165315" y="118384"/>
                  <a:pt x="1165315" y="122838"/>
                </a:cubicBezTo>
                <a:cubicBezTo>
                  <a:pt x="1165315" y="128977"/>
                  <a:pt x="1162433" y="134735"/>
                  <a:pt x="1156670" y="140114"/>
                </a:cubicBezTo>
                <a:cubicBezTo>
                  <a:pt x="1148189" y="148045"/>
                  <a:pt x="1137125" y="152011"/>
                  <a:pt x="1123479" y="152011"/>
                </a:cubicBezTo>
                <a:cubicBezTo>
                  <a:pt x="1112986" y="152011"/>
                  <a:pt x="1104124" y="149649"/>
                  <a:pt x="1096893" y="144926"/>
                </a:cubicBezTo>
                <a:cubicBezTo>
                  <a:pt x="1092816" y="142211"/>
                  <a:pt x="1090777" y="139387"/>
                  <a:pt x="1090777" y="136455"/>
                </a:cubicBezTo>
                <a:cubicBezTo>
                  <a:pt x="1090777" y="135153"/>
                  <a:pt x="1091076" y="133851"/>
                  <a:pt x="1091674" y="132548"/>
                </a:cubicBezTo>
                <a:cubicBezTo>
                  <a:pt x="1092598" y="130538"/>
                  <a:pt x="1094501" y="127742"/>
                  <a:pt x="1097383" y="124159"/>
                </a:cubicBezTo>
                <a:cubicBezTo>
                  <a:pt x="1097763" y="123671"/>
                  <a:pt x="1100536" y="120739"/>
                  <a:pt x="1105701" y="115364"/>
                </a:cubicBezTo>
                <a:cubicBezTo>
                  <a:pt x="1102874" y="113677"/>
                  <a:pt x="1100876" y="112166"/>
                  <a:pt x="1099707" y="110833"/>
                </a:cubicBezTo>
                <a:cubicBezTo>
                  <a:pt x="1098538" y="109499"/>
                  <a:pt x="1097954" y="107989"/>
                  <a:pt x="1097954" y="106301"/>
                </a:cubicBezTo>
                <a:cubicBezTo>
                  <a:pt x="1097954" y="104395"/>
                  <a:pt x="1098728" y="102163"/>
                  <a:pt x="1100278" y="99604"/>
                </a:cubicBezTo>
                <a:cubicBezTo>
                  <a:pt x="1101827" y="97045"/>
                  <a:pt x="1105402" y="93426"/>
                  <a:pt x="1111002" y="88745"/>
                </a:cubicBezTo>
                <a:moveTo>
                  <a:pt x="1125192" y="43222"/>
                </a:moveTo>
                <a:cubicBezTo>
                  <a:pt x="1121168" y="43222"/>
                  <a:pt x="1117798" y="44817"/>
                  <a:pt x="1115079" y="48008"/>
                </a:cubicBezTo>
                <a:cubicBezTo>
                  <a:pt x="1112361" y="51197"/>
                  <a:pt x="1111002" y="56090"/>
                  <a:pt x="1111002" y="62687"/>
                </a:cubicBezTo>
                <a:cubicBezTo>
                  <a:pt x="1111002" y="71231"/>
                  <a:pt x="1112850" y="77855"/>
                  <a:pt x="1116547" y="82557"/>
                </a:cubicBezTo>
                <a:cubicBezTo>
                  <a:pt x="1119374" y="86127"/>
                  <a:pt x="1122963" y="87912"/>
                  <a:pt x="1127312" y="87912"/>
                </a:cubicBezTo>
                <a:cubicBezTo>
                  <a:pt x="1131444" y="87912"/>
                  <a:pt x="1134842" y="86371"/>
                  <a:pt x="1137506" y="83289"/>
                </a:cubicBezTo>
                <a:cubicBezTo>
                  <a:pt x="1140170" y="80207"/>
                  <a:pt x="1141502" y="75367"/>
                  <a:pt x="1141502" y="68770"/>
                </a:cubicBezTo>
                <a:cubicBezTo>
                  <a:pt x="1141502" y="60173"/>
                  <a:pt x="1139626" y="53441"/>
                  <a:pt x="1135875" y="48574"/>
                </a:cubicBezTo>
                <a:cubicBezTo>
                  <a:pt x="1133102" y="45006"/>
                  <a:pt x="1129541" y="43222"/>
                  <a:pt x="1125192" y="43222"/>
                </a:cubicBezTo>
                <a:moveTo>
                  <a:pt x="1110186" y="116014"/>
                </a:moveTo>
                <a:cubicBezTo>
                  <a:pt x="1107631" y="118781"/>
                  <a:pt x="1105701" y="121359"/>
                  <a:pt x="1104396" y="123746"/>
                </a:cubicBezTo>
                <a:cubicBezTo>
                  <a:pt x="1103091" y="126134"/>
                  <a:pt x="1102439" y="128333"/>
                  <a:pt x="1102439" y="130341"/>
                </a:cubicBezTo>
                <a:cubicBezTo>
                  <a:pt x="1102439" y="132946"/>
                  <a:pt x="1104016" y="135225"/>
                  <a:pt x="1107169" y="137179"/>
                </a:cubicBezTo>
                <a:cubicBezTo>
                  <a:pt x="1112606" y="140543"/>
                  <a:pt x="1120462" y="142225"/>
                  <a:pt x="1130737" y="142225"/>
                </a:cubicBezTo>
                <a:cubicBezTo>
                  <a:pt x="1140523" y="142225"/>
                  <a:pt x="1147740" y="140501"/>
                  <a:pt x="1152389" y="137054"/>
                </a:cubicBezTo>
                <a:cubicBezTo>
                  <a:pt x="1157037" y="133608"/>
                  <a:pt x="1159361" y="129932"/>
                  <a:pt x="1159361" y="126027"/>
                </a:cubicBezTo>
                <a:cubicBezTo>
                  <a:pt x="1159361" y="123205"/>
                  <a:pt x="1157975" y="121196"/>
                  <a:pt x="1155202" y="120002"/>
                </a:cubicBezTo>
                <a:cubicBezTo>
                  <a:pt x="1152375" y="118808"/>
                  <a:pt x="1146775" y="118103"/>
                  <a:pt x="1138403" y="117887"/>
                </a:cubicBezTo>
                <a:cubicBezTo>
                  <a:pt x="1126170" y="117561"/>
                  <a:pt x="1116765" y="116936"/>
                  <a:pt x="1110186" y="116014"/>
                </a:cubicBezTo>
                <a:close/>
                <a:moveTo>
                  <a:pt x="1189302" y="16229"/>
                </a:moveTo>
                <a:lnTo>
                  <a:pt x="1216214" y="3099"/>
                </a:lnTo>
                <a:lnTo>
                  <a:pt x="1218905" y="3099"/>
                </a:lnTo>
                <a:lnTo>
                  <a:pt x="1218905" y="96475"/>
                </a:lnTo>
                <a:cubicBezTo>
                  <a:pt x="1218905" y="102672"/>
                  <a:pt x="1219164" y="106532"/>
                  <a:pt x="1219680" y="108055"/>
                </a:cubicBezTo>
                <a:cubicBezTo>
                  <a:pt x="1220197" y="109577"/>
                  <a:pt x="1221270" y="110746"/>
                  <a:pt x="1222901" y="111561"/>
                </a:cubicBezTo>
                <a:cubicBezTo>
                  <a:pt x="1224532" y="112377"/>
                  <a:pt x="1227849" y="112839"/>
                  <a:pt x="1232850" y="112948"/>
                </a:cubicBezTo>
                <a:lnTo>
                  <a:pt x="1232850" y="115965"/>
                </a:lnTo>
                <a:lnTo>
                  <a:pt x="1191260" y="115965"/>
                </a:lnTo>
                <a:lnTo>
                  <a:pt x="1191260" y="112948"/>
                </a:lnTo>
                <a:cubicBezTo>
                  <a:pt x="1196479" y="112839"/>
                  <a:pt x="1199850" y="112391"/>
                  <a:pt x="1201372" y="111602"/>
                </a:cubicBezTo>
                <a:cubicBezTo>
                  <a:pt x="1202894" y="110814"/>
                  <a:pt x="1203954" y="109754"/>
                  <a:pt x="1204552" y="108422"/>
                </a:cubicBezTo>
                <a:cubicBezTo>
                  <a:pt x="1205150" y="107090"/>
                  <a:pt x="1205449" y="103107"/>
                  <a:pt x="1205449" y="96475"/>
                </a:cubicBezTo>
                <a:lnTo>
                  <a:pt x="1205449" y="36779"/>
                </a:lnTo>
                <a:cubicBezTo>
                  <a:pt x="1205449" y="28733"/>
                  <a:pt x="1205178" y="23568"/>
                  <a:pt x="1204634" y="21285"/>
                </a:cubicBezTo>
                <a:cubicBezTo>
                  <a:pt x="1204253" y="19545"/>
                  <a:pt x="1203560" y="18267"/>
                  <a:pt x="1202554" y="17452"/>
                </a:cubicBezTo>
                <a:cubicBezTo>
                  <a:pt x="1201549" y="16636"/>
                  <a:pt x="1200339" y="16229"/>
                  <a:pt x="1198925" y="16229"/>
                </a:cubicBezTo>
                <a:cubicBezTo>
                  <a:pt x="1196914" y="16229"/>
                  <a:pt x="1194114" y="17071"/>
                  <a:pt x="1190526" y="18757"/>
                </a:cubicBezTo>
                <a:lnTo>
                  <a:pt x="1189302" y="16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560E2-E673-4594-9920-5835847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24" y="1957759"/>
            <a:ext cx="4376809" cy="506671"/>
          </a:xfrm>
          <a:custGeom xmlns:a="http://schemas.openxmlformats.org/drawingml/2006/main">
            <a:pathLst>
              <a:path w="4376809" h="506671">
                <a:moveTo>
                  <a:pt x="110633" y="440452"/>
                </a:moveTo>
                <a:lnTo>
                  <a:pt x="128678" y="434426"/>
                </a:lnTo>
                <a:lnTo>
                  <a:pt x="128510" y="434493"/>
                </a:lnTo>
                <a:lnTo>
                  <a:pt x="147830" y="428518"/>
                </a:lnTo>
                <a:lnTo>
                  <a:pt x="147679" y="428551"/>
                </a:lnTo>
                <a:lnTo>
                  <a:pt x="168241" y="422626"/>
                </a:lnTo>
                <a:lnTo>
                  <a:pt x="168107" y="422660"/>
                </a:lnTo>
                <a:lnTo>
                  <a:pt x="189895" y="416768"/>
                </a:lnTo>
                <a:lnTo>
                  <a:pt x="189777" y="416801"/>
                </a:lnTo>
                <a:lnTo>
                  <a:pt x="212757" y="410960"/>
                </a:lnTo>
                <a:lnTo>
                  <a:pt x="212656" y="410994"/>
                </a:lnTo>
                <a:lnTo>
                  <a:pt x="236827" y="405203"/>
                </a:lnTo>
                <a:lnTo>
                  <a:pt x="236726" y="405236"/>
                </a:lnTo>
                <a:lnTo>
                  <a:pt x="262039" y="399496"/>
                </a:lnTo>
                <a:lnTo>
                  <a:pt x="261938" y="399512"/>
                </a:lnTo>
                <a:lnTo>
                  <a:pt x="288392" y="393839"/>
                </a:lnTo>
                <a:lnTo>
                  <a:pt x="288308" y="393856"/>
                </a:lnTo>
                <a:lnTo>
                  <a:pt x="315836" y="388249"/>
                </a:lnTo>
                <a:lnTo>
                  <a:pt x="315769" y="388266"/>
                </a:lnTo>
                <a:lnTo>
                  <a:pt x="344389" y="382710"/>
                </a:lnTo>
                <a:lnTo>
                  <a:pt x="344305" y="382727"/>
                </a:lnTo>
                <a:lnTo>
                  <a:pt x="373982" y="377255"/>
                </a:lnTo>
                <a:lnTo>
                  <a:pt x="373914" y="377255"/>
                </a:lnTo>
                <a:lnTo>
                  <a:pt x="404598" y="371850"/>
                </a:lnTo>
                <a:lnTo>
                  <a:pt x="404531" y="371867"/>
                </a:lnTo>
                <a:lnTo>
                  <a:pt x="436222" y="366529"/>
                </a:lnTo>
                <a:lnTo>
                  <a:pt x="436172" y="366529"/>
                </a:lnTo>
                <a:lnTo>
                  <a:pt x="468837" y="361275"/>
                </a:lnTo>
                <a:lnTo>
                  <a:pt x="468769" y="361275"/>
                </a:lnTo>
                <a:lnTo>
                  <a:pt x="502391" y="356088"/>
                </a:lnTo>
                <a:lnTo>
                  <a:pt x="502340" y="356105"/>
                </a:lnTo>
                <a:lnTo>
                  <a:pt x="536885" y="351002"/>
                </a:lnTo>
                <a:lnTo>
                  <a:pt x="536835" y="351002"/>
                </a:lnTo>
                <a:lnTo>
                  <a:pt x="572269" y="346000"/>
                </a:lnTo>
                <a:lnTo>
                  <a:pt x="572219" y="346000"/>
                </a:lnTo>
                <a:lnTo>
                  <a:pt x="608542" y="341082"/>
                </a:lnTo>
                <a:lnTo>
                  <a:pt x="608492" y="341082"/>
                </a:lnTo>
                <a:lnTo>
                  <a:pt x="645655" y="336248"/>
                </a:lnTo>
                <a:lnTo>
                  <a:pt x="645622" y="336248"/>
                </a:lnTo>
                <a:lnTo>
                  <a:pt x="683607" y="331514"/>
                </a:lnTo>
                <a:lnTo>
                  <a:pt x="683557" y="331514"/>
                </a:lnTo>
                <a:lnTo>
                  <a:pt x="722348" y="326881"/>
                </a:lnTo>
                <a:lnTo>
                  <a:pt x="722315" y="326881"/>
                </a:lnTo>
                <a:lnTo>
                  <a:pt x="761878" y="322332"/>
                </a:lnTo>
                <a:lnTo>
                  <a:pt x="761845" y="322349"/>
                </a:lnTo>
                <a:lnTo>
                  <a:pt x="802164" y="317901"/>
                </a:lnTo>
                <a:lnTo>
                  <a:pt x="802113" y="317918"/>
                </a:lnTo>
                <a:lnTo>
                  <a:pt x="843154" y="313587"/>
                </a:lnTo>
                <a:lnTo>
                  <a:pt x="843120" y="313587"/>
                </a:lnTo>
                <a:lnTo>
                  <a:pt x="884866" y="309357"/>
                </a:lnTo>
                <a:lnTo>
                  <a:pt x="884832" y="309374"/>
                </a:lnTo>
                <a:lnTo>
                  <a:pt x="927249" y="305262"/>
                </a:lnTo>
                <a:lnTo>
                  <a:pt x="927199" y="305262"/>
                </a:lnTo>
                <a:lnTo>
                  <a:pt x="970271" y="301267"/>
                </a:lnTo>
                <a:lnTo>
                  <a:pt x="970237" y="301267"/>
                </a:lnTo>
                <a:lnTo>
                  <a:pt x="1013930" y="297406"/>
                </a:lnTo>
                <a:lnTo>
                  <a:pt x="1013896" y="297406"/>
                </a:lnTo>
                <a:lnTo>
                  <a:pt x="1058176" y="293646"/>
                </a:lnTo>
                <a:lnTo>
                  <a:pt x="1058160" y="293663"/>
                </a:lnTo>
                <a:lnTo>
                  <a:pt x="1103011" y="290037"/>
                </a:lnTo>
                <a:lnTo>
                  <a:pt x="1102977" y="290037"/>
                </a:lnTo>
                <a:lnTo>
                  <a:pt x="1148399" y="286546"/>
                </a:lnTo>
                <a:lnTo>
                  <a:pt x="1148365" y="286546"/>
                </a:lnTo>
                <a:lnTo>
                  <a:pt x="1194307" y="283172"/>
                </a:lnTo>
                <a:lnTo>
                  <a:pt x="1194273" y="283172"/>
                </a:lnTo>
                <a:lnTo>
                  <a:pt x="1240719" y="279949"/>
                </a:lnTo>
                <a:lnTo>
                  <a:pt x="1240685" y="279949"/>
                </a:lnTo>
                <a:lnTo>
                  <a:pt x="1287601" y="276860"/>
                </a:lnTo>
                <a:lnTo>
                  <a:pt x="1287567" y="276860"/>
                </a:lnTo>
                <a:lnTo>
                  <a:pt x="1334936" y="273906"/>
                </a:lnTo>
                <a:lnTo>
                  <a:pt x="1334903" y="273906"/>
                </a:lnTo>
                <a:lnTo>
                  <a:pt x="1382691" y="271103"/>
                </a:lnTo>
                <a:lnTo>
                  <a:pt x="1382657" y="271103"/>
                </a:lnTo>
                <a:lnTo>
                  <a:pt x="1430849" y="268434"/>
                </a:lnTo>
                <a:lnTo>
                  <a:pt x="1430815" y="268434"/>
                </a:lnTo>
                <a:lnTo>
                  <a:pt x="1479392" y="265916"/>
                </a:lnTo>
                <a:lnTo>
                  <a:pt x="1479359" y="265916"/>
                </a:lnTo>
                <a:lnTo>
                  <a:pt x="1528272" y="263566"/>
                </a:lnTo>
                <a:lnTo>
                  <a:pt x="1528238" y="263566"/>
                </a:lnTo>
                <a:lnTo>
                  <a:pt x="1577487" y="261367"/>
                </a:lnTo>
                <a:lnTo>
                  <a:pt x="1577453" y="261367"/>
                </a:lnTo>
                <a:lnTo>
                  <a:pt x="1626988" y="259320"/>
                </a:lnTo>
                <a:lnTo>
                  <a:pt x="1626954" y="259320"/>
                </a:lnTo>
                <a:lnTo>
                  <a:pt x="1676773" y="257440"/>
                </a:lnTo>
                <a:lnTo>
                  <a:pt x="1676740" y="257440"/>
                </a:lnTo>
                <a:lnTo>
                  <a:pt x="1726811" y="255711"/>
                </a:lnTo>
                <a:lnTo>
                  <a:pt x="1726777" y="255711"/>
                </a:lnTo>
                <a:lnTo>
                  <a:pt x="1777067" y="254166"/>
                </a:lnTo>
                <a:lnTo>
                  <a:pt x="1777033" y="254166"/>
                </a:lnTo>
                <a:lnTo>
                  <a:pt x="1827524" y="252790"/>
                </a:lnTo>
                <a:lnTo>
                  <a:pt x="1827491" y="252790"/>
                </a:lnTo>
                <a:lnTo>
                  <a:pt x="1878166" y="251581"/>
                </a:lnTo>
                <a:lnTo>
                  <a:pt x="1878133" y="251581"/>
                </a:lnTo>
                <a:lnTo>
                  <a:pt x="1928942" y="250558"/>
                </a:lnTo>
                <a:lnTo>
                  <a:pt x="1928909" y="250558"/>
                </a:lnTo>
                <a:lnTo>
                  <a:pt x="1979853" y="249701"/>
                </a:lnTo>
                <a:lnTo>
                  <a:pt x="1979819" y="249701"/>
                </a:lnTo>
                <a:lnTo>
                  <a:pt x="2030864" y="249047"/>
                </a:lnTo>
                <a:lnTo>
                  <a:pt x="2030830" y="249047"/>
                </a:lnTo>
                <a:lnTo>
                  <a:pt x="2081942" y="248560"/>
                </a:lnTo>
                <a:lnTo>
                  <a:pt x="2081909" y="248560"/>
                </a:lnTo>
                <a:lnTo>
                  <a:pt x="2133071" y="248275"/>
                </a:lnTo>
                <a:lnTo>
                  <a:pt x="2133038" y="248275"/>
                </a:lnTo>
                <a:lnTo>
                  <a:pt x="2184233" y="248174"/>
                </a:lnTo>
                <a:lnTo>
                  <a:pt x="2235429" y="248090"/>
                </a:lnTo>
                <a:lnTo>
                  <a:pt x="2286625" y="247822"/>
                </a:lnTo>
                <a:lnTo>
                  <a:pt x="2337771" y="247402"/>
                </a:lnTo>
                <a:lnTo>
                  <a:pt x="2388832" y="246798"/>
                </a:lnTo>
                <a:lnTo>
                  <a:pt x="2439793" y="246042"/>
                </a:lnTo>
                <a:lnTo>
                  <a:pt x="2490636" y="245119"/>
                </a:lnTo>
                <a:lnTo>
                  <a:pt x="2591836" y="242803"/>
                </a:lnTo>
                <a:lnTo>
                  <a:pt x="2692247" y="239865"/>
                </a:lnTo>
                <a:lnTo>
                  <a:pt x="2791651" y="236340"/>
                </a:lnTo>
                <a:lnTo>
                  <a:pt x="2889863" y="232245"/>
                </a:lnTo>
                <a:lnTo>
                  <a:pt x="2986666" y="227612"/>
                </a:lnTo>
                <a:lnTo>
                  <a:pt x="3081873" y="222442"/>
                </a:lnTo>
                <a:lnTo>
                  <a:pt x="3175268" y="216768"/>
                </a:lnTo>
                <a:lnTo>
                  <a:pt x="3266682" y="210608"/>
                </a:lnTo>
                <a:lnTo>
                  <a:pt x="3355897" y="203995"/>
                </a:lnTo>
                <a:lnTo>
                  <a:pt x="3442711" y="196945"/>
                </a:lnTo>
                <a:lnTo>
                  <a:pt x="3526924" y="189475"/>
                </a:lnTo>
                <a:lnTo>
                  <a:pt x="3608351" y="181619"/>
                </a:lnTo>
                <a:lnTo>
                  <a:pt x="3686773" y="173378"/>
                </a:lnTo>
                <a:lnTo>
                  <a:pt x="3724809" y="169131"/>
                </a:lnTo>
                <a:lnTo>
                  <a:pt x="3762006" y="164784"/>
                </a:lnTo>
                <a:lnTo>
                  <a:pt x="3798363" y="160369"/>
                </a:lnTo>
                <a:lnTo>
                  <a:pt x="3833848" y="155870"/>
                </a:lnTo>
                <a:lnTo>
                  <a:pt x="3868443" y="151288"/>
                </a:lnTo>
                <a:lnTo>
                  <a:pt x="3902115" y="146638"/>
                </a:lnTo>
                <a:lnTo>
                  <a:pt x="3934830" y="141922"/>
                </a:lnTo>
                <a:lnTo>
                  <a:pt x="3966571" y="137121"/>
                </a:lnTo>
                <a:lnTo>
                  <a:pt x="3997322" y="132270"/>
                </a:lnTo>
                <a:lnTo>
                  <a:pt x="4027049" y="127335"/>
                </a:lnTo>
                <a:lnTo>
                  <a:pt x="4055736" y="122350"/>
                </a:lnTo>
                <a:lnTo>
                  <a:pt x="4083348" y="117314"/>
                </a:lnTo>
                <a:lnTo>
                  <a:pt x="4109869" y="112211"/>
                </a:lnTo>
                <a:lnTo>
                  <a:pt x="4135282" y="107058"/>
                </a:lnTo>
                <a:lnTo>
                  <a:pt x="4159554" y="101838"/>
                </a:lnTo>
                <a:lnTo>
                  <a:pt x="4182651" y="96584"/>
                </a:lnTo>
                <a:lnTo>
                  <a:pt x="4204556" y="91280"/>
                </a:lnTo>
                <a:lnTo>
                  <a:pt x="4225253" y="85925"/>
                </a:lnTo>
                <a:lnTo>
                  <a:pt x="4244724" y="80537"/>
                </a:lnTo>
                <a:lnTo>
                  <a:pt x="4262936" y="75082"/>
                </a:lnTo>
                <a:lnTo>
                  <a:pt x="4279890" y="69593"/>
                </a:lnTo>
                <a:lnTo>
                  <a:pt x="4295534" y="64054"/>
                </a:lnTo>
                <a:lnTo>
                  <a:pt x="4309869" y="58481"/>
                </a:lnTo>
                <a:lnTo>
                  <a:pt x="4322894" y="52824"/>
                </a:lnTo>
                <a:lnTo>
                  <a:pt x="4334577" y="47100"/>
                </a:lnTo>
                <a:lnTo>
                  <a:pt x="4344917" y="41292"/>
                </a:lnTo>
                <a:lnTo>
                  <a:pt x="4353813" y="35401"/>
                </a:lnTo>
                <a:lnTo>
                  <a:pt x="4357875" y="32312"/>
                </a:lnTo>
                <a:lnTo>
                  <a:pt x="4361534" y="29224"/>
                </a:lnTo>
                <a:lnTo>
                  <a:pt x="4364841" y="26034"/>
                </a:lnTo>
                <a:lnTo>
                  <a:pt x="4367795" y="22778"/>
                </a:lnTo>
                <a:lnTo>
                  <a:pt x="4370380" y="19404"/>
                </a:lnTo>
                <a:lnTo>
                  <a:pt x="4372596" y="15896"/>
                </a:lnTo>
                <a:lnTo>
                  <a:pt x="4374392" y="12253"/>
                </a:lnTo>
                <a:lnTo>
                  <a:pt x="4375735" y="8477"/>
                </a:lnTo>
                <a:lnTo>
                  <a:pt x="4376557" y="4566"/>
                </a:lnTo>
                <a:lnTo>
                  <a:pt x="4376809" y="1175"/>
                </a:lnTo>
                <a:lnTo>
                  <a:pt x="4360057" y="0"/>
                </a:lnTo>
                <a:lnTo>
                  <a:pt x="4359895" y="2259"/>
                </a:lnTo>
                <a:lnTo>
                  <a:pt x="4359565" y="3834"/>
                </a:lnTo>
                <a:lnTo>
                  <a:pt x="4358883" y="5765"/>
                </a:lnTo>
                <a:lnTo>
                  <a:pt x="4357924" y="7717"/>
                </a:lnTo>
                <a:lnTo>
                  <a:pt x="4356578" y="9838"/>
                </a:lnTo>
                <a:lnTo>
                  <a:pt x="4354997" y="11888"/>
                </a:lnTo>
                <a:lnTo>
                  <a:pt x="4352715" y="14413"/>
                </a:lnTo>
                <a:lnTo>
                  <a:pt x="4350168" y="16842"/>
                </a:lnTo>
                <a:lnTo>
                  <a:pt x="4347185" y="19369"/>
                </a:lnTo>
                <a:lnTo>
                  <a:pt x="4344235" y="21615"/>
                </a:lnTo>
                <a:lnTo>
                  <a:pt x="4336167" y="26951"/>
                </a:lnTo>
                <a:lnTo>
                  <a:pt x="4326956" y="32136"/>
                </a:lnTo>
                <a:lnTo>
                  <a:pt x="4315941" y="37537"/>
                </a:lnTo>
                <a:lnTo>
                  <a:pt x="4303480" y="42943"/>
                </a:lnTo>
                <a:lnTo>
                  <a:pt x="4289558" y="48376"/>
                </a:lnTo>
                <a:lnTo>
                  <a:pt x="4289810" y="48275"/>
                </a:lnTo>
                <a:lnTo>
                  <a:pt x="4274463" y="53708"/>
                </a:lnTo>
                <a:lnTo>
                  <a:pt x="4257867" y="59085"/>
                </a:lnTo>
                <a:lnTo>
                  <a:pt x="4258052" y="59035"/>
                </a:lnTo>
                <a:lnTo>
                  <a:pt x="4240007" y="64423"/>
                </a:lnTo>
                <a:lnTo>
                  <a:pt x="4240158" y="64372"/>
                </a:lnTo>
                <a:lnTo>
                  <a:pt x="4220838" y="69727"/>
                </a:lnTo>
                <a:lnTo>
                  <a:pt x="4220989" y="69694"/>
                </a:lnTo>
                <a:lnTo>
                  <a:pt x="4200427" y="75015"/>
                </a:lnTo>
                <a:lnTo>
                  <a:pt x="4200544" y="74981"/>
                </a:lnTo>
                <a:lnTo>
                  <a:pt x="4178757" y="80252"/>
                </a:lnTo>
                <a:lnTo>
                  <a:pt x="4178858" y="80235"/>
                </a:lnTo>
                <a:lnTo>
                  <a:pt x="4155878" y="85472"/>
                </a:lnTo>
                <a:lnTo>
                  <a:pt x="4155979" y="85438"/>
                </a:lnTo>
                <a:lnTo>
                  <a:pt x="4131808" y="90625"/>
                </a:lnTo>
                <a:lnTo>
                  <a:pt x="4131892" y="90608"/>
                </a:lnTo>
                <a:lnTo>
                  <a:pt x="4106640" y="95732"/>
                </a:lnTo>
                <a:lnTo>
                  <a:pt x="4080226" y="100814"/>
                </a:lnTo>
                <a:lnTo>
                  <a:pt x="4080293" y="100797"/>
                </a:lnTo>
                <a:lnTo>
                  <a:pt x="4052765" y="105833"/>
                </a:lnTo>
                <a:lnTo>
                  <a:pt x="4052832" y="105816"/>
                </a:lnTo>
                <a:lnTo>
                  <a:pt x="4024212" y="110801"/>
                </a:lnTo>
                <a:lnTo>
                  <a:pt x="4024280" y="110784"/>
                </a:lnTo>
                <a:lnTo>
                  <a:pt x="3994620" y="115703"/>
                </a:lnTo>
                <a:lnTo>
                  <a:pt x="3994670" y="115686"/>
                </a:lnTo>
                <a:lnTo>
                  <a:pt x="3963986" y="120537"/>
                </a:lnTo>
                <a:lnTo>
                  <a:pt x="3964036" y="120520"/>
                </a:lnTo>
                <a:lnTo>
                  <a:pt x="3932345" y="125321"/>
                </a:lnTo>
                <a:lnTo>
                  <a:pt x="3932396" y="125304"/>
                </a:lnTo>
                <a:lnTo>
                  <a:pt x="3899731" y="130021"/>
                </a:lnTo>
                <a:lnTo>
                  <a:pt x="3899781" y="130021"/>
                </a:lnTo>
                <a:lnTo>
                  <a:pt x="3866177" y="134653"/>
                </a:lnTo>
                <a:lnTo>
                  <a:pt x="3866210" y="134653"/>
                </a:lnTo>
                <a:lnTo>
                  <a:pt x="3831682" y="139219"/>
                </a:lnTo>
                <a:lnTo>
                  <a:pt x="3831716" y="139219"/>
                </a:lnTo>
                <a:lnTo>
                  <a:pt x="3796282" y="143718"/>
                </a:lnTo>
                <a:lnTo>
                  <a:pt x="3796315" y="143701"/>
                </a:lnTo>
                <a:lnTo>
                  <a:pt x="3760008" y="148115"/>
                </a:lnTo>
                <a:lnTo>
                  <a:pt x="3760042" y="148115"/>
                </a:lnTo>
                <a:lnTo>
                  <a:pt x="3722879" y="152446"/>
                </a:lnTo>
                <a:lnTo>
                  <a:pt x="3722929" y="152446"/>
                </a:lnTo>
                <a:lnTo>
                  <a:pt x="3684927" y="156693"/>
                </a:lnTo>
                <a:lnTo>
                  <a:pt x="3684994" y="156693"/>
                </a:lnTo>
                <a:lnTo>
                  <a:pt x="3606639" y="164918"/>
                </a:lnTo>
                <a:lnTo>
                  <a:pt x="3606706" y="164918"/>
                </a:lnTo>
                <a:lnTo>
                  <a:pt x="3525347" y="172773"/>
                </a:lnTo>
                <a:lnTo>
                  <a:pt x="3525414" y="172757"/>
                </a:lnTo>
                <a:lnTo>
                  <a:pt x="3441251" y="180226"/>
                </a:lnTo>
                <a:lnTo>
                  <a:pt x="3441318" y="180226"/>
                </a:lnTo>
                <a:lnTo>
                  <a:pt x="3354571" y="187276"/>
                </a:lnTo>
                <a:lnTo>
                  <a:pt x="3354621" y="187259"/>
                </a:lnTo>
                <a:lnTo>
                  <a:pt x="3265473" y="193873"/>
                </a:lnTo>
                <a:lnTo>
                  <a:pt x="3265523" y="193873"/>
                </a:lnTo>
                <a:lnTo>
                  <a:pt x="3174177" y="200016"/>
                </a:lnTo>
                <a:lnTo>
                  <a:pt x="3174227" y="200016"/>
                </a:lnTo>
                <a:lnTo>
                  <a:pt x="3080883" y="205690"/>
                </a:lnTo>
                <a:lnTo>
                  <a:pt x="3080933" y="205673"/>
                </a:lnTo>
                <a:lnTo>
                  <a:pt x="2985776" y="210843"/>
                </a:lnTo>
                <a:lnTo>
                  <a:pt x="2985826" y="210843"/>
                </a:lnTo>
                <a:lnTo>
                  <a:pt x="2889074" y="215476"/>
                </a:lnTo>
                <a:lnTo>
                  <a:pt x="2889125" y="215476"/>
                </a:lnTo>
                <a:lnTo>
                  <a:pt x="2790980" y="219571"/>
                </a:lnTo>
                <a:lnTo>
                  <a:pt x="2791030" y="219571"/>
                </a:lnTo>
                <a:lnTo>
                  <a:pt x="2691677" y="223096"/>
                </a:lnTo>
                <a:lnTo>
                  <a:pt x="2691727" y="223096"/>
                </a:lnTo>
                <a:lnTo>
                  <a:pt x="2591383" y="226017"/>
                </a:lnTo>
                <a:lnTo>
                  <a:pt x="2591434" y="226017"/>
                </a:lnTo>
                <a:lnTo>
                  <a:pt x="2490284" y="228334"/>
                </a:lnTo>
                <a:lnTo>
                  <a:pt x="2490317" y="228334"/>
                </a:lnTo>
                <a:lnTo>
                  <a:pt x="2439508" y="229257"/>
                </a:lnTo>
                <a:lnTo>
                  <a:pt x="2439541" y="229257"/>
                </a:lnTo>
                <a:lnTo>
                  <a:pt x="2388597" y="230012"/>
                </a:lnTo>
                <a:lnTo>
                  <a:pt x="2388614" y="230012"/>
                </a:lnTo>
                <a:lnTo>
                  <a:pt x="2337586" y="230616"/>
                </a:lnTo>
                <a:lnTo>
                  <a:pt x="2337620" y="230616"/>
                </a:lnTo>
                <a:lnTo>
                  <a:pt x="2286491" y="231036"/>
                </a:lnTo>
                <a:lnTo>
                  <a:pt x="2286524" y="231036"/>
                </a:lnTo>
                <a:lnTo>
                  <a:pt x="2235362" y="231305"/>
                </a:lnTo>
                <a:lnTo>
                  <a:pt x="2235396" y="231305"/>
                </a:lnTo>
                <a:lnTo>
                  <a:pt x="2184200" y="231388"/>
                </a:lnTo>
                <a:lnTo>
                  <a:pt x="2133004" y="231489"/>
                </a:lnTo>
                <a:lnTo>
                  <a:pt x="2081808" y="231775"/>
                </a:lnTo>
                <a:lnTo>
                  <a:pt x="2030663" y="232261"/>
                </a:lnTo>
                <a:lnTo>
                  <a:pt x="1979584" y="232916"/>
                </a:lnTo>
                <a:lnTo>
                  <a:pt x="1928623" y="233772"/>
                </a:lnTo>
                <a:lnTo>
                  <a:pt x="1877780" y="234796"/>
                </a:lnTo>
                <a:lnTo>
                  <a:pt x="1827088" y="236005"/>
                </a:lnTo>
                <a:lnTo>
                  <a:pt x="1776563" y="237381"/>
                </a:lnTo>
                <a:lnTo>
                  <a:pt x="1726240" y="238942"/>
                </a:lnTo>
                <a:lnTo>
                  <a:pt x="1676152" y="240654"/>
                </a:lnTo>
                <a:lnTo>
                  <a:pt x="1626316" y="242551"/>
                </a:lnTo>
                <a:lnTo>
                  <a:pt x="1576748" y="244599"/>
                </a:lnTo>
                <a:lnTo>
                  <a:pt x="1527483" y="246798"/>
                </a:lnTo>
                <a:lnTo>
                  <a:pt x="1478536" y="249164"/>
                </a:lnTo>
                <a:lnTo>
                  <a:pt x="1429942" y="251665"/>
                </a:lnTo>
                <a:lnTo>
                  <a:pt x="1381717" y="254334"/>
                </a:lnTo>
                <a:lnTo>
                  <a:pt x="1333895" y="257154"/>
                </a:lnTo>
                <a:lnTo>
                  <a:pt x="1286510" y="260109"/>
                </a:lnTo>
                <a:lnTo>
                  <a:pt x="1239561" y="263197"/>
                </a:lnTo>
                <a:lnTo>
                  <a:pt x="1193098" y="266437"/>
                </a:lnTo>
                <a:lnTo>
                  <a:pt x="1147123" y="269794"/>
                </a:lnTo>
                <a:lnTo>
                  <a:pt x="1101684" y="273302"/>
                </a:lnTo>
                <a:lnTo>
                  <a:pt x="1056783" y="276928"/>
                </a:lnTo>
                <a:lnTo>
                  <a:pt x="1012469" y="280688"/>
                </a:lnTo>
                <a:lnTo>
                  <a:pt x="968743" y="284548"/>
                </a:lnTo>
                <a:lnTo>
                  <a:pt x="925638" y="288543"/>
                </a:lnTo>
                <a:lnTo>
                  <a:pt x="883187" y="292656"/>
                </a:lnTo>
                <a:lnTo>
                  <a:pt x="841408" y="296886"/>
                </a:lnTo>
                <a:lnTo>
                  <a:pt x="800334" y="301216"/>
                </a:lnTo>
                <a:lnTo>
                  <a:pt x="759981" y="305664"/>
                </a:lnTo>
                <a:lnTo>
                  <a:pt x="720384" y="310213"/>
                </a:lnTo>
                <a:lnTo>
                  <a:pt x="681543" y="314846"/>
                </a:lnTo>
                <a:lnTo>
                  <a:pt x="643524" y="319596"/>
                </a:lnTo>
                <a:lnTo>
                  <a:pt x="606310" y="324431"/>
                </a:lnTo>
                <a:lnTo>
                  <a:pt x="569953" y="329366"/>
                </a:lnTo>
                <a:lnTo>
                  <a:pt x="534451" y="334401"/>
                </a:lnTo>
                <a:lnTo>
                  <a:pt x="499856" y="339504"/>
                </a:lnTo>
                <a:lnTo>
                  <a:pt x="466184" y="344691"/>
                </a:lnTo>
                <a:lnTo>
                  <a:pt x="433469" y="349961"/>
                </a:lnTo>
                <a:lnTo>
                  <a:pt x="401711" y="355316"/>
                </a:lnTo>
                <a:lnTo>
                  <a:pt x="370960" y="360738"/>
                </a:lnTo>
                <a:lnTo>
                  <a:pt x="341216" y="366227"/>
                </a:lnTo>
                <a:lnTo>
                  <a:pt x="312530" y="371799"/>
                </a:lnTo>
                <a:lnTo>
                  <a:pt x="284901" y="377423"/>
                </a:lnTo>
                <a:lnTo>
                  <a:pt x="258380" y="383113"/>
                </a:lnTo>
                <a:lnTo>
                  <a:pt x="232966" y="388870"/>
                </a:lnTo>
                <a:lnTo>
                  <a:pt x="208694" y="394678"/>
                </a:lnTo>
                <a:lnTo>
                  <a:pt x="185581" y="400553"/>
                </a:lnTo>
                <a:lnTo>
                  <a:pt x="163659" y="406478"/>
                </a:lnTo>
                <a:lnTo>
                  <a:pt x="142946" y="412454"/>
                </a:lnTo>
                <a:lnTo>
                  <a:pt x="123458" y="418480"/>
                </a:lnTo>
                <a:lnTo>
                  <a:pt x="105228" y="424556"/>
                </a:lnTo>
                <a:lnTo>
                  <a:pt x="87503" y="430968"/>
                </a:lnTo>
                <a:lnTo>
                  <a:pt x="74879" y="439082"/>
                </a:lnTo>
                <a:lnTo>
                  <a:pt x="46949" y="404330"/>
                </a:lnTo>
                <a:lnTo>
                  <a:pt x="0" y="506671"/>
                </a:lnTo>
                <a:lnTo>
                  <a:pt x="110046" y="482819"/>
                </a:lnTo>
                <a:lnTo>
                  <a:pt x="85456" y="452239"/>
                </a:lnTo>
                <a:lnTo>
                  <a:pt x="95010" y="446099"/>
                </a:lnTo>
                <a:lnTo>
                  <a:pt x="110835" y="440385"/>
                </a:lnTo>
                <a:lnTo>
                  <a:pt x="110633" y="4404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(4)’">
            <a:extLst xmlns:a="http://schemas.openxmlformats.org/drawingml/2006/main">
              <a:ext uri="{FF2B5EF4-FFF2-40B4-BE49-F238E27FC236}">
                <a16:creationId xmlns:a16="http://schemas.microsoft.com/office/drawing/2014/main" id="{02F3C4ED-D6C8-4889-B3DC-A2368329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373" y="4413924"/>
            <a:ext cx="230153" cy="151684"/>
          </a:xfrm>
          <a:custGeom xmlns:a="http://schemas.openxmlformats.org/drawingml/2006/main">
            <a:pathLst>
              <a:path w="230153" h="151684">
                <a:moveTo>
                  <a:pt x="45016" y="148667"/>
                </a:moveTo>
                <a:lnTo>
                  <a:pt x="45016" y="151684"/>
                </a:lnTo>
                <a:cubicBezTo>
                  <a:pt x="36807" y="147553"/>
                  <a:pt x="29956" y="142714"/>
                  <a:pt x="24465" y="137168"/>
                </a:cubicBezTo>
                <a:cubicBezTo>
                  <a:pt x="16636" y="129285"/>
                  <a:pt x="10602" y="119988"/>
                  <a:pt x="6361" y="109278"/>
                </a:cubicBezTo>
                <a:cubicBezTo>
                  <a:pt x="2120" y="98568"/>
                  <a:pt x="0" y="87450"/>
                  <a:pt x="0" y="75924"/>
                </a:cubicBezTo>
                <a:cubicBezTo>
                  <a:pt x="0" y="59070"/>
                  <a:pt x="4159" y="43698"/>
                  <a:pt x="12477" y="29807"/>
                </a:cubicBezTo>
                <a:cubicBezTo>
                  <a:pt x="20795" y="15916"/>
                  <a:pt x="31642" y="5980"/>
                  <a:pt x="45016" y="0"/>
                </a:cubicBezTo>
                <a:lnTo>
                  <a:pt x="45016" y="3425"/>
                </a:lnTo>
                <a:cubicBezTo>
                  <a:pt x="38329" y="7122"/>
                  <a:pt x="32838" y="12178"/>
                  <a:pt x="28543" y="18594"/>
                </a:cubicBezTo>
                <a:cubicBezTo>
                  <a:pt x="24248" y="25009"/>
                  <a:pt x="21040" y="33137"/>
                  <a:pt x="18920" y="42977"/>
                </a:cubicBezTo>
                <a:cubicBezTo>
                  <a:pt x="16799" y="52818"/>
                  <a:pt x="15739" y="63093"/>
                  <a:pt x="15739" y="73803"/>
                </a:cubicBezTo>
                <a:cubicBezTo>
                  <a:pt x="15739" y="85438"/>
                  <a:pt x="16636" y="96012"/>
                  <a:pt x="18430" y="105527"/>
                </a:cubicBezTo>
                <a:cubicBezTo>
                  <a:pt x="19844" y="113029"/>
                  <a:pt x="21557" y="119051"/>
                  <a:pt x="23568" y="123590"/>
                </a:cubicBezTo>
                <a:cubicBezTo>
                  <a:pt x="25580" y="128130"/>
                  <a:pt x="28285" y="132493"/>
                  <a:pt x="31682" y="136679"/>
                </a:cubicBezTo>
                <a:cubicBezTo>
                  <a:pt x="35080" y="140865"/>
                  <a:pt x="39525" y="144861"/>
                  <a:pt x="45016" y="148667"/>
                </a:cubicBezTo>
                <a:close/>
                <a:moveTo>
                  <a:pt x="127099" y="75190"/>
                </a:moveTo>
                <a:lnTo>
                  <a:pt x="127099" y="86770"/>
                </a:lnTo>
                <a:lnTo>
                  <a:pt x="112257" y="86770"/>
                </a:lnTo>
                <a:lnTo>
                  <a:pt x="112257" y="115965"/>
                </a:lnTo>
                <a:lnTo>
                  <a:pt x="98801" y="115965"/>
                </a:lnTo>
                <a:lnTo>
                  <a:pt x="98801" y="86770"/>
                </a:lnTo>
                <a:lnTo>
                  <a:pt x="51991" y="86770"/>
                </a:lnTo>
                <a:lnTo>
                  <a:pt x="51991" y="76332"/>
                </a:lnTo>
                <a:lnTo>
                  <a:pt x="103286" y="3099"/>
                </a:lnTo>
                <a:lnTo>
                  <a:pt x="112257" y="3099"/>
                </a:lnTo>
                <a:lnTo>
                  <a:pt x="112257" y="75190"/>
                </a:lnTo>
                <a:lnTo>
                  <a:pt x="127099" y="75190"/>
                </a:lnTo>
                <a:moveTo>
                  <a:pt x="98801" y="75190"/>
                </a:moveTo>
                <a:lnTo>
                  <a:pt x="98801" y="20306"/>
                </a:lnTo>
                <a:lnTo>
                  <a:pt x="59983" y="75190"/>
                </a:lnTo>
                <a:lnTo>
                  <a:pt x="98801" y="75190"/>
                </a:lnTo>
                <a:close/>
                <a:moveTo>
                  <a:pt x="137060" y="3425"/>
                </a:moveTo>
                <a:lnTo>
                  <a:pt x="137060" y="0"/>
                </a:lnTo>
                <a:cubicBezTo>
                  <a:pt x="145324" y="4078"/>
                  <a:pt x="152201" y="8889"/>
                  <a:pt x="157693" y="14434"/>
                </a:cubicBezTo>
                <a:cubicBezTo>
                  <a:pt x="165467" y="22372"/>
                  <a:pt x="171475" y="31682"/>
                  <a:pt x="175715" y="42366"/>
                </a:cubicBezTo>
                <a:cubicBezTo>
                  <a:pt x="179956" y="53049"/>
                  <a:pt x="182076" y="64180"/>
                  <a:pt x="182076" y="75761"/>
                </a:cubicBezTo>
                <a:cubicBezTo>
                  <a:pt x="182076" y="92614"/>
                  <a:pt x="177931" y="107987"/>
                  <a:pt x="169640" y="121878"/>
                </a:cubicBezTo>
                <a:cubicBezTo>
                  <a:pt x="161349" y="135768"/>
                  <a:pt x="150489" y="145704"/>
                  <a:pt x="137060" y="151684"/>
                </a:cubicBezTo>
                <a:lnTo>
                  <a:pt x="137060" y="148667"/>
                </a:lnTo>
                <a:cubicBezTo>
                  <a:pt x="143747" y="144916"/>
                  <a:pt x="149252" y="139846"/>
                  <a:pt x="153574" y="133458"/>
                </a:cubicBezTo>
                <a:cubicBezTo>
                  <a:pt x="157896" y="127070"/>
                  <a:pt x="161104" y="118942"/>
                  <a:pt x="163197" y="109074"/>
                </a:cubicBezTo>
                <a:cubicBezTo>
                  <a:pt x="165290" y="99207"/>
                  <a:pt x="166337" y="88918"/>
                  <a:pt x="166337" y="78207"/>
                </a:cubicBezTo>
                <a:cubicBezTo>
                  <a:pt x="166337" y="66627"/>
                  <a:pt x="165440" y="56053"/>
                  <a:pt x="163646" y="46484"/>
                </a:cubicBezTo>
                <a:cubicBezTo>
                  <a:pt x="162287" y="38981"/>
                  <a:pt x="160588" y="32974"/>
                  <a:pt x="158549" y="28461"/>
                </a:cubicBezTo>
                <a:cubicBezTo>
                  <a:pt x="156510" y="23949"/>
                  <a:pt x="153805" y="19599"/>
                  <a:pt x="150435" y="15413"/>
                </a:cubicBezTo>
                <a:cubicBezTo>
                  <a:pt x="147064" y="11227"/>
                  <a:pt x="142606" y="7231"/>
                  <a:pt x="137060" y="3425"/>
                </a:cubicBezTo>
                <a:close/>
                <a:moveTo>
                  <a:pt x="208949" y="45179"/>
                </a:moveTo>
                <a:lnTo>
                  <a:pt x="208949" y="41346"/>
                </a:lnTo>
                <a:cubicBezTo>
                  <a:pt x="214549" y="38030"/>
                  <a:pt x="218355" y="34931"/>
                  <a:pt x="220366" y="32049"/>
                </a:cubicBezTo>
                <a:cubicBezTo>
                  <a:pt x="221780" y="29984"/>
                  <a:pt x="222487" y="27510"/>
                  <a:pt x="222487" y="24628"/>
                </a:cubicBezTo>
                <a:cubicBezTo>
                  <a:pt x="222487" y="22943"/>
                  <a:pt x="222188" y="21693"/>
                  <a:pt x="221590" y="20877"/>
                </a:cubicBezTo>
                <a:cubicBezTo>
                  <a:pt x="220937" y="20061"/>
                  <a:pt x="220231" y="19654"/>
                  <a:pt x="219469" y="19654"/>
                </a:cubicBezTo>
                <a:cubicBezTo>
                  <a:pt x="218871" y="19654"/>
                  <a:pt x="218083" y="19844"/>
                  <a:pt x="217104" y="20225"/>
                </a:cubicBezTo>
                <a:cubicBezTo>
                  <a:pt x="215691" y="20714"/>
                  <a:pt x="214522" y="20959"/>
                  <a:pt x="213598" y="20959"/>
                </a:cubicBezTo>
                <a:cubicBezTo>
                  <a:pt x="211423" y="20959"/>
                  <a:pt x="209493" y="20143"/>
                  <a:pt x="207808" y="18512"/>
                </a:cubicBezTo>
                <a:cubicBezTo>
                  <a:pt x="206122" y="16881"/>
                  <a:pt x="205280" y="14842"/>
                  <a:pt x="205280" y="12396"/>
                </a:cubicBezTo>
                <a:cubicBezTo>
                  <a:pt x="205280" y="9677"/>
                  <a:pt x="206122" y="7557"/>
                  <a:pt x="207808" y="6035"/>
                </a:cubicBezTo>
                <a:cubicBezTo>
                  <a:pt x="210091" y="3969"/>
                  <a:pt x="212809" y="2936"/>
                  <a:pt x="215963" y="2936"/>
                </a:cubicBezTo>
                <a:cubicBezTo>
                  <a:pt x="219605" y="2936"/>
                  <a:pt x="222881" y="4472"/>
                  <a:pt x="225790" y="7543"/>
                </a:cubicBezTo>
                <a:cubicBezTo>
                  <a:pt x="228698" y="10615"/>
                  <a:pt x="230153" y="14434"/>
                  <a:pt x="230153" y="19001"/>
                </a:cubicBezTo>
                <a:cubicBezTo>
                  <a:pt x="230153" y="25417"/>
                  <a:pt x="227733" y="31261"/>
                  <a:pt x="222895" y="36535"/>
                </a:cubicBezTo>
                <a:cubicBezTo>
                  <a:pt x="219687" y="40014"/>
                  <a:pt x="215038" y="42896"/>
                  <a:pt x="208949" y="451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49EF2-57C8-4D26-8972-E17A37CE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406" y="3373198"/>
            <a:ext cx="254351" cy="100713"/>
          </a:xfrm>
          <a:custGeom xmlns:a="http://schemas.openxmlformats.org/drawingml/2006/main">
            <a:pathLst>
              <a:path w="254351" h="100713">
                <a:moveTo>
                  <a:pt x="153974" y="100713"/>
                </a:moveTo>
                <a:lnTo>
                  <a:pt x="254351" y="49685"/>
                </a:lnTo>
                <a:lnTo>
                  <a:pt x="153302" y="0"/>
                </a:lnTo>
                <a:lnTo>
                  <a:pt x="153582" y="41961"/>
                </a:lnTo>
                <a:lnTo>
                  <a:pt x="0" y="42971"/>
                </a:lnTo>
                <a:lnTo>
                  <a:pt x="101" y="59756"/>
                </a:lnTo>
                <a:lnTo>
                  <a:pt x="153694" y="58747"/>
                </a:lnTo>
                <a:lnTo>
                  <a:pt x="153974" y="1007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2e9101a434dab"/>
          <a:stretch xmlns:a="http://schemas.openxmlformats.org/drawingml/2006/main"/>
        </p:blipFill>
        <p:spPr>
          <a:xfrm xmlns:a="http://schemas.openxmlformats.org/drawingml/2006/main">
            <a:off x="2525765" y="1021042"/>
            <a:ext cx="308182" cy="308182"/>
          </a:xfrm>
          <a:prstGeom xmlns:a="http://schemas.openxmlformats.org/drawingml/2006/main" prst="rect">
            <a:avLst/>
          </a:prstGeom>
        </p:spPr>
      </p:pic>
      <p:pic>
        <p:nvPicPr>
          <p:cNvPr id="4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48ace1a424f76"/>
          <a:stretch xmlns:a="http://schemas.openxmlformats.org/drawingml/2006/main"/>
        </p:blipFill>
        <p:spPr>
          <a:xfrm xmlns:a="http://schemas.openxmlformats.org/drawingml/2006/main">
            <a:off x="1516619" y="3369673"/>
            <a:ext cx="308182" cy="308182"/>
          </a:xfrm>
          <a:prstGeom xmlns:a="http://schemas.openxmlformats.org/drawingml/2006/main" prst="rect">
            <a:avLst/>
          </a:prstGeom>
        </p:spPr>
      </p:pic>
      <p:sp>
        <p:nvSpPr>
          <p:cNvPr id="209" name="Text Figure3:OmniN">
            <a:extLst xmlns:a="http://schemas.openxmlformats.org/drawingml/2006/main">
              <a:ext uri="{FF2B5EF4-FFF2-40B4-BE49-F238E27FC236}">
                <a16:creationId xmlns:a16="http://schemas.microsoft.com/office/drawing/2014/main" id="{68CB7355-104F-4D20-BB1B-00A8BA23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54" y="4853814"/>
            <a:ext cx="1925713" cy="229693"/>
          </a:xfrm>
          <a:custGeom xmlns:a="http://schemas.openxmlformats.org/drawingml/2006/main">
            <a:pathLst>
              <a:path w="1925713" h="229693">
                <a:moveTo>
                  <a:pt x="59699" y="137393"/>
                </a:moveTo>
                <a:lnTo>
                  <a:pt x="59699" y="92077"/>
                </a:lnTo>
                <a:lnTo>
                  <a:pt x="80454" y="92077"/>
                </a:lnTo>
                <a:cubicBezTo>
                  <a:pt x="98133" y="92077"/>
                  <a:pt x="103000" y="96945"/>
                  <a:pt x="103767" y="108462"/>
                </a:cubicBezTo>
                <a:cubicBezTo>
                  <a:pt x="105307" y="109998"/>
                  <a:pt x="113247" y="109998"/>
                  <a:pt x="114788" y="108462"/>
                </a:cubicBezTo>
                <a:cubicBezTo>
                  <a:pt x="114272" y="99501"/>
                  <a:pt x="114272" y="91823"/>
                  <a:pt x="114272" y="85931"/>
                </a:cubicBezTo>
                <a:cubicBezTo>
                  <a:pt x="114272" y="80036"/>
                  <a:pt x="114530" y="71337"/>
                  <a:pt x="114788" y="63913"/>
                </a:cubicBezTo>
                <a:cubicBezTo>
                  <a:pt x="113247" y="62380"/>
                  <a:pt x="105307" y="62380"/>
                  <a:pt x="103767" y="63913"/>
                </a:cubicBezTo>
                <a:cubicBezTo>
                  <a:pt x="103000" y="77991"/>
                  <a:pt x="97621" y="80294"/>
                  <a:pt x="80454" y="80294"/>
                </a:cubicBezTo>
                <a:lnTo>
                  <a:pt x="59699" y="80294"/>
                </a:lnTo>
                <a:lnTo>
                  <a:pt x="59699" y="26808"/>
                </a:lnTo>
                <a:cubicBezTo>
                  <a:pt x="59699" y="20662"/>
                  <a:pt x="64054" y="14266"/>
                  <a:pt x="70203" y="14266"/>
                </a:cubicBezTo>
                <a:lnTo>
                  <a:pt x="93262" y="14266"/>
                </a:lnTo>
                <a:cubicBezTo>
                  <a:pt x="112481" y="14266"/>
                  <a:pt x="119143" y="25271"/>
                  <a:pt x="124777" y="42931"/>
                </a:cubicBezTo>
                <a:cubicBezTo>
                  <a:pt x="127853" y="43439"/>
                  <a:pt x="131184" y="42931"/>
                  <a:pt x="133745" y="41648"/>
                </a:cubicBezTo>
                <a:cubicBezTo>
                  <a:pt x="132979" y="30389"/>
                  <a:pt x="130926" y="5297"/>
                  <a:pt x="130672" y="3249"/>
                </a:cubicBezTo>
                <a:cubicBezTo>
                  <a:pt x="130672" y="2737"/>
                  <a:pt x="130414" y="2479"/>
                  <a:pt x="129648" y="2479"/>
                </a:cubicBezTo>
                <a:cubicBezTo>
                  <a:pt x="125289" y="3249"/>
                  <a:pt x="123240" y="3503"/>
                  <a:pt x="117090" y="3503"/>
                </a:cubicBezTo>
                <a:lnTo>
                  <a:pt x="40995" y="3503"/>
                </a:lnTo>
                <a:cubicBezTo>
                  <a:pt x="40995" y="3268"/>
                  <a:pt x="14348" y="3010"/>
                  <a:pt x="1540" y="2752"/>
                </a:cubicBezTo>
                <a:cubicBezTo>
                  <a:pt x="0" y="4293"/>
                  <a:pt x="0" y="9930"/>
                  <a:pt x="1540" y="11467"/>
                </a:cubicBezTo>
                <a:cubicBezTo>
                  <a:pt x="19473" y="12237"/>
                  <a:pt x="23829" y="13519"/>
                  <a:pt x="23829" y="34838"/>
                </a:cubicBezTo>
                <a:lnTo>
                  <a:pt x="23829" y="137393"/>
                </a:lnTo>
                <a:cubicBezTo>
                  <a:pt x="23829" y="158641"/>
                  <a:pt x="16655" y="159665"/>
                  <a:pt x="2565" y="160431"/>
                </a:cubicBezTo>
                <a:cubicBezTo>
                  <a:pt x="0" y="161968"/>
                  <a:pt x="0" y="167605"/>
                  <a:pt x="2565" y="169142"/>
                </a:cubicBezTo>
                <a:cubicBezTo>
                  <a:pt x="12812" y="168888"/>
                  <a:pt x="31773" y="168630"/>
                  <a:pt x="42020" y="168630"/>
                </a:cubicBezTo>
                <a:cubicBezTo>
                  <a:pt x="52270" y="168630"/>
                  <a:pt x="73280" y="168888"/>
                  <a:pt x="83527" y="169142"/>
                </a:cubicBezTo>
                <a:cubicBezTo>
                  <a:pt x="86088" y="167605"/>
                  <a:pt x="86088" y="161968"/>
                  <a:pt x="83527" y="160431"/>
                </a:cubicBezTo>
                <a:cubicBezTo>
                  <a:pt x="69437" y="159665"/>
                  <a:pt x="59699" y="158641"/>
                  <a:pt x="59699" y="137393"/>
                </a:cubicBezTo>
                <a:close/>
                <a:moveTo>
                  <a:pt x="196775" y="137377"/>
                </a:moveTo>
                <a:lnTo>
                  <a:pt x="196775" y="86393"/>
                </a:lnTo>
                <a:cubicBezTo>
                  <a:pt x="196775" y="73585"/>
                  <a:pt x="197799" y="59202"/>
                  <a:pt x="197799" y="59202"/>
                </a:cubicBezTo>
                <a:cubicBezTo>
                  <a:pt x="197799" y="56352"/>
                  <a:pt x="195493" y="54796"/>
                  <a:pt x="191908" y="54796"/>
                </a:cubicBezTo>
                <a:cubicBezTo>
                  <a:pt x="184734" y="57650"/>
                  <a:pt x="163978" y="59722"/>
                  <a:pt x="146299" y="62052"/>
                </a:cubicBezTo>
                <a:cubicBezTo>
                  <a:pt x="145787" y="63592"/>
                  <a:pt x="146299" y="68714"/>
                  <a:pt x="146811" y="70254"/>
                </a:cubicBezTo>
                <a:cubicBezTo>
                  <a:pt x="160905" y="71533"/>
                  <a:pt x="163466" y="73585"/>
                  <a:pt x="163466" y="88187"/>
                </a:cubicBezTo>
                <a:lnTo>
                  <a:pt x="163466" y="137377"/>
                </a:lnTo>
                <a:cubicBezTo>
                  <a:pt x="163466" y="158641"/>
                  <a:pt x="160647" y="159153"/>
                  <a:pt x="145021" y="160431"/>
                </a:cubicBezTo>
                <a:cubicBezTo>
                  <a:pt x="143480" y="161968"/>
                  <a:pt x="143480" y="167605"/>
                  <a:pt x="145021" y="169142"/>
                </a:cubicBezTo>
                <a:cubicBezTo>
                  <a:pt x="155780" y="168888"/>
                  <a:pt x="166543" y="168630"/>
                  <a:pt x="180120" y="168630"/>
                </a:cubicBezTo>
                <a:cubicBezTo>
                  <a:pt x="193698" y="168630"/>
                  <a:pt x="204203" y="168888"/>
                  <a:pt x="215220" y="169142"/>
                </a:cubicBezTo>
                <a:cubicBezTo>
                  <a:pt x="216760" y="167605"/>
                  <a:pt x="216760" y="161968"/>
                  <a:pt x="215220" y="160431"/>
                </a:cubicBezTo>
                <a:cubicBezTo>
                  <a:pt x="199594" y="159407"/>
                  <a:pt x="196775" y="158641"/>
                  <a:pt x="196775" y="137377"/>
                </a:cubicBezTo>
                <a:moveTo>
                  <a:pt x="162187" y="15888"/>
                </a:moveTo>
                <a:cubicBezTo>
                  <a:pt x="162187" y="24341"/>
                  <a:pt x="168333" y="32797"/>
                  <a:pt x="178584" y="32797"/>
                </a:cubicBezTo>
                <a:cubicBezTo>
                  <a:pt x="190113" y="32797"/>
                  <a:pt x="196775" y="23574"/>
                  <a:pt x="196775" y="16913"/>
                </a:cubicBezTo>
                <a:cubicBezTo>
                  <a:pt x="196775" y="9226"/>
                  <a:pt x="190883" y="0"/>
                  <a:pt x="180120" y="0"/>
                </a:cubicBezTo>
                <a:cubicBezTo>
                  <a:pt x="168079" y="0"/>
                  <a:pt x="162187" y="8202"/>
                  <a:pt x="162187" y="15888"/>
                </a:cubicBezTo>
                <a:close/>
                <a:moveTo>
                  <a:pt x="294136" y="94853"/>
                </a:moveTo>
                <a:cubicBezTo>
                  <a:pt x="294136" y="119522"/>
                  <a:pt x="286962" y="122603"/>
                  <a:pt x="280300" y="122603"/>
                </a:cubicBezTo>
                <a:cubicBezTo>
                  <a:pt x="264416" y="122603"/>
                  <a:pt x="262364" y="103591"/>
                  <a:pt x="262364" y="90486"/>
                </a:cubicBezTo>
                <a:cubicBezTo>
                  <a:pt x="262364" y="71470"/>
                  <a:pt x="266977" y="64535"/>
                  <a:pt x="276970" y="64535"/>
                </a:cubicBezTo>
                <a:cubicBezTo>
                  <a:pt x="289011" y="64535"/>
                  <a:pt x="294136" y="74555"/>
                  <a:pt x="294136" y="94853"/>
                </a:cubicBezTo>
                <a:moveTo>
                  <a:pt x="264670" y="175147"/>
                </a:moveTo>
                <a:cubicBezTo>
                  <a:pt x="284402" y="175147"/>
                  <a:pt x="322320" y="175917"/>
                  <a:pt x="322320" y="189487"/>
                </a:cubicBezTo>
                <a:cubicBezTo>
                  <a:pt x="322320" y="198706"/>
                  <a:pt x="318219" y="209203"/>
                  <a:pt x="309767" y="213812"/>
                </a:cubicBezTo>
                <a:cubicBezTo>
                  <a:pt x="301822" y="218421"/>
                  <a:pt x="288757" y="218934"/>
                  <a:pt x="279018" y="218934"/>
                </a:cubicBezTo>
                <a:cubicBezTo>
                  <a:pt x="262109" y="218934"/>
                  <a:pt x="250580" y="206388"/>
                  <a:pt x="250580" y="193330"/>
                </a:cubicBezTo>
                <a:cubicBezTo>
                  <a:pt x="250580" y="184624"/>
                  <a:pt x="250580" y="178732"/>
                  <a:pt x="253399" y="173610"/>
                </a:cubicBezTo>
                <a:cubicBezTo>
                  <a:pt x="255960" y="174635"/>
                  <a:pt x="259291" y="175147"/>
                  <a:pt x="264670" y="175147"/>
                </a:cubicBezTo>
                <a:moveTo>
                  <a:pt x="339487" y="67619"/>
                </a:moveTo>
                <a:cubicBezTo>
                  <a:pt x="346661" y="67619"/>
                  <a:pt x="350758" y="64535"/>
                  <a:pt x="350758" y="55054"/>
                </a:cubicBezTo>
                <a:cubicBezTo>
                  <a:pt x="350758" y="50187"/>
                  <a:pt x="344100" y="42755"/>
                  <a:pt x="334361" y="42755"/>
                </a:cubicBezTo>
                <a:cubicBezTo>
                  <a:pt x="323090" y="42755"/>
                  <a:pt x="308226" y="51211"/>
                  <a:pt x="300798" y="57873"/>
                </a:cubicBezTo>
                <a:cubicBezTo>
                  <a:pt x="296185" y="55312"/>
                  <a:pt x="290805" y="54796"/>
                  <a:pt x="279276" y="54796"/>
                </a:cubicBezTo>
                <a:cubicBezTo>
                  <a:pt x="268259" y="54796"/>
                  <a:pt x="257496" y="57361"/>
                  <a:pt x="249044" y="62998"/>
                </a:cubicBezTo>
                <a:cubicBezTo>
                  <a:pt x="238539" y="69672"/>
                  <a:pt x="231619" y="79696"/>
                  <a:pt x="231619" y="92800"/>
                </a:cubicBezTo>
                <a:cubicBezTo>
                  <a:pt x="231619" y="105389"/>
                  <a:pt x="239051" y="119006"/>
                  <a:pt x="251346" y="125680"/>
                </a:cubicBezTo>
                <a:cubicBezTo>
                  <a:pt x="243406" y="132599"/>
                  <a:pt x="231107" y="146193"/>
                  <a:pt x="231107" y="151322"/>
                </a:cubicBezTo>
                <a:cubicBezTo>
                  <a:pt x="231107" y="156190"/>
                  <a:pt x="231877" y="159262"/>
                  <a:pt x="234438" y="163106"/>
                </a:cubicBezTo>
                <a:cubicBezTo>
                  <a:pt x="236744" y="166694"/>
                  <a:pt x="239817" y="168743"/>
                  <a:pt x="244943" y="170280"/>
                </a:cubicBezTo>
                <a:cubicBezTo>
                  <a:pt x="233926" y="176941"/>
                  <a:pt x="222651" y="191536"/>
                  <a:pt x="222651" y="195891"/>
                </a:cubicBezTo>
                <a:cubicBezTo>
                  <a:pt x="222651" y="205364"/>
                  <a:pt x="225727" y="216373"/>
                  <a:pt x="232643" y="221240"/>
                </a:cubicBezTo>
                <a:cubicBezTo>
                  <a:pt x="242636" y="228156"/>
                  <a:pt x="259549" y="229693"/>
                  <a:pt x="271844" y="229693"/>
                </a:cubicBezTo>
                <a:cubicBezTo>
                  <a:pt x="307460" y="229693"/>
                  <a:pt x="348197" y="210997"/>
                  <a:pt x="348197" y="182829"/>
                </a:cubicBezTo>
                <a:cubicBezTo>
                  <a:pt x="348197" y="177454"/>
                  <a:pt x="345636" y="166436"/>
                  <a:pt x="335386" y="159520"/>
                </a:cubicBezTo>
                <a:cubicBezTo>
                  <a:pt x="325393" y="152859"/>
                  <a:pt x="286962" y="151064"/>
                  <a:pt x="268001" y="151064"/>
                </a:cubicBezTo>
                <a:cubicBezTo>
                  <a:pt x="263392" y="151064"/>
                  <a:pt x="256472" y="150552"/>
                  <a:pt x="256472" y="140293"/>
                </a:cubicBezTo>
                <a:cubicBezTo>
                  <a:pt x="256472" y="136188"/>
                  <a:pt x="259037" y="132599"/>
                  <a:pt x="260315" y="129523"/>
                </a:cubicBezTo>
                <a:cubicBezTo>
                  <a:pt x="265694" y="132083"/>
                  <a:pt x="271078" y="132341"/>
                  <a:pt x="279018" y="132341"/>
                </a:cubicBezTo>
                <a:cubicBezTo>
                  <a:pt x="292088" y="132341"/>
                  <a:pt x="304129" y="129011"/>
                  <a:pt x="312839" y="121320"/>
                </a:cubicBezTo>
                <a:cubicBezTo>
                  <a:pt x="320271" y="114639"/>
                  <a:pt x="325393" y="105647"/>
                  <a:pt x="325393" y="94083"/>
                </a:cubicBezTo>
                <a:cubicBezTo>
                  <a:pt x="325393" y="79696"/>
                  <a:pt x="318219" y="70188"/>
                  <a:pt x="309509" y="62998"/>
                </a:cubicBezTo>
                <a:cubicBezTo>
                  <a:pt x="311557" y="60433"/>
                  <a:pt x="320013" y="55824"/>
                  <a:pt x="322574" y="55824"/>
                </a:cubicBezTo>
                <a:cubicBezTo>
                  <a:pt x="324881" y="55824"/>
                  <a:pt x="326675" y="57361"/>
                  <a:pt x="327445" y="58897"/>
                </a:cubicBezTo>
                <a:cubicBezTo>
                  <a:pt x="328470" y="62228"/>
                  <a:pt x="333079" y="67619"/>
                  <a:pt x="339487" y="67619"/>
                </a:cubicBezTo>
                <a:close/>
                <a:moveTo>
                  <a:pt x="483992" y="134543"/>
                </a:moveTo>
                <a:lnTo>
                  <a:pt x="483992" y="90306"/>
                </a:lnTo>
                <a:cubicBezTo>
                  <a:pt x="483992" y="68831"/>
                  <a:pt x="484504" y="71896"/>
                  <a:pt x="484504" y="65762"/>
                </a:cubicBezTo>
                <a:cubicBezTo>
                  <a:pt x="484504" y="61407"/>
                  <a:pt x="483480" y="58588"/>
                  <a:pt x="481943" y="57048"/>
                </a:cubicBezTo>
                <a:cubicBezTo>
                  <a:pt x="477330" y="57306"/>
                  <a:pt x="472205" y="57564"/>
                  <a:pt x="467337" y="57564"/>
                </a:cubicBezTo>
                <a:cubicBezTo>
                  <a:pt x="460163" y="57564"/>
                  <a:pt x="443509" y="57306"/>
                  <a:pt x="433516" y="57048"/>
                </a:cubicBezTo>
                <a:cubicBezTo>
                  <a:pt x="431979" y="58588"/>
                  <a:pt x="431979" y="64226"/>
                  <a:pt x="433516" y="65762"/>
                </a:cubicBezTo>
                <a:cubicBezTo>
                  <a:pt x="446585" y="67041"/>
                  <a:pt x="450683" y="68831"/>
                  <a:pt x="450683" y="90306"/>
                </a:cubicBezTo>
                <a:lnTo>
                  <a:pt x="450683" y="137611"/>
                </a:lnTo>
                <a:cubicBezTo>
                  <a:pt x="450683" y="140168"/>
                  <a:pt x="450683" y="142725"/>
                  <a:pt x="450941" y="145282"/>
                </a:cubicBezTo>
                <a:cubicBezTo>
                  <a:pt x="440436" y="151674"/>
                  <a:pt x="431979" y="152186"/>
                  <a:pt x="427366" y="152186"/>
                </a:cubicBezTo>
                <a:cubicBezTo>
                  <a:pt x="417119" y="152186"/>
                  <a:pt x="409433" y="150908"/>
                  <a:pt x="409433" y="133010"/>
                </a:cubicBezTo>
                <a:lnTo>
                  <a:pt x="409433" y="90306"/>
                </a:lnTo>
                <a:cubicBezTo>
                  <a:pt x="409433" y="68831"/>
                  <a:pt x="409945" y="71896"/>
                  <a:pt x="409945" y="65762"/>
                </a:cubicBezTo>
                <a:cubicBezTo>
                  <a:pt x="409945" y="61407"/>
                  <a:pt x="408921" y="58588"/>
                  <a:pt x="407385" y="57048"/>
                </a:cubicBezTo>
                <a:cubicBezTo>
                  <a:pt x="402771" y="57306"/>
                  <a:pt x="397392" y="57564"/>
                  <a:pt x="392779" y="57564"/>
                </a:cubicBezTo>
                <a:cubicBezTo>
                  <a:pt x="379713" y="57564"/>
                  <a:pt x="369974" y="57306"/>
                  <a:pt x="358957" y="57048"/>
                </a:cubicBezTo>
                <a:cubicBezTo>
                  <a:pt x="357421" y="58588"/>
                  <a:pt x="357421" y="64226"/>
                  <a:pt x="358957" y="65762"/>
                </a:cubicBezTo>
                <a:cubicBezTo>
                  <a:pt x="370745" y="66274"/>
                  <a:pt x="376124" y="68831"/>
                  <a:pt x="376124" y="90306"/>
                </a:cubicBezTo>
                <a:lnTo>
                  <a:pt x="376124" y="130195"/>
                </a:lnTo>
                <a:cubicBezTo>
                  <a:pt x="376124" y="157312"/>
                  <a:pt x="386887" y="171144"/>
                  <a:pt x="408921" y="171144"/>
                </a:cubicBezTo>
                <a:cubicBezTo>
                  <a:pt x="418144" y="171144"/>
                  <a:pt x="436847" y="163715"/>
                  <a:pt x="451707" y="155517"/>
                </a:cubicBezTo>
                <a:cubicBezTo>
                  <a:pt x="452219" y="161921"/>
                  <a:pt x="452735" y="166788"/>
                  <a:pt x="452735" y="166788"/>
                </a:cubicBezTo>
                <a:cubicBezTo>
                  <a:pt x="452989" y="169865"/>
                  <a:pt x="455038" y="171144"/>
                  <a:pt x="458627" y="171144"/>
                </a:cubicBezTo>
                <a:cubicBezTo>
                  <a:pt x="468107" y="168532"/>
                  <a:pt x="483480" y="164943"/>
                  <a:pt x="501159" y="162636"/>
                </a:cubicBezTo>
                <a:cubicBezTo>
                  <a:pt x="501671" y="161100"/>
                  <a:pt x="501159" y="155978"/>
                  <a:pt x="500646" y="154438"/>
                </a:cubicBezTo>
                <a:cubicBezTo>
                  <a:pt x="486811" y="153211"/>
                  <a:pt x="483992" y="149117"/>
                  <a:pt x="483992" y="134543"/>
                </a:cubicBezTo>
                <a:close/>
                <a:moveTo>
                  <a:pt x="564956" y="99912"/>
                </a:moveTo>
                <a:cubicBezTo>
                  <a:pt x="564956" y="90678"/>
                  <a:pt x="567775" y="86831"/>
                  <a:pt x="571106" y="82984"/>
                </a:cubicBezTo>
                <a:cubicBezTo>
                  <a:pt x="573155" y="80419"/>
                  <a:pt x="575461" y="78625"/>
                  <a:pt x="579304" y="78625"/>
                </a:cubicBezTo>
                <a:cubicBezTo>
                  <a:pt x="581611" y="78625"/>
                  <a:pt x="584426" y="80935"/>
                  <a:pt x="586478" y="83500"/>
                </a:cubicBezTo>
                <a:cubicBezTo>
                  <a:pt x="588273" y="85548"/>
                  <a:pt x="592628" y="87601"/>
                  <a:pt x="598520" y="87601"/>
                </a:cubicBezTo>
                <a:cubicBezTo>
                  <a:pt x="605952" y="87601"/>
                  <a:pt x="613126" y="79907"/>
                  <a:pt x="613126" y="69148"/>
                </a:cubicBezTo>
                <a:cubicBezTo>
                  <a:pt x="613126" y="62486"/>
                  <a:pt x="605436" y="54796"/>
                  <a:pt x="596213" y="54796"/>
                </a:cubicBezTo>
                <a:cubicBezTo>
                  <a:pt x="587245" y="54796"/>
                  <a:pt x="577510" y="62486"/>
                  <a:pt x="565723" y="79395"/>
                </a:cubicBezTo>
                <a:lnTo>
                  <a:pt x="564698" y="79395"/>
                </a:lnTo>
                <a:cubicBezTo>
                  <a:pt x="564186" y="71709"/>
                  <a:pt x="562904" y="59155"/>
                  <a:pt x="562904" y="59155"/>
                </a:cubicBezTo>
                <a:cubicBezTo>
                  <a:pt x="562650" y="56848"/>
                  <a:pt x="560601" y="54796"/>
                  <a:pt x="557012" y="54796"/>
                </a:cubicBezTo>
                <a:cubicBezTo>
                  <a:pt x="544971" y="57924"/>
                  <a:pt x="531393" y="61513"/>
                  <a:pt x="514480" y="63303"/>
                </a:cubicBezTo>
                <a:cubicBezTo>
                  <a:pt x="513968" y="64843"/>
                  <a:pt x="514480" y="69711"/>
                  <a:pt x="514993" y="71247"/>
                </a:cubicBezTo>
                <a:cubicBezTo>
                  <a:pt x="529086" y="72530"/>
                  <a:pt x="531647" y="74836"/>
                  <a:pt x="531647" y="89442"/>
                </a:cubicBezTo>
                <a:lnTo>
                  <a:pt x="531647" y="137369"/>
                </a:lnTo>
                <a:cubicBezTo>
                  <a:pt x="531647" y="158637"/>
                  <a:pt x="528828" y="159153"/>
                  <a:pt x="513198" y="160431"/>
                </a:cubicBezTo>
                <a:cubicBezTo>
                  <a:pt x="511662" y="161968"/>
                  <a:pt x="511662" y="167605"/>
                  <a:pt x="513198" y="169142"/>
                </a:cubicBezTo>
                <a:cubicBezTo>
                  <a:pt x="523961" y="168888"/>
                  <a:pt x="534720" y="168630"/>
                  <a:pt x="548302" y="168630"/>
                </a:cubicBezTo>
                <a:cubicBezTo>
                  <a:pt x="561880" y="168630"/>
                  <a:pt x="572384" y="168888"/>
                  <a:pt x="583402" y="169142"/>
                </a:cubicBezTo>
                <a:cubicBezTo>
                  <a:pt x="584942" y="167605"/>
                  <a:pt x="584942" y="161968"/>
                  <a:pt x="583402" y="160431"/>
                </a:cubicBezTo>
                <a:cubicBezTo>
                  <a:pt x="567775" y="159407"/>
                  <a:pt x="564956" y="158637"/>
                  <a:pt x="564956" y="137369"/>
                </a:cubicBezTo>
                <a:lnTo>
                  <a:pt x="564956" y="99912"/>
                </a:lnTo>
                <a:close/>
                <a:moveTo>
                  <a:pt x="659497" y="98094"/>
                </a:moveTo>
                <a:cubicBezTo>
                  <a:pt x="659755" y="89129"/>
                  <a:pt x="661037" y="79391"/>
                  <a:pt x="664622" y="74269"/>
                </a:cubicBezTo>
                <a:cubicBezTo>
                  <a:pt x="668723" y="68120"/>
                  <a:pt x="675639" y="65559"/>
                  <a:pt x="678458" y="65559"/>
                </a:cubicBezTo>
                <a:cubicBezTo>
                  <a:pt x="685378" y="65559"/>
                  <a:pt x="694855" y="72221"/>
                  <a:pt x="694855" y="92714"/>
                </a:cubicBezTo>
                <a:cubicBezTo>
                  <a:pt x="694855" y="94251"/>
                  <a:pt x="694855" y="97582"/>
                  <a:pt x="694343" y="98094"/>
                </a:cubicBezTo>
                <a:lnTo>
                  <a:pt x="659497" y="98094"/>
                </a:lnTo>
                <a:moveTo>
                  <a:pt x="724579" y="135520"/>
                </a:moveTo>
                <a:cubicBezTo>
                  <a:pt x="714074" y="146291"/>
                  <a:pt x="700238" y="149109"/>
                  <a:pt x="690500" y="149109"/>
                </a:cubicBezTo>
                <a:cubicBezTo>
                  <a:pt x="670514" y="149109"/>
                  <a:pt x="658219" y="137572"/>
                  <a:pt x="658219" y="112446"/>
                </a:cubicBezTo>
                <a:cubicBezTo>
                  <a:pt x="658219" y="110651"/>
                  <a:pt x="658473" y="109623"/>
                  <a:pt x="658473" y="108341"/>
                </a:cubicBezTo>
                <a:lnTo>
                  <a:pt x="719966" y="108341"/>
                </a:lnTo>
                <a:cubicBezTo>
                  <a:pt x="726115" y="108341"/>
                  <a:pt x="727394" y="103986"/>
                  <a:pt x="727394" y="100401"/>
                </a:cubicBezTo>
                <a:cubicBezTo>
                  <a:pt x="727394" y="78625"/>
                  <a:pt x="718941" y="54796"/>
                  <a:pt x="681277" y="54796"/>
                </a:cubicBezTo>
                <a:cubicBezTo>
                  <a:pt x="654375" y="54796"/>
                  <a:pt x="623627" y="78625"/>
                  <a:pt x="623627" y="117829"/>
                </a:cubicBezTo>
                <a:cubicBezTo>
                  <a:pt x="623627" y="132701"/>
                  <a:pt x="629010" y="148343"/>
                  <a:pt x="640028" y="158336"/>
                </a:cubicBezTo>
                <a:cubicBezTo>
                  <a:pt x="649762" y="167046"/>
                  <a:pt x="662316" y="171144"/>
                  <a:pt x="680507" y="171144"/>
                </a:cubicBezTo>
                <a:cubicBezTo>
                  <a:pt x="698186" y="171144"/>
                  <a:pt x="715610" y="162179"/>
                  <a:pt x="728422" y="143472"/>
                </a:cubicBezTo>
                <a:cubicBezTo>
                  <a:pt x="728422" y="140137"/>
                  <a:pt x="727140" y="135520"/>
                  <a:pt x="724579" y="135520"/>
                </a:cubicBezTo>
                <a:close/>
                <a:moveTo>
                  <a:pt x="867031" y="23023"/>
                </a:moveTo>
                <a:cubicBezTo>
                  <a:pt x="877794" y="23023"/>
                  <a:pt x="883173" y="29185"/>
                  <a:pt x="883173" y="41253"/>
                </a:cubicBezTo>
                <a:cubicBezTo>
                  <a:pt x="883173" y="60766"/>
                  <a:pt x="867801" y="76427"/>
                  <a:pt x="843972" y="81819"/>
                </a:cubicBezTo>
                <a:cubicBezTo>
                  <a:pt x="843718" y="82847"/>
                  <a:pt x="843718" y="83613"/>
                  <a:pt x="843718" y="84637"/>
                </a:cubicBezTo>
                <a:cubicBezTo>
                  <a:pt x="843718" y="87202"/>
                  <a:pt x="844230" y="90275"/>
                  <a:pt x="845767" y="92069"/>
                </a:cubicBezTo>
                <a:cubicBezTo>
                  <a:pt x="851146" y="90533"/>
                  <a:pt x="854223" y="90021"/>
                  <a:pt x="858066" y="90021"/>
                </a:cubicBezTo>
                <a:cubicBezTo>
                  <a:pt x="871390" y="90021"/>
                  <a:pt x="890093" y="93860"/>
                  <a:pt x="890093" y="124565"/>
                </a:cubicBezTo>
                <a:cubicBezTo>
                  <a:pt x="890093" y="153989"/>
                  <a:pt x="872668" y="160385"/>
                  <a:pt x="863188" y="160385"/>
                </a:cubicBezTo>
                <a:cubicBezTo>
                  <a:pt x="853199" y="160385"/>
                  <a:pt x="847815" y="153989"/>
                  <a:pt x="844484" y="149637"/>
                </a:cubicBezTo>
                <a:cubicBezTo>
                  <a:pt x="841666" y="145802"/>
                  <a:pt x="837310" y="140172"/>
                  <a:pt x="827830" y="140172"/>
                </a:cubicBezTo>
                <a:cubicBezTo>
                  <a:pt x="819890" y="140172"/>
                  <a:pt x="815276" y="146822"/>
                  <a:pt x="815276" y="151174"/>
                </a:cubicBezTo>
                <a:cubicBezTo>
                  <a:pt x="815276" y="156545"/>
                  <a:pt x="818095" y="160385"/>
                  <a:pt x="823733" y="163203"/>
                </a:cubicBezTo>
                <a:cubicBezTo>
                  <a:pt x="832955" y="167817"/>
                  <a:pt x="846537" y="171144"/>
                  <a:pt x="859090" y="171144"/>
                </a:cubicBezTo>
                <a:cubicBezTo>
                  <a:pt x="876769" y="171144"/>
                  <a:pt x="897267" y="162691"/>
                  <a:pt x="910079" y="147334"/>
                </a:cubicBezTo>
                <a:cubicBezTo>
                  <a:pt x="917765" y="138124"/>
                  <a:pt x="923144" y="126356"/>
                  <a:pt x="923144" y="111770"/>
                </a:cubicBezTo>
                <a:cubicBezTo>
                  <a:pt x="923144" y="93348"/>
                  <a:pt x="911103" y="77198"/>
                  <a:pt x="889581" y="75657"/>
                </a:cubicBezTo>
                <a:cubicBezTo>
                  <a:pt x="893678" y="73605"/>
                  <a:pt x="898803" y="70008"/>
                  <a:pt x="902647" y="65645"/>
                </a:cubicBezTo>
                <a:cubicBezTo>
                  <a:pt x="908796" y="58713"/>
                  <a:pt x="913409" y="50753"/>
                  <a:pt x="913409" y="40741"/>
                </a:cubicBezTo>
                <a:cubicBezTo>
                  <a:pt x="913409" y="29443"/>
                  <a:pt x="907260" y="12260"/>
                  <a:pt x="871902" y="12260"/>
                </a:cubicBezTo>
                <a:cubicBezTo>
                  <a:pt x="845255" y="12260"/>
                  <a:pt x="834492" y="21229"/>
                  <a:pt x="826293" y="28672"/>
                </a:cubicBezTo>
                <a:cubicBezTo>
                  <a:pt x="820914" y="33806"/>
                  <a:pt x="819119" y="40741"/>
                  <a:pt x="819119" y="44076"/>
                </a:cubicBezTo>
                <a:cubicBezTo>
                  <a:pt x="819119" y="47673"/>
                  <a:pt x="820402" y="53576"/>
                  <a:pt x="828858" y="53576"/>
                </a:cubicBezTo>
                <a:cubicBezTo>
                  <a:pt x="840129" y="53576"/>
                  <a:pt x="843206" y="47673"/>
                  <a:pt x="844742" y="39455"/>
                </a:cubicBezTo>
                <a:cubicBezTo>
                  <a:pt x="847561" y="23793"/>
                  <a:pt x="858320" y="23023"/>
                  <a:pt x="867031" y="23023"/>
                </a:cubicBezTo>
                <a:close/>
                <a:moveTo>
                  <a:pt x="950560" y="75743"/>
                </a:moveTo>
                <a:cubicBezTo>
                  <a:pt x="950560" y="85478"/>
                  <a:pt x="958758" y="93164"/>
                  <a:pt x="969005" y="93164"/>
                </a:cubicBezTo>
                <a:cubicBezTo>
                  <a:pt x="979256" y="93164"/>
                  <a:pt x="987966" y="84966"/>
                  <a:pt x="987966" y="75227"/>
                </a:cubicBezTo>
                <a:cubicBezTo>
                  <a:pt x="987966" y="65238"/>
                  <a:pt x="979768" y="57548"/>
                  <a:pt x="969517" y="57548"/>
                </a:cubicBezTo>
                <a:cubicBezTo>
                  <a:pt x="959270" y="57548"/>
                  <a:pt x="950560" y="65750"/>
                  <a:pt x="950560" y="75743"/>
                </a:cubicBezTo>
                <a:moveTo>
                  <a:pt x="950560" y="151221"/>
                </a:moveTo>
                <a:cubicBezTo>
                  <a:pt x="950560" y="160955"/>
                  <a:pt x="958758" y="168641"/>
                  <a:pt x="969005" y="168641"/>
                </a:cubicBezTo>
                <a:cubicBezTo>
                  <a:pt x="979256" y="168641"/>
                  <a:pt x="987966" y="160443"/>
                  <a:pt x="987966" y="150708"/>
                </a:cubicBezTo>
                <a:cubicBezTo>
                  <a:pt x="987966" y="140716"/>
                  <a:pt x="979768" y="133030"/>
                  <a:pt x="969517" y="133030"/>
                </a:cubicBezTo>
                <a:cubicBezTo>
                  <a:pt x="959270" y="133030"/>
                  <a:pt x="950560" y="141228"/>
                  <a:pt x="950560" y="151221"/>
                </a:cubicBezTo>
                <a:close/>
                <a:moveTo>
                  <a:pt x="1181663" y="10763"/>
                </a:moveTo>
                <a:cubicBezTo>
                  <a:pt x="1202415" y="10763"/>
                  <a:pt x="1216509" y="27672"/>
                  <a:pt x="1216509" y="60211"/>
                </a:cubicBezTo>
                <a:cubicBezTo>
                  <a:pt x="1216509" y="113243"/>
                  <a:pt x="1191398" y="160385"/>
                  <a:pt x="1160653" y="160385"/>
                </a:cubicBezTo>
                <a:cubicBezTo>
                  <a:pt x="1138873" y="160385"/>
                  <a:pt x="1124525" y="142451"/>
                  <a:pt x="1124525" y="110683"/>
                </a:cubicBezTo>
                <a:cubicBezTo>
                  <a:pt x="1124525" y="83781"/>
                  <a:pt x="1134518" y="53295"/>
                  <a:pt x="1143232" y="38177"/>
                </a:cubicBezTo>
                <a:cubicBezTo>
                  <a:pt x="1154249" y="18961"/>
                  <a:pt x="1168085" y="10763"/>
                  <a:pt x="1181663" y="10763"/>
                </a:cubicBezTo>
                <a:moveTo>
                  <a:pt x="1153737" y="171144"/>
                </a:moveTo>
                <a:cubicBezTo>
                  <a:pt x="1210871" y="171144"/>
                  <a:pt x="1253661" y="123748"/>
                  <a:pt x="1253661" y="65078"/>
                </a:cubicBezTo>
                <a:cubicBezTo>
                  <a:pt x="1253661" y="25111"/>
                  <a:pt x="1225989" y="0"/>
                  <a:pt x="1186788" y="0"/>
                </a:cubicBezTo>
                <a:cubicBezTo>
                  <a:pt x="1162190" y="0"/>
                  <a:pt x="1138619" y="11021"/>
                  <a:pt x="1120940" y="28696"/>
                </a:cubicBezTo>
                <a:cubicBezTo>
                  <a:pt x="1102491" y="47145"/>
                  <a:pt x="1087377" y="73788"/>
                  <a:pt x="1087377" y="106840"/>
                </a:cubicBezTo>
                <a:cubicBezTo>
                  <a:pt x="1087377" y="147061"/>
                  <a:pt x="1117097" y="171144"/>
                  <a:pt x="1153737" y="171144"/>
                </a:cubicBezTo>
                <a:close/>
                <a:moveTo>
                  <a:pt x="1281331" y="106441"/>
                </a:moveTo>
                <a:lnTo>
                  <a:pt x="1271593" y="150173"/>
                </a:lnTo>
                <a:cubicBezTo>
                  <a:pt x="1270314" y="155290"/>
                  <a:pt x="1268262" y="161682"/>
                  <a:pt x="1268262" y="164239"/>
                </a:cubicBezTo>
                <a:cubicBezTo>
                  <a:pt x="1268262" y="168587"/>
                  <a:pt x="1270826" y="171144"/>
                  <a:pt x="1285174" y="171144"/>
                </a:cubicBezTo>
                <a:cubicBezTo>
                  <a:pt x="1300805" y="171144"/>
                  <a:pt x="1300547" y="159892"/>
                  <a:pt x="1302853" y="150173"/>
                </a:cubicBezTo>
                <a:lnTo>
                  <a:pt x="1312588" y="110276"/>
                </a:lnTo>
                <a:cubicBezTo>
                  <a:pt x="1328730" y="89305"/>
                  <a:pt x="1340518" y="74215"/>
                  <a:pt x="1349740" y="74215"/>
                </a:cubicBezTo>
                <a:cubicBezTo>
                  <a:pt x="1352559" y="74215"/>
                  <a:pt x="1354866" y="75497"/>
                  <a:pt x="1354866" y="80865"/>
                </a:cubicBezTo>
                <a:cubicBezTo>
                  <a:pt x="1354866" y="85724"/>
                  <a:pt x="1354607" y="89559"/>
                  <a:pt x="1352559" y="98258"/>
                </a:cubicBezTo>
                <a:lnTo>
                  <a:pt x="1341030" y="150173"/>
                </a:lnTo>
                <a:cubicBezTo>
                  <a:pt x="1339747" y="155290"/>
                  <a:pt x="1337699" y="161682"/>
                  <a:pt x="1337699" y="164239"/>
                </a:cubicBezTo>
                <a:cubicBezTo>
                  <a:pt x="1337699" y="168587"/>
                  <a:pt x="1340260" y="171144"/>
                  <a:pt x="1354607" y="171144"/>
                </a:cubicBezTo>
                <a:cubicBezTo>
                  <a:pt x="1370238" y="171144"/>
                  <a:pt x="1369980" y="159892"/>
                  <a:pt x="1372286" y="150173"/>
                </a:cubicBezTo>
                <a:lnTo>
                  <a:pt x="1383049" y="102606"/>
                </a:lnTo>
                <a:cubicBezTo>
                  <a:pt x="1396627" y="85724"/>
                  <a:pt x="1407644" y="74215"/>
                  <a:pt x="1418149" y="74215"/>
                </a:cubicBezTo>
                <a:cubicBezTo>
                  <a:pt x="1420968" y="74215"/>
                  <a:pt x="1424553" y="75497"/>
                  <a:pt x="1424553" y="83422"/>
                </a:cubicBezTo>
                <a:cubicBezTo>
                  <a:pt x="1424553" y="87003"/>
                  <a:pt x="1424299" y="89559"/>
                  <a:pt x="1422250" y="98258"/>
                </a:cubicBezTo>
                <a:lnTo>
                  <a:pt x="1412770" y="139175"/>
                </a:lnTo>
                <a:cubicBezTo>
                  <a:pt x="1411487" y="144805"/>
                  <a:pt x="1410205" y="151709"/>
                  <a:pt x="1410205" y="157081"/>
                </a:cubicBezTo>
                <a:cubicBezTo>
                  <a:pt x="1410205" y="159380"/>
                  <a:pt x="1410463" y="161428"/>
                  <a:pt x="1410975" y="162707"/>
                </a:cubicBezTo>
                <a:cubicBezTo>
                  <a:pt x="1412770" y="168075"/>
                  <a:pt x="1415842" y="171144"/>
                  <a:pt x="1423529" y="171144"/>
                </a:cubicBezTo>
                <a:cubicBezTo>
                  <a:pt x="1441207" y="171144"/>
                  <a:pt x="1459144" y="162707"/>
                  <a:pt x="1470932" y="147616"/>
                </a:cubicBezTo>
                <a:cubicBezTo>
                  <a:pt x="1470161" y="145313"/>
                  <a:pt x="1467085" y="140454"/>
                  <a:pt x="1463500" y="140454"/>
                </a:cubicBezTo>
                <a:cubicBezTo>
                  <a:pt x="1456838" y="148128"/>
                  <a:pt x="1448127" y="152476"/>
                  <a:pt x="1445563" y="152476"/>
                </a:cubicBezTo>
                <a:cubicBezTo>
                  <a:pt x="1443514" y="152476"/>
                  <a:pt x="1442748" y="150431"/>
                  <a:pt x="1442748" y="147616"/>
                </a:cubicBezTo>
                <a:cubicBezTo>
                  <a:pt x="1442748" y="144547"/>
                  <a:pt x="1443772" y="140454"/>
                  <a:pt x="1444538" y="136877"/>
                </a:cubicBezTo>
                <a:lnTo>
                  <a:pt x="1454277" y="96210"/>
                </a:lnTo>
                <a:cubicBezTo>
                  <a:pt x="1456326" y="87261"/>
                  <a:pt x="1457608" y="81377"/>
                  <a:pt x="1457608" y="76775"/>
                </a:cubicBezTo>
                <a:cubicBezTo>
                  <a:pt x="1457608" y="61407"/>
                  <a:pt x="1444796" y="56282"/>
                  <a:pt x="1434804" y="56282"/>
                </a:cubicBezTo>
                <a:cubicBezTo>
                  <a:pt x="1422762" y="56282"/>
                  <a:pt x="1406362" y="60637"/>
                  <a:pt x="1387659" y="81377"/>
                </a:cubicBezTo>
                <a:cubicBezTo>
                  <a:pt x="1387917" y="79844"/>
                  <a:pt x="1387917" y="78308"/>
                  <a:pt x="1387917" y="76775"/>
                </a:cubicBezTo>
                <a:cubicBezTo>
                  <a:pt x="1387917" y="61407"/>
                  <a:pt x="1375105" y="56282"/>
                  <a:pt x="1365112" y="56282"/>
                </a:cubicBezTo>
                <a:cubicBezTo>
                  <a:pt x="1351789" y="56282"/>
                  <a:pt x="1340005" y="61661"/>
                  <a:pt x="1316431" y="89305"/>
                </a:cubicBezTo>
                <a:lnTo>
                  <a:pt x="1316177" y="89051"/>
                </a:lnTo>
                <a:cubicBezTo>
                  <a:pt x="1318483" y="78308"/>
                  <a:pt x="1319250" y="67553"/>
                  <a:pt x="1319250" y="63198"/>
                </a:cubicBezTo>
                <a:cubicBezTo>
                  <a:pt x="1319250" y="59612"/>
                  <a:pt x="1316689" y="57048"/>
                  <a:pt x="1313358" y="57048"/>
                </a:cubicBezTo>
                <a:cubicBezTo>
                  <a:pt x="1305160" y="56993"/>
                  <a:pt x="1282868" y="58788"/>
                  <a:pt x="1270826" y="60324"/>
                </a:cubicBezTo>
                <a:cubicBezTo>
                  <a:pt x="1269802" y="61606"/>
                  <a:pt x="1269290" y="63655"/>
                  <a:pt x="1269290" y="65704"/>
                </a:cubicBezTo>
                <a:cubicBezTo>
                  <a:pt x="1269290" y="67498"/>
                  <a:pt x="1269544" y="69034"/>
                  <a:pt x="1270314" y="70059"/>
                </a:cubicBezTo>
                <a:lnTo>
                  <a:pt x="1280561" y="70829"/>
                </a:lnTo>
                <a:cubicBezTo>
                  <a:pt x="1284150" y="71083"/>
                  <a:pt x="1285174" y="75434"/>
                  <a:pt x="1285174" y="78507"/>
                </a:cubicBezTo>
                <a:cubicBezTo>
                  <a:pt x="1285174" y="81322"/>
                  <a:pt x="1285174" y="89509"/>
                  <a:pt x="1281331" y="106402"/>
                </a:cubicBezTo>
                <a:lnTo>
                  <a:pt x="1281331" y="106441"/>
                </a:lnTo>
                <a:close/>
                <a:moveTo>
                  <a:pt x="1506289" y="106425"/>
                </a:moveTo>
                <a:lnTo>
                  <a:pt x="1496550" y="150142"/>
                </a:lnTo>
                <a:cubicBezTo>
                  <a:pt x="1495272" y="155259"/>
                  <a:pt x="1493219" y="161667"/>
                  <a:pt x="1493219" y="164228"/>
                </a:cubicBezTo>
                <a:cubicBezTo>
                  <a:pt x="1493219" y="168583"/>
                  <a:pt x="1495784" y="171144"/>
                  <a:pt x="1510132" y="171144"/>
                </a:cubicBezTo>
                <a:cubicBezTo>
                  <a:pt x="1525758" y="171144"/>
                  <a:pt x="1525246" y="160126"/>
                  <a:pt x="1527811" y="150142"/>
                </a:cubicBezTo>
                <a:lnTo>
                  <a:pt x="1537545" y="110260"/>
                </a:lnTo>
                <a:cubicBezTo>
                  <a:pt x="1553688" y="89298"/>
                  <a:pt x="1566754" y="74215"/>
                  <a:pt x="1575976" y="74215"/>
                </a:cubicBezTo>
                <a:cubicBezTo>
                  <a:pt x="1581360" y="74215"/>
                  <a:pt x="1584945" y="75493"/>
                  <a:pt x="1584945" y="83418"/>
                </a:cubicBezTo>
                <a:cubicBezTo>
                  <a:pt x="1584945" y="86999"/>
                  <a:pt x="1584690" y="89556"/>
                  <a:pt x="1582638" y="98246"/>
                </a:cubicBezTo>
                <a:lnTo>
                  <a:pt x="1573157" y="139148"/>
                </a:lnTo>
                <a:cubicBezTo>
                  <a:pt x="1571879" y="144774"/>
                  <a:pt x="1570597" y="151674"/>
                  <a:pt x="1570597" y="157054"/>
                </a:cubicBezTo>
                <a:cubicBezTo>
                  <a:pt x="1570597" y="159360"/>
                  <a:pt x="1570855" y="161409"/>
                  <a:pt x="1571367" y="162691"/>
                </a:cubicBezTo>
                <a:cubicBezTo>
                  <a:pt x="1573415" y="168071"/>
                  <a:pt x="1576234" y="171144"/>
                  <a:pt x="1583920" y="171144"/>
                </a:cubicBezTo>
                <a:cubicBezTo>
                  <a:pt x="1601599" y="171144"/>
                  <a:pt x="1619536" y="162691"/>
                  <a:pt x="1631319" y="147585"/>
                </a:cubicBezTo>
                <a:cubicBezTo>
                  <a:pt x="1630553" y="145282"/>
                  <a:pt x="1627476" y="140426"/>
                  <a:pt x="1623891" y="140426"/>
                </a:cubicBezTo>
                <a:cubicBezTo>
                  <a:pt x="1617229" y="148097"/>
                  <a:pt x="1608515" y="152440"/>
                  <a:pt x="1605954" y="152440"/>
                </a:cubicBezTo>
                <a:cubicBezTo>
                  <a:pt x="1603906" y="152440"/>
                  <a:pt x="1603136" y="150396"/>
                  <a:pt x="1603136" y="147585"/>
                </a:cubicBezTo>
                <a:cubicBezTo>
                  <a:pt x="1603136" y="144516"/>
                  <a:pt x="1604160" y="140426"/>
                  <a:pt x="1604930" y="136849"/>
                </a:cubicBezTo>
                <a:lnTo>
                  <a:pt x="1614665" y="96202"/>
                </a:lnTo>
                <a:cubicBezTo>
                  <a:pt x="1616717" y="87253"/>
                  <a:pt x="1617996" y="81373"/>
                  <a:pt x="1617996" y="76771"/>
                </a:cubicBezTo>
                <a:cubicBezTo>
                  <a:pt x="1617996" y="61407"/>
                  <a:pt x="1605188" y="56282"/>
                  <a:pt x="1595195" y="56282"/>
                </a:cubicBezTo>
                <a:cubicBezTo>
                  <a:pt x="1578795" y="56282"/>
                  <a:pt x="1565217" y="61919"/>
                  <a:pt x="1541647" y="89556"/>
                </a:cubicBezTo>
                <a:lnTo>
                  <a:pt x="1541130" y="89043"/>
                </a:lnTo>
                <a:cubicBezTo>
                  <a:pt x="1543437" y="78308"/>
                  <a:pt x="1544207" y="67553"/>
                  <a:pt x="1544207" y="63198"/>
                </a:cubicBezTo>
                <a:cubicBezTo>
                  <a:pt x="1544207" y="59612"/>
                  <a:pt x="1541647" y="57048"/>
                  <a:pt x="1538316" y="57048"/>
                </a:cubicBezTo>
                <a:cubicBezTo>
                  <a:pt x="1530113" y="56993"/>
                  <a:pt x="1507825" y="58788"/>
                  <a:pt x="1495784" y="60324"/>
                </a:cubicBezTo>
                <a:cubicBezTo>
                  <a:pt x="1494756" y="61606"/>
                  <a:pt x="1494244" y="63655"/>
                  <a:pt x="1494244" y="65704"/>
                </a:cubicBezTo>
                <a:cubicBezTo>
                  <a:pt x="1494244" y="67498"/>
                  <a:pt x="1494502" y="69034"/>
                  <a:pt x="1495272" y="70059"/>
                </a:cubicBezTo>
                <a:lnTo>
                  <a:pt x="1505519" y="70829"/>
                </a:lnTo>
                <a:cubicBezTo>
                  <a:pt x="1509104" y="71083"/>
                  <a:pt x="1510132" y="75434"/>
                  <a:pt x="1510132" y="78503"/>
                </a:cubicBezTo>
                <a:cubicBezTo>
                  <a:pt x="1510132" y="81318"/>
                  <a:pt x="1510132" y="89505"/>
                  <a:pt x="1506289" y="106390"/>
                </a:cubicBezTo>
                <a:lnTo>
                  <a:pt x="1506289" y="106425"/>
                </a:lnTo>
                <a:close/>
                <a:moveTo>
                  <a:pt x="1678719" y="15888"/>
                </a:moveTo>
                <a:cubicBezTo>
                  <a:pt x="1678719" y="24341"/>
                  <a:pt x="1684869" y="32797"/>
                  <a:pt x="1695119" y="32797"/>
                </a:cubicBezTo>
                <a:cubicBezTo>
                  <a:pt x="1706649" y="32797"/>
                  <a:pt x="1713310" y="23574"/>
                  <a:pt x="1713310" y="16913"/>
                </a:cubicBezTo>
                <a:cubicBezTo>
                  <a:pt x="1713310" y="9226"/>
                  <a:pt x="1707415" y="0"/>
                  <a:pt x="1696656" y="0"/>
                </a:cubicBezTo>
                <a:cubicBezTo>
                  <a:pt x="1684615" y="0"/>
                  <a:pt x="1678719" y="8202"/>
                  <a:pt x="1678719" y="15888"/>
                </a:cubicBezTo>
                <a:moveTo>
                  <a:pt x="1702806" y="86717"/>
                </a:moveTo>
                <a:cubicBezTo>
                  <a:pt x="1705108" y="76486"/>
                  <a:pt x="1708185" y="66767"/>
                  <a:pt x="1708185" y="62420"/>
                </a:cubicBezTo>
                <a:cubicBezTo>
                  <a:pt x="1708185" y="58838"/>
                  <a:pt x="1706136" y="57048"/>
                  <a:pt x="1702806" y="57048"/>
                </a:cubicBezTo>
                <a:cubicBezTo>
                  <a:pt x="1694603" y="56981"/>
                  <a:pt x="1670779" y="58780"/>
                  <a:pt x="1658733" y="60324"/>
                </a:cubicBezTo>
                <a:cubicBezTo>
                  <a:pt x="1657709" y="61606"/>
                  <a:pt x="1657197" y="63655"/>
                  <a:pt x="1657197" y="65704"/>
                </a:cubicBezTo>
                <a:cubicBezTo>
                  <a:pt x="1657197" y="67498"/>
                  <a:pt x="1657455" y="69034"/>
                  <a:pt x="1658221" y="70059"/>
                </a:cubicBezTo>
                <a:lnTo>
                  <a:pt x="1668472" y="70829"/>
                </a:lnTo>
                <a:cubicBezTo>
                  <a:pt x="1671545" y="71083"/>
                  <a:pt x="1673081" y="73386"/>
                  <a:pt x="1673081" y="75946"/>
                </a:cubicBezTo>
                <a:cubicBezTo>
                  <a:pt x="1673081" y="78249"/>
                  <a:pt x="1673081" y="79782"/>
                  <a:pt x="1671545" y="86436"/>
                </a:cubicBezTo>
                <a:lnTo>
                  <a:pt x="1660274" y="139136"/>
                </a:lnTo>
                <a:cubicBezTo>
                  <a:pt x="1658991" y="145024"/>
                  <a:pt x="1657709" y="152186"/>
                  <a:pt x="1657709" y="157312"/>
                </a:cubicBezTo>
                <a:cubicBezTo>
                  <a:pt x="1657709" y="159614"/>
                  <a:pt x="1657967" y="161409"/>
                  <a:pt x="1658479" y="162691"/>
                </a:cubicBezTo>
                <a:cubicBezTo>
                  <a:pt x="1660528" y="168071"/>
                  <a:pt x="1663347" y="171144"/>
                  <a:pt x="1671033" y="171144"/>
                </a:cubicBezTo>
                <a:cubicBezTo>
                  <a:pt x="1688712" y="171144"/>
                  <a:pt x="1706649" y="162691"/>
                  <a:pt x="1718432" y="147581"/>
                </a:cubicBezTo>
                <a:cubicBezTo>
                  <a:pt x="1717666" y="145278"/>
                  <a:pt x="1714589" y="140419"/>
                  <a:pt x="1711004" y="140419"/>
                </a:cubicBezTo>
                <a:cubicBezTo>
                  <a:pt x="1704342" y="148093"/>
                  <a:pt x="1695632" y="152440"/>
                  <a:pt x="1693067" y="152440"/>
                </a:cubicBezTo>
                <a:cubicBezTo>
                  <a:pt x="1691018" y="152440"/>
                  <a:pt x="1690248" y="150396"/>
                  <a:pt x="1690248" y="147835"/>
                </a:cubicBezTo>
                <a:cubicBezTo>
                  <a:pt x="1690248" y="144512"/>
                  <a:pt x="1691272" y="140419"/>
                  <a:pt x="1692043" y="136834"/>
                </a:cubicBezTo>
                <a:lnTo>
                  <a:pt x="1702806" y="86717"/>
                </a:lnTo>
                <a:close/>
                <a:moveTo>
                  <a:pt x="1872676" y="168630"/>
                </a:moveTo>
                <a:cubicBezTo>
                  <a:pt x="1872676" y="168630"/>
                  <a:pt x="1874982" y="150435"/>
                  <a:pt x="1876519" y="142483"/>
                </a:cubicBezTo>
                <a:lnTo>
                  <a:pt x="1897017" y="37359"/>
                </a:lnTo>
                <a:cubicBezTo>
                  <a:pt x="1901372" y="14543"/>
                  <a:pt x="1905727" y="13261"/>
                  <a:pt x="1923406" y="11467"/>
                </a:cubicBezTo>
                <a:cubicBezTo>
                  <a:pt x="1924688" y="10442"/>
                  <a:pt x="1925713" y="7111"/>
                  <a:pt x="1925713" y="4805"/>
                </a:cubicBezTo>
                <a:cubicBezTo>
                  <a:pt x="1925713" y="4035"/>
                  <a:pt x="1925454" y="3268"/>
                  <a:pt x="1925200" y="2752"/>
                </a:cubicBezTo>
                <a:cubicBezTo>
                  <a:pt x="1913155" y="3010"/>
                  <a:pt x="1908288" y="3268"/>
                  <a:pt x="1897529" y="3268"/>
                </a:cubicBezTo>
                <a:cubicBezTo>
                  <a:pt x="1886000" y="3268"/>
                  <a:pt x="1880104" y="3010"/>
                  <a:pt x="1867805" y="2752"/>
                </a:cubicBezTo>
                <a:cubicBezTo>
                  <a:pt x="1866526" y="3781"/>
                  <a:pt x="1865502" y="7111"/>
                  <a:pt x="1865502" y="9414"/>
                </a:cubicBezTo>
                <a:cubicBezTo>
                  <a:pt x="1865502" y="10184"/>
                  <a:pt x="1865756" y="10954"/>
                  <a:pt x="1866014" y="11467"/>
                </a:cubicBezTo>
                <a:cubicBezTo>
                  <a:pt x="1878826" y="12745"/>
                  <a:pt x="1884205" y="13515"/>
                  <a:pt x="1884205" y="23774"/>
                </a:cubicBezTo>
                <a:cubicBezTo>
                  <a:pt x="1884205" y="27105"/>
                  <a:pt x="1883435" y="31464"/>
                  <a:pt x="1882411" y="37359"/>
                </a:cubicBezTo>
                <a:lnTo>
                  <a:pt x="1868575" y="109408"/>
                </a:lnTo>
                <a:cubicBezTo>
                  <a:pt x="1868063" y="112485"/>
                  <a:pt x="1867038" y="113767"/>
                  <a:pt x="1865756" y="113767"/>
                </a:cubicBezTo>
                <a:cubicBezTo>
                  <a:pt x="1864478" y="113767"/>
                  <a:pt x="1862937" y="112231"/>
                  <a:pt x="1861659" y="110178"/>
                </a:cubicBezTo>
                <a:lnTo>
                  <a:pt x="1812207" y="30182"/>
                </a:lnTo>
                <a:lnTo>
                  <a:pt x="1795298" y="3268"/>
                </a:lnTo>
                <a:lnTo>
                  <a:pt x="1753279" y="2752"/>
                </a:lnTo>
                <a:cubicBezTo>
                  <a:pt x="1751997" y="3781"/>
                  <a:pt x="1750972" y="7111"/>
                  <a:pt x="1750972" y="9414"/>
                </a:cubicBezTo>
                <a:cubicBezTo>
                  <a:pt x="1750972" y="10184"/>
                  <a:pt x="1751230" y="10954"/>
                  <a:pt x="1751484" y="11467"/>
                </a:cubicBezTo>
                <a:cubicBezTo>
                  <a:pt x="1761989" y="12233"/>
                  <a:pt x="1767627" y="20951"/>
                  <a:pt x="1767881" y="27617"/>
                </a:cubicBezTo>
                <a:lnTo>
                  <a:pt x="1747129" y="134535"/>
                </a:lnTo>
                <a:cubicBezTo>
                  <a:pt x="1742774" y="157355"/>
                  <a:pt x="1738161" y="158637"/>
                  <a:pt x="1720482" y="160431"/>
                </a:cubicBezTo>
                <a:cubicBezTo>
                  <a:pt x="1719203" y="161456"/>
                  <a:pt x="1718433" y="164533"/>
                  <a:pt x="1718433" y="166839"/>
                </a:cubicBezTo>
                <a:cubicBezTo>
                  <a:pt x="1718433" y="167863"/>
                  <a:pt x="1718433" y="168630"/>
                  <a:pt x="1718945" y="169142"/>
                </a:cubicBezTo>
                <a:cubicBezTo>
                  <a:pt x="1730987" y="168888"/>
                  <a:pt x="1735854" y="168630"/>
                  <a:pt x="1746617" y="168630"/>
                </a:cubicBezTo>
                <a:cubicBezTo>
                  <a:pt x="1758146" y="168630"/>
                  <a:pt x="1763784" y="168888"/>
                  <a:pt x="1776083" y="169142"/>
                </a:cubicBezTo>
                <a:cubicBezTo>
                  <a:pt x="1777362" y="168118"/>
                  <a:pt x="1778386" y="164787"/>
                  <a:pt x="1778386" y="162484"/>
                </a:cubicBezTo>
                <a:cubicBezTo>
                  <a:pt x="1778386" y="161714"/>
                  <a:pt x="1778132" y="160944"/>
                  <a:pt x="1777874" y="160431"/>
                </a:cubicBezTo>
                <a:cubicBezTo>
                  <a:pt x="1765066" y="159149"/>
                  <a:pt x="1759683" y="158383"/>
                  <a:pt x="1759683" y="148124"/>
                </a:cubicBezTo>
                <a:cubicBezTo>
                  <a:pt x="1759683" y="144793"/>
                  <a:pt x="1760453" y="140434"/>
                  <a:pt x="1761477" y="134535"/>
                </a:cubicBezTo>
                <a:lnTo>
                  <a:pt x="1776337" y="58385"/>
                </a:lnTo>
                <a:cubicBezTo>
                  <a:pt x="1776849" y="55820"/>
                  <a:pt x="1777874" y="53260"/>
                  <a:pt x="1779414" y="53260"/>
                </a:cubicBezTo>
                <a:cubicBezTo>
                  <a:pt x="1780438" y="53260"/>
                  <a:pt x="1781975" y="55054"/>
                  <a:pt x="1784023" y="58385"/>
                </a:cubicBezTo>
                <a:lnTo>
                  <a:pt x="1846799" y="160431"/>
                </a:lnTo>
                <a:cubicBezTo>
                  <a:pt x="1850384" y="166777"/>
                  <a:pt x="1854485" y="171644"/>
                  <a:pt x="1854485" y="171644"/>
                </a:cubicBezTo>
                <a:cubicBezTo>
                  <a:pt x="1863195" y="171644"/>
                  <a:pt x="1867805" y="170878"/>
                  <a:pt x="1872676" y="168571"/>
                </a:cubicBezTo>
                <a:lnTo>
                  <a:pt x="1872676" y="168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otes:(a)showsthef">
            <a:extLst xmlns:a="http://schemas.openxmlformats.org/drawingml/2006/main">
              <a:ext uri="{FF2B5EF4-FFF2-40B4-BE49-F238E27FC236}">
                <a16:creationId xmlns:a16="http://schemas.microsoft.com/office/drawing/2014/main" id="{E14BA4C0-A776-401A-B8C2-76B8C56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134" y="4837953"/>
            <a:ext cx="2229716" cy="239799"/>
          </a:xfrm>
          <a:custGeom xmlns:a="http://schemas.openxmlformats.org/drawingml/2006/main">
            <a:pathLst>
              <a:path w="2229716" h="239799">
                <a:moveTo>
                  <a:pt x="33055" y="140868"/>
                </a:moveTo>
                <a:cubicBezTo>
                  <a:pt x="33055" y="115229"/>
                  <a:pt x="37664" y="82671"/>
                  <a:pt x="63542" y="82671"/>
                </a:cubicBezTo>
                <a:cubicBezTo>
                  <a:pt x="77123" y="82671"/>
                  <a:pt x="77890" y="102922"/>
                  <a:pt x="77890" y="117794"/>
                </a:cubicBezTo>
                <a:cubicBezTo>
                  <a:pt x="77890" y="139074"/>
                  <a:pt x="74817" y="176245"/>
                  <a:pt x="48169" y="176245"/>
                </a:cubicBezTo>
                <a:cubicBezTo>
                  <a:pt x="40741" y="176245"/>
                  <a:pt x="33055" y="169580"/>
                  <a:pt x="33055" y="140868"/>
                </a:cubicBezTo>
                <a:moveTo>
                  <a:pt x="0" y="142917"/>
                </a:moveTo>
                <a:cubicBezTo>
                  <a:pt x="0" y="159325"/>
                  <a:pt x="6662" y="187004"/>
                  <a:pt x="39201" y="187004"/>
                </a:cubicBezTo>
                <a:cubicBezTo>
                  <a:pt x="49452" y="187004"/>
                  <a:pt x="62517" y="184702"/>
                  <a:pt x="69949" y="180859"/>
                </a:cubicBezTo>
                <a:cubicBezTo>
                  <a:pt x="92496" y="169580"/>
                  <a:pt x="110945" y="147018"/>
                  <a:pt x="110945" y="112411"/>
                </a:cubicBezTo>
                <a:cubicBezTo>
                  <a:pt x="110945" y="93950"/>
                  <a:pt x="101464" y="71908"/>
                  <a:pt x="69949" y="71908"/>
                </a:cubicBezTo>
                <a:cubicBezTo>
                  <a:pt x="58162" y="71908"/>
                  <a:pt x="47403" y="75497"/>
                  <a:pt x="38177" y="80622"/>
                </a:cubicBezTo>
                <a:cubicBezTo>
                  <a:pt x="14348" y="93950"/>
                  <a:pt x="0" y="120613"/>
                  <a:pt x="0" y="142917"/>
                </a:cubicBezTo>
                <a:close/>
                <a:moveTo>
                  <a:pt x="135797" y="154235"/>
                </a:moveTo>
                <a:cubicBezTo>
                  <a:pt x="134514" y="160115"/>
                  <a:pt x="133232" y="167023"/>
                  <a:pt x="133232" y="172402"/>
                </a:cubicBezTo>
                <a:cubicBezTo>
                  <a:pt x="133232" y="181113"/>
                  <a:pt x="137075" y="187004"/>
                  <a:pt x="146302" y="187004"/>
                </a:cubicBezTo>
                <a:cubicBezTo>
                  <a:pt x="163980" y="187004"/>
                  <a:pt x="181147" y="176758"/>
                  <a:pt x="193955" y="162676"/>
                </a:cubicBezTo>
                <a:cubicBezTo>
                  <a:pt x="193188" y="160373"/>
                  <a:pt x="190112" y="155513"/>
                  <a:pt x="186527" y="155513"/>
                </a:cubicBezTo>
                <a:cubicBezTo>
                  <a:pt x="179865" y="163184"/>
                  <a:pt x="171154" y="167535"/>
                  <a:pt x="168590" y="167535"/>
                </a:cubicBezTo>
                <a:cubicBezTo>
                  <a:pt x="166541" y="167535"/>
                  <a:pt x="165771" y="165486"/>
                  <a:pt x="165771" y="162930"/>
                </a:cubicBezTo>
                <a:cubicBezTo>
                  <a:pt x="165771" y="159603"/>
                  <a:pt x="166799" y="155513"/>
                  <a:pt x="167565" y="151932"/>
                </a:cubicBezTo>
                <a:lnTo>
                  <a:pt x="182938" y="86706"/>
                </a:lnTo>
                <a:lnTo>
                  <a:pt x="208049" y="86706"/>
                </a:lnTo>
                <a:cubicBezTo>
                  <a:pt x="210097" y="85935"/>
                  <a:pt x="212150" y="81322"/>
                  <a:pt x="212150" y="77991"/>
                </a:cubicBezTo>
                <a:cubicBezTo>
                  <a:pt x="212150" y="76455"/>
                  <a:pt x="211634" y="75176"/>
                  <a:pt x="210867" y="74660"/>
                </a:cubicBezTo>
                <a:lnTo>
                  <a:pt x="185502" y="74660"/>
                </a:lnTo>
                <a:lnTo>
                  <a:pt x="188063" y="63131"/>
                </a:lnTo>
                <a:cubicBezTo>
                  <a:pt x="189087" y="58522"/>
                  <a:pt x="193188" y="43149"/>
                  <a:pt x="193188" y="40073"/>
                </a:cubicBezTo>
                <a:cubicBezTo>
                  <a:pt x="193188" y="38536"/>
                  <a:pt x="190882" y="37766"/>
                  <a:pt x="187551" y="37766"/>
                </a:cubicBezTo>
                <a:cubicBezTo>
                  <a:pt x="181913" y="37766"/>
                  <a:pt x="173461" y="39561"/>
                  <a:pt x="168590" y="40843"/>
                </a:cubicBezTo>
                <a:cubicBezTo>
                  <a:pt x="159625" y="43149"/>
                  <a:pt x="159879" y="52114"/>
                  <a:pt x="157319" y="61853"/>
                </a:cubicBezTo>
                <a:lnTo>
                  <a:pt x="153988" y="74660"/>
                </a:lnTo>
                <a:lnTo>
                  <a:pt x="140406" y="75430"/>
                </a:lnTo>
                <a:cubicBezTo>
                  <a:pt x="135539" y="75688"/>
                  <a:pt x="133744" y="77737"/>
                  <a:pt x="133232" y="79786"/>
                </a:cubicBezTo>
                <a:cubicBezTo>
                  <a:pt x="132978" y="80556"/>
                  <a:pt x="131954" y="85681"/>
                  <a:pt x="131954" y="86193"/>
                </a:cubicBezTo>
                <a:cubicBezTo>
                  <a:pt x="131954" y="86706"/>
                  <a:pt x="132720" y="86706"/>
                  <a:pt x="133490" y="86706"/>
                </a:cubicBezTo>
                <a:lnTo>
                  <a:pt x="151423" y="86706"/>
                </a:lnTo>
                <a:lnTo>
                  <a:pt x="135797" y="154235"/>
                </a:lnTo>
                <a:close/>
                <a:moveTo>
                  <a:pt x="287473" y="89595"/>
                </a:moveTo>
                <a:cubicBezTo>
                  <a:pt x="287473" y="112669"/>
                  <a:pt x="264415" y="121383"/>
                  <a:pt x="250837" y="123690"/>
                </a:cubicBezTo>
                <a:cubicBezTo>
                  <a:pt x="259547" y="87542"/>
                  <a:pt x="269282" y="82413"/>
                  <a:pt x="279275" y="82413"/>
                </a:cubicBezTo>
                <a:cubicBezTo>
                  <a:pt x="284654" y="82413"/>
                  <a:pt x="287473" y="84465"/>
                  <a:pt x="287473" y="89595"/>
                </a:cubicBezTo>
                <a:moveTo>
                  <a:pt x="249043" y="133432"/>
                </a:moveTo>
                <a:cubicBezTo>
                  <a:pt x="281327" y="126512"/>
                  <a:pt x="299773" y="119076"/>
                  <a:pt x="308483" y="110616"/>
                </a:cubicBezTo>
                <a:cubicBezTo>
                  <a:pt x="316427" y="103180"/>
                  <a:pt x="316427" y="94466"/>
                  <a:pt x="316427" y="89849"/>
                </a:cubicBezTo>
                <a:cubicBezTo>
                  <a:pt x="316427" y="80876"/>
                  <a:pt x="305922" y="71908"/>
                  <a:pt x="285171" y="71908"/>
                </a:cubicBezTo>
                <a:cubicBezTo>
                  <a:pt x="235465" y="71908"/>
                  <a:pt x="215733" y="115487"/>
                  <a:pt x="215733" y="148046"/>
                </a:cubicBezTo>
                <a:cubicBezTo>
                  <a:pt x="215733" y="169838"/>
                  <a:pt x="222395" y="187004"/>
                  <a:pt x="253144" y="187004"/>
                </a:cubicBezTo>
                <a:cubicBezTo>
                  <a:pt x="270306" y="187004"/>
                  <a:pt x="290292" y="178552"/>
                  <a:pt x="305410" y="159071"/>
                </a:cubicBezTo>
                <a:cubicBezTo>
                  <a:pt x="304128" y="156252"/>
                  <a:pt x="300285" y="152663"/>
                  <a:pt x="297212" y="152663"/>
                </a:cubicBezTo>
                <a:cubicBezTo>
                  <a:pt x="282606" y="167531"/>
                  <a:pt x="274666" y="171632"/>
                  <a:pt x="262366" y="171632"/>
                </a:cubicBezTo>
                <a:cubicBezTo>
                  <a:pt x="252373" y="171632"/>
                  <a:pt x="248785" y="159329"/>
                  <a:pt x="248785" y="142150"/>
                </a:cubicBezTo>
                <a:cubicBezTo>
                  <a:pt x="248785" y="140868"/>
                  <a:pt x="248785" y="135485"/>
                  <a:pt x="249043" y="133432"/>
                </a:cubicBezTo>
                <a:close/>
                <a:moveTo>
                  <a:pt x="413533" y="93438"/>
                </a:moveTo>
                <a:cubicBezTo>
                  <a:pt x="412250" y="80876"/>
                  <a:pt x="396366" y="71908"/>
                  <a:pt x="380482" y="71908"/>
                </a:cubicBezTo>
                <a:cubicBezTo>
                  <a:pt x="362803" y="71908"/>
                  <a:pt x="335643" y="77546"/>
                  <a:pt x="335643" y="104721"/>
                </a:cubicBezTo>
                <a:cubicBezTo>
                  <a:pt x="335643" y="115742"/>
                  <a:pt x="347943" y="128303"/>
                  <a:pt x="364851" y="138045"/>
                </a:cubicBezTo>
                <a:cubicBezTo>
                  <a:pt x="375614" y="144199"/>
                  <a:pt x="381248" y="151635"/>
                  <a:pt x="381248" y="163684"/>
                </a:cubicBezTo>
                <a:cubicBezTo>
                  <a:pt x="381248" y="170604"/>
                  <a:pt x="374074" y="176245"/>
                  <a:pt x="367924" y="176245"/>
                </a:cubicBezTo>
                <a:cubicBezTo>
                  <a:pt x="359984" y="176245"/>
                  <a:pt x="352298" y="172657"/>
                  <a:pt x="348455" y="163938"/>
                </a:cubicBezTo>
                <a:cubicBezTo>
                  <a:pt x="344612" y="154966"/>
                  <a:pt x="339740" y="149070"/>
                  <a:pt x="332054" y="149070"/>
                </a:cubicBezTo>
                <a:cubicBezTo>
                  <a:pt x="327957" y="149070"/>
                  <a:pt x="321037" y="153942"/>
                  <a:pt x="321037" y="162144"/>
                </a:cubicBezTo>
                <a:cubicBezTo>
                  <a:pt x="321037" y="179576"/>
                  <a:pt x="342047" y="187004"/>
                  <a:pt x="362545" y="187004"/>
                </a:cubicBezTo>
                <a:cubicBezTo>
                  <a:pt x="394830" y="187004"/>
                  <a:pt x="408153" y="167273"/>
                  <a:pt x="408153" y="151123"/>
                </a:cubicBezTo>
                <a:cubicBezTo>
                  <a:pt x="408153" y="139074"/>
                  <a:pt x="398160" y="127279"/>
                  <a:pt x="379199" y="117282"/>
                </a:cubicBezTo>
                <a:cubicBezTo>
                  <a:pt x="372537" y="113693"/>
                  <a:pt x="359726" y="107027"/>
                  <a:pt x="359726" y="93950"/>
                </a:cubicBezTo>
                <a:cubicBezTo>
                  <a:pt x="359726" y="87800"/>
                  <a:pt x="366388" y="82671"/>
                  <a:pt x="373562" y="82671"/>
                </a:cubicBezTo>
                <a:cubicBezTo>
                  <a:pt x="384579" y="82671"/>
                  <a:pt x="387143" y="93184"/>
                  <a:pt x="390474" y="101898"/>
                </a:cubicBezTo>
                <a:cubicBezTo>
                  <a:pt x="392011" y="105999"/>
                  <a:pt x="396108" y="108052"/>
                  <a:pt x="400467" y="108052"/>
                </a:cubicBezTo>
                <a:cubicBezTo>
                  <a:pt x="401491" y="108052"/>
                  <a:pt x="402770" y="107794"/>
                  <a:pt x="404052" y="107539"/>
                </a:cubicBezTo>
                <a:cubicBezTo>
                  <a:pt x="407383" y="106515"/>
                  <a:pt x="413533" y="102410"/>
                  <a:pt x="413533" y="94978"/>
                </a:cubicBezTo>
                <a:lnTo>
                  <a:pt x="413533" y="93438"/>
                </a:lnTo>
                <a:close/>
                <a:moveTo>
                  <a:pt x="428781" y="91604"/>
                </a:moveTo>
                <a:cubicBezTo>
                  <a:pt x="428781" y="101339"/>
                  <a:pt x="436980" y="109025"/>
                  <a:pt x="447226" y="109025"/>
                </a:cubicBezTo>
                <a:cubicBezTo>
                  <a:pt x="457477" y="109025"/>
                  <a:pt x="466188" y="100827"/>
                  <a:pt x="466188" y="91088"/>
                </a:cubicBezTo>
                <a:cubicBezTo>
                  <a:pt x="466188" y="81099"/>
                  <a:pt x="457989" y="73409"/>
                  <a:pt x="447739" y="73409"/>
                </a:cubicBezTo>
                <a:cubicBezTo>
                  <a:pt x="437492" y="73409"/>
                  <a:pt x="428781" y="81611"/>
                  <a:pt x="428781" y="91604"/>
                </a:cubicBezTo>
                <a:moveTo>
                  <a:pt x="428781" y="167082"/>
                </a:moveTo>
                <a:cubicBezTo>
                  <a:pt x="428781" y="176816"/>
                  <a:pt x="436980" y="184502"/>
                  <a:pt x="447226" y="184502"/>
                </a:cubicBezTo>
                <a:cubicBezTo>
                  <a:pt x="457477" y="184502"/>
                  <a:pt x="466188" y="176304"/>
                  <a:pt x="466188" y="166569"/>
                </a:cubicBezTo>
                <a:cubicBezTo>
                  <a:pt x="466188" y="156577"/>
                  <a:pt x="457989" y="148891"/>
                  <a:pt x="447739" y="148891"/>
                </a:cubicBezTo>
                <a:cubicBezTo>
                  <a:pt x="437492" y="148891"/>
                  <a:pt x="428781" y="157089"/>
                  <a:pt x="428781" y="167082"/>
                </a:cubicBezTo>
                <a:close/>
                <a:moveTo>
                  <a:pt x="552277" y="119655"/>
                </a:moveTo>
                <a:cubicBezTo>
                  <a:pt x="552277" y="131184"/>
                  <a:pt x="553555" y="188830"/>
                  <a:pt x="611717" y="239048"/>
                </a:cubicBezTo>
                <a:lnTo>
                  <a:pt x="619403" y="230850"/>
                </a:lnTo>
                <a:cubicBezTo>
                  <a:pt x="611205" y="221627"/>
                  <a:pt x="581739" y="187294"/>
                  <a:pt x="581739" y="119655"/>
                </a:cubicBezTo>
                <a:cubicBezTo>
                  <a:pt x="581739" y="52012"/>
                  <a:pt x="611717" y="17679"/>
                  <a:pt x="619403" y="8714"/>
                </a:cubicBezTo>
                <a:lnTo>
                  <a:pt x="612229" y="0"/>
                </a:lnTo>
                <a:cubicBezTo>
                  <a:pt x="578666" y="28954"/>
                  <a:pt x="552277" y="73022"/>
                  <a:pt x="552277" y="119655"/>
                </a:cubicBezTo>
                <a:close/>
                <a:moveTo>
                  <a:pt x="696270" y="171890"/>
                </a:moveTo>
                <a:cubicBezTo>
                  <a:pt x="698061" y="182395"/>
                  <a:pt x="704981" y="187004"/>
                  <a:pt x="716252" y="187004"/>
                </a:cubicBezTo>
                <a:cubicBezTo>
                  <a:pt x="730346" y="187004"/>
                  <a:pt x="740338" y="181625"/>
                  <a:pt x="749819" y="172657"/>
                </a:cubicBezTo>
                <a:cubicBezTo>
                  <a:pt x="749307" y="169584"/>
                  <a:pt x="748279" y="167535"/>
                  <a:pt x="745206" y="165483"/>
                </a:cubicBezTo>
                <a:cubicBezTo>
                  <a:pt x="741875" y="168047"/>
                  <a:pt x="739314" y="169071"/>
                  <a:pt x="734447" y="169071"/>
                </a:cubicBezTo>
                <a:cubicBezTo>
                  <a:pt x="728809" y="169071"/>
                  <a:pt x="727273" y="164458"/>
                  <a:pt x="727273" y="151901"/>
                </a:cubicBezTo>
                <a:lnTo>
                  <a:pt x="727785" y="114995"/>
                </a:lnTo>
                <a:cubicBezTo>
                  <a:pt x="727785" y="78089"/>
                  <a:pt x="704981" y="70657"/>
                  <a:pt x="683971" y="70657"/>
                </a:cubicBezTo>
                <a:cubicBezTo>
                  <a:pt x="665268" y="70657"/>
                  <a:pt x="636572" y="81420"/>
                  <a:pt x="636572" y="98336"/>
                </a:cubicBezTo>
                <a:cubicBezTo>
                  <a:pt x="636572" y="105510"/>
                  <a:pt x="639644" y="111148"/>
                  <a:pt x="649637" y="111148"/>
                </a:cubicBezTo>
                <a:cubicBezTo>
                  <a:pt x="658860" y="111148"/>
                  <a:pt x="665522" y="105510"/>
                  <a:pt x="665522" y="99361"/>
                </a:cubicBezTo>
                <a:cubicBezTo>
                  <a:pt x="665522" y="96030"/>
                  <a:pt x="663731" y="91671"/>
                  <a:pt x="664497" y="87315"/>
                </a:cubicBezTo>
                <a:cubicBezTo>
                  <a:pt x="664755" y="84497"/>
                  <a:pt x="666804" y="81420"/>
                  <a:pt x="675260" y="81420"/>
                </a:cubicBezTo>
                <a:cubicBezTo>
                  <a:pt x="686019" y="81420"/>
                  <a:pt x="694988" y="86033"/>
                  <a:pt x="694988" y="118584"/>
                </a:cubicBezTo>
                <a:lnTo>
                  <a:pt x="677821" y="123963"/>
                </a:lnTo>
                <a:cubicBezTo>
                  <a:pt x="650920" y="132420"/>
                  <a:pt x="631958" y="139856"/>
                  <a:pt x="631958" y="160099"/>
                </a:cubicBezTo>
                <a:cubicBezTo>
                  <a:pt x="631958" y="177782"/>
                  <a:pt x="641693" y="187004"/>
                  <a:pt x="663985" y="187004"/>
                </a:cubicBezTo>
                <a:cubicBezTo>
                  <a:pt x="671417" y="187004"/>
                  <a:pt x="686277" y="178806"/>
                  <a:pt x="694730" y="172144"/>
                </a:cubicBezTo>
                <a:lnTo>
                  <a:pt x="696270" y="171890"/>
                </a:lnTo>
                <a:moveTo>
                  <a:pt x="694988" y="128577"/>
                </a:moveTo>
                <a:lnTo>
                  <a:pt x="694988" y="162406"/>
                </a:lnTo>
                <a:cubicBezTo>
                  <a:pt x="688584" y="167531"/>
                  <a:pt x="682176" y="171632"/>
                  <a:pt x="677567" y="171632"/>
                </a:cubicBezTo>
                <a:cubicBezTo>
                  <a:pt x="666546" y="171632"/>
                  <a:pt x="662703" y="164200"/>
                  <a:pt x="662703" y="156256"/>
                </a:cubicBezTo>
                <a:cubicBezTo>
                  <a:pt x="662703" y="146775"/>
                  <a:pt x="663473" y="138827"/>
                  <a:pt x="681664" y="132936"/>
                </a:cubicBezTo>
                <a:lnTo>
                  <a:pt x="694988" y="128577"/>
                </a:lnTo>
                <a:close/>
                <a:moveTo>
                  <a:pt x="821814" y="120148"/>
                </a:moveTo>
                <a:cubicBezTo>
                  <a:pt x="821814" y="108618"/>
                  <a:pt x="820532" y="50969"/>
                  <a:pt x="762373" y="751"/>
                </a:cubicBezTo>
                <a:lnTo>
                  <a:pt x="754687" y="8949"/>
                </a:lnTo>
                <a:cubicBezTo>
                  <a:pt x="762886" y="18175"/>
                  <a:pt x="792348" y="52509"/>
                  <a:pt x="792348" y="120148"/>
                </a:cubicBezTo>
                <a:cubicBezTo>
                  <a:pt x="792348" y="187790"/>
                  <a:pt x="762373" y="222124"/>
                  <a:pt x="754687" y="231088"/>
                </a:cubicBezTo>
                <a:lnTo>
                  <a:pt x="761861" y="239799"/>
                </a:lnTo>
                <a:cubicBezTo>
                  <a:pt x="795425" y="210849"/>
                  <a:pt x="821814" y="166781"/>
                  <a:pt x="821814" y="120148"/>
                </a:cubicBezTo>
                <a:close/>
                <a:moveTo>
                  <a:pt x="907389" y="147030"/>
                </a:moveTo>
                <a:cubicBezTo>
                  <a:pt x="908414" y="159587"/>
                  <a:pt x="909696" y="171632"/>
                  <a:pt x="911744" y="181371"/>
                </a:cubicBezTo>
                <a:cubicBezTo>
                  <a:pt x="916616" y="182907"/>
                  <a:pt x="933012" y="187004"/>
                  <a:pt x="947360" y="187004"/>
                </a:cubicBezTo>
                <a:cubicBezTo>
                  <a:pt x="967088" y="187004"/>
                  <a:pt x="991686" y="176245"/>
                  <a:pt x="991686" y="153949"/>
                </a:cubicBezTo>
                <a:cubicBezTo>
                  <a:pt x="991686" y="145235"/>
                  <a:pt x="989634" y="138315"/>
                  <a:pt x="983742" y="131908"/>
                </a:cubicBezTo>
                <a:cubicBezTo>
                  <a:pt x="976310" y="123705"/>
                  <a:pt x="965805" y="117302"/>
                  <a:pt x="954022" y="112176"/>
                </a:cubicBezTo>
                <a:cubicBezTo>
                  <a:pt x="943771" y="107817"/>
                  <a:pt x="940186" y="99615"/>
                  <a:pt x="940186" y="92183"/>
                </a:cubicBezTo>
                <a:cubicBezTo>
                  <a:pt x="940186" y="86291"/>
                  <a:pt x="945054" y="81420"/>
                  <a:pt x="952486" y="81420"/>
                </a:cubicBezTo>
                <a:cubicBezTo>
                  <a:pt x="961450" y="81420"/>
                  <a:pt x="970165" y="89622"/>
                  <a:pt x="976568" y="105256"/>
                </a:cubicBezTo>
                <a:cubicBezTo>
                  <a:pt x="981182" y="106023"/>
                  <a:pt x="984000" y="105768"/>
                  <a:pt x="986561" y="103974"/>
                </a:cubicBezTo>
                <a:cubicBezTo>
                  <a:pt x="986561" y="94747"/>
                  <a:pt x="985537" y="85009"/>
                  <a:pt x="983230" y="76807"/>
                </a:cubicBezTo>
                <a:cubicBezTo>
                  <a:pt x="975032" y="73222"/>
                  <a:pt x="968624" y="70657"/>
                  <a:pt x="954534" y="70657"/>
                </a:cubicBezTo>
                <a:cubicBezTo>
                  <a:pt x="940953" y="70657"/>
                  <a:pt x="928145" y="75782"/>
                  <a:pt x="919947" y="83985"/>
                </a:cubicBezTo>
                <a:cubicBezTo>
                  <a:pt x="914051" y="89876"/>
                  <a:pt x="911232" y="97054"/>
                  <a:pt x="911232" y="103974"/>
                </a:cubicBezTo>
                <a:cubicBezTo>
                  <a:pt x="911232" y="111660"/>
                  <a:pt x="914051" y="117814"/>
                  <a:pt x="919176" y="123193"/>
                </a:cubicBezTo>
                <a:cubicBezTo>
                  <a:pt x="927121" y="131908"/>
                  <a:pt x="940953" y="140880"/>
                  <a:pt x="948897" y="144465"/>
                </a:cubicBezTo>
                <a:cubicBezTo>
                  <a:pt x="959147" y="149078"/>
                  <a:pt x="961962" y="158305"/>
                  <a:pt x="961962" y="164454"/>
                </a:cubicBezTo>
                <a:cubicBezTo>
                  <a:pt x="961962" y="172657"/>
                  <a:pt x="953764" y="177016"/>
                  <a:pt x="946848" y="177016"/>
                </a:cubicBezTo>
                <a:cubicBezTo>
                  <a:pt x="935319" y="177016"/>
                  <a:pt x="923020" y="165483"/>
                  <a:pt x="917640" y="146517"/>
                </a:cubicBezTo>
                <a:cubicBezTo>
                  <a:pt x="913539" y="145747"/>
                  <a:pt x="911490" y="146005"/>
                  <a:pt x="907389" y="147030"/>
                </a:cubicBezTo>
                <a:close/>
                <a:moveTo>
                  <a:pt x="1139779" y="151674"/>
                </a:moveTo>
                <a:lnTo>
                  <a:pt x="1139779" y="111672"/>
                </a:lnTo>
                <a:cubicBezTo>
                  <a:pt x="1139779" y="83468"/>
                  <a:pt x="1127734" y="70657"/>
                  <a:pt x="1105700" y="70657"/>
                </a:cubicBezTo>
                <a:cubicBezTo>
                  <a:pt x="1096219" y="70657"/>
                  <a:pt x="1078028" y="80138"/>
                  <a:pt x="1063426" y="89106"/>
                </a:cubicBezTo>
                <a:lnTo>
                  <a:pt x="1063426" y="34994"/>
                </a:lnTo>
                <a:cubicBezTo>
                  <a:pt x="1063426" y="18316"/>
                  <a:pt x="1064192" y="8886"/>
                  <a:pt x="1064192" y="8886"/>
                </a:cubicBezTo>
                <a:cubicBezTo>
                  <a:pt x="1064192" y="6615"/>
                  <a:pt x="1062402" y="5602"/>
                  <a:pt x="1060095" y="5602"/>
                </a:cubicBezTo>
                <a:cubicBezTo>
                  <a:pt x="1050615" y="8632"/>
                  <a:pt x="1030117" y="11412"/>
                  <a:pt x="1011926" y="12166"/>
                </a:cubicBezTo>
                <a:cubicBezTo>
                  <a:pt x="1011156" y="15243"/>
                  <a:pt x="1011414" y="18062"/>
                  <a:pt x="1012696" y="20365"/>
                </a:cubicBezTo>
                <a:cubicBezTo>
                  <a:pt x="1028835" y="21651"/>
                  <a:pt x="1030117" y="21905"/>
                  <a:pt x="1030117" y="39611"/>
                </a:cubicBezTo>
                <a:lnTo>
                  <a:pt x="1030117" y="151932"/>
                </a:lnTo>
                <a:cubicBezTo>
                  <a:pt x="1030117" y="173216"/>
                  <a:pt x="1026020" y="175522"/>
                  <a:pt x="1010389" y="176292"/>
                </a:cubicBezTo>
                <a:cubicBezTo>
                  <a:pt x="1008853" y="177829"/>
                  <a:pt x="1008853" y="183466"/>
                  <a:pt x="1010389" y="185003"/>
                </a:cubicBezTo>
                <a:cubicBezTo>
                  <a:pt x="1021148" y="184749"/>
                  <a:pt x="1032678" y="184491"/>
                  <a:pt x="1046771" y="184491"/>
                </a:cubicBezTo>
                <a:cubicBezTo>
                  <a:pt x="1059071" y="184491"/>
                  <a:pt x="1067011" y="184749"/>
                  <a:pt x="1078028" y="185003"/>
                </a:cubicBezTo>
                <a:cubicBezTo>
                  <a:pt x="1079568" y="183466"/>
                  <a:pt x="1079568" y="177829"/>
                  <a:pt x="1078028" y="176292"/>
                </a:cubicBezTo>
                <a:cubicBezTo>
                  <a:pt x="1067269" y="175522"/>
                  <a:pt x="1063426" y="173216"/>
                  <a:pt x="1063426" y="151932"/>
                </a:cubicBezTo>
                <a:lnTo>
                  <a:pt x="1063426" y="99365"/>
                </a:lnTo>
                <a:cubicBezTo>
                  <a:pt x="1074185" y="92695"/>
                  <a:pt x="1082641" y="89618"/>
                  <a:pt x="1087255" y="89618"/>
                </a:cubicBezTo>
                <a:cubicBezTo>
                  <a:pt x="1097501" y="89618"/>
                  <a:pt x="1106470" y="94235"/>
                  <a:pt x="1106470" y="108853"/>
                </a:cubicBezTo>
                <a:lnTo>
                  <a:pt x="1106470" y="151674"/>
                </a:lnTo>
                <a:cubicBezTo>
                  <a:pt x="1106470" y="173216"/>
                  <a:pt x="1102369" y="175522"/>
                  <a:pt x="1091864" y="176292"/>
                </a:cubicBezTo>
                <a:cubicBezTo>
                  <a:pt x="1090328" y="177829"/>
                  <a:pt x="1090328" y="183466"/>
                  <a:pt x="1091864" y="185003"/>
                </a:cubicBezTo>
                <a:cubicBezTo>
                  <a:pt x="1102627" y="184749"/>
                  <a:pt x="1110825" y="184491"/>
                  <a:pt x="1123125" y="184491"/>
                </a:cubicBezTo>
                <a:cubicBezTo>
                  <a:pt x="1137214" y="184491"/>
                  <a:pt x="1148490" y="184749"/>
                  <a:pt x="1159507" y="185003"/>
                </a:cubicBezTo>
                <a:cubicBezTo>
                  <a:pt x="1161043" y="183466"/>
                  <a:pt x="1161043" y="177829"/>
                  <a:pt x="1159507" y="176292"/>
                </a:cubicBezTo>
                <a:cubicBezTo>
                  <a:pt x="1143876" y="175522"/>
                  <a:pt x="1139779" y="173216"/>
                  <a:pt x="1139779" y="151674"/>
                </a:cubicBezTo>
                <a:close/>
                <a:moveTo>
                  <a:pt x="1229709" y="81420"/>
                </a:moveTo>
                <a:cubicBezTo>
                  <a:pt x="1247130" y="81420"/>
                  <a:pt x="1258917" y="102179"/>
                  <a:pt x="1258917" y="137291"/>
                </a:cubicBezTo>
                <a:cubicBezTo>
                  <a:pt x="1258917" y="168043"/>
                  <a:pt x="1246876" y="176245"/>
                  <a:pt x="1237653" y="176245"/>
                </a:cubicBezTo>
                <a:cubicBezTo>
                  <a:pt x="1216643" y="176245"/>
                  <a:pt x="1208441" y="144723"/>
                  <a:pt x="1208441" y="125758"/>
                </a:cubicBezTo>
                <a:cubicBezTo>
                  <a:pt x="1208441" y="102179"/>
                  <a:pt x="1212542" y="81420"/>
                  <a:pt x="1229709" y="81420"/>
                </a:cubicBezTo>
                <a:moveTo>
                  <a:pt x="1172571" y="131395"/>
                </a:moveTo>
                <a:cubicBezTo>
                  <a:pt x="1172571" y="164970"/>
                  <a:pt x="1199219" y="187004"/>
                  <a:pt x="1233552" y="187004"/>
                </a:cubicBezTo>
                <a:cubicBezTo>
                  <a:pt x="1251743" y="187004"/>
                  <a:pt x="1266861" y="181883"/>
                  <a:pt x="1277366" y="172402"/>
                </a:cubicBezTo>
                <a:cubicBezTo>
                  <a:pt x="1290432" y="160869"/>
                  <a:pt x="1294787" y="143441"/>
                  <a:pt x="1294787" y="129089"/>
                </a:cubicBezTo>
                <a:cubicBezTo>
                  <a:pt x="1294787" y="95518"/>
                  <a:pt x="1271983" y="70657"/>
                  <a:pt x="1233806" y="70657"/>
                </a:cubicBezTo>
                <a:cubicBezTo>
                  <a:pt x="1212542" y="70657"/>
                  <a:pt x="1196658" y="78089"/>
                  <a:pt x="1186665" y="89622"/>
                </a:cubicBezTo>
                <a:cubicBezTo>
                  <a:pt x="1176927" y="100897"/>
                  <a:pt x="1172571" y="116273"/>
                  <a:pt x="1172571" y="131395"/>
                </a:cubicBezTo>
                <a:close/>
                <a:moveTo>
                  <a:pt x="1425970" y="99779"/>
                </a:moveTo>
                <a:cubicBezTo>
                  <a:pt x="1421103" y="87503"/>
                  <a:pt x="1418026" y="76240"/>
                  <a:pt x="1418026" y="76240"/>
                </a:cubicBezTo>
                <a:cubicBezTo>
                  <a:pt x="1413417" y="76498"/>
                  <a:pt x="1408545" y="76498"/>
                  <a:pt x="1403678" y="75986"/>
                </a:cubicBezTo>
                <a:lnTo>
                  <a:pt x="1379337" y="143515"/>
                </a:lnTo>
                <a:cubicBezTo>
                  <a:pt x="1378571" y="145305"/>
                  <a:pt x="1377547" y="145818"/>
                  <a:pt x="1376518" y="143261"/>
                </a:cubicBezTo>
                <a:lnTo>
                  <a:pt x="1361916" y="99779"/>
                </a:lnTo>
                <a:cubicBezTo>
                  <a:pt x="1357815" y="87503"/>
                  <a:pt x="1355254" y="82902"/>
                  <a:pt x="1371139" y="81623"/>
                </a:cubicBezTo>
                <a:cubicBezTo>
                  <a:pt x="1372675" y="80087"/>
                  <a:pt x="1372675" y="74449"/>
                  <a:pt x="1371139" y="72909"/>
                </a:cubicBezTo>
                <a:cubicBezTo>
                  <a:pt x="1361658" y="73167"/>
                  <a:pt x="1350641" y="73425"/>
                  <a:pt x="1337576" y="73425"/>
                </a:cubicBezTo>
                <a:cubicBezTo>
                  <a:pt x="1328607" y="73425"/>
                  <a:pt x="1315541" y="73167"/>
                  <a:pt x="1306061" y="72909"/>
                </a:cubicBezTo>
                <a:cubicBezTo>
                  <a:pt x="1304524" y="74449"/>
                  <a:pt x="1304524" y="80087"/>
                  <a:pt x="1306061" y="81623"/>
                </a:cubicBezTo>
                <a:cubicBezTo>
                  <a:pt x="1320921" y="83414"/>
                  <a:pt x="1321691" y="88273"/>
                  <a:pt x="1326559" y="101315"/>
                </a:cubicBezTo>
                <a:lnTo>
                  <a:pt x="1357815" y="182137"/>
                </a:lnTo>
                <a:cubicBezTo>
                  <a:pt x="1359610" y="186997"/>
                  <a:pt x="1362941" y="187505"/>
                  <a:pt x="1366272" y="187505"/>
                </a:cubicBezTo>
                <a:cubicBezTo>
                  <a:pt x="1368832" y="187505"/>
                  <a:pt x="1373704" y="186997"/>
                  <a:pt x="1375752" y="181625"/>
                </a:cubicBezTo>
                <a:lnTo>
                  <a:pt x="1399835" y="118451"/>
                </a:lnTo>
                <a:lnTo>
                  <a:pt x="1424434" y="182137"/>
                </a:lnTo>
                <a:cubicBezTo>
                  <a:pt x="1426224" y="186739"/>
                  <a:pt x="1431095" y="187505"/>
                  <a:pt x="1434426" y="187505"/>
                </a:cubicBezTo>
                <a:cubicBezTo>
                  <a:pt x="1436987" y="187505"/>
                  <a:pt x="1441342" y="186739"/>
                  <a:pt x="1443391" y="181625"/>
                </a:cubicBezTo>
                <a:lnTo>
                  <a:pt x="1474906" y="103618"/>
                </a:lnTo>
                <a:cubicBezTo>
                  <a:pt x="1479261" y="92621"/>
                  <a:pt x="1483620" y="82902"/>
                  <a:pt x="1497968" y="81623"/>
                </a:cubicBezTo>
                <a:cubicBezTo>
                  <a:pt x="1499504" y="80087"/>
                  <a:pt x="1499504" y="74449"/>
                  <a:pt x="1497968" y="72909"/>
                </a:cubicBezTo>
                <a:cubicBezTo>
                  <a:pt x="1492330" y="73167"/>
                  <a:pt x="1487717" y="73425"/>
                  <a:pt x="1481055" y="73425"/>
                </a:cubicBezTo>
                <a:cubicBezTo>
                  <a:pt x="1471575" y="73425"/>
                  <a:pt x="1460558" y="73167"/>
                  <a:pt x="1451077" y="72909"/>
                </a:cubicBezTo>
                <a:cubicBezTo>
                  <a:pt x="1449541" y="74449"/>
                  <a:pt x="1449541" y="80087"/>
                  <a:pt x="1451077" y="81623"/>
                </a:cubicBezTo>
                <a:cubicBezTo>
                  <a:pt x="1464913" y="82644"/>
                  <a:pt x="1466195" y="89294"/>
                  <a:pt x="1461328" y="101828"/>
                </a:cubicBezTo>
                <a:lnTo>
                  <a:pt x="1446468" y="142236"/>
                </a:lnTo>
                <a:cubicBezTo>
                  <a:pt x="1445443" y="145305"/>
                  <a:pt x="1443903" y="145051"/>
                  <a:pt x="1442879" y="142495"/>
                </a:cubicBezTo>
                <a:lnTo>
                  <a:pt x="1425970" y="99779"/>
                </a:lnTo>
                <a:close/>
                <a:moveTo>
                  <a:pt x="1513850" y="147030"/>
                </a:moveTo>
                <a:cubicBezTo>
                  <a:pt x="1514874" y="159587"/>
                  <a:pt x="1516157" y="171632"/>
                  <a:pt x="1518205" y="181371"/>
                </a:cubicBezTo>
                <a:cubicBezTo>
                  <a:pt x="1523077" y="182907"/>
                  <a:pt x="1539473" y="187004"/>
                  <a:pt x="1553821" y="187004"/>
                </a:cubicBezTo>
                <a:cubicBezTo>
                  <a:pt x="1573549" y="187004"/>
                  <a:pt x="1598147" y="176245"/>
                  <a:pt x="1598147" y="153949"/>
                </a:cubicBezTo>
                <a:cubicBezTo>
                  <a:pt x="1598147" y="145235"/>
                  <a:pt x="1596095" y="138315"/>
                  <a:pt x="1590203" y="131908"/>
                </a:cubicBezTo>
                <a:cubicBezTo>
                  <a:pt x="1582771" y="123705"/>
                  <a:pt x="1572266" y="117302"/>
                  <a:pt x="1560483" y="112176"/>
                </a:cubicBezTo>
                <a:cubicBezTo>
                  <a:pt x="1550232" y="107817"/>
                  <a:pt x="1546647" y="99615"/>
                  <a:pt x="1546647" y="92183"/>
                </a:cubicBezTo>
                <a:cubicBezTo>
                  <a:pt x="1546647" y="86291"/>
                  <a:pt x="1551515" y="81420"/>
                  <a:pt x="1558947" y="81420"/>
                </a:cubicBezTo>
                <a:cubicBezTo>
                  <a:pt x="1567911" y="81420"/>
                  <a:pt x="1576625" y="89622"/>
                  <a:pt x="1583029" y="105256"/>
                </a:cubicBezTo>
                <a:cubicBezTo>
                  <a:pt x="1587643" y="106023"/>
                  <a:pt x="1590461" y="105768"/>
                  <a:pt x="1593022" y="103974"/>
                </a:cubicBezTo>
                <a:cubicBezTo>
                  <a:pt x="1593022" y="94747"/>
                  <a:pt x="1591998" y="85009"/>
                  <a:pt x="1589691" y="76807"/>
                </a:cubicBezTo>
                <a:cubicBezTo>
                  <a:pt x="1581493" y="73222"/>
                  <a:pt x="1575085" y="70657"/>
                  <a:pt x="1560995" y="70657"/>
                </a:cubicBezTo>
                <a:cubicBezTo>
                  <a:pt x="1547413" y="70657"/>
                  <a:pt x="1534606" y="75782"/>
                  <a:pt x="1526408" y="83985"/>
                </a:cubicBezTo>
                <a:cubicBezTo>
                  <a:pt x="1520512" y="89876"/>
                  <a:pt x="1517693" y="97054"/>
                  <a:pt x="1517693" y="103974"/>
                </a:cubicBezTo>
                <a:cubicBezTo>
                  <a:pt x="1517693" y="111660"/>
                  <a:pt x="1520512" y="117814"/>
                  <a:pt x="1525637" y="123193"/>
                </a:cubicBezTo>
                <a:cubicBezTo>
                  <a:pt x="1533582" y="131908"/>
                  <a:pt x="1547413" y="140880"/>
                  <a:pt x="1555358" y="144465"/>
                </a:cubicBezTo>
                <a:cubicBezTo>
                  <a:pt x="1565608" y="149078"/>
                  <a:pt x="1568423" y="158305"/>
                  <a:pt x="1568423" y="164454"/>
                </a:cubicBezTo>
                <a:cubicBezTo>
                  <a:pt x="1568423" y="172657"/>
                  <a:pt x="1560225" y="177016"/>
                  <a:pt x="1553309" y="177016"/>
                </a:cubicBezTo>
                <a:cubicBezTo>
                  <a:pt x="1541780" y="177016"/>
                  <a:pt x="1529480" y="165483"/>
                  <a:pt x="1524101" y="146517"/>
                </a:cubicBezTo>
                <a:cubicBezTo>
                  <a:pt x="1520000" y="145747"/>
                  <a:pt x="1517951" y="146005"/>
                  <a:pt x="1513850" y="147030"/>
                </a:cubicBezTo>
                <a:close/>
                <a:moveTo>
                  <a:pt x="1691151" y="73409"/>
                </a:moveTo>
                <a:cubicBezTo>
                  <a:pt x="1687566" y="73409"/>
                  <a:pt x="1683723" y="74437"/>
                  <a:pt x="1680392" y="77256"/>
                </a:cubicBezTo>
                <a:lnTo>
                  <a:pt x="1680392" y="84684"/>
                </a:lnTo>
                <a:cubicBezTo>
                  <a:pt x="1680392" y="85967"/>
                  <a:pt x="1680646" y="86221"/>
                  <a:pt x="1681670" y="86221"/>
                </a:cubicBezTo>
                <a:lnTo>
                  <a:pt x="1698325" y="86221"/>
                </a:lnTo>
                <a:cubicBezTo>
                  <a:pt x="1697813" y="112047"/>
                  <a:pt x="1697559" y="144778"/>
                  <a:pt x="1697559" y="157566"/>
                </a:cubicBezTo>
                <a:cubicBezTo>
                  <a:pt x="1697559" y="166515"/>
                  <a:pt x="1699865" y="175221"/>
                  <a:pt x="1705245" y="179831"/>
                </a:cubicBezTo>
                <a:cubicBezTo>
                  <a:pt x="1711136" y="184702"/>
                  <a:pt x="1720359" y="187004"/>
                  <a:pt x="1726509" y="187004"/>
                </a:cubicBezTo>
                <a:cubicBezTo>
                  <a:pt x="1740603" y="187004"/>
                  <a:pt x="1756229" y="179831"/>
                  <a:pt x="1761354" y="172657"/>
                </a:cubicBezTo>
                <a:cubicBezTo>
                  <a:pt x="1761354" y="169584"/>
                  <a:pt x="1759818" y="168047"/>
                  <a:pt x="1756745" y="165490"/>
                </a:cubicBezTo>
                <a:cubicBezTo>
                  <a:pt x="1753414" y="168047"/>
                  <a:pt x="1747006" y="169071"/>
                  <a:pt x="1742139" y="169071"/>
                </a:cubicBezTo>
                <a:cubicBezTo>
                  <a:pt x="1736501" y="169071"/>
                  <a:pt x="1730864" y="164724"/>
                  <a:pt x="1730864" y="151940"/>
                </a:cubicBezTo>
                <a:cubicBezTo>
                  <a:pt x="1730864" y="139152"/>
                  <a:pt x="1730610" y="111793"/>
                  <a:pt x="1730610" y="86221"/>
                </a:cubicBezTo>
                <a:lnTo>
                  <a:pt x="1756487" y="86221"/>
                </a:lnTo>
                <a:cubicBezTo>
                  <a:pt x="1759048" y="86221"/>
                  <a:pt x="1762637" y="85196"/>
                  <a:pt x="1762637" y="82890"/>
                </a:cubicBezTo>
                <a:lnTo>
                  <a:pt x="1762637" y="74950"/>
                </a:lnTo>
                <a:cubicBezTo>
                  <a:pt x="1762637" y="73925"/>
                  <a:pt x="1761866" y="73409"/>
                  <a:pt x="1760588" y="73409"/>
                </a:cubicBezTo>
                <a:lnTo>
                  <a:pt x="1730610" y="73409"/>
                </a:lnTo>
                <a:lnTo>
                  <a:pt x="1730864" y="64699"/>
                </a:lnTo>
                <a:cubicBezTo>
                  <a:pt x="1731376" y="47532"/>
                  <a:pt x="1732146" y="35749"/>
                  <a:pt x="1732146" y="35749"/>
                </a:cubicBezTo>
                <a:cubicBezTo>
                  <a:pt x="1732146" y="34208"/>
                  <a:pt x="1731376" y="33442"/>
                  <a:pt x="1730098" y="33442"/>
                </a:cubicBezTo>
                <a:cubicBezTo>
                  <a:pt x="1728303" y="33442"/>
                  <a:pt x="1718823" y="36261"/>
                  <a:pt x="1714725" y="38055"/>
                </a:cubicBezTo>
                <a:cubicBezTo>
                  <a:pt x="1710366" y="39846"/>
                  <a:pt x="1702938" y="41382"/>
                  <a:pt x="1701144" y="43689"/>
                </a:cubicBezTo>
                <a:cubicBezTo>
                  <a:pt x="1699349" y="45996"/>
                  <a:pt x="1698325" y="52915"/>
                  <a:pt x="1698325" y="73409"/>
                </a:cubicBezTo>
                <a:lnTo>
                  <a:pt x="1691151" y="73409"/>
                </a:lnTo>
                <a:close/>
                <a:moveTo>
                  <a:pt x="1902019" y="151674"/>
                </a:moveTo>
                <a:lnTo>
                  <a:pt x="1902019" y="111672"/>
                </a:lnTo>
                <a:cubicBezTo>
                  <a:pt x="1902019" y="83468"/>
                  <a:pt x="1889974" y="70657"/>
                  <a:pt x="1867940" y="70657"/>
                </a:cubicBezTo>
                <a:cubicBezTo>
                  <a:pt x="1858459" y="70657"/>
                  <a:pt x="1840268" y="80138"/>
                  <a:pt x="1825666" y="89106"/>
                </a:cubicBezTo>
                <a:lnTo>
                  <a:pt x="1825666" y="34994"/>
                </a:lnTo>
                <a:cubicBezTo>
                  <a:pt x="1825666" y="18316"/>
                  <a:pt x="1826432" y="8886"/>
                  <a:pt x="1826432" y="8886"/>
                </a:cubicBezTo>
                <a:cubicBezTo>
                  <a:pt x="1826432" y="6615"/>
                  <a:pt x="1824642" y="5602"/>
                  <a:pt x="1822335" y="5602"/>
                </a:cubicBezTo>
                <a:cubicBezTo>
                  <a:pt x="1812854" y="8632"/>
                  <a:pt x="1792357" y="11412"/>
                  <a:pt x="1774166" y="12166"/>
                </a:cubicBezTo>
                <a:cubicBezTo>
                  <a:pt x="1773395" y="15243"/>
                  <a:pt x="1773654" y="18062"/>
                  <a:pt x="1774936" y="20365"/>
                </a:cubicBezTo>
                <a:cubicBezTo>
                  <a:pt x="1791074" y="21651"/>
                  <a:pt x="1792357" y="21905"/>
                  <a:pt x="1792357" y="39611"/>
                </a:cubicBezTo>
                <a:lnTo>
                  <a:pt x="1792357" y="151932"/>
                </a:lnTo>
                <a:cubicBezTo>
                  <a:pt x="1792357" y="173216"/>
                  <a:pt x="1788260" y="175522"/>
                  <a:pt x="1772629" y="176292"/>
                </a:cubicBezTo>
                <a:cubicBezTo>
                  <a:pt x="1771093" y="177829"/>
                  <a:pt x="1771093" y="183466"/>
                  <a:pt x="1772629" y="185003"/>
                </a:cubicBezTo>
                <a:cubicBezTo>
                  <a:pt x="1783388" y="184749"/>
                  <a:pt x="1794917" y="184491"/>
                  <a:pt x="1809011" y="184491"/>
                </a:cubicBezTo>
                <a:cubicBezTo>
                  <a:pt x="1821311" y="184491"/>
                  <a:pt x="1829251" y="184749"/>
                  <a:pt x="1840268" y="185003"/>
                </a:cubicBezTo>
                <a:cubicBezTo>
                  <a:pt x="1841808" y="183466"/>
                  <a:pt x="1841808" y="177829"/>
                  <a:pt x="1840268" y="176292"/>
                </a:cubicBezTo>
                <a:cubicBezTo>
                  <a:pt x="1829509" y="175522"/>
                  <a:pt x="1825666" y="173216"/>
                  <a:pt x="1825666" y="151932"/>
                </a:cubicBezTo>
                <a:lnTo>
                  <a:pt x="1825666" y="99365"/>
                </a:lnTo>
                <a:cubicBezTo>
                  <a:pt x="1836425" y="92695"/>
                  <a:pt x="1844881" y="89618"/>
                  <a:pt x="1849494" y="89618"/>
                </a:cubicBezTo>
                <a:cubicBezTo>
                  <a:pt x="1859741" y="89618"/>
                  <a:pt x="1868710" y="94235"/>
                  <a:pt x="1868710" y="108853"/>
                </a:cubicBezTo>
                <a:lnTo>
                  <a:pt x="1868710" y="151674"/>
                </a:lnTo>
                <a:cubicBezTo>
                  <a:pt x="1868710" y="173216"/>
                  <a:pt x="1864609" y="175522"/>
                  <a:pt x="1854104" y="176292"/>
                </a:cubicBezTo>
                <a:cubicBezTo>
                  <a:pt x="1852567" y="177829"/>
                  <a:pt x="1852567" y="183466"/>
                  <a:pt x="1854104" y="185003"/>
                </a:cubicBezTo>
                <a:cubicBezTo>
                  <a:pt x="1864867" y="184749"/>
                  <a:pt x="1873065" y="184491"/>
                  <a:pt x="1885364" y="184491"/>
                </a:cubicBezTo>
                <a:cubicBezTo>
                  <a:pt x="1899454" y="184491"/>
                  <a:pt x="1910729" y="184749"/>
                  <a:pt x="1921746" y="185003"/>
                </a:cubicBezTo>
                <a:cubicBezTo>
                  <a:pt x="1923283" y="183466"/>
                  <a:pt x="1923283" y="177829"/>
                  <a:pt x="1921746" y="176292"/>
                </a:cubicBezTo>
                <a:cubicBezTo>
                  <a:pt x="1906116" y="175522"/>
                  <a:pt x="1902019" y="173216"/>
                  <a:pt x="1902019" y="151674"/>
                </a:cubicBezTo>
                <a:close/>
                <a:moveTo>
                  <a:pt x="1970681" y="113955"/>
                </a:moveTo>
                <a:cubicBezTo>
                  <a:pt x="1970939" y="104990"/>
                  <a:pt x="1972222" y="95252"/>
                  <a:pt x="1975807" y="90130"/>
                </a:cubicBezTo>
                <a:cubicBezTo>
                  <a:pt x="1979908" y="83981"/>
                  <a:pt x="1986824" y="81420"/>
                  <a:pt x="1989643" y="81420"/>
                </a:cubicBezTo>
                <a:cubicBezTo>
                  <a:pt x="1996563" y="81420"/>
                  <a:pt x="2006039" y="88082"/>
                  <a:pt x="2006039" y="108575"/>
                </a:cubicBezTo>
                <a:cubicBezTo>
                  <a:pt x="2006039" y="110112"/>
                  <a:pt x="2006039" y="113443"/>
                  <a:pt x="2005527" y="113955"/>
                </a:cubicBezTo>
                <a:lnTo>
                  <a:pt x="1970681" y="113955"/>
                </a:lnTo>
                <a:moveTo>
                  <a:pt x="2035763" y="151381"/>
                </a:moveTo>
                <a:cubicBezTo>
                  <a:pt x="2025258" y="162152"/>
                  <a:pt x="2011423" y="164970"/>
                  <a:pt x="2001684" y="164970"/>
                </a:cubicBezTo>
                <a:cubicBezTo>
                  <a:pt x="1981698" y="164970"/>
                  <a:pt x="1969403" y="153433"/>
                  <a:pt x="1969403" y="128307"/>
                </a:cubicBezTo>
                <a:cubicBezTo>
                  <a:pt x="1969403" y="126512"/>
                  <a:pt x="1969657" y="125484"/>
                  <a:pt x="1969657" y="124202"/>
                </a:cubicBezTo>
                <a:lnTo>
                  <a:pt x="2031150" y="124202"/>
                </a:lnTo>
                <a:cubicBezTo>
                  <a:pt x="2037300" y="124202"/>
                  <a:pt x="2038578" y="119847"/>
                  <a:pt x="2038578" y="116262"/>
                </a:cubicBezTo>
                <a:cubicBezTo>
                  <a:pt x="2038578" y="94485"/>
                  <a:pt x="2030126" y="70657"/>
                  <a:pt x="1992461" y="70657"/>
                </a:cubicBezTo>
                <a:cubicBezTo>
                  <a:pt x="1965560" y="70657"/>
                  <a:pt x="1934812" y="94485"/>
                  <a:pt x="1934812" y="133690"/>
                </a:cubicBezTo>
                <a:cubicBezTo>
                  <a:pt x="1934812" y="148562"/>
                  <a:pt x="1940195" y="164204"/>
                  <a:pt x="1951212" y="174197"/>
                </a:cubicBezTo>
                <a:cubicBezTo>
                  <a:pt x="1960947" y="182907"/>
                  <a:pt x="1973500" y="187004"/>
                  <a:pt x="1991691" y="187004"/>
                </a:cubicBezTo>
                <a:cubicBezTo>
                  <a:pt x="2009370" y="187004"/>
                  <a:pt x="2026795" y="178040"/>
                  <a:pt x="2039606" y="159333"/>
                </a:cubicBezTo>
                <a:cubicBezTo>
                  <a:pt x="2039606" y="155998"/>
                  <a:pt x="2038324" y="151381"/>
                  <a:pt x="2035763" y="151381"/>
                </a:cubicBezTo>
                <a:close/>
                <a:moveTo>
                  <a:pt x="2173606" y="151729"/>
                </a:moveTo>
                <a:lnTo>
                  <a:pt x="2173606" y="86221"/>
                </a:lnTo>
                <a:lnTo>
                  <a:pt x="2195640" y="86221"/>
                </a:lnTo>
                <a:cubicBezTo>
                  <a:pt x="2200253" y="86221"/>
                  <a:pt x="2204609" y="84942"/>
                  <a:pt x="2204609" y="81866"/>
                </a:cubicBezTo>
                <a:lnTo>
                  <a:pt x="2204609" y="75974"/>
                </a:lnTo>
                <a:cubicBezTo>
                  <a:pt x="2204609" y="74437"/>
                  <a:pt x="2204350" y="73409"/>
                  <a:pt x="2199483" y="73409"/>
                </a:cubicBezTo>
                <a:lnTo>
                  <a:pt x="2173606" y="73409"/>
                </a:lnTo>
                <a:lnTo>
                  <a:pt x="2173606" y="60304"/>
                </a:lnTo>
                <a:cubicBezTo>
                  <a:pt x="2173606" y="22018"/>
                  <a:pt x="2184111" y="16365"/>
                  <a:pt x="2189748" y="16365"/>
                </a:cubicBezTo>
                <a:cubicBezTo>
                  <a:pt x="2194104" y="16365"/>
                  <a:pt x="2195128" y="20220"/>
                  <a:pt x="2196922" y="26385"/>
                </a:cubicBezTo>
                <a:cubicBezTo>
                  <a:pt x="2199225" y="34611"/>
                  <a:pt x="2205887" y="41034"/>
                  <a:pt x="2215113" y="41034"/>
                </a:cubicBezTo>
                <a:cubicBezTo>
                  <a:pt x="2223566" y="41034"/>
                  <a:pt x="2229716" y="35639"/>
                  <a:pt x="2229716" y="24587"/>
                </a:cubicBezTo>
                <a:cubicBezTo>
                  <a:pt x="2229716" y="17652"/>
                  <a:pt x="2221775" y="5602"/>
                  <a:pt x="2194616" y="5602"/>
                </a:cubicBezTo>
                <a:cubicBezTo>
                  <a:pt x="2182574" y="5602"/>
                  <a:pt x="2168226" y="9961"/>
                  <a:pt x="2158488" y="20478"/>
                </a:cubicBezTo>
                <a:cubicBezTo>
                  <a:pt x="2149007" y="30756"/>
                  <a:pt x="2140297" y="43603"/>
                  <a:pt x="2140297" y="68272"/>
                </a:cubicBezTo>
                <a:lnTo>
                  <a:pt x="2140297" y="73409"/>
                </a:lnTo>
                <a:lnTo>
                  <a:pt x="2139785" y="73409"/>
                </a:lnTo>
                <a:cubicBezTo>
                  <a:pt x="2131074" y="73409"/>
                  <a:pt x="2120569" y="74692"/>
                  <a:pt x="2120569" y="76740"/>
                </a:cubicBezTo>
                <a:lnTo>
                  <a:pt x="2120569" y="83660"/>
                </a:lnTo>
                <a:cubicBezTo>
                  <a:pt x="2120569" y="85454"/>
                  <a:pt x="2121594" y="86221"/>
                  <a:pt x="2127485" y="86221"/>
                </a:cubicBezTo>
                <a:lnTo>
                  <a:pt x="2140297" y="86221"/>
                </a:lnTo>
                <a:lnTo>
                  <a:pt x="2140297" y="152241"/>
                </a:lnTo>
                <a:cubicBezTo>
                  <a:pt x="2140297" y="173223"/>
                  <a:pt x="2136200" y="175526"/>
                  <a:pt x="2120569" y="176292"/>
                </a:cubicBezTo>
                <a:cubicBezTo>
                  <a:pt x="2119033" y="177829"/>
                  <a:pt x="2119033" y="183466"/>
                  <a:pt x="2120569" y="185003"/>
                </a:cubicBezTo>
                <a:cubicBezTo>
                  <a:pt x="2131328" y="184749"/>
                  <a:pt x="2142857" y="184491"/>
                  <a:pt x="2156951" y="184491"/>
                </a:cubicBezTo>
                <a:cubicBezTo>
                  <a:pt x="2171041" y="184491"/>
                  <a:pt x="2182316" y="184749"/>
                  <a:pt x="2193333" y="185003"/>
                </a:cubicBezTo>
                <a:cubicBezTo>
                  <a:pt x="2194870" y="183466"/>
                  <a:pt x="2194870" y="177829"/>
                  <a:pt x="2193333" y="176292"/>
                </a:cubicBezTo>
                <a:cubicBezTo>
                  <a:pt x="2177703" y="175526"/>
                  <a:pt x="2173606" y="173223"/>
                  <a:pt x="2173606" y="1517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unctionalityofremovingnotetags,(b)showsanewbugfoundbyKea.">
            <a:extLst xmlns:a="http://schemas.openxmlformats.org/drawingml/2006/main">
              <a:ext uri="{FF2B5EF4-FFF2-40B4-BE49-F238E27FC236}">
                <a16:creationId xmlns:a16="http://schemas.microsoft.com/office/drawing/2014/main" id="{A294E7C1-9D00-4D75-AC32-D87729A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088" y="4837953"/>
            <a:ext cx="8173198" cy="245554"/>
          </a:xfrm>
          <a:custGeom xmlns:a="http://schemas.openxmlformats.org/drawingml/2006/main">
            <a:pathLst>
              <a:path w="8173198" h="245554">
                <a:moveTo>
                  <a:pt x="126571" y="150403"/>
                </a:moveTo>
                <a:lnTo>
                  <a:pt x="126571" y="106167"/>
                </a:lnTo>
                <a:cubicBezTo>
                  <a:pt x="126571" y="84692"/>
                  <a:pt x="127083" y="87757"/>
                  <a:pt x="127083" y="81623"/>
                </a:cubicBezTo>
                <a:cubicBezTo>
                  <a:pt x="127083" y="77268"/>
                  <a:pt x="126059" y="74449"/>
                  <a:pt x="124522" y="72909"/>
                </a:cubicBezTo>
                <a:cubicBezTo>
                  <a:pt x="119909" y="73167"/>
                  <a:pt x="114784" y="73425"/>
                  <a:pt x="109916" y="73425"/>
                </a:cubicBezTo>
                <a:cubicBezTo>
                  <a:pt x="102742" y="73425"/>
                  <a:pt x="86088" y="73167"/>
                  <a:pt x="76095" y="72909"/>
                </a:cubicBezTo>
                <a:cubicBezTo>
                  <a:pt x="74559" y="74449"/>
                  <a:pt x="74559" y="80087"/>
                  <a:pt x="76095" y="81623"/>
                </a:cubicBezTo>
                <a:cubicBezTo>
                  <a:pt x="89165" y="82902"/>
                  <a:pt x="93262" y="84692"/>
                  <a:pt x="93262" y="106167"/>
                </a:cubicBezTo>
                <a:lnTo>
                  <a:pt x="93262" y="153472"/>
                </a:lnTo>
                <a:cubicBezTo>
                  <a:pt x="93262" y="156029"/>
                  <a:pt x="93262" y="158586"/>
                  <a:pt x="93520" y="161143"/>
                </a:cubicBezTo>
                <a:cubicBezTo>
                  <a:pt x="83015" y="167535"/>
                  <a:pt x="74559" y="168047"/>
                  <a:pt x="69945" y="168047"/>
                </a:cubicBezTo>
                <a:cubicBezTo>
                  <a:pt x="59699" y="168047"/>
                  <a:pt x="52012" y="166769"/>
                  <a:pt x="52012" y="148871"/>
                </a:cubicBezTo>
                <a:lnTo>
                  <a:pt x="52012" y="106167"/>
                </a:lnTo>
                <a:cubicBezTo>
                  <a:pt x="52012" y="84692"/>
                  <a:pt x="52525" y="87757"/>
                  <a:pt x="52525" y="81623"/>
                </a:cubicBezTo>
                <a:cubicBezTo>
                  <a:pt x="52525" y="77268"/>
                  <a:pt x="51500" y="74449"/>
                  <a:pt x="49964" y="72909"/>
                </a:cubicBezTo>
                <a:cubicBezTo>
                  <a:pt x="45351" y="73167"/>
                  <a:pt x="39971" y="73425"/>
                  <a:pt x="35358" y="73425"/>
                </a:cubicBezTo>
                <a:cubicBezTo>
                  <a:pt x="22292" y="73425"/>
                  <a:pt x="12553" y="73167"/>
                  <a:pt x="1536" y="72909"/>
                </a:cubicBezTo>
                <a:cubicBezTo>
                  <a:pt x="0" y="74449"/>
                  <a:pt x="0" y="80087"/>
                  <a:pt x="1536" y="81623"/>
                </a:cubicBezTo>
                <a:cubicBezTo>
                  <a:pt x="13324" y="82135"/>
                  <a:pt x="18703" y="84692"/>
                  <a:pt x="18703" y="106167"/>
                </a:cubicBezTo>
                <a:lnTo>
                  <a:pt x="18703" y="146056"/>
                </a:lnTo>
                <a:cubicBezTo>
                  <a:pt x="18703" y="173173"/>
                  <a:pt x="29466" y="187004"/>
                  <a:pt x="51500" y="187004"/>
                </a:cubicBezTo>
                <a:cubicBezTo>
                  <a:pt x="60723" y="187004"/>
                  <a:pt x="79426" y="179576"/>
                  <a:pt x="94286" y="171378"/>
                </a:cubicBezTo>
                <a:cubicBezTo>
                  <a:pt x="94798" y="177782"/>
                  <a:pt x="95314" y="182649"/>
                  <a:pt x="95314" y="182649"/>
                </a:cubicBezTo>
                <a:cubicBezTo>
                  <a:pt x="95568" y="185726"/>
                  <a:pt x="97617" y="187004"/>
                  <a:pt x="101206" y="187004"/>
                </a:cubicBezTo>
                <a:cubicBezTo>
                  <a:pt x="110687" y="184393"/>
                  <a:pt x="126059" y="180804"/>
                  <a:pt x="143738" y="178497"/>
                </a:cubicBezTo>
                <a:cubicBezTo>
                  <a:pt x="144250" y="176961"/>
                  <a:pt x="143738" y="171839"/>
                  <a:pt x="143226" y="170299"/>
                </a:cubicBezTo>
                <a:cubicBezTo>
                  <a:pt x="129390" y="169071"/>
                  <a:pt x="126571" y="164978"/>
                  <a:pt x="126571" y="150403"/>
                </a:cubicBezTo>
                <a:close/>
                <a:moveTo>
                  <a:pt x="207536" y="153214"/>
                </a:moveTo>
                <a:lnTo>
                  <a:pt x="207536" y="102183"/>
                </a:lnTo>
                <a:lnTo>
                  <a:pt x="207536" y="101671"/>
                </a:lnTo>
                <a:cubicBezTo>
                  <a:pt x="217782" y="94747"/>
                  <a:pt x="228033" y="89618"/>
                  <a:pt x="232643" y="89618"/>
                </a:cubicBezTo>
                <a:cubicBezTo>
                  <a:pt x="242893" y="89618"/>
                  <a:pt x="250579" y="94235"/>
                  <a:pt x="250579" y="108853"/>
                </a:cubicBezTo>
                <a:lnTo>
                  <a:pt x="250579" y="151674"/>
                </a:lnTo>
                <a:cubicBezTo>
                  <a:pt x="250579" y="173216"/>
                  <a:pt x="246478" y="175522"/>
                  <a:pt x="235973" y="176292"/>
                </a:cubicBezTo>
                <a:cubicBezTo>
                  <a:pt x="234437" y="177829"/>
                  <a:pt x="234437" y="183466"/>
                  <a:pt x="235973" y="185003"/>
                </a:cubicBezTo>
                <a:cubicBezTo>
                  <a:pt x="246736" y="184749"/>
                  <a:pt x="254935" y="184491"/>
                  <a:pt x="267234" y="184491"/>
                </a:cubicBezTo>
                <a:cubicBezTo>
                  <a:pt x="281324" y="184491"/>
                  <a:pt x="292599" y="184749"/>
                  <a:pt x="303616" y="185003"/>
                </a:cubicBezTo>
                <a:cubicBezTo>
                  <a:pt x="305153" y="183466"/>
                  <a:pt x="305153" y="177829"/>
                  <a:pt x="303616" y="176292"/>
                </a:cubicBezTo>
                <a:cubicBezTo>
                  <a:pt x="287986" y="175522"/>
                  <a:pt x="283889" y="173216"/>
                  <a:pt x="283889" y="151674"/>
                </a:cubicBezTo>
                <a:lnTo>
                  <a:pt x="283889" y="111672"/>
                </a:lnTo>
                <a:cubicBezTo>
                  <a:pt x="283889" y="83468"/>
                  <a:pt x="271843" y="70657"/>
                  <a:pt x="249809" y="70657"/>
                </a:cubicBezTo>
                <a:cubicBezTo>
                  <a:pt x="239562" y="70657"/>
                  <a:pt x="221371" y="81932"/>
                  <a:pt x="207278" y="91671"/>
                </a:cubicBezTo>
                <a:cubicBezTo>
                  <a:pt x="206511" y="82702"/>
                  <a:pt x="205483" y="75016"/>
                  <a:pt x="205483" y="75016"/>
                </a:cubicBezTo>
                <a:cubicBezTo>
                  <a:pt x="205229" y="71939"/>
                  <a:pt x="203180" y="70657"/>
                  <a:pt x="199591" y="70657"/>
                </a:cubicBezTo>
                <a:cubicBezTo>
                  <a:pt x="190111" y="73272"/>
                  <a:pt x="174739" y="76861"/>
                  <a:pt x="157060" y="79164"/>
                </a:cubicBezTo>
                <a:cubicBezTo>
                  <a:pt x="156547" y="80704"/>
                  <a:pt x="157060" y="85826"/>
                  <a:pt x="157572" y="87366"/>
                </a:cubicBezTo>
                <a:cubicBezTo>
                  <a:pt x="171666" y="88649"/>
                  <a:pt x="174226" y="90697"/>
                  <a:pt x="174226" y="105303"/>
                </a:cubicBezTo>
                <a:lnTo>
                  <a:pt x="174226" y="153230"/>
                </a:lnTo>
                <a:cubicBezTo>
                  <a:pt x="174226" y="174498"/>
                  <a:pt x="171408" y="175014"/>
                  <a:pt x="155777" y="176292"/>
                </a:cubicBezTo>
                <a:cubicBezTo>
                  <a:pt x="154241" y="177829"/>
                  <a:pt x="154241" y="183466"/>
                  <a:pt x="155777" y="185003"/>
                </a:cubicBezTo>
                <a:cubicBezTo>
                  <a:pt x="166540" y="184749"/>
                  <a:pt x="177299" y="184491"/>
                  <a:pt x="190881" y="184491"/>
                </a:cubicBezTo>
                <a:cubicBezTo>
                  <a:pt x="202668" y="184491"/>
                  <a:pt x="209842" y="184749"/>
                  <a:pt x="220859" y="185003"/>
                </a:cubicBezTo>
                <a:cubicBezTo>
                  <a:pt x="222396" y="183466"/>
                  <a:pt x="222396" y="177829"/>
                  <a:pt x="220859" y="176292"/>
                </a:cubicBezTo>
                <a:cubicBezTo>
                  <a:pt x="210096" y="175268"/>
                  <a:pt x="207536" y="174498"/>
                  <a:pt x="207536" y="153214"/>
                </a:cubicBezTo>
                <a:close/>
                <a:moveTo>
                  <a:pt x="415070" y="162152"/>
                </a:moveTo>
                <a:cubicBezTo>
                  <a:pt x="415070" y="159075"/>
                  <a:pt x="414557" y="154207"/>
                  <a:pt x="411739" y="154207"/>
                </a:cubicBezTo>
                <a:cubicBezTo>
                  <a:pt x="401488" y="163688"/>
                  <a:pt x="392777" y="168559"/>
                  <a:pt x="385349" y="168559"/>
                </a:cubicBezTo>
                <a:cubicBezTo>
                  <a:pt x="366130" y="168559"/>
                  <a:pt x="351016" y="154720"/>
                  <a:pt x="351016" y="123963"/>
                </a:cubicBezTo>
                <a:cubicBezTo>
                  <a:pt x="351016" y="95518"/>
                  <a:pt x="357420" y="81420"/>
                  <a:pt x="371001" y="81420"/>
                </a:cubicBezTo>
                <a:cubicBezTo>
                  <a:pt x="380478" y="81420"/>
                  <a:pt x="384321" y="91417"/>
                  <a:pt x="385091" y="99615"/>
                </a:cubicBezTo>
                <a:cubicBezTo>
                  <a:pt x="385862" y="106535"/>
                  <a:pt x="392777" y="111664"/>
                  <a:pt x="400976" y="111664"/>
                </a:cubicBezTo>
                <a:cubicBezTo>
                  <a:pt x="409174" y="111664"/>
                  <a:pt x="415070" y="105256"/>
                  <a:pt x="415070" y="97308"/>
                </a:cubicBezTo>
                <a:cubicBezTo>
                  <a:pt x="415070" y="85775"/>
                  <a:pt x="401234" y="70657"/>
                  <a:pt x="373304" y="70657"/>
                </a:cubicBezTo>
                <a:cubicBezTo>
                  <a:pt x="343072" y="70657"/>
                  <a:pt x="316424" y="95002"/>
                  <a:pt x="316424" y="132936"/>
                </a:cubicBezTo>
                <a:cubicBezTo>
                  <a:pt x="316424" y="149594"/>
                  <a:pt x="322320" y="164200"/>
                  <a:pt x="332313" y="173685"/>
                </a:cubicBezTo>
                <a:cubicBezTo>
                  <a:pt x="342302" y="183161"/>
                  <a:pt x="354089" y="187004"/>
                  <a:pt x="372280" y="187004"/>
                </a:cubicBezTo>
                <a:cubicBezTo>
                  <a:pt x="387652" y="187004"/>
                  <a:pt x="405331" y="176245"/>
                  <a:pt x="415070" y="162152"/>
                </a:cubicBezTo>
                <a:close/>
                <a:moveTo>
                  <a:pt x="439920" y="73409"/>
                </a:moveTo>
                <a:cubicBezTo>
                  <a:pt x="436335" y="73409"/>
                  <a:pt x="432492" y="74437"/>
                  <a:pt x="429161" y="77256"/>
                </a:cubicBezTo>
                <a:lnTo>
                  <a:pt x="429161" y="84684"/>
                </a:lnTo>
                <a:cubicBezTo>
                  <a:pt x="429161" y="85967"/>
                  <a:pt x="429415" y="86221"/>
                  <a:pt x="430440" y="86221"/>
                </a:cubicBezTo>
                <a:lnTo>
                  <a:pt x="447094" y="86221"/>
                </a:lnTo>
                <a:cubicBezTo>
                  <a:pt x="446582" y="112047"/>
                  <a:pt x="446328" y="144778"/>
                  <a:pt x="446328" y="157566"/>
                </a:cubicBezTo>
                <a:cubicBezTo>
                  <a:pt x="446328" y="166515"/>
                  <a:pt x="448635" y="175221"/>
                  <a:pt x="454014" y="179831"/>
                </a:cubicBezTo>
                <a:cubicBezTo>
                  <a:pt x="459906" y="184702"/>
                  <a:pt x="469128" y="187004"/>
                  <a:pt x="475278" y="187004"/>
                </a:cubicBezTo>
                <a:cubicBezTo>
                  <a:pt x="489372" y="187004"/>
                  <a:pt x="504998" y="179831"/>
                  <a:pt x="510124" y="172657"/>
                </a:cubicBezTo>
                <a:cubicBezTo>
                  <a:pt x="510124" y="169584"/>
                  <a:pt x="508587" y="168047"/>
                  <a:pt x="505514" y="165490"/>
                </a:cubicBezTo>
                <a:cubicBezTo>
                  <a:pt x="502183" y="168047"/>
                  <a:pt x="495776" y="169071"/>
                  <a:pt x="490908" y="169071"/>
                </a:cubicBezTo>
                <a:cubicBezTo>
                  <a:pt x="485271" y="169071"/>
                  <a:pt x="479633" y="164724"/>
                  <a:pt x="479633" y="151940"/>
                </a:cubicBezTo>
                <a:cubicBezTo>
                  <a:pt x="479633" y="139152"/>
                  <a:pt x="479379" y="111793"/>
                  <a:pt x="479379" y="86221"/>
                </a:cubicBezTo>
                <a:lnTo>
                  <a:pt x="505256" y="86221"/>
                </a:lnTo>
                <a:cubicBezTo>
                  <a:pt x="507817" y="86221"/>
                  <a:pt x="511406" y="85196"/>
                  <a:pt x="511406" y="82890"/>
                </a:cubicBezTo>
                <a:lnTo>
                  <a:pt x="511406" y="74950"/>
                </a:lnTo>
                <a:cubicBezTo>
                  <a:pt x="511406" y="73925"/>
                  <a:pt x="510636" y="73409"/>
                  <a:pt x="509357" y="73409"/>
                </a:cubicBezTo>
                <a:lnTo>
                  <a:pt x="479379" y="73409"/>
                </a:lnTo>
                <a:lnTo>
                  <a:pt x="479633" y="64699"/>
                </a:lnTo>
                <a:cubicBezTo>
                  <a:pt x="480145" y="47532"/>
                  <a:pt x="480916" y="35749"/>
                  <a:pt x="480916" y="35749"/>
                </a:cubicBezTo>
                <a:cubicBezTo>
                  <a:pt x="480916" y="34208"/>
                  <a:pt x="480145" y="33442"/>
                  <a:pt x="478867" y="33442"/>
                </a:cubicBezTo>
                <a:cubicBezTo>
                  <a:pt x="477073" y="33442"/>
                  <a:pt x="467592" y="36261"/>
                  <a:pt x="463495" y="38055"/>
                </a:cubicBezTo>
                <a:cubicBezTo>
                  <a:pt x="459136" y="39846"/>
                  <a:pt x="451707" y="41382"/>
                  <a:pt x="449913" y="43689"/>
                </a:cubicBezTo>
                <a:cubicBezTo>
                  <a:pt x="448119" y="45996"/>
                  <a:pt x="447094" y="52915"/>
                  <a:pt x="447094" y="73409"/>
                </a:cubicBezTo>
                <a:lnTo>
                  <a:pt x="439920" y="73409"/>
                </a:lnTo>
                <a:close/>
                <a:moveTo>
                  <a:pt x="574947" y="153238"/>
                </a:moveTo>
                <a:lnTo>
                  <a:pt x="574947" y="102254"/>
                </a:lnTo>
                <a:cubicBezTo>
                  <a:pt x="574947" y="89446"/>
                  <a:pt x="575972" y="75063"/>
                  <a:pt x="575972" y="75063"/>
                </a:cubicBezTo>
                <a:cubicBezTo>
                  <a:pt x="575972" y="72213"/>
                  <a:pt x="573665" y="70657"/>
                  <a:pt x="570080" y="70657"/>
                </a:cubicBezTo>
                <a:cubicBezTo>
                  <a:pt x="562906" y="73511"/>
                  <a:pt x="542150" y="75583"/>
                  <a:pt x="524471" y="77913"/>
                </a:cubicBezTo>
                <a:cubicBezTo>
                  <a:pt x="523959" y="79453"/>
                  <a:pt x="524471" y="84575"/>
                  <a:pt x="524984" y="86115"/>
                </a:cubicBezTo>
                <a:cubicBezTo>
                  <a:pt x="539077" y="87394"/>
                  <a:pt x="541638" y="89446"/>
                  <a:pt x="541638" y="104048"/>
                </a:cubicBezTo>
                <a:lnTo>
                  <a:pt x="541638" y="153238"/>
                </a:lnTo>
                <a:cubicBezTo>
                  <a:pt x="541638" y="174502"/>
                  <a:pt x="538819" y="175014"/>
                  <a:pt x="523193" y="176292"/>
                </a:cubicBezTo>
                <a:cubicBezTo>
                  <a:pt x="521653" y="177829"/>
                  <a:pt x="521653" y="183466"/>
                  <a:pt x="523193" y="185003"/>
                </a:cubicBezTo>
                <a:cubicBezTo>
                  <a:pt x="533952" y="184749"/>
                  <a:pt x="544715" y="184491"/>
                  <a:pt x="558293" y="184491"/>
                </a:cubicBezTo>
                <a:cubicBezTo>
                  <a:pt x="571871" y="184491"/>
                  <a:pt x="582375" y="184749"/>
                  <a:pt x="593393" y="185003"/>
                </a:cubicBezTo>
                <a:cubicBezTo>
                  <a:pt x="594933" y="183466"/>
                  <a:pt x="594933" y="177829"/>
                  <a:pt x="593393" y="176292"/>
                </a:cubicBezTo>
                <a:cubicBezTo>
                  <a:pt x="577766" y="175268"/>
                  <a:pt x="574947" y="174502"/>
                  <a:pt x="574947" y="153238"/>
                </a:cubicBezTo>
                <a:moveTo>
                  <a:pt x="540360" y="31749"/>
                </a:moveTo>
                <a:cubicBezTo>
                  <a:pt x="540360" y="40202"/>
                  <a:pt x="546506" y="48658"/>
                  <a:pt x="556756" y="48658"/>
                </a:cubicBezTo>
                <a:cubicBezTo>
                  <a:pt x="568286" y="48658"/>
                  <a:pt x="574947" y="39435"/>
                  <a:pt x="574947" y="32774"/>
                </a:cubicBezTo>
                <a:cubicBezTo>
                  <a:pt x="574947" y="25087"/>
                  <a:pt x="569056" y="15861"/>
                  <a:pt x="558293" y="15861"/>
                </a:cubicBezTo>
                <a:cubicBezTo>
                  <a:pt x="546251" y="15861"/>
                  <a:pt x="540360" y="24063"/>
                  <a:pt x="540360" y="31749"/>
                </a:cubicBezTo>
                <a:close/>
                <a:moveTo>
                  <a:pt x="664623" y="81420"/>
                </a:moveTo>
                <a:cubicBezTo>
                  <a:pt x="682044" y="81420"/>
                  <a:pt x="693831" y="102179"/>
                  <a:pt x="693831" y="137291"/>
                </a:cubicBezTo>
                <a:cubicBezTo>
                  <a:pt x="693831" y="168043"/>
                  <a:pt x="681790" y="176245"/>
                  <a:pt x="672567" y="176245"/>
                </a:cubicBezTo>
                <a:cubicBezTo>
                  <a:pt x="651557" y="176245"/>
                  <a:pt x="643355" y="144723"/>
                  <a:pt x="643355" y="125758"/>
                </a:cubicBezTo>
                <a:cubicBezTo>
                  <a:pt x="643355" y="102179"/>
                  <a:pt x="647456" y="81420"/>
                  <a:pt x="664623" y="81420"/>
                </a:cubicBezTo>
                <a:moveTo>
                  <a:pt x="607485" y="131395"/>
                </a:moveTo>
                <a:cubicBezTo>
                  <a:pt x="607485" y="164970"/>
                  <a:pt x="634132" y="187004"/>
                  <a:pt x="668466" y="187004"/>
                </a:cubicBezTo>
                <a:cubicBezTo>
                  <a:pt x="686657" y="187004"/>
                  <a:pt x="701775" y="181883"/>
                  <a:pt x="712280" y="172402"/>
                </a:cubicBezTo>
                <a:cubicBezTo>
                  <a:pt x="725346" y="160869"/>
                  <a:pt x="729701" y="143441"/>
                  <a:pt x="729701" y="129089"/>
                </a:cubicBezTo>
                <a:cubicBezTo>
                  <a:pt x="729701" y="95518"/>
                  <a:pt x="706897" y="70657"/>
                  <a:pt x="668720" y="70657"/>
                </a:cubicBezTo>
                <a:cubicBezTo>
                  <a:pt x="647456" y="70657"/>
                  <a:pt x="631572" y="78089"/>
                  <a:pt x="621579" y="89622"/>
                </a:cubicBezTo>
                <a:cubicBezTo>
                  <a:pt x="611840" y="100897"/>
                  <a:pt x="607485" y="116273"/>
                  <a:pt x="607485" y="131395"/>
                </a:cubicBezTo>
                <a:close/>
                <a:moveTo>
                  <a:pt x="797599" y="153214"/>
                </a:moveTo>
                <a:lnTo>
                  <a:pt x="797599" y="102183"/>
                </a:lnTo>
                <a:lnTo>
                  <a:pt x="797599" y="101671"/>
                </a:lnTo>
                <a:cubicBezTo>
                  <a:pt x="807846" y="94747"/>
                  <a:pt x="818097" y="89618"/>
                  <a:pt x="822706" y="89618"/>
                </a:cubicBezTo>
                <a:cubicBezTo>
                  <a:pt x="832957" y="89618"/>
                  <a:pt x="840643" y="94235"/>
                  <a:pt x="840643" y="108853"/>
                </a:cubicBezTo>
                <a:lnTo>
                  <a:pt x="840643" y="151674"/>
                </a:lnTo>
                <a:cubicBezTo>
                  <a:pt x="840643" y="173216"/>
                  <a:pt x="836542" y="175522"/>
                  <a:pt x="826037" y="176292"/>
                </a:cubicBezTo>
                <a:cubicBezTo>
                  <a:pt x="824501" y="177829"/>
                  <a:pt x="824501" y="183466"/>
                  <a:pt x="826037" y="185003"/>
                </a:cubicBezTo>
                <a:cubicBezTo>
                  <a:pt x="836800" y="184749"/>
                  <a:pt x="844998" y="184491"/>
                  <a:pt x="857298" y="184491"/>
                </a:cubicBezTo>
                <a:cubicBezTo>
                  <a:pt x="871387" y="184491"/>
                  <a:pt x="882663" y="184749"/>
                  <a:pt x="893680" y="185003"/>
                </a:cubicBezTo>
                <a:cubicBezTo>
                  <a:pt x="895216" y="183466"/>
                  <a:pt x="895216" y="177829"/>
                  <a:pt x="893680" y="176292"/>
                </a:cubicBezTo>
                <a:cubicBezTo>
                  <a:pt x="878049" y="175522"/>
                  <a:pt x="873952" y="173216"/>
                  <a:pt x="873952" y="151674"/>
                </a:cubicBezTo>
                <a:lnTo>
                  <a:pt x="873952" y="111672"/>
                </a:lnTo>
                <a:cubicBezTo>
                  <a:pt x="873952" y="83468"/>
                  <a:pt x="861907" y="70657"/>
                  <a:pt x="839873" y="70657"/>
                </a:cubicBezTo>
                <a:cubicBezTo>
                  <a:pt x="829626" y="70657"/>
                  <a:pt x="811435" y="81932"/>
                  <a:pt x="797341" y="91671"/>
                </a:cubicBezTo>
                <a:cubicBezTo>
                  <a:pt x="796575" y="82702"/>
                  <a:pt x="795547" y="75016"/>
                  <a:pt x="795547" y="75016"/>
                </a:cubicBezTo>
                <a:cubicBezTo>
                  <a:pt x="795292" y="71939"/>
                  <a:pt x="793244" y="70657"/>
                  <a:pt x="789655" y="70657"/>
                </a:cubicBezTo>
                <a:cubicBezTo>
                  <a:pt x="780174" y="73272"/>
                  <a:pt x="764802" y="76861"/>
                  <a:pt x="747123" y="79164"/>
                </a:cubicBezTo>
                <a:cubicBezTo>
                  <a:pt x="746611" y="80704"/>
                  <a:pt x="747123" y="85826"/>
                  <a:pt x="747635" y="87366"/>
                </a:cubicBezTo>
                <a:cubicBezTo>
                  <a:pt x="761729" y="88649"/>
                  <a:pt x="764290" y="90697"/>
                  <a:pt x="764290" y="105303"/>
                </a:cubicBezTo>
                <a:lnTo>
                  <a:pt x="764290" y="153230"/>
                </a:lnTo>
                <a:cubicBezTo>
                  <a:pt x="764290" y="174498"/>
                  <a:pt x="761471" y="175014"/>
                  <a:pt x="745841" y="176292"/>
                </a:cubicBezTo>
                <a:cubicBezTo>
                  <a:pt x="744304" y="177829"/>
                  <a:pt x="744304" y="183466"/>
                  <a:pt x="745841" y="185003"/>
                </a:cubicBezTo>
                <a:cubicBezTo>
                  <a:pt x="756604" y="184749"/>
                  <a:pt x="767363" y="184491"/>
                  <a:pt x="780944" y="184491"/>
                </a:cubicBezTo>
                <a:cubicBezTo>
                  <a:pt x="792732" y="184491"/>
                  <a:pt x="799906" y="184749"/>
                  <a:pt x="810923" y="185003"/>
                </a:cubicBezTo>
                <a:cubicBezTo>
                  <a:pt x="812459" y="183466"/>
                  <a:pt x="812459" y="177829"/>
                  <a:pt x="810923" y="176292"/>
                </a:cubicBezTo>
                <a:cubicBezTo>
                  <a:pt x="800160" y="175268"/>
                  <a:pt x="797599" y="174498"/>
                  <a:pt x="797599" y="153214"/>
                </a:cubicBezTo>
                <a:close/>
                <a:moveTo>
                  <a:pt x="972595" y="171890"/>
                </a:moveTo>
                <a:cubicBezTo>
                  <a:pt x="974385" y="182395"/>
                  <a:pt x="981305" y="187004"/>
                  <a:pt x="992576" y="187004"/>
                </a:cubicBezTo>
                <a:cubicBezTo>
                  <a:pt x="1006670" y="187004"/>
                  <a:pt x="1016663" y="181625"/>
                  <a:pt x="1026143" y="172657"/>
                </a:cubicBezTo>
                <a:cubicBezTo>
                  <a:pt x="1025631" y="169584"/>
                  <a:pt x="1024603" y="167535"/>
                  <a:pt x="1021530" y="165483"/>
                </a:cubicBezTo>
                <a:cubicBezTo>
                  <a:pt x="1018199" y="168047"/>
                  <a:pt x="1015639" y="169071"/>
                  <a:pt x="1010771" y="169071"/>
                </a:cubicBezTo>
                <a:cubicBezTo>
                  <a:pt x="1005134" y="169071"/>
                  <a:pt x="1003597" y="164458"/>
                  <a:pt x="1003597" y="151901"/>
                </a:cubicBezTo>
                <a:lnTo>
                  <a:pt x="1004109" y="114995"/>
                </a:lnTo>
                <a:cubicBezTo>
                  <a:pt x="1004109" y="78089"/>
                  <a:pt x="981305" y="70657"/>
                  <a:pt x="960295" y="70657"/>
                </a:cubicBezTo>
                <a:cubicBezTo>
                  <a:pt x="941592" y="70657"/>
                  <a:pt x="912896" y="81420"/>
                  <a:pt x="912896" y="98336"/>
                </a:cubicBezTo>
                <a:cubicBezTo>
                  <a:pt x="912896" y="105510"/>
                  <a:pt x="915969" y="111148"/>
                  <a:pt x="925962" y="111148"/>
                </a:cubicBezTo>
                <a:cubicBezTo>
                  <a:pt x="935184" y="111148"/>
                  <a:pt x="941846" y="105510"/>
                  <a:pt x="941846" y="99361"/>
                </a:cubicBezTo>
                <a:cubicBezTo>
                  <a:pt x="941846" y="96030"/>
                  <a:pt x="940056" y="91671"/>
                  <a:pt x="940822" y="87315"/>
                </a:cubicBezTo>
                <a:cubicBezTo>
                  <a:pt x="941080" y="84497"/>
                  <a:pt x="943129" y="81420"/>
                  <a:pt x="951585" y="81420"/>
                </a:cubicBezTo>
                <a:cubicBezTo>
                  <a:pt x="962344" y="81420"/>
                  <a:pt x="971312" y="86033"/>
                  <a:pt x="971312" y="118584"/>
                </a:cubicBezTo>
                <a:lnTo>
                  <a:pt x="954146" y="123963"/>
                </a:lnTo>
                <a:cubicBezTo>
                  <a:pt x="927244" y="132420"/>
                  <a:pt x="908283" y="139856"/>
                  <a:pt x="908283" y="160099"/>
                </a:cubicBezTo>
                <a:cubicBezTo>
                  <a:pt x="908283" y="177782"/>
                  <a:pt x="918018" y="187004"/>
                  <a:pt x="940310" y="187004"/>
                </a:cubicBezTo>
                <a:cubicBezTo>
                  <a:pt x="947742" y="187004"/>
                  <a:pt x="962602" y="178806"/>
                  <a:pt x="971054" y="172144"/>
                </a:cubicBezTo>
                <a:lnTo>
                  <a:pt x="972595" y="171890"/>
                </a:lnTo>
                <a:moveTo>
                  <a:pt x="971312" y="128577"/>
                </a:moveTo>
                <a:lnTo>
                  <a:pt x="971312" y="162406"/>
                </a:lnTo>
                <a:cubicBezTo>
                  <a:pt x="964909" y="167531"/>
                  <a:pt x="958501" y="171632"/>
                  <a:pt x="953891" y="171632"/>
                </a:cubicBezTo>
                <a:cubicBezTo>
                  <a:pt x="942870" y="171632"/>
                  <a:pt x="939027" y="164200"/>
                  <a:pt x="939027" y="156256"/>
                </a:cubicBezTo>
                <a:cubicBezTo>
                  <a:pt x="939027" y="146775"/>
                  <a:pt x="939798" y="138827"/>
                  <a:pt x="957989" y="132936"/>
                </a:cubicBezTo>
                <a:lnTo>
                  <a:pt x="971312" y="128577"/>
                </a:lnTo>
                <a:close/>
                <a:moveTo>
                  <a:pt x="1052275" y="151959"/>
                </a:moveTo>
                <a:cubicBezTo>
                  <a:pt x="1052275" y="173219"/>
                  <a:pt x="1048178" y="175526"/>
                  <a:pt x="1032548" y="176292"/>
                </a:cubicBezTo>
                <a:cubicBezTo>
                  <a:pt x="1031011" y="177829"/>
                  <a:pt x="1031011" y="183466"/>
                  <a:pt x="1032548" y="185003"/>
                </a:cubicBezTo>
                <a:cubicBezTo>
                  <a:pt x="1043307" y="184749"/>
                  <a:pt x="1054836" y="184491"/>
                  <a:pt x="1068930" y="184491"/>
                </a:cubicBezTo>
                <a:cubicBezTo>
                  <a:pt x="1083020" y="184491"/>
                  <a:pt x="1094295" y="184749"/>
                  <a:pt x="1105312" y="185003"/>
                </a:cubicBezTo>
                <a:cubicBezTo>
                  <a:pt x="1106848" y="183466"/>
                  <a:pt x="1106848" y="177829"/>
                  <a:pt x="1105312" y="176292"/>
                </a:cubicBezTo>
                <a:cubicBezTo>
                  <a:pt x="1089681" y="175526"/>
                  <a:pt x="1085584" y="173219"/>
                  <a:pt x="1085584" y="151959"/>
                </a:cubicBezTo>
                <a:lnTo>
                  <a:pt x="1085584" y="35158"/>
                </a:lnTo>
                <a:cubicBezTo>
                  <a:pt x="1085584" y="18508"/>
                  <a:pt x="1086351" y="8980"/>
                  <a:pt x="1086351" y="8980"/>
                </a:cubicBezTo>
                <a:cubicBezTo>
                  <a:pt x="1086351" y="6642"/>
                  <a:pt x="1084560" y="5602"/>
                  <a:pt x="1082253" y="5602"/>
                </a:cubicBezTo>
                <a:cubicBezTo>
                  <a:pt x="1072773" y="8722"/>
                  <a:pt x="1052275" y="11580"/>
                  <a:pt x="1034084" y="12358"/>
                </a:cubicBezTo>
                <a:cubicBezTo>
                  <a:pt x="1033314" y="15435"/>
                  <a:pt x="1033572" y="18254"/>
                  <a:pt x="1034854" y="20560"/>
                </a:cubicBezTo>
                <a:cubicBezTo>
                  <a:pt x="1050993" y="21839"/>
                  <a:pt x="1052275" y="22097"/>
                  <a:pt x="1052275" y="39768"/>
                </a:cubicBezTo>
                <a:lnTo>
                  <a:pt x="1052275" y="151959"/>
                </a:lnTo>
                <a:close/>
                <a:moveTo>
                  <a:pt x="1169367" y="153238"/>
                </a:moveTo>
                <a:lnTo>
                  <a:pt x="1169367" y="102254"/>
                </a:lnTo>
                <a:cubicBezTo>
                  <a:pt x="1169367" y="89446"/>
                  <a:pt x="1170391" y="75063"/>
                  <a:pt x="1170391" y="75063"/>
                </a:cubicBezTo>
                <a:cubicBezTo>
                  <a:pt x="1170391" y="72213"/>
                  <a:pt x="1168084" y="70657"/>
                  <a:pt x="1164499" y="70657"/>
                </a:cubicBezTo>
                <a:cubicBezTo>
                  <a:pt x="1157325" y="73511"/>
                  <a:pt x="1136570" y="75583"/>
                  <a:pt x="1118891" y="77913"/>
                </a:cubicBezTo>
                <a:cubicBezTo>
                  <a:pt x="1118379" y="79453"/>
                  <a:pt x="1118891" y="84575"/>
                  <a:pt x="1119403" y="86115"/>
                </a:cubicBezTo>
                <a:cubicBezTo>
                  <a:pt x="1133497" y="87394"/>
                  <a:pt x="1136058" y="89446"/>
                  <a:pt x="1136058" y="104048"/>
                </a:cubicBezTo>
                <a:lnTo>
                  <a:pt x="1136058" y="153238"/>
                </a:lnTo>
                <a:cubicBezTo>
                  <a:pt x="1136058" y="174502"/>
                  <a:pt x="1133239" y="175014"/>
                  <a:pt x="1117612" y="176292"/>
                </a:cubicBezTo>
                <a:cubicBezTo>
                  <a:pt x="1116072" y="177829"/>
                  <a:pt x="1116072" y="183466"/>
                  <a:pt x="1117612" y="185003"/>
                </a:cubicBezTo>
                <a:cubicBezTo>
                  <a:pt x="1128371" y="184749"/>
                  <a:pt x="1139134" y="184491"/>
                  <a:pt x="1152712" y="184491"/>
                </a:cubicBezTo>
                <a:cubicBezTo>
                  <a:pt x="1166290" y="184491"/>
                  <a:pt x="1176795" y="184749"/>
                  <a:pt x="1187812" y="185003"/>
                </a:cubicBezTo>
                <a:cubicBezTo>
                  <a:pt x="1189352" y="183466"/>
                  <a:pt x="1189352" y="177829"/>
                  <a:pt x="1187812" y="176292"/>
                </a:cubicBezTo>
                <a:cubicBezTo>
                  <a:pt x="1172186" y="175268"/>
                  <a:pt x="1169367" y="174502"/>
                  <a:pt x="1169367" y="153238"/>
                </a:cubicBezTo>
                <a:moveTo>
                  <a:pt x="1134779" y="31749"/>
                </a:moveTo>
                <a:cubicBezTo>
                  <a:pt x="1134779" y="40202"/>
                  <a:pt x="1140925" y="48658"/>
                  <a:pt x="1151176" y="48658"/>
                </a:cubicBezTo>
                <a:cubicBezTo>
                  <a:pt x="1162705" y="48658"/>
                  <a:pt x="1169367" y="39435"/>
                  <a:pt x="1169367" y="32774"/>
                </a:cubicBezTo>
                <a:cubicBezTo>
                  <a:pt x="1169367" y="25087"/>
                  <a:pt x="1163475" y="15861"/>
                  <a:pt x="1152712" y="15861"/>
                </a:cubicBezTo>
                <a:cubicBezTo>
                  <a:pt x="1140671" y="15861"/>
                  <a:pt x="1134779" y="24063"/>
                  <a:pt x="1134779" y="31749"/>
                </a:cubicBezTo>
                <a:close/>
                <a:moveTo>
                  <a:pt x="1208566" y="73409"/>
                </a:moveTo>
                <a:cubicBezTo>
                  <a:pt x="1204981" y="73409"/>
                  <a:pt x="1201138" y="74437"/>
                  <a:pt x="1197807" y="77256"/>
                </a:cubicBezTo>
                <a:lnTo>
                  <a:pt x="1197807" y="84684"/>
                </a:lnTo>
                <a:cubicBezTo>
                  <a:pt x="1197807" y="85967"/>
                  <a:pt x="1198061" y="86221"/>
                  <a:pt x="1199085" y="86221"/>
                </a:cubicBezTo>
                <a:lnTo>
                  <a:pt x="1215740" y="86221"/>
                </a:lnTo>
                <a:cubicBezTo>
                  <a:pt x="1215228" y="112047"/>
                  <a:pt x="1214973" y="144778"/>
                  <a:pt x="1214973" y="157566"/>
                </a:cubicBezTo>
                <a:cubicBezTo>
                  <a:pt x="1214973" y="166515"/>
                  <a:pt x="1217280" y="175221"/>
                  <a:pt x="1222660" y="179831"/>
                </a:cubicBezTo>
                <a:cubicBezTo>
                  <a:pt x="1228551" y="184702"/>
                  <a:pt x="1237774" y="187004"/>
                  <a:pt x="1243924" y="187004"/>
                </a:cubicBezTo>
                <a:cubicBezTo>
                  <a:pt x="1258017" y="187004"/>
                  <a:pt x="1273644" y="179831"/>
                  <a:pt x="1278769" y="172657"/>
                </a:cubicBezTo>
                <a:cubicBezTo>
                  <a:pt x="1278769" y="169584"/>
                  <a:pt x="1277233" y="168047"/>
                  <a:pt x="1274160" y="165490"/>
                </a:cubicBezTo>
                <a:cubicBezTo>
                  <a:pt x="1270829" y="168047"/>
                  <a:pt x="1264421" y="169071"/>
                  <a:pt x="1259554" y="169071"/>
                </a:cubicBezTo>
                <a:cubicBezTo>
                  <a:pt x="1253916" y="169071"/>
                  <a:pt x="1248279" y="164724"/>
                  <a:pt x="1248279" y="151940"/>
                </a:cubicBezTo>
                <a:cubicBezTo>
                  <a:pt x="1248279" y="139152"/>
                  <a:pt x="1248025" y="111793"/>
                  <a:pt x="1248025" y="86221"/>
                </a:cubicBezTo>
                <a:lnTo>
                  <a:pt x="1273902" y="86221"/>
                </a:lnTo>
                <a:cubicBezTo>
                  <a:pt x="1276463" y="86221"/>
                  <a:pt x="1280051" y="85196"/>
                  <a:pt x="1280051" y="82890"/>
                </a:cubicBezTo>
                <a:lnTo>
                  <a:pt x="1280051" y="74950"/>
                </a:lnTo>
                <a:cubicBezTo>
                  <a:pt x="1280051" y="73925"/>
                  <a:pt x="1279281" y="73409"/>
                  <a:pt x="1278003" y="73409"/>
                </a:cubicBezTo>
                <a:lnTo>
                  <a:pt x="1248025" y="73409"/>
                </a:lnTo>
                <a:lnTo>
                  <a:pt x="1248279" y="64699"/>
                </a:lnTo>
                <a:cubicBezTo>
                  <a:pt x="1248791" y="47532"/>
                  <a:pt x="1249561" y="35749"/>
                  <a:pt x="1249561" y="35749"/>
                </a:cubicBezTo>
                <a:cubicBezTo>
                  <a:pt x="1249561" y="34208"/>
                  <a:pt x="1248791" y="33442"/>
                  <a:pt x="1247512" y="33442"/>
                </a:cubicBezTo>
                <a:cubicBezTo>
                  <a:pt x="1245718" y="33442"/>
                  <a:pt x="1236237" y="36261"/>
                  <a:pt x="1232140" y="38055"/>
                </a:cubicBezTo>
                <a:cubicBezTo>
                  <a:pt x="1227781" y="39846"/>
                  <a:pt x="1220353" y="41382"/>
                  <a:pt x="1218559" y="43689"/>
                </a:cubicBezTo>
                <a:cubicBezTo>
                  <a:pt x="1216764" y="45996"/>
                  <a:pt x="1215740" y="52915"/>
                  <a:pt x="1215740" y="73409"/>
                </a:cubicBezTo>
                <a:lnTo>
                  <a:pt x="1208566" y="73409"/>
                </a:lnTo>
                <a:close/>
                <a:moveTo>
                  <a:pt x="1346153" y="227656"/>
                </a:moveTo>
                <a:cubicBezTo>
                  <a:pt x="1350254" y="220482"/>
                  <a:pt x="1354097" y="211259"/>
                  <a:pt x="1357170" y="203573"/>
                </a:cubicBezTo>
                <a:cubicBezTo>
                  <a:pt x="1377668" y="154125"/>
                  <a:pt x="1390221" y="126458"/>
                  <a:pt x="1403803" y="97762"/>
                </a:cubicBezTo>
                <a:cubicBezTo>
                  <a:pt x="1407388" y="90334"/>
                  <a:pt x="1415074" y="82389"/>
                  <a:pt x="1424555" y="81623"/>
                </a:cubicBezTo>
                <a:cubicBezTo>
                  <a:pt x="1426095" y="80087"/>
                  <a:pt x="1426095" y="74449"/>
                  <a:pt x="1424555" y="72909"/>
                </a:cubicBezTo>
                <a:cubicBezTo>
                  <a:pt x="1418151" y="73167"/>
                  <a:pt x="1413538" y="73425"/>
                  <a:pt x="1406364" y="73425"/>
                </a:cubicBezTo>
                <a:cubicBezTo>
                  <a:pt x="1397395" y="73425"/>
                  <a:pt x="1388685" y="73167"/>
                  <a:pt x="1379204" y="72909"/>
                </a:cubicBezTo>
                <a:cubicBezTo>
                  <a:pt x="1377668" y="74449"/>
                  <a:pt x="1377668" y="80087"/>
                  <a:pt x="1379204" y="81623"/>
                </a:cubicBezTo>
                <a:cubicBezTo>
                  <a:pt x="1387406" y="82389"/>
                  <a:pt x="1395605" y="83672"/>
                  <a:pt x="1391504" y="92894"/>
                </a:cubicBezTo>
                <a:lnTo>
                  <a:pt x="1365114" y="152077"/>
                </a:lnTo>
                <a:cubicBezTo>
                  <a:pt x="1365114" y="152335"/>
                  <a:pt x="1365114" y="152335"/>
                  <a:pt x="1364856" y="152589"/>
                </a:cubicBezTo>
                <a:cubicBezTo>
                  <a:pt x="1364856" y="152335"/>
                  <a:pt x="1364856" y="152077"/>
                  <a:pt x="1364602" y="151565"/>
                </a:cubicBezTo>
                <a:lnTo>
                  <a:pt x="1340774" y="98020"/>
                </a:lnTo>
                <a:cubicBezTo>
                  <a:pt x="1336160" y="87515"/>
                  <a:pt x="1333600" y="82902"/>
                  <a:pt x="1349230" y="81623"/>
                </a:cubicBezTo>
                <a:cubicBezTo>
                  <a:pt x="1350766" y="80087"/>
                  <a:pt x="1350766" y="74449"/>
                  <a:pt x="1349230" y="72909"/>
                </a:cubicBezTo>
                <a:cubicBezTo>
                  <a:pt x="1339749" y="73167"/>
                  <a:pt x="1324377" y="73425"/>
                  <a:pt x="1315150" y="73425"/>
                </a:cubicBezTo>
                <a:cubicBezTo>
                  <a:pt x="1306440" y="73425"/>
                  <a:pt x="1291838" y="73167"/>
                  <a:pt x="1286713" y="72909"/>
                </a:cubicBezTo>
                <a:cubicBezTo>
                  <a:pt x="1285176" y="74449"/>
                  <a:pt x="1285176" y="80087"/>
                  <a:pt x="1286713" y="81623"/>
                </a:cubicBezTo>
                <a:cubicBezTo>
                  <a:pt x="1297984" y="82647"/>
                  <a:pt x="1300036" y="84442"/>
                  <a:pt x="1306952" y="100580"/>
                </a:cubicBezTo>
                <a:lnTo>
                  <a:pt x="1340003" y="176417"/>
                </a:lnTo>
                <a:cubicBezTo>
                  <a:pt x="1344359" y="182563"/>
                  <a:pt x="1349230" y="187177"/>
                  <a:pt x="1347177" y="191790"/>
                </a:cubicBezTo>
                <a:lnTo>
                  <a:pt x="1341032" y="205880"/>
                </a:lnTo>
                <a:cubicBezTo>
                  <a:pt x="1337701" y="213820"/>
                  <a:pt x="1334624" y="218433"/>
                  <a:pt x="1327450" y="218433"/>
                </a:cubicBezTo>
                <a:cubicBezTo>
                  <a:pt x="1322837" y="218433"/>
                  <a:pt x="1322070" y="217409"/>
                  <a:pt x="1318481" y="217409"/>
                </a:cubicBezTo>
                <a:cubicBezTo>
                  <a:pt x="1308747" y="217409"/>
                  <a:pt x="1303109" y="224071"/>
                  <a:pt x="1303109" y="229192"/>
                </a:cubicBezTo>
                <a:cubicBezTo>
                  <a:pt x="1303109" y="232523"/>
                  <a:pt x="1303879" y="236624"/>
                  <a:pt x="1306186" y="239443"/>
                </a:cubicBezTo>
                <a:cubicBezTo>
                  <a:pt x="1308489" y="242262"/>
                  <a:pt x="1312848" y="244052"/>
                  <a:pt x="1316179" y="244052"/>
                </a:cubicBezTo>
                <a:cubicBezTo>
                  <a:pt x="1319506" y="244052"/>
                  <a:pt x="1327196" y="243028"/>
                  <a:pt x="1330781" y="241492"/>
                </a:cubicBezTo>
                <a:cubicBezTo>
                  <a:pt x="1336160" y="238931"/>
                  <a:pt x="1343334" y="232781"/>
                  <a:pt x="1346153" y="227656"/>
                </a:cubicBezTo>
                <a:close/>
                <a:moveTo>
                  <a:pt x="1557789" y="81420"/>
                </a:moveTo>
                <a:cubicBezTo>
                  <a:pt x="1575210" y="81420"/>
                  <a:pt x="1586997" y="102179"/>
                  <a:pt x="1586997" y="137291"/>
                </a:cubicBezTo>
                <a:cubicBezTo>
                  <a:pt x="1586997" y="168043"/>
                  <a:pt x="1574955" y="176245"/>
                  <a:pt x="1565733" y="176245"/>
                </a:cubicBezTo>
                <a:cubicBezTo>
                  <a:pt x="1544723" y="176245"/>
                  <a:pt x="1536521" y="144723"/>
                  <a:pt x="1536521" y="125758"/>
                </a:cubicBezTo>
                <a:cubicBezTo>
                  <a:pt x="1536521" y="102179"/>
                  <a:pt x="1540622" y="81420"/>
                  <a:pt x="1557789" y="81420"/>
                </a:cubicBezTo>
                <a:moveTo>
                  <a:pt x="1500651" y="131395"/>
                </a:moveTo>
                <a:cubicBezTo>
                  <a:pt x="1500651" y="164970"/>
                  <a:pt x="1527298" y="187004"/>
                  <a:pt x="1561632" y="187004"/>
                </a:cubicBezTo>
                <a:cubicBezTo>
                  <a:pt x="1579823" y="187004"/>
                  <a:pt x="1594941" y="181883"/>
                  <a:pt x="1605446" y="172402"/>
                </a:cubicBezTo>
                <a:cubicBezTo>
                  <a:pt x="1618512" y="160869"/>
                  <a:pt x="1622867" y="143441"/>
                  <a:pt x="1622867" y="129089"/>
                </a:cubicBezTo>
                <a:cubicBezTo>
                  <a:pt x="1622867" y="95518"/>
                  <a:pt x="1600062" y="70657"/>
                  <a:pt x="1561886" y="70657"/>
                </a:cubicBezTo>
                <a:cubicBezTo>
                  <a:pt x="1540622" y="70657"/>
                  <a:pt x="1524738" y="78089"/>
                  <a:pt x="1514745" y="89622"/>
                </a:cubicBezTo>
                <a:cubicBezTo>
                  <a:pt x="1505006" y="100897"/>
                  <a:pt x="1500651" y="116273"/>
                  <a:pt x="1500651" y="131395"/>
                </a:cubicBezTo>
                <a:close/>
                <a:moveTo>
                  <a:pt x="1691277" y="151729"/>
                </a:moveTo>
                <a:lnTo>
                  <a:pt x="1691277" y="86221"/>
                </a:lnTo>
                <a:lnTo>
                  <a:pt x="1713311" y="86221"/>
                </a:lnTo>
                <a:cubicBezTo>
                  <a:pt x="1717924" y="86221"/>
                  <a:pt x="1722280" y="84942"/>
                  <a:pt x="1722280" y="81866"/>
                </a:cubicBezTo>
                <a:lnTo>
                  <a:pt x="1722280" y="75974"/>
                </a:lnTo>
                <a:cubicBezTo>
                  <a:pt x="1722280" y="74437"/>
                  <a:pt x="1722022" y="73409"/>
                  <a:pt x="1717154" y="73409"/>
                </a:cubicBezTo>
                <a:lnTo>
                  <a:pt x="1691277" y="73409"/>
                </a:lnTo>
                <a:lnTo>
                  <a:pt x="1691277" y="60304"/>
                </a:lnTo>
                <a:cubicBezTo>
                  <a:pt x="1691277" y="22018"/>
                  <a:pt x="1701782" y="16365"/>
                  <a:pt x="1707420" y="16365"/>
                </a:cubicBezTo>
                <a:cubicBezTo>
                  <a:pt x="1711775" y="16365"/>
                  <a:pt x="1712799" y="20220"/>
                  <a:pt x="1714594" y="26385"/>
                </a:cubicBezTo>
                <a:cubicBezTo>
                  <a:pt x="1716896" y="34611"/>
                  <a:pt x="1723558" y="41034"/>
                  <a:pt x="1732785" y="41034"/>
                </a:cubicBezTo>
                <a:cubicBezTo>
                  <a:pt x="1741237" y="41034"/>
                  <a:pt x="1747387" y="35639"/>
                  <a:pt x="1747387" y="24587"/>
                </a:cubicBezTo>
                <a:cubicBezTo>
                  <a:pt x="1747387" y="17652"/>
                  <a:pt x="1739446" y="5602"/>
                  <a:pt x="1712287" y="5602"/>
                </a:cubicBezTo>
                <a:cubicBezTo>
                  <a:pt x="1700246" y="5602"/>
                  <a:pt x="1685898" y="9961"/>
                  <a:pt x="1676159" y="20478"/>
                </a:cubicBezTo>
                <a:cubicBezTo>
                  <a:pt x="1666678" y="30756"/>
                  <a:pt x="1657968" y="43603"/>
                  <a:pt x="1657968" y="68272"/>
                </a:cubicBezTo>
                <a:lnTo>
                  <a:pt x="1657968" y="73409"/>
                </a:lnTo>
                <a:lnTo>
                  <a:pt x="1657456" y="73409"/>
                </a:lnTo>
                <a:cubicBezTo>
                  <a:pt x="1648745" y="73409"/>
                  <a:pt x="1638240" y="74692"/>
                  <a:pt x="1638240" y="76740"/>
                </a:cubicBezTo>
                <a:lnTo>
                  <a:pt x="1638240" y="83660"/>
                </a:lnTo>
                <a:cubicBezTo>
                  <a:pt x="1638240" y="85454"/>
                  <a:pt x="1639265" y="86221"/>
                  <a:pt x="1645156" y="86221"/>
                </a:cubicBezTo>
                <a:lnTo>
                  <a:pt x="1657968" y="86221"/>
                </a:lnTo>
                <a:lnTo>
                  <a:pt x="1657968" y="152241"/>
                </a:lnTo>
                <a:cubicBezTo>
                  <a:pt x="1657968" y="173223"/>
                  <a:pt x="1653871" y="175526"/>
                  <a:pt x="1638240" y="176292"/>
                </a:cubicBezTo>
                <a:cubicBezTo>
                  <a:pt x="1636704" y="177829"/>
                  <a:pt x="1636704" y="183466"/>
                  <a:pt x="1638240" y="185003"/>
                </a:cubicBezTo>
                <a:cubicBezTo>
                  <a:pt x="1648999" y="184749"/>
                  <a:pt x="1660529" y="184491"/>
                  <a:pt x="1674623" y="184491"/>
                </a:cubicBezTo>
                <a:cubicBezTo>
                  <a:pt x="1688712" y="184491"/>
                  <a:pt x="1699988" y="184749"/>
                  <a:pt x="1711005" y="185003"/>
                </a:cubicBezTo>
                <a:cubicBezTo>
                  <a:pt x="1712541" y="183466"/>
                  <a:pt x="1712541" y="177829"/>
                  <a:pt x="1711005" y="176292"/>
                </a:cubicBezTo>
                <a:cubicBezTo>
                  <a:pt x="1695374" y="175526"/>
                  <a:pt x="1691277" y="173223"/>
                  <a:pt x="1691277" y="151729"/>
                </a:cubicBezTo>
                <a:close/>
                <a:moveTo>
                  <a:pt x="1854999" y="115773"/>
                </a:moveTo>
                <a:cubicBezTo>
                  <a:pt x="1854999" y="106539"/>
                  <a:pt x="1857818" y="102692"/>
                  <a:pt x="1861149" y="98845"/>
                </a:cubicBezTo>
                <a:cubicBezTo>
                  <a:pt x="1863197" y="96280"/>
                  <a:pt x="1865504" y="94485"/>
                  <a:pt x="1869347" y="94485"/>
                </a:cubicBezTo>
                <a:cubicBezTo>
                  <a:pt x="1871654" y="94485"/>
                  <a:pt x="1874468" y="96796"/>
                  <a:pt x="1876521" y="99361"/>
                </a:cubicBezTo>
                <a:cubicBezTo>
                  <a:pt x="1878315" y="101409"/>
                  <a:pt x="1882671" y="103462"/>
                  <a:pt x="1888562" y="103462"/>
                </a:cubicBezTo>
                <a:cubicBezTo>
                  <a:pt x="1895994" y="103462"/>
                  <a:pt x="1903168" y="95768"/>
                  <a:pt x="1903168" y="85009"/>
                </a:cubicBezTo>
                <a:cubicBezTo>
                  <a:pt x="1903168" y="78347"/>
                  <a:pt x="1895478" y="70657"/>
                  <a:pt x="1886256" y="70657"/>
                </a:cubicBezTo>
                <a:cubicBezTo>
                  <a:pt x="1877287" y="70657"/>
                  <a:pt x="1867552" y="78347"/>
                  <a:pt x="1855765" y="95256"/>
                </a:cubicBezTo>
                <a:lnTo>
                  <a:pt x="1854741" y="95256"/>
                </a:lnTo>
                <a:cubicBezTo>
                  <a:pt x="1854229" y="87570"/>
                  <a:pt x="1852946" y="75016"/>
                  <a:pt x="1852946" y="75016"/>
                </a:cubicBezTo>
                <a:cubicBezTo>
                  <a:pt x="1852692" y="72709"/>
                  <a:pt x="1850644" y="70657"/>
                  <a:pt x="1847055" y="70657"/>
                </a:cubicBezTo>
                <a:cubicBezTo>
                  <a:pt x="1835013" y="73785"/>
                  <a:pt x="1821436" y="77373"/>
                  <a:pt x="1804523" y="79164"/>
                </a:cubicBezTo>
                <a:cubicBezTo>
                  <a:pt x="1804011" y="80704"/>
                  <a:pt x="1804523" y="85572"/>
                  <a:pt x="1805035" y="87108"/>
                </a:cubicBezTo>
                <a:cubicBezTo>
                  <a:pt x="1819129" y="88391"/>
                  <a:pt x="1821690" y="90697"/>
                  <a:pt x="1821690" y="105303"/>
                </a:cubicBezTo>
                <a:lnTo>
                  <a:pt x="1821690" y="153230"/>
                </a:lnTo>
                <a:cubicBezTo>
                  <a:pt x="1821690" y="174498"/>
                  <a:pt x="1818871" y="175014"/>
                  <a:pt x="1803241" y="176292"/>
                </a:cubicBezTo>
                <a:cubicBezTo>
                  <a:pt x="1801704" y="177829"/>
                  <a:pt x="1801704" y="183466"/>
                  <a:pt x="1803241" y="185003"/>
                </a:cubicBezTo>
                <a:cubicBezTo>
                  <a:pt x="1814004" y="184749"/>
                  <a:pt x="1824763" y="184491"/>
                  <a:pt x="1838344" y="184491"/>
                </a:cubicBezTo>
                <a:cubicBezTo>
                  <a:pt x="1851922" y="184491"/>
                  <a:pt x="1862427" y="184749"/>
                  <a:pt x="1873444" y="185003"/>
                </a:cubicBezTo>
                <a:cubicBezTo>
                  <a:pt x="1874984" y="183466"/>
                  <a:pt x="1874984" y="177829"/>
                  <a:pt x="1873444" y="176292"/>
                </a:cubicBezTo>
                <a:cubicBezTo>
                  <a:pt x="1857818" y="175268"/>
                  <a:pt x="1854999" y="174498"/>
                  <a:pt x="1854999" y="153230"/>
                </a:cubicBezTo>
                <a:lnTo>
                  <a:pt x="1854999" y="115773"/>
                </a:lnTo>
                <a:close/>
                <a:moveTo>
                  <a:pt x="1949540" y="113955"/>
                </a:moveTo>
                <a:cubicBezTo>
                  <a:pt x="1949798" y="104990"/>
                  <a:pt x="1951080" y="95252"/>
                  <a:pt x="1954665" y="90130"/>
                </a:cubicBezTo>
                <a:cubicBezTo>
                  <a:pt x="1958766" y="83981"/>
                  <a:pt x="1965682" y="81420"/>
                  <a:pt x="1968501" y="81420"/>
                </a:cubicBezTo>
                <a:cubicBezTo>
                  <a:pt x="1975421" y="81420"/>
                  <a:pt x="1984897" y="88082"/>
                  <a:pt x="1984897" y="108575"/>
                </a:cubicBezTo>
                <a:cubicBezTo>
                  <a:pt x="1984897" y="110112"/>
                  <a:pt x="1984897" y="113443"/>
                  <a:pt x="1984385" y="113955"/>
                </a:cubicBezTo>
                <a:lnTo>
                  <a:pt x="1949540" y="113955"/>
                </a:lnTo>
                <a:moveTo>
                  <a:pt x="2014622" y="151381"/>
                </a:moveTo>
                <a:cubicBezTo>
                  <a:pt x="2004117" y="162152"/>
                  <a:pt x="1990281" y="164970"/>
                  <a:pt x="1980542" y="164970"/>
                </a:cubicBezTo>
                <a:cubicBezTo>
                  <a:pt x="1960557" y="164970"/>
                  <a:pt x="1948261" y="153433"/>
                  <a:pt x="1948261" y="128307"/>
                </a:cubicBezTo>
                <a:cubicBezTo>
                  <a:pt x="1948261" y="126512"/>
                  <a:pt x="1948515" y="125484"/>
                  <a:pt x="1948515" y="124202"/>
                </a:cubicBezTo>
                <a:lnTo>
                  <a:pt x="2010008" y="124202"/>
                </a:lnTo>
                <a:cubicBezTo>
                  <a:pt x="2016158" y="124202"/>
                  <a:pt x="2017436" y="119847"/>
                  <a:pt x="2017436" y="116262"/>
                </a:cubicBezTo>
                <a:cubicBezTo>
                  <a:pt x="2017436" y="94485"/>
                  <a:pt x="2008984" y="70657"/>
                  <a:pt x="1971320" y="70657"/>
                </a:cubicBezTo>
                <a:cubicBezTo>
                  <a:pt x="1944418" y="70657"/>
                  <a:pt x="1913670" y="94485"/>
                  <a:pt x="1913670" y="133690"/>
                </a:cubicBezTo>
                <a:cubicBezTo>
                  <a:pt x="1913670" y="148562"/>
                  <a:pt x="1919053" y="164204"/>
                  <a:pt x="1930070" y="174197"/>
                </a:cubicBezTo>
                <a:cubicBezTo>
                  <a:pt x="1939805" y="182907"/>
                  <a:pt x="1952358" y="187004"/>
                  <a:pt x="1970549" y="187004"/>
                </a:cubicBezTo>
                <a:cubicBezTo>
                  <a:pt x="1988228" y="187004"/>
                  <a:pt x="2005653" y="178040"/>
                  <a:pt x="2018465" y="159333"/>
                </a:cubicBezTo>
                <a:cubicBezTo>
                  <a:pt x="2018465" y="155998"/>
                  <a:pt x="2017182" y="151381"/>
                  <a:pt x="2014622" y="151381"/>
                </a:cubicBezTo>
                <a:close/>
                <a:moveTo>
                  <a:pt x="2087899" y="153214"/>
                </a:moveTo>
                <a:lnTo>
                  <a:pt x="2087899" y="102183"/>
                </a:lnTo>
                <a:cubicBezTo>
                  <a:pt x="2087899" y="100901"/>
                  <a:pt x="2087899" y="99619"/>
                  <a:pt x="2087899" y="98336"/>
                </a:cubicBezTo>
                <a:cubicBezTo>
                  <a:pt x="2097892" y="92183"/>
                  <a:pt x="2106856" y="89618"/>
                  <a:pt x="2111215" y="89618"/>
                </a:cubicBezTo>
                <a:cubicBezTo>
                  <a:pt x="2121462" y="89618"/>
                  <a:pt x="2129148" y="94235"/>
                  <a:pt x="2129148" y="108853"/>
                </a:cubicBezTo>
                <a:lnTo>
                  <a:pt x="2129148" y="151674"/>
                </a:lnTo>
                <a:cubicBezTo>
                  <a:pt x="2129148" y="173216"/>
                  <a:pt x="2125047" y="175522"/>
                  <a:pt x="2114542" y="176292"/>
                </a:cubicBezTo>
                <a:cubicBezTo>
                  <a:pt x="2113006" y="177829"/>
                  <a:pt x="2113006" y="183466"/>
                  <a:pt x="2114542" y="185003"/>
                </a:cubicBezTo>
                <a:cubicBezTo>
                  <a:pt x="2125305" y="184749"/>
                  <a:pt x="2133504" y="184491"/>
                  <a:pt x="2145803" y="184491"/>
                </a:cubicBezTo>
                <a:cubicBezTo>
                  <a:pt x="2158102" y="184491"/>
                  <a:pt x="2166043" y="184749"/>
                  <a:pt x="2177060" y="185003"/>
                </a:cubicBezTo>
                <a:cubicBezTo>
                  <a:pt x="2178600" y="183466"/>
                  <a:pt x="2178600" y="177829"/>
                  <a:pt x="2177060" y="176292"/>
                </a:cubicBezTo>
                <a:cubicBezTo>
                  <a:pt x="2166813" y="175522"/>
                  <a:pt x="2162457" y="173216"/>
                  <a:pt x="2162457" y="151674"/>
                </a:cubicBezTo>
                <a:lnTo>
                  <a:pt x="2162457" y="111672"/>
                </a:lnTo>
                <a:cubicBezTo>
                  <a:pt x="2162457" y="105260"/>
                  <a:pt x="2162199" y="100135"/>
                  <a:pt x="2161433" y="97570"/>
                </a:cubicBezTo>
                <a:cubicBezTo>
                  <a:pt x="2171168" y="92695"/>
                  <a:pt x="2182185" y="89618"/>
                  <a:pt x="2186286" y="89618"/>
                </a:cubicBezTo>
                <a:cubicBezTo>
                  <a:pt x="2196533" y="89618"/>
                  <a:pt x="2203707" y="94235"/>
                  <a:pt x="2203707" y="108853"/>
                </a:cubicBezTo>
                <a:lnTo>
                  <a:pt x="2203707" y="151674"/>
                </a:lnTo>
                <a:cubicBezTo>
                  <a:pt x="2203707" y="173216"/>
                  <a:pt x="2199606" y="175522"/>
                  <a:pt x="2189105" y="176292"/>
                </a:cubicBezTo>
                <a:cubicBezTo>
                  <a:pt x="2187564" y="177829"/>
                  <a:pt x="2187564" y="183466"/>
                  <a:pt x="2189105" y="185003"/>
                </a:cubicBezTo>
                <a:cubicBezTo>
                  <a:pt x="2199864" y="184749"/>
                  <a:pt x="2208062" y="184491"/>
                  <a:pt x="2220362" y="184491"/>
                </a:cubicBezTo>
                <a:cubicBezTo>
                  <a:pt x="2234451" y="184491"/>
                  <a:pt x="2245727" y="184749"/>
                  <a:pt x="2256744" y="185003"/>
                </a:cubicBezTo>
                <a:cubicBezTo>
                  <a:pt x="2258280" y="183466"/>
                  <a:pt x="2258280" y="177829"/>
                  <a:pt x="2256744" y="176292"/>
                </a:cubicBezTo>
                <a:cubicBezTo>
                  <a:pt x="2241113" y="175522"/>
                  <a:pt x="2237016" y="173216"/>
                  <a:pt x="2237016" y="151674"/>
                </a:cubicBezTo>
                <a:lnTo>
                  <a:pt x="2237016" y="111672"/>
                </a:lnTo>
                <a:cubicBezTo>
                  <a:pt x="2237016" y="83468"/>
                  <a:pt x="2226765" y="70657"/>
                  <a:pt x="2204731" y="70657"/>
                </a:cubicBezTo>
                <a:cubicBezTo>
                  <a:pt x="2195251" y="70657"/>
                  <a:pt x="2173729" y="80908"/>
                  <a:pt x="2158869" y="89364"/>
                </a:cubicBezTo>
                <a:cubicBezTo>
                  <a:pt x="2155025" y="78089"/>
                  <a:pt x="2144779" y="70657"/>
                  <a:pt x="2129660" y="70657"/>
                </a:cubicBezTo>
                <a:cubicBezTo>
                  <a:pt x="2120438" y="70657"/>
                  <a:pt x="2101989" y="80396"/>
                  <a:pt x="2087387" y="88594"/>
                </a:cubicBezTo>
                <a:cubicBezTo>
                  <a:pt x="2086617" y="80908"/>
                  <a:pt x="2085846" y="75016"/>
                  <a:pt x="2085846" y="75016"/>
                </a:cubicBezTo>
                <a:cubicBezTo>
                  <a:pt x="2085592" y="71939"/>
                  <a:pt x="2083544" y="70657"/>
                  <a:pt x="2079955" y="70657"/>
                </a:cubicBezTo>
                <a:cubicBezTo>
                  <a:pt x="2070474" y="73272"/>
                  <a:pt x="2055102" y="76861"/>
                  <a:pt x="2037423" y="79164"/>
                </a:cubicBezTo>
                <a:cubicBezTo>
                  <a:pt x="2036911" y="80704"/>
                  <a:pt x="2037423" y="85826"/>
                  <a:pt x="2037935" y="87366"/>
                </a:cubicBezTo>
                <a:cubicBezTo>
                  <a:pt x="2052029" y="88649"/>
                  <a:pt x="2054590" y="90697"/>
                  <a:pt x="2054590" y="105303"/>
                </a:cubicBezTo>
                <a:lnTo>
                  <a:pt x="2054590" y="153230"/>
                </a:lnTo>
                <a:cubicBezTo>
                  <a:pt x="2054590" y="174498"/>
                  <a:pt x="2051771" y="175014"/>
                  <a:pt x="2036141" y="176292"/>
                </a:cubicBezTo>
                <a:cubicBezTo>
                  <a:pt x="2034604" y="177829"/>
                  <a:pt x="2034604" y="183466"/>
                  <a:pt x="2036141" y="185003"/>
                </a:cubicBezTo>
                <a:cubicBezTo>
                  <a:pt x="2046904" y="184749"/>
                  <a:pt x="2057663" y="184491"/>
                  <a:pt x="2071244" y="184491"/>
                </a:cubicBezTo>
                <a:cubicBezTo>
                  <a:pt x="2083032" y="184491"/>
                  <a:pt x="2090205" y="184749"/>
                  <a:pt x="2101223" y="185003"/>
                </a:cubicBezTo>
                <a:cubicBezTo>
                  <a:pt x="2102759" y="183466"/>
                  <a:pt x="2102759" y="177829"/>
                  <a:pt x="2101223" y="176292"/>
                </a:cubicBezTo>
                <a:cubicBezTo>
                  <a:pt x="2090460" y="175268"/>
                  <a:pt x="2087899" y="174498"/>
                  <a:pt x="2087899" y="153214"/>
                </a:cubicBezTo>
                <a:close/>
                <a:moveTo>
                  <a:pt x="2327972" y="81420"/>
                </a:moveTo>
                <a:cubicBezTo>
                  <a:pt x="2345392" y="81420"/>
                  <a:pt x="2357180" y="102179"/>
                  <a:pt x="2357180" y="137291"/>
                </a:cubicBezTo>
                <a:cubicBezTo>
                  <a:pt x="2357180" y="168043"/>
                  <a:pt x="2345138" y="176245"/>
                  <a:pt x="2335916" y="176245"/>
                </a:cubicBezTo>
                <a:cubicBezTo>
                  <a:pt x="2314906" y="176245"/>
                  <a:pt x="2306704" y="144723"/>
                  <a:pt x="2306704" y="125758"/>
                </a:cubicBezTo>
                <a:cubicBezTo>
                  <a:pt x="2306704" y="102179"/>
                  <a:pt x="2310805" y="81420"/>
                  <a:pt x="2327972" y="81420"/>
                </a:cubicBezTo>
                <a:moveTo>
                  <a:pt x="2270834" y="131395"/>
                </a:moveTo>
                <a:cubicBezTo>
                  <a:pt x="2270834" y="164970"/>
                  <a:pt x="2297481" y="187004"/>
                  <a:pt x="2331815" y="187004"/>
                </a:cubicBezTo>
                <a:cubicBezTo>
                  <a:pt x="2350006" y="187004"/>
                  <a:pt x="2365124" y="181883"/>
                  <a:pt x="2375629" y="172402"/>
                </a:cubicBezTo>
                <a:cubicBezTo>
                  <a:pt x="2388694" y="160869"/>
                  <a:pt x="2393050" y="143441"/>
                  <a:pt x="2393050" y="129089"/>
                </a:cubicBezTo>
                <a:cubicBezTo>
                  <a:pt x="2393050" y="95518"/>
                  <a:pt x="2370245" y="70657"/>
                  <a:pt x="2332069" y="70657"/>
                </a:cubicBezTo>
                <a:cubicBezTo>
                  <a:pt x="2310805" y="70657"/>
                  <a:pt x="2294920" y="78089"/>
                  <a:pt x="2284928" y="89622"/>
                </a:cubicBezTo>
                <a:cubicBezTo>
                  <a:pt x="2275189" y="100897"/>
                  <a:pt x="2270834" y="116273"/>
                  <a:pt x="2270834" y="131395"/>
                </a:cubicBezTo>
                <a:close/>
                <a:moveTo>
                  <a:pt x="2488362" y="81623"/>
                </a:moveTo>
                <a:cubicBezTo>
                  <a:pt x="2502198" y="82644"/>
                  <a:pt x="2503993" y="86737"/>
                  <a:pt x="2498355" y="99779"/>
                </a:cubicBezTo>
                <a:lnTo>
                  <a:pt x="2478111" y="146584"/>
                </a:lnTo>
                <a:cubicBezTo>
                  <a:pt x="2477087" y="148887"/>
                  <a:pt x="2476063" y="147096"/>
                  <a:pt x="2475297" y="145305"/>
                </a:cubicBezTo>
                <a:lnTo>
                  <a:pt x="2459154" y="99779"/>
                </a:lnTo>
                <a:cubicBezTo>
                  <a:pt x="2454799" y="87503"/>
                  <a:pt x="2451210" y="82902"/>
                  <a:pt x="2467094" y="81623"/>
                </a:cubicBezTo>
                <a:cubicBezTo>
                  <a:pt x="2468635" y="80087"/>
                  <a:pt x="2468635" y="74449"/>
                  <a:pt x="2467094" y="72909"/>
                </a:cubicBezTo>
                <a:cubicBezTo>
                  <a:pt x="2457618" y="73167"/>
                  <a:pt x="2447367" y="73425"/>
                  <a:pt x="2434813" y="73425"/>
                </a:cubicBezTo>
                <a:cubicBezTo>
                  <a:pt x="2425845" y="73425"/>
                  <a:pt x="2412779" y="73167"/>
                  <a:pt x="2403299" y="72909"/>
                </a:cubicBezTo>
                <a:cubicBezTo>
                  <a:pt x="2401762" y="74449"/>
                  <a:pt x="2401762" y="80087"/>
                  <a:pt x="2403299" y="81623"/>
                </a:cubicBezTo>
                <a:cubicBezTo>
                  <a:pt x="2418159" y="83414"/>
                  <a:pt x="2418671" y="88527"/>
                  <a:pt x="2423796" y="101315"/>
                </a:cubicBezTo>
                <a:lnTo>
                  <a:pt x="2457360" y="182137"/>
                </a:lnTo>
                <a:cubicBezTo>
                  <a:pt x="2458896" y="185972"/>
                  <a:pt x="2463251" y="187505"/>
                  <a:pt x="2466582" y="187505"/>
                </a:cubicBezTo>
                <a:cubicBezTo>
                  <a:pt x="2469147" y="187505"/>
                  <a:pt x="2474268" y="186997"/>
                  <a:pt x="2476575" y="181625"/>
                </a:cubicBezTo>
                <a:lnTo>
                  <a:pt x="2511679" y="101570"/>
                </a:lnTo>
                <a:cubicBezTo>
                  <a:pt x="2516800" y="90064"/>
                  <a:pt x="2520131" y="82902"/>
                  <a:pt x="2533713" y="81623"/>
                </a:cubicBezTo>
                <a:cubicBezTo>
                  <a:pt x="2535249" y="80087"/>
                  <a:pt x="2535249" y="74449"/>
                  <a:pt x="2533713" y="72909"/>
                </a:cubicBezTo>
                <a:cubicBezTo>
                  <a:pt x="2528075" y="73167"/>
                  <a:pt x="2519877" y="73425"/>
                  <a:pt x="2514239" y="73425"/>
                </a:cubicBezTo>
                <a:cubicBezTo>
                  <a:pt x="2504759" y="73425"/>
                  <a:pt x="2495278" y="73167"/>
                  <a:pt x="2488362" y="72909"/>
                </a:cubicBezTo>
                <a:cubicBezTo>
                  <a:pt x="2486826" y="74449"/>
                  <a:pt x="2486826" y="80087"/>
                  <a:pt x="2488362" y="81623"/>
                </a:cubicBezTo>
                <a:close/>
                <a:moveTo>
                  <a:pt x="2595716" y="153238"/>
                </a:moveTo>
                <a:lnTo>
                  <a:pt x="2595716" y="102254"/>
                </a:lnTo>
                <a:cubicBezTo>
                  <a:pt x="2595716" y="89446"/>
                  <a:pt x="2596740" y="75063"/>
                  <a:pt x="2596740" y="75063"/>
                </a:cubicBezTo>
                <a:cubicBezTo>
                  <a:pt x="2596740" y="72213"/>
                  <a:pt x="2594434" y="70657"/>
                  <a:pt x="2590849" y="70657"/>
                </a:cubicBezTo>
                <a:cubicBezTo>
                  <a:pt x="2583675" y="73511"/>
                  <a:pt x="2562919" y="75583"/>
                  <a:pt x="2545240" y="77913"/>
                </a:cubicBezTo>
                <a:cubicBezTo>
                  <a:pt x="2544728" y="79453"/>
                  <a:pt x="2545240" y="84575"/>
                  <a:pt x="2545752" y="86115"/>
                </a:cubicBezTo>
                <a:cubicBezTo>
                  <a:pt x="2559846" y="87394"/>
                  <a:pt x="2562407" y="89446"/>
                  <a:pt x="2562407" y="104048"/>
                </a:cubicBezTo>
                <a:lnTo>
                  <a:pt x="2562407" y="153238"/>
                </a:lnTo>
                <a:cubicBezTo>
                  <a:pt x="2562407" y="174502"/>
                  <a:pt x="2559588" y="175014"/>
                  <a:pt x="2543962" y="176292"/>
                </a:cubicBezTo>
                <a:cubicBezTo>
                  <a:pt x="2542421" y="177829"/>
                  <a:pt x="2542421" y="183466"/>
                  <a:pt x="2543962" y="185003"/>
                </a:cubicBezTo>
                <a:cubicBezTo>
                  <a:pt x="2554721" y="184749"/>
                  <a:pt x="2565484" y="184491"/>
                  <a:pt x="2579061" y="184491"/>
                </a:cubicBezTo>
                <a:cubicBezTo>
                  <a:pt x="2592639" y="184491"/>
                  <a:pt x="2603144" y="184749"/>
                  <a:pt x="2614161" y="185003"/>
                </a:cubicBezTo>
                <a:cubicBezTo>
                  <a:pt x="2615701" y="183466"/>
                  <a:pt x="2615701" y="177829"/>
                  <a:pt x="2614161" y="176292"/>
                </a:cubicBezTo>
                <a:cubicBezTo>
                  <a:pt x="2598535" y="175268"/>
                  <a:pt x="2595716" y="174502"/>
                  <a:pt x="2595716" y="153238"/>
                </a:cubicBezTo>
                <a:moveTo>
                  <a:pt x="2561128" y="31749"/>
                </a:moveTo>
                <a:cubicBezTo>
                  <a:pt x="2561128" y="40202"/>
                  <a:pt x="2567274" y="48658"/>
                  <a:pt x="2577525" y="48658"/>
                </a:cubicBezTo>
                <a:cubicBezTo>
                  <a:pt x="2589054" y="48658"/>
                  <a:pt x="2595716" y="39435"/>
                  <a:pt x="2595716" y="32774"/>
                </a:cubicBezTo>
                <a:cubicBezTo>
                  <a:pt x="2595716" y="25087"/>
                  <a:pt x="2589824" y="15861"/>
                  <a:pt x="2579061" y="15861"/>
                </a:cubicBezTo>
                <a:cubicBezTo>
                  <a:pt x="2567020" y="15861"/>
                  <a:pt x="2561128" y="24063"/>
                  <a:pt x="2561128" y="31749"/>
                </a:cubicBezTo>
                <a:close/>
                <a:moveTo>
                  <a:pt x="2677193" y="153214"/>
                </a:moveTo>
                <a:lnTo>
                  <a:pt x="2677193" y="102183"/>
                </a:lnTo>
                <a:lnTo>
                  <a:pt x="2677193" y="101671"/>
                </a:lnTo>
                <a:cubicBezTo>
                  <a:pt x="2687440" y="94747"/>
                  <a:pt x="2697690" y="89618"/>
                  <a:pt x="2702300" y="89618"/>
                </a:cubicBezTo>
                <a:cubicBezTo>
                  <a:pt x="2712551" y="89618"/>
                  <a:pt x="2720237" y="94235"/>
                  <a:pt x="2720237" y="108853"/>
                </a:cubicBezTo>
                <a:lnTo>
                  <a:pt x="2720237" y="151674"/>
                </a:lnTo>
                <a:cubicBezTo>
                  <a:pt x="2720237" y="173216"/>
                  <a:pt x="2716136" y="175522"/>
                  <a:pt x="2705631" y="176292"/>
                </a:cubicBezTo>
                <a:cubicBezTo>
                  <a:pt x="2704094" y="177829"/>
                  <a:pt x="2704094" y="183466"/>
                  <a:pt x="2705631" y="185003"/>
                </a:cubicBezTo>
                <a:cubicBezTo>
                  <a:pt x="2716394" y="184749"/>
                  <a:pt x="2724592" y="184491"/>
                  <a:pt x="2736891" y="184491"/>
                </a:cubicBezTo>
                <a:cubicBezTo>
                  <a:pt x="2750981" y="184491"/>
                  <a:pt x="2762256" y="184749"/>
                  <a:pt x="2773273" y="185003"/>
                </a:cubicBezTo>
                <a:cubicBezTo>
                  <a:pt x="2774810" y="183466"/>
                  <a:pt x="2774810" y="177829"/>
                  <a:pt x="2773273" y="176292"/>
                </a:cubicBezTo>
                <a:cubicBezTo>
                  <a:pt x="2757643" y="175522"/>
                  <a:pt x="2753546" y="173216"/>
                  <a:pt x="2753546" y="151674"/>
                </a:cubicBezTo>
                <a:lnTo>
                  <a:pt x="2753546" y="111672"/>
                </a:lnTo>
                <a:cubicBezTo>
                  <a:pt x="2753546" y="83468"/>
                  <a:pt x="2741501" y="70657"/>
                  <a:pt x="2719467" y="70657"/>
                </a:cubicBezTo>
                <a:cubicBezTo>
                  <a:pt x="2709220" y="70657"/>
                  <a:pt x="2691029" y="81932"/>
                  <a:pt x="2676935" y="91671"/>
                </a:cubicBezTo>
                <a:cubicBezTo>
                  <a:pt x="2676169" y="82702"/>
                  <a:pt x="2675140" y="75016"/>
                  <a:pt x="2675140" y="75016"/>
                </a:cubicBezTo>
                <a:cubicBezTo>
                  <a:pt x="2674886" y="71939"/>
                  <a:pt x="2672838" y="70657"/>
                  <a:pt x="2669249" y="70657"/>
                </a:cubicBezTo>
                <a:cubicBezTo>
                  <a:pt x="2659768" y="73272"/>
                  <a:pt x="2644396" y="76861"/>
                  <a:pt x="2626717" y="79164"/>
                </a:cubicBezTo>
                <a:cubicBezTo>
                  <a:pt x="2626205" y="80704"/>
                  <a:pt x="2626717" y="85826"/>
                  <a:pt x="2627229" y="87366"/>
                </a:cubicBezTo>
                <a:cubicBezTo>
                  <a:pt x="2641323" y="88649"/>
                  <a:pt x="2643884" y="90697"/>
                  <a:pt x="2643884" y="105303"/>
                </a:cubicBezTo>
                <a:lnTo>
                  <a:pt x="2643884" y="153230"/>
                </a:lnTo>
                <a:cubicBezTo>
                  <a:pt x="2643884" y="174498"/>
                  <a:pt x="2641065" y="175014"/>
                  <a:pt x="2625435" y="176292"/>
                </a:cubicBezTo>
                <a:cubicBezTo>
                  <a:pt x="2623898" y="177829"/>
                  <a:pt x="2623898" y="183466"/>
                  <a:pt x="2625435" y="185003"/>
                </a:cubicBezTo>
                <a:cubicBezTo>
                  <a:pt x="2636197" y="184749"/>
                  <a:pt x="2646957" y="184491"/>
                  <a:pt x="2660538" y="184491"/>
                </a:cubicBezTo>
                <a:cubicBezTo>
                  <a:pt x="2672325" y="184491"/>
                  <a:pt x="2679499" y="184749"/>
                  <a:pt x="2690516" y="185003"/>
                </a:cubicBezTo>
                <a:cubicBezTo>
                  <a:pt x="2692053" y="183466"/>
                  <a:pt x="2692053" y="177829"/>
                  <a:pt x="2690516" y="176292"/>
                </a:cubicBezTo>
                <a:cubicBezTo>
                  <a:pt x="2679754" y="175268"/>
                  <a:pt x="2677193" y="174498"/>
                  <a:pt x="2677193" y="153214"/>
                </a:cubicBezTo>
                <a:close/>
                <a:moveTo>
                  <a:pt x="2850906" y="110714"/>
                </a:moveTo>
                <a:cubicBezTo>
                  <a:pt x="2850906" y="135383"/>
                  <a:pt x="2843732" y="138464"/>
                  <a:pt x="2837070" y="138464"/>
                </a:cubicBezTo>
                <a:cubicBezTo>
                  <a:pt x="2821186" y="138464"/>
                  <a:pt x="2819133" y="119452"/>
                  <a:pt x="2819133" y="106347"/>
                </a:cubicBezTo>
                <a:cubicBezTo>
                  <a:pt x="2819133" y="87331"/>
                  <a:pt x="2823747" y="80396"/>
                  <a:pt x="2833739" y="80396"/>
                </a:cubicBezTo>
                <a:cubicBezTo>
                  <a:pt x="2845781" y="80396"/>
                  <a:pt x="2850906" y="90416"/>
                  <a:pt x="2850906" y="110714"/>
                </a:cubicBezTo>
                <a:moveTo>
                  <a:pt x="2821440" y="191008"/>
                </a:moveTo>
                <a:cubicBezTo>
                  <a:pt x="2841171" y="191008"/>
                  <a:pt x="2879090" y="191778"/>
                  <a:pt x="2879090" y="205348"/>
                </a:cubicBezTo>
                <a:cubicBezTo>
                  <a:pt x="2879090" y="214567"/>
                  <a:pt x="2874989" y="225064"/>
                  <a:pt x="2866536" y="229673"/>
                </a:cubicBezTo>
                <a:cubicBezTo>
                  <a:pt x="2858592" y="234282"/>
                  <a:pt x="2845527" y="234795"/>
                  <a:pt x="2835788" y="234795"/>
                </a:cubicBezTo>
                <a:cubicBezTo>
                  <a:pt x="2818879" y="234795"/>
                  <a:pt x="2807350" y="222249"/>
                  <a:pt x="2807350" y="209191"/>
                </a:cubicBezTo>
                <a:cubicBezTo>
                  <a:pt x="2807350" y="200485"/>
                  <a:pt x="2807350" y="194593"/>
                  <a:pt x="2810169" y="189471"/>
                </a:cubicBezTo>
                <a:cubicBezTo>
                  <a:pt x="2812730" y="190496"/>
                  <a:pt x="2816060" y="191008"/>
                  <a:pt x="2821440" y="191008"/>
                </a:cubicBezTo>
                <a:moveTo>
                  <a:pt x="2896257" y="83480"/>
                </a:moveTo>
                <a:cubicBezTo>
                  <a:pt x="2903431" y="83480"/>
                  <a:pt x="2907528" y="80396"/>
                  <a:pt x="2907528" y="70915"/>
                </a:cubicBezTo>
                <a:cubicBezTo>
                  <a:pt x="2907528" y="66048"/>
                  <a:pt x="2900870" y="58616"/>
                  <a:pt x="2891131" y="58616"/>
                </a:cubicBezTo>
                <a:cubicBezTo>
                  <a:pt x="2879860" y="58616"/>
                  <a:pt x="2864996" y="67072"/>
                  <a:pt x="2857568" y="73734"/>
                </a:cubicBezTo>
                <a:cubicBezTo>
                  <a:pt x="2852955" y="71173"/>
                  <a:pt x="2847575" y="70657"/>
                  <a:pt x="2836046" y="70657"/>
                </a:cubicBezTo>
                <a:cubicBezTo>
                  <a:pt x="2825029" y="70657"/>
                  <a:pt x="2814266" y="73222"/>
                  <a:pt x="2805814" y="78859"/>
                </a:cubicBezTo>
                <a:cubicBezTo>
                  <a:pt x="2795309" y="85533"/>
                  <a:pt x="2788389" y="95557"/>
                  <a:pt x="2788389" y="108661"/>
                </a:cubicBezTo>
                <a:cubicBezTo>
                  <a:pt x="2788389" y="121250"/>
                  <a:pt x="2795821" y="134867"/>
                  <a:pt x="2808116" y="141541"/>
                </a:cubicBezTo>
                <a:cubicBezTo>
                  <a:pt x="2800176" y="148460"/>
                  <a:pt x="2787877" y="162054"/>
                  <a:pt x="2787877" y="167183"/>
                </a:cubicBezTo>
                <a:cubicBezTo>
                  <a:pt x="2787877" y="172051"/>
                  <a:pt x="2788647" y="175123"/>
                  <a:pt x="2791208" y="178967"/>
                </a:cubicBezTo>
                <a:cubicBezTo>
                  <a:pt x="2793514" y="182555"/>
                  <a:pt x="2796587" y="184604"/>
                  <a:pt x="2801712" y="186140"/>
                </a:cubicBezTo>
                <a:cubicBezTo>
                  <a:pt x="2790695" y="192802"/>
                  <a:pt x="2779420" y="207397"/>
                  <a:pt x="2779420" y="211752"/>
                </a:cubicBezTo>
                <a:cubicBezTo>
                  <a:pt x="2779420" y="221225"/>
                  <a:pt x="2782497" y="232234"/>
                  <a:pt x="2789413" y="237101"/>
                </a:cubicBezTo>
                <a:cubicBezTo>
                  <a:pt x="2799406" y="244017"/>
                  <a:pt x="2816318" y="245554"/>
                  <a:pt x="2828614" y="245554"/>
                </a:cubicBezTo>
                <a:cubicBezTo>
                  <a:pt x="2864230" y="245554"/>
                  <a:pt x="2904967" y="226858"/>
                  <a:pt x="2904967" y="198690"/>
                </a:cubicBezTo>
                <a:cubicBezTo>
                  <a:pt x="2904967" y="193314"/>
                  <a:pt x="2902406" y="182297"/>
                  <a:pt x="2892156" y="175381"/>
                </a:cubicBezTo>
                <a:cubicBezTo>
                  <a:pt x="2882163" y="168720"/>
                  <a:pt x="2843732" y="166925"/>
                  <a:pt x="2824771" y="166925"/>
                </a:cubicBezTo>
                <a:cubicBezTo>
                  <a:pt x="2820162" y="166925"/>
                  <a:pt x="2813242" y="166413"/>
                  <a:pt x="2813242" y="156154"/>
                </a:cubicBezTo>
                <a:cubicBezTo>
                  <a:pt x="2813242" y="152049"/>
                  <a:pt x="2815806" y="148460"/>
                  <a:pt x="2817085" y="145384"/>
                </a:cubicBezTo>
                <a:cubicBezTo>
                  <a:pt x="2822464" y="147944"/>
                  <a:pt x="2827848" y="148202"/>
                  <a:pt x="2835788" y="148202"/>
                </a:cubicBezTo>
                <a:cubicBezTo>
                  <a:pt x="2848858" y="148202"/>
                  <a:pt x="2860899" y="144872"/>
                  <a:pt x="2869609" y="137181"/>
                </a:cubicBezTo>
                <a:cubicBezTo>
                  <a:pt x="2877041" y="130500"/>
                  <a:pt x="2882163" y="121508"/>
                  <a:pt x="2882163" y="109944"/>
                </a:cubicBezTo>
                <a:cubicBezTo>
                  <a:pt x="2882163" y="95557"/>
                  <a:pt x="2874989" y="86049"/>
                  <a:pt x="2866278" y="78859"/>
                </a:cubicBezTo>
                <a:cubicBezTo>
                  <a:pt x="2868327" y="76294"/>
                  <a:pt x="2876783" y="71685"/>
                  <a:pt x="2879344" y="71685"/>
                </a:cubicBezTo>
                <a:cubicBezTo>
                  <a:pt x="2881651" y="71685"/>
                  <a:pt x="2883445" y="73222"/>
                  <a:pt x="2884215" y="74758"/>
                </a:cubicBezTo>
                <a:cubicBezTo>
                  <a:pt x="2885240" y="78089"/>
                  <a:pt x="2889849" y="83480"/>
                  <a:pt x="2896257" y="83480"/>
                </a:cubicBezTo>
                <a:close/>
                <a:moveTo>
                  <a:pt x="3032564" y="153214"/>
                </a:moveTo>
                <a:lnTo>
                  <a:pt x="3032564" y="102183"/>
                </a:lnTo>
                <a:lnTo>
                  <a:pt x="3032564" y="101671"/>
                </a:lnTo>
                <a:cubicBezTo>
                  <a:pt x="3042811" y="94747"/>
                  <a:pt x="3053062" y="89618"/>
                  <a:pt x="3057671" y="89618"/>
                </a:cubicBezTo>
                <a:cubicBezTo>
                  <a:pt x="3067922" y="89618"/>
                  <a:pt x="3075608" y="94235"/>
                  <a:pt x="3075608" y="108853"/>
                </a:cubicBezTo>
                <a:lnTo>
                  <a:pt x="3075608" y="151674"/>
                </a:lnTo>
                <a:cubicBezTo>
                  <a:pt x="3075608" y="173216"/>
                  <a:pt x="3071507" y="175522"/>
                  <a:pt x="3061002" y="176292"/>
                </a:cubicBezTo>
                <a:cubicBezTo>
                  <a:pt x="3059466" y="177829"/>
                  <a:pt x="3059466" y="183466"/>
                  <a:pt x="3061002" y="185003"/>
                </a:cubicBezTo>
                <a:cubicBezTo>
                  <a:pt x="3071765" y="184749"/>
                  <a:pt x="3079963" y="184491"/>
                  <a:pt x="3092263" y="184491"/>
                </a:cubicBezTo>
                <a:cubicBezTo>
                  <a:pt x="3106353" y="184491"/>
                  <a:pt x="3117628" y="184749"/>
                  <a:pt x="3128645" y="185003"/>
                </a:cubicBezTo>
                <a:cubicBezTo>
                  <a:pt x="3130181" y="183466"/>
                  <a:pt x="3130181" y="177829"/>
                  <a:pt x="3128645" y="176292"/>
                </a:cubicBezTo>
                <a:cubicBezTo>
                  <a:pt x="3113014" y="175522"/>
                  <a:pt x="3108917" y="173216"/>
                  <a:pt x="3108917" y="151674"/>
                </a:cubicBezTo>
                <a:lnTo>
                  <a:pt x="3108917" y="111672"/>
                </a:lnTo>
                <a:cubicBezTo>
                  <a:pt x="3108917" y="83468"/>
                  <a:pt x="3096872" y="70657"/>
                  <a:pt x="3074838" y="70657"/>
                </a:cubicBezTo>
                <a:cubicBezTo>
                  <a:pt x="3064591" y="70657"/>
                  <a:pt x="3046400" y="81932"/>
                  <a:pt x="3032306" y="91671"/>
                </a:cubicBezTo>
                <a:cubicBezTo>
                  <a:pt x="3031540" y="82702"/>
                  <a:pt x="3030512" y="75016"/>
                  <a:pt x="3030512" y="75016"/>
                </a:cubicBezTo>
                <a:cubicBezTo>
                  <a:pt x="3030257" y="71939"/>
                  <a:pt x="3028209" y="70657"/>
                  <a:pt x="3024620" y="70657"/>
                </a:cubicBezTo>
                <a:cubicBezTo>
                  <a:pt x="3015139" y="73272"/>
                  <a:pt x="2999767" y="76861"/>
                  <a:pt x="2982088" y="79164"/>
                </a:cubicBezTo>
                <a:cubicBezTo>
                  <a:pt x="2981576" y="80704"/>
                  <a:pt x="2982088" y="85826"/>
                  <a:pt x="2982600" y="87366"/>
                </a:cubicBezTo>
                <a:cubicBezTo>
                  <a:pt x="2996694" y="88649"/>
                  <a:pt x="2999255" y="90697"/>
                  <a:pt x="2999255" y="105303"/>
                </a:cubicBezTo>
                <a:lnTo>
                  <a:pt x="2999255" y="153230"/>
                </a:lnTo>
                <a:cubicBezTo>
                  <a:pt x="2999255" y="174498"/>
                  <a:pt x="2996436" y="175014"/>
                  <a:pt x="2980806" y="176292"/>
                </a:cubicBezTo>
                <a:cubicBezTo>
                  <a:pt x="2979269" y="177829"/>
                  <a:pt x="2979269" y="183466"/>
                  <a:pt x="2980806" y="185003"/>
                </a:cubicBezTo>
                <a:cubicBezTo>
                  <a:pt x="2991569" y="184749"/>
                  <a:pt x="3002328" y="184491"/>
                  <a:pt x="3015909" y="184491"/>
                </a:cubicBezTo>
                <a:cubicBezTo>
                  <a:pt x="3027697" y="184491"/>
                  <a:pt x="3034871" y="184749"/>
                  <a:pt x="3045888" y="185003"/>
                </a:cubicBezTo>
                <a:cubicBezTo>
                  <a:pt x="3047424" y="183466"/>
                  <a:pt x="3047424" y="177829"/>
                  <a:pt x="3045888" y="176292"/>
                </a:cubicBezTo>
                <a:cubicBezTo>
                  <a:pt x="3035125" y="175268"/>
                  <a:pt x="3032564" y="174498"/>
                  <a:pt x="3032564" y="153214"/>
                </a:cubicBezTo>
                <a:close/>
                <a:moveTo>
                  <a:pt x="3198591" y="81420"/>
                </a:moveTo>
                <a:cubicBezTo>
                  <a:pt x="3216012" y="81420"/>
                  <a:pt x="3227799" y="102179"/>
                  <a:pt x="3227799" y="137291"/>
                </a:cubicBezTo>
                <a:cubicBezTo>
                  <a:pt x="3227799" y="168043"/>
                  <a:pt x="3215758" y="176245"/>
                  <a:pt x="3206535" y="176245"/>
                </a:cubicBezTo>
                <a:cubicBezTo>
                  <a:pt x="3185525" y="176245"/>
                  <a:pt x="3177323" y="144723"/>
                  <a:pt x="3177323" y="125758"/>
                </a:cubicBezTo>
                <a:cubicBezTo>
                  <a:pt x="3177323" y="102179"/>
                  <a:pt x="3181424" y="81420"/>
                  <a:pt x="3198591" y="81420"/>
                </a:cubicBezTo>
                <a:moveTo>
                  <a:pt x="3141453" y="131395"/>
                </a:moveTo>
                <a:cubicBezTo>
                  <a:pt x="3141453" y="164970"/>
                  <a:pt x="3168101" y="187004"/>
                  <a:pt x="3202434" y="187004"/>
                </a:cubicBezTo>
                <a:cubicBezTo>
                  <a:pt x="3220625" y="187004"/>
                  <a:pt x="3235743" y="181883"/>
                  <a:pt x="3246248" y="172402"/>
                </a:cubicBezTo>
                <a:cubicBezTo>
                  <a:pt x="3259314" y="160869"/>
                  <a:pt x="3263669" y="143441"/>
                  <a:pt x="3263669" y="129089"/>
                </a:cubicBezTo>
                <a:cubicBezTo>
                  <a:pt x="3263669" y="95518"/>
                  <a:pt x="3240865" y="70657"/>
                  <a:pt x="3202688" y="70657"/>
                </a:cubicBezTo>
                <a:cubicBezTo>
                  <a:pt x="3181424" y="70657"/>
                  <a:pt x="3165540" y="78089"/>
                  <a:pt x="3155547" y="89622"/>
                </a:cubicBezTo>
                <a:cubicBezTo>
                  <a:pt x="3145808" y="100897"/>
                  <a:pt x="3141453" y="116273"/>
                  <a:pt x="3141453" y="131395"/>
                </a:cubicBezTo>
                <a:close/>
                <a:moveTo>
                  <a:pt x="3289290" y="73409"/>
                </a:moveTo>
                <a:cubicBezTo>
                  <a:pt x="3285704" y="73409"/>
                  <a:pt x="3281861" y="74437"/>
                  <a:pt x="3278531" y="77256"/>
                </a:cubicBezTo>
                <a:lnTo>
                  <a:pt x="3278531" y="84684"/>
                </a:lnTo>
                <a:cubicBezTo>
                  <a:pt x="3278531" y="85967"/>
                  <a:pt x="3278785" y="86221"/>
                  <a:pt x="3279809" y="86221"/>
                </a:cubicBezTo>
                <a:lnTo>
                  <a:pt x="3296464" y="86221"/>
                </a:lnTo>
                <a:cubicBezTo>
                  <a:pt x="3295951" y="112047"/>
                  <a:pt x="3295697" y="144778"/>
                  <a:pt x="3295697" y="157566"/>
                </a:cubicBezTo>
                <a:cubicBezTo>
                  <a:pt x="3295697" y="166515"/>
                  <a:pt x="3298004" y="175221"/>
                  <a:pt x="3303383" y="179831"/>
                </a:cubicBezTo>
                <a:cubicBezTo>
                  <a:pt x="3309275" y="184702"/>
                  <a:pt x="3318498" y="187004"/>
                  <a:pt x="3324647" y="187004"/>
                </a:cubicBezTo>
                <a:cubicBezTo>
                  <a:pt x="3338741" y="187004"/>
                  <a:pt x="3354368" y="179831"/>
                  <a:pt x="3359493" y="172657"/>
                </a:cubicBezTo>
                <a:cubicBezTo>
                  <a:pt x="3359493" y="169584"/>
                  <a:pt x="3357956" y="168047"/>
                  <a:pt x="3354884" y="165490"/>
                </a:cubicBezTo>
                <a:cubicBezTo>
                  <a:pt x="3351553" y="168047"/>
                  <a:pt x="3345145" y="169071"/>
                  <a:pt x="3340278" y="169071"/>
                </a:cubicBezTo>
                <a:cubicBezTo>
                  <a:pt x="3334640" y="169071"/>
                  <a:pt x="3329003" y="164724"/>
                  <a:pt x="3329003" y="151940"/>
                </a:cubicBezTo>
                <a:cubicBezTo>
                  <a:pt x="3329003" y="139152"/>
                  <a:pt x="3328748" y="111793"/>
                  <a:pt x="3328748" y="86221"/>
                </a:cubicBezTo>
                <a:lnTo>
                  <a:pt x="3354626" y="86221"/>
                </a:lnTo>
                <a:cubicBezTo>
                  <a:pt x="3357186" y="86221"/>
                  <a:pt x="3360775" y="85196"/>
                  <a:pt x="3360775" y="82890"/>
                </a:cubicBezTo>
                <a:lnTo>
                  <a:pt x="3360775" y="74950"/>
                </a:lnTo>
                <a:cubicBezTo>
                  <a:pt x="3360775" y="73925"/>
                  <a:pt x="3360005" y="73409"/>
                  <a:pt x="3358727" y="73409"/>
                </a:cubicBezTo>
                <a:lnTo>
                  <a:pt x="3328748" y="73409"/>
                </a:lnTo>
                <a:lnTo>
                  <a:pt x="3329003" y="64699"/>
                </a:lnTo>
                <a:cubicBezTo>
                  <a:pt x="3329515" y="47532"/>
                  <a:pt x="3330285" y="35749"/>
                  <a:pt x="3330285" y="35749"/>
                </a:cubicBezTo>
                <a:cubicBezTo>
                  <a:pt x="3330285" y="34208"/>
                  <a:pt x="3329515" y="33442"/>
                  <a:pt x="3328236" y="33442"/>
                </a:cubicBezTo>
                <a:cubicBezTo>
                  <a:pt x="3326442" y="33442"/>
                  <a:pt x="3316961" y="36261"/>
                  <a:pt x="3312864" y="38055"/>
                </a:cubicBezTo>
                <a:cubicBezTo>
                  <a:pt x="3308505" y="39846"/>
                  <a:pt x="3301077" y="41382"/>
                  <a:pt x="3299282" y="43689"/>
                </a:cubicBezTo>
                <a:cubicBezTo>
                  <a:pt x="3297488" y="45996"/>
                  <a:pt x="3296464" y="52915"/>
                  <a:pt x="3296464" y="73409"/>
                </a:cubicBezTo>
                <a:lnTo>
                  <a:pt x="3289290" y="73409"/>
                </a:lnTo>
                <a:close/>
                <a:moveTo>
                  <a:pt x="3410223" y="113955"/>
                </a:moveTo>
                <a:cubicBezTo>
                  <a:pt x="3410481" y="104990"/>
                  <a:pt x="3411763" y="95252"/>
                  <a:pt x="3415348" y="90130"/>
                </a:cubicBezTo>
                <a:cubicBezTo>
                  <a:pt x="3419449" y="83981"/>
                  <a:pt x="3426365" y="81420"/>
                  <a:pt x="3429184" y="81420"/>
                </a:cubicBezTo>
                <a:cubicBezTo>
                  <a:pt x="3436104" y="81420"/>
                  <a:pt x="3445580" y="88082"/>
                  <a:pt x="3445580" y="108575"/>
                </a:cubicBezTo>
                <a:cubicBezTo>
                  <a:pt x="3445580" y="110112"/>
                  <a:pt x="3445580" y="113443"/>
                  <a:pt x="3445068" y="113955"/>
                </a:cubicBezTo>
                <a:lnTo>
                  <a:pt x="3410223" y="113955"/>
                </a:lnTo>
                <a:moveTo>
                  <a:pt x="3475304" y="151381"/>
                </a:moveTo>
                <a:cubicBezTo>
                  <a:pt x="3464800" y="162152"/>
                  <a:pt x="3450964" y="164970"/>
                  <a:pt x="3441225" y="164970"/>
                </a:cubicBezTo>
                <a:cubicBezTo>
                  <a:pt x="3421240" y="164970"/>
                  <a:pt x="3408944" y="153433"/>
                  <a:pt x="3408944" y="128307"/>
                </a:cubicBezTo>
                <a:cubicBezTo>
                  <a:pt x="3408944" y="126512"/>
                  <a:pt x="3409198" y="125484"/>
                  <a:pt x="3409198" y="124202"/>
                </a:cubicBezTo>
                <a:lnTo>
                  <a:pt x="3470691" y="124202"/>
                </a:lnTo>
                <a:cubicBezTo>
                  <a:pt x="3476841" y="124202"/>
                  <a:pt x="3478119" y="119847"/>
                  <a:pt x="3478119" y="116262"/>
                </a:cubicBezTo>
                <a:cubicBezTo>
                  <a:pt x="3478119" y="94485"/>
                  <a:pt x="3469667" y="70657"/>
                  <a:pt x="3432002" y="70657"/>
                </a:cubicBezTo>
                <a:cubicBezTo>
                  <a:pt x="3405101" y="70657"/>
                  <a:pt x="3374353" y="94485"/>
                  <a:pt x="3374353" y="133690"/>
                </a:cubicBezTo>
                <a:cubicBezTo>
                  <a:pt x="3374353" y="148562"/>
                  <a:pt x="3379736" y="164204"/>
                  <a:pt x="3390753" y="174197"/>
                </a:cubicBezTo>
                <a:cubicBezTo>
                  <a:pt x="3400488" y="182907"/>
                  <a:pt x="3413041" y="187004"/>
                  <a:pt x="3431232" y="187004"/>
                </a:cubicBezTo>
                <a:cubicBezTo>
                  <a:pt x="3448911" y="187004"/>
                  <a:pt x="3466336" y="178040"/>
                  <a:pt x="3479148" y="159333"/>
                </a:cubicBezTo>
                <a:cubicBezTo>
                  <a:pt x="3479148" y="155998"/>
                  <a:pt x="3477865" y="151381"/>
                  <a:pt x="3475304" y="151381"/>
                </a:cubicBezTo>
                <a:close/>
                <a:moveTo>
                  <a:pt x="3570357" y="73409"/>
                </a:moveTo>
                <a:cubicBezTo>
                  <a:pt x="3566772" y="73409"/>
                  <a:pt x="3562929" y="74437"/>
                  <a:pt x="3559598" y="77256"/>
                </a:cubicBezTo>
                <a:lnTo>
                  <a:pt x="3559598" y="84684"/>
                </a:lnTo>
                <a:cubicBezTo>
                  <a:pt x="3559598" y="85967"/>
                  <a:pt x="3559852" y="86221"/>
                  <a:pt x="3560876" y="86221"/>
                </a:cubicBezTo>
                <a:lnTo>
                  <a:pt x="3577531" y="86221"/>
                </a:lnTo>
                <a:cubicBezTo>
                  <a:pt x="3577019" y="112047"/>
                  <a:pt x="3576765" y="144778"/>
                  <a:pt x="3576765" y="157566"/>
                </a:cubicBezTo>
                <a:cubicBezTo>
                  <a:pt x="3576765" y="166515"/>
                  <a:pt x="3579071" y="175221"/>
                  <a:pt x="3584451" y="179831"/>
                </a:cubicBezTo>
                <a:cubicBezTo>
                  <a:pt x="3590342" y="184702"/>
                  <a:pt x="3599565" y="187004"/>
                  <a:pt x="3605715" y="187004"/>
                </a:cubicBezTo>
                <a:cubicBezTo>
                  <a:pt x="3619809" y="187004"/>
                  <a:pt x="3635435" y="179831"/>
                  <a:pt x="3640560" y="172657"/>
                </a:cubicBezTo>
                <a:cubicBezTo>
                  <a:pt x="3640560" y="169584"/>
                  <a:pt x="3639024" y="168047"/>
                  <a:pt x="3635951" y="165490"/>
                </a:cubicBezTo>
                <a:cubicBezTo>
                  <a:pt x="3632620" y="168047"/>
                  <a:pt x="3626212" y="169071"/>
                  <a:pt x="3621345" y="169071"/>
                </a:cubicBezTo>
                <a:cubicBezTo>
                  <a:pt x="3615707" y="169071"/>
                  <a:pt x="3610070" y="164724"/>
                  <a:pt x="3610070" y="151940"/>
                </a:cubicBezTo>
                <a:cubicBezTo>
                  <a:pt x="3610070" y="139152"/>
                  <a:pt x="3609816" y="111793"/>
                  <a:pt x="3609816" y="86221"/>
                </a:cubicBezTo>
                <a:lnTo>
                  <a:pt x="3635693" y="86221"/>
                </a:lnTo>
                <a:cubicBezTo>
                  <a:pt x="3638254" y="86221"/>
                  <a:pt x="3641843" y="85196"/>
                  <a:pt x="3641843" y="82890"/>
                </a:cubicBezTo>
                <a:lnTo>
                  <a:pt x="3641843" y="74950"/>
                </a:lnTo>
                <a:cubicBezTo>
                  <a:pt x="3641843" y="73925"/>
                  <a:pt x="3641072" y="73409"/>
                  <a:pt x="3639794" y="73409"/>
                </a:cubicBezTo>
                <a:lnTo>
                  <a:pt x="3609816" y="73409"/>
                </a:lnTo>
                <a:lnTo>
                  <a:pt x="3610070" y="64699"/>
                </a:lnTo>
                <a:cubicBezTo>
                  <a:pt x="3610582" y="47532"/>
                  <a:pt x="3611352" y="35749"/>
                  <a:pt x="3611352" y="35749"/>
                </a:cubicBezTo>
                <a:cubicBezTo>
                  <a:pt x="3611352" y="34208"/>
                  <a:pt x="3610582" y="33442"/>
                  <a:pt x="3609304" y="33442"/>
                </a:cubicBezTo>
                <a:cubicBezTo>
                  <a:pt x="3607509" y="33442"/>
                  <a:pt x="3598029" y="36261"/>
                  <a:pt x="3593931" y="38055"/>
                </a:cubicBezTo>
                <a:cubicBezTo>
                  <a:pt x="3589572" y="39846"/>
                  <a:pt x="3582144" y="41382"/>
                  <a:pt x="3580350" y="43689"/>
                </a:cubicBezTo>
                <a:cubicBezTo>
                  <a:pt x="3578555" y="45996"/>
                  <a:pt x="3577531" y="52915"/>
                  <a:pt x="3577531" y="73409"/>
                </a:cubicBezTo>
                <a:lnTo>
                  <a:pt x="3570357" y="73409"/>
                </a:lnTo>
                <a:close/>
                <a:moveTo>
                  <a:pt x="3721527" y="171890"/>
                </a:moveTo>
                <a:cubicBezTo>
                  <a:pt x="3723317" y="182395"/>
                  <a:pt x="3730237" y="187004"/>
                  <a:pt x="3741508" y="187004"/>
                </a:cubicBezTo>
                <a:cubicBezTo>
                  <a:pt x="3755602" y="187004"/>
                  <a:pt x="3765595" y="181625"/>
                  <a:pt x="3775076" y="172657"/>
                </a:cubicBezTo>
                <a:cubicBezTo>
                  <a:pt x="3774563" y="169584"/>
                  <a:pt x="3773535" y="167535"/>
                  <a:pt x="3770462" y="165483"/>
                </a:cubicBezTo>
                <a:cubicBezTo>
                  <a:pt x="3767131" y="168047"/>
                  <a:pt x="3764571" y="169071"/>
                  <a:pt x="3759703" y="169071"/>
                </a:cubicBezTo>
                <a:cubicBezTo>
                  <a:pt x="3754066" y="169071"/>
                  <a:pt x="3752529" y="164458"/>
                  <a:pt x="3752529" y="151901"/>
                </a:cubicBezTo>
                <a:lnTo>
                  <a:pt x="3753042" y="114995"/>
                </a:lnTo>
                <a:cubicBezTo>
                  <a:pt x="3753042" y="78089"/>
                  <a:pt x="3730237" y="70657"/>
                  <a:pt x="3709227" y="70657"/>
                </a:cubicBezTo>
                <a:cubicBezTo>
                  <a:pt x="3690524" y="70657"/>
                  <a:pt x="3661828" y="81420"/>
                  <a:pt x="3661828" y="98336"/>
                </a:cubicBezTo>
                <a:cubicBezTo>
                  <a:pt x="3661828" y="105510"/>
                  <a:pt x="3664901" y="111148"/>
                  <a:pt x="3674894" y="111148"/>
                </a:cubicBezTo>
                <a:cubicBezTo>
                  <a:pt x="3684117" y="111148"/>
                  <a:pt x="3690778" y="105510"/>
                  <a:pt x="3690778" y="99361"/>
                </a:cubicBezTo>
                <a:cubicBezTo>
                  <a:pt x="3690778" y="96030"/>
                  <a:pt x="3688988" y="91671"/>
                  <a:pt x="3689754" y="87315"/>
                </a:cubicBezTo>
                <a:cubicBezTo>
                  <a:pt x="3690012" y="84497"/>
                  <a:pt x="3692061" y="81420"/>
                  <a:pt x="3700517" y="81420"/>
                </a:cubicBezTo>
                <a:cubicBezTo>
                  <a:pt x="3711276" y="81420"/>
                  <a:pt x="3720244" y="86033"/>
                  <a:pt x="3720244" y="118584"/>
                </a:cubicBezTo>
                <a:lnTo>
                  <a:pt x="3703078" y="123963"/>
                </a:lnTo>
                <a:cubicBezTo>
                  <a:pt x="3676176" y="132420"/>
                  <a:pt x="3657215" y="139856"/>
                  <a:pt x="3657215" y="160099"/>
                </a:cubicBezTo>
                <a:cubicBezTo>
                  <a:pt x="3657215" y="177782"/>
                  <a:pt x="3666950" y="187004"/>
                  <a:pt x="3689242" y="187004"/>
                </a:cubicBezTo>
                <a:cubicBezTo>
                  <a:pt x="3696674" y="187004"/>
                  <a:pt x="3711534" y="178806"/>
                  <a:pt x="3719986" y="172144"/>
                </a:cubicBezTo>
                <a:lnTo>
                  <a:pt x="3721527" y="171890"/>
                </a:lnTo>
                <a:moveTo>
                  <a:pt x="3720244" y="128577"/>
                </a:moveTo>
                <a:lnTo>
                  <a:pt x="3720244" y="162406"/>
                </a:lnTo>
                <a:cubicBezTo>
                  <a:pt x="3713841" y="167531"/>
                  <a:pt x="3707433" y="171632"/>
                  <a:pt x="3702824" y="171632"/>
                </a:cubicBezTo>
                <a:cubicBezTo>
                  <a:pt x="3691803" y="171632"/>
                  <a:pt x="3687960" y="164200"/>
                  <a:pt x="3687960" y="156256"/>
                </a:cubicBezTo>
                <a:cubicBezTo>
                  <a:pt x="3687960" y="146775"/>
                  <a:pt x="3688730" y="138827"/>
                  <a:pt x="3706921" y="132936"/>
                </a:cubicBezTo>
                <a:lnTo>
                  <a:pt x="3720244" y="128577"/>
                </a:lnTo>
                <a:close/>
                <a:moveTo>
                  <a:pt x="3849889" y="110714"/>
                </a:moveTo>
                <a:cubicBezTo>
                  <a:pt x="3849889" y="135383"/>
                  <a:pt x="3842715" y="138464"/>
                  <a:pt x="3836053" y="138464"/>
                </a:cubicBezTo>
                <a:cubicBezTo>
                  <a:pt x="3820168" y="138464"/>
                  <a:pt x="3818116" y="119452"/>
                  <a:pt x="3818116" y="106347"/>
                </a:cubicBezTo>
                <a:cubicBezTo>
                  <a:pt x="3818116" y="87331"/>
                  <a:pt x="3822729" y="80396"/>
                  <a:pt x="3832722" y="80396"/>
                </a:cubicBezTo>
                <a:cubicBezTo>
                  <a:pt x="3844763" y="80396"/>
                  <a:pt x="3849889" y="90416"/>
                  <a:pt x="3849889" y="110714"/>
                </a:cubicBezTo>
                <a:moveTo>
                  <a:pt x="3820423" y="191008"/>
                </a:moveTo>
                <a:cubicBezTo>
                  <a:pt x="3840154" y="191008"/>
                  <a:pt x="3878072" y="191778"/>
                  <a:pt x="3878072" y="205348"/>
                </a:cubicBezTo>
                <a:cubicBezTo>
                  <a:pt x="3878072" y="214567"/>
                  <a:pt x="3873971" y="225064"/>
                  <a:pt x="3865519" y="229673"/>
                </a:cubicBezTo>
                <a:cubicBezTo>
                  <a:pt x="3857575" y="234282"/>
                  <a:pt x="3844509" y="234795"/>
                  <a:pt x="3834771" y="234795"/>
                </a:cubicBezTo>
                <a:cubicBezTo>
                  <a:pt x="3817862" y="234795"/>
                  <a:pt x="3806333" y="222249"/>
                  <a:pt x="3806333" y="209191"/>
                </a:cubicBezTo>
                <a:cubicBezTo>
                  <a:pt x="3806333" y="200485"/>
                  <a:pt x="3806333" y="194593"/>
                  <a:pt x="3809151" y="189471"/>
                </a:cubicBezTo>
                <a:cubicBezTo>
                  <a:pt x="3811712" y="190496"/>
                  <a:pt x="3815043" y="191008"/>
                  <a:pt x="3820423" y="191008"/>
                </a:cubicBezTo>
                <a:moveTo>
                  <a:pt x="3895239" y="83480"/>
                </a:moveTo>
                <a:cubicBezTo>
                  <a:pt x="3902413" y="83480"/>
                  <a:pt x="3906510" y="80396"/>
                  <a:pt x="3906510" y="70915"/>
                </a:cubicBezTo>
                <a:cubicBezTo>
                  <a:pt x="3906510" y="66048"/>
                  <a:pt x="3899852" y="58616"/>
                  <a:pt x="3890114" y="58616"/>
                </a:cubicBezTo>
                <a:cubicBezTo>
                  <a:pt x="3878843" y="58616"/>
                  <a:pt x="3863979" y="67072"/>
                  <a:pt x="3856551" y="73734"/>
                </a:cubicBezTo>
                <a:cubicBezTo>
                  <a:pt x="3851937" y="71173"/>
                  <a:pt x="3846558" y="70657"/>
                  <a:pt x="3835029" y="70657"/>
                </a:cubicBezTo>
                <a:cubicBezTo>
                  <a:pt x="3824011" y="70657"/>
                  <a:pt x="3813249" y="73222"/>
                  <a:pt x="3804796" y="78859"/>
                </a:cubicBezTo>
                <a:cubicBezTo>
                  <a:pt x="3794291" y="85533"/>
                  <a:pt x="3787371" y="95557"/>
                  <a:pt x="3787371" y="108661"/>
                </a:cubicBezTo>
                <a:cubicBezTo>
                  <a:pt x="3787371" y="121250"/>
                  <a:pt x="3794803" y="134867"/>
                  <a:pt x="3807099" y="141541"/>
                </a:cubicBezTo>
                <a:cubicBezTo>
                  <a:pt x="3799159" y="148460"/>
                  <a:pt x="3786859" y="162054"/>
                  <a:pt x="3786859" y="167183"/>
                </a:cubicBezTo>
                <a:cubicBezTo>
                  <a:pt x="3786859" y="172051"/>
                  <a:pt x="3787629" y="175123"/>
                  <a:pt x="3790190" y="178967"/>
                </a:cubicBezTo>
                <a:cubicBezTo>
                  <a:pt x="3792497" y="182555"/>
                  <a:pt x="3795570" y="184604"/>
                  <a:pt x="3800695" y="186140"/>
                </a:cubicBezTo>
                <a:cubicBezTo>
                  <a:pt x="3789678" y="192802"/>
                  <a:pt x="3778403" y="207397"/>
                  <a:pt x="3778403" y="211752"/>
                </a:cubicBezTo>
                <a:cubicBezTo>
                  <a:pt x="3778403" y="221225"/>
                  <a:pt x="3781480" y="232234"/>
                  <a:pt x="3788396" y="237101"/>
                </a:cubicBezTo>
                <a:cubicBezTo>
                  <a:pt x="3798388" y="244017"/>
                  <a:pt x="3815301" y="245554"/>
                  <a:pt x="3827597" y="245554"/>
                </a:cubicBezTo>
                <a:cubicBezTo>
                  <a:pt x="3863212" y="245554"/>
                  <a:pt x="3903950" y="226858"/>
                  <a:pt x="3903950" y="198690"/>
                </a:cubicBezTo>
                <a:cubicBezTo>
                  <a:pt x="3903950" y="193314"/>
                  <a:pt x="3901389" y="182297"/>
                  <a:pt x="3891138" y="175381"/>
                </a:cubicBezTo>
                <a:cubicBezTo>
                  <a:pt x="3881145" y="168720"/>
                  <a:pt x="3842715" y="166925"/>
                  <a:pt x="3823753" y="166925"/>
                </a:cubicBezTo>
                <a:cubicBezTo>
                  <a:pt x="3819144" y="166925"/>
                  <a:pt x="3812224" y="166413"/>
                  <a:pt x="3812224" y="156154"/>
                </a:cubicBezTo>
                <a:cubicBezTo>
                  <a:pt x="3812224" y="152049"/>
                  <a:pt x="3814789" y="148460"/>
                  <a:pt x="3816067" y="145384"/>
                </a:cubicBezTo>
                <a:cubicBezTo>
                  <a:pt x="3821447" y="147944"/>
                  <a:pt x="3826830" y="148202"/>
                  <a:pt x="3834771" y="148202"/>
                </a:cubicBezTo>
                <a:cubicBezTo>
                  <a:pt x="3847840" y="148202"/>
                  <a:pt x="3859881" y="144872"/>
                  <a:pt x="3868592" y="137181"/>
                </a:cubicBezTo>
                <a:cubicBezTo>
                  <a:pt x="3876024" y="130500"/>
                  <a:pt x="3881145" y="121508"/>
                  <a:pt x="3881145" y="109944"/>
                </a:cubicBezTo>
                <a:cubicBezTo>
                  <a:pt x="3881145" y="95557"/>
                  <a:pt x="3873971" y="86049"/>
                  <a:pt x="3865261" y="78859"/>
                </a:cubicBezTo>
                <a:cubicBezTo>
                  <a:pt x="3867310" y="76294"/>
                  <a:pt x="3875766" y="71685"/>
                  <a:pt x="3878327" y="71685"/>
                </a:cubicBezTo>
                <a:cubicBezTo>
                  <a:pt x="3880633" y="71685"/>
                  <a:pt x="3882428" y="73222"/>
                  <a:pt x="3883198" y="74758"/>
                </a:cubicBezTo>
                <a:cubicBezTo>
                  <a:pt x="3884222" y="78089"/>
                  <a:pt x="3888831" y="83480"/>
                  <a:pt x="3895239" y="83480"/>
                </a:cubicBezTo>
                <a:close/>
                <a:moveTo>
                  <a:pt x="3921372" y="147030"/>
                </a:moveTo>
                <a:cubicBezTo>
                  <a:pt x="3922396" y="159587"/>
                  <a:pt x="3923679" y="171632"/>
                  <a:pt x="3925727" y="181371"/>
                </a:cubicBezTo>
                <a:cubicBezTo>
                  <a:pt x="3930598" y="182907"/>
                  <a:pt x="3946995" y="187004"/>
                  <a:pt x="3961343" y="187004"/>
                </a:cubicBezTo>
                <a:cubicBezTo>
                  <a:pt x="3981070" y="187004"/>
                  <a:pt x="4005669" y="176245"/>
                  <a:pt x="4005669" y="153949"/>
                </a:cubicBezTo>
                <a:cubicBezTo>
                  <a:pt x="4005669" y="145235"/>
                  <a:pt x="4003617" y="138315"/>
                  <a:pt x="3997725" y="131908"/>
                </a:cubicBezTo>
                <a:cubicBezTo>
                  <a:pt x="3990293" y="123705"/>
                  <a:pt x="3979788" y="117302"/>
                  <a:pt x="3968005" y="112176"/>
                </a:cubicBezTo>
                <a:cubicBezTo>
                  <a:pt x="3957754" y="107817"/>
                  <a:pt x="3954169" y="99615"/>
                  <a:pt x="3954169" y="92183"/>
                </a:cubicBezTo>
                <a:cubicBezTo>
                  <a:pt x="3954169" y="86291"/>
                  <a:pt x="3959036" y="81420"/>
                  <a:pt x="3966468" y="81420"/>
                </a:cubicBezTo>
                <a:cubicBezTo>
                  <a:pt x="3975433" y="81420"/>
                  <a:pt x="3984147" y="89622"/>
                  <a:pt x="3990551" y="105256"/>
                </a:cubicBezTo>
                <a:cubicBezTo>
                  <a:pt x="3995164" y="106023"/>
                  <a:pt x="3997983" y="105768"/>
                  <a:pt x="4000544" y="103974"/>
                </a:cubicBezTo>
                <a:cubicBezTo>
                  <a:pt x="4000544" y="94747"/>
                  <a:pt x="3999520" y="85009"/>
                  <a:pt x="3997213" y="76807"/>
                </a:cubicBezTo>
                <a:cubicBezTo>
                  <a:pt x="3989015" y="73222"/>
                  <a:pt x="3982607" y="70657"/>
                  <a:pt x="3968517" y="70657"/>
                </a:cubicBezTo>
                <a:cubicBezTo>
                  <a:pt x="3954935" y="70657"/>
                  <a:pt x="3942128" y="75782"/>
                  <a:pt x="3933929" y="83985"/>
                </a:cubicBezTo>
                <a:cubicBezTo>
                  <a:pt x="3928034" y="89876"/>
                  <a:pt x="3925215" y="97054"/>
                  <a:pt x="3925215" y="103974"/>
                </a:cubicBezTo>
                <a:cubicBezTo>
                  <a:pt x="3925215" y="111660"/>
                  <a:pt x="3928034" y="117814"/>
                  <a:pt x="3933159" y="123193"/>
                </a:cubicBezTo>
                <a:cubicBezTo>
                  <a:pt x="3941103" y="131908"/>
                  <a:pt x="3954935" y="140880"/>
                  <a:pt x="3962879" y="144465"/>
                </a:cubicBezTo>
                <a:cubicBezTo>
                  <a:pt x="3973130" y="149078"/>
                  <a:pt x="3975945" y="158305"/>
                  <a:pt x="3975945" y="164454"/>
                </a:cubicBezTo>
                <a:cubicBezTo>
                  <a:pt x="3975945" y="172657"/>
                  <a:pt x="3967747" y="177016"/>
                  <a:pt x="3960831" y="177016"/>
                </a:cubicBezTo>
                <a:cubicBezTo>
                  <a:pt x="3949302" y="177016"/>
                  <a:pt x="3937002" y="165483"/>
                  <a:pt x="3931623" y="146517"/>
                </a:cubicBezTo>
                <a:cubicBezTo>
                  <a:pt x="3927522" y="145747"/>
                  <a:pt x="3925473" y="146005"/>
                  <a:pt x="3921372" y="147030"/>
                </a:cubicBezTo>
                <a:close/>
                <a:moveTo>
                  <a:pt x="4047176" y="151975"/>
                </a:moveTo>
                <a:cubicBezTo>
                  <a:pt x="4040514" y="151975"/>
                  <a:pt x="4031034" y="162226"/>
                  <a:pt x="4031034" y="168118"/>
                </a:cubicBezTo>
                <a:cubicBezTo>
                  <a:pt x="4031034" y="174525"/>
                  <a:pt x="4036413" y="181699"/>
                  <a:pt x="4041281" y="182978"/>
                </a:cubicBezTo>
                <a:cubicBezTo>
                  <a:pt x="4044611" y="183748"/>
                  <a:pt x="4050507" y="185796"/>
                  <a:pt x="4050507" y="191430"/>
                </a:cubicBezTo>
                <a:cubicBezTo>
                  <a:pt x="4050507" y="198088"/>
                  <a:pt x="4037437" y="216275"/>
                  <a:pt x="4025908" y="219348"/>
                </a:cubicBezTo>
                <a:cubicBezTo>
                  <a:pt x="4024626" y="222679"/>
                  <a:pt x="4024884" y="225240"/>
                  <a:pt x="4027703" y="227288"/>
                </a:cubicBezTo>
                <a:cubicBezTo>
                  <a:pt x="4037183" y="225752"/>
                  <a:pt x="4048200" y="219348"/>
                  <a:pt x="4055628" y="212178"/>
                </a:cubicBezTo>
                <a:cubicBezTo>
                  <a:pt x="4062802" y="205004"/>
                  <a:pt x="4069464" y="192454"/>
                  <a:pt x="4069464" y="183490"/>
                </a:cubicBezTo>
                <a:cubicBezTo>
                  <a:pt x="4069464" y="162480"/>
                  <a:pt x="4061008" y="151975"/>
                  <a:pt x="4047176" y="151975"/>
                </a:cubicBezTo>
                <a:close/>
                <a:moveTo>
                  <a:pt x="4154273" y="119655"/>
                </a:moveTo>
                <a:cubicBezTo>
                  <a:pt x="4154273" y="131184"/>
                  <a:pt x="4155552" y="188830"/>
                  <a:pt x="4213714" y="239048"/>
                </a:cubicBezTo>
                <a:lnTo>
                  <a:pt x="4221400" y="230850"/>
                </a:lnTo>
                <a:cubicBezTo>
                  <a:pt x="4213201" y="221627"/>
                  <a:pt x="4183735" y="187294"/>
                  <a:pt x="4183735" y="119655"/>
                </a:cubicBezTo>
                <a:cubicBezTo>
                  <a:pt x="4183735" y="52012"/>
                  <a:pt x="4213714" y="17679"/>
                  <a:pt x="4221400" y="8714"/>
                </a:cubicBezTo>
                <a:lnTo>
                  <a:pt x="4214226" y="0"/>
                </a:lnTo>
                <a:cubicBezTo>
                  <a:pt x="4180662" y="28954"/>
                  <a:pt x="4154273" y="73022"/>
                  <a:pt x="4154273" y="119655"/>
                </a:cubicBezTo>
                <a:close/>
                <a:moveTo>
                  <a:pt x="4247790" y="151897"/>
                </a:moveTo>
                <a:cubicBezTo>
                  <a:pt x="4247790" y="173169"/>
                  <a:pt x="4247278" y="176245"/>
                  <a:pt x="4246254" y="185980"/>
                </a:cubicBezTo>
                <a:cubicBezTo>
                  <a:pt x="4249326" y="187004"/>
                  <a:pt x="4252145" y="187775"/>
                  <a:pt x="4254964" y="187775"/>
                </a:cubicBezTo>
                <a:cubicBezTo>
                  <a:pt x="4258295" y="184956"/>
                  <a:pt x="4260860" y="181371"/>
                  <a:pt x="4263162" y="176758"/>
                </a:cubicBezTo>
                <a:cubicBezTo>
                  <a:pt x="4273155" y="184444"/>
                  <a:pt x="4288785" y="187004"/>
                  <a:pt x="4300573" y="187004"/>
                </a:cubicBezTo>
                <a:cubicBezTo>
                  <a:pt x="4329010" y="187004"/>
                  <a:pt x="4358989" y="158817"/>
                  <a:pt x="4358989" y="122169"/>
                </a:cubicBezTo>
                <a:cubicBezTo>
                  <a:pt x="4358989" y="107559"/>
                  <a:pt x="4353351" y="93207"/>
                  <a:pt x="4345153" y="83726"/>
                </a:cubicBezTo>
                <a:cubicBezTo>
                  <a:pt x="4335930" y="73222"/>
                  <a:pt x="4323631" y="70657"/>
                  <a:pt x="4310049" y="70657"/>
                </a:cubicBezTo>
                <a:cubicBezTo>
                  <a:pt x="4302109" y="70657"/>
                  <a:pt x="4288527" y="79625"/>
                  <a:pt x="4281099" y="85009"/>
                </a:cubicBezTo>
                <a:lnTo>
                  <a:pt x="4281099" y="34994"/>
                </a:lnTo>
                <a:cubicBezTo>
                  <a:pt x="4281099" y="18316"/>
                  <a:pt x="4281865" y="8886"/>
                  <a:pt x="4281865" y="8886"/>
                </a:cubicBezTo>
                <a:cubicBezTo>
                  <a:pt x="4281865" y="6615"/>
                  <a:pt x="4280075" y="5602"/>
                  <a:pt x="4277768" y="5602"/>
                </a:cubicBezTo>
                <a:cubicBezTo>
                  <a:pt x="4268288" y="8632"/>
                  <a:pt x="4247790" y="11412"/>
                  <a:pt x="4229599" y="12166"/>
                </a:cubicBezTo>
                <a:cubicBezTo>
                  <a:pt x="4228833" y="15243"/>
                  <a:pt x="4229087" y="18062"/>
                  <a:pt x="4230369" y="20365"/>
                </a:cubicBezTo>
                <a:cubicBezTo>
                  <a:pt x="4246508" y="21651"/>
                  <a:pt x="4247790" y="21905"/>
                  <a:pt x="4247790" y="39611"/>
                </a:cubicBezTo>
                <a:lnTo>
                  <a:pt x="4247790" y="151897"/>
                </a:lnTo>
                <a:moveTo>
                  <a:pt x="4281099" y="95256"/>
                </a:moveTo>
                <a:cubicBezTo>
                  <a:pt x="4289556" y="89618"/>
                  <a:pt x="4295189" y="88852"/>
                  <a:pt x="4301085" y="88852"/>
                </a:cubicBezTo>
                <a:cubicBezTo>
                  <a:pt x="4313638" y="88852"/>
                  <a:pt x="4323119" y="100385"/>
                  <a:pt x="4323119" y="125500"/>
                </a:cubicBezTo>
                <a:cubicBezTo>
                  <a:pt x="4323119" y="146517"/>
                  <a:pt x="4319530" y="176245"/>
                  <a:pt x="4299290" y="176245"/>
                </a:cubicBezTo>
                <a:cubicBezTo>
                  <a:pt x="4291858" y="176245"/>
                  <a:pt x="4285967" y="173169"/>
                  <a:pt x="4281099" y="167277"/>
                </a:cubicBezTo>
                <a:lnTo>
                  <a:pt x="4281099" y="95256"/>
                </a:lnTo>
                <a:close/>
                <a:moveTo>
                  <a:pt x="4439183" y="120148"/>
                </a:moveTo>
                <a:cubicBezTo>
                  <a:pt x="4439183" y="108618"/>
                  <a:pt x="4437901" y="50969"/>
                  <a:pt x="4379743" y="751"/>
                </a:cubicBezTo>
                <a:lnTo>
                  <a:pt x="4372057" y="8949"/>
                </a:lnTo>
                <a:cubicBezTo>
                  <a:pt x="4380255" y="18175"/>
                  <a:pt x="4409717" y="52509"/>
                  <a:pt x="4409717" y="120148"/>
                </a:cubicBezTo>
                <a:cubicBezTo>
                  <a:pt x="4409717" y="187790"/>
                  <a:pt x="4379743" y="222124"/>
                  <a:pt x="4372057" y="231088"/>
                </a:cubicBezTo>
                <a:lnTo>
                  <a:pt x="4379231" y="239799"/>
                </a:lnTo>
                <a:cubicBezTo>
                  <a:pt x="4412794" y="210849"/>
                  <a:pt x="4439183" y="166781"/>
                  <a:pt x="4439183" y="120148"/>
                </a:cubicBezTo>
                <a:close/>
                <a:moveTo>
                  <a:pt x="4524758" y="147030"/>
                </a:moveTo>
                <a:cubicBezTo>
                  <a:pt x="4525783" y="159587"/>
                  <a:pt x="4527065" y="171632"/>
                  <a:pt x="4529113" y="181371"/>
                </a:cubicBezTo>
                <a:cubicBezTo>
                  <a:pt x="4533985" y="182907"/>
                  <a:pt x="4550381" y="187004"/>
                  <a:pt x="4564729" y="187004"/>
                </a:cubicBezTo>
                <a:cubicBezTo>
                  <a:pt x="4584457" y="187004"/>
                  <a:pt x="4609055" y="176245"/>
                  <a:pt x="4609055" y="153949"/>
                </a:cubicBezTo>
                <a:cubicBezTo>
                  <a:pt x="4609055" y="145235"/>
                  <a:pt x="4607003" y="138315"/>
                  <a:pt x="4601111" y="131908"/>
                </a:cubicBezTo>
                <a:cubicBezTo>
                  <a:pt x="4593679" y="123705"/>
                  <a:pt x="4583174" y="117302"/>
                  <a:pt x="4571391" y="112176"/>
                </a:cubicBezTo>
                <a:cubicBezTo>
                  <a:pt x="4561140" y="107817"/>
                  <a:pt x="4557555" y="99615"/>
                  <a:pt x="4557555" y="92183"/>
                </a:cubicBezTo>
                <a:cubicBezTo>
                  <a:pt x="4557555" y="86291"/>
                  <a:pt x="4562423" y="81420"/>
                  <a:pt x="4569855" y="81420"/>
                </a:cubicBezTo>
                <a:cubicBezTo>
                  <a:pt x="4578819" y="81420"/>
                  <a:pt x="4587534" y="89622"/>
                  <a:pt x="4593937" y="105256"/>
                </a:cubicBezTo>
                <a:cubicBezTo>
                  <a:pt x="4598551" y="106023"/>
                  <a:pt x="4601369" y="105768"/>
                  <a:pt x="4603930" y="103974"/>
                </a:cubicBezTo>
                <a:cubicBezTo>
                  <a:pt x="4603930" y="94747"/>
                  <a:pt x="4602906" y="85009"/>
                  <a:pt x="4600599" y="76807"/>
                </a:cubicBezTo>
                <a:cubicBezTo>
                  <a:pt x="4592401" y="73222"/>
                  <a:pt x="4585993" y="70657"/>
                  <a:pt x="4571903" y="70657"/>
                </a:cubicBezTo>
                <a:cubicBezTo>
                  <a:pt x="4558322" y="70657"/>
                  <a:pt x="4545514" y="75782"/>
                  <a:pt x="4537316" y="83985"/>
                </a:cubicBezTo>
                <a:cubicBezTo>
                  <a:pt x="4531420" y="89876"/>
                  <a:pt x="4528601" y="97054"/>
                  <a:pt x="4528601" y="103974"/>
                </a:cubicBezTo>
                <a:cubicBezTo>
                  <a:pt x="4528601" y="111660"/>
                  <a:pt x="4531420" y="117814"/>
                  <a:pt x="4536545" y="123193"/>
                </a:cubicBezTo>
                <a:cubicBezTo>
                  <a:pt x="4544490" y="131908"/>
                  <a:pt x="4558322" y="140880"/>
                  <a:pt x="4566266" y="144465"/>
                </a:cubicBezTo>
                <a:cubicBezTo>
                  <a:pt x="4576516" y="149078"/>
                  <a:pt x="4579331" y="158305"/>
                  <a:pt x="4579331" y="164454"/>
                </a:cubicBezTo>
                <a:cubicBezTo>
                  <a:pt x="4579331" y="172657"/>
                  <a:pt x="4571133" y="177016"/>
                  <a:pt x="4564217" y="177016"/>
                </a:cubicBezTo>
                <a:cubicBezTo>
                  <a:pt x="4552688" y="177016"/>
                  <a:pt x="4540389" y="165483"/>
                  <a:pt x="4535009" y="146517"/>
                </a:cubicBezTo>
                <a:cubicBezTo>
                  <a:pt x="4530908" y="145747"/>
                  <a:pt x="4528859" y="146005"/>
                  <a:pt x="4524758" y="147030"/>
                </a:cubicBezTo>
                <a:close/>
                <a:moveTo>
                  <a:pt x="4757148" y="151674"/>
                </a:moveTo>
                <a:lnTo>
                  <a:pt x="4757148" y="111672"/>
                </a:lnTo>
                <a:cubicBezTo>
                  <a:pt x="4757148" y="83468"/>
                  <a:pt x="4745102" y="70657"/>
                  <a:pt x="4723068" y="70657"/>
                </a:cubicBezTo>
                <a:cubicBezTo>
                  <a:pt x="4713588" y="70657"/>
                  <a:pt x="4695397" y="80138"/>
                  <a:pt x="4680794" y="89106"/>
                </a:cubicBezTo>
                <a:lnTo>
                  <a:pt x="4680794" y="34994"/>
                </a:lnTo>
                <a:cubicBezTo>
                  <a:pt x="4680794" y="18316"/>
                  <a:pt x="4681561" y="8886"/>
                  <a:pt x="4681561" y="8886"/>
                </a:cubicBezTo>
                <a:cubicBezTo>
                  <a:pt x="4681561" y="6615"/>
                  <a:pt x="4679770" y="5602"/>
                  <a:pt x="4677464" y="5602"/>
                </a:cubicBezTo>
                <a:cubicBezTo>
                  <a:pt x="4667983" y="8632"/>
                  <a:pt x="4647485" y="11412"/>
                  <a:pt x="4629294" y="12166"/>
                </a:cubicBezTo>
                <a:cubicBezTo>
                  <a:pt x="4628524" y="15243"/>
                  <a:pt x="4628782" y="18062"/>
                  <a:pt x="4630064" y="20365"/>
                </a:cubicBezTo>
                <a:cubicBezTo>
                  <a:pt x="4646203" y="21651"/>
                  <a:pt x="4647485" y="21905"/>
                  <a:pt x="4647485" y="39611"/>
                </a:cubicBezTo>
                <a:lnTo>
                  <a:pt x="4647485" y="151932"/>
                </a:lnTo>
                <a:cubicBezTo>
                  <a:pt x="4647485" y="173216"/>
                  <a:pt x="4643388" y="175522"/>
                  <a:pt x="4627758" y="176292"/>
                </a:cubicBezTo>
                <a:cubicBezTo>
                  <a:pt x="4626221" y="177829"/>
                  <a:pt x="4626221" y="183466"/>
                  <a:pt x="4627758" y="185003"/>
                </a:cubicBezTo>
                <a:cubicBezTo>
                  <a:pt x="4638517" y="184749"/>
                  <a:pt x="4650046" y="184491"/>
                  <a:pt x="4664140" y="184491"/>
                </a:cubicBezTo>
                <a:cubicBezTo>
                  <a:pt x="4676439" y="184491"/>
                  <a:pt x="4684379" y="184749"/>
                  <a:pt x="4695397" y="185003"/>
                </a:cubicBezTo>
                <a:cubicBezTo>
                  <a:pt x="4696937" y="183466"/>
                  <a:pt x="4696937" y="177829"/>
                  <a:pt x="4695397" y="176292"/>
                </a:cubicBezTo>
                <a:cubicBezTo>
                  <a:pt x="4684638" y="175522"/>
                  <a:pt x="4680794" y="173216"/>
                  <a:pt x="4680794" y="151932"/>
                </a:cubicBezTo>
                <a:lnTo>
                  <a:pt x="4680794" y="99365"/>
                </a:lnTo>
                <a:cubicBezTo>
                  <a:pt x="4691553" y="92695"/>
                  <a:pt x="4700010" y="89618"/>
                  <a:pt x="4704623" y="89618"/>
                </a:cubicBezTo>
                <a:cubicBezTo>
                  <a:pt x="4714870" y="89618"/>
                  <a:pt x="4723838" y="94235"/>
                  <a:pt x="4723838" y="108853"/>
                </a:cubicBezTo>
                <a:lnTo>
                  <a:pt x="4723838" y="151674"/>
                </a:lnTo>
                <a:cubicBezTo>
                  <a:pt x="4723838" y="173216"/>
                  <a:pt x="4719737" y="175522"/>
                  <a:pt x="4709232" y="176292"/>
                </a:cubicBezTo>
                <a:cubicBezTo>
                  <a:pt x="4707696" y="177829"/>
                  <a:pt x="4707696" y="183466"/>
                  <a:pt x="4709232" y="185003"/>
                </a:cubicBezTo>
                <a:cubicBezTo>
                  <a:pt x="4719995" y="184749"/>
                  <a:pt x="4728194" y="184491"/>
                  <a:pt x="4740493" y="184491"/>
                </a:cubicBezTo>
                <a:cubicBezTo>
                  <a:pt x="4754583" y="184491"/>
                  <a:pt x="4765858" y="184749"/>
                  <a:pt x="4776875" y="185003"/>
                </a:cubicBezTo>
                <a:cubicBezTo>
                  <a:pt x="4778411" y="183466"/>
                  <a:pt x="4778411" y="177829"/>
                  <a:pt x="4776875" y="176292"/>
                </a:cubicBezTo>
                <a:cubicBezTo>
                  <a:pt x="4761245" y="175522"/>
                  <a:pt x="4757148" y="173216"/>
                  <a:pt x="4757148" y="151674"/>
                </a:cubicBezTo>
                <a:close/>
                <a:moveTo>
                  <a:pt x="4847078" y="81420"/>
                </a:moveTo>
                <a:cubicBezTo>
                  <a:pt x="4864498" y="81420"/>
                  <a:pt x="4876286" y="102179"/>
                  <a:pt x="4876286" y="137291"/>
                </a:cubicBezTo>
                <a:cubicBezTo>
                  <a:pt x="4876286" y="168043"/>
                  <a:pt x="4864244" y="176245"/>
                  <a:pt x="4855022" y="176245"/>
                </a:cubicBezTo>
                <a:cubicBezTo>
                  <a:pt x="4834012" y="176245"/>
                  <a:pt x="4825810" y="144723"/>
                  <a:pt x="4825810" y="125758"/>
                </a:cubicBezTo>
                <a:cubicBezTo>
                  <a:pt x="4825810" y="102179"/>
                  <a:pt x="4829911" y="81420"/>
                  <a:pt x="4847078" y="81420"/>
                </a:cubicBezTo>
                <a:moveTo>
                  <a:pt x="4789940" y="131395"/>
                </a:moveTo>
                <a:cubicBezTo>
                  <a:pt x="4789940" y="164970"/>
                  <a:pt x="4816587" y="187004"/>
                  <a:pt x="4850921" y="187004"/>
                </a:cubicBezTo>
                <a:cubicBezTo>
                  <a:pt x="4869112" y="187004"/>
                  <a:pt x="4884230" y="181883"/>
                  <a:pt x="4894735" y="172402"/>
                </a:cubicBezTo>
                <a:cubicBezTo>
                  <a:pt x="4907800" y="160869"/>
                  <a:pt x="4912156" y="143441"/>
                  <a:pt x="4912156" y="129089"/>
                </a:cubicBezTo>
                <a:cubicBezTo>
                  <a:pt x="4912156" y="95518"/>
                  <a:pt x="4889351" y="70657"/>
                  <a:pt x="4851175" y="70657"/>
                </a:cubicBezTo>
                <a:cubicBezTo>
                  <a:pt x="4829911" y="70657"/>
                  <a:pt x="4814026" y="78089"/>
                  <a:pt x="4804034" y="89622"/>
                </a:cubicBezTo>
                <a:cubicBezTo>
                  <a:pt x="4794295" y="100897"/>
                  <a:pt x="4789940" y="116273"/>
                  <a:pt x="4789940" y="131395"/>
                </a:cubicBezTo>
                <a:close/>
                <a:moveTo>
                  <a:pt x="5043338" y="99779"/>
                </a:moveTo>
                <a:cubicBezTo>
                  <a:pt x="5038470" y="87503"/>
                  <a:pt x="5035393" y="76240"/>
                  <a:pt x="5035393" y="76240"/>
                </a:cubicBezTo>
                <a:cubicBezTo>
                  <a:pt x="5030784" y="76498"/>
                  <a:pt x="5025913" y="76498"/>
                  <a:pt x="5021045" y="75986"/>
                </a:cubicBezTo>
                <a:lnTo>
                  <a:pt x="4996705" y="143515"/>
                </a:lnTo>
                <a:cubicBezTo>
                  <a:pt x="4995938" y="145305"/>
                  <a:pt x="4994914" y="145818"/>
                  <a:pt x="4993886" y="143261"/>
                </a:cubicBezTo>
                <a:lnTo>
                  <a:pt x="4979284" y="99779"/>
                </a:lnTo>
                <a:cubicBezTo>
                  <a:pt x="4975183" y="87503"/>
                  <a:pt x="4972622" y="82902"/>
                  <a:pt x="4988506" y="81623"/>
                </a:cubicBezTo>
                <a:cubicBezTo>
                  <a:pt x="4990043" y="80087"/>
                  <a:pt x="4990043" y="74449"/>
                  <a:pt x="4988506" y="72909"/>
                </a:cubicBezTo>
                <a:cubicBezTo>
                  <a:pt x="4979026" y="73167"/>
                  <a:pt x="4968009" y="73425"/>
                  <a:pt x="4954943" y="73425"/>
                </a:cubicBezTo>
                <a:cubicBezTo>
                  <a:pt x="4945975" y="73425"/>
                  <a:pt x="4932909" y="73167"/>
                  <a:pt x="4923428" y="72909"/>
                </a:cubicBezTo>
                <a:cubicBezTo>
                  <a:pt x="4921892" y="74449"/>
                  <a:pt x="4921892" y="80087"/>
                  <a:pt x="4923428" y="81623"/>
                </a:cubicBezTo>
                <a:cubicBezTo>
                  <a:pt x="4938289" y="83414"/>
                  <a:pt x="4939059" y="88273"/>
                  <a:pt x="4943926" y="101315"/>
                </a:cubicBezTo>
                <a:lnTo>
                  <a:pt x="4975183" y="182137"/>
                </a:lnTo>
                <a:cubicBezTo>
                  <a:pt x="4976977" y="186997"/>
                  <a:pt x="4980308" y="187505"/>
                  <a:pt x="4983639" y="187505"/>
                </a:cubicBezTo>
                <a:cubicBezTo>
                  <a:pt x="4986200" y="187505"/>
                  <a:pt x="4991071" y="186997"/>
                  <a:pt x="4993120" y="181625"/>
                </a:cubicBezTo>
                <a:lnTo>
                  <a:pt x="5017202" y="118451"/>
                </a:lnTo>
                <a:lnTo>
                  <a:pt x="5041801" y="182137"/>
                </a:lnTo>
                <a:cubicBezTo>
                  <a:pt x="5043592" y="186739"/>
                  <a:pt x="5048463" y="187505"/>
                  <a:pt x="5051794" y="187505"/>
                </a:cubicBezTo>
                <a:cubicBezTo>
                  <a:pt x="5054355" y="187505"/>
                  <a:pt x="5058710" y="186739"/>
                  <a:pt x="5060758" y="181625"/>
                </a:cubicBezTo>
                <a:lnTo>
                  <a:pt x="5092273" y="103618"/>
                </a:lnTo>
                <a:cubicBezTo>
                  <a:pt x="5096628" y="92621"/>
                  <a:pt x="5100987" y="82902"/>
                  <a:pt x="5115335" y="81623"/>
                </a:cubicBezTo>
                <a:cubicBezTo>
                  <a:pt x="5116872" y="80087"/>
                  <a:pt x="5116872" y="74449"/>
                  <a:pt x="5115335" y="72909"/>
                </a:cubicBezTo>
                <a:cubicBezTo>
                  <a:pt x="5109698" y="73167"/>
                  <a:pt x="5105085" y="73425"/>
                  <a:pt x="5098423" y="73425"/>
                </a:cubicBezTo>
                <a:cubicBezTo>
                  <a:pt x="5088942" y="73425"/>
                  <a:pt x="5077925" y="73167"/>
                  <a:pt x="5068445" y="72909"/>
                </a:cubicBezTo>
                <a:cubicBezTo>
                  <a:pt x="5066908" y="74449"/>
                  <a:pt x="5066908" y="80087"/>
                  <a:pt x="5068445" y="81623"/>
                </a:cubicBezTo>
                <a:cubicBezTo>
                  <a:pt x="5082280" y="82644"/>
                  <a:pt x="5083563" y="89294"/>
                  <a:pt x="5078695" y="101828"/>
                </a:cubicBezTo>
                <a:lnTo>
                  <a:pt x="5063835" y="142236"/>
                </a:lnTo>
                <a:cubicBezTo>
                  <a:pt x="5062811" y="145305"/>
                  <a:pt x="5061271" y="145051"/>
                  <a:pt x="5060246" y="142495"/>
                </a:cubicBezTo>
                <a:lnTo>
                  <a:pt x="5043338" y="99779"/>
                </a:lnTo>
                <a:close/>
                <a:moveTo>
                  <a:pt x="5131218" y="147030"/>
                </a:moveTo>
                <a:cubicBezTo>
                  <a:pt x="5132242" y="159587"/>
                  <a:pt x="5133525" y="171632"/>
                  <a:pt x="5135573" y="181371"/>
                </a:cubicBezTo>
                <a:cubicBezTo>
                  <a:pt x="5140444" y="182907"/>
                  <a:pt x="5156841" y="187004"/>
                  <a:pt x="5171189" y="187004"/>
                </a:cubicBezTo>
                <a:cubicBezTo>
                  <a:pt x="5190917" y="187004"/>
                  <a:pt x="5215515" y="176245"/>
                  <a:pt x="5215515" y="153949"/>
                </a:cubicBezTo>
                <a:cubicBezTo>
                  <a:pt x="5215515" y="145235"/>
                  <a:pt x="5213463" y="138315"/>
                  <a:pt x="5207571" y="131908"/>
                </a:cubicBezTo>
                <a:cubicBezTo>
                  <a:pt x="5200139" y="123705"/>
                  <a:pt x="5189634" y="117302"/>
                  <a:pt x="5177851" y="112176"/>
                </a:cubicBezTo>
                <a:cubicBezTo>
                  <a:pt x="5167600" y="107817"/>
                  <a:pt x="5164015" y="99615"/>
                  <a:pt x="5164015" y="92183"/>
                </a:cubicBezTo>
                <a:cubicBezTo>
                  <a:pt x="5164015" y="86291"/>
                  <a:pt x="5168882" y="81420"/>
                  <a:pt x="5176314" y="81420"/>
                </a:cubicBezTo>
                <a:cubicBezTo>
                  <a:pt x="5185279" y="81420"/>
                  <a:pt x="5193993" y="89622"/>
                  <a:pt x="5200397" y="105256"/>
                </a:cubicBezTo>
                <a:cubicBezTo>
                  <a:pt x="5205010" y="106023"/>
                  <a:pt x="5207829" y="105768"/>
                  <a:pt x="5210390" y="103974"/>
                </a:cubicBezTo>
                <a:cubicBezTo>
                  <a:pt x="5210390" y="94747"/>
                  <a:pt x="5209366" y="85009"/>
                  <a:pt x="5207059" y="76807"/>
                </a:cubicBezTo>
                <a:cubicBezTo>
                  <a:pt x="5198861" y="73222"/>
                  <a:pt x="5192453" y="70657"/>
                  <a:pt x="5178363" y="70657"/>
                </a:cubicBezTo>
                <a:cubicBezTo>
                  <a:pt x="5164781" y="70657"/>
                  <a:pt x="5151974" y="75782"/>
                  <a:pt x="5143775" y="83985"/>
                </a:cubicBezTo>
                <a:cubicBezTo>
                  <a:pt x="5137880" y="89876"/>
                  <a:pt x="5135061" y="97054"/>
                  <a:pt x="5135061" y="103974"/>
                </a:cubicBezTo>
                <a:cubicBezTo>
                  <a:pt x="5135061" y="111660"/>
                  <a:pt x="5137880" y="117814"/>
                  <a:pt x="5143005" y="123193"/>
                </a:cubicBezTo>
                <a:cubicBezTo>
                  <a:pt x="5150949" y="131908"/>
                  <a:pt x="5164781" y="140880"/>
                  <a:pt x="5172725" y="144465"/>
                </a:cubicBezTo>
                <a:cubicBezTo>
                  <a:pt x="5182976" y="149078"/>
                  <a:pt x="5185791" y="158305"/>
                  <a:pt x="5185791" y="164454"/>
                </a:cubicBezTo>
                <a:cubicBezTo>
                  <a:pt x="5185791" y="172657"/>
                  <a:pt x="5177593" y="177016"/>
                  <a:pt x="5170677" y="177016"/>
                </a:cubicBezTo>
                <a:cubicBezTo>
                  <a:pt x="5159148" y="177016"/>
                  <a:pt x="5146848" y="165483"/>
                  <a:pt x="5141469" y="146517"/>
                </a:cubicBezTo>
                <a:cubicBezTo>
                  <a:pt x="5137368" y="145747"/>
                  <a:pt x="5135319" y="146005"/>
                  <a:pt x="5131218" y="147030"/>
                </a:cubicBezTo>
                <a:close/>
                <a:moveTo>
                  <a:pt x="5367963" y="171890"/>
                </a:moveTo>
                <a:cubicBezTo>
                  <a:pt x="5369754" y="182395"/>
                  <a:pt x="5376674" y="187004"/>
                  <a:pt x="5387945" y="187004"/>
                </a:cubicBezTo>
                <a:cubicBezTo>
                  <a:pt x="5402039" y="187004"/>
                  <a:pt x="5412031" y="181625"/>
                  <a:pt x="5421512" y="172657"/>
                </a:cubicBezTo>
                <a:cubicBezTo>
                  <a:pt x="5421000" y="169584"/>
                  <a:pt x="5419972" y="167535"/>
                  <a:pt x="5416899" y="165483"/>
                </a:cubicBezTo>
                <a:cubicBezTo>
                  <a:pt x="5413568" y="168047"/>
                  <a:pt x="5411007" y="169071"/>
                  <a:pt x="5406140" y="169071"/>
                </a:cubicBezTo>
                <a:cubicBezTo>
                  <a:pt x="5400502" y="169071"/>
                  <a:pt x="5398966" y="164458"/>
                  <a:pt x="5398966" y="151901"/>
                </a:cubicBezTo>
                <a:lnTo>
                  <a:pt x="5399478" y="114995"/>
                </a:lnTo>
                <a:cubicBezTo>
                  <a:pt x="5399478" y="78089"/>
                  <a:pt x="5376674" y="70657"/>
                  <a:pt x="5355664" y="70657"/>
                </a:cubicBezTo>
                <a:cubicBezTo>
                  <a:pt x="5336961" y="70657"/>
                  <a:pt x="5308265" y="81420"/>
                  <a:pt x="5308265" y="98336"/>
                </a:cubicBezTo>
                <a:cubicBezTo>
                  <a:pt x="5308265" y="105510"/>
                  <a:pt x="5311338" y="111148"/>
                  <a:pt x="5321330" y="111148"/>
                </a:cubicBezTo>
                <a:cubicBezTo>
                  <a:pt x="5330553" y="111148"/>
                  <a:pt x="5337215" y="105510"/>
                  <a:pt x="5337215" y="99361"/>
                </a:cubicBezTo>
                <a:cubicBezTo>
                  <a:pt x="5337215" y="96030"/>
                  <a:pt x="5335424" y="91671"/>
                  <a:pt x="5336190" y="87315"/>
                </a:cubicBezTo>
                <a:cubicBezTo>
                  <a:pt x="5336448" y="84497"/>
                  <a:pt x="5338497" y="81420"/>
                  <a:pt x="5346953" y="81420"/>
                </a:cubicBezTo>
                <a:cubicBezTo>
                  <a:pt x="5357712" y="81420"/>
                  <a:pt x="5366681" y="86033"/>
                  <a:pt x="5366681" y="118584"/>
                </a:cubicBezTo>
                <a:lnTo>
                  <a:pt x="5349514" y="123963"/>
                </a:lnTo>
                <a:cubicBezTo>
                  <a:pt x="5322613" y="132420"/>
                  <a:pt x="5303651" y="139856"/>
                  <a:pt x="5303651" y="160099"/>
                </a:cubicBezTo>
                <a:cubicBezTo>
                  <a:pt x="5303651" y="177782"/>
                  <a:pt x="5313386" y="187004"/>
                  <a:pt x="5335678" y="187004"/>
                </a:cubicBezTo>
                <a:cubicBezTo>
                  <a:pt x="5343110" y="187004"/>
                  <a:pt x="5357970" y="178806"/>
                  <a:pt x="5366423" y="172144"/>
                </a:cubicBezTo>
                <a:lnTo>
                  <a:pt x="5367963" y="171890"/>
                </a:lnTo>
                <a:moveTo>
                  <a:pt x="5366681" y="128577"/>
                </a:moveTo>
                <a:lnTo>
                  <a:pt x="5366681" y="162406"/>
                </a:lnTo>
                <a:cubicBezTo>
                  <a:pt x="5360277" y="167531"/>
                  <a:pt x="5353869" y="171632"/>
                  <a:pt x="5349260" y="171632"/>
                </a:cubicBezTo>
                <a:cubicBezTo>
                  <a:pt x="5338239" y="171632"/>
                  <a:pt x="5334396" y="164200"/>
                  <a:pt x="5334396" y="156256"/>
                </a:cubicBezTo>
                <a:cubicBezTo>
                  <a:pt x="5334396" y="146775"/>
                  <a:pt x="5335166" y="138827"/>
                  <a:pt x="5353357" y="132936"/>
                </a:cubicBezTo>
                <a:lnTo>
                  <a:pt x="5366681" y="128577"/>
                </a:lnTo>
                <a:close/>
                <a:moveTo>
                  <a:pt x="5544495" y="153214"/>
                </a:moveTo>
                <a:lnTo>
                  <a:pt x="5544495" y="102183"/>
                </a:lnTo>
                <a:lnTo>
                  <a:pt x="5544495" y="101671"/>
                </a:lnTo>
                <a:cubicBezTo>
                  <a:pt x="5554741" y="94747"/>
                  <a:pt x="5564992" y="89618"/>
                  <a:pt x="5569602" y="89618"/>
                </a:cubicBezTo>
                <a:cubicBezTo>
                  <a:pt x="5579852" y="89618"/>
                  <a:pt x="5587539" y="94235"/>
                  <a:pt x="5587539" y="108853"/>
                </a:cubicBezTo>
                <a:lnTo>
                  <a:pt x="5587539" y="151674"/>
                </a:lnTo>
                <a:cubicBezTo>
                  <a:pt x="5587539" y="173216"/>
                  <a:pt x="5583437" y="175522"/>
                  <a:pt x="5572933" y="176292"/>
                </a:cubicBezTo>
                <a:cubicBezTo>
                  <a:pt x="5571396" y="177829"/>
                  <a:pt x="5571396" y="183466"/>
                  <a:pt x="5572933" y="185003"/>
                </a:cubicBezTo>
                <a:cubicBezTo>
                  <a:pt x="5583695" y="184749"/>
                  <a:pt x="5591894" y="184491"/>
                  <a:pt x="5604193" y="184491"/>
                </a:cubicBezTo>
                <a:cubicBezTo>
                  <a:pt x="5618283" y="184491"/>
                  <a:pt x="5629558" y="184749"/>
                  <a:pt x="5640575" y="185003"/>
                </a:cubicBezTo>
                <a:cubicBezTo>
                  <a:pt x="5642112" y="183466"/>
                  <a:pt x="5642112" y="177829"/>
                  <a:pt x="5640575" y="176292"/>
                </a:cubicBezTo>
                <a:cubicBezTo>
                  <a:pt x="5624945" y="175522"/>
                  <a:pt x="5620848" y="173216"/>
                  <a:pt x="5620848" y="151674"/>
                </a:cubicBezTo>
                <a:lnTo>
                  <a:pt x="5620848" y="111672"/>
                </a:lnTo>
                <a:cubicBezTo>
                  <a:pt x="5620848" y="83468"/>
                  <a:pt x="5608802" y="70657"/>
                  <a:pt x="5586768" y="70657"/>
                </a:cubicBezTo>
                <a:cubicBezTo>
                  <a:pt x="5576521" y="70657"/>
                  <a:pt x="5558330" y="81932"/>
                  <a:pt x="5544237" y="91671"/>
                </a:cubicBezTo>
                <a:cubicBezTo>
                  <a:pt x="5543470" y="82702"/>
                  <a:pt x="5542442" y="75016"/>
                  <a:pt x="5542442" y="75016"/>
                </a:cubicBezTo>
                <a:cubicBezTo>
                  <a:pt x="5542188" y="71939"/>
                  <a:pt x="5540139" y="70657"/>
                  <a:pt x="5536550" y="70657"/>
                </a:cubicBezTo>
                <a:cubicBezTo>
                  <a:pt x="5527070" y="73272"/>
                  <a:pt x="5511698" y="76861"/>
                  <a:pt x="5494019" y="79164"/>
                </a:cubicBezTo>
                <a:cubicBezTo>
                  <a:pt x="5493507" y="80704"/>
                  <a:pt x="5494019" y="85826"/>
                  <a:pt x="5494531" y="87366"/>
                </a:cubicBezTo>
                <a:cubicBezTo>
                  <a:pt x="5508625" y="88649"/>
                  <a:pt x="5511185" y="90697"/>
                  <a:pt x="5511185" y="105303"/>
                </a:cubicBezTo>
                <a:lnTo>
                  <a:pt x="5511185" y="153230"/>
                </a:lnTo>
                <a:cubicBezTo>
                  <a:pt x="5511185" y="174498"/>
                  <a:pt x="5508367" y="175014"/>
                  <a:pt x="5492736" y="176292"/>
                </a:cubicBezTo>
                <a:cubicBezTo>
                  <a:pt x="5491200" y="177829"/>
                  <a:pt x="5491200" y="183466"/>
                  <a:pt x="5492736" y="185003"/>
                </a:cubicBezTo>
                <a:cubicBezTo>
                  <a:pt x="5503499" y="184749"/>
                  <a:pt x="5514258" y="184491"/>
                  <a:pt x="5527840" y="184491"/>
                </a:cubicBezTo>
                <a:cubicBezTo>
                  <a:pt x="5539627" y="184491"/>
                  <a:pt x="5546801" y="184749"/>
                  <a:pt x="5557818" y="185003"/>
                </a:cubicBezTo>
                <a:cubicBezTo>
                  <a:pt x="5559355" y="183466"/>
                  <a:pt x="5559355" y="177829"/>
                  <a:pt x="5557818" y="176292"/>
                </a:cubicBezTo>
                <a:cubicBezTo>
                  <a:pt x="5547055" y="175268"/>
                  <a:pt x="5544495" y="174498"/>
                  <a:pt x="5544495" y="153214"/>
                </a:cubicBezTo>
                <a:close/>
                <a:moveTo>
                  <a:pt x="5689254" y="113955"/>
                </a:moveTo>
                <a:cubicBezTo>
                  <a:pt x="5689512" y="104990"/>
                  <a:pt x="5690794" y="95252"/>
                  <a:pt x="5694379" y="90130"/>
                </a:cubicBezTo>
                <a:cubicBezTo>
                  <a:pt x="5698480" y="83981"/>
                  <a:pt x="5705396" y="81420"/>
                  <a:pt x="5708215" y="81420"/>
                </a:cubicBezTo>
                <a:cubicBezTo>
                  <a:pt x="5715135" y="81420"/>
                  <a:pt x="5724612" y="88082"/>
                  <a:pt x="5724612" y="108575"/>
                </a:cubicBezTo>
                <a:cubicBezTo>
                  <a:pt x="5724612" y="110112"/>
                  <a:pt x="5724612" y="113443"/>
                  <a:pt x="5724100" y="113955"/>
                </a:cubicBezTo>
                <a:lnTo>
                  <a:pt x="5689254" y="113955"/>
                </a:lnTo>
                <a:moveTo>
                  <a:pt x="5754336" y="151381"/>
                </a:moveTo>
                <a:cubicBezTo>
                  <a:pt x="5743831" y="162152"/>
                  <a:pt x="5729995" y="164970"/>
                  <a:pt x="5720256" y="164970"/>
                </a:cubicBezTo>
                <a:cubicBezTo>
                  <a:pt x="5700271" y="164970"/>
                  <a:pt x="5687976" y="153433"/>
                  <a:pt x="5687976" y="128307"/>
                </a:cubicBezTo>
                <a:cubicBezTo>
                  <a:pt x="5687976" y="126512"/>
                  <a:pt x="5688230" y="125484"/>
                  <a:pt x="5688230" y="124202"/>
                </a:cubicBezTo>
                <a:lnTo>
                  <a:pt x="5749723" y="124202"/>
                </a:lnTo>
                <a:cubicBezTo>
                  <a:pt x="5755872" y="124202"/>
                  <a:pt x="5757151" y="119847"/>
                  <a:pt x="5757151" y="116262"/>
                </a:cubicBezTo>
                <a:cubicBezTo>
                  <a:pt x="5757151" y="94485"/>
                  <a:pt x="5748698" y="70657"/>
                  <a:pt x="5711034" y="70657"/>
                </a:cubicBezTo>
                <a:cubicBezTo>
                  <a:pt x="5684132" y="70657"/>
                  <a:pt x="5653384" y="94485"/>
                  <a:pt x="5653384" y="133690"/>
                </a:cubicBezTo>
                <a:cubicBezTo>
                  <a:pt x="5653384" y="148562"/>
                  <a:pt x="5658767" y="164204"/>
                  <a:pt x="5669784" y="174197"/>
                </a:cubicBezTo>
                <a:cubicBezTo>
                  <a:pt x="5679519" y="182907"/>
                  <a:pt x="5692073" y="187004"/>
                  <a:pt x="5710264" y="187004"/>
                </a:cubicBezTo>
                <a:cubicBezTo>
                  <a:pt x="5727943" y="187004"/>
                  <a:pt x="5745367" y="178040"/>
                  <a:pt x="5758179" y="159333"/>
                </a:cubicBezTo>
                <a:cubicBezTo>
                  <a:pt x="5758179" y="155998"/>
                  <a:pt x="5756897" y="151381"/>
                  <a:pt x="5754336" y="151381"/>
                </a:cubicBezTo>
                <a:close/>
                <a:moveTo>
                  <a:pt x="5890897" y="99779"/>
                </a:moveTo>
                <a:cubicBezTo>
                  <a:pt x="5886030" y="87503"/>
                  <a:pt x="5882953" y="76240"/>
                  <a:pt x="5882953" y="76240"/>
                </a:cubicBezTo>
                <a:cubicBezTo>
                  <a:pt x="5878344" y="76498"/>
                  <a:pt x="5873472" y="76498"/>
                  <a:pt x="5868605" y="75986"/>
                </a:cubicBezTo>
                <a:lnTo>
                  <a:pt x="5844264" y="143515"/>
                </a:lnTo>
                <a:cubicBezTo>
                  <a:pt x="5843498" y="145305"/>
                  <a:pt x="5842474" y="145818"/>
                  <a:pt x="5841446" y="143261"/>
                </a:cubicBezTo>
                <a:lnTo>
                  <a:pt x="5826843" y="99779"/>
                </a:lnTo>
                <a:cubicBezTo>
                  <a:pt x="5822742" y="87503"/>
                  <a:pt x="5820182" y="82902"/>
                  <a:pt x="5836066" y="81623"/>
                </a:cubicBezTo>
                <a:cubicBezTo>
                  <a:pt x="5837603" y="80087"/>
                  <a:pt x="5837603" y="74449"/>
                  <a:pt x="5836066" y="72909"/>
                </a:cubicBezTo>
                <a:cubicBezTo>
                  <a:pt x="5826585" y="73167"/>
                  <a:pt x="5815568" y="73425"/>
                  <a:pt x="5802503" y="73425"/>
                </a:cubicBezTo>
                <a:cubicBezTo>
                  <a:pt x="5793534" y="73425"/>
                  <a:pt x="5780469" y="73167"/>
                  <a:pt x="5770988" y="72909"/>
                </a:cubicBezTo>
                <a:cubicBezTo>
                  <a:pt x="5769452" y="74449"/>
                  <a:pt x="5769452" y="80087"/>
                  <a:pt x="5770988" y="81623"/>
                </a:cubicBezTo>
                <a:cubicBezTo>
                  <a:pt x="5785848" y="83414"/>
                  <a:pt x="5786618" y="88273"/>
                  <a:pt x="5791486" y="101315"/>
                </a:cubicBezTo>
                <a:lnTo>
                  <a:pt x="5822742" y="182137"/>
                </a:lnTo>
                <a:cubicBezTo>
                  <a:pt x="5824537" y="186997"/>
                  <a:pt x="5827868" y="187505"/>
                  <a:pt x="5831199" y="187505"/>
                </a:cubicBezTo>
                <a:cubicBezTo>
                  <a:pt x="5833759" y="187505"/>
                  <a:pt x="5838631" y="186997"/>
                  <a:pt x="5840679" y="181625"/>
                </a:cubicBezTo>
                <a:lnTo>
                  <a:pt x="5864762" y="118451"/>
                </a:lnTo>
                <a:lnTo>
                  <a:pt x="5889361" y="182137"/>
                </a:lnTo>
                <a:cubicBezTo>
                  <a:pt x="5891151" y="186739"/>
                  <a:pt x="5896023" y="187505"/>
                  <a:pt x="5899354" y="187505"/>
                </a:cubicBezTo>
                <a:cubicBezTo>
                  <a:pt x="5901914" y="187505"/>
                  <a:pt x="5906269" y="186739"/>
                  <a:pt x="5908318" y="181625"/>
                </a:cubicBezTo>
                <a:lnTo>
                  <a:pt x="5939833" y="103618"/>
                </a:lnTo>
                <a:cubicBezTo>
                  <a:pt x="5944188" y="92621"/>
                  <a:pt x="5948547" y="82902"/>
                  <a:pt x="5962895" y="81623"/>
                </a:cubicBezTo>
                <a:cubicBezTo>
                  <a:pt x="5964432" y="80087"/>
                  <a:pt x="5964432" y="74449"/>
                  <a:pt x="5962895" y="72909"/>
                </a:cubicBezTo>
                <a:cubicBezTo>
                  <a:pt x="5957258" y="73167"/>
                  <a:pt x="5952644" y="73425"/>
                  <a:pt x="5945982" y="73425"/>
                </a:cubicBezTo>
                <a:cubicBezTo>
                  <a:pt x="5936502" y="73425"/>
                  <a:pt x="5925485" y="73167"/>
                  <a:pt x="5916004" y="72909"/>
                </a:cubicBezTo>
                <a:cubicBezTo>
                  <a:pt x="5914468" y="74449"/>
                  <a:pt x="5914468" y="80087"/>
                  <a:pt x="5916004" y="81623"/>
                </a:cubicBezTo>
                <a:cubicBezTo>
                  <a:pt x="5929840" y="82644"/>
                  <a:pt x="5931122" y="89294"/>
                  <a:pt x="5926255" y="101828"/>
                </a:cubicBezTo>
                <a:lnTo>
                  <a:pt x="5911395" y="142236"/>
                </a:lnTo>
                <a:cubicBezTo>
                  <a:pt x="5910371" y="145305"/>
                  <a:pt x="5908830" y="145051"/>
                  <a:pt x="5907806" y="142495"/>
                </a:cubicBezTo>
                <a:lnTo>
                  <a:pt x="5890897" y="99779"/>
                </a:lnTo>
                <a:close/>
                <a:moveTo>
                  <a:pt x="6049493" y="151897"/>
                </a:moveTo>
                <a:cubicBezTo>
                  <a:pt x="6049493" y="173169"/>
                  <a:pt x="6048981" y="176245"/>
                  <a:pt x="6047956" y="185980"/>
                </a:cubicBezTo>
                <a:cubicBezTo>
                  <a:pt x="6051029" y="187004"/>
                  <a:pt x="6053848" y="187775"/>
                  <a:pt x="6056667" y="187775"/>
                </a:cubicBezTo>
                <a:cubicBezTo>
                  <a:pt x="6059998" y="184956"/>
                  <a:pt x="6062562" y="181371"/>
                  <a:pt x="6064865" y="176758"/>
                </a:cubicBezTo>
                <a:cubicBezTo>
                  <a:pt x="6074858" y="184444"/>
                  <a:pt x="6090488" y="187004"/>
                  <a:pt x="6102275" y="187004"/>
                </a:cubicBezTo>
                <a:cubicBezTo>
                  <a:pt x="6130713" y="187004"/>
                  <a:pt x="6160692" y="158817"/>
                  <a:pt x="6160692" y="122169"/>
                </a:cubicBezTo>
                <a:cubicBezTo>
                  <a:pt x="6160692" y="107559"/>
                  <a:pt x="6155054" y="93207"/>
                  <a:pt x="6146856" y="83726"/>
                </a:cubicBezTo>
                <a:cubicBezTo>
                  <a:pt x="6137633" y="73222"/>
                  <a:pt x="6125334" y="70657"/>
                  <a:pt x="6111752" y="70657"/>
                </a:cubicBezTo>
                <a:cubicBezTo>
                  <a:pt x="6103812" y="70657"/>
                  <a:pt x="6090230" y="79625"/>
                  <a:pt x="6082802" y="85009"/>
                </a:cubicBezTo>
                <a:lnTo>
                  <a:pt x="6082802" y="34994"/>
                </a:lnTo>
                <a:cubicBezTo>
                  <a:pt x="6082802" y="18316"/>
                  <a:pt x="6083568" y="8886"/>
                  <a:pt x="6083568" y="8886"/>
                </a:cubicBezTo>
                <a:cubicBezTo>
                  <a:pt x="6083568" y="6615"/>
                  <a:pt x="6081778" y="5602"/>
                  <a:pt x="6079471" y="5602"/>
                </a:cubicBezTo>
                <a:cubicBezTo>
                  <a:pt x="6069991" y="8632"/>
                  <a:pt x="6049493" y="11412"/>
                  <a:pt x="6031302" y="12166"/>
                </a:cubicBezTo>
                <a:cubicBezTo>
                  <a:pt x="6030536" y="15243"/>
                  <a:pt x="6030790" y="18062"/>
                  <a:pt x="6032072" y="20365"/>
                </a:cubicBezTo>
                <a:cubicBezTo>
                  <a:pt x="6048211" y="21651"/>
                  <a:pt x="6049493" y="21905"/>
                  <a:pt x="6049493" y="39611"/>
                </a:cubicBezTo>
                <a:lnTo>
                  <a:pt x="6049493" y="151897"/>
                </a:lnTo>
                <a:moveTo>
                  <a:pt x="6082802" y="95256"/>
                </a:moveTo>
                <a:cubicBezTo>
                  <a:pt x="6091258" y="89618"/>
                  <a:pt x="6096892" y="88852"/>
                  <a:pt x="6102788" y="88852"/>
                </a:cubicBezTo>
                <a:cubicBezTo>
                  <a:pt x="6115341" y="88852"/>
                  <a:pt x="6124822" y="100385"/>
                  <a:pt x="6124822" y="125500"/>
                </a:cubicBezTo>
                <a:cubicBezTo>
                  <a:pt x="6124822" y="146517"/>
                  <a:pt x="6121233" y="176245"/>
                  <a:pt x="6100993" y="176245"/>
                </a:cubicBezTo>
                <a:cubicBezTo>
                  <a:pt x="6093561" y="176245"/>
                  <a:pt x="6087669" y="173169"/>
                  <a:pt x="6082802" y="167277"/>
                </a:cubicBezTo>
                <a:lnTo>
                  <a:pt x="6082802" y="95256"/>
                </a:lnTo>
                <a:close/>
                <a:moveTo>
                  <a:pt x="6300073" y="150403"/>
                </a:moveTo>
                <a:lnTo>
                  <a:pt x="6300073" y="106167"/>
                </a:lnTo>
                <a:cubicBezTo>
                  <a:pt x="6300073" y="84692"/>
                  <a:pt x="6300585" y="87757"/>
                  <a:pt x="6300585" y="81623"/>
                </a:cubicBezTo>
                <a:cubicBezTo>
                  <a:pt x="6300585" y="77268"/>
                  <a:pt x="6299561" y="74449"/>
                  <a:pt x="6298024" y="72909"/>
                </a:cubicBezTo>
                <a:cubicBezTo>
                  <a:pt x="6293411" y="73167"/>
                  <a:pt x="6288286" y="73425"/>
                  <a:pt x="6283418" y="73425"/>
                </a:cubicBezTo>
                <a:cubicBezTo>
                  <a:pt x="6276244" y="73425"/>
                  <a:pt x="6259590" y="73167"/>
                  <a:pt x="6249597" y="72909"/>
                </a:cubicBezTo>
                <a:cubicBezTo>
                  <a:pt x="6248061" y="74449"/>
                  <a:pt x="6248061" y="80087"/>
                  <a:pt x="6249597" y="81623"/>
                </a:cubicBezTo>
                <a:cubicBezTo>
                  <a:pt x="6262666" y="82902"/>
                  <a:pt x="6266764" y="84692"/>
                  <a:pt x="6266764" y="106167"/>
                </a:cubicBezTo>
                <a:lnTo>
                  <a:pt x="6266764" y="153472"/>
                </a:lnTo>
                <a:cubicBezTo>
                  <a:pt x="6266764" y="156029"/>
                  <a:pt x="6266764" y="158586"/>
                  <a:pt x="6267022" y="161143"/>
                </a:cubicBezTo>
                <a:cubicBezTo>
                  <a:pt x="6256517" y="167535"/>
                  <a:pt x="6248061" y="168047"/>
                  <a:pt x="6243447" y="168047"/>
                </a:cubicBezTo>
                <a:cubicBezTo>
                  <a:pt x="6233200" y="168047"/>
                  <a:pt x="6225514" y="166769"/>
                  <a:pt x="6225514" y="148871"/>
                </a:cubicBezTo>
                <a:lnTo>
                  <a:pt x="6225514" y="106167"/>
                </a:lnTo>
                <a:cubicBezTo>
                  <a:pt x="6225514" y="84692"/>
                  <a:pt x="6226026" y="87757"/>
                  <a:pt x="6226026" y="81623"/>
                </a:cubicBezTo>
                <a:cubicBezTo>
                  <a:pt x="6226026" y="77268"/>
                  <a:pt x="6225002" y="74449"/>
                  <a:pt x="6223466" y="72909"/>
                </a:cubicBezTo>
                <a:cubicBezTo>
                  <a:pt x="6218852" y="73167"/>
                  <a:pt x="6213473" y="73425"/>
                  <a:pt x="6208860" y="73425"/>
                </a:cubicBezTo>
                <a:cubicBezTo>
                  <a:pt x="6195794" y="73425"/>
                  <a:pt x="6186055" y="73167"/>
                  <a:pt x="6175038" y="72909"/>
                </a:cubicBezTo>
                <a:cubicBezTo>
                  <a:pt x="6173502" y="74449"/>
                  <a:pt x="6173502" y="80087"/>
                  <a:pt x="6175038" y="81623"/>
                </a:cubicBezTo>
                <a:cubicBezTo>
                  <a:pt x="6186826" y="82135"/>
                  <a:pt x="6192205" y="84692"/>
                  <a:pt x="6192205" y="106167"/>
                </a:cubicBezTo>
                <a:lnTo>
                  <a:pt x="6192205" y="146056"/>
                </a:lnTo>
                <a:cubicBezTo>
                  <a:pt x="6192205" y="173173"/>
                  <a:pt x="6202968" y="187004"/>
                  <a:pt x="6225002" y="187004"/>
                </a:cubicBezTo>
                <a:cubicBezTo>
                  <a:pt x="6234225" y="187004"/>
                  <a:pt x="6252928" y="179576"/>
                  <a:pt x="6267788" y="171378"/>
                </a:cubicBezTo>
                <a:cubicBezTo>
                  <a:pt x="6268300" y="177782"/>
                  <a:pt x="6268816" y="182649"/>
                  <a:pt x="6268816" y="182649"/>
                </a:cubicBezTo>
                <a:cubicBezTo>
                  <a:pt x="6269070" y="185726"/>
                  <a:pt x="6271119" y="187004"/>
                  <a:pt x="6274708" y="187004"/>
                </a:cubicBezTo>
                <a:cubicBezTo>
                  <a:pt x="6284188" y="184393"/>
                  <a:pt x="6299561" y="180804"/>
                  <a:pt x="6317240" y="178497"/>
                </a:cubicBezTo>
                <a:cubicBezTo>
                  <a:pt x="6317752" y="176961"/>
                  <a:pt x="6317240" y="171839"/>
                  <a:pt x="6316727" y="170299"/>
                </a:cubicBezTo>
                <a:cubicBezTo>
                  <a:pt x="6302892" y="169071"/>
                  <a:pt x="6300073" y="164978"/>
                  <a:pt x="6300073" y="150403"/>
                </a:cubicBezTo>
                <a:close/>
                <a:moveTo>
                  <a:pt x="6396922" y="110714"/>
                </a:moveTo>
                <a:cubicBezTo>
                  <a:pt x="6396922" y="135383"/>
                  <a:pt x="6389748" y="138464"/>
                  <a:pt x="6383086" y="138464"/>
                </a:cubicBezTo>
                <a:cubicBezTo>
                  <a:pt x="6367201" y="138464"/>
                  <a:pt x="6365149" y="119452"/>
                  <a:pt x="6365149" y="106347"/>
                </a:cubicBezTo>
                <a:cubicBezTo>
                  <a:pt x="6365149" y="87331"/>
                  <a:pt x="6369762" y="80396"/>
                  <a:pt x="6379755" y="80396"/>
                </a:cubicBezTo>
                <a:cubicBezTo>
                  <a:pt x="6391796" y="80396"/>
                  <a:pt x="6396922" y="90416"/>
                  <a:pt x="6396922" y="110714"/>
                </a:cubicBezTo>
                <a:moveTo>
                  <a:pt x="6367455" y="191008"/>
                </a:moveTo>
                <a:cubicBezTo>
                  <a:pt x="6387187" y="191008"/>
                  <a:pt x="6425105" y="191778"/>
                  <a:pt x="6425105" y="205348"/>
                </a:cubicBezTo>
                <a:cubicBezTo>
                  <a:pt x="6425105" y="214567"/>
                  <a:pt x="6421004" y="225064"/>
                  <a:pt x="6412552" y="229673"/>
                </a:cubicBezTo>
                <a:cubicBezTo>
                  <a:pt x="6404608" y="234282"/>
                  <a:pt x="6391542" y="234795"/>
                  <a:pt x="6381803" y="234795"/>
                </a:cubicBezTo>
                <a:cubicBezTo>
                  <a:pt x="6364895" y="234795"/>
                  <a:pt x="6353366" y="222249"/>
                  <a:pt x="6353366" y="209191"/>
                </a:cubicBezTo>
                <a:cubicBezTo>
                  <a:pt x="6353366" y="200485"/>
                  <a:pt x="6353366" y="194593"/>
                  <a:pt x="6356184" y="189471"/>
                </a:cubicBezTo>
                <a:cubicBezTo>
                  <a:pt x="6358745" y="190496"/>
                  <a:pt x="6362076" y="191008"/>
                  <a:pt x="6367455" y="191008"/>
                </a:cubicBezTo>
                <a:moveTo>
                  <a:pt x="6442272" y="83480"/>
                </a:moveTo>
                <a:cubicBezTo>
                  <a:pt x="6449446" y="83480"/>
                  <a:pt x="6453543" y="80396"/>
                  <a:pt x="6453543" y="70915"/>
                </a:cubicBezTo>
                <a:cubicBezTo>
                  <a:pt x="6453543" y="66048"/>
                  <a:pt x="6446885" y="58616"/>
                  <a:pt x="6437147" y="58616"/>
                </a:cubicBezTo>
                <a:cubicBezTo>
                  <a:pt x="6425876" y="58616"/>
                  <a:pt x="6411012" y="67072"/>
                  <a:pt x="6403583" y="73734"/>
                </a:cubicBezTo>
                <a:cubicBezTo>
                  <a:pt x="6398970" y="71173"/>
                  <a:pt x="6393591" y="70657"/>
                  <a:pt x="6382061" y="70657"/>
                </a:cubicBezTo>
                <a:cubicBezTo>
                  <a:pt x="6371044" y="70657"/>
                  <a:pt x="6360281" y="73222"/>
                  <a:pt x="6351829" y="78859"/>
                </a:cubicBezTo>
                <a:cubicBezTo>
                  <a:pt x="6341324" y="85533"/>
                  <a:pt x="6334404" y="95557"/>
                  <a:pt x="6334404" y="108661"/>
                </a:cubicBezTo>
                <a:cubicBezTo>
                  <a:pt x="6334404" y="121250"/>
                  <a:pt x="6341836" y="134867"/>
                  <a:pt x="6354132" y="141541"/>
                </a:cubicBezTo>
                <a:cubicBezTo>
                  <a:pt x="6346192" y="148460"/>
                  <a:pt x="6333892" y="162054"/>
                  <a:pt x="6333892" y="167183"/>
                </a:cubicBezTo>
                <a:cubicBezTo>
                  <a:pt x="6333892" y="172051"/>
                  <a:pt x="6334662" y="175123"/>
                  <a:pt x="6337223" y="178967"/>
                </a:cubicBezTo>
                <a:cubicBezTo>
                  <a:pt x="6339530" y="182555"/>
                  <a:pt x="6342603" y="184604"/>
                  <a:pt x="6347728" y="186140"/>
                </a:cubicBezTo>
                <a:cubicBezTo>
                  <a:pt x="6336711" y="192802"/>
                  <a:pt x="6325436" y="207397"/>
                  <a:pt x="6325436" y="211752"/>
                </a:cubicBezTo>
                <a:cubicBezTo>
                  <a:pt x="6325436" y="221225"/>
                  <a:pt x="6328513" y="232234"/>
                  <a:pt x="6335429" y="237101"/>
                </a:cubicBezTo>
                <a:cubicBezTo>
                  <a:pt x="6345421" y="244017"/>
                  <a:pt x="6362334" y="245554"/>
                  <a:pt x="6374629" y="245554"/>
                </a:cubicBezTo>
                <a:cubicBezTo>
                  <a:pt x="6410245" y="245554"/>
                  <a:pt x="6450983" y="226858"/>
                  <a:pt x="6450983" y="198690"/>
                </a:cubicBezTo>
                <a:cubicBezTo>
                  <a:pt x="6450983" y="193314"/>
                  <a:pt x="6448422" y="182297"/>
                  <a:pt x="6438171" y="175381"/>
                </a:cubicBezTo>
                <a:cubicBezTo>
                  <a:pt x="6428178" y="168720"/>
                  <a:pt x="6389748" y="166925"/>
                  <a:pt x="6370786" y="166925"/>
                </a:cubicBezTo>
                <a:cubicBezTo>
                  <a:pt x="6366177" y="166925"/>
                  <a:pt x="6359257" y="166413"/>
                  <a:pt x="6359257" y="156154"/>
                </a:cubicBezTo>
                <a:cubicBezTo>
                  <a:pt x="6359257" y="152049"/>
                  <a:pt x="6361822" y="148460"/>
                  <a:pt x="6363100" y="145384"/>
                </a:cubicBezTo>
                <a:cubicBezTo>
                  <a:pt x="6368480" y="147944"/>
                  <a:pt x="6373863" y="148202"/>
                  <a:pt x="6381803" y="148202"/>
                </a:cubicBezTo>
                <a:cubicBezTo>
                  <a:pt x="6394873" y="148202"/>
                  <a:pt x="6406914" y="144872"/>
                  <a:pt x="6415625" y="137181"/>
                </a:cubicBezTo>
                <a:cubicBezTo>
                  <a:pt x="6423057" y="130500"/>
                  <a:pt x="6428178" y="121508"/>
                  <a:pt x="6428178" y="109944"/>
                </a:cubicBezTo>
                <a:cubicBezTo>
                  <a:pt x="6428178" y="95557"/>
                  <a:pt x="6421004" y="86049"/>
                  <a:pt x="6412294" y="78859"/>
                </a:cubicBezTo>
                <a:cubicBezTo>
                  <a:pt x="6414342" y="76294"/>
                  <a:pt x="6422799" y="71685"/>
                  <a:pt x="6425359" y="71685"/>
                </a:cubicBezTo>
                <a:cubicBezTo>
                  <a:pt x="6427666" y="71685"/>
                  <a:pt x="6429461" y="73222"/>
                  <a:pt x="6430231" y="74758"/>
                </a:cubicBezTo>
                <a:cubicBezTo>
                  <a:pt x="6431255" y="78089"/>
                  <a:pt x="6435864" y="83480"/>
                  <a:pt x="6442272" y="83480"/>
                </a:cubicBezTo>
                <a:close/>
                <a:moveTo>
                  <a:pt x="6579092" y="151729"/>
                </a:moveTo>
                <a:lnTo>
                  <a:pt x="6579092" y="86221"/>
                </a:lnTo>
                <a:lnTo>
                  <a:pt x="6601126" y="86221"/>
                </a:lnTo>
                <a:cubicBezTo>
                  <a:pt x="6605739" y="86221"/>
                  <a:pt x="6610094" y="84942"/>
                  <a:pt x="6610094" y="81866"/>
                </a:cubicBezTo>
                <a:lnTo>
                  <a:pt x="6610094" y="75974"/>
                </a:lnTo>
                <a:cubicBezTo>
                  <a:pt x="6610094" y="74437"/>
                  <a:pt x="6609836" y="73409"/>
                  <a:pt x="6604969" y="73409"/>
                </a:cubicBezTo>
                <a:lnTo>
                  <a:pt x="6579092" y="73409"/>
                </a:lnTo>
                <a:lnTo>
                  <a:pt x="6579092" y="60304"/>
                </a:lnTo>
                <a:cubicBezTo>
                  <a:pt x="6579092" y="22018"/>
                  <a:pt x="6589597" y="16365"/>
                  <a:pt x="6595234" y="16365"/>
                </a:cubicBezTo>
                <a:cubicBezTo>
                  <a:pt x="6599589" y="16365"/>
                  <a:pt x="6600614" y="20220"/>
                  <a:pt x="6602408" y="26385"/>
                </a:cubicBezTo>
                <a:cubicBezTo>
                  <a:pt x="6604711" y="34611"/>
                  <a:pt x="6611373" y="41034"/>
                  <a:pt x="6620599" y="41034"/>
                </a:cubicBezTo>
                <a:cubicBezTo>
                  <a:pt x="6629052" y="41034"/>
                  <a:pt x="6635201" y="35639"/>
                  <a:pt x="6635201" y="24587"/>
                </a:cubicBezTo>
                <a:cubicBezTo>
                  <a:pt x="6635201" y="17652"/>
                  <a:pt x="6627261" y="5602"/>
                  <a:pt x="6600102" y="5602"/>
                </a:cubicBezTo>
                <a:cubicBezTo>
                  <a:pt x="6588060" y="5602"/>
                  <a:pt x="6573712" y="9961"/>
                  <a:pt x="6563974" y="20478"/>
                </a:cubicBezTo>
                <a:cubicBezTo>
                  <a:pt x="6554493" y="30756"/>
                  <a:pt x="6545783" y="43603"/>
                  <a:pt x="6545783" y="68272"/>
                </a:cubicBezTo>
                <a:lnTo>
                  <a:pt x="6545783" y="73409"/>
                </a:lnTo>
                <a:lnTo>
                  <a:pt x="6545270" y="73409"/>
                </a:lnTo>
                <a:cubicBezTo>
                  <a:pt x="6536560" y="73409"/>
                  <a:pt x="6526055" y="74692"/>
                  <a:pt x="6526055" y="76740"/>
                </a:cubicBezTo>
                <a:lnTo>
                  <a:pt x="6526055" y="83660"/>
                </a:lnTo>
                <a:cubicBezTo>
                  <a:pt x="6526055" y="85454"/>
                  <a:pt x="6527079" y="86221"/>
                  <a:pt x="6532971" y="86221"/>
                </a:cubicBezTo>
                <a:lnTo>
                  <a:pt x="6545783" y="86221"/>
                </a:lnTo>
                <a:lnTo>
                  <a:pt x="6545783" y="152241"/>
                </a:lnTo>
                <a:cubicBezTo>
                  <a:pt x="6545783" y="173223"/>
                  <a:pt x="6541685" y="175526"/>
                  <a:pt x="6526055" y="176292"/>
                </a:cubicBezTo>
                <a:cubicBezTo>
                  <a:pt x="6524519" y="177829"/>
                  <a:pt x="6524519" y="183466"/>
                  <a:pt x="6526055" y="185003"/>
                </a:cubicBezTo>
                <a:cubicBezTo>
                  <a:pt x="6536814" y="184749"/>
                  <a:pt x="6548343" y="184491"/>
                  <a:pt x="6562437" y="184491"/>
                </a:cubicBezTo>
                <a:cubicBezTo>
                  <a:pt x="6576527" y="184491"/>
                  <a:pt x="6587802" y="184749"/>
                  <a:pt x="6598819" y="185003"/>
                </a:cubicBezTo>
                <a:cubicBezTo>
                  <a:pt x="6600356" y="183466"/>
                  <a:pt x="6600356" y="177829"/>
                  <a:pt x="6598819" y="176292"/>
                </a:cubicBezTo>
                <a:cubicBezTo>
                  <a:pt x="6583189" y="175526"/>
                  <a:pt x="6579092" y="173223"/>
                  <a:pt x="6579092" y="151729"/>
                </a:cubicBezTo>
                <a:close/>
                <a:moveTo>
                  <a:pt x="6686958" y="81420"/>
                </a:moveTo>
                <a:cubicBezTo>
                  <a:pt x="6704379" y="81420"/>
                  <a:pt x="6716166" y="102179"/>
                  <a:pt x="6716166" y="137291"/>
                </a:cubicBezTo>
                <a:cubicBezTo>
                  <a:pt x="6716166" y="168043"/>
                  <a:pt x="6704125" y="176245"/>
                  <a:pt x="6694902" y="176245"/>
                </a:cubicBezTo>
                <a:cubicBezTo>
                  <a:pt x="6673892" y="176245"/>
                  <a:pt x="6665690" y="144723"/>
                  <a:pt x="6665690" y="125758"/>
                </a:cubicBezTo>
                <a:cubicBezTo>
                  <a:pt x="6665690" y="102179"/>
                  <a:pt x="6669791" y="81420"/>
                  <a:pt x="6686958" y="81420"/>
                </a:cubicBezTo>
                <a:moveTo>
                  <a:pt x="6629820" y="131395"/>
                </a:moveTo>
                <a:cubicBezTo>
                  <a:pt x="6629820" y="164970"/>
                  <a:pt x="6656467" y="187004"/>
                  <a:pt x="6690801" y="187004"/>
                </a:cubicBezTo>
                <a:cubicBezTo>
                  <a:pt x="6708992" y="187004"/>
                  <a:pt x="6724110" y="181883"/>
                  <a:pt x="6734615" y="172402"/>
                </a:cubicBezTo>
                <a:cubicBezTo>
                  <a:pt x="6747681" y="160869"/>
                  <a:pt x="6752036" y="143441"/>
                  <a:pt x="6752036" y="129089"/>
                </a:cubicBezTo>
                <a:cubicBezTo>
                  <a:pt x="6752036" y="95518"/>
                  <a:pt x="6729232" y="70657"/>
                  <a:pt x="6691055" y="70657"/>
                </a:cubicBezTo>
                <a:cubicBezTo>
                  <a:pt x="6669791" y="70657"/>
                  <a:pt x="6653907" y="78089"/>
                  <a:pt x="6643914" y="89622"/>
                </a:cubicBezTo>
                <a:cubicBezTo>
                  <a:pt x="6634175" y="100897"/>
                  <a:pt x="6629820" y="116273"/>
                  <a:pt x="6629820" y="131395"/>
                </a:cubicBezTo>
                <a:close/>
                <a:moveTo>
                  <a:pt x="6892186" y="150403"/>
                </a:moveTo>
                <a:lnTo>
                  <a:pt x="6892186" y="106167"/>
                </a:lnTo>
                <a:cubicBezTo>
                  <a:pt x="6892186" y="84692"/>
                  <a:pt x="6892698" y="87757"/>
                  <a:pt x="6892698" y="81623"/>
                </a:cubicBezTo>
                <a:cubicBezTo>
                  <a:pt x="6892698" y="77268"/>
                  <a:pt x="6891674" y="74449"/>
                  <a:pt x="6890137" y="72909"/>
                </a:cubicBezTo>
                <a:cubicBezTo>
                  <a:pt x="6885524" y="73167"/>
                  <a:pt x="6880399" y="73425"/>
                  <a:pt x="6875531" y="73425"/>
                </a:cubicBezTo>
                <a:cubicBezTo>
                  <a:pt x="6868357" y="73425"/>
                  <a:pt x="6851703" y="73167"/>
                  <a:pt x="6841710" y="72909"/>
                </a:cubicBezTo>
                <a:cubicBezTo>
                  <a:pt x="6840174" y="74449"/>
                  <a:pt x="6840174" y="80087"/>
                  <a:pt x="6841710" y="81623"/>
                </a:cubicBezTo>
                <a:cubicBezTo>
                  <a:pt x="6854780" y="82902"/>
                  <a:pt x="6858877" y="84692"/>
                  <a:pt x="6858877" y="106167"/>
                </a:cubicBezTo>
                <a:lnTo>
                  <a:pt x="6858877" y="153472"/>
                </a:lnTo>
                <a:cubicBezTo>
                  <a:pt x="6858877" y="156029"/>
                  <a:pt x="6858877" y="158586"/>
                  <a:pt x="6859135" y="161143"/>
                </a:cubicBezTo>
                <a:cubicBezTo>
                  <a:pt x="6848630" y="167535"/>
                  <a:pt x="6840174" y="168047"/>
                  <a:pt x="6835560" y="168047"/>
                </a:cubicBezTo>
                <a:cubicBezTo>
                  <a:pt x="6825314" y="168047"/>
                  <a:pt x="6817627" y="166769"/>
                  <a:pt x="6817627" y="148871"/>
                </a:cubicBezTo>
                <a:lnTo>
                  <a:pt x="6817627" y="106167"/>
                </a:lnTo>
                <a:cubicBezTo>
                  <a:pt x="6817627" y="84692"/>
                  <a:pt x="6818140" y="87757"/>
                  <a:pt x="6818140" y="81623"/>
                </a:cubicBezTo>
                <a:cubicBezTo>
                  <a:pt x="6818140" y="77268"/>
                  <a:pt x="6817115" y="74449"/>
                  <a:pt x="6815579" y="72909"/>
                </a:cubicBezTo>
                <a:cubicBezTo>
                  <a:pt x="6810966" y="73167"/>
                  <a:pt x="6805586" y="73425"/>
                  <a:pt x="6800973" y="73425"/>
                </a:cubicBezTo>
                <a:cubicBezTo>
                  <a:pt x="6787907" y="73425"/>
                  <a:pt x="6778169" y="73167"/>
                  <a:pt x="6767151" y="72909"/>
                </a:cubicBezTo>
                <a:cubicBezTo>
                  <a:pt x="6765615" y="74449"/>
                  <a:pt x="6765615" y="80087"/>
                  <a:pt x="6767151" y="81623"/>
                </a:cubicBezTo>
                <a:cubicBezTo>
                  <a:pt x="6778939" y="82135"/>
                  <a:pt x="6784318" y="84692"/>
                  <a:pt x="6784318" y="106167"/>
                </a:cubicBezTo>
                <a:lnTo>
                  <a:pt x="6784318" y="146056"/>
                </a:lnTo>
                <a:cubicBezTo>
                  <a:pt x="6784318" y="173173"/>
                  <a:pt x="6795081" y="187004"/>
                  <a:pt x="6817115" y="187004"/>
                </a:cubicBezTo>
                <a:cubicBezTo>
                  <a:pt x="6826338" y="187004"/>
                  <a:pt x="6845041" y="179576"/>
                  <a:pt x="6859901" y="171378"/>
                </a:cubicBezTo>
                <a:cubicBezTo>
                  <a:pt x="6860413" y="177782"/>
                  <a:pt x="6860929" y="182649"/>
                  <a:pt x="6860929" y="182649"/>
                </a:cubicBezTo>
                <a:cubicBezTo>
                  <a:pt x="6861183" y="185726"/>
                  <a:pt x="6863232" y="187004"/>
                  <a:pt x="6866821" y="187004"/>
                </a:cubicBezTo>
                <a:cubicBezTo>
                  <a:pt x="6876302" y="184393"/>
                  <a:pt x="6891674" y="180804"/>
                  <a:pt x="6909353" y="178497"/>
                </a:cubicBezTo>
                <a:cubicBezTo>
                  <a:pt x="6909865" y="176961"/>
                  <a:pt x="6909353" y="171839"/>
                  <a:pt x="6908841" y="170299"/>
                </a:cubicBezTo>
                <a:cubicBezTo>
                  <a:pt x="6895005" y="169071"/>
                  <a:pt x="6892186" y="164978"/>
                  <a:pt x="6892186" y="150403"/>
                </a:cubicBezTo>
                <a:close/>
                <a:moveTo>
                  <a:pt x="6973151" y="153214"/>
                </a:moveTo>
                <a:lnTo>
                  <a:pt x="6973151" y="102183"/>
                </a:lnTo>
                <a:lnTo>
                  <a:pt x="6973151" y="101671"/>
                </a:lnTo>
                <a:cubicBezTo>
                  <a:pt x="6983397" y="94747"/>
                  <a:pt x="6993648" y="89618"/>
                  <a:pt x="6998258" y="89618"/>
                </a:cubicBezTo>
                <a:cubicBezTo>
                  <a:pt x="7008508" y="89618"/>
                  <a:pt x="7016195" y="94235"/>
                  <a:pt x="7016195" y="108853"/>
                </a:cubicBezTo>
                <a:lnTo>
                  <a:pt x="7016195" y="151674"/>
                </a:lnTo>
                <a:cubicBezTo>
                  <a:pt x="7016195" y="173216"/>
                  <a:pt x="7012093" y="175522"/>
                  <a:pt x="7001589" y="176292"/>
                </a:cubicBezTo>
                <a:cubicBezTo>
                  <a:pt x="7000052" y="177829"/>
                  <a:pt x="7000052" y="183466"/>
                  <a:pt x="7001589" y="185003"/>
                </a:cubicBezTo>
                <a:cubicBezTo>
                  <a:pt x="7012351" y="184749"/>
                  <a:pt x="7020550" y="184491"/>
                  <a:pt x="7032849" y="184491"/>
                </a:cubicBezTo>
                <a:cubicBezTo>
                  <a:pt x="7046939" y="184491"/>
                  <a:pt x="7058214" y="184749"/>
                  <a:pt x="7069231" y="185003"/>
                </a:cubicBezTo>
                <a:cubicBezTo>
                  <a:pt x="7070768" y="183466"/>
                  <a:pt x="7070768" y="177829"/>
                  <a:pt x="7069231" y="176292"/>
                </a:cubicBezTo>
                <a:cubicBezTo>
                  <a:pt x="7053601" y="175522"/>
                  <a:pt x="7049504" y="173216"/>
                  <a:pt x="7049504" y="151674"/>
                </a:cubicBezTo>
                <a:lnTo>
                  <a:pt x="7049504" y="111672"/>
                </a:lnTo>
                <a:cubicBezTo>
                  <a:pt x="7049504" y="83468"/>
                  <a:pt x="7037458" y="70657"/>
                  <a:pt x="7015424" y="70657"/>
                </a:cubicBezTo>
                <a:cubicBezTo>
                  <a:pt x="7005177" y="70657"/>
                  <a:pt x="6986986" y="81932"/>
                  <a:pt x="6972893" y="91671"/>
                </a:cubicBezTo>
                <a:cubicBezTo>
                  <a:pt x="6972126" y="82702"/>
                  <a:pt x="6971098" y="75016"/>
                  <a:pt x="6971098" y="75016"/>
                </a:cubicBezTo>
                <a:cubicBezTo>
                  <a:pt x="6970844" y="71939"/>
                  <a:pt x="6968795" y="70657"/>
                  <a:pt x="6965206" y="70657"/>
                </a:cubicBezTo>
                <a:cubicBezTo>
                  <a:pt x="6955726" y="73272"/>
                  <a:pt x="6940354" y="76861"/>
                  <a:pt x="6922675" y="79164"/>
                </a:cubicBezTo>
                <a:cubicBezTo>
                  <a:pt x="6922163" y="80704"/>
                  <a:pt x="6922675" y="85826"/>
                  <a:pt x="6923187" y="87366"/>
                </a:cubicBezTo>
                <a:cubicBezTo>
                  <a:pt x="6937281" y="88649"/>
                  <a:pt x="6939841" y="90697"/>
                  <a:pt x="6939841" y="105303"/>
                </a:cubicBezTo>
                <a:lnTo>
                  <a:pt x="6939841" y="153230"/>
                </a:lnTo>
                <a:cubicBezTo>
                  <a:pt x="6939841" y="174498"/>
                  <a:pt x="6937023" y="175014"/>
                  <a:pt x="6921392" y="176292"/>
                </a:cubicBezTo>
                <a:cubicBezTo>
                  <a:pt x="6919856" y="177829"/>
                  <a:pt x="6919856" y="183466"/>
                  <a:pt x="6921392" y="185003"/>
                </a:cubicBezTo>
                <a:cubicBezTo>
                  <a:pt x="6932155" y="184749"/>
                  <a:pt x="6942914" y="184491"/>
                  <a:pt x="6956496" y="184491"/>
                </a:cubicBezTo>
                <a:cubicBezTo>
                  <a:pt x="6968283" y="184491"/>
                  <a:pt x="6975457" y="184749"/>
                  <a:pt x="6986474" y="185003"/>
                </a:cubicBezTo>
                <a:cubicBezTo>
                  <a:pt x="6988011" y="183466"/>
                  <a:pt x="6988011" y="177829"/>
                  <a:pt x="6986474" y="176292"/>
                </a:cubicBezTo>
                <a:cubicBezTo>
                  <a:pt x="6975711" y="175268"/>
                  <a:pt x="6973151" y="174498"/>
                  <a:pt x="6973151" y="153214"/>
                </a:cubicBezTo>
                <a:close/>
                <a:moveTo>
                  <a:pt x="7162748" y="160099"/>
                </a:moveTo>
                <a:cubicBezTo>
                  <a:pt x="7157369" y="164458"/>
                  <a:pt x="7143791" y="170096"/>
                  <a:pt x="7140714" y="170096"/>
                </a:cubicBezTo>
                <a:cubicBezTo>
                  <a:pt x="7127902" y="170096"/>
                  <a:pt x="7117910" y="155744"/>
                  <a:pt x="7117910" y="125758"/>
                </a:cubicBezTo>
                <a:cubicBezTo>
                  <a:pt x="7117910" y="112176"/>
                  <a:pt x="7119450" y="100385"/>
                  <a:pt x="7124317" y="92441"/>
                </a:cubicBezTo>
                <a:cubicBezTo>
                  <a:pt x="7128673" y="85521"/>
                  <a:pt x="7135589" y="81420"/>
                  <a:pt x="7143275" y="81420"/>
                </a:cubicBezTo>
                <a:cubicBezTo>
                  <a:pt x="7149936" y="81420"/>
                  <a:pt x="7156344" y="82190"/>
                  <a:pt x="7162494" y="90646"/>
                </a:cubicBezTo>
                <a:lnTo>
                  <a:pt x="7162494" y="153695"/>
                </a:lnTo>
                <a:cubicBezTo>
                  <a:pt x="7162494" y="155744"/>
                  <a:pt x="7162494" y="158051"/>
                  <a:pt x="7162748" y="160099"/>
                </a:cubicBezTo>
                <a:moveTo>
                  <a:pt x="7163518" y="172144"/>
                </a:moveTo>
                <a:cubicBezTo>
                  <a:pt x="7164030" y="178294"/>
                  <a:pt x="7164542" y="182649"/>
                  <a:pt x="7164542" y="182649"/>
                </a:cubicBezTo>
                <a:cubicBezTo>
                  <a:pt x="7164801" y="185726"/>
                  <a:pt x="7166849" y="187004"/>
                  <a:pt x="7170434" y="187004"/>
                </a:cubicBezTo>
                <a:cubicBezTo>
                  <a:pt x="7179915" y="184393"/>
                  <a:pt x="7195287" y="180804"/>
                  <a:pt x="7212966" y="178497"/>
                </a:cubicBezTo>
                <a:cubicBezTo>
                  <a:pt x="7213478" y="176961"/>
                  <a:pt x="7212966" y="171839"/>
                  <a:pt x="7212454" y="170299"/>
                </a:cubicBezTo>
                <a:cubicBezTo>
                  <a:pt x="7198618" y="169021"/>
                  <a:pt x="7195799" y="164920"/>
                  <a:pt x="7195799" y="150321"/>
                </a:cubicBezTo>
                <a:lnTo>
                  <a:pt x="7195799" y="35131"/>
                </a:lnTo>
                <a:cubicBezTo>
                  <a:pt x="7195799" y="18508"/>
                  <a:pt x="7196569" y="8980"/>
                  <a:pt x="7196569" y="8980"/>
                </a:cubicBezTo>
                <a:cubicBezTo>
                  <a:pt x="7196569" y="6642"/>
                  <a:pt x="7194775" y="5602"/>
                  <a:pt x="7192468" y="5602"/>
                </a:cubicBezTo>
                <a:cubicBezTo>
                  <a:pt x="7182992" y="8722"/>
                  <a:pt x="7162494" y="11580"/>
                  <a:pt x="7144303" y="12358"/>
                </a:cubicBezTo>
                <a:cubicBezTo>
                  <a:pt x="7143533" y="15435"/>
                  <a:pt x="7143791" y="18766"/>
                  <a:pt x="7145069" y="21072"/>
                </a:cubicBezTo>
                <a:cubicBezTo>
                  <a:pt x="7161212" y="22351"/>
                  <a:pt x="7162494" y="22605"/>
                  <a:pt x="7162494" y="40241"/>
                </a:cubicBezTo>
                <a:lnTo>
                  <a:pt x="7162494" y="73476"/>
                </a:lnTo>
                <a:cubicBezTo>
                  <a:pt x="7157623" y="71939"/>
                  <a:pt x="7151477" y="70657"/>
                  <a:pt x="7144045" y="70657"/>
                </a:cubicBezTo>
                <a:cubicBezTo>
                  <a:pt x="7110994" y="70657"/>
                  <a:pt x="7082040" y="99607"/>
                  <a:pt x="7082040" y="133671"/>
                </a:cubicBezTo>
                <a:cubicBezTo>
                  <a:pt x="7082040" y="149039"/>
                  <a:pt x="7087423" y="166460"/>
                  <a:pt x="7099977" y="176195"/>
                </a:cubicBezTo>
                <a:cubicBezTo>
                  <a:pt x="7109199" y="183419"/>
                  <a:pt x="7115607" y="187004"/>
                  <a:pt x="7129955" y="187004"/>
                </a:cubicBezTo>
                <a:cubicBezTo>
                  <a:pt x="7136871" y="187004"/>
                  <a:pt x="7155832" y="175733"/>
                  <a:pt x="7161212" y="172144"/>
                </a:cubicBezTo>
                <a:lnTo>
                  <a:pt x="7163518" y="172144"/>
                </a:lnTo>
                <a:close/>
                <a:moveTo>
                  <a:pt x="7299311" y="151897"/>
                </a:moveTo>
                <a:cubicBezTo>
                  <a:pt x="7299311" y="173169"/>
                  <a:pt x="7298799" y="176245"/>
                  <a:pt x="7297774" y="185980"/>
                </a:cubicBezTo>
                <a:cubicBezTo>
                  <a:pt x="7300847" y="187004"/>
                  <a:pt x="7303666" y="187775"/>
                  <a:pt x="7306485" y="187775"/>
                </a:cubicBezTo>
                <a:cubicBezTo>
                  <a:pt x="7309816" y="184956"/>
                  <a:pt x="7312380" y="181371"/>
                  <a:pt x="7314683" y="176758"/>
                </a:cubicBezTo>
                <a:cubicBezTo>
                  <a:pt x="7324676" y="184444"/>
                  <a:pt x="7340306" y="187004"/>
                  <a:pt x="7352093" y="187004"/>
                </a:cubicBezTo>
                <a:cubicBezTo>
                  <a:pt x="7380531" y="187004"/>
                  <a:pt x="7410510" y="158817"/>
                  <a:pt x="7410510" y="122169"/>
                </a:cubicBezTo>
                <a:cubicBezTo>
                  <a:pt x="7410510" y="107559"/>
                  <a:pt x="7404872" y="93207"/>
                  <a:pt x="7396674" y="83726"/>
                </a:cubicBezTo>
                <a:cubicBezTo>
                  <a:pt x="7387451" y="73222"/>
                  <a:pt x="7375152" y="70657"/>
                  <a:pt x="7361570" y="70657"/>
                </a:cubicBezTo>
                <a:cubicBezTo>
                  <a:pt x="7353630" y="70657"/>
                  <a:pt x="7340048" y="79625"/>
                  <a:pt x="7332620" y="85009"/>
                </a:cubicBezTo>
                <a:lnTo>
                  <a:pt x="7332620" y="34994"/>
                </a:lnTo>
                <a:cubicBezTo>
                  <a:pt x="7332620" y="18316"/>
                  <a:pt x="7333386" y="8886"/>
                  <a:pt x="7333386" y="8886"/>
                </a:cubicBezTo>
                <a:cubicBezTo>
                  <a:pt x="7333386" y="6615"/>
                  <a:pt x="7331596" y="5602"/>
                  <a:pt x="7329289" y="5602"/>
                </a:cubicBezTo>
                <a:cubicBezTo>
                  <a:pt x="7319809" y="8632"/>
                  <a:pt x="7299311" y="11412"/>
                  <a:pt x="7281120" y="12166"/>
                </a:cubicBezTo>
                <a:cubicBezTo>
                  <a:pt x="7280354" y="15243"/>
                  <a:pt x="7280608" y="18062"/>
                  <a:pt x="7281890" y="20365"/>
                </a:cubicBezTo>
                <a:cubicBezTo>
                  <a:pt x="7298029" y="21651"/>
                  <a:pt x="7299311" y="21905"/>
                  <a:pt x="7299311" y="39611"/>
                </a:cubicBezTo>
                <a:lnTo>
                  <a:pt x="7299311" y="151897"/>
                </a:lnTo>
                <a:moveTo>
                  <a:pt x="7332620" y="95256"/>
                </a:moveTo>
                <a:cubicBezTo>
                  <a:pt x="7341076" y="89618"/>
                  <a:pt x="7346710" y="88852"/>
                  <a:pt x="7352606" y="88852"/>
                </a:cubicBezTo>
                <a:cubicBezTo>
                  <a:pt x="7365159" y="88852"/>
                  <a:pt x="7374640" y="100385"/>
                  <a:pt x="7374640" y="125500"/>
                </a:cubicBezTo>
                <a:cubicBezTo>
                  <a:pt x="7374640" y="146517"/>
                  <a:pt x="7371051" y="176245"/>
                  <a:pt x="7350811" y="176245"/>
                </a:cubicBezTo>
                <a:cubicBezTo>
                  <a:pt x="7343379" y="176245"/>
                  <a:pt x="7337487" y="173169"/>
                  <a:pt x="7332620" y="167277"/>
                </a:cubicBezTo>
                <a:lnTo>
                  <a:pt x="7332620" y="95256"/>
                </a:lnTo>
                <a:close/>
                <a:moveTo>
                  <a:pt x="7481224" y="227656"/>
                </a:moveTo>
                <a:cubicBezTo>
                  <a:pt x="7485325" y="220482"/>
                  <a:pt x="7489168" y="211259"/>
                  <a:pt x="7492241" y="203573"/>
                </a:cubicBezTo>
                <a:cubicBezTo>
                  <a:pt x="7512738" y="154125"/>
                  <a:pt x="7525292" y="126458"/>
                  <a:pt x="7538873" y="97762"/>
                </a:cubicBezTo>
                <a:cubicBezTo>
                  <a:pt x="7542458" y="90334"/>
                  <a:pt x="7550145" y="82389"/>
                  <a:pt x="7559625" y="81623"/>
                </a:cubicBezTo>
                <a:cubicBezTo>
                  <a:pt x="7561166" y="80087"/>
                  <a:pt x="7561166" y="74449"/>
                  <a:pt x="7559625" y="72909"/>
                </a:cubicBezTo>
                <a:cubicBezTo>
                  <a:pt x="7553221" y="73167"/>
                  <a:pt x="7548608" y="73425"/>
                  <a:pt x="7541434" y="73425"/>
                </a:cubicBezTo>
                <a:cubicBezTo>
                  <a:pt x="7532466" y="73425"/>
                  <a:pt x="7523755" y="73167"/>
                  <a:pt x="7514275" y="72909"/>
                </a:cubicBezTo>
                <a:cubicBezTo>
                  <a:pt x="7512738" y="74449"/>
                  <a:pt x="7512738" y="80087"/>
                  <a:pt x="7514275" y="81623"/>
                </a:cubicBezTo>
                <a:cubicBezTo>
                  <a:pt x="7522477" y="82389"/>
                  <a:pt x="7530675" y="83672"/>
                  <a:pt x="7526574" y="92894"/>
                </a:cubicBezTo>
                <a:lnTo>
                  <a:pt x="7500185" y="152077"/>
                </a:lnTo>
                <a:cubicBezTo>
                  <a:pt x="7500185" y="152335"/>
                  <a:pt x="7500185" y="152335"/>
                  <a:pt x="7499927" y="152589"/>
                </a:cubicBezTo>
                <a:cubicBezTo>
                  <a:pt x="7499927" y="152335"/>
                  <a:pt x="7499927" y="152077"/>
                  <a:pt x="7499673" y="151565"/>
                </a:cubicBezTo>
                <a:lnTo>
                  <a:pt x="7475844" y="98020"/>
                </a:lnTo>
                <a:cubicBezTo>
                  <a:pt x="7471231" y="87515"/>
                  <a:pt x="7468670" y="82902"/>
                  <a:pt x="7484300" y="81623"/>
                </a:cubicBezTo>
                <a:cubicBezTo>
                  <a:pt x="7485837" y="80087"/>
                  <a:pt x="7485837" y="74449"/>
                  <a:pt x="7484300" y="72909"/>
                </a:cubicBezTo>
                <a:cubicBezTo>
                  <a:pt x="7474820" y="73167"/>
                  <a:pt x="7459447" y="73425"/>
                  <a:pt x="7450221" y="73425"/>
                </a:cubicBezTo>
                <a:cubicBezTo>
                  <a:pt x="7441511" y="73425"/>
                  <a:pt x="7426908" y="73167"/>
                  <a:pt x="7421783" y="72909"/>
                </a:cubicBezTo>
                <a:cubicBezTo>
                  <a:pt x="7420247" y="74449"/>
                  <a:pt x="7420247" y="80087"/>
                  <a:pt x="7421783" y="81623"/>
                </a:cubicBezTo>
                <a:cubicBezTo>
                  <a:pt x="7433054" y="82647"/>
                  <a:pt x="7435107" y="84442"/>
                  <a:pt x="7442023" y="100580"/>
                </a:cubicBezTo>
                <a:lnTo>
                  <a:pt x="7475074" y="176417"/>
                </a:lnTo>
                <a:cubicBezTo>
                  <a:pt x="7479429" y="182563"/>
                  <a:pt x="7484300" y="187177"/>
                  <a:pt x="7482248" y="191790"/>
                </a:cubicBezTo>
                <a:lnTo>
                  <a:pt x="7476102" y="205880"/>
                </a:lnTo>
                <a:cubicBezTo>
                  <a:pt x="7472771" y="213820"/>
                  <a:pt x="7469694" y="218433"/>
                  <a:pt x="7462520" y="218433"/>
                </a:cubicBezTo>
                <a:cubicBezTo>
                  <a:pt x="7457907" y="218433"/>
                  <a:pt x="7457141" y="217409"/>
                  <a:pt x="7453552" y="217409"/>
                </a:cubicBezTo>
                <a:cubicBezTo>
                  <a:pt x="7443817" y="217409"/>
                  <a:pt x="7438180" y="224071"/>
                  <a:pt x="7438180" y="229192"/>
                </a:cubicBezTo>
                <a:cubicBezTo>
                  <a:pt x="7438180" y="232523"/>
                  <a:pt x="7438950" y="236624"/>
                  <a:pt x="7441256" y="239443"/>
                </a:cubicBezTo>
                <a:cubicBezTo>
                  <a:pt x="7443559" y="242262"/>
                  <a:pt x="7447918" y="244052"/>
                  <a:pt x="7451249" y="244052"/>
                </a:cubicBezTo>
                <a:cubicBezTo>
                  <a:pt x="7454576" y="244052"/>
                  <a:pt x="7462266" y="243028"/>
                  <a:pt x="7465851" y="241492"/>
                </a:cubicBezTo>
                <a:cubicBezTo>
                  <a:pt x="7471231" y="238931"/>
                  <a:pt x="7478405" y="232781"/>
                  <a:pt x="7481224" y="227656"/>
                </a:cubicBezTo>
                <a:close/>
                <a:moveTo>
                  <a:pt x="7653844" y="50402"/>
                </a:moveTo>
                <a:lnTo>
                  <a:pt x="7653844" y="153218"/>
                </a:lnTo>
                <a:cubicBezTo>
                  <a:pt x="7653844" y="174498"/>
                  <a:pt x="7646670" y="175526"/>
                  <a:pt x="7632580" y="176292"/>
                </a:cubicBezTo>
                <a:cubicBezTo>
                  <a:pt x="7630019" y="177829"/>
                  <a:pt x="7630019" y="183466"/>
                  <a:pt x="7632580" y="185003"/>
                </a:cubicBezTo>
                <a:cubicBezTo>
                  <a:pt x="7642827" y="184749"/>
                  <a:pt x="7661788" y="184491"/>
                  <a:pt x="7672035" y="184491"/>
                </a:cubicBezTo>
                <a:cubicBezTo>
                  <a:pt x="7682285" y="184491"/>
                  <a:pt x="7700735" y="184749"/>
                  <a:pt x="7710981" y="185003"/>
                </a:cubicBezTo>
                <a:cubicBezTo>
                  <a:pt x="7713542" y="183466"/>
                  <a:pt x="7713542" y="177829"/>
                  <a:pt x="7710981" y="176292"/>
                </a:cubicBezTo>
                <a:cubicBezTo>
                  <a:pt x="7696888" y="175526"/>
                  <a:pt x="7689714" y="174498"/>
                  <a:pt x="7689714" y="153218"/>
                </a:cubicBezTo>
                <a:lnTo>
                  <a:pt x="7689714" y="102965"/>
                </a:lnTo>
                <a:cubicBezTo>
                  <a:pt x="7697404" y="104760"/>
                  <a:pt x="7701247" y="108349"/>
                  <a:pt x="7706368" y="115014"/>
                </a:cubicBezTo>
                <a:lnTo>
                  <a:pt x="7745057" y="165526"/>
                </a:lnTo>
                <a:cubicBezTo>
                  <a:pt x="7750182" y="172191"/>
                  <a:pt x="7753767" y="179369"/>
                  <a:pt x="7754283" y="183466"/>
                </a:cubicBezTo>
                <a:cubicBezTo>
                  <a:pt x="7754283" y="184237"/>
                  <a:pt x="7754537" y="185003"/>
                  <a:pt x="7755562" y="185003"/>
                </a:cubicBezTo>
                <a:cubicBezTo>
                  <a:pt x="7760687" y="184749"/>
                  <a:pt x="7774265" y="184491"/>
                  <a:pt x="7781951" y="184491"/>
                </a:cubicBezTo>
                <a:cubicBezTo>
                  <a:pt x="7791944" y="184491"/>
                  <a:pt x="7802195" y="184749"/>
                  <a:pt x="7812187" y="185003"/>
                </a:cubicBezTo>
                <a:cubicBezTo>
                  <a:pt x="7813724" y="183466"/>
                  <a:pt x="7813724" y="177829"/>
                  <a:pt x="7812187" y="176292"/>
                </a:cubicBezTo>
                <a:cubicBezTo>
                  <a:pt x="7804501" y="175268"/>
                  <a:pt x="7798864" y="173216"/>
                  <a:pt x="7792202" y="165526"/>
                </a:cubicBezTo>
                <a:lnTo>
                  <a:pt x="7736092" y="99118"/>
                </a:lnTo>
                <a:cubicBezTo>
                  <a:pt x="7731733" y="93989"/>
                  <a:pt x="7728402" y="89630"/>
                  <a:pt x="7728402" y="87581"/>
                </a:cubicBezTo>
                <a:cubicBezTo>
                  <a:pt x="7728402" y="85783"/>
                  <a:pt x="7728660" y="82706"/>
                  <a:pt x="7731479" y="80145"/>
                </a:cubicBezTo>
                <a:lnTo>
                  <a:pt x="7759405" y="55273"/>
                </a:lnTo>
                <a:cubicBezTo>
                  <a:pt x="7774523" y="41941"/>
                  <a:pt x="7788871" y="29634"/>
                  <a:pt x="7803989" y="27328"/>
                </a:cubicBezTo>
                <a:cubicBezTo>
                  <a:pt x="7805526" y="25791"/>
                  <a:pt x="7805526" y="20154"/>
                  <a:pt x="7803989" y="18613"/>
                </a:cubicBezTo>
                <a:cubicBezTo>
                  <a:pt x="7797581" y="18871"/>
                  <a:pt x="7788613" y="19129"/>
                  <a:pt x="7779648" y="19129"/>
                </a:cubicBezTo>
                <a:cubicBezTo>
                  <a:pt x="7769398" y="19129"/>
                  <a:pt x="7757868" y="18871"/>
                  <a:pt x="7748134" y="18613"/>
                </a:cubicBezTo>
                <a:cubicBezTo>
                  <a:pt x="7746593" y="20154"/>
                  <a:pt x="7746593" y="25791"/>
                  <a:pt x="7748134" y="27328"/>
                </a:cubicBezTo>
                <a:cubicBezTo>
                  <a:pt x="7763248" y="28864"/>
                  <a:pt x="7762224" y="36812"/>
                  <a:pt x="7749412" y="49890"/>
                </a:cubicBezTo>
                <a:cubicBezTo>
                  <a:pt x="7741472" y="58096"/>
                  <a:pt x="7721998" y="74246"/>
                  <a:pt x="7721998" y="74246"/>
                </a:cubicBezTo>
                <a:cubicBezTo>
                  <a:pt x="7705344" y="89118"/>
                  <a:pt x="7698170" y="93989"/>
                  <a:pt x="7689714" y="96812"/>
                </a:cubicBezTo>
                <a:lnTo>
                  <a:pt x="7689714" y="50402"/>
                </a:lnTo>
                <a:cubicBezTo>
                  <a:pt x="7689714" y="29122"/>
                  <a:pt x="7696888" y="28094"/>
                  <a:pt x="7710981" y="27328"/>
                </a:cubicBezTo>
                <a:cubicBezTo>
                  <a:pt x="7713542" y="25791"/>
                  <a:pt x="7713542" y="20154"/>
                  <a:pt x="7710981" y="18613"/>
                </a:cubicBezTo>
                <a:cubicBezTo>
                  <a:pt x="7700735" y="18871"/>
                  <a:pt x="7682285" y="19129"/>
                  <a:pt x="7672035" y="19129"/>
                </a:cubicBezTo>
                <a:cubicBezTo>
                  <a:pt x="7661788" y="19129"/>
                  <a:pt x="7642827" y="18871"/>
                  <a:pt x="7632580" y="18613"/>
                </a:cubicBezTo>
                <a:cubicBezTo>
                  <a:pt x="7630019" y="20154"/>
                  <a:pt x="7630019" y="25791"/>
                  <a:pt x="7632580" y="27328"/>
                </a:cubicBezTo>
                <a:cubicBezTo>
                  <a:pt x="7646670" y="28094"/>
                  <a:pt x="7653844" y="29122"/>
                  <a:pt x="7653844" y="50402"/>
                </a:cubicBezTo>
                <a:close/>
                <a:moveTo>
                  <a:pt x="7885208" y="116696"/>
                </a:moveTo>
                <a:lnTo>
                  <a:pt x="7879570" y="116696"/>
                </a:lnTo>
                <a:lnTo>
                  <a:pt x="7879570" y="89997"/>
                </a:lnTo>
                <a:cubicBezTo>
                  <a:pt x="7879570" y="83836"/>
                  <a:pt x="7884950" y="77416"/>
                  <a:pt x="7891099" y="77416"/>
                </a:cubicBezTo>
                <a:lnTo>
                  <a:pt x="7903141" y="77416"/>
                </a:lnTo>
                <a:cubicBezTo>
                  <a:pt x="7922360" y="77416"/>
                  <a:pt x="7928510" y="87171"/>
                  <a:pt x="7934143" y="104889"/>
                </a:cubicBezTo>
                <a:cubicBezTo>
                  <a:pt x="7937220" y="105401"/>
                  <a:pt x="7941829" y="104889"/>
                  <a:pt x="7944394" y="103603"/>
                </a:cubicBezTo>
                <a:cubicBezTo>
                  <a:pt x="7943624" y="92566"/>
                  <a:pt x="7941063" y="68448"/>
                  <a:pt x="7940551" y="66399"/>
                </a:cubicBezTo>
                <a:cubicBezTo>
                  <a:pt x="7940551" y="65887"/>
                  <a:pt x="7940293" y="65629"/>
                  <a:pt x="7939527" y="65629"/>
                </a:cubicBezTo>
                <a:cubicBezTo>
                  <a:pt x="7935167" y="66399"/>
                  <a:pt x="7933119" y="66654"/>
                  <a:pt x="7926969" y="66654"/>
                </a:cubicBezTo>
                <a:lnTo>
                  <a:pt x="7864456" y="66654"/>
                </a:lnTo>
                <a:cubicBezTo>
                  <a:pt x="7864456" y="66669"/>
                  <a:pt x="7837808" y="66411"/>
                  <a:pt x="7824997" y="66153"/>
                </a:cubicBezTo>
                <a:cubicBezTo>
                  <a:pt x="7823460" y="67693"/>
                  <a:pt x="7823460" y="73331"/>
                  <a:pt x="7824997" y="74867"/>
                </a:cubicBezTo>
                <a:cubicBezTo>
                  <a:pt x="7842930" y="75638"/>
                  <a:pt x="7847289" y="76920"/>
                  <a:pt x="7847289" y="98219"/>
                </a:cubicBezTo>
                <a:lnTo>
                  <a:pt x="7847289" y="153281"/>
                </a:lnTo>
                <a:cubicBezTo>
                  <a:pt x="7847289" y="174502"/>
                  <a:pt x="7842930" y="175526"/>
                  <a:pt x="7824997" y="176292"/>
                </a:cubicBezTo>
                <a:cubicBezTo>
                  <a:pt x="7823460" y="177829"/>
                  <a:pt x="7823460" y="183466"/>
                  <a:pt x="7824997" y="185003"/>
                </a:cubicBezTo>
                <a:cubicBezTo>
                  <a:pt x="7837550" y="184760"/>
                  <a:pt x="7864710" y="184502"/>
                  <a:pt x="7864710" y="184502"/>
                </a:cubicBezTo>
                <a:lnTo>
                  <a:pt x="7907242" y="184502"/>
                </a:lnTo>
                <a:cubicBezTo>
                  <a:pt x="7919541" y="184491"/>
                  <a:pt x="7941829" y="185003"/>
                  <a:pt x="7941829" y="185003"/>
                </a:cubicBezTo>
                <a:cubicBezTo>
                  <a:pt x="7945418" y="172203"/>
                  <a:pt x="7947725" y="155584"/>
                  <a:pt x="7949519" y="142283"/>
                </a:cubicBezTo>
                <a:cubicBezTo>
                  <a:pt x="7946955" y="140751"/>
                  <a:pt x="7942087" y="140239"/>
                  <a:pt x="7938756" y="141005"/>
                </a:cubicBezTo>
                <a:cubicBezTo>
                  <a:pt x="7933631" y="159423"/>
                  <a:pt x="7921336" y="173743"/>
                  <a:pt x="7901862" y="173743"/>
                </a:cubicBezTo>
                <a:lnTo>
                  <a:pt x="7891099" y="173743"/>
                </a:lnTo>
                <a:cubicBezTo>
                  <a:pt x="7885462" y="173743"/>
                  <a:pt x="7879570" y="170929"/>
                  <a:pt x="7879570" y="156354"/>
                </a:cubicBezTo>
                <a:lnTo>
                  <a:pt x="7879570" y="125410"/>
                </a:lnTo>
                <a:lnTo>
                  <a:pt x="7885208" y="125410"/>
                </a:lnTo>
                <a:cubicBezTo>
                  <a:pt x="7902886" y="125410"/>
                  <a:pt x="7907242" y="127709"/>
                  <a:pt x="7908012" y="139218"/>
                </a:cubicBezTo>
                <a:cubicBezTo>
                  <a:pt x="7909548" y="140755"/>
                  <a:pt x="7916722" y="140755"/>
                  <a:pt x="7918259" y="139218"/>
                </a:cubicBezTo>
                <a:cubicBezTo>
                  <a:pt x="7918005" y="132568"/>
                  <a:pt x="7917747" y="124898"/>
                  <a:pt x="7917747" y="120797"/>
                </a:cubicBezTo>
                <a:cubicBezTo>
                  <a:pt x="7917747" y="117212"/>
                  <a:pt x="7917747" y="107199"/>
                  <a:pt x="7918259" y="102832"/>
                </a:cubicBezTo>
                <a:cubicBezTo>
                  <a:pt x="7916722" y="101292"/>
                  <a:pt x="7909548" y="101292"/>
                  <a:pt x="7908012" y="102832"/>
                </a:cubicBezTo>
                <a:cubicBezTo>
                  <a:pt x="7907242" y="116183"/>
                  <a:pt x="7902374" y="116696"/>
                  <a:pt x="7885208" y="116696"/>
                </a:cubicBezTo>
                <a:close/>
                <a:moveTo>
                  <a:pt x="8026637" y="132252"/>
                </a:moveTo>
                <a:cubicBezTo>
                  <a:pt x="8022536" y="132252"/>
                  <a:pt x="8021257" y="131739"/>
                  <a:pt x="8022024" y="129949"/>
                </a:cubicBezTo>
                <a:lnTo>
                  <a:pt x="8037912" y="88488"/>
                </a:lnTo>
                <a:lnTo>
                  <a:pt x="8039190" y="88488"/>
                </a:lnTo>
                <a:lnTo>
                  <a:pt x="8054309" y="132252"/>
                </a:lnTo>
                <a:lnTo>
                  <a:pt x="8026637" y="132252"/>
                </a:lnTo>
                <a:moveTo>
                  <a:pt x="8098889" y="162468"/>
                </a:moveTo>
                <a:lnTo>
                  <a:pt x="8063277" y="63151"/>
                </a:lnTo>
                <a:cubicBezTo>
                  <a:pt x="8060458" y="64687"/>
                  <a:pt x="8039448" y="71341"/>
                  <a:pt x="8033041" y="71341"/>
                </a:cubicBezTo>
                <a:lnTo>
                  <a:pt x="7996147" y="158371"/>
                </a:lnTo>
                <a:cubicBezTo>
                  <a:pt x="7989485" y="174244"/>
                  <a:pt x="7983081" y="175526"/>
                  <a:pt x="7971806" y="176292"/>
                </a:cubicBezTo>
                <a:cubicBezTo>
                  <a:pt x="7970269" y="177829"/>
                  <a:pt x="7970269" y="183466"/>
                  <a:pt x="7971806" y="185003"/>
                </a:cubicBezTo>
                <a:cubicBezTo>
                  <a:pt x="7978980" y="184749"/>
                  <a:pt x="7986924" y="184491"/>
                  <a:pt x="7993328" y="184491"/>
                </a:cubicBezTo>
                <a:cubicBezTo>
                  <a:pt x="8000760" y="184491"/>
                  <a:pt x="8016644" y="184749"/>
                  <a:pt x="8026125" y="185003"/>
                </a:cubicBezTo>
                <a:cubicBezTo>
                  <a:pt x="8027661" y="183466"/>
                  <a:pt x="8027661" y="177829"/>
                  <a:pt x="8026125" y="176292"/>
                </a:cubicBezTo>
                <a:cubicBezTo>
                  <a:pt x="8016390" y="175526"/>
                  <a:pt x="8004345" y="174756"/>
                  <a:pt x="8008446" y="164259"/>
                </a:cubicBezTo>
                <a:lnTo>
                  <a:pt x="8016132" y="144289"/>
                </a:lnTo>
                <a:cubicBezTo>
                  <a:pt x="8016902" y="141986"/>
                  <a:pt x="8018181" y="141216"/>
                  <a:pt x="8022536" y="141216"/>
                </a:cubicBezTo>
                <a:lnTo>
                  <a:pt x="8057640" y="141216"/>
                </a:lnTo>
                <a:lnTo>
                  <a:pt x="8066096" y="166053"/>
                </a:lnTo>
                <a:cubicBezTo>
                  <a:pt x="8068915" y="174244"/>
                  <a:pt x="8059434" y="175526"/>
                  <a:pt x="8047135" y="176292"/>
                </a:cubicBezTo>
                <a:cubicBezTo>
                  <a:pt x="8045598" y="177829"/>
                  <a:pt x="8045598" y="183466"/>
                  <a:pt x="8047135" y="185003"/>
                </a:cubicBezTo>
                <a:cubicBezTo>
                  <a:pt x="8056615" y="184749"/>
                  <a:pt x="8078391" y="184491"/>
                  <a:pt x="8088384" y="184491"/>
                </a:cubicBezTo>
                <a:cubicBezTo>
                  <a:pt x="8098889" y="184491"/>
                  <a:pt x="8111188" y="184749"/>
                  <a:pt x="8120669" y="185003"/>
                </a:cubicBezTo>
                <a:cubicBezTo>
                  <a:pt x="8122205" y="183466"/>
                  <a:pt x="8122205" y="177829"/>
                  <a:pt x="8120669" y="176292"/>
                </a:cubicBezTo>
                <a:cubicBezTo>
                  <a:pt x="8109906" y="175526"/>
                  <a:pt x="8103244" y="174502"/>
                  <a:pt x="8098889" y="162468"/>
                </a:cubicBezTo>
                <a:close/>
                <a:moveTo>
                  <a:pt x="8135792" y="169584"/>
                </a:moveTo>
                <a:cubicBezTo>
                  <a:pt x="8135792" y="179318"/>
                  <a:pt x="8143990" y="187004"/>
                  <a:pt x="8154237" y="187004"/>
                </a:cubicBezTo>
                <a:cubicBezTo>
                  <a:pt x="8164487" y="187004"/>
                  <a:pt x="8173198" y="178806"/>
                  <a:pt x="8173198" y="169071"/>
                </a:cubicBezTo>
                <a:cubicBezTo>
                  <a:pt x="8173198" y="159079"/>
                  <a:pt x="8165000" y="151393"/>
                  <a:pt x="8154749" y="151393"/>
                </a:cubicBezTo>
                <a:cubicBezTo>
                  <a:pt x="8144502" y="151393"/>
                  <a:pt x="8135792" y="159591"/>
                  <a:pt x="8135792" y="1695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3716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2026-09-05T14:47:28.6800000Z</dcterms:created>
  <dcterms:modified xsi:type="dcterms:W3CDTF">2026-09-05T14:47:28.6800000Z</dcterms:modified>
</coreProperties>
</file>