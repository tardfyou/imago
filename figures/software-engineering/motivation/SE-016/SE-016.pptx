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a6e3958b634dd9" /><Relationship Type="http://schemas.openxmlformats.org/officeDocument/2006/relationships/extended-properties" Target="/docProps/app.xml" Id="Rb235946d73cc4c6b" /><Relationship Type="http://schemas.openxmlformats.org/officeDocument/2006/relationships/officeDocument" Target="/ppt/presentation.xml" Id="R4d21ab2876a14b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19b0bf8d86413d"/>
  </p:sldMasterIdLst>
  <p:notesMasterIdLst>
    <p:notesMasterId xmlns:r="http://schemas.openxmlformats.org/officeDocument/2006/relationships" r:id="Rb05588b0f1014b8f"/>
  </p:notesMasterIdLst>
  <p:sldIdLst>
    <p:sldId xmlns:r="http://schemas.openxmlformats.org/officeDocument/2006/relationships" id="256" r:id="R773d75042aff4bb4"/>
  </p:sldIdLst>
  <p:sldSz cx="6858000" cy="6972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ca3cbed6b34663" /><Relationship Type="http://schemas.openxmlformats.org/officeDocument/2006/relationships/slideMaster" Target="/ppt/slideMasters/slideMaster1.xml" Id="Rfe19b0bf8d86413d" /><Relationship Type="http://schemas.openxmlformats.org/officeDocument/2006/relationships/notesMaster" Target="/ppt/notesMasters/notesMaster1.xml" Id="Rb05588b0f1014b8f" /><Relationship Type="http://schemas.openxmlformats.org/officeDocument/2006/relationships/presProps" Target="/ppt/presProps.xml" Id="Rb16e639a669f4947" /><Relationship Type="http://schemas.openxmlformats.org/officeDocument/2006/relationships/tableStyles" Target="/ppt/tableStyles.xml" Id="Rffb28510afa9405a" /><Relationship Type="http://schemas.openxmlformats.org/officeDocument/2006/relationships/slide" Target="/ppt/slides/slide1.xml" Id="R773d75042aff4b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ffb58a2edc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5f54d247c4abd" /><Relationship Type="http://schemas.openxmlformats.org/officeDocument/2006/relationships/notesMaster" Target="/ppt/notesMasters/notesMaster1.xml" Id="R78b8da6d97a0481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素材ID：SE-016</ns1:t>
            </ns1:r>
          </ns1:p>
          <ns1:p>
            <ns1:r>
              <ns1:t>论文：ProxyWar: Dynamic Assessment of LLM Code Generation in Game Arenas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类型：动机案例</ns1:t>
            </ns1:r>
          </ns1:p>
          <ns1:p>
            <ns1:r>
              <ns1:t>借鉴点：双LLM生成各自程序，通过统一测试与修复反馈后在同一游戏中竞争；可借鉴对称参赛者、共用裁判和真实交互环境的评测范式图。</ns1:t>
            </ns1:r>
          </ns1:p>
          <ns1:p>
            <ns1:r>
              <ns1:t>论文URL：https://arxiv.org/pdf/2602.04296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abda1b9cf4d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836d1f2714448d" /><Relationship Type="http://schemas.openxmlformats.org/officeDocument/2006/relationships/slideLayout" Target="/ppt/slideLayouts/slideLayout1.xml" Id="Rf0c679e2c92444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679e2c92444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fe5e800434d7e" /><Relationship Type="http://schemas.openxmlformats.org/officeDocument/2006/relationships/image" Target="/ppt/media/image.png" Id="R0cc5b8b0ffae47a6" /><Relationship Type="http://schemas.openxmlformats.org/officeDocument/2006/relationships/image" Target="/ppt/media/image2.png" Id="R44f6e0d8d5bd4db0" /><Relationship Type="http://schemas.openxmlformats.org/officeDocument/2006/relationships/image" Target="/ppt/media/image3.png" Id="R051b1217d23e4d43" /><Relationship Type="http://schemas.openxmlformats.org/officeDocument/2006/relationships/image" Target="/ppt/media/image4.png" Id="R961f23f10fc5447d" /><Relationship Type="http://schemas.openxmlformats.org/officeDocument/2006/relationships/image" Target="/ppt/media/image5.png" Id="Rf31c4e0482834f18" /><Relationship Type="http://schemas.openxmlformats.org/officeDocument/2006/relationships/image" Target="/ppt/media/image6.png" Id="R3a3d025dfa58438b" /><Relationship Type="http://schemas.openxmlformats.org/officeDocument/2006/relationships/notesSlide" Target="/ppt/notesSlides/notesSlide1.xml" Id="Ra6dfcf930d2348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CCB8B-2AE2-4CFB-BBE1-98624682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19"/>
            <a:ext cx="6858000" cy="6903137"/>
          </a:xfrm>
          <a:custGeom xmlns:a="http://schemas.openxmlformats.org/drawingml/2006/main">
            <a:pathLst>
              <a:path w="6858000" h="6903137">
                <a:moveTo>
                  <a:pt x="6858000" y="0"/>
                </a:moveTo>
                <a:lnTo>
                  <a:pt x="6858000" y="6903137"/>
                </a:lnTo>
                <a:lnTo>
                  <a:pt x="0" y="6903137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D4F89-E3B2-452B-A89A-159829F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939" y="1589514"/>
            <a:ext cx="980053" cy="1130083"/>
          </a:xfrm>
          <a:custGeom xmlns:a="http://schemas.openxmlformats.org/drawingml/2006/main">
            <a:pathLst>
              <a:path w="980053" h="1130083">
                <a:moveTo>
                  <a:pt x="106028" y="106028"/>
                </a:moveTo>
                <a:lnTo>
                  <a:pt x="106028" y="66268"/>
                </a:lnTo>
                <a:lnTo>
                  <a:pt x="188377" y="66268"/>
                </a:lnTo>
                <a:lnTo>
                  <a:pt x="188377" y="39761"/>
                </a:lnTo>
                <a:lnTo>
                  <a:pt x="106028" y="39761"/>
                </a:lnTo>
                <a:lnTo>
                  <a:pt x="106028" y="0"/>
                </a:lnTo>
                <a:lnTo>
                  <a:pt x="0" y="53014"/>
                </a:lnTo>
                <a:lnTo>
                  <a:pt x="106028" y="106028"/>
                </a:lnTo>
                <a:close/>
                <a:moveTo>
                  <a:pt x="373926" y="66268"/>
                </a:moveTo>
                <a:lnTo>
                  <a:pt x="373926" y="39761"/>
                </a:lnTo>
                <a:lnTo>
                  <a:pt x="267898" y="39761"/>
                </a:lnTo>
                <a:lnTo>
                  <a:pt x="267898" y="66268"/>
                </a:lnTo>
                <a:lnTo>
                  <a:pt x="373926" y="66268"/>
                </a:lnTo>
                <a:close/>
                <a:moveTo>
                  <a:pt x="559475" y="39761"/>
                </a:moveTo>
                <a:lnTo>
                  <a:pt x="453447" y="39761"/>
                </a:lnTo>
                <a:lnTo>
                  <a:pt x="453447" y="66268"/>
                </a:lnTo>
                <a:lnTo>
                  <a:pt x="559475" y="66268"/>
                </a:lnTo>
                <a:lnTo>
                  <a:pt x="559475" y="39761"/>
                </a:lnTo>
                <a:close/>
                <a:moveTo>
                  <a:pt x="745024" y="39761"/>
                </a:moveTo>
                <a:lnTo>
                  <a:pt x="638996" y="39761"/>
                </a:lnTo>
                <a:lnTo>
                  <a:pt x="638996" y="66268"/>
                </a:lnTo>
                <a:lnTo>
                  <a:pt x="745024" y="66268"/>
                </a:lnTo>
                <a:lnTo>
                  <a:pt x="745024" y="39761"/>
                </a:lnTo>
                <a:close/>
                <a:moveTo>
                  <a:pt x="930573" y="66268"/>
                </a:moveTo>
                <a:lnTo>
                  <a:pt x="930573" y="39761"/>
                </a:lnTo>
                <a:lnTo>
                  <a:pt x="824545" y="39761"/>
                </a:lnTo>
                <a:lnTo>
                  <a:pt x="824545" y="66268"/>
                </a:lnTo>
                <a:lnTo>
                  <a:pt x="930573" y="66268"/>
                </a:lnTo>
                <a:close/>
                <a:moveTo>
                  <a:pt x="980053" y="202337"/>
                </a:moveTo>
                <a:lnTo>
                  <a:pt x="980053" y="96309"/>
                </a:lnTo>
                <a:lnTo>
                  <a:pt x="953546" y="96309"/>
                </a:lnTo>
                <a:lnTo>
                  <a:pt x="953546" y="202337"/>
                </a:lnTo>
                <a:lnTo>
                  <a:pt x="980053" y="202337"/>
                </a:lnTo>
                <a:close/>
                <a:moveTo>
                  <a:pt x="980053" y="387886"/>
                </a:moveTo>
                <a:lnTo>
                  <a:pt x="980053" y="281858"/>
                </a:lnTo>
                <a:lnTo>
                  <a:pt x="953546" y="281858"/>
                </a:lnTo>
                <a:lnTo>
                  <a:pt x="953546" y="387886"/>
                </a:lnTo>
                <a:lnTo>
                  <a:pt x="980053" y="387886"/>
                </a:lnTo>
                <a:close/>
                <a:moveTo>
                  <a:pt x="980053" y="573435"/>
                </a:moveTo>
                <a:lnTo>
                  <a:pt x="980053" y="467407"/>
                </a:lnTo>
                <a:lnTo>
                  <a:pt x="953546" y="467407"/>
                </a:lnTo>
                <a:lnTo>
                  <a:pt x="953546" y="573435"/>
                </a:lnTo>
                <a:lnTo>
                  <a:pt x="980053" y="573435"/>
                </a:lnTo>
                <a:close/>
                <a:moveTo>
                  <a:pt x="980053" y="758985"/>
                </a:moveTo>
                <a:lnTo>
                  <a:pt x="980053" y="652956"/>
                </a:lnTo>
                <a:lnTo>
                  <a:pt x="953546" y="652956"/>
                </a:lnTo>
                <a:lnTo>
                  <a:pt x="953546" y="758985"/>
                </a:lnTo>
                <a:lnTo>
                  <a:pt x="980053" y="758985"/>
                </a:lnTo>
                <a:close/>
                <a:moveTo>
                  <a:pt x="980053" y="944534"/>
                </a:moveTo>
                <a:lnTo>
                  <a:pt x="980053" y="838506"/>
                </a:lnTo>
                <a:lnTo>
                  <a:pt x="953546" y="838506"/>
                </a:lnTo>
                <a:lnTo>
                  <a:pt x="953546" y="944534"/>
                </a:lnTo>
                <a:lnTo>
                  <a:pt x="980053" y="944534"/>
                </a:lnTo>
                <a:close/>
                <a:moveTo>
                  <a:pt x="980053" y="1130083"/>
                </a:moveTo>
                <a:lnTo>
                  <a:pt x="980053" y="1024055"/>
                </a:lnTo>
                <a:lnTo>
                  <a:pt x="953546" y="1024055"/>
                </a:lnTo>
                <a:lnTo>
                  <a:pt x="953546" y="1130083"/>
                </a:lnTo>
                <a:lnTo>
                  <a:pt x="980053" y="113008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D9141-9B9A-4B82-B68A-9D47F92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73" y="1353425"/>
            <a:ext cx="1150052" cy="1364052"/>
          </a:xfrm>
          <a:custGeom xmlns:a="http://schemas.openxmlformats.org/drawingml/2006/main">
            <a:pathLst>
              <a:path w="1150052" h="1364052">
                <a:moveTo>
                  <a:pt x="39761" y="1258024"/>
                </a:moveTo>
                <a:lnTo>
                  <a:pt x="0" y="1258024"/>
                </a:lnTo>
                <a:lnTo>
                  <a:pt x="53014" y="1364052"/>
                </a:lnTo>
                <a:lnTo>
                  <a:pt x="106028" y="1258024"/>
                </a:lnTo>
                <a:lnTo>
                  <a:pt x="66268" y="1258024"/>
                </a:lnTo>
                <a:lnTo>
                  <a:pt x="66268" y="26507"/>
                </a:lnTo>
                <a:lnTo>
                  <a:pt x="1150052" y="26507"/>
                </a:lnTo>
                <a:lnTo>
                  <a:pt x="1150052" y="0"/>
                </a:lnTo>
                <a:lnTo>
                  <a:pt x="39761" y="0"/>
                </a:lnTo>
                <a:lnTo>
                  <a:pt x="39761" y="1258024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47B2D-8137-4706-A395-8D414125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663" y="2824211"/>
            <a:ext cx="809878" cy="106028"/>
          </a:xfrm>
          <a:custGeom xmlns:a="http://schemas.openxmlformats.org/drawingml/2006/main">
            <a:pathLst>
              <a:path w="809878" h="106028">
                <a:moveTo>
                  <a:pt x="0" y="39761"/>
                </a:moveTo>
                <a:lnTo>
                  <a:pt x="106028" y="39761"/>
                </a:lnTo>
                <a:lnTo>
                  <a:pt x="106028" y="66268"/>
                </a:lnTo>
                <a:lnTo>
                  <a:pt x="0" y="66268"/>
                </a:lnTo>
                <a:lnTo>
                  <a:pt x="0" y="39761"/>
                </a:lnTo>
                <a:close/>
                <a:moveTo>
                  <a:pt x="185549" y="39761"/>
                </a:moveTo>
                <a:lnTo>
                  <a:pt x="291577" y="39761"/>
                </a:lnTo>
                <a:lnTo>
                  <a:pt x="291577" y="66268"/>
                </a:lnTo>
                <a:lnTo>
                  <a:pt x="185549" y="66268"/>
                </a:lnTo>
                <a:lnTo>
                  <a:pt x="185549" y="39761"/>
                </a:lnTo>
                <a:close/>
                <a:moveTo>
                  <a:pt x="371098" y="39761"/>
                </a:moveTo>
                <a:lnTo>
                  <a:pt x="477126" y="39761"/>
                </a:lnTo>
                <a:lnTo>
                  <a:pt x="477126" y="66268"/>
                </a:lnTo>
                <a:lnTo>
                  <a:pt x="371098" y="66268"/>
                </a:lnTo>
                <a:lnTo>
                  <a:pt x="371098" y="39761"/>
                </a:lnTo>
                <a:close/>
                <a:moveTo>
                  <a:pt x="556648" y="39761"/>
                </a:moveTo>
                <a:lnTo>
                  <a:pt x="662676" y="39761"/>
                </a:lnTo>
                <a:lnTo>
                  <a:pt x="662676" y="66268"/>
                </a:lnTo>
                <a:lnTo>
                  <a:pt x="556648" y="66268"/>
                </a:lnTo>
                <a:lnTo>
                  <a:pt x="556648" y="39761"/>
                </a:lnTo>
                <a:close/>
                <a:moveTo>
                  <a:pt x="703850" y="0"/>
                </a:moveTo>
                <a:lnTo>
                  <a:pt x="809878" y="53014"/>
                </a:lnTo>
                <a:lnTo>
                  <a:pt x="703850" y="106028"/>
                </a:lnTo>
                <a:lnTo>
                  <a:pt x="7038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AF5FD-4A1F-4A0F-B6B3-CAD109E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839" y="2984490"/>
            <a:ext cx="809878" cy="106028"/>
          </a:xfrm>
          <a:custGeom xmlns:a="http://schemas.openxmlformats.org/drawingml/2006/main">
            <a:pathLst>
              <a:path w="809878" h="106028">
                <a:moveTo>
                  <a:pt x="106028" y="0"/>
                </a:moveTo>
                <a:lnTo>
                  <a:pt x="0" y="53014"/>
                </a:lnTo>
                <a:lnTo>
                  <a:pt x="106028" y="106028"/>
                </a:lnTo>
                <a:lnTo>
                  <a:pt x="106028" y="66268"/>
                </a:lnTo>
                <a:lnTo>
                  <a:pt x="809878" y="66268"/>
                </a:lnTo>
                <a:lnTo>
                  <a:pt x="809878" y="39761"/>
                </a:lnTo>
                <a:lnTo>
                  <a:pt x="106028" y="39761"/>
                </a:lnTo>
                <a:lnTo>
                  <a:pt x="106028" y="0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1E642-47DE-443D-82D7-833A3D0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4160836"/>
            <a:ext cx="305061" cy="305044"/>
          </a:xfrm>
          <a:custGeom xmlns:a="http://schemas.openxmlformats.org/drawingml/2006/main">
            <a:pathLst>
              <a:path w="305061" h="305044">
                <a:moveTo>
                  <a:pt x="0" y="305044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4"/>
                </a:lnTo>
                <a:lnTo>
                  <a:pt x="0" y="3050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8160F-3D2A-4B34-82BD-2907ED5A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4160836"/>
            <a:ext cx="305061" cy="305044"/>
          </a:xfrm>
          <a:custGeom xmlns:a="http://schemas.openxmlformats.org/drawingml/2006/main">
            <a:pathLst>
              <a:path w="305061" h="305044">
                <a:moveTo>
                  <a:pt x="0" y="305044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4"/>
                </a:lnTo>
                <a:lnTo>
                  <a:pt x="0" y="3050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DC385-7174-4386-9ACD-53311751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4160836"/>
            <a:ext cx="305061" cy="305044"/>
          </a:xfrm>
          <a:custGeom xmlns:a="http://schemas.openxmlformats.org/drawingml/2006/main">
            <a:pathLst>
              <a:path w="305061" h="305044">
                <a:moveTo>
                  <a:pt x="0" y="305044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4"/>
                </a:lnTo>
                <a:lnTo>
                  <a:pt x="0" y="3050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823B2-2300-4F82-94A4-2C955265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4160836"/>
            <a:ext cx="305061" cy="305044"/>
          </a:xfrm>
          <a:custGeom xmlns:a="http://schemas.openxmlformats.org/drawingml/2006/main">
            <a:pathLst>
              <a:path w="305061" h="305044">
                <a:moveTo>
                  <a:pt x="0" y="305044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4"/>
                </a:lnTo>
                <a:lnTo>
                  <a:pt x="0" y="3050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09CE7-DEDF-49A9-8A27-DC08FDB0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4160836"/>
            <a:ext cx="305061" cy="305044"/>
          </a:xfrm>
          <a:custGeom xmlns:a="http://schemas.openxmlformats.org/drawingml/2006/main">
            <a:pathLst>
              <a:path w="305061" h="305044">
                <a:moveTo>
                  <a:pt x="0" y="305044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4"/>
                </a:lnTo>
                <a:lnTo>
                  <a:pt x="0" y="3050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2A6FC-D6CA-4532-85FD-888ADD6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4160836"/>
            <a:ext cx="305061" cy="305044"/>
          </a:xfrm>
          <a:custGeom xmlns:a="http://schemas.openxmlformats.org/drawingml/2006/main">
            <a:pathLst>
              <a:path w="305061" h="305044">
                <a:moveTo>
                  <a:pt x="0" y="305044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4"/>
                </a:lnTo>
                <a:lnTo>
                  <a:pt x="0" y="3050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E580B-E490-4063-B24A-6B733C83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4160836"/>
            <a:ext cx="305061" cy="305044"/>
          </a:xfrm>
          <a:custGeom xmlns:a="http://schemas.openxmlformats.org/drawingml/2006/main">
            <a:pathLst>
              <a:path w="305061" h="305044">
                <a:moveTo>
                  <a:pt x="0" y="305044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4"/>
                </a:lnTo>
                <a:lnTo>
                  <a:pt x="0" y="3050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5455C-A93D-4683-9293-4472CFA6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4160836"/>
            <a:ext cx="305061" cy="305044"/>
          </a:xfrm>
          <a:custGeom xmlns:a="http://schemas.openxmlformats.org/drawingml/2006/main">
            <a:pathLst>
              <a:path w="305061" h="305044">
                <a:moveTo>
                  <a:pt x="0" y="305044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4"/>
                </a:lnTo>
                <a:lnTo>
                  <a:pt x="0" y="305044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3B94B-11ED-41F5-A383-1FB85F50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44658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5BB74-DBD8-4F13-A4EC-02E28718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44658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C0917-DEC4-44B5-9547-165E8EEA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44658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83EF1-07F8-430E-917C-36116D2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44658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67A45-1461-4EFB-A4E2-1F8697F6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44658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42DEB-46A3-4DD7-8101-339468D4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44658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8C6C4-B25B-405A-8760-A0F6B41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44658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235B0-E35D-4100-903A-92E2AD9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44658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FAF1B-0BF2-4103-99E7-C71702B5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4770852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5EE24-3C67-43D8-AA45-01E9B4D2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4770852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8DCEF-FA41-498F-8888-DD947B03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4770852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55C4E-D1FF-4AA8-9DE4-53A5DF29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4770852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57BA0-7C7B-42C4-96EB-D45E38FB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4770852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90A5D-CBE4-4019-9AB7-DBA8CEFF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4770852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ABBDB-827D-481D-879A-DFAD57DD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4770852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A2555-CCDD-4E59-8B77-03322F01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4770852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84BD8-FC5D-421B-B635-01F98E65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50758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50633-CED0-4F7D-BB36-0821A6E6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50758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81AB1-41E4-4EED-AE77-4D89DA9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50758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B4D5A-08D1-4B4D-AF1A-B945EB48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50758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DA7DD-53C8-4662-B341-DBB4D878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50758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B740C-7B81-4638-855C-F787D2C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50758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8F2D8-7D1F-4DC4-B59C-AB5A3071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50758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8B3C4-ABAE-4DE2-8BB6-BFCFF944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50758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BDBA7-49E2-491D-B90D-FA6697F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53810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8D1E0-9DF0-4AE9-B316-BE2E1D39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53810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6FA18-14D0-4360-BD5B-C0EB8734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53810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5FBCA-1D79-4AAE-81A3-99CF8C84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53810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21C9D-1A50-4018-9CD5-511BC7FB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53810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A6BB6-FCB6-4DA0-B032-0014E8D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53810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BCB89-07D6-4AF5-B5B6-1342265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53810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2ECD4-87A5-4DE2-995B-4BFD3521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5381044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45AB5-9919-4E5D-A99A-A8EDBA98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5686051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93916-BE26-4EDD-943E-FAE9D50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5686051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1E3F1-0962-4719-8196-518BE0FE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5686051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D0D26-6A32-4527-B87F-B9BFDDA1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5686051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25568-45E0-40CE-BAF4-BFB3645E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5686051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2BB00-9D86-4829-81A5-19AA060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5686051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B5145-45ED-4FD4-B4F3-AB27C5B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5686051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71883-BB4B-4D6A-9F45-780EC737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5686051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7B63B-1854-4334-B864-EA750B41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59910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895A1-2D4D-4F65-906B-DFB1B8B4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59910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419D9-AD63-4231-9830-DA1F1CAB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59910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CBE2F-3375-4BD0-8E3B-112A1830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59910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C342A-0070-44B2-8CF5-C939F0A9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59910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B50C7-C2A7-41D9-AD58-D75B8677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59910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A5E8A-B5CC-40E6-A125-4AD8A632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59910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6F6CA-CFBA-40B9-B7FE-91077000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5991059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AF407-2AB3-4771-8A38-59022410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6296066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35E50-C0E6-4892-8840-219EB36D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6296066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6952C-2FE6-45D0-A943-81FC11DD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6296066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5D3F0-F7C3-4E4F-9D3F-AFD3553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6296066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E0AFB-E6E3-4039-B8A8-FDE2128F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6296066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07712-E243-42E1-A8BE-1AB24BE7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6296066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85FEB-5C9D-4730-B6A3-97148E0B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6296066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46AAD-C6A5-4440-AC89-FB266F85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6296066"/>
            <a:ext cx="305061" cy="305043"/>
          </a:xfrm>
          <a:custGeom xmlns:a="http://schemas.openxmlformats.org/drawingml/2006/main">
            <a:pathLst>
              <a:path w="305061" h="305043">
                <a:moveTo>
                  <a:pt x="0" y="305043"/>
                </a:moveTo>
                <a:lnTo>
                  <a:pt x="0" y="0"/>
                </a:lnTo>
                <a:lnTo>
                  <a:pt x="305061" y="0"/>
                </a:lnTo>
                <a:lnTo>
                  <a:pt x="305061" y="305043"/>
                </a:lnTo>
                <a:lnTo>
                  <a:pt x="0" y="305043"/>
                </a:lnTo>
                <a:close/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83740-AAAB-4C18-B4F8-D1E2D69B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2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9C16D-26F6-4855-B99C-D71627D9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540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DBB02-2311-4F4A-B994-6A603526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724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18A2C-213C-4262-9A59-69B8D99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32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F88C9-E693-4438-9BB4-EC5A4A24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39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E96D8-8953-4B7D-82CF-493D040D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24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9FA77-9909-40D7-A2FC-E300098F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31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66730-53F0-4BE5-A0F4-BE787255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4465880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91567-6F12-4826-9F08-8041ABB6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4770887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D4392-D5FA-4C44-81D5-8D26187D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5075895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DA6C2-2A1C-4623-A902-8E444B3A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5380902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3F1F4-5B18-4CE9-9812-16A5A866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5686087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82ADF-1A64-43A4-B94A-71D99591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5991094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21E7D-9DA5-4906-BD7C-D2CA81B5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6296102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EB722-C347-41B3-B9C0-309A3759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01608-60A3-4AA5-A06D-4C152CF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939" y="4152037"/>
            <a:ext cx="10" cy="2457908"/>
          </a:xfrm>
          <a:custGeom xmlns:a="http://schemas.openxmlformats.org/drawingml/2006/main">
            <a:pathLst>
              <a:path w="1" h="2457908" fill="none">
                <a:moveTo>
                  <a:pt x="0" y="0"/>
                </a:moveTo>
                <a:lnTo>
                  <a:pt x="0" y="2457908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21B8A-8F1A-4DE0-A9D8-12401870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4160872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D06AF-BEDF-4285-A671-E371B4C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89" y="6601109"/>
            <a:ext cx="2458085" cy="10"/>
          </a:xfrm>
          <a:custGeom xmlns:a="http://schemas.openxmlformats.org/drawingml/2006/main">
            <a:pathLst>
              <a:path w="2458085" h="1" fill="none">
                <a:moveTo>
                  <a:pt x="0" y="0"/>
                </a:moveTo>
                <a:lnTo>
                  <a:pt x="2458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71" cap="flat">
            <a:solidFill>
              <a:srgbClr val="FFFFFF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3B4DB-1008-4EC3-BD77-8878D872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738" y="5120073"/>
            <a:ext cx="216121" cy="216121"/>
          </a:xfrm>
          <a:custGeom xmlns:a="http://schemas.openxmlformats.org/drawingml/2006/main">
            <a:pathLst>
              <a:path w="216121" h="216121">
                <a:moveTo>
                  <a:pt x="0" y="108149"/>
                </a:moveTo>
                <a:cubicBezTo>
                  <a:pt x="0" y="48420"/>
                  <a:pt x="48420" y="0"/>
                  <a:pt x="108149" y="0"/>
                </a:cubicBezTo>
                <a:cubicBezTo>
                  <a:pt x="167701" y="0"/>
                  <a:pt x="216121" y="48420"/>
                  <a:pt x="216121" y="108149"/>
                </a:cubicBezTo>
                <a:cubicBezTo>
                  <a:pt x="216121" y="167878"/>
                  <a:pt x="167701" y="216121"/>
                  <a:pt x="108149" y="216121"/>
                </a:cubicBezTo>
                <a:cubicBezTo>
                  <a:pt x="48420" y="216121"/>
                  <a:pt x="0" y="167878"/>
                  <a:pt x="0" y="1081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67AAD-7653-45BB-9D97-F81005BE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726" y="5120073"/>
            <a:ext cx="216297" cy="216121"/>
          </a:xfrm>
          <a:custGeom xmlns:a="http://schemas.openxmlformats.org/drawingml/2006/main">
            <a:pathLst>
              <a:path w="216297" h="216121">
                <a:moveTo>
                  <a:pt x="0" y="108149"/>
                </a:moveTo>
                <a:cubicBezTo>
                  <a:pt x="0" y="48420"/>
                  <a:pt x="48420" y="0"/>
                  <a:pt x="108149" y="0"/>
                </a:cubicBezTo>
                <a:cubicBezTo>
                  <a:pt x="167878" y="0"/>
                  <a:pt x="216297" y="48420"/>
                  <a:pt x="216297" y="108149"/>
                </a:cubicBezTo>
                <a:cubicBezTo>
                  <a:pt x="216297" y="167878"/>
                  <a:pt x="167878" y="216121"/>
                  <a:pt x="108149" y="216121"/>
                </a:cubicBezTo>
                <a:cubicBezTo>
                  <a:pt x="48420" y="216121"/>
                  <a:pt x="0" y="167878"/>
                  <a:pt x="0" y="1081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7D12E-CDD4-434D-88A8-9A59CE2C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738" y="5425788"/>
            <a:ext cx="216121" cy="216121"/>
          </a:xfrm>
          <a:custGeom xmlns:a="http://schemas.openxmlformats.org/drawingml/2006/main">
            <a:pathLst>
              <a:path w="216121" h="216121">
                <a:moveTo>
                  <a:pt x="0" y="107972"/>
                </a:moveTo>
                <a:cubicBezTo>
                  <a:pt x="0" y="48420"/>
                  <a:pt x="48420" y="0"/>
                  <a:pt x="107972" y="0"/>
                </a:cubicBezTo>
                <a:cubicBezTo>
                  <a:pt x="167701" y="0"/>
                  <a:pt x="216121" y="48420"/>
                  <a:pt x="216121" y="107972"/>
                </a:cubicBezTo>
                <a:cubicBezTo>
                  <a:pt x="216121" y="167701"/>
                  <a:pt x="167701" y="216121"/>
                  <a:pt x="107972" y="216121"/>
                </a:cubicBezTo>
                <a:cubicBezTo>
                  <a:pt x="48420" y="216121"/>
                  <a:pt x="0" y="167701"/>
                  <a:pt x="0" y="10797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6D86D-47CA-4F27-93D0-9FC7AAC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726" y="5425788"/>
            <a:ext cx="216297" cy="216121"/>
          </a:xfrm>
          <a:custGeom xmlns:a="http://schemas.openxmlformats.org/drawingml/2006/main">
            <a:pathLst>
              <a:path w="216297" h="216121">
                <a:moveTo>
                  <a:pt x="0" y="107972"/>
                </a:moveTo>
                <a:cubicBezTo>
                  <a:pt x="0" y="48420"/>
                  <a:pt x="48420" y="0"/>
                  <a:pt x="108149" y="0"/>
                </a:cubicBezTo>
                <a:cubicBezTo>
                  <a:pt x="167878" y="0"/>
                  <a:pt x="216297" y="48420"/>
                  <a:pt x="216297" y="107972"/>
                </a:cubicBezTo>
                <a:cubicBezTo>
                  <a:pt x="216297" y="167701"/>
                  <a:pt x="167878" y="216121"/>
                  <a:pt x="108149" y="216121"/>
                </a:cubicBezTo>
                <a:cubicBezTo>
                  <a:pt x="48420" y="216121"/>
                  <a:pt x="0" y="167701"/>
                  <a:pt x="0" y="1079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693AA-5269-4486-AC4D-FACB9C0E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45" y="4175009"/>
            <a:ext cx="1948107" cy="2137173"/>
          </a:xfrm>
          <a:custGeom xmlns:a="http://schemas.openxmlformats.org/drawingml/2006/main">
            <a:pathLst>
              <a:path w="1948107" h="2137173">
                <a:moveTo>
                  <a:pt x="0" y="164697"/>
                </a:moveTo>
                <a:cubicBezTo>
                  <a:pt x="0" y="73690"/>
                  <a:pt x="73743" y="0"/>
                  <a:pt x="164697" y="0"/>
                </a:cubicBezTo>
                <a:lnTo>
                  <a:pt x="1783410" y="0"/>
                </a:lnTo>
                <a:cubicBezTo>
                  <a:pt x="1874418" y="0"/>
                  <a:pt x="1948107" y="73690"/>
                  <a:pt x="1948107" y="164697"/>
                </a:cubicBezTo>
                <a:lnTo>
                  <a:pt x="1948107" y="1972476"/>
                </a:lnTo>
                <a:cubicBezTo>
                  <a:pt x="1948107" y="2063307"/>
                  <a:pt x="1874418" y="2137173"/>
                  <a:pt x="1783410" y="2137173"/>
                </a:cubicBezTo>
                <a:lnTo>
                  <a:pt x="164697" y="2137173"/>
                </a:lnTo>
                <a:cubicBezTo>
                  <a:pt x="73743" y="2137173"/>
                  <a:pt x="0" y="2063307"/>
                  <a:pt x="0" y="1972476"/>
                </a:cubicBezTo>
                <a:lnTo>
                  <a:pt x="0" y="16469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EF436-565F-45F4-8AD2-2DC23A5B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45" y="4175009"/>
            <a:ext cx="1948107" cy="2137173"/>
          </a:xfrm>
          <a:custGeom xmlns:a="http://schemas.openxmlformats.org/drawingml/2006/main">
            <a:pathLst>
              <a:path w="1948107" h="2137173" fill="none">
                <a:moveTo>
                  <a:pt x="0" y="164697"/>
                </a:moveTo>
                <a:cubicBezTo>
                  <a:pt x="0" y="73690"/>
                  <a:pt x="73743" y="0"/>
                  <a:pt x="164697" y="0"/>
                </a:cubicBezTo>
                <a:lnTo>
                  <a:pt x="1783410" y="0"/>
                </a:lnTo>
                <a:cubicBezTo>
                  <a:pt x="1874418" y="0"/>
                  <a:pt x="1948107" y="73690"/>
                  <a:pt x="1948107" y="164697"/>
                </a:cubicBezTo>
                <a:lnTo>
                  <a:pt x="1948107" y="1972476"/>
                </a:lnTo>
                <a:cubicBezTo>
                  <a:pt x="1948107" y="2063307"/>
                  <a:pt x="1874418" y="2137173"/>
                  <a:pt x="1783410" y="2137173"/>
                </a:cubicBezTo>
                <a:lnTo>
                  <a:pt x="164697" y="2137173"/>
                </a:lnTo>
                <a:cubicBezTo>
                  <a:pt x="73743" y="2137173"/>
                  <a:pt x="0" y="2063307"/>
                  <a:pt x="0" y="1972476"/>
                </a:cubicBezTo>
                <a:lnTo>
                  <a:pt x="0" y="1646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0D0D0D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AACF9-FF83-485A-9F95-5C2AFE66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85" y="6170105"/>
            <a:ext cx="350246" cy="350246"/>
          </a:xfrm>
          <a:custGeom xmlns:a="http://schemas.openxmlformats.org/drawingml/2006/main">
            <a:pathLst>
              <a:path w="350246" h="350246">
                <a:moveTo>
                  <a:pt x="0" y="175123"/>
                </a:moveTo>
                <a:cubicBezTo>
                  <a:pt x="0" y="78284"/>
                  <a:pt x="78461" y="0"/>
                  <a:pt x="175123" y="0"/>
                </a:cubicBezTo>
                <a:cubicBezTo>
                  <a:pt x="271962" y="0"/>
                  <a:pt x="350246" y="78284"/>
                  <a:pt x="350246" y="175123"/>
                </a:cubicBezTo>
                <a:cubicBezTo>
                  <a:pt x="350246" y="271785"/>
                  <a:pt x="271962" y="350246"/>
                  <a:pt x="175123" y="350246"/>
                </a:cubicBezTo>
                <a:cubicBezTo>
                  <a:pt x="78461" y="350246"/>
                  <a:pt x="0" y="271785"/>
                  <a:pt x="0" y="175123"/>
                </a:cubicBezTo>
                <a:close/>
              </a:path>
            </a:pathLst>
          </a:custGeom>
          <a:solidFill xmlns:a="http://schemas.openxmlformats.org/drawingml/2006/main">
            <a:srgbClr val="D86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6F969-CD4B-4342-881C-C8FA52C0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85" y="6170105"/>
            <a:ext cx="350246" cy="350246"/>
          </a:xfrm>
          <a:custGeom xmlns:a="http://schemas.openxmlformats.org/drawingml/2006/main">
            <a:pathLst>
              <a:path w="350246" h="350246" fill="none">
                <a:moveTo>
                  <a:pt x="0" y="175123"/>
                </a:moveTo>
                <a:cubicBezTo>
                  <a:pt x="0" y="78284"/>
                  <a:pt x="78461" y="0"/>
                  <a:pt x="175123" y="0"/>
                </a:cubicBezTo>
                <a:cubicBezTo>
                  <a:pt x="271962" y="0"/>
                  <a:pt x="350246" y="78284"/>
                  <a:pt x="350246" y="175123"/>
                </a:cubicBezTo>
                <a:cubicBezTo>
                  <a:pt x="350246" y="271785"/>
                  <a:pt x="271962" y="350246"/>
                  <a:pt x="175123" y="350246"/>
                </a:cubicBezTo>
                <a:cubicBezTo>
                  <a:pt x="78461" y="350246"/>
                  <a:pt x="0" y="271785"/>
                  <a:pt x="0" y="1751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78206E"/>
            </a:solidFill>
            <a:miter/>
          </a:ln>
        </p:spPr>
      </p:sp>
      <p:sp>
        <p:nvSpPr>
          <p:cNvPr id="96" name="Text A">
            <a:extLst xmlns:a="http://schemas.openxmlformats.org/drawingml/2006/main">
              <a:ext uri="{FF2B5EF4-FFF2-40B4-BE49-F238E27FC236}">
                <a16:creationId xmlns:a16="http://schemas.microsoft.com/office/drawing/2014/main" id="{DD1DD18D-58D1-492A-8D27-DD36C5C2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264" y="6287180"/>
            <a:ext cx="109938" cy="117070"/>
          </a:xfrm>
          <a:custGeom xmlns:a="http://schemas.openxmlformats.org/drawingml/2006/main">
            <a:pathLst>
              <a:path w="109938" h="117070">
                <a:moveTo>
                  <a:pt x="0" y="117070"/>
                </a:moveTo>
                <a:lnTo>
                  <a:pt x="42096" y="0"/>
                </a:lnTo>
                <a:lnTo>
                  <a:pt x="67754" y="0"/>
                </a:lnTo>
                <a:lnTo>
                  <a:pt x="109938" y="117070"/>
                </a:lnTo>
                <a:lnTo>
                  <a:pt x="84454" y="117070"/>
                </a:lnTo>
                <a:lnTo>
                  <a:pt x="76104" y="91325"/>
                </a:lnTo>
                <a:lnTo>
                  <a:pt x="33834" y="91325"/>
                </a:lnTo>
                <a:lnTo>
                  <a:pt x="25223" y="117070"/>
                </a:lnTo>
                <a:lnTo>
                  <a:pt x="0" y="117070"/>
                </a:lnTo>
                <a:moveTo>
                  <a:pt x="39661" y="71060"/>
                </a:moveTo>
                <a:lnTo>
                  <a:pt x="70103" y="71060"/>
                </a:lnTo>
                <a:lnTo>
                  <a:pt x="54882" y="24179"/>
                </a:lnTo>
                <a:lnTo>
                  <a:pt x="39661" y="710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ProxyA">
            <a:extLst xmlns:a="http://schemas.openxmlformats.org/drawingml/2006/main">
              <a:ext uri="{FF2B5EF4-FFF2-40B4-BE49-F238E27FC236}">
                <a16:creationId xmlns:a16="http://schemas.microsoft.com/office/drawing/2014/main" id="{F4BFB735-AFE9-458B-953B-3986F23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79" y="6641104"/>
            <a:ext cx="691100" cy="176437"/>
          </a:xfrm>
          <a:custGeom xmlns:a="http://schemas.openxmlformats.org/drawingml/2006/main">
            <a:pathLst>
              <a:path w="691100" h="176437">
                <a:moveTo>
                  <a:pt x="308534" y="37068"/>
                </a:moveTo>
                <a:lnTo>
                  <a:pt x="340714" y="85794"/>
                </a:lnTo>
                <a:lnTo>
                  <a:pt x="305117" y="139369"/>
                </a:lnTo>
                <a:lnTo>
                  <a:pt x="334317" y="139369"/>
                </a:lnTo>
                <a:lnTo>
                  <a:pt x="357204" y="102716"/>
                </a:lnTo>
                <a:lnTo>
                  <a:pt x="380186" y="139369"/>
                </a:lnTo>
                <a:lnTo>
                  <a:pt x="409489" y="139369"/>
                </a:lnTo>
                <a:lnTo>
                  <a:pt x="374002" y="86238"/>
                </a:lnTo>
                <a:lnTo>
                  <a:pt x="406383" y="37068"/>
                </a:lnTo>
                <a:lnTo>
                  <a:pt x="377080" y="37068"/>
                </a:lnTo>
                <a:lnTo>
                  <a:pt x="357581" y="69999"/>
                </a:lnTo>
                <a:lnTo>
                  <a:pt x="337837" y="37068"/>
                </a:lnTo>
                <a:lnTo>
                  <a:pt x="308534" y="37068"/>
                </a:lnTo>
                <a:close/>
                <a:moveTo>
                  <a:pt x="54671" y="89668"/>
                </a:moveTo>
                <a:lnTo>
                  <a:pt x="55814" y="89660"/>
                </a:lnTo>
                <a:lnTo>
                  <a:pt x="56949" y="89635"/>
                </a:lnTo>
                <a:lnTo>
                  <a:pt x="58076" y="89593"/>
                </a:lnTo>
                <a:lnTo>
                  <a:pt x="59194" y="89535"/>
                </a:lnTo>
                <a:lnTo>
                  <a:pt x="60303" y="89460"/>
                </a:lnTo>
                <a:lnTo>
                  <a:pt x="61404" y="89368"/>
                </a:lnTo>
                <a:lnTo>
                  <a:pt x="62497" y="89259"/>
                </a:lnTo>
                <a:lnTo>
                  <a:pt x="63581" y="89134"/>
                </a:lnTo>
                <a:lnTo>
                  <a:pt x="64657" y="88992"/>
                </a:lnTo>
                <a:lnTo>
                  <a:pt x="65724" y="88834"/>
                </a:lnTo>
                <a:lnTo>
                  <a:pt x="66783" y="88658"/>
                </a:lnTo>
                <a:lnTo>
                  <a:pt x="67834" y="88466"/>
                </a:lnTo>
                <a:lnTo>
                  <a:pt x="68876" y="88258"/>
                </a:lnTo>
                <a:lnTo>
                  <a:pt x="69909" y="88032"/>
                </a:lnTo>
                <a:lnTo>
                  <a:pt x="70934" y="87790"/>
                </a:lnTo>
                <a:lnTo>
                  <a:pt x="71951" y="87531"/>
                </a:lnTo>
                <a:lnTo>
                  <a:pt x="72959" y="87256"/>
                </a:lnTo>
                <a:lnTo>
                  <a:pt x="73959" y="86964"/>
                </a:lnTo>
                <a:lnTo>
                  <a:pt x="74950" y="86655"/>
                </a:lnTo>
                <a:lnTo>
                  <a:pt x="75933" y="86329"/>
                </a:lnTo>
                <a:lnTo>
                  <a:pt x="76907" y="85987"/>
                </a:lnTo>
                <a:lnTo>
                  <a:pt x="77873" y="85628"/>
                </a:lnTo>
                <a:lnTo>
                  <a:pt x="78831" y="85252"/>
                </a:lnTo>
                <a:lnTo>
                  <a:pt x="79780" y="84860"/>
                </a:lnTo>
                <a:lnTo>
                  <a:pt x="80717" y="84450"/>
                </a:lnTo>
                <a:lnTo>
                  <a:pt x="81638" y="84023"/>
                </a:lnTo>
                <a:lnTo>
                  <a:pt x="82542" y="83577"/>
                </a:lnTo>
                <a:lnTo>
                  <a:pt x="83431" y="83114"/>
                </a:lnTo>
                <a:lnTo>
                  <a:pt x="84304" y="82633"/>
                </a:lnTo>
                <a:lnTo>
                  <a:pt x="85161" y="82135"/>
                </a:lnTo>
                <a:lnTo>
                  <a:pt x="86002" y="81618"/>
                </a:lnTo>
                <a:lnTo>
                  <a:pt x="86827" y="81084"/>
                </a:lnTo>
                <a:lnTo>
                  <a:pt x="87635" y="80532"/>
                </a:lnTo>
                <a:lnTo>
                  <a:pt x="88428" y="79962"/>
                </a:lnTo>
                <a:lnTo>
                  <a:pt x="89205" y="79375"/>
                </a:lnTo>
                <a:lnTo>
                  <a:pt x="89966" y="78770"/>
                </a:lnTo>
                <a:lnTo>
                  <a:pt x="90711" y="78147"/>
                </a:lnTo>
                <a:lnTo>
                  <a:pt x="91440" y="77506"/>
                </a:lnTo>
                <a:lnTo>
                  <a:pt x="92153" y="76847"/>
                </a:lnTo>
                <a:lnTo>
                  <a:pt x="92849" y="76171"/>
                </a:lnTo>
                <a:lnTo>
                  <a:pt x="93530" y="75477"/>
                </a:lnTo>
                <a:lnTo>
                  <a:pt x="94195" y="74765"/>
                </a:lnTo>
                <a:lnTo>
                  <a:pt x="94844" y="74036"/>
                </a:lnTo>
                <a:lnTo>
                  <a:pt x="95477" y="73288"/>
                </a:lnTo>
                <a:lnTo>
                  <a:pt x="96094" y="72523"/>
                </a:lnTo>
                <a:lnTo>
                  <a:pt x="96694" y="71740"/>
                </a:lnTo>
                <a:lnTo>
                  <a:pt x="97279" y="70940"/>
                </a:lnTo>
                <a:lnTo>
                  <a:pt x="97848" y="70121"/>
                </a:lnTo>
                <a:lnTo>
                  <a:pt x="98397" y="69285"/>
                </a:lnTo>
                <a:lnTo>
                  <a:pt x="98923" y="68430"/>
                </a:lnTo>
                <a:lnTo>
                  <a:pt x="99426" y="67557"/>
                </a:lnTo>
                <a:lnTo>
                  <a:pt x="99905" y="66666"/>
                </a:lnTo>
                <a:lnTo>
                  <a:pt x="100360" y="65756"/>
                </a:lnTo>
                <a:lnTo>
                  <a:pt x="100793" y="64828"/>
                </a:lnTo>
                <a:lnTo>
                  <a:pt x="101202" y="63882"/>
                </a:lnTo>
                <a:lnTo>
                  <a:pt x="101587" y="62917"/>
                </a:lnTo>
                <a:lnTo>
                  <a:pt x="101949" y="61934"/>
                </a:lnTo>
                <a:lnTo>
                  <a:pt x="102288" y="60932"/>
                </a:lnTo>
                <a:lnTo>
                  <a:pt x="102604" y="59913"/>
                </a:lnTo>
                <a:lnTo>
                  <a:pt x="102896" y="58875"/>
                </a:lnTo>
                <a:lnTo>
                  <a:pt x="103165" y="57818"/>
                </a:lnTo>
                <a:lnTo>
                  <a:pt x="103410" y="56744"/>
                </a:lnTo>
                <a:lnTo>
                  <a:pt x="103632" y="55651"/>
                </a:lnTo>
                <a:lnTo>
                  <a:pt x="103831" y="54540"/>
                </a:lnTo>
                <a:lnTo>
                  <a:pt x="104006" y="53410"/>
                </a:lnTo>
                <a:lnTo>
                  <a:pt x="104158" y="52262"/>
                </a:lnTo>
                <a:lnTo>
                  <a:pt x="104286" y="51096"/>
                </a:lnTo>
                <a:lnTo>
                  <a:pt x="104392" y="49911"/>
                </a:lnTo>
                <a:lnTo>
                  <a:pt x="104473" y="48708"/>
                </a:lnTo>
                <a:lnTo>
                  <a:pt x="104532" y="47487"/>
                </a:lnTo>
                <a:lnTo>
                  <a:pt x="104567" y="46247"/>
                </a:lnTo>
                <a:lnTo>
                  <a:pt x="104579" y="44989"/>
                </a:lnTo>
                <a:lnTo>
                  <a:pt x="104567" y="43715"/>
                </a:lnTo>
                <a:lnTo>
                  <a:pt x="104532" y="42459"/>
                </a:lnTo>
                <a:lnTo>
                  <a:pt x="104473" y="41222"/>
                </a:lnTo>
                <a:lnTo>
                  <a:pt x="104392" y="40005"/>
                </a:lnTo>
                <a:lnTo>
                  <a:pt x="104286" y="38806"/>
                </a:lnTo>
                <a:lnTo>
                  <a:pt x="104158" y="37626"/>
                </a:lnTo>
                <a:lnTo>
                  <a:pt x="104006" y="36466"/>
                </a:lnTo>
                <a:lnTo>
                  <a:pt x="103831" y="35324"/>
                </a:lnTo>
                <a:lnTo>
                  <a:pt x="103632" y="34202"/>
                </a:lnTo>
                <a:lnTo>
                  <a:pt x="103410" y="33099"/>
                </a:lnTo>
                <a:lnTo>
                  <a:pt x="103165" y="32014"/>
                </a:lnTo>
                <a:lnTo>
                  <a:pt x="102896" y="30949"/>
                </a:lnTo>
                <a:lnTo>
                  <a:pt x="102604" y="29903"/>
                </a:lnTo>
                <a:lnTo>
                  <a:pt x="102288" y="28875"/>
                </a:lnTo>
                <a:lnTo>
                  <a:pt x="101949" y="27867"/>
                </a:lnTo>
                <a:lnTo>
                  <a:pt x="101587" y="26878"/>
                </a:lnTo>
                <a:lnTo>
                  <a:pt x="101202" y="25908"/>
                </a:lnTo>
                <a:lnTo>
                  <a:pt x="100793" y="24957"/>
                </a:lnTo>
                <a:lnTo>
                  <a:pt x="100360" y="24025"/>
                </a:lnTo>
                <a:lnTo>
                  <a:pt x="99905" y="23112"/>
                </a:lnTo>
                <a:lnTo>
                  <a:pt x="99426" y="22218"/>
                </a:lnTo>
                <a:lnTo>
                  <a:pt x="98923" y="21343"/>
                </a:lnTo>
                <a:lnTo>
                  <a:pt x="98397" y="20487"/>
                </a:lnTo>
                <a:lnTo>
                  <a:pt x="97848" y="19651"/>
                </a:lnTo>
                <a:lnTo>
                  <a:pt x="97279" y="18832"/>
                </a:lnTo>
                <a:lnTo>
                  <a:pt x="96694" y="18031"/>
                </a:lnTo>
                <a:lnTo>
                  <a:pt x="96094" y="17248"/>
                </a:lnTo>
                <a:lnTo>
                  <a:pt x="95477" y="16482"/>
                </a:lnTo>
                <a:lnTo>
                  <a:pt x="94844" y="15734"/>
                </a:lnTo>
                <a:lnTo>
                  <a:pt x="94195" y="15004"/>
                </a:lnTo>
                <a:lnTo>
                  <a:pt x="93530" y="14291"/>
                </a:lnTo>
                <a:lnTo>
                  <a:pt x="92849" y="13595"/>
                </a:lnTo>
                <a:lnTo>
                  <a:pt x="92153" y="12918"/>
                </a:lnTo>
                <a:lnTo>
                  <a:pt x="91440" y="12258"/>
                </a:lnTo>
                <a:lnTo>
                  <a:pt x="90711" y="11615"/>
                </a:lnTo>
                <a:lnTo>
                  <a:pt x="89966" y="10990"/>
                </a:lnTo>
                <a:lnTo>
                  <a:pt x="89205" y="10383"/>
                </a:lnTo>
                <a:lnTo>
                  <a:pt x="88428" y="9793"/>
                </a:lnTo>
                <a:lnTo>
                  <a:pt x="87635" y="9221"/>
                </a:lnTo>
                <a:lnTo>
                  <a:pt x="86827" y="8666"/>
                </a:lnTo>
                <a:lnTo>
                  <a:pt x="86002" y="8129"/>
                </a:lnTo>
                <a:lnTo>
                  <a:pt x="85161" y="7610"/>
                </a:lnTo>
                <a:lnTo>
                  <a:pt x="84304" y="7108"/>
                </a:lnTo>
                <a:lnTo>
                  <a:pt x="83431" y="6624"/>
                </a:lnTo>
                <a:lnTo>
                  <a:pt x="82542" y="6157"/>
                </a:lnTo>
                <a:lnTo>
                  <a:pt x="81638" y="5708"/>
                </a:lnTo>
                <a:lnTo>
                  <a:pt x="80717" y="5277"/>
                </a:lnTo>
                <a:lnTo>
                  <a:pt x="79780" y="4863"/>
                </a:lnTo>
                <a:lnTo>
                  <a:pt x="78831" y="4466"/>
                </a:lnTo>
                <a:lnTo>
                  <a:pt x="77873" y="4087"/>
                </a:lnTo>
                <a:lnTo>
                  <a:pt x="76907" y="3723"/>
                </a:lnTo>
                <a:lnTo>
                  <a:pt x="75933" y="3377"/>
                </a:lnTo>
                <a:lnTo>
                  <a:pt x="74950" y="3048"/>
                </a:lnTo>
                <a:lnTo>
                  <a:pt x="73959" y="2736"/>
                </a:lnTo>
                <a:lnTo>
                  <a:pt x="72959" y="2440"/>
                </a:lnTo>
                <a:lnTo>
                  <a:pt x="71951" y="2161"/>
                </a:lnTo>
                <a:lnTo>
                  <a:pt x="70934" y="1900"/>
                </a:lnTo>
                <a:lnTo>
                  <a:pt x="69909" y="1655"/>
                </a:lnTo>
                <a:lnTo>
                  <a:pt x="68876" y="1427"/>
                </a:lnTo>
                <a:lnTo>
                  <a:pt x="67834" y="1216"/>
                </a:lnTo>
                <a:lnTo>
                  <a:pt x="66783" y="1022"/>
                </a:lnTo>
                <a:lnTo>
                  <a:pt x="65724" y="844"/>
                </a:lnTo>
                <a:lnTo>
                  <a:pt x="64657" y="684"/>
                </a:lnTo>
                <a:lnTo>
                  <a:pt x="63581" y="540"/>
                </a:lnTo>
                <a:lnTo>
                  <a:pt x="62497" y="414"/>
                </a:lnTo>
                <a:lnTo>
                  <a:pt x="61404" y="304"/>
                </a:lnTo>
                <a:lnTo>
                  <a:pt x="60303" y="211"/>
                </a:lnTo>
                <a:lnTo>
                  <a:pt x="59194" y="135"/>
                </a:lnTo>
                <a:lnTo>
                  <a:pt x="58076" y="76"/>
                </a:lnTo>
                <a:lnTo>
                  <a:pt x="56949" y="34"/>
                </a:lnTo>
                <a:lnTo>
                  <a:pt x="55814" y="8"/>
                </a:lnTo>
                <a:lnTo>
                  <a:pt x="54671" y="0"/>
                </a:lnTo>
                <a:lnTo>
                  <a:pt x="0" y="0"/>
                </a:lnTo>
                <a:lnTo>
                  <a:pt x="0" y="139369"/>
                </a:lnTo>
                <a:lnTo>
                  <a:pt x="29096" y="139369"/>
                </a:lnTo>
                <a:lnTo>
                  <a:pt x="29096" y="89668"/>
                </a:lnTo>
                <a:lnTo>
                  <a:pt x="54671" y="89668"/>
                </a:lnTo>
                <a:close/>
                <a:moveTo>
                  <a:pt x="52792" y="23513"/>
                </a:moveTo>
                <a:lnTo>
                  <a:pt x="53594" y="23541"/>
                </a:lnTo>
                <a:lnTo>
                  <a:pt x="54384" y="23587"/>
                </a:lnTo>
                <a:lnTo>
                  <a:pt x="55163" y="23651"/>
                </a:lnTo>
                <a:lnTo>
                  <a:pt x="55929" y="23733"/>
                </a:lnTo>
                <a:lnTo>
                  <a:pt x="56683" y="23834"/>
                </a:lnTo>
                <a:lnTo>
                  <a:pt x="57426" y="23952"/>
                </a:lnTo>
                <a:lnTo>
                  <a:pt x="58157" y="24090"/>
                </a:lnTo>
                <a:lnTo>
                  <a:pt x="58876" y="24245"/>
                </a:lnTo>
                <a:lnTo>
                  <a:pt x="59583" y="24419"/>
                </a:lnTo>
                <a:lnTo>
                  <a:pt x="60278" y="24611"/>
                </a:lnTo>
                <a:lnTo>
                  <a:pt x="60961" y="24821"/>
                </a:lnTo>
                <a:lnTo>
                  <a:pt x="61632" y="25050"/>
                </a:lnTo>
                <a:lnTo>
                  <a:pt x="62292" y="25297"/>
                </a:lnTo>
                <a:lnTo>
                  <a:pt x="62940" y="25562"/>
                </a:lnTo>
                <a:lnTo>
                  <a:pt x="63575" y="25846"/>
                </a:lnTo>
                <a:lnTo>
                  <a:pt x="64199" y="26147"/>
                </a:lnTo>
                <a:lnTo>
                  <a:pt x="64811" y="26467"/>
                </a:lnTo>
                <a:lnTo>
                  <a:pt x="65412" y="26806"/>
                </a:lnTo>
                <a:lnTo>
                  <a:pt x="66000" y="27162"/>
                </a:lnTo>
                <a:lnTo>
                  <a:pt x="66577" y="27537"/>
                </a:lnTo>
                <a:lnTo>
                  <a:pt x="67141" y="27931"/>
                </a:lnTo>
                <a:lnTo>
                  <a:pt x="67694" y="28342"/>
                </a:lnTo>
                <a:lnTo>
                  <a:pt x="68235" y="28772"/>
                </a:lnTo>
                <a:lnTo>
                  <a:pt x="68759" y="29221"/>
                </a:lnTo>
                <a:lnTo>
                  <a:pt x="69260" y="29689"/>
                </a:lnTo>
                <a:lnTo>
                  <a:pt x="69739" y="30178"/>
                </a:lnTo>
                <a:lnTo>
                  <a:pt x="70196" y="30686"/>
                </a:lnTo>
                <a:lnTo>
                  <a:pt x="70631" y="31214"/>
                </a:lnTo>
                <a:lnTo>
                  <a:pt x="71043" y="31761"/>
                </a:lnTo>
                <a:lnTo>
                  <a:pt x="71434" y="32328"/>
                </a:lnTo>
                <a:lnTo>
                  <a:pt x="71801" y="32915"/>
                </a:lnTo>
                <a:lnTo>
                  <a:pt x="72147" y="33522"/>
                </a:lnTo>
                <a:lnTo>
                  <a:pt x="72470" y="34148"/>
                </a:lnTo>
                <a:lnTo>
                  <a:pt x="72771" y="34794"/>
                </a:lnTo>
                <a:lnTo>
                  <a:pt x="73050" y="35460"/>
                </a:lnTo>
                <a:lnTo>
                  <a:pt x="73306" y="36146"/>
                </a:lnTo>
                <a:lnTo>
                  <a:pt x="73540" y="36851"/>
                </a:lnTo>
                <a:lnTo>
                  <a:pt x="73752" y="37576"/>
                </a:lnTo>
                <a:lnTo>
                  <a:pt x="73941" y="38321"/>
                </a:lnTo>
                <a:lnTo>
                  <a:pt x="74108" y="39086"/>
                </a:lnTo>
                <a:lnTo>
                  <a:pt x="74253" y="39870"/>
                </a:lnTo>
                <a:lnTo>
                  <a:pt x="74376" y="40674"/>
                </a:lnTo>
                <a:lnTo>
                  <a:pt x="74476" y="41497"/>
                </a:lnTo>
                <a:lnTo>
                  <a:pt x="74554" y="42341"/>
                </a:lnTo>
                <a:lnTo>
                  <a:pt x="74610" y="43204"/>
                </a:lnTo>
                <a:lnTo>
                  <a:pt x="74643" y="44087"/>
                </a:lnTo>
                <a:lnTo>
                  <a:pt x="74655" y="44989"/>
                </a:lnTo>
                <a:lnTo>
                  <a:pt x="74644" y="45858"/>
                </a:lnTo>
                <a:lnTo>
                  <a:pt x="74611" y="46710"/>
                </a:lnTo>
                <a:lnTo>
                  <a:pt x="74557" y="47543"/>
                </a:lnTo>
                <a:lnTo>
                  <a:pt x="74481" y="48358"/>
                </a:lnTo>
                <a:lnTo>
                  <a:pt x="74383" y="49155"/>
                </a:lnTo>
                <a:lnTo>
                  <a:pt x="74263" y="49934"/>
                </a:lnTo>
                <a:lnTo>
                  <a:pt x="74122" y="50696"/>
                </a:lnTo>
                <a:lnTo>
                  <a:pt x="73959" y="51439"/>
                </a:lnTo>
                <a:lnTo>
                  <a:pt x="73774" y="52165"/>
                </a:lnTo>
                <a:lnTo>
                  <a:pt x="73567" y="52872"/>
                </a:lnTo>
                <a:lnTo>
                  <a:pt x="73339" y="53562"/>
                </a:lnTo>
                <a:lnTo>
                  <a:pt x="73088" y="54234"/>
                </a:lnTo>
                <a:lnTo>
                  <a:pt x="72817" y="54888"/>
                </a:lnTo>
                <a:lnTo>
                  <a:pt x="72523" y="55524"/>
                </a:lnTo>
                <a:lnTo>
                  <a:pt x="72208" y="56142"/>
                </a:lnTo>
                <a:lnTo>
                  <a:pt x="71870" y="56742"/>
                </a:lnTo>
                <a:lnTo>
                  <a:pt x="71512" y="57324"/>
                </a:lnTo>
                <a:lnTo>
                  <a:pt x="71131" y="57888"/>
                </a:lnTo>
                <a:lnTo>
                  <a:pt x="70728" y="58434"/>
                </a:lnTo>
                <a:lnTo>
                  <a:pt x="70304" y="58962"/>
                </a:lnTo>
                <a:lnTo>
                  <a:pt x="69858" y="59473"/>
                </a:lnTo>
                <a:lnTo>
                  <a:pt x="69391" y="59965"/>
                </a:lnTo>
                <a:lnTo>
                  <a:pt x="68901" y="60440"/>
                </a:lnTo>
                <a:lnTo>
                  <a:pt x="68390" y="60896"/>
                </a:lnTo>
                <a:lnTo>
                  <a:pt x="67861" y="61335"/>
                </a:lnTo>
                <a:lnTo>
                  <a:pt x="67319" y="61754"/>
                </a:lnTo>
                <a:lnTo>
                  <a:pt x="66763" y="62155"/>
                </a:lnTo>
                <a:lnTo>
                  <a:pt x="66194" y="62538"/>
                </a:lnTo>
                <a:lnTo>
                  <a:pt x="65612" y="62901"/>
                </a:lnTo>
                <a:lnTo>
                  <a:pt x="65015" y="63246"/>
                </a:lnTo>
                <a:lnTo>
                  <a:pt x="64406" y="63573"/>
                </a:lnTo>
                <a:lnTo>
                  <a:pt x="63783" y="63880"/>
                </a:lnTo>
                <a:lnTo>
                  <a:pt x="63146" y="64169"/>
                </a:lnTo>
                <a:lnTo>
                  <a:pt x="62496" y="64440"/>
                </a:lnTo>
                <a:lnTo>
                  <a:pt x="61832" y="64692"/>
                </a:lnTo>
                <a:lnTo>
                  <a:pt x="61155" y="64925"/>
                </a:lnTo>
                <a:lnTo>
                  <a:pt x="60465" y="65139"/>
                </a:lnTo>
                <a:lnTo>
                  <a:pt x="59761" y="65335"/>
                </a:lnTo>
                <a:lnTo>
                  <a:pt x="59043" y="65512"/>
                </a:lnTo>
                <a:lnTo>
                  <a:pt x="58312" y="65671"/>
                </a:lnTo>
                <a:lnTo>
                  <a:pt x="57568" y="65811"/>
                </a:lnTo>
                <a:lnTo>
                  <a:pt x="56810" y="65932"/>
                </a:lnTo>
                <a:lnTo>
                  <a:pt x="56038" y="66034"/>
                </a:lnTo>
                <a:lnTo>
                  <a:pt x="55253" y="66118"/>
                </a:lnTo>
                <a:lnTo>
                  <a:pt x="54455" y="66184"/>
                </a:lnTo>
                <a:lnTo>
                  <a:pt x="53643" y="66230"/>
                </a:lnTo>
                <a:lnTo>
                  <a:pt x="52817" y="66258"/>
                </a:lnTo>
                <a:lnTo>
                  <a:pt x="51979" y="66268"/>
                </a:lnTo>
                <a:lnTo>
                  <a:pt x="29096" y="66268"/>
                </a:lnTo>
                <a:lnTo>
                  <a:pt x="29096" y="23504"/>
                </a:lnTo>
                <a:lnTo>
                  <a:pt x="51979" y="23504"/>
                </a:lnTo>
                <a:lnTo>
                  <a:pt x="52792" y="23513"/>
                </a:lnTo>
                <a:close/>
                <a:moveTo>
                  <a:pt x="660761" y="139369"/>
                </a:moveTo>
                <a:lnTo>
                  <a:pt x="691100" y="139369"/>
                </a:lnTo>
                <a:lnTo>
                  <a:pt x="640881" y="0"/>
                </a:lnTo>
                <a:lnTo>
                  <a:pt x="610336" y="0"/>
                </a:lnTo>
                <a:lnTo>
                  <a:pt x="560221" y="139369"/>
                </a:lnTo>
                <a:lnTo>
                  <a:pt x="590249" y="139369"/>
                </a:lnTo>
                <a:lnTo>
                  <a:pt x="600499" y="108720"/>
                </a:lnTo>
                <a:lnTo>
                  <a:pt x="650821" y="108720"/>
                </a:lnTo>
                <a:lnTo>
                  <a:pt x="660761" y="139369"/>
                </a:lnTo>
                <a:close/>
                <a:moveTo>
                  <a:pt x="625557" y="28785"/>
                </a:moveTo>
                <a:lnTo>
                  <a:pt x="643677" y="84595"/>
                </a:lnTo>
                <a:lnTo>
                  <a:pt x="607437" y="84595"/>
                </a:lnTo>
                <a:lnTo>
                  <a:pt x="625557" y="28785"/>
                </a:lnTo>
                <a:close/>
                <a:moveTo>
                  <a:pt x="153408" y="70548"/>
                </a:moveTo>
                <a:lnTo>
                  <a:pt x="153690" y="70164"/>
                </a:lnTo>
                <a:lnTo>
                  <a:pt x="153977" y="69786"/>
                </a:lnTo>
                <a:lnTo>
                  <a:pt x="154268" y="69416"/>
                </a:lnTo>
                <a:lnTo>
                  <a:pt x="154564" y="69053"/>
                </a:lnTo>
                <a:lnTo>
                  <a:pt x="154864" y="68697"/>
                </a:lnTo>
                <a:lnTo>
                  <a:pt x="155168" y="68348"/>
                </a:lnTo>
                <a:lnTo>
                  <a:pt x="155476" y="68006"/>
                </a:lnTo>
                <a:lnTo>
                  <a:pt x="155789" y="67671"/>
                </a:lnTo>
                <a:lnTo>
                  <a:pt x="156106" y="67344"/>
                </a:lnTo>
                <a:lnTo>
                  <a:pt x="156428" y="67023"/>
                </a:lnTo>
                <a:lnTo>
                  <a:pt x="156753" y="66710"/>
                </a:lnTo>
                <a:lnTo>
                  <a:pt x="157083" y="66404"/>
                </a:lnTo>
                <a:lnTo>
                  <a:pt x="157418" y="66105"/>
                </a:lnTo>
                <a:lnTo>
                  <a:pt x="157756" y="65813"/>
                </a:lnTo>
                <a:lnTo>
                  <a:pt x="158099" y="65528"/>
                </a:lnTo>
                <a:lnTo>
                  <a:pt x="158447" y="65251"/>
                </a:lnTo>
                <a:lnTo>
                  <a:pt x="158798" y="64980"/>
                </a:lnTo>
                <a:lnTo>
                  <a:pt x="159154" y="64717"/>
                </a:lnTo>
                <a:lnTo>
                  <a:pt x="159514" y="64461"/>
                </a:lnTo>
                <a:lnTo>
                  <a:pt x="159879" y="64212"/>
                </a:lnTo>
                <a:lnTo>
                  <a:pt x="160248" y="63970"/>
                </a:lnTo>
                <a:lnTo>
                  <a:pt x="160621" y="63735"/>
                </a:lnTo>
                <a:lnTo>
                  <a:pt x="160999" y="63508"/>
                </a:lnTo>
                <a:lnTo>
                  <a:pt x="161380" y="63286"/>
                </a:lnTo>
                <a:lnTo>
                  <a:pt x="161765" y="63070"/>
                </a:lnTo>
                <a:lnTo>
                  <a:pt x="162154" y="62860"/>
                </a:lnTo>
                <a:lnTo>
                  <a:pt x="162546" y="62655"/>
                </a:lnTo>
                <a:lnTo>
                  <a:pt x="162942" y="62456"/>
                </a:lnTo>
                <a:lnTo>
                  <a:pt x="163341" y="62262"/>
                </a:lnTo>
                <a:lnTo>
                  <a:pt x="163744" y="62074"/>
                </a:lnTo>
                <a:lnTo>
                  <a:pt x="164151" y="61891"/>
                </a:lnTo>
                <a:lnTo>
                  <a:pt x="164561" y="61713"/>
                </a:lnTo>
                <a:lnTo>
                  <a:pt x="164975" y="61541"/>
                </a:lnTo>
                <a:lnTo>
                  <a:pt x="165392" y="61375"/>
                </a:lnTo>
                <a:lnTo>
                  <a:pt x="165813" y="61214"/>
                </a:lnTo>
                <a:lnTo>
                  <a:pt x="166238" y="61059"/>
                </a:lnTo>
                <a:lnTo>
                  <a:pt x="166666" y="60909"/>
                </a:lnTo>
                <a:lnTo>
                  <a:pt x="167098" y="60764"/>
                </a:lnTo>
                <a:lnTo>
                  <a:pt x="167533" y="60626"/>
                </a:lnTo>
                <a:lnTo>
                  <a:pt x="167972" y="60492"/>
                </a:lnTo>
                <a:lnTo>
                  <a:pt x="168415" y="60364"/>
                </a:lnTo>
                <a:lnTo>
                  <a:pt x="168861" y="60242"/>
                </a:lnTo>
                <a:lnTo>
                  <a:pt x="169311" y="60125"/>
                </a:lnTo>
                <a:lnTo>
                  <a:pt x="169764" y="60013"/>
                </a:lnTo>
                <a:lnTo>
                  <a:pt x="170221" y="59907"/>
                </a:lnTo>
                <a:lnTo>
                  <a:pt x="170682" y="59807"/>
                </a:lnTo>
                <a:lnTo>
                  <a:pt x="171146" y="59712"/>
                </a:lnTo>
                <a:lnTo>
                  <a:pt x="171613" y="59622"/>
                </a:lnTo>
                <a:lnTo>
                  <a:pt x="172081" y="59535"/>
                </a:lnTo>
                <a:lnTo>
                  <a:pt x="172552" y="59453"/>
                </a:lnTo>
                <a:lnTo>
                  <a:pt x="173024" y="59374"/>
                </a:lnTo>
                <a:lnTo>
                  <a:pt x="173498" y="59299"/>
                </a:lnTo>
                <a:lnTo>
                  <a:pt x="173974" y="59228"/>
                </a:lnTo>
                <a:lnTo>
                  <a:pt x="174451" y="59161"/>
                </a:lnTo>
                <a:lnTo>
                  <a:pt x="174931" y="59097"/>
                </a:lnTo>
                <a:lnTo>
                  <a:pt x="175412" y="59038"/>
                </a:lnTo>
                <a:lnTo>
                  <a:pt x="175895" y="58982"/>
                </a:lnTo>
                <a:lnTo>
                  <a:pt x="176380" y="58930"/>
                </a:lnTo>
                <a:lnTo>
                  <a:pt x="176867" y="58882"/>
                </a:lnTo>
                <a:lnTo>
                  <a:pt x="177355" y="58838"/>
                </a:lnTo>
                <a:lnTo>
                  <a:pt x="177845" y="58798"/>
                </a:lnTo>
                <a:lnTo>
                  <a:pt x="178337" y="58761"/>
                </a:lnTo>
                <a:lnTo>
                  <a:pt x="178831" y="58728"/>
                </a:lnTo>
                <a:lnTo>
                  <a:pt x="179327" y="58700"/>
                </a:lnTo>
                <a:lnTo>
                  <a:pt x="179824" y="58675"/>
                </a:lnTo>
                <a:lnTo>
                  <a:pt x="180323" y="58653"/>
                </a:lnTo>
                <a:lnTo>
                  <a:pt x="180824" y="58636"/>
                </a:lnTo>
                <a:lnTo>
                  <a:pt x="181327" y="58623"/>
                </a:lnTo>
                <a:lnTo>
                  <a:pt x="181832" y="58613"/>
                </a:lnTo>
                <a:lnTo>
                  <a:pt x="182338" y="58607"/>
                </a:lnTo>
                <a:lnTo>
                  <a:pt x="182846" y="58605"/>
                </a:lnTo>
                <a:lnTo>
                  <a:pt x="185435" y="58605"/>
                </a:lnTo>
                <a:lnTo>
                  <a:pt x="185435" y="35515"/>
                </a:lnTo>
                <a:lnTo>
                  <a:pt x="183364" y="35515"/>
                </a:lnTo>
                <a:lnTo>
                  <a:pt x="182438" y="35524"/>
                </a:lnTo>
                <a:lnTo>
                  <a:pt x="181523" y="35549"/>
                </a:lnTo>
                <a:lnTo>
                  <a:pt x="180620" y="35591"/>
                </a:lnTo>
                <a:lnTo>
                  <a:pt x="179728" y="35650"/>
                </a:lnTo>
                <a:lnTo>
                  <a:pt x="178848" y="35727"/>
                </a:lnTo>
                <a:lnTo>
                  <a:pt x="177980" y="35819"/>
                </a:lnTo>
                <a:lnTo>
                  <a:pt x="177123" y="35929"/>
                </a:lnTo>
                <a:lnTo>
                  <a:pt x="176277" y="36056"/>
                </a:lnTo>
                <a:lnTo>
                  <a:pt x="175443" y="36200"/>
                </a:lnTo>
                <a:lnTo>
                  <a:pt x="174620" y="36360"/>
                </a:lnTo>
                <a:lnTo>
                  <a:pt x="173809" y="36538"/>
                </a:lnTo>
                <a:lnTo>
                  <a:pt x="173010" y="36732"/>
                </a:lnTo>
                <a:lnTo>
                  <a:pt x="172221" y="36943"/>
                </a:lnTo>
                <a:lnTo>
                  <a:pt x="171445" y="37171"/>
                </a:lnTo>
                <a:lnTo>
                  <a:pt x="170680" y="37416"/>
                </a:lnTo>
                <a:lnTo>
                  <a:pt x="169926" y="37678"/>
                </a:lnTo>
                <a:lnTo>
                  <a:pt x="169184" y="37957"/>
                </a:lnTo>
                <a:lnTo>
                  <a:pt x="168454" y="38253"/>
                </a:lnTo>
                <a:lnTo>
                  <a:pt x="167735" y="38565"/>
                </a:lnTo>
                <a:lnTo>
                  <a:pt x="167027" y="38895"/>
                </a:lnTo>
                <a:lnTo>
                  <a:pt x="166331" y="39241"/>
                </a:lnTo>
                <a:lnTo>
                  <a:pt x="165647" y="39605"/>
                </a:lnTo>
                <a:lnTo>
                  <a:pt x="164973" y="39985"/>
                </a:lnTo>
                <a:lnTo>
                  <a:pt x="164312" y="40382"/>
                </a:lnTo>
                <a:lnTo>
                  <a:pt x="163663" y="40795"/>
                </a:lnTo>
                <a:lnTo>
                  <a:pt x="163028" y="41222"/>
                </a:lnTo>
                <a:lnTo>
                  <a:pt x="162406" y="41665"/>
                </a:lnTo>
                <a:lnTo>
                  <a:pt x="161798" y="42122"/>
                </a:lnTo>
                <a:lnTo>
                  <a:pt x="161204" y="42594"/>
                </a:lnTo>
                <a:lnTo>
                  <a:pt x="160623" y="43080"/>
                </a:lnTo>
                <a:lnTo>
                  <a:pt x="160056" y="43582"/>
                </a:lnTo>
                <a:lnTo>
                  <a:pt x="159503" y="44098"/>
                </a:lnTo>
                <a:lnTo>
                  <a:pt x="158963" y="44629"/>
                </a:lnTo>
                <a:lnTo>
                  <a:pt x="158437" y="45174"/>
                </a:lnTo>
                <a:lnTo>
                  <a:pt x="157925" y="45735"/>
                </a:lnTo>
                <a:lnTo>
                  <a:pt x="157426" y="46310"/>
                </a:lnTo>
                <a:lnTo>
                  <a:pt x="156941" y="46899"/>
                </a:lnTo>
                <a:lnTo>
                  <a:pt x="156470" y="47504"/>
                </a:lnTo>
                <a:lnTo>
                  <a:pt x="156012" y="48123"/>
                </a:lnTo>
                <a:lnTo>
                  <a:pt x="155568" y="48757"/>
                </a:lnTo>
                <a:lnTo>
                  <a:pt x="155138" y="49406"/>
                </a:lnTo>
                <a:lnTo>
                  <a:pt x="154721" y="50070"/>
                </a:lnTo>
                <a:lnTo>
                  <a:pt x="154318" y="50748"/>
                </a:lnTo>
                <a:lnTo>
                  <a:pt x="153929" y="51441"/>
                </a:lnTo>
                <a:lnTo>
                  <a:pt x="153553" y="52149"/>
                </a:lnTo>
                <a:lnTo>
                  <a:pt x="153191" y="52871"/>
                </a:lnTo>
                <a:lnTo>
                  <a:pt x="152843" y="53608"/>
                </a:lnTo>
                <a:lnTo>
                  <a:pt x="152508" y="54360"/>
                </a:lnTo>
                <a:lnTo>
                  <a:pt x="151990" y="37068"/>
                </a:lnTo>
                <a:lnTo>
                  <a:pt x="125690" y="37068"/>
                </a:lnTo>
                <a:lnTo>
                  <a:pt x="125690" y="139369"/>
                </a:lnTo>
                <a:lnTo>
                  <a:pt x="153129" y="139369"/>
                </a:lnTo>
                <a:lnTo>
                  <a:pt x="153129" y="70940"/>
                </a:lnTo>
                <a:lnTo>
                  <a:pt x="153408" y="70548"/>
                </a:lnTo>
                <a:close/>
                <a:moveTo>
                  <a:pt x="252145" y="141136"/>
                </a:moveTo>
                <a:lnTo>
                  <a:pt x="253391" y="141061"/>
                </a:lnTo>
                <a:lnTo>
                  <a:pt x="254623" y="140965"/>
                </a:lnTo>
                <a:lnTo>
                  <a:pt x="255841" y="140846"/>
                </a:lnTo>
                <a:lnTo>
                  <a:pt x="257045" y="140707"/>
                </a:lnTo>
                <a:lnTo>
                  <a:pt x="258236" y="140546"/>
                </a:lnTo>
                <a:lnTo>
                  <a:pt x="259412" y="140364"/>
                </a:lnTo>
                <a:lnTo>
                  <a:pt x="260575" y="140160"/>
                </a:lnTo>
                <a:lnTo>
                  <a:pt x="261724" y="139934"/>
                </a:lnTo>
                <a:lnTo>
                  <a:pt x="262859" y="139688"/>
                </a:lnTo>
                <a:lnTo>
                  <a:pt x="263980" y="139419"/>
                </a:lnTo>
                <a:lnTo>
                  <a:pt x="265088" y="139130"/>
                </a:lnTo>
                <a:lnTo>
                  <a:pt x="266181" y="138819"/>
                </a:lnTo>
                <a:lnTo>
                  <a:pt x="267261" y="138486"/>
                </a:lnTo>
                <a:lnTo>
                  <a:pt x="268327" y="138132"/>
                </a:lnTo>
                <a:lnTo>
                  <a:pt x="269379" y="137756"/>
                </a:lnTo>
                <a:lnTo>
                  <a:pt x="270417" y="137359"/>
                </a:lnTo>
                <a:lnTo>
                  <a:pt x="271442" y="136941"/>
                </a:lnTo>
                <a:lnTo>
                  <a:pt x="272452" y="136501"/>
                </a:lnTo>
                <a:lnTo>
                  <a:pt x="273449" y="136040"/>
                </a:lnTo>
                <a:lnTo>
                  <a:pt x="274432" y="135557"/>
                </a:lnTo>
                <a:lnTo>
                  <a:pt x="275401" y="135053"/>
                </a:lnTo>
                <a:lnTo>
                  <a:pt x="276354" y="134528"/>
                </a:lnTo>
                <a:lnTo>
                  <a:pt x="277289" y="133983"/>
                </a:lnTo>
                <a:lnTo>
                  <a:pt x="278207" y="133420"/>
                </a:lnTo>
                <a:lnTo>
                  <a:pt x="279107" y="132837"/>
                </a:lnTo>
                <a:lnTo>
                  <a:pt x="279989" y="132235"/>
                </a:lnTo>
                <a:lnTo>
                  <a:pt x="280853" y="131614"/>
                </a:lnTo>
                <a:lnTo>
                  <a:pt x="281699" y="130973"/>
                </a:lnTo>
                <a:lnTo>
                  <a:pt x="282528" y="130314"/>
                </a:lnTo>
                <a:lnTo>
                  <a:pt x="283339" y="129635"/>
                </a:lnTo>
                <a:lnTo>
                  <a:pt x="284132" y="128936"/>
                </a:lnTo>
                <a:lnTo>
                  <a:pt x="284907" y="128219"/>
                </a:lnTo>
                <a:lnTo>
                  <a:pt x="285665" y="127482"/>
                </a:lnTo>
                <a:lnTo>
                  <a:pt x="286404" y="126726"/>
                </a:lnTo>
                <a:lnTo>
                  <a:pt x="287126" y="125950"/>
                </a:lnTo>
                <a:lnTo>
                  <a:pt x="287830" y="125156"/>
                </a:lnTo>
                <a:lnTo>
                  <a:pt x="288516" y="124342"/>
                </a:lnTo>
                <a:lnTo>
                  <a:pt x="289185" y="123508"/>
                </a:lnTo>
                <a:lnTo>
                  <a:pt x="289835" y="122656"/>
                </a:lnTo>
                <a:lnTo>
                  <a:pt x="290468" y="121784"/>
                </a:lnTo>
                <a:lnTo>
                  <a:pt x="291083" y="120893"/>
                </a:lnTo>
                <a:lnTo>
                  <a:pt x="291681" y="119983"/>
                </a:lnTo>
                <a:lnTo>
                  <a:pt x="292260" y="119053"/>
                </a:lnTo>
                <a:lnTo>
                  <a:pt x="292822" y="118104"/>
                </a:lnTo>
                <a:lnTo>
                  <a:pt x="293366" y="117136"/>
                </a:lnTo>
                <a:lnTo>
                  <a:pt x="293889" y="116150"/>
                </a:lnTo>
                <a:lnTo>
                  <a:pt x="294391" y="115146"/>
                </a:lnTo>
                <a:lnTo>
                  <a:pt x="294870" y="114125"/>
                </a:lnTo>
                <a:lnTo>
                  <a:pt x="295327" y="113088"/>
                </a:lnTo>
                <a:lnTo>
                  <a:pt x="295762" y="112033"/>
                </a:lnTo>
                <a:lnTo>
                  <a:pt x="296174" y="110961"/>
                </a:lnTo>
                <a:lnTo>
                  <a:pt x="296564" y="109871"/>
                </a:lnTo>
                <a:lnTo>
                  <a:pt x="296932" y="108765"/>
                </a:lnTo>
                <a:lnTo>
                  <a:pt x="297278" y="107642"/>
                </a:lnTo>
                <a:lnTo>
                  <a:pt x="297601" y="106501"/>
                </a:lnTo>
                <a:lnTo>
                  <a:pt x="297902" y="105344"/>
                </a:lnTo>
                <a:lnTo>
                  <a:pt x="298180" y="104169"/>
                </a:lnTo>
                <a:lnTo>
                  <a:pt x="298437" y="102977"/>
                </a:lnTo>
                <a:lnTo>
                  <a:pt x="298671" y="101769"/>
                </a:lnTo>
                <a:lnTo>
                  <a:pt x="298882" y="100543"/>
                </a:lnTo>
                <a:lnTo>
                  <a:pt x="299072" y="99300"/>
                </a:lnTo>
                <a:lnTo>
                  <a:pt x="299239" y="98039"/>
                </a:lnTo>
                <a:lnTo>
                  <a:pt x="299384" y="96762"/>
                </a:lnTo>
                <a:lnTo>
                  <a:pt x="299507" y="95468"/>
                </a:lnTo>
                <a:lnTo>
                  <a:pt x="299607" y="94156"/>
                </a:lnTo>
                <a:lnTo>
                  <a:pt x="299685" y="92828"/>
                </a:lnTo>
                <a:lnTo>
                  <a:pt x="299741" y="91482"/>
                </a:lnTo>
                <a:lnTo>
                  <a:pt x="299774" y="90120"/>
                </a:lnTo>
                <a:lnTo>
                  <a:pt x="299785" y="88740"/>
                </a:lnTo>
                <a:lnTo>
                  <a:pt x="299774" y="87334"/>
                </a:lnTo>
                <a:lnTo>
                  <a:pt x="299741" y="85946"/>
                </a:lnTo>
                <a:lnTo>
                  <a:pt x="299685" y="84576"/>
                </a:lnTo>
                <a:lnTo>
                  <a:pt x="299607" y="83224"/>
                </a:lnTo>
                <a:lnTo>
                  <a:pt x="299507" y="81889"/>
                </a:lnTo>
                <a:lnTo>
                  <a:pt x="299384" y="80571"/>
                </a:lnTo>
                <a:lnTo>
                  <a:pt x="299239" y="79272"/>
                </a:lnTo>
                <a:lnTo>
                  <a:pt x="299072" y="77990"/>
                </a:lnTo>
                <a:lnTo>
                  <a:pt x="298882" y="76726"/>
                </a:lnTo>
                <a:lnTo>
                  <a:pt x="298671" y="75479"/>
                </a:lnTo>
                <a:lnTo>
                  <a:pt x="298437" y="74250"/>
                </a:lnTo>
                <a:lnTo>
                  <a:pt x="298180" y="73038"/>
                </a:lnTo>
                <a:lnTo>
                  <a:pt x="297902" y="71845"/>
                </a:lnTo>
                <a:lnTo>
                  <a:pt x="297601" y="70668"/>
                </a:lnTo>
                <a:lnTo>
                  <a:pt x="297278" y="69510"/>
                </a:lnTo>
                <a:lnTo>
                  <a:pt x="296932" y="68369"/>
                </a:lnTo>
                <a:lnTo>
                  <a:pt x="296564" y="67246"/>
                </a:lnTo>
                <a:lnTo>
                  <a:pt x="296174" y="66140"/>
                </a:lnTo>
                <a:lnTo>
                  <a:pt x="295762" y="65052"/>
                </a:lnTo>
                <a:lnTo>
                  <a:pt x="295327" y="63982"/>
                </a:lnTo>
                <a:lnTo>
                  <a:pt x="294870" y="62929"/>
                </a:lnTo>
                <a:lnTo>
                  <a:pt x="294391" y="61894"/>
                </a:lnTo>
                <a:lnTo>
                  <a:pt x="293889" y="60877"/>
                </a:lnTo>
                <a:lnTo>
                  <a:pt x="293366" y="59877"/>
                </a:lnTo>
                <a:lnTo>
                  <a:pt x="292822" y="58896"/>
                </a:lnTo>
                <a:lnTo>
                  <a:pt x="292260" y="57934"/>
                </a:lnTo>
                <a:lnTo>
                  <a:pt x="291681" y="56992"/>
                </a:lnTo>
                <a:lnTo>
                  <a:pt x="291083" y="56069"/>
                </a:lnTo>
                <a:lnTo>
                  <a:pt x="290468" y="55167"/>
                </a:lnTo>
                <a:lnTo>
                  <a:pt x="289835" y="54284"/>
                </a:lnTo>
                <a:lnTo>
                  <a:pt x="289185" y="53420"/>
                </a:lnTo>
                <a:lnTo>
                  <a:pt x="288516" y="52577"/>
                </a:lnTo>
                <a:lnTo>
                  <a:pt x="287830" y="51752"/>
                </a:lnTo>
                <a:lnTo>
                  <a:pt x="287126" y="50948"/>
                </a:lnTo>
                <a:lnTo>
                  <a:pt x="286404" y="50163"/>
                </a:lnTo>
                <a:lnTo>
                  <a:pt x="285665" y="49398"/>
                </a:lnTo>
                <a:lnTo>
                  <a:pt x="284907" y="48653"/>
                </a:lnTo>
                <a:lnTo>
                  <a:pt x="284132" y="47927"/>
                </a:lnTo>
                <a:lnTo>
                  <a:pt x="283339" y="47221"/>
                </a:lnTo>
                <a:lnTo>
                  <a:pt x="282528" y="46534"/>
                </a:lnTo>
                <a:lnTo>
                  <a:pt x="281699" y="45868"/>
                </a:lnTo>
                <a:lnTo>
                  <a:pt x="280853" y="45220"/>
                </a:lnTo>
                <a:lnTo>
                  <a:pt x="279989" y="44593"/>
                </a:lnTo>
                <a:lnTo>
                  <a:pt x="279107" y="43985"/>
                </a:lnTo>
                <a:lnTo>
                  <a:pt x="278207" y="43397"/>
                </a:lnTo>
                <a:lnTo>
                  <a:pt x="277289" y="42829"/>
                </a:lnTo>
                <a:lnTo>
                  <a:pt x="276354" y="42280"/>
                </a:lnTo>
                <a:lnTo>
                  <a:pt x="275401" y="41751"/>
                </a:lnTo>
                <a:lnTo>
                  <a:pt x="274432" y="41242"/>
                </a:lnTo>
                <a:lnTo>
                  <a:pt x="273449" y="40755"/>
                </a:lnTo>
                <a:lnTo>
                  <a:pt x="272452" y="40289"/>
                </a:lnTo>
                <a:lnTo>
                  <a:pt x="271442" y="39845"/>
                </a:lnTo>
                <a:lnTo>
                  <a:pt x="270417" y="39423"/>
                </a:lnTo>
                <a:lnTo>
                  <a:pt x="269379" y="39023"/>
                </a:lnTo>
                <a:lnTo>
                  <a:pt x="268327" y="38644"/>
                </a:lnTo>
                <a:lnTo>
                  <a:pt x="267261" y="38286"/>
                </a:lnTo>
                <a:lnTo>
                  <a:pt x="266181" y="37951"/>
                </a:lnTo>
                <a:lnTo>
                  <a:pt x="265088" y="37637"/>
                </a:lnTo>
                <a:lnTo>
                  <a:pt x="263980" y="37345"/>
                </a:lnTo>
                <a:lnTo>
                  <a:pt x="262859" y="37074"/>
                </a:lnTo>
                <a:lnTo>
                  <a:pt x="261724" y="36825"/>
                </a:lnTo>
                <a:lnTo>
                  <a:pt x="260575" y="36598"/>
                </a:lnTo>
                <a:lnTo>
                  <a:pt x="259412" y="36392"/>
                </a:lnTo>
                <a:lnTo>
                  <a:pt x="258236" y="36208"/>
                </a:lnTo>
                <a:lnTo>
                  <a:pt x="257045" y="36046"/>
                </a:lnTo>
                <a:lnTo>
                  <a:pt x="255841" y="35905"/>
                </a:lnTo>
                <a:lnTo>
                  <a:pt x="254623" y="35786"/>
                </a:lnTo>
                <a:lnTo>
                  <a:pt x="253391" y="35688"/>
                </a:lnTo>
                <a:lnTo>
                  <a:pt x="252145" y="35613"/>
                </a:lnTo>
                <a:lnTo>
                  <a:pt x="250885" y="35559"/>
                </a:lnTo>
                <a:lnTo>
                  <a:pt x="249612" y="35526"/>
                </a:lnTo>
                <a:lnTo>
                  <a:pt x="248324" y="35515"/>
                </a:lnTo>
                <a:lnTo>
                  <a:pt x="247054" y="35526"/>
                </a:lnTo>
                <a:lnTo>
                  <a:pt x="245797" y="35559"/>
                </a:lnTo>
                <a:lnTo>
                  <a:pt x="244552" y="35613"/>
                </a:lnTo>
                <a:lnTo>
                  <a:pt x="243321" y="35688"/>
                </a:lnTo>
                <a:lnTo>
                  <a:pt x="242103" y="35786"/>
                </a:lnTo>
                <a:lnTo>
                  <a:pt x="240898" y="35905"/>
                </a:lnTo>
                <a:lnTo>
                  <a:pt x="239707" y="36046"/>
                </a:lnTo>
                <a:lnTo>
                  <a:pt x="238528" y="36208"/>
                </a:lnTo>
                <a:lnTo>
                  <a:pt x="237363" y="36392"/>
                </a:lnTo>
                <a:lnTo>
                  <a:pt x="236210" y="36598"/>
                </a:lnTo>
                <a:lnTo>
                  <a:pt x="235071" y="36825"/>
                </a:lnTo>
                <a:lnTo>
                  <a:pt x="233945" y="37074"/>
                </a:lnTo>
                <a:lnTo>
                  <a:pt x="232832" y="37345"/>
                </a:lnTo>
                <a:lnTo>
                  <a:pt x="231732" y="37637"/>
                </a:lnTo>
                <a:lnTo>
                  <a:pt x="230645" y="37951"/>
                </a:lnTo>
                <a:lnTo>
                  <a:pt x="229572" y="38286"/>
                </a:lnTo>
                <a:lnTo>
                  <a:pt x="228511" y="38644"/>
                </a:lnTo>
                <a:lnTo>
                  <a:pt x="227464" y="39023"/>
                </a:lnTo>
                <a:lnTo>
                  <a:pt x="226429" y="39423"/>
                </a:lnTo>
                <a:lnTo>
                  <a:pt x="225408" y="39845"/>
                </a:lnTo>
                <a:lnTo>
                  <a:pt x="224400" y="40289"/>
                </a:lnTo>
                <a:lnTo>
                  <a:pt x="223405" y="40755"/>
                </a:lnTo>
                <a:lnTo>
                  <a:pt x="222424" y="41242"/>
                </a:lnTo>
                <a:lnTo>
                  <a:pt x="221455" y="41751"/>
                </a:lnTo>
                <a:lnTo>
                  <a:pt x="220502" y="42280"/>
                </a:lnTo>
                <a:lnTo>
                  <a:pt x="219567" y="42829"/>
                </a:lnTo>
                <a:lnTo>
                  <a:pt x="218650" y="43397"/>
                </a:lnTo>
                <a:lnTo>
                  <a:pt x="217752" y="43985"/>
                </a:lnTo>
                <a:lnTo>
                  <a:pt x="216871" y="44593"/>
                </a:lnTo>
                <a:lnTo>
                  <a:pt x="216009" y="45220"/>
                </a:lnTo>
                <a:lnTo>
                  <a:pt x="215165" y="45868"/>
                </a:lnTo>
                <a:lnTo>
                  <a:pt x="214339" y="46534"/>
                </a:lnTo>
                <a:lnTo>
                  <a:pt x="213531" y="47221"/>
                </a:lnTo>
                <a:lnTo>
                  <a:pt x="212742" y="47927"/>
                </a:lnTo>
                <a:lnTo>
                  <a:pt x="211970" y="48653"/>
                </a:lnTo>
                <a:lnTo>
                  <a:pt x="211217" y="49398"/>
                </a:lnTo>
                <a:lnTo>
                  <a:pt x="210482" y="50163"/>
                </a:lnTo>
                <a:lnTo>
                  <a:pt x="209765" y="50948"/>
                </a:lnTo>
                <a:lnTo>
                  <a:pt x="209066" y="51752"/>
                </a:lnTo>
                <a:lnTo>
                  <a:pt x="208385" y="52577"/>
                </a:lnTo>
                <a:lnTo>
                  <a:pt x="207723" y="53420"/>
                </a:lnTo>
                <a:lnTo>
                  <a:pt x="207079" y="54284"/>
                </a:lnTo>
                <a:lnTo>
                  <a:pt x="206452" y="55167"/>
                </a:lnTo>
                <a:lnTo>
                  <a:pt x="205844" y="56069"/>
                </a:lnTo>
                <a:lnTo>
                  <a:pt x="205254" y="56992"/>
                </a:lnTo>
                <a:lnTo>
                  <a:pt x="204683" y="57934"/>
                </a:lnTo>
                <a:lnTo>
                  <a:pt x="204129" y="58896"/>
                </a:lnTo>
                <a:lnTo>
                  <a:pt x="203594" y="59877"/>
                </a:lnTo>
                <a:lnTo>
                  <a:pt x="203078" y="60877"/>
                </a:lnTo>
                <a:lnTo>
                  <a:pt x="202585" y="61894"/>
                </a:lnTo>
                <a:lnTo>
                  <a:pt x="202113" y="62929"/>
                </a:lnTo>
                <a:lnTo>
                  <a:pt x="201664" y="63982"/>
                </a:lnTo>
                <a:lnTo>
                  <a:pt x="201236" y="65052"/>
                </a:lnTo>
                <a:lnTo>
                  <a:pt x="200830" y="66140"/>
                </a:lnTo>
                <a:lnTo>
                  <a:pt x="200447" y="67246"/>
                </a:lnTo>
                <a:lnTo>
                  <a:pt x="200085" y="68369"/>
                </a:lnTo>
                <a:lnTo>
                  <a:pt x="199745" y="69510"/>
                </a:lnTo>
                <a:lnTo>
                  <a:pt x="199427" y="70668"/>
                </a:lnTo>
                <a:lnTo>
                  <a:pt x="199131" y="71845"/>
                </a:lnTo>
                <a:lnTo>
                  <a:pt x="198857" y="73038"/>
                </a:lnTo>
                <a:lnTo>
                  <a:pt x="198604" y="74250"/>
                </a:lnTo>
                <a:lnTo>
                  <a:pt x="198374" y="75479"/>
                </a:lnTo>
                <a:lnTo>
                  <a:pt x="198166" y="76726"/>
                </a:lnTo>
                <a:lnTo>
                  <a:pt x="197979" y="77990"/>
                </a:lnTo>
                <a:lnTo>
                  <a:pt x="197815" y="79272"/>
                </a:lnTo>
                <a:lnTo>
                  <a:pt x="197672" y="80571"/>
                </a:lnTo>
                <a:lnTo>
                  <a:pt x="197552" y="81889"/>
                </a:lnTo>
                <a:lnTo>
                  <a:pt x="197453" y="83224"/>
                </a:lnTo>
                <a:lnTo>
                  <a:pt x="197376" y="84576"/>
                </a:lnTo>
                <a:lnTo>
                  <a:pt x="197321" y="85946"/>
                </a:lnTo>
                <a:lnTo>
                  <a:pt x="197289" y="87334"/>
                </a:lnTo>
                <a:lnTo>
                  <a:pt x="197278" y="88740"/>
                </a:lnTo>
                <a:lnTo>
                  <a:pt x="197289" y="90120"/>
                </a:lnTo>
                <a:lnTo>
                  <a:pt x="197321" y="91482"/>
                </a:lnTo>
                <a:lnTo>
                  <a:pt x="197376" y="92828"/>
                </a:lnTo>
                <a:lnTo>
                  <a:pt x="197453" y="94156"/>
                </a:lnTo>
                <a:lnTo>
                  <a:pt x="197552" y="95468"/>
                </a:lnTo>
                <a:lnTo>
                  <a:pt x="197672" y="96762"/>
                </a:lnTo>
                <a:lnTo>
                  <a:pt x="197815" y="98039"/>
                </a:lnTo>
                <a:lnTo>
                  <a:pt x="197979" y="99300"/>
                </a:lnTo>
                <a:lnTo>
                  <a:pt x="198166" y="100543"/>
                </a:lnTo>
                <a:lnTo>
                  <a:pt x="198374" y="101769"/>
                </a:lnTo>
                <a:lnTo>
                  <a:pt x="198604" y="102977"/>
                </a:lnTo>
                <a:lnTo>
                  <a:pt x="198857" y="104169"/>
                </a:lnTo>
                <a:lnTo>
                  <a:pt x="199131" y="105344"/>
                </a:lnTo>
                <a:lnTo>
                  <a:pt x="199427" y="106501"/>
                </a:lnTo>
                <a:lnTo>
                  <a:pt x="199745" y="107642"/>
                </a:lnTo>
                <a:lnTo>
                  <a:pt x="200085" y="108765"/>
                </a:lnTo>
                <a:lnTo>
                  <a:pt x="200447" y="109871"/>
                </a:lnTo>
                <a:lnTo>
                  <a:pt x="200830" y="110961"/>
                </a:lnTo>
                <a:lnTo>
                  <a:pt x="201236" y="112033"/>
                </a:lnTo>
                <a:lnTo>
                  <a:pt x="201664" y="113088"/>
                </a:lnTo>
                <a:lnTo>
                  <a:pt x="202113" y="114125"/>
                </a:lnTo>
                <a:lnTo>
                  <a:pt x="202585" y="115146"/>
                </a:lnTo>
                <a:lnTo>
                  <a:pt x="203078" y="116150"/>
                </a:lnTo>
                <a:lnTo>
                  <a:pt x="203594" y="117136"/>
                </a:lnTo>
                <a:lnTo>
                  <a:pt x="204129" y="118104"/>
                </a:lnTo>
                <a:lnTo>
                  <a:pt x="204683" y="119053"/>
                </a:lnTo>
                <a:lnTo>
                  <a:pt x="205254" y="119983"/>
                </a:lnTo>
                <a:lnTo>
                  <a:pt x="205844" y="120893"/>
                </a:lnTo>
                <a:lnTo>
                  <a:pt x="206452" y="121784"/>
                </a:lnTo>
                <a:lnTo>
                  <a:pt x="207079" y="122656"/>
                </a:lnTo>
                <a:lnTo>
                  <a:pt x="207723" y="123508"/>
                </a:lnTo>
                <a:lnTo>
                  <a:pt x="208385" y="124342"/>
                </a:lnTo>
                <a:lnTo>
                  <a:pt x="209066" y="125156"/>
                </a:lnTo>
                <a:lnTo>
                  <a:pt x="209765" y="125950"/>
                </a:lnTo>
                <a:lnTo>
                  <a:pt x="210482" y="126726"/>
                </a:lnTo>
                <a:lnTo>
                  <a:pt x="211217" y="127482"/>
                </a:lnTo>
                <a:lnTo>
                  <a:pt x="211970" y="128219"/>
                </a:lnTo>
                <a:lnTo>
                  <a:pt x="212742" y="128936"/>
                </a:lnTo>
                <a:lnTo>
                  <a:pt x="213531" y="129635"/>
                </a:lnTo>
                <a:lnTo>
                  <a:pt x="214339" y="130314"/>
                </a:lnTo>
                <a:lnTo>
                  <a:pt x="215165" y="130973"/>
                </a:lnTo>
                <a:lnTo>
                  <a:pt x="216009" y="131614"/>
                </a:lnTo>
                <a:lnTo>
                  <a:pt x="216871" y="132235"/>
                </a:lnTo>
                <a:lnTo>
                  <a:pt x="217752" y="132837"/>
                </a:lnTo>
                <a:lnTo>
                  <a:pt x="218650" y="133420"/>
                </a:lnTo>
                <a:lnTo>
                  <a:pt x="219567" y="133983"/>
                </a:lnTo>
                <a:lnTo>
                  <a:pt x="220502" y="134528"/>
                </a:lnTo>
                <a:lnTo>
                  <a:pt x="221455" y="135053"/>
                </a:lnTo>
                <a:lnTo>
                  <a:pt x="222424" y="135557"/>
                </a:lnTo>
                <a:lnTo>
                  <a:pt x="223405" y="136040"/>
                </a:lnTo>
                <a:lnTo>
                  <a:pt x="224400" y="136501"/>
                </a:lnTo>
                <a:lnTo>
                  <a:pt x="225408" y="136941"/>
                </a:lnTo>
                <a:lnTo>
                  <a:pt x="226429" y="137359"/>
                </a:lnTo>
                <a:lnTo>
                  <a:pt x="227464" y="137756"/>
                </a:lnTo>
                <a:lnTo>
                  <a:pt x="228511" y="138132"/>
                </a:lnTo>
                <a:lnTo>
                  <a:pt x="229572" y="138486"/>
                </a:lnTo>
                <a:lnTo>
                  <a:pt x="230645" y="138819"/>
                </a:lnTo>
                <a:lnTo>
                  <a:pt x="231732" y="139130"/>
                </a:lnTo>
                <a:lnTo>
                  <a:pt x="232832" y="139419"/>
                </a:lnTo>
                <a:lnTo>
                  <a:pt x="233945" y="139688"/>
                </a:lnTo>
                <a:lnTo>
                  <a:pt x="235071" y="139934"/>
                </a:lnTo>
                <a:lnTo>
                  <a:pt x="236210" y="140160"/>
                </a:lnTo>
                <a:lnTo>
                  <a:pt x="237363" y="140364"/>
                </a:lnTo>
                <a:lnTo>
                  <a:pt x="238528" y="140546"/>
                </a:lnTo>
                <a:lnTo>
                  <a:pt x="239707" y="140707"/>
                </a:lnTo>
                <a:lnTo>
                  <a:pt x="240898" y="140846"/>
                </a:lnTo>
                <a:lnTo>
                  <a:pt x="242103" y="140965"/>
                </a:lnTo>
                <a:lnTo>
                  <a:pt x="243321" y="141061"/>
                </a:lnTo>
                <a:lnTo>
                  <a:pt x="244552" y="141136"/>
                </a:lnTo>
                <a:lnTo>
                  <a:pt x="245797" y="141190"/>
                </a:lnTo>
                <a:lnTo>
                  <a:pt x="247054" y="141222"/>
                </a:lnTo>
                <a:lnTo>
                  <a:pt x="248324" y="141233"/>
                </a:lnTo>
                <a:lnTo>
                  <a:pt x="249612" y="141222"/>
                </a:lnTo>
                <a:lnTo>
                  <a:pt x="250885" y="141190"/>
                </a:lnTo>
                <a:lnTo>
                  <a:pt x="252145" y="141136"/>
                </a:lnTo>
                <a:close/>
                <a:moveTo>
                  <a:pt x="246183" y="120250"/>
                </a:moveTo>
                <a:lnTo>
                  <a:pt x="245496" y="120198"/>
                </a:lnTo>
                <a:lnTo>
                  <a:pt x="244821" y="120131"/>
                </a:lnTo>
                <a:lnTo>
                  <a:pt x="244160" y="120050"/>
                </a:lnTo>
                <a:lnTo>
                  <a:pt x="243512" y="119953"/>
                </a:lnTo>
                <a:lnTo>
                  <a:pt x="242877" y="119842"/>
                </a:lnTo>
                <a:lnTo>
                  <a:pt x="242255" y="119716"/>
                </a:lnTo>
                <a:lnTo>
                  <a:pt x="241646" y="119574"/>
                </a:lnTo>
                <a:lnTo>
                  <a:pt x="241051" y="119418"/>
                </a:lnTo>
                <a:lnTo>
                  <a:pt x="240468" y="119248"/>
                </a:lnTo>
                <a:lnTo>
                  <a:pt x="239899" y="119062"/>
                </a:lnTo>
                <a:lnTo>
                  <a:pt x="239342" y="118861"/>
                </a:lnTo>
                <a:lnTo>
                  <a:pt x="238799" y="118646"/>
                </a:lnTo>
                <a:lnTo>
                  <a:pt x="238269" y="118416"/>
                </a:lnTo>
                <a:lnTo>
                  <a:pt x="237752" y="118171"/>
                </a:lnTo>
                <a:lnTo>
                  <a:pt x="237248" y="117911"/>
                </a:lnTo>
                <a:lnTo>
                  <a:pt x="236758" y="117636"/>
                </a:lnTo>
                <a:lnTo>
                  <a:pt x="236280" y="117346"/>
                </a:lnTo>
                <a:lnTo>
                  <a:pt x="235816" y="117042"/>
                </a:lnTo>
                <a:lnTo>
                  <a:pt x="235365" y="116723"/>
                </a:lnTo>
                <a:lnTo>
                  <a:pt x="234926" y="116388"/>
                </a:lnTo>
                <a:lnTo>
                  <a:pt x="234501" y="116039"/>
                </a:lnTo>
                <a:lnTo>
                  <a:pt x="234088" y="115678"/>
                </a:lnTo>
                <a:lnTo>
                  <a:pt x="233685" y="115306"/>
                </a:lnTo>
                <a:lnTo>
                  <a:pt x="233292" y="114925"/>
                </a:lnTo>
                <a:lnTo>
                  <a:pt x="232909" y="114533"/>
                </a:lnTo>
                <a:lnTo>
                  <a:pt x="232537" y="114131"/>
                </a:lnTo>
                <a:lnTo>
                  <a:pt x="232175" y="113719"/>
                </a:lnTo>
                <a:lnTo>
                  <a:pt x="231823" y="113297"/>
                </a:lnTo>
                <a:lnTo>
                  <a:pt x="231481" y="112865"/>
                </a:lnTo>
                <a:lnTo>
                  <a:pt x="231150" y="112423"/>
                </a:lnTo>
                <a:lnTo>
                  <a:pt x="230829" y="111971"/>
                </a:lnTo>
                <a:lnTo>
                  <a:pt x="230518" y="111509"/>
                </a:lnTo>
                <a:lnTo>
                  <a:pt x="230217" y="111036"/>
                </a:lnTo>
                <a:lnTo>
                  <a:pt x="229927" y="110554"/>
                </a:lnTo>
                <a:lnTo>
                  <a:pt x="229647" y="110061"/>
                </a:lnTo>
                <a:lnTo>
                  <a:pt x="229377" y="109559"/>
                </a:lnTo>
                <a:lnTo>
                  <a:pt x="229117" y="109046"/>
                </a:lnTo>
                <a:lnTo>
                  <a:pt x="228868" y="108523"/>
                </a:lnTo>
                <a:lnTo>
                  <a:pt x="228628" y="107990"/>
                </a:lnTo>
                <a:lnTo>
                  <a:pt x="228400" y="107447"/>
                </a:lnTo>
                <a:lnTo>
                  <a:pt x="228181" y="106894"/>
                </a:lnTo>
                <a:lnTo>
                  <a:pt x="227972" y="106331"/>
                </a:lnTo>
                <a:lnTo>
                  <a:pt x="227774" y="105758"/>
                </a:lnTo>
                <a:lnTo>
                  <a:pt x="227586" y="105175"/>
                </a:lnTo>
                <a:lnTo>
                  <a:pt x="227409" y="104582"/>
                </a:lnTo>
                <a:lnTo>
                  <a:pt x="227240" y="103981"/>
                </a:lnTo>
                <a:lnTo>
                  <a:pt x="227078" y="103375"/>
                </a:lnTo>
                <a:lnTo>
                  <a:pt x="226923" y="102764"/>
                </a:lnTo>
                <a:lnTo>
                  <a:pt x="226776" y="102147"/>
                </a:lnTo>
                <a:lnTo>
                  <a:pt x="226636" y="101526"/>
                </a:lnTo>
                <a:lnTo>
                  <a:pt x="226503" y="100899"/>
                </a:lnTo>
                <a:lnTo>
                  <a:pt x="226377" y="100268"/>
                </a:lnTo>
                <a:lnTo>
                  <a:pt x="226258" y="99631"/>
                </a:lnTo>
                <a:lnTo>
                  <a:pt x="226147" y="98989"/>
                </a:lnTo>
                <a:lnTo>
                  <a:pt x="226042" y="98342"/>
                </a:lnTo>
                <a:lnTo>
                  <a:pt x="225945" y="97689"/>
                </a:lnTo>
                <a:lnTo>
                  <a:pt x="225855" y="97032"/>
                </a:lnTo>
                <a:lnTo>
                  <a:pt x="225773" y="96369"/>
                </a:lnTo>
                <a:lnTo>
                  <a:pt x="225697" y="95702"/>
                </a:lnTo>
                <a:lnTo>
                  <a:pt x="225629" y="95029"/>
                </a:lnTo>
                <a:lnTo>
                  <a:pt x="225568" y="94351"/>
                </a:lnTo>
                <a:lnTo>
                  <a:pt x="225514" y="93668"/>
                </a:lnTo>
                <a:lnTo>
                  <a:pt x="225467" y="92980"/>
                </a:lnTo>
                <a:lnTo>
                  <a:pt x="225428" y="92287"/>
                </a:lnTo>
                <a:lnTo>
                  <a:pt x="225395" y="91588"/>
                </a:lnTo>
                <a:lnTo>
                  <a:pt x="225370" y="90884"/>
                </a:lnTo>
                <a:lnTo>
                  <a:pt x="225352" y="90176"/>
                </a:lnTo>
                <a:lnTo>
                  <a:pt x="225341" y="89462"/>
                </a:lnTo>
                <a:lnTo>
                  <a:pt x="225338" y="88743"/>
                </a:lnTo>
                <a:lnTo>
                  <a:pt x="225341" y="88006"/>
                </a:lnTo>
                <a:lnTo>
                  <a:pt x="225352" y="87275"/>
                </a:lnTo>
                <a:lnTo>
                  <a:pt x="225370" y="86550"/>
                </a:lnTo>
                <a:lnTo>
                  <a:pt x="225395" y="85829"/>
                </a:lnTo>
                <a:lnTo>
                  <a:pt x="225428" y="85115"/>
                </a:lnTo>
                <a:lnTo>
                  <a:pt x="225467" y="84406"/>
                </a:lnTo>
                <a:lnTo>
                  <a:pt x="225514" y="83702"/>
                </a:lnTo>
                <a:lnTo>
                  <a:pt x="225568" y="83004"/>
                </a:lnTo>
                <a:lnTo>
                  <a:pt x="225629" y="82312"/>
                </a:lnTo>
                <a:lnTo>
                  <a:pt x="225697" y="81625"/>
                </a:lnTo>
                <a:lnTo>
                  <a:pt x="225773" y="80943"/>
                </a:lnTo>
                <a:lnTo>
                  <a:pt x="225855" y="80267"/>
                </a:lnTo>
                <a:lnTo>
                  <a:pt x="225945" y="79596"/>
                </a:lnTo>
                <a:lnTo>
                  <a:pt x="226042" y="78931"/>
                </a:lnTo>
                <a:lnTo>
                  <a:pt x="226147" y="78272"/>
                </a:lnTo>
                <a:lnTo>
                  <a:pt x="226258" y="77618"/>
                </a:lnTo>
                <a:lnTo>
                  <a:pt x="226377" y="76969"/>
                </a:lnTo>
                <a:lnTo>
                  <a:pt x="226503" y="76326"/>
                </a:lnTo>
                <a:lnTo>
                  <a:pt x="226636" y="75689"/>
                </a:lnTo>
                <a:lnTo>
                  <a:pt x="226776" y="75057"/>
                </a:lnTo>
                <a:lnTo>
                  <a:pt x="226923" y="74430"/>
                </a:lnTo>
                <a:lnTo>
                  <a:pt x="227078" y="73809"/>
                </a:lnTo>
                <a:lnTo>
                  <a:pt x="227240" y="73194"/>
                </a:lnTo>
                <a:lnTo>
                  <a:pt x="227409" y="72584"/>
                </a:lnTo>
                <a:lnTo>
                  <a:pt x="227586" y="71982"/>
                </a:lnTo>
                <a:lnTo>
                  <a:pt x="227774" y="71390"/>
                </a:lnTo>
                <a:lnTo>
                  <a:pt x="227972" y="70808"/>
                </a:lnTo>
                <a:lnTo>
                  <a:pt x="228181" y="70237"/>
                </a:lnTo>
                <a:lnTo>
                  <a:pt x="228400" y="69676"/>
                </a:lnTo>
                <a:lnTo>
                  <a:pt x="228628" y="69125"/>
                </a:lnTo>
                <a:lnTo>
                  <a:pt x="228868" y="68585"/>
                </a:lnTo>
                <a:lnTo>
                  <a:pt x="229117" y="68054"/>
                </a:lnTo>
                <a:lnTo>
                  <a:pt x="229377" y="67534"/>
                </a:lnTo>
                <a:lnTo>
                  <a:pt x="229647" y="67025"/>
                </a:lnTo>
                <a:lnTo>
                  <a:pt x="229927" y="66525"/>
                </a:lnTo>
                <a:lnTo>
                  <a:pt x="230217" y="66036"/>
                </a:lnTo>
                <a:lnTo>
                  <a:pt x="230518" y="65557"/>
                </a:lnTo>
                <a:lnTo>
                  <a:pt x="230829" y="65089"/>
                </a:lnTo>
                <a:lnTo>
                  <a:pt x="231150" y="64630"/>
                </a:lnTo>
                <a:lnTo>
                  <a:pt x="231481" y="64182"/>
                </a:lnTo>
                <a:lnTo>
                  <a:pt x="231823" y="63745"/>
                </a:lnTo>
                <a:lnTo>
                  <a:pt x="232175" y="63317"/>
                </a:lnTo>
                <a:lnTo>
                  <a:pt x="232537" y="62900"/>
                </a:lnTo>
                <a:lnTo>
                  <a:pt x="232909" y="62493"/>
                </a:lnTo>
                <a:lnTo>
                  <a:pt x="233292" y="62096"/>
                </a:lnTo>
                <a:lnTo>
                  <a:pt x="233685" y="61710"/>
                </a:lnTo>
                <a:lnTo>
                  <a:pt x="234088" y="61333"/>
                </a:lnTo>
                <a:lnTo>
                  <a:pt x="234501" y="60967"/>
                </a:lnTo>
                <a:lnTo>
                  <a:pt x="234926" y="60614"/>
                </a:lnTo>
                <a:lnTo>
                  <a:pt x="235365" y="60276"/>
                </a:lnTo>
                <a:lnTo>
                  <a:pt x="235816" y="59953"/>
                </a:lnTo>
                <a:lnTo>
                  <a:pt x="236280" y="59645"/>
                </a:lnTo>
                <a:lnTo>
                  <a:pt x="236758" y="59351"/>
                </a:lnTo>
                <a:lnTo>
                  <a:pt x="237248" y="59073"/>
                </a:lnTo>
                <a:lnTo>
                  <a:pt x="237752" y="58810"/>
                </a:lnTo>
                <a:lnTo>
                  <a:pt x="238269" y="58562"/>
                </a:lnTo>
                <a:lnTo>
                  <a:pt x="238799" y="58329"/>
                </a:lnTo>
                <a:lnTo>
                  <a:pt x="239342" y="58111"/>
                </a:lnTo>
                <a:lnTo>
                  <a:pt x="239899" y="57908"/>
                </a:lnTo>
                <a:lnTo>
                  <a:pt x="240468" y="57720"/>
                </a:lnTo>
                <a:lnTo>
                  <a:pt x="241051" y="57548"/>
                </a:lnTo>
                <a:lnTo>
                  <a:pt x="241646" y="57390"/>
                </a:lnTo>
                <a:lnTo>
                  <a:pt x="242255" y="57247"/>
                </a:lnTo>
                <a:lnTo>
                  <a:pt x="242877" y="57119"/>
                </a:lnTo>
                <a:lnTo>
                  <a:pt x="243512" y="57006"/>
                </a:lnTo>
                <a:lnTo>
                  <a:pt x="244160" y="56909"/>
                </a:lnTo>
                <a:lnTo>
                  <a:pt x="244821" y="56826"/>
                </a:lnTo>
                <a:lnTo>
                  <a:pt x="245496" y="56758"/>
                </a:lnTo>
                <a:lnTo>
                  <a:pt x="246183" y="56706"/>
                </a:lnTo>
                <a:lnTo>
                  <a:pt x="246884" y="56668"/>
                </a:lnTo>
                <a:lnTo>
                  <a:pt x="247597" y="56646"/>
                </a:lnTo>
                <a:lnTo>
                  <a:pt x="248324" y="56638"/>
                </a:lnTo>
                <a:lnTo>
                  <a:pt x="249068" y="56646"/>
                </a:lnTo>
                <a:lnTo>
                  <a:pt x="249799" y="56668"/>
                </a:lnTo>
                <a:lnTo>
                  <a:pt x="250516" y="56706"/>
                </a:lnTo>
                <a:lnTo>
                  <a:pt x="251219" y="56758"/>
                </a:lnTo>
                <a:lnTo>
                  <a:pt x="251909" y="56826"/>
                </a:lnTo>
                <a:lnTo>
                  <a:pt x="252586" y="56909"/>
                </a:lnTo>
                <a:lnTo>
                  <a:pt x="253249" y="57006"/>
                </a:lnTo>
                <a:lnTo>
                  <a:pt x="253898" y="57119"/>
                </a:lnTo>
                <a:lnTo>
                  <a:pt x="254534" y="57247"/>
                </a:lnTo>
                <a:lnTo>
                  <a:pt x="255157" y="57390"/>
                </a:lnTo>
                <a:lnTo>
                  <a:pt x="255766" y="57548"/>
                </a:lnTo>
                <a:lnTo>
                  <a:pt x="256362" y="57720"/>
                </a:lnTo>
                <a:lnTo>
                  <a:pt x="256944" y="57908"/>
                </a:lnTo>
                <a:lnTo>
                  <a:pt x="257513" y="58111"/>
                </a:lnTo>
                <a:lnTo>
                  <a:pt x="258068" y="58329"/>
                </a:lnTo>
                <a:lnTo>
                  <a:pt x="258610" y="58562"/>
                </a:lnTo>
                <a:lnTo>
                  <a:pt x="259138" y="58810"/>
                </a:lnTo>
                <a:lnTo>
                  <a:pt x="259653" y="59073"/>
                </a:lnTo>
                <a:lnTo>
                  <a:pt x="260154" y="59351"/>
                </a:lnTo>
                <a:lnTo>
                  <a:pt x="260642" y="59645"/>
                </a:lnTo>
                <a:lnTo>
                  <a:pt x="261116" y="59953"/>
                </a:lnTo>
                <a:lnTo>
                  <a:pt x="261577" y="60276"/>
                </a:lnTo>
                <a:lnTo>
                  <a:pt x="262024" y="60614"/>
                </a:lnTo>
                <a:lnTo>
                  <a:pt x="262458" y="60967"/>
                </a:lnTo>
                <a:lnTo>
                  <a:pt x="262880" y="61333"/>
                </a:lnTo>
                <a:lnTo>
                  <a:pt x="263291" y="61710"/>
                </a:lnTo>
                <a:lnTo>
                  <a:pt x="263692" y="62096"/>
                </a:lnTo>
                <a:lnTo>
                  <a:pt x="264083" y="62493"/>
                </a:lnTo>
                <a:lnTo>
                  <a:pt x="264463" y="62900"/>
                </a:lnTo>
                <a:lnTo>
                  <a:pt x="264833" y="63317"/>
                </a:lnTo>
                <a:lnTo>
                  <a:pt x="265192" y="63745"/>
                </a:lnTo>
                <a:lnTo>
                  <a:pt x="265541" y="64182"/>
                </a:lnTo>
                <a:lnTo>
                  <a:pt x="265880" y="64630"/>
                </a:lnTo>
                <a:lnTo>
                  <a:pt x="266208" y="65089"/>
                </a:lnTo>
                <a:lnTo>
                  <a:pt x="266525" y="65557"/>
                </a:lnTo>
                <a:lnTo>
                  <a:pt x="266833" y="66036"/>
                </a:lnTo>
                <a:lnTo>
                  <a:pt x="267129" y="66525"/>
                </a:lnTo>
                <a:lnTo>
                  <a:pt x="267416" y="67025"/>
                </a:lnTo>
                <a:lnTo>
                  <a:pt x="267692" y="67534"/>
                </a:lnTo>
                <a:lnTo>
                  <a:pt x="267957" y="68054"/>
                </a:lnTo>
                <a:lnTo>
                  <a:pt x="268212" y="68585"/>
                </a:lnTo>
                <a:lnTo>
                  <a:pt x="268457" y="69125"/>
                </a:lnTo>
                <a:lnTo>
                  <a:pt x="268691" y="69676"/>
                </a:lnTo>
                <a:lnTo>
                  <a:pt x="268915" y="70237"/>
                </a:lnTo>
                <a:lnTo>
                  <a:pt x="269128" y="70808"/>
                </a:lnTo>
                <a:lnTo>
                  <a:pt x="269331" y="71390"/>
                </a:lnTo>
                <a:lnTo>
                  <a:pt x="269524" y="71982"/>
                </a:lnTo>
                <a:lnTo>
                  <a:pt x="269706" y="72584"/>
                </a:lnTo>
                <a:lnTo>
                  <a:pt x="269879" y="73194"/>
                </a:lnTo>
                <a:lnTo>
                  <a:pt x="270045" y="73809"/>
                </a:lnTo>
                <a:lnTo>
                  <a:pt x="270203" y="74430"/>
                </a:lnTo>
                <a:lnTo>
                  <a:pt x="270355" y="75057"/>
                </a:lnTo>
                <a:lnTo>
                  <a:pt x="270498" y="75689"/>
                </a:lnTo>
                <a:lnTo>
                  <a:pt x="270635" y="76326"/>
                </a:lnTo>
                <a:lnTo>
                  <a:pt x="270764" y="76969"/>
                </a:lnTo>
                <a:lnTo>
                  <a:pt x="270885" y="77618"/>
                </a:lnTo>
                <a:lnTo>
                  <a:pt x="270999" y="78272"/>
                </a:lnTo>
                <a:lnTo>
                  <a:pt x="271106" y="78931"/>
                </a:lnTo>
                <a:lnTo>
                  <a:pt x="271206" y="79596"/>
                </a:lnTo>
                <a:lnTo>
                  <a:pt x="271298" y="80267"/>
                </a:lnTo>
                <a:lnTo>
                  <a:pt x="271383" y="80943"/>
                </a:lnTo>
                <a:lnTo>
                  <a:pt x="271460" y="81625"/>
                </a:lnTo>
                <a:lnTo>
                  <a:pt x="271530" y="82312"/>
                </a:lnTo>
                <a:lnTo>
                  <a:pt x="271593" y="83004"/>
                </a:lnTo>
                <a:lnTo>
                  <a:pt x="271648" y="83702"/>
                </a:lnTo>
                <a:lnTo>
                  <a:pt x="271696" y="84406"/>
                </a:lnTo>
                <a:lnTo>
                  <a:pt x="271736" y="85115"/>
                </a:lnTo>
                <a:lnTo>
                  <a:pt x="271770" y="85829"/>
                </a:lnTo>
                <a:lnTo>
                  <a:pt x="271795" y="86550"/>
                </a:lnTo>
                <a:lnTo>
                  <a:pt x="271814" y="87275"/>
                </a:lnTo>
                <a:lnTo>
                  <a:pt x="271825" y="88006"/>
                </a:lnTo>
                <a:lnTo>
                  <a:pt x="271829" y="88743"/>
                </a:lnTo>
                <a:lnTo>
                  <a:pt x="271825" y="89462"/>
                </a:lnTo>
                <a:lnTo>
                  <a:pt x="271814" y="90176"/>
                </a:lnTo>
                <a:lnTo>
                  <a:pt x="271795" y="90884"/>
                </a:lnTo>
                <a:lnTo>
                  <a:pt x="271770" y="91588"/>
                </a:lnTo>
                <a:lnTo>
                  <a:pt x="271736" y="92287"/>
                </a:lnTo>
                <a:lnTo>
                  <a:pt x="271696" y="92980"/>
                </a:lnTo>
                <a:lnTo>
                  <a:pt x="271648" y="93668"/>
                </a:lnTo>
                <a:lnTo>
                  <a:pt x="271593" y="94351"/>
                </a:lnTo>
                <a:lnTo>
                  <a:pt x="271530" y="95029"/>
                </a:lnTo>
                <a:lnTo>
                  <a:pt x="271460" y="95702"/>
                </a:lnTo>
                <a:lnTo>
                  <a:pt x="271383" y="96369"/>
                </a:lnTo>
                <a:lnTo>
                  <a:pt x="271298" y="97032"/>
                </a:lnTo>
                <a:lnTo>
                  <a:pt x="271206" y="97689"/>
                </a:lnTo>
                <a:lnTo>
                  <a:pt x="271106" y="98342"/>
                </a:lnTo>
                <a:lnTo>
                  <a:pt x="270999" y="98989"/>
                </a:lnTo>
                <a:lnTo>
                  <a:pt x="270885" y="99631"/>
                </a:lnTo>
                <a:lnTo>
                  <a:pt x="270764" y="100268"/>
                </a:lnTo>
                <a:lnTo>
                  <a:pt x="270635" y="100899"/>
                </a:lnTo>
                <a:lnTo>
                  <a:pt x="270498" y="101526"/>
                </a:lnTo>
                <a:lnTo>
                  <a:pt x="270355" y="102147"/>
                </a:lnTo>
                <a:lnTo>
                  <a:pt x="270203" y="102764"/>
                </a:lnTo>
                <a:lnTo>
                  <a:pt x="270045" y="103375"/>
                </a:lnTo>
                <a:lnTo>
                  <a:pt x="269879" y="103981"/>
                </a:lnTo>
                <a:lnTo>
                  <a:pt x="269706" y="104582"/>
                </a:lnTo>
                <a:lnTo>
                  <a:pt x="269524" y="105175"/>
                </a:lnTo>
                <a:lnTo>
                  <a:pt x="269331" y="105758"/>
                </a:lnTo>
                <a:lnTo>
                  <a:pt x="269128" y="106331"/>
                </a:lnTo>
                <a:lnTo>
                  <a:pt x="268915" y="106894"/>
                </a:lnTo>
                <a:lnTo>
                  <a:pt x="268691" y="107447"/>
                </a:lnTo>
                <a:lnTo>
                  <a:pt x="268457" y="107990"/>
                </a:lnTo>
                <a:lnTo>
                  <a:pt x="268212" y="108523"/>
                </a:lnTo>
                <a:lnTo>
                  <a:pt x="267957" y="109046"/>
                </a:lnTo>
                <a:lnTo>
                  <a:pt x="267692" y="109559"/>
                </a:lnTo>
                <a:lnTo>
                  <a:pt x="267416" y="110061"/>
                </a:lnTo>
                <a:lnTo>
                  <a:pt x="267129" y="110554"/>
                </a:lnTo>
                <a:lnTo>
                  <a:pt x="266833" y="111036"/>
                </a:lnTo>
                <a:lnTo>
                  <a:pt x="266525" y="111509"/>
                </a:lnTo>
                <a:lnTo>
                  <a:pt x="266208" y="111971"/>
                </a:lnTo>
                <a:lnTo>
                  <a:pt x="265880" y="112423"/>
                </a:lnTo>
                <a:lnTo>
                  <a:pt x="265541" y="112865"/>
                </a:lnTo>
                <a:lnTo>
                  <a:pt x="265192" y="113297"/>
                </a:lnTo>
                <a:lnTo>
                  <a:pt x="264833" y="113719"/>
                </a:lnTo>
                <a:lnTo>
                  <a:pt x="264463" y="114131"/>
                </a:lnTo>
                <a:lnTo>
                  <a:pt x="264083" y="114533"/>
                </a:lnTo>
                <a:lnTo>
                  <a:pt x="263692" y="114925"/>
                </a:lnTo>
                <a:lnTo>
                  <a:pt x="263291" y="115306"/>
                </a:lnTo>
                <a:lnTo>
                  <a:pt x="262880" y="115678"/>
                </a:lnTo>
                <a:lnTo>
                  <a:pt x="262458" y="116039"/>
                </a:lnTo>
                <a:lnTo>
                  <a:pt x="262024" y="116388"/>
                </a:lnTo>
                <a:lnTo>
                  <a:pt x="261577" y="116723"/>
                </a:lnTo>
                <a:lnTo>
                  <a:pt x="261116" y="117042"/>
                </a:lnTo>
                <a:lnTo>
                  <a:pt x="260642" y="117346"/>
                </a:lnTo>
                <a:lnTo>
                  <a:pt x="260154" y="117636"/>
                </a:lnTo>
                <a:lnTo>
                  <a:pt x="259653" y="117911"/>
                </a:lnTo>
                <a:lnTo>
                  <a:pt x="259138" y="118171"/>
                </a:lnTo>
                <a:lnTo>
                  <a:pt x="258610" y="118416"/>
                </a:lnTo>
                <a:lnTo>
                  <a:pt x="258068" y="118646"/>
                </a:lnTo>
                <a:lnTo>
                  <a:pt x="257513" y="118861"/>
                </a:lnTo>
                <a:lnTo>
                  <a:pt x="256944" y="119062"/>
                </a:lnTo>
                <a:lnTo>
                  <a:pt x="256362" y="119248"/>
                </a:lnTo>
                <a:lnTo>
                  <a:pt x="255766" y="119418"/>
                </a:lnTo>
                <a:lnTo>
                  <a:pt x="255157" y="119574"/>
                </a:lnTo>
                <a:lnTo>
                  <a:pt x="254534" y="119716"/>
                </a:lnTo>
                <a:lnTo>
                  <a:pt x="253898" y="119842"/>
                </a:lnTo>
                <a:lnTo>
                  <a:pt x="253249" y="119953"/>
                </a:lnTo>
                <a:lnTo>
                  <a:pt x="252586" y="120050"/>
                </a:lnTo>
                <a:lnTo>
                  <a:pt x="251909" y="120131"/>
                </a:lnTo>
                <a:lnTo>
                  <a:pt x="251219" y="120198"/>
                </a:lnTo>
                <a:lnTo>
                  <a:pt x="250516" y="120250"/>
                </a:lnTo>
                <a:lnTo>
                  <a:pt x="249799" y="120287"/>
                </a:lnTo>
                <a:lnTo>
                  <a:pt x="249068" y="120310"/>
                </a:lnTo>
                <a:lnTo>
                  <a:pt x="248324" y="120317"/>
                </a:lnTo>
                <a:lnTo>
                  <a:pt x="247597" y="120310"/>
                </a:lnTo>
                <a:lnTo>
                  <a:pt x="246884" y="120287"/>
                </a:lnTo>
                <a:lnTo>
                  <a:pt x="246183" y="120250"/>
                </a:lnTo>
                <a:close/>
                <a:moveTo>
                  <a:pt x="439131" y="176421"/>
                </a:moveTo>
                <a:lnTo>
                  <a:pt x="440031" y="176401"/>
                </a:lnTo>
                <a:lnTo>
                  <a:pt x="440919" y="176374"/>
                </a:lnTo>
                <a:lnTo>
                  <a:pt x="441793" y="176338"/>
                </a:lnTo>
                <a:lnTo>
                  <a:pt x="442655" y="176294"/>
                </a:lnTo>
                <a:lnTo>
                  <a:pt x="443504" y="176242"/>
                </a:lnTo>
                <a:lnTo>
                  <a:pt x="444340" y="176182"/>
                </a:lnTo>
                <a:lnTo>
                  <a:pt x="445163" y="176114"/>
                </a:lnTo>
                <a:lnTo>
                  <a:pt x="445974" y="176038"/>
                </a:lnTo>
                <a:lnTo>
                  <a:pt x="446772" y="175954"/>
                </a:lnTo>
                <a:lnTo>
                  <a:pt x="447557" y="175862"/>
                </a:lnTo>
                <a:lnTo>
                  <a:pt x="448329" y="175762"/>
                </a:lnTo>
                <a:lnTo>
                  <a:pt x="449089" y="175655"/>
                </a:lnTo>
                <a:lnTo>
                  <a:pt x="449836" y="175539"/>
                </a:lnTo>
                <a:lnTo>
                  <a:pt x="450570" y="175415"/>
                </a:lnTo>
                <a:lnTo>
                  <a:pt x="451291" y="175283"/>
                </a:lnTo>
                <a:lnTo>
                  <a:pt x="451999" y="175143"/>
                </a:lnTo>
                <a:lnTo>
                  <a:pt x="452695" y="174996"/>
                </a:lnTo>
                <a:lnTo>
                  <a:pt x="453378" y="174840"/>
                </a:lnTo>
                <a:lnTo>
                  <a:pt x="454049" y="174676"/>
                </a:lnTo>
                <a:lnTo>
                  <a:pt x="454706" y="174504"/>
                </a:lnTo>
                <a:lnTo>
                  <a:pt x="455351" y="174325"/>
                </a:lnTo>
                <a:lnTo>
                  <a:pt x="455983" y="174137"/>
                </a:lnTo>
                <a:lnTo>
                  <a:pt x="456604" y="173939"/>
                </a:lnTo>
                <a:lnTo>
                  <a:pt x="457218" y="173729"/>
                </a:lnTo>
                <a:lnTo>
                  <a:pt x="457823" y="173505"/>
                </a:lnTo>
                <a:lnTo>
                  <a:pt x="458420" y="173269"/>
                </a:lnTo>
                <a:lnTo>
                  <a:pt x="459009" y="173021"/>
                </a:lnTo>
                <a:lnTo>
                  <a:pt x="459590" y="172760"/>
                </a:lnTo>
                <a:lnTo>
                  <a:pt x="460163" y="172486"/>
                </a:lnTo>
                <a:lnTo>
                  <a:pt x="460728" y="172199"/>
                </a:lnTo>
                <a:lnTo>
                  <a:pt x="461285" y="171900"/>
                </a:lnTo>
                <a:lnTo>
                  <a:pt x="461834" y="171588"/>
                </a:lnTo>
                <a:lnTo>
                  <a:pt x="462375" y="171263"/>
                </a:lnTo>
                <a:lnTo>
                  <a:pt x="462907" y="170925"/>
                </a:lnTo>
                <a:lnTo>
                  <a:pt x="463432" y="170575"/>
                </a:lnTo>
                <a:lnTo>
                  <a:pt x="463948" y="170212"/>
                </a:lnTo>
                <a:lnTo>
                  <a:pt x="464456" y="169837"/>
                </a:lnTo>
                <a:lnTo>
                  <a:pt x="464956" y="169449"/>
                </a:lnTo>
                <a:lnTo>
                  <a:pt x="465448" y="169048"/>
                </a:lnTo>
                <a:lnTo>
                  <a:pt x="465933" y="168634"/>
                </a:lnTo>
                <a:lnTo>
                  <a:pt x="466408" y="168208"/>
                </a:lnTo>
                <a:lnTo>
                  <a:pt x="466876" y="167769"/>
                </a:lnTo>
                <a:lnTo>
                  <a:pt x="467336" y="167317"/>
                </a:lnTo>
                <a:lnTo>
                  <a:pt x="467788" y="166853"/>
                </a:lnTo>
                <a:lnTo>
                  <a:pt x="468231" y="166376"/>
                </a:lnTo>
                <a:lnTo>
                  <a:pt x="468667" y="165886"/>
                </a:lnTo>
                <a:lnTo>
                  <a:pt x="469096" y="165381"/>
                </a:lnTo>
                <a:lnTo>
                  <a:pt x="469521" y="164860"/>
                </a:lnTo>
                <a:lnTo>
                  <a:pt x="469942" y="164322"/>
                </a:lnTo>
                <a:lnTo>
                  <a:pt x="470358" y="163768"/>
                </a:lnTo>
                <a:lnTo>
                  <a:pt x="470770" y="163196"/>
                </a:lnTo>
                <a:lnTo>
                  <a:pt x="471178" y="162608"/>
                </a:lnTo>
                <a:lnTo>
                  <a:pt x="471581" y="162004"/>
                </a:lnTo>
                <a:lnTo>
                  <a:pt x="471980" y="161382"/>
                </a:lnTo>
                <a:lnTo>
                  <a:pt x="472375" y="160744"/>
                </a:lnTo>
                <a:lnTo>
                  <a:pt x="472765" y="160090"/>
                </a:lnTo>
                <a:lnTo>
                  <a:pt x="473151" y="159418"/>
                </a:lnTo>
                <a:lnTo>
                  <a:pt x="473533" y="158730"/>
                </a:lnTo>
                <a:lnTo>
                  <a:pt x="473911" y="158025"/>
                </a:lnTo>
                <a:lnTo>
                  <a:pt x="474284" y="157304"/>
                </a:lnTo>
                <a:lnTo>
                  <a:pt x="474653" y="156565"/>
                </a:lnTo>
                <a:lnTo>
                  <a:pt x="475017" y="155810"/>
                </a:lnTo>
                <a:lnTo>
                  <a:pt x="475378" y="155039"/>
                </a:lnTo>
                <a:lnTo>
                  <a:pt x="475734" y="154250"/>
                </a:lnTo>
                <a:lnTo>
                  <a:pt x="476085" y="153445"/>
                </a:lnTo>
                <a:lnTo>
                  <a:pt x="476432" y="152624"/>
                </a:lnTo>
                <a:lnTo>
                  <a:pt x="476775" y="151785"/>
                </a:lnTo>
                <a:lnTo>
                  <a:pt x="477114" y="150930"/>
                </a:lnTo>
                <a:lnTo>
                  <a:pt x="477448" y="150058"/>
                </a:lnTo>
                <a:lnTo>
                  <a:pt x="477778" y="149170"/>
                </a:lnTo>
                <a:lnTo>
                  <a:pt x="481506" y="139036"/>
                </a:lnTo>
                <a:lnTo>
                  <a:pt x="517850" y="37068"/>
                </a:lnTo>
                <a:lnTo>
                  <a:pt x="490100" y="37068"/>
                </a:lnTo>
                <a:lnTo>
                  <a:pt x="467321" y="112745"/>
                </a:lnTo>
                <a:lnTo>
                  <a:pt x="441745" y="37068"/>
                </a:lnTo>
                <a:lnTo>
                  <a:pt x="413168" y="37068"/>
                </a:lnTo>
                <a:lnTo>
                  <a:pt x="452514" y="139369"/>
                </a:lnTo>
                <a:lnTo>
                  <a:pt x="450236" y="144857"/>
                </a:lnTo>
                <a:lnTo>
                  <a:pt x="450077" y="145266"/>
                </a:lnTo>
                <a:lnTo>
                  <a:pt x="449910" y="145666"/>
                </a:lnTo>
                <a:lnTo>
                  <a:pt x="449735" y="146056"/>
                </a:lnTo>
                <a:lnTo>
                  <a:pt x="449553" y="146436"/>
                </a:lnTo>
                <a:lnTo>
                  <a:pt x="449363" y="146806"/>
                </a:lnTo>
                <a:lnTo>
                  <a:pt x="449165" y="147167"/>
                </a:lnTo>
                <a:lnTo>
                  <a:pt x="448959" y="147518"/>
                </a:lnTo>
                <a:lnTo>
                  <a:pt x="448746" y="147860"/>
                </a:lnTo>
                <a:lnTo>
                  <a:pt x="448525" y="148191"/>
                </a:lnTo>
                <a:lnTo>
                  <a:pt x="448296" y="148513"/>
                </a:lnTo>
                <a:lnTo>
                  <a:pt x="448060" y="148825"/>
                </a:lnTo>
                <a:lnTo>
                  <a:pt x="447816" y="149128"/>
                </a:lnTo>
                <a:lnTo>
                  <a:pt x="447564" y="149421"/>
                </a:lnTo>
                <a:lnTo>
                  <a:pt x="447304" y="149704"/>
                </a:lnTo>
                <a:lnTo>
                  <a:pt x="447037" y="149977"/>
                </a:lnTo>
                <a:lnTo>
                  <a:pt x="446762" y="150241"/>
                </a:lnTo>
                <a:lnTo>
                  <a:pt x="446479" y="150495"/>
                </a:lnTo>
                <a:lnTo>
                  <a:pt x="446188" y="150739"/>
                </a:lnTo>
                <a:lnTo>
                  <a:pt x="445890" y="150974"/>
                </a:lnTo>
                <a:lnTo>
                  <a:pt x="445584" y="151199"/>
                </a:lnTo>
                <a:lnTo>
                  <a:pt x="445270" y="151414"/>
                </a:lnTo>
                <a:lnTo>
                  <a:pt x="444948" y="151619"/>
                </a:lnTo>
                <a:lnTo>
                  <a:pt x="444619" y="151815"/>
                </a:lnTo>
                <a:lnTo>
                  <a:pt x="444282" y="152001"/>
                </a:lnTo>
                <a:lnTo>
                  <a:pt x="443938" y="152179"/>
                </a:lnTo>
                <a:lnTo>
                  <a:pt x="443587" y="152349"/>
                </a:lnTo>
                <a:lnTo>
                  <a:pt x="443228" y="152511"/>
                </a:lnTo>
                <a:lnTo>
                  <a:pt x="442863" y="152666"/>
                </a:lnTo>
                <a:lnTo>
                  <a:pt x="442491" y="152813"/>
                </a:lnTo>
                <a:lnTo>
                  <a:pt x="442111" y="152953"/>
                </a:lnTo>
                <a:lnTo>
                  <a:pt x="441725" y="153085"/>
                </a:lnTo>
                <a:lnTo>
                  <a:pt x="441331" y="153209"/>
                </a:lnTo>
                <a:lnTo>
                  <a:pt x="440931" y="153326"/>
                </a:lnTo>
                <a:lnTo>
                  <a:pt x="440523" y="153436"/>
                </a:lnTo>
                <a:lnTo>
                  <a:pt x="440109" y="153538"/>
                </a:lnTo>
                <a:lnTo>
                  <a:pt x="439688" y="153632"/>
                </a:lnTo>
                <a:lnTo>
                  <a:pt x="439259" y="153719"/>
                </a:lnTo>
                <a:lnTo>
                  <a:pt x="438824" y="153798"/>
                </a:lnTo>
                <a:lnTo>
                  <a:pt x="438381" y="153870"/>
                </a:lnTo>
                <a:lnTo>
                  <a:pt x="437932" y="153934"/>
                </a:lnTo>
                <a:lnTo>
                  <a:pt x="437475" y="153991"/>
                </a:lnTo>
                <a:lnTo>
                  <a:pt x="437012" y="154040"/>
                </a:lnTo>
                <a:lnTo>
                  <a:pt x="436541" y="154081"/>
                </a:lnTo>
                <a:lnTo>
                  <a:pt x="436064" y="154115"/>
                </a:lnTo>
                <a:lnTo>
                  <a:pt x="435579" y="154142"/>
                </a:lnTo>
                <a:lnTo>
                  <a:pt x="435087" y="154161"/>
                </a:lnTo>
                <a:lnTo>
                  <a:pt x="434589" y="154172"/>
                </a:lnTo>
                <a:lnTo>
                  <a:pt x="434083" y="154176"/>
                </a:lnTo>
                <a:lnTo>
                  <a:pt x="424972" y="154176"/>
                </a:lnTo>
                <a:lnTo>
                  <a:pt x="424972" y="176437"/>
                </a:lnTo>
                <a:lnTo>
                  <a:pt x="437293" y="176437"/>
                </a:lnTo>
                <a:lnTo>
                  <a:pt x="438219" y="176433"/>
                </a:lnTo>
                <a:lnTo>
                  <a:pt x="439131" y="176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def">
            <a:extLst xmlns:a="http://schemas.openxmlformats.org/drawingml/2006/main">
              <a:ext uri="{FF2B5EF4-FFF2-40B4-BE49-F238E27FC236}">
                <a16:creationId xmlns:a16="http://schemas.microsoft.com/office/drawing/2014/main" id="{086C1821-2F50-4DD1-BB8D-8B592455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26" y="4290769"/>
            <a:ext cx="138512" cy="62797"/>
          </a:xfrm>
          <a:custGeom xmlns:a="http://schemas.openxmlformats.org/drawingml/2006/main">
            <a:pathLst>
              <a:path w="138512" h="62797">
                <a:moveTo>
                  <a:pt x="0" y="41096"/>
                </a:moveTo>
                <a:cubicBezTo>
                  <a:pt x="0" y="37385"/>
                  <a:pt x="507" y="34087"/>
                  <a:pt x="1522" y="31203"/>
                </a:cubicBezTo>
                <a:cubicBezTo>
                  <a:pt x="2537" y="28318"/>
                  <a:pt x="3979" y="25883"/>
                  <a:pt x="5849" y="23897"/>
                </a:cubicBezTo>
                <a:cubicBezTo>
                  <a:pt x="7719" y="21911"/>
                  <a:pt x="9966" y="20403"/>
                  <a:pt x="12590" y="19374"/>
                </a:cubicBezTo>
                <a:cubicBezTo>
                  <a:pt x="15214" y="18345"/>
                  <a:pt x="18135" y="17830"/>
                  <a:pt x="21353" y="17830"/>
                </a:cubicBezTo>
                <a:cubicBezTo>
                  <a:pt x="22744" y="17830"/>
                  <a:pt x="24114" y="17917"/>
                  <a:pt x="25462" y="18091"/>
                </a:cubicBezTo>
                <a:cubicBezTo>
                  <a:pt x="26810" y="18265"/>
                  <a:pt x="28137" y="18540"/>
                  <a:pt x="29441" y="18917"/>
                </a:cubicBezTo>
                <a:lnTo>
                  <a:pt x="29441" y="522"/>
                </a:lnTo>
                <a:lnTo>
                  <a:pt x="37052" y="522"/>
                </a:lnTo>
                <a:lnTo>
                  <a:pt x="37052" y="62014"/>
                </a:lnTo>
                <a:lnTo>
                  <a:pt x="30268" y="62014"/>
                </a:lnTo>
                <a:lnTo>
                  <a:pt x="30007" y="53751"/>
                </a:lnTo>
                <a:cubicBezTo>
                  <a:pt x="27890" y="56824"/>
                  <a:pt x="25600" y="59100"/>
                  <a:pt x="23136" y="60579"/>
                </a:cubicBezTo>
                <a:cubicBezTo>
                  <a:pt x="20671" y="62058"/>
                  <a:pt x="18004" y="62797"/>
                  <a:pt x="15134" y="62797"/>
                </a:cubicBezTo>
                <a:cubicBezTo>
                  <a:pt x="12641" y="62797"/>
                  <a:pt x="10444" y="62275"/>
                  <a:pt x="8545" y="61231"/>
                </a:cubicBezTo>
                <a:cubicBezTo>
                  <a:pt x="6646" y="60188"/>
                  <a:pt x="5066" y="58716"/>
                  <a:pt x="3805" y="56817"/>
                </a:cubicBezTo>
                <a:cubicBezTo>
                  <a:pt x="2544" y="54918"/>
                  <a:pt x="1595" y="52635"/>
                  <a:pt x="957" y="49968"/>
                </a:cubicBezTo>
                <a:cubicBezTo>
                  <a:pt x="319" y="47301"/>
                  <a:pt x="0" y="44343"/>
                  <a:pt x="0" y="41096"/>
                </a:cubicBezTo>
                <a:moveTo>
                  <a:pt x="7741" y="40618"/>
                </a:moveTo>
                <a:cubicBezTo>
                  <a:pt x="7741" y="45894"/>
                  <a:pt x="8516" y="49830"/>
                  <a:pt x="10067" y="52425"/>
                </a:cubicBezTo>
                <a:cubicBezTo>
                  <a:pt x="11619" y="55020"/>
                  <a:pt x="13815" y="56317"/>
                  <a:pt x="16656" y="56317"/>
                </a:cubicBezTo>
                <a:cubicBezTo>
                  <a:pt x="18569" y="56317"/>
                  <a:pt x="20592" y="55462"/>
                  <a:pt x="22723" y="53751"/>
                </a:cubicBezTo>
                <a:cubicBezTo>
                  <a:pt x="24853" y="52041"/>
                  <a:pt x="27093" y="49504"/>
                  <a:pt x="29441" y="46141"/>
                </a:cubicBezTo>
                <a:lnTo>
                  <a:pt x="29441" y="25875"/>
                </a:lnTo>
                <a:cubicBezTo>
                  <a:pt x="28195" y="25296"/>
                  <a:pt x="26818" y="24853"/>
                  <a:pt x="25310" y="24549"/>
                </a:cubicBezTo>
                <a:cubicBezTo>
                  <a:pt x="23802" y="24245"/>
                  <a:pt x="22309" y="24092"/>
                  <a:pt x="20831" y="24092"/>
                </a:cubicBezTo>
                <a:cubicBezTo>
                  <a:pt x="16714" y="24092"/>
                  <a:pt x="13503" y="25426"/>
                  <a:pt x="11198" y="28093"/>
                </a:cubicBezTo>
                <a:cubicBezTo>
                  <a:pt x="8893" y="30761"/>
                  <a:pt x="7741" y="34935"/>
                  <a:pt x="7741" y="40618"/>
                </a:cubicBezTo>
                <a:close/>
                <a:moveTo>
                  <a:pt x="87869" y="37878"/>
                </a:moveTo>
                <a:cubicBezTo>
                  <a:pt x="87869" y="38951"/>
                  <a:pt x="87854" y="39850"/>
                  <a:pt x="87825" y="40574"/>
                </a:cubicBezTo>
                <a:cubicBezTo>
                  <a:pt x="87796" y="41299"/>
                  <a:pt x="87753" y="41981"/>
                  <a:pt x="87695" y="42618"/>
                </a:cubicBezTo>
                <a:lnTo>
                  <a:pt x="57036" y="42618"/>
                </a:lnTo>
                <a:cubicBezTo>
                  <a:pt x="57036" y="47083"/>
                  <a:pt x="58282" y="50511"/>
                  <a:pt x="60776" y="52903"/>
                </a:cubicBezTo>
                <a:cubicBezTo>
                  <a:pt x="63269" y="55295"/>
                  <a:pt x="66864" y="56491"/>
                  <a:pt x="71561" y="56491"/>
                </a:cubicBezTo>
                <a:cubicBezTo>
                  <a:pt x="72836" y="56491"/>
                  <a:pt x="74112" y="56439"/>
                  <a:pt x="75388" y="56336"/>
                </a:cubicBezTo>
                <a:cubicBezTo>
                  <a:pt x="76663" y="56232"/>
                  <a:pt x="77896" y="56091"/>
                  <a:pt x="79084" y="55913"/>
                </a:cubicBezTo>
                <a:cubicBezTo>
                  <a:pt x="80273" y="55735"/>
                  <a:pt x="81411" y="55535"/>
                  <a:pt x="82498" y="55313"/>
                </a:cubicBezTo>
                <a:cubicBezTo>
                  <a:pt x="83585" y="55090"/>
                  <a:pt x="84593" y="54845"/>
                  <a:pt x="85520" y="54578"/>
                </a:cubicBezTo>
                <a:lnTo>
                  <a:pt x="85520" y="60796"/>
                </a:lnTo>
                <a:cubicBezTo>
                  <a:pt x="83462" y="61389"/>
                  <a:pt x="81135" y="61870"/>
                  <a:pt x="78541" y="62241"/>
                </a:cubicBezTo>
                <a:cubicBezTo>
                  <a:pt x="75946" y="62612"/>
                  <a:pt x="73257" y="62797"/>
                  <a:pt x="70474" y="62797"/>
                </a:cubicBezTo>
                <a:cubicBezTo>
                  <a:pt x="66734" y="62797"/>
                  <a:pt x="63515" y="62289"/>
                  <a:pt x="60819" y="61275"/>
                </a:cubicBezTo>
                <a:cubicBezTo>
                  <a:pt x="58123" y="60260"/>
                  <a:pt x="55912" y="58789"/>
                  <a:pt x="54187" y="56861"/>
                </a:cubicBezTo>
                <a:cubicBezTo>
                  <a:pt x="52462" y="54933"/>
                  <a:pt x="51187" y="52570"/>
                  <a:pt x="50360" y="49772"/>
                </a:cubicBezTo>
                <a:cubicBezTo>
                  <a:pt x="49534" y="46974"/>
                  <a:pt x="49121" y="43807"/>
                  <a:pt x="49121" y="40270"/>
                </a:cubicBezTo>
                <a:cubicBezTo>
                  <a:pt x="49121" y="37197"/>
                  <a:pt x="49563" y="34290"/>
                  <a:pt x="50447" y="31551"/>
                </a:cubicBezTo>
                <a:cubicBezTo>
                  <a:pt x="51332" y="28811"/>
                  <a:pt x="52622" y="26405"/>
                  <a:pt x="54318" y="24332"/>
                </a:cubicBezTo>
                <a:cubicBezTo>
                  <a:pt x="56014" y="22259"/>
                  <a:pt x="58094" y="20613"/>
                  <a:pt x="60558" y="19396"/>
                </a:cubicBezTo>
                <a:cubicBezTo>
                  <a:pt x="63023" y="18178"/>
                  <a:pt x="65820" y="17569"/>
                  <a:pt x="68951" y="17569"/>
                </a:cubicBezTo>
                <a:cubicBezTo>
                  <a:pt x="71996" y="17569"/>
                  <a:pt x="74692" y="18048"/>
                  <a:pt x="77040" y="19004"/>
                </a:cubicBezTo>
                <a:cubicBezTo>
                  <a:pt x="79389" y="19961"/>
                  <a:pt x="81367" y="21316"/>
                  <a:pt x="82976" y="23070"/>
                </a:cubicBezTo>
                <a:cubicBezTo>
                  <a:pt x="84585" y="24824"/>
                  <a:pt x="85803" y="26955"/>
                  <a:pt x="86629" y="29463"/>
                </a:cubicBezTo>
                <a:cubicBezTo>
                  <a:pt x="87456" y="31971"/>
                  <a:pt x="87869" y="34776"/>
                  <a:pt x="87869" y="37878"/>
                </a:cubicBezTo>
                <a:moveTo>
                  <a:pt x="79997" y="36791"/>
                </a:moveTo>
                <a:cubicBezTo>
                  <a:pt x="80084" y="34848"/>
                  <a:pt x="79896" y="33073"/>
                  <a:pt x="79432" y="31464"/>
                </a:cubicBezTo>
                <a:cubicBezTo>
                  <a:pt x="78968" y="29855"/>
                  <a:pt x="78251" y="28470"/>
                  <a:pt x="77279" y="27311"/>
                </a:cubicBezTo>
                <a:cubicBezTo>
                  <a:pt x="76308" y="26151"/>
                  <a:pt x="75098" y="25245"/>
                  <a:pt x="73648" y="24593"/>
                </a:cubicBezTo>
                <a:cubicBezTo>
                  <a:pt x="72199" y="23940"/>
                  <a:pt x="70517" y="23614"/>
                  <a:pt x="68604" y="23614"/>
                </a:cubicBezTo>
                <a:cubicBezTo>
                  <a:pt x="66951" y="23614"/>
                  <a:pt x="65443" y="23933"/>
                  <a:pt x="64081" y="24571"/>
                </a:cubicBezTo>
                <a:cubicBezTo>
                  <a:pt x="62718" y="25209"/>
                  <a:pt x="61544" y="26107"/>
                  <a:pt x="60558" y="27267"/>
                </a:cubicBezTo>
                <a:cubicBezTo>
                  <a:pt x="59573" y="28427"/>
                  <a:pt x="58775" y="29818"/>
                  <a:pt x="58166" y="31442"/>
                </a:cubicBezTo>
                <a:cubicBezTo>
                  <a:pt x="57558" y="33065"/>
                  <a:pt x="57181" y="34848"/>
                  <a:pt x="57036" y="36791"/>
                </a:cubicBezTo>
                <a:lnTo>
                  <a:pt x="79997" y="36791"/>
                </a:lnTo>
                <a:close/>
                <a:moveTo>
                  <a:pt x="138512" y="7567"/>
                </a:moveTo>
                <a:cubicBezTo>
                  <a:pt x="134540" y="6726"/>
                  <a:pt x="131119" y="6306"/>
                  <a:pt x="128249" y="6306"/>
                </a:cubicBezTo>
                <a:cubicBezTo>
                  <a:pt x="121435" y="6306"/>
                  <a:pt x="118029" y="9872"/>
                  <a:pt x="118029" y="17004"/>
                </a:cubicBezTo>
                <a:lnTo>
                  <a:pt x="118029" y="24658"/>
                </a:lnTo>
                <a:lnTo>
                  <a:pt x="137164" y="24658"/>
                </a:lnTo>
                <a:lnTo>
                  <a:pt x="137164" y="30964"/>
                </a:lnTo>
                <a:lnTo>
                  <a:pt x="118029" y="30964"/>
                </a:lnTo>
                <a:lnTo>
                  <a:pt x="118029" y="62014"/>
                </a:lnTo>
                <a:lnTo>
                  <a:pt x="110331" y="62014"/>
                </a:lnTo>
                <a:lnTo>
                  <a:pt x="110331" y="30964"/>
                </a:lnTo>
                <a:lnTo>
                  <a:pt x="96285" y="30964"/>
                </a:lnTo>
                <a:lnTo>
                  <a:pt x="96285" y="24658"/>
                </a:lnTo>
                <a:lnTo>
                  <a:pt x="110331" y="24658"/>
                </a:lnTo>
                <a:lnTo>
                  <a:pt x="110331" y="17439"/>
                </a:lnTo>
                <a:cubicBezTo>
                  <a:pt x="110331" y="5813"/>
                  <a:pt x="116391" y="0"/>
                  <a:pt x="128509" y="0"/>
                </a:cubicBezTo>
                <a:cubicBezTo>
                  <a:pt x="131525" y="0"/>
                  <a:pt x="134859" y="348"/>
                  <a:pt x="138512" y="1044"/>
                </a:cubicBezTo>
                <a:lnTo>
                  <a:pt x="138512" y="7567"/>
                </a:lnTo>
                <a:moveTo>
                  <a:pt x="92806" y="18352"/>
                </a:moveTo>
                <a:lnTo>
                  <a:pt x="92806" y="18352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select_action">
            <a:extLst xmlns:a="http://schemas.openxmlformats.org/drawingml/2006/main">
              <a:ext uri="{FF2B5EF4-FFF2-40B4-BE49-F238E27FC236}">
                <a16:creationId xmlns:a16="http://schemas.microsoft.com/office/drawing/2014/main" id="{3998A3EA-F74D-4A18-911A-1EF0F4D7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57" y="4290769"/>
            <a:ext cx="619413" cy="79844"/>
          </a:xfrm>
          <a:custGeom xmlns:a="http://schemas.openxmlformats.org/drawingml/2006/main">
            <a:pathLst>
              <a:path w="619413" h="79844">
                <a:moveTo>
                  <a:pt x="33616" y="50098"/>
                </a:moveTo>
                <a:cubicBezTo>
                  <a:pt x="33616" y="51635"/>
                  <a:pt x="33355" y="53012"/>
                  <a:pt x="32834" y="54230"/>
                </a:cubicBezTo>
                <a:cubicBezTo>
                  <a:pt x="32312" y="55447"/>
                  <a:pt x="31601" y="56527"/>
                  <a:pt x="30703" y="57470"/>
                </a:cubicBezTo>
                <a:cubicBezTo>
                  <a:pt x="29804" y="58412"/>
                  <a:pt x="28760" y="59216"/>
                  <a:pt x="27571" y="59883"/>
                </a:cubicBezTo>
                <a:cubicBezTo>
                  <a:pt x="26383" y="60550"/>
                  <a:pt x="25114" y="61101"/>
                  <a:pt x="23766" y="61536"/>
                </a:cubicBezTo>
                <a:cubicBezTo>
                  <a:pt x="22418" y="61971"/>
                  <a:pt x="21034" y="62289"/>
                  <a:pt x="19613" y="62492"/>
                </a:cubicBezTo>
                <a:cubicBezTo>
                  <a:pt x="18193" y="62695"/>
                  <a:pt x="16801" y="62797"/>
                  <a:pt x="15438" y="62797"/>
                </a:cubicBezTo>
                <a:cubicBezTo>
                  <a:pt x="12481" y="62797"/>
                  <a:pt x="9763" y="62666"/>
                  <a:pt x="7284" y="62405"/>
                </a:cubicBezTo>
                <a:cubicBezTo>
                  <a:pt x="4805" y="62144"/>
                  <a:pt x="2377" y="61724"/>
                  <a:pt x="0" y="61144"/>
                </a:cubicBezTo>
                <a:lnTo>
                  <a:pt x="0" y="54186"/>
                </a:lnTo>
                <a:cubicBezTo>
                  <a:pt x="2551" y="54911"/>
                  <a:pt x="5088" y="55462"/>
                  <a:pt x="7610" y="55839"/>
                </a:cubicBezTo>
                <a:cubicBezTo>
                  <a:pt x="10133" y="56216"/>
                  <a:pt x="12641" y="56404"/>
                  <a:pt x="15134" y="56404"/>
                </a:cubicBezTo>
                <a:cubicBezTo>
                  <a:pt x="18758" y="56404"/>
                  <a:pt x="21440" y="55911"/>
                  <a:pt x="23179" y="54925"/>
                </a:cubicBezTo>
                <a:cubicBezTo>
                  <a:pt x="24919" y="53940"/>
                  <a:pt x="25788" y="52534"/>
                  <a:pt x="25788" y="50707"/>
                </a:cubicBezTo>
                <a:cubicBezTo>
                  <a:pt x="25788" y="49924"/>
                  <a:pt x="25651" y="49221"/>
                  <a:pt x="25375" y="48598"/>
                </a:cubicBezTo>
                <a:cubicBezTo>
                  <a:pt x="25100" y="47975"/>
                  <a:pt x="24600" y="47380"/>
                  <a:pt x="23875" y="46815"/>
                </a:cubicBezTo>
                <a:cubicBezTo>
                  <a:pt x="23150" y="46250"/>
                  <a:pt x="22027" y="45663"/>
                  <a:pt x="20505" y="45054"/>
                </a:cubicBezTo>
                <a:cubicBezTo>
                  <a:pt x="18983" y="44445"/>
                  <a:pt x="16902" y="43749"/>
                  <a:pt x="14264" y="42966"/>
                </a:cubicBezTo>
                <a:cubicBezTo>
                  <a:pt x="12293" y="42386"/>
                  <a:pt x="10473" y="41727"/>
                  <a:pt x="8806" y="40988"/>
                </a:cubicBezTo>
                <a:cubicBezTo>
                  <a:pt x="7139" y="40248"/>
                  <a:pt x="5697" y="39371"/>
                  <a:pt x="4479" y="38357"/>
                </a:cubicBezTo>
                <a:cubicBezTo>
                  <a:pt x="3262" y="37342"/>
                  <a:pt x="2305" y="36153"/>
                  <a:pt x="1609" y="34790"/>
                </a:cubicBezTo>
                <a:cubicBezTo>
                  <a:pt x="913" y="33428"/>
                  <a:pt x="565" y="31819"/>
                  <a:pt x="565" y="29963"/>
                </a:cubicBezTo>
                <a:cubicBezTo>
                  <a:pt x="565" y="28746"/>
                  <a:pt x="848" y="27412"/>
                  <a:pt x="1413" y="25962"/>
                </a:cubicBezTo>
                <a:cubicBezTo>
                  <a:pt x="1979" y="24513"/>
                  <a:pt x="2943" y="23165"/>
                  <a:pt x="4305" y="21918"/>
                </a:cubicBezTo>
                <a:cubicBezTo>
                  <a:pt x="5668" y="20671"/>
                  <a:pt x="7509" y="19635"/>
                  <a:pt x="9828" y="18809"/>
                </a:cubicBezTo>
                <a:cubicBezTo>
                  <a:pt x="12148" y="17982"/>
                  <a:pt x="15047" y="17569"/>
                  <a:pt x="18526" y="17569"/>
                </a:cubicBezTo>
                <a:cubicBezTo>
                  <a:pt x="20236" y="17569"/>
                  <a:pt x="22135" y="17663"/>
                  <a:pt x="24223" y="17852"/>
                </a:cubicBezTo>
                <a:cubicBezTo>
                  <a:pt x="26310" y="18040"/>
                  <a:pt x="28485" y="18366"/>
                  <a:pt x="30746" y="18830"/>
                </a:cubicBezTo>
                <a:lnTo>
                  <a:pt x="30746" y="25571"/>
                </a:lnTo>
                <a:cubicBezTo>
                  <a:pt x="28369" y="24991"/>
                  <a:pt x="26115" y="24564"/>
                  <a:pt x="23984" y="24288"/>
                </a:cubicBezTo>
                <a:cubicBezTo>
                  <a:pt x="21853" y="24013"/>
                  <a:pt x="20005" y="23875"/>
                  <a:pt x="18439" y="23875"/>
                </a:cubicBezTo>
                <a:cubicBezTo>
                  <a:pt x="16554" y="23875"/>
                  <a:pt x="14967" y="24020"/>
                  <a:pt x="13677" y="24310"/>
                </a:cubicBezTo>
                <a:cubicBezTo>
                  <a:pt x="12387" y="24600"/>
                  <a:pt x="11343" y="24998"/>
                  <a:pt x="10546" y="25506"/>
                </a:cubicBezTo>
                <a:cubicBezTo>
                  <a:pt x="9749" y="26013"/>
                  <a:pt x="9176" y="26607"/>
                  <a:pt x="8828" y="27289"/>
                </a:cubicBezTo>
                <a:cubicBezTo>
                  <a:pt x="8480" y="27970"/>
                  <a:pt x="8306" y="28702"/>
                  <a:pt x="8306" y="29485"/>
                </a:cubicBezTo>
                <a:cubicBezTo>
                  <a:pt x="8306" y="30268"/>
                  <a:pt x="8458" y="30978"/>
                  <a:pt x="8763" y="31616"/>
                </a:cubicBezTo>
                <a:cubicBezTo>
                  <a:pt x="9067" y="32254"/>
                  <a:pt x="9633" y="32870"/>
                  <a:pt x="10459" y="33464"/>
                </a:cubicBezTo>
                <a:cubicBezTo>
                  <a:pt x="11285" y="34058"/>
                  <a:pt x="12438" y="34653"/>
                  <a:pt x="13916" y="35247"/>
                </a:cubicBezTo>
                <a:cubicBezTo>
                  <a:pt x="15395" y="35841"/>
                  <a:pt x="17323" y="36487"/>
                  <a:pt x="19700" y="37182"/>
                </a:cubicBezTo>
                <a:cubicBezTo>
                  <a:pt x="22280" y="37936"/>
                  <a:pt x="24455" y="38726"/>
                  <a:pt x="26223" y="39552"/>
                </a:cubicBezTo>
                <a:cubicBezTo>
                  <a:pt x="27992" y="40379"/>
                  <a:pt x="29427" y="41299"/>
                  <a:pt x="30529" y="42314"/>
                </a:cubicBezTo>
                <a:cubicBezTo>
                  <a:pt x="31630" y="43329"/>
                  <a:pt x="32420" y="44474"/>
                  <a:pt x="32899" y="45749"/>
                </a:cubicBezTo>
                <a:cubicBezTo>
                  <a:pt x="33377" y="47025"/>
                  <a:pt x="33616" y="48475"/>
                  <a:pt x="33616" y="50098"/>
                </a:cubicBezTo>
                <a:close/>
                <a:moveTo>
                  <a:pt x="84694" y="37878"/>
                </a:moveTo>
                <a:cubicBezTo>
                  <a:pt x="84694" y="38951"/>
                  <a:pt x="84680" y="39850"/>
                  <a:pt x="84651" y="40574"/>
                </a:cubicBezTo>
                <a:cubicBezTo>
                  <a:pt x="84622" y="41299"/>
                  <a:pt x="84578" y="41981"/>
                  <a:pt x="84520" y="42618"/>
                </a:cubicBezTo>
                <a:lnTo>
                  <a:pt x="53861" y="42618"/>
                </a:lnTo>
                <a:cubicBezTo>
                  <a:pt x="53861" y="47083"/>
                  <a:pt x="55108" y="50511"/>
                  <a:pt x="57601" y="52903"/>
                </a:cubicBezTo>
                <a:cubicBezTo>
                  <a:pt x="60094" y="55295"/>
                  <a:pt x="63689" y="56491"/>
                  <a:pt x="68386" y="56491"/>
                </a:cubicBezTo>
                <a:cubicBezTo>
                  <a:pt x="69662" y="56491"/>
                  <a:pt x="70937" y="56439"/>
                  <a:pt x="72213" y="56336"/>
                </a:cubicBezTo>
                <a:cubicBezTo>
                  <a:pt x="73489" y="56232"/>
                  <a:pt x="74721" y="56091"/>
                  <a:pt x="75910" y="55913"/>
                </a:cubicBezTo>
                <a:cubicBezTo>
                  <a:pt x="77098" y="55735"/>
                  <a:pt x="78236" y="55535"/>
                  <a:pt x="79323" y="55313"/>
                </a:cubicBezTo>
                <a:cubicBezTo>
                  <a:pt x="80411" y="55090"/>
                  <a:pt x="81418" y="54845"/>
                  <a:pt x="82346" y="54578"/>
                </a:cubicBezTo>
                <a:lnTo>
                  <a:pt x="82346" y="60796"/>
                </a:lnTo>
                <a:cubicBezTo>
                  <a:pt x="80287" y="61389"/>
                  <a:pt x="77961" y="61870"/>
                  <a:pt x="75366" y="62241"/>
                </a:cubicBezTo>
                <a:cubicBezTo>
                  <a:pt x="72771" y="62612"/>
                  <a:pt x="70082" y="62797"/>
                  <a:pt x="67299" y="62797"/>
                </a:cubicBezTo>
                <a:cubicBezTo>
                  <a:pt x="63559" y="62797"/>
                  <a:pt x="60341" y="62289"/>
                  <a:pt x="57645" y="61275"/>
                </a:cubicBezTo>
                <a:cubicBezTo>
                  <a:pt x="54948" y="60260"/>
                  <a:pt x="52738" y="58789"/>
                  <a:pt x="51013" y="56861"/>
                </a:cubicBezTo>
                <a:cubicBezTo>
                  <a:pt x="49288" y="54933"/>
                  <a:pt x="48012" y="52570"/>
                  <a:pt x="47186" y="49772"/>
                </a:cubicBezTo>
                <a:cubicBezTo>
                  <a:pt x="46359" y="46974"/>
                  <a:pt x="45946" y="43807"/>
                  <a:pt x="45946" y="40270"/>
                </a:cubicBezTo>
                <a:cubicBezTo>
                  <a:pt x="45946" y="37197"/>
                  <a:pt x="46388" y="34290"/>
                  <a:pt x="47273" y="31551"/>
                </a:cubicBezTo>
                <a:cubicBezTo>
                  <a:pt x="48157" y="28811"/>
                  <a:pt x="49447" y="26405"/>
                  <a:pt x="51143" y="24332"/>
                </a:cubicBezTo>
                <a:cubicBezTo>
                  <a:pt x="52839" y="22259"/>
                  <a:pt x="54919" y="20613"/>
                  <a:pt x="57384" y="19396"/>
                </a:cubicBezTo>
                <a:cubicBezTo>
                  <a:pt x="59848" y="18178"/>
                  <a:pt x="62646" y="17569"/>
                  <a:pt x="65777" y="17569"/>
                </a:cubicBezTo>
                <a:cubicBezTo>
                  <a:pt x="68821" y="17569"/>
                  <a:pt x="71517" y="18048"/>
                  <a:pt x="73866" y="19004"/>
                </a:cubicBezTo>
                <a:cubicBezTo>
                  <a:pt x="76214" y="19961"/>
                  <a:pt x="78193" y="21316"/>
                  <a:pt x="79802" y="23070"/>
                </a:cubicBezTo>
                <a:cubicBezTo>
                  <a:pt x="81411" y="24824"/>
                  <a:pt x="82628" y="26955"/>
                  <a:pt x="83455" y="29463"/>
                </a:cubicBezTo>
                <a:cubicBezTo>
                  <a:pt x="84281" y="31971"/>
                  <a:pt x="84694" y="34776"/>
                  <a:pt x="84694" y="37878"/>
                </a:cubicBezTo>
                <a:moveTo>
                  <a:pt x="76823" y="36791"/>
                </a:moveTo>
                <a:cubicBezTo>
                  <a:pt x="76910" y="34848"/>
                  <a:pt x="76721" y="33073"/>
                  <a:pt x="76257" y="31464"/>
                </a:cubicBezTo>
                <a:cubicBezTo>
                  <a:pt x="75794" y="29855"/>
                  <a:pt x="75076" y="28470"/>
                  <a:pt x="74105" y="27311"/>
                </a:cubicBezTo>
                <a:cubicBezTo>
                  <a:pt x="73134" y="26151"/>
                  <a:pt x="71923" y="25245"/>
                  <a:pt x="70474" y="24593"/>
                </a:cubicBezTo>
                <a:cubicBezTo>
                  <a:pt x="69024" y="23940"/>
                  <a:pt x="67342" y="23614"/>
                  <a:pt x="65429" y="23614"/>
                </a:cubicBezTo>
                <a:cubicBezTo>
                  <a:pt x="63776" y="23614"/>
                  <a:pt x="62269" y="23933"/>
                  <a:pt x="60906" y="24571"/>
                </a:cubicBezTo>
                <a:cubicBezTo>
                  <a:pt x="59544" y="25209"/>
                  <a:pt x="58369" y="26107"/>
                  <a:pt x="57384" y="27267"/>
                </a:cubicBezTo>
                <a:cubicBezTo>
                  <a:pt x="56398" y="28427"/>
                  <a:pt x="55601" y="29818"/>
                  <a:pt x="54992" y="31442"/>
                </a:cubicBezTo>
                <a:cubicBezTo>
                  <a:pt x="54383" y="33065"/>
                  <a:pt x="54006" y="34848"/>
                  <a:pt x="53861" y="36791"/>
                </a:cubicBezTo>
                <a:lnTo>
                  <a:pt x="76823" y="36791"/>
                </a:lnTo>
                <a:close/>
                <a:moveTo>
                  <a:pt x="111462" y="6741"/>
                </a:moveTo>
                <a:lnTo>
                  <a:pt x="98546" y="6741"/>
                </a:lnTo>
                <a:lnTo>
                  <a:pt x="98546" y="522"/>
                </a:lnTo>
                <a:lnTo>
                  <a:pt x="119116" y="522"/>
                </a:lnTo>
                <a:lnTo>
                  <a:pt x="119116" y="55708"/>
                </a:lnTo>
                <a:lnTo>
                  <a:pt x="132119" y="55708"/>
                </a:lnTo>
                <a:lnTo>
                  <a:pt x="132119" y="62014"/>
                </a:lnTo>
                <a:lnTo>
                  <a:pt x="97111" y="62014"/>
                </a:lnTo>
                <a:lnTo>
                  <a:pt x="97111" y="55708"/>
                </a:lnTo>
                <a:lnTo>
                  <a:pt x="111462" y="55708"/>
                </a:lnTo>
                <a:lnTo>
                  <a:pt x="111462" y="6741"/>
                </a:lnTo>
                <a:close/>
                <a:moveTo>
                  <a:pt x="182240" y="37878"/>
                </a:moveTo>
                <a:cubicBezTo>
                  <a:pt x="182240" y="38951"/>
                  <a:pt x="182226" y="39850"/>
                  <a:pt x="182197" y="40574"/>
                </a:cubicBezTo>
                <a:cubicBezTo>
                  <a:pt x="182168" y="41299"/>
                  <a:pt x="182124" y="41981"/>
                  <a:pt x="182066" y="42618"/>
                </a:cubicBezTo>
                <a:lnTo>
                  <a:pt x="151407" y="42618"/>
                </a:lnTo>
                <a:cubicBezTo>
                  <a:pt x="151407" y="47083"/>
                  <a:pt x="152654" y="50511"/>
                  <a:pt x="155147" y="52903"/>
                </a:cubicBezTo>
                <a:cubicBezTo>
                  <a:pt x="157640" y="55295"/>
                  <a:pt x="161235" y="56491"/>
                  <a:pt x="165932" y="56491"/>
                </a:cubicBezTo>
                <a:cubicBezTo>
                  <a:pt x="167208" y="56491"/>
                  <a:pt x="168483" y="56439"/>
                  <a:pt x="169759" y="56336"/>
                </a:cubicBezTo>
                <a:cubicBezTo>
                  <a:pt x="171035" y="56232"/>
                  <a:pt x="172267" y="56091"/>
                  <a:pt x="173455" y="55913"/>
                </a:cubicBezTo>
                <a:cubicBezTo>
                  <a:pt x="174644" y="55735"/>
                  <a:pt x="175782" y="55535"/>
                  <a:pt x="176869" y="55313"/>
                </a:cubicBezTo>
                <a:cubicBezTo>
                  <a:pt x="177957" y="55090"/>
                  <a:pt x="178964" y="54845"/>
                  <a:pt x="179892" y="54578"/>
                </a:cubicBezTo>
                <a:lnTo>
                  <a:pt x="179892" y="60796"/>
                </a:lnTo>
                <a:cubicBezTo>
                  <a:pt x="177833" y="61389"/>
                  <a:pt x="175507" y="61870"/>
                  <a:pt x="172912" y="62241"/>
                </a:cubicBezTo>
                <a:cubicBezTo>
                  <a:pt x="170317" y="62612"/>
                  <a:pt x="167628" y="62797"/>
                  <a:pt x="164845" y="62797"/>
                </a:cubicBezTo>
                <a:cubicBezTo>
                  <a:pt x="161105" y="62797"/>
                  <a:pt x="157887" y="62289"/>
                  <a:pt x="155190" y="61275"/>
                </a:cubicBezTo>
                <a:cubicBezTo>
                  <a:pt x="152494" y="60260"/>
                  <a:pt x="150284" y="58789"/>
                  <a:pt x="148559" y="56861"/>
                </a:cubicBezTo>
                <a:cubicBezTo>
                  <a:pt x="146834" y="54933"/>
                  <a:pt x="145558" y="52570"/>
                  <a:pt x="144732" y="49772"/>
                </a:cubicBezTo>
                <a:cubicBezTo>
                  <a:pt x="143905" y="46974"/>
                  <a:pt x="143492" y="43807"/>
                  <a:pt x="143492" y="40270"/>
                </a:cubicBezTo>
                <a:cubicBezTo>
                  <a:pt x="143492" y="37197"/>
                  <a:pt x="143934" y="34290"/>
                  <a:pt x="144819" y="31551"/>
                </a:cubicBezTo>
                <a:cubicBezTo>
                  <a:pt x="145703" y="28811"/>
                  <a:pt x="146993" y="26405"/>
                  <a:pt x="148689" y="24332"/>
                </a:cubicBezTo>
                <a:cubicBezTo>
                  <a:pt x="150385" y="22259"/>
                  <a:pt x="152465" y="20613"/>
                  <a:pt x="154930" y="19396"/>
                </a:cubicBezTo>
                <a:cubicBezTo>
                  <a:pt x="157394" y="18178"/>
                  <a:pt x="160192" y="17569"/>
                  <a:pt x="163323" y="17569"/>
                </a:cubicBezTo>
                <a:cubicBezTo>
                  <a:pt x="166367" y="17569"/>
                  <a:pt x="169063" y="18048"/>
                  <a:pt x="171412" y="19004"/>
                </a:cubicBezTo>
                <a:cubicBezTo>
                  <a:pt x="173760" y="19961"/>
                  <a:pt x="175739" y="21316"/>
                  <a:pt x="177348" y="23070"/>
                </a:cubicBezTo>
                <a:cubicBezTo>
                  <a:pt x="178957" y="24824"/>
                  <a:pt x="180174" y="26955"/>
                  <a:pt x="181001" y="29463"/>
                </a:cubicBezTo>
                <a:cubicBezTo>
                  <a:pt x="181827" y="31971"/>
                  <a:pt x="182240" y="34776"/>
                  <a:pt x="182240" y="37878"/>
                </a:cubicBezTo>
                <a:moveTo>
                  <a:pt x="174369" y="36791"/>
                </a:moveTo>
                <a:cubicBezTo>
                  <a:pt x="174456" y="34848"/>
                  <a:pt x="174267" y="33073"/>
                  <a:pt x="173803" y="31464"/>
                </a:cubicBezTo>
                <a:cubicBezTo>
                  <a:pt x="173340" y="29855"/>
                  <a:pt x="172622" y="28470"/>
                  <a:pt x="171651" y="27311"/>
                </a:cubicBezTo>
                <a:cubicBezTo>
                  <a:pt x="170679" y="26151"/>
                  <a:pt x="169469" y="25245"/>
                  <a:pt x="168019" y="24593"/>
                </a:cubicBezTo>
                <a:cubicBezTo>
                  <a:pt x="166570" y="23940"/>
                  <a:pt x="164888" y="23614"/>
                  <a:pt x="162975" y="23614"/>
                </a:cubicBezTo>
                <a:cubicBezTo>
                  <a:pt x="161322" y="23614"/>
                  <a:pt x="159815" y="23933"/>
                  <a:pt x="158452" y="24571"/>
                </a:cubicBezTo>
                <a:cubicBezTo>
                  <a:pt x="157089" y="25209"/>
                  <a:pt x="155915" y="26107"/>
                  <a:pt x="154930" y="27267"/>
                </a:cubicBezTo>
                <a:cubicBezTo>
                  <a:pt x="153944" y="28427"/>
                  <a:pt x="153147" y="29818"/>
                  <a:pt x="152538" y="31442"/>
                </a:cubicBezTo>
                <a:cubicBezTo>
                  <a:pt x="151929" y="33065"/>
                  <a:pt x="151552" y="34848"/>
                  <a:pt x="151407" y="36791"/>
                </a:cubicBezTo>
                <a:lnTo>
                  <a:pt x="174369" y="36791"/>
                </a:lnTo>
                <a:close/>
                <a:moveTo>
                  <a:pt x="228056" y="60405"/>
                </a:moveTo>
                <a:cubicBezTo>
                  <a:pt x="226084" y="61159"/>
                  <a:pt x="224062" y="61717"/>
                  <a:pt x="221989" y="62079"/>
                </a:cubicBezTo>
                <a:cubicBezTo>
                  <a:pt x="219916" y="62442"/>
                  <a:pt x="217778" y="62623"/>
                  <a:pt x="215575" y="62623"/>
                </a:cubicBezTo>
                <a:cubicBezTo>
                  <a:pt x="208675" y="62623"/>
                  <a:pt x="203362" y="60753"/>
                  <a:pt x="199636" y="57013"/>
                </a:cubicBezTo>
                <a:cubicBezTo>
                  <a:pt x="195911" y="53273"/>
                  <a:pt x="194048" y="47808"/>
                  <a:pt x="194048" y="40618"/>
                </a:cubicBezTo>
                <a:cubicBezTo>
                  <a:pt x="194048" y="37168"/>
                  <a:pt x="194585" y="34037"/>
                  <a:pt x="195657" y="31224"/>
                </a:cubicBezTo>
                <a:cubicBezTo>
                  <a:pt x="196730" y="28412"/>
                  <a:pt x="198238" y="26006"/>
                  <a:pt x="200180" y="24005"/>
                </a:cubicBezTo>
                <a:cubicBezTo>
                  <a:pt x="202122" y="22005"/>
                  <a:pt x="204442" y="20461"/>
                  <a:pt x="207138" y="19374"/>
                </a:cubicBezTo>
                <a:cubicBezTo>
                  <a:pt x="209834" y="18287"/>
                  <a:pt x="212806" y="17743"/>
                  <a:pt x="216053" y="17743"/>
                </a:cubicBezTo>
                <a:cubicBezTo>
                  <a:pt x="218315" y="17743"/>
                  <a:pt x="220431" y="17906"/>
                  <a:pt x="222402" y="18232"/>
                </a:cubicBezTo>
                <a:cubicBezTo>
                  <a:pt x="224374" y="18558"/>
                  <a:pt x="226258" y="19090"/>
                  <a:pt x="228056" y="19831"/>
                </a:cubicBezTo>
                <a:lnTo>
                  <a:pt x="228056" y="27050"/>
                </a:lnTo>
                <a:cubicBezTo>
                  <a:pt x="226171" y="26048"/>
                  <a:pt x="224251" y="25320"/>
                  <a:pt x="222294" y="24864"/>
                </a:cubicBezTo>
                <a:cubicBezTo>
                  <a:pt x="220337" y="24408"/>
                  <a:pt x="218315" y="24179"/>
                  <a:pt x="216227" y="24179"/>
                </a:cubicBezTo>
                <a:cubicBezTo>
                  <a:pt x="214285" y="24179"/>
                  <a:pt x="212451" y="24549"/>
                  <a:pt x="210726" y="25288"/>
                </a:cubicBezTo>
                <a:cubicBezTo>
                  <a:pt x="209001" y="26028"/>
                  <a:pt x="207486" y="27093"/>
                  <a:pt x="206181" y="28485"/>
                </a:cubicBezTo>
                <a:cubicBezTo>
                  <a:pt x="204877" y="29876"/>
                  <a:pt x="203847" y="31572"/>
                  <a:pt x="203094" y="33573"/>
                </a:cubicBezTo>
                <a:cubicBezTo>
                  <a:pt x="202340" y="35573"/>
                  <a:pt x="201963" y="37835"/>
                  <a:pt x="201963" y="40357"/>
                </a:cubicBezTo>
                <a:cubicBezTo>
                  <a:pt x="201963" y="45634"/>
                  <a:pt x="203246" y="49584"/>
                  <a:pt x="205812" y="52207"/>
                </a:cubicBezTo>
                <a:cubicBezTo>
                  <a:pt x="208377" y="54831"/>
                  <a:pt x="211936" y="56143"/>
                  <a:pt x="216488" y="56143"/>
                </a:cubicBezTo>
                <a:cubicBezTo>
                  <a:pt x="218546" y="56143"/>
                  <a:pt x="220540" y="55911"/>
                  <a:pt x="222468" y="55447"/>
                </a:cubicBezTo>
                <a:cubicBezTo>
                  <a:pt x="224396" y="54983"/>
                  <a:pt x="226258" y="54288"/>
                  <a:pt x="228056" y="53360"/>
                </a:cubicBezTo>
                <a:lnTo>
                  <a:pt x="228056" y="60405"/>
                </a:lnTo>
                <a:close/>
                <a:moveTo>
                  <a:pt x="278090" y="61362"/>
                </a:moveTo>
                <a:cubicBezTo>
                  <a:pt x="276379" y="61812"/>
                  <a:pt x="274611" y="62135"/>
                  <a:pt x="272784" y="62329"/>
                </a:cubicBezTo>
                <a:cubicBezTo>
                  <a:pt x="270958" y="62525"/>
                  <a:pt x="269102" y="62623"/>
                  <a:pt x="267218" y="62623"/>
                </a:cubicBezTo>
                <a:cubicBezTo>
                  <a:pt x="261738" y="62623"/>
                  <a:pt x="257651" y="61383"/>
                  <a:pt x="254954" y="58905"/>
                </a:cubicBezTo>
                <a:cubicBezTo>
                  <a:pt x="252258" y="56426"/>
                  <a:pt x="250910" y="52621"/>
                  <a:pt x="250910" y="47489"/>
                </a:cubicBezTo>
                <a:lnTo>
                  <a:pt x="250910" y="24701"/>
                </a:lnTo>
                <a:lnTo>
                  <a:pt x="238690" y="24701"/>
                </a:lnTo>
                <a:lnTo>
                  <a:pt x="238690" y="18352"/>
                </a:lnTo>
                <a:lnTo>
                  <a:pt x="250910" y="18352"/>
                </a:lnTo>
                <a:lnTo>
                  <a:pt x="250910" y="6311"/>
                </a:lnTo>
                <a:lnTo>
                  <a:pt x="258477" y="4349"/>
                </a:lnTo>
                <a:lnTo>
                  <a:pt x="258477" y="18352"/>
                </a:lnTo>
                <a:lnTo>
                  <a:pt x="278090" y="18352"/>
                </a:lnTo>
                <a:lnTo>
                  <a:pt x="278090" y="24701"/>
                </a:lnTo>
                <a:lnTo>
                  <a:pt x="258477" y="24701"/>
                </a:lnTo>
                <a:lnTo>
                  <a:pt x="258477" y="46880"/>
                </a:lnTo>
                <a:cubicBezTo>
                  <a:pt x="258477" y="50011"/>
                  <a:pt x="259310" y="52352"/>
                  <a:pt x="260977" y="53903"/>
                </a:cubicBezTo>
                <a:cubicBezTo>
                  <a:pt x="262644" y="55455"/>
                  <a:pt x="265102" y="56230"/>
                  <a:pt x="268349" y="56230"/>
                </a:cubicBezTo>
                <a:cubicBezTo>
                  <a:pt x="269740" y="56230"/>
                  <a:pt x="271262" y="56118"/>
                  <a:pt x="272915" y="55894"/>
                </a:cubicBezTo>
                <a:cubicBezTo>
                  <a:pt x="274567" y="55670"/>
                  <a:pt x="276292" y="55318"/>
                  <a:pt x="278090" y="54838"/>
                </a:cubicBezTo>
                <a:lnTo>
                  <a:pt x="278090" y="61362"/>
                </a:lnTo>
                <a:close/>
                <a:moveTo>
                  <a:pt x="333691" y="79844"/>
                </a:moveTo>
                <a:lnTo>
                  <a:pt x="284723" y="79844"/>
                </a:lnTo>
                <a:lnTo>
                  <a:pt x="284723" y="73582"/>
                </a:lnTo>
                <a:lnTo>
                  <a:pt x="333691" y="73582"/>
                </a:lnTo>
                <a:lnTo>
                  <a:pt x="333691" y="79844"/>
                </a:lnTo>
                <a:close/>
                <a:moveTo>
                  <a:pt x="368504" y="62014"/>
                </a:moveTo>
                <a:lnTo>
                  <a:pt x="368330" y="56131"/>
                </a:lnTo>
                <a:cubicBezTo>
                  <a:pt x="365953" y="58484"/>
                  <a:pt x="363539" y="60183"/>
                  <a:pt x="361089" y="61229"/>
                </a:cubicBezTo>
                <a:cubicBezTo>
                  <a:pt x="358639" y="62274"/>
                  <a:pt x="356066" y="62797"/>
                  <a:pt x="353370" y="62797"/>
                </a:cubicBezTo>
                <a:cubicBezTo>
                  <a:pt x="350877" y="62797"/>
                  <a:pt x="348746" y="62477"/>
                  <a:pt x="346977" y="61839"/>
                </a:cubicBezTo>
                <a:cubicBezTo>
                  <a:pt x="345209" y="61200"/>
                  <a:pt x="343752" y="60322"/>
                  <a:pt x="342607" y="59204"/>
                </a:cubicBezTo>
                <a:cubicBezTo>
                  <a:pt x="341462" y="58086"/>
                  <a:pt x="340621" y="56771"/>
                  <a:pt x="340084" y="55261"/>
                </a:cubicBezTo>
                <a:cubicBezTo>
                  <a:pt x="339548" y="53751"/>
                  <a:pt x="339280" y="52110"/>
                  <a:pt x="339280" y="50339"/>
                </a:cubicBezTo>
                <a:cubicBezTo>
                  <a:pt x="339280" y="45954"/>
                  <a:pt x="340911" y="42520"/>
                  <a:pt x="344172" y="40038"/>
                </a:cubicBezTo>
                <a:cubicBezTo>
                  <a:pt x="347434" y="37554"/>
                  <a:pt x="352254" y="36313"/>
                  <a:pt x="358632" y="36313"/>
                </a:cubicBezTo>
                <a:lnTo>
                  <a:pt x="367678" y="36313"/>
                </a:lnTo>
                <a:lnTo>
                  <a:pt x="367678" y="32499"/>
                </a:lnTo>
                <a:cubicBezTo>
                  <a:pt x="367678" y="29928"/>
                  <a:pt x="366851" y="27870"/>
                  <a:pt x="365199" y="26324"/>
                </a:cubicBezTo>
                <a:cubicBezTo>
                  <a:pt x="363546" y="24778"/>
                  <a:pt x="361024" y="24005"/>
                  <a:pt x="357632" y="24005"/>
                </a:cubicBezTo>
                <a:cubicBezTo>
                  <a:pt x="355168" y="24005"/>
                  <a:pt x="352739" y="24285"/>
                  <a:pt x="350348" y="24844"/>
                </a:cubicBezTo>
                <a:cubicBezTo>
                  <a:pt x="347956" y="25402"/>
                  <a:pt x="345484" y="26195"/>
                  <a:pt x="342933" y="27224"/>
                </a:cubicBezTo>
                <a:lnTo>
                  <a:pt x="342933" y="20396"/>
                </a:lnTo>
                <a:cubicBezTo>
                  <a:pt x="343890" y="20043"/>
                  <a:pt x="344955" y="19696"/>
                  <a:pt x="346129" y="19358"/>
                </a:cubicBezTo>
                <a:cubicBezTo>
                  <a:pt x="347303" y="19019"/>
                  <a:pt x="348543" y="18717"/>
                  <a:pt x="349847" y="18453"/>
                </a:cubicBezTo>
                <a:cubicBezTo>
                  <a:pt x="351152" y="18187"/>
                  <a:pt x="352515" y="17974"/>
                  <a:pt x="353935" y="17812"/>
                </a:cubicBezTo>
                <a:cubicBezTo>
                  <a:pt x="355356" y="17650"/>
                  <a:pt x="356791" y="17569"/>
                  <a:pt x="358241" y="17569"/>
                </a:cubicBezTo>
                <a:cubicBezTo>
                  <a:pt x="360879" y="17569"/>
                  <a:pt x="363256" y="17859"/>
                  <a:pt x="365373" y="18439"/>
                </a:cubicBezTo>
                <a:cubicBezTo>
                  <a:pt x="367489" y="19019"/>
                  <a:pt x="369279" y="19903"/>
                  <a:pt x="370744" y="21092"/>
                </a:cubicBezTo>
                <a:cubicBezTo>
                  <a:pt x="372208" y="22280"/>
                  <a:pt x="373331" y="23773"/>
                  <a:pt x="374114" y="25571"/>
                </a:cubicBezTo>
                <a:cubicBezTo>
                  <a:pt x="374897" y="27369"/>
                  <a:pt x="375288" y="29485"/>
                  <a:pt x="375288" y="31920"/>
                </a:cubicBezTo>
                <a:lnTo>
                  <a:pt x="375288" y="62014"/>
                </a:lnTo>
                <a:lnTo>
                  <a:pt x="368504" y="62014"/>
                </a:lnTo>
                <a:moveTo>
                  <a:pt x="367678" y="42096"/>
                </a:moveTo>
                <a:lnTo>
                  <a:pt x="358067" y="42096"/>
                </a:lnTo>
                <a:cubicBezTo>
                  <a:pt x="356182" y="42096"/>
                  <a:pt x="354559" y="42286"/>
                  <a:pt x="353196" y="42665"/>
                </a:cubicBezTo>
                <a:cubicBezTo>
                  <a:pt x="351833" y="43042"/>
                  <a:pt x="350717" y="43580"/>
                  <a:pt x="349847" y="44278"/>
                </a:cubicBezTo>
                <a:cubicBezTo>
                  <a:pt x="348978" y="44975"/>
                  <a:pt x="348333" y="45812"/>
                  <a:pt x="347912" y="46786"/>
                </a:cubicBezTo>
                <a:cubicBezTo>
                  <a:pt x="347492" y="47760"/>
                  <a:pt x="347282" y="48858"/>
                  <a:pt x="347282" y="50079"/>
                </a:cubicBezTo>
                <a:cubicBezTo>
                  <a:pt x="347282" y="50923"/>
                  <a:pt x="347412" y="51730"/>
                  <a:pt x="347673" y="52501"/>
                </a:cubicBezTo>
                <a:cubicBezTo>
                  <a:pt x="347934" y="53271"/>
                  <a:pt x="348354" y="53954"/>
                  <a:pt x="348934" y="54550"/>
                </a:cubicBezTo>
                <a:cubicBezTo>
                  <a:pt x="349514" y="55147"/>
                  <a:pt x="350268" y="55619"/>
                  <a:pt x="351196" y="55968"/>
                </a:cubicBezTo>
                <a:cubicBezTo>
                  <a:pt x="352123" y="56317"/>
                  <a:pt x="353254" y="56491"/>
                  <a:pt x="354588" y="56491"/>
                </a:cubicBezTo>
                <a:cubicBezTo>
                  <a:pt x="356327" y="56491"/>
                  <a:pt x="358320" y="55961"/>
                  <a:pt x="360567" y="54900"/>
                </a:cubicBezTo>
                <a:cubicBezTo>
                  <a:pt x="362814" y="53838"/>
                  <a:pt x="365184" y="52158"/>
                  <a:pt x="367678" y="49860"/>
                </a:cubicBezTo>
                <a:lnTo>
                  <a:pt x="367678" y="42096"/>
                </a:lnTo>
                <a:close/>
                <a:moveTo>
                  <a:pt x="423148" y="60405"/>
                </a:moveTo>
                <a:cubicBezTo>
                  <a:pt x="421176" y="61159"/>
                  <a:pt x="419154" y="61717"/>
                  <a:pt x="417081" y="62079"/>
                </a:cubicBezTo>
                <a:cubicBezTo>
                  <a:pt x="415008" y="62442"/>
                  <a:pt x="412870" y="62623"/>
                  <a:pt x="410666" y="62623"/>
                </a:cubicBezTo>
                <a:cubicBezTo>
                  <a:pt x="403766" y="62623"/>
                  <a:pt x="398454" y="60753"/>
                  <a:pt x="394728" y="57013"/>
                </a:cubicBezTo>
                <a:cubicBezTo>
                  <a:pt x="391003" y="53273"/>
                  <a:pt x="389140" y="47808"/>
                  <a:pt x="389140" y="40618"/>
                </a:cubicBezTo>
                <a:cubicBezTo>
                  <a:pt x="389140" y="37168"/>
                  <a:pt x="389676" y="34037"/>
                  <a:pt x="390749" y="31224"/>
                </a:cubicBezTo>
                <a:cubicBezTo>
                  <a:pt x="391822" y="28412"/>
                  <a:pt x="393329" y="26006"/>
                  <a:pt x="395272" y="24005"/>
                </a:cubicBezTo>
                <a:cubicBezTo>
                  <a:pt x="397214" y="22005"/>
                  <a:pt x="399533" y="20461"/>
                  <a:pt x="402230" y="19374"/>
                </a:cubicBezTo>
                <a:cubicBezTo>
                  <a:pt x="404926" y="18287"/>
                  <a:pt x="407898" y="17743"/>
                  <a:pt x="411145" y="17743"/>
                </a:cubicBezTo>
                <a:cubicBezTo>
                  <a:pt x="413406" y="17743"/>
                  <a:pt x="415523" y="17906"/>
                  <a:pt x="417494" y="18232"/>
                </a:cubicBezTo>
                <a:cubicBezTo>
                  <a:pt x="419466" y="18558"/>
                  <a:pt x="421350" y="19090"/>
                  <a:pt x="423148" y="19831"/>
                </a:cubicBezTo>
                <a:lnTo>
                  <a:pt x="423148" y="27050"/>
                </a:lnTo>
                <a:cubicBezTo>
                  <a:pt x="421263" y="26048"/>
                  <a:pt x="419342" y="25320"/>
                  <a:pt x="417385" y="24864"/>
                </a:cubicBezTo>
                <a:cubicBezTo>
                  <a:pt x="415428" y="24408"/>
                  <a:pt x="413406" y="24179"/>
                  <a:pt x="411319" y="24179"/>
                </a:cubicBezTo>
                <a:cubicBezTo>
                  <a:pt x="409376" y="24179"/>
                  <a:pt x="407543" y="24549"/>
                  <a:pt x="405818" y="25288"/>
                </a:cubicBezTo>
                <a:cubicBezTo>
                  <a:pt x="404092" y="26028"/>
                  <a:pt x="402578" y="27093"/>
                  <a:pt x="401273" y="28485"/>
                </a:cubicBezTo>
                <a:cubicBezTo>
                  <a:pt x="399968" y="29876"/>
                  <a:pt x="398939" y="31572"/>
                  <a:pt x="398185" y="33573"/>
                </a:cubicBezTo>
                <a:cubicBezTo>
                  <a:pt x="397432" y="35573"/>
                  <a:pt x="397055" y="37835"/>
                  <a:pt x="397055" y="40357"/>
                </a:cubicBezTo>
                <a:cubicBezTo>
                  <a:pt x="397055" y="45634"/>
                  <a:pt x="398338" y="49584"/>
                  <a:pt x="400903" y="52207"/>
                </a:cubicBezTo>
                <a:cubicBezTo>
                  <a:pt x="403469" y="54831"/>
                  <a:pt x="407028" y="56143"/>
                  <a:pt x="411580" y="56143"/>
                </a:cubicBezTo>
                <a:cubicBezTo>
                  <a:pt x="413638" y="56143"/>
                  <a:pt x="415631" y="55911"/>
                  <a:pt x="417559" y="55447"/>
                </a:cubicBezTo>
                <a:cubicBezTo>
                  <a:pt x="419487" y="54983"/>
                  <a:pt x="421350" y="54288"/>
                  <a:pt x="423148" y="53360"/>
                </a:cubicBezTo>
                <a:lnTo>
                  <a:pt x="423148" y="60405"/>
                </a:lnTo>
                <a:close/>
                <a:moveTo>
                  <a:pt x="473182" y="61362"/>
                </a:moveTo>
                <a:cubicBezTo>
                  <a:pt x="471471" y="61812"/>
                  <a:pt x="469703" y="62135"/>
                  <a:pt x="467876" y="62329"/>
                </a:cubicBezTo>
                <a:cubicBezTo>
                  <a:pt x="466050" y="62525"/>
                  <a:pt x="464194" y="62623"/>
                  <a:pt x="462310" y="62623"/>
                </a:cubicBezTo>
                <a:cubicBezTo>
                  <a:pt x="456830" y="62623"/>
                  <a:pt x="452742" y="61383"/>
                  <a:pt x="450046" y="58905"/>
                </a:cubicBezTo>
                <a:cubicBezTo>
                  <a:pt x="447350" y="56426"/>
                  <a:pt x="446002" y="52621"/>
                  <a:pt x="446002" y="47489"/>
                </a:cubicBezTo>
                <a:lnTo>
                  <a:pt x="446002" y="24701"/>
                </a:lnTo>
                <a:lnTo>
                  <a:pt x="433781" y="24701"/>
                </a:lnTo>
                <a:lnTo>
                  <a:pt x="433781" y="18352"/>
                </a:lnTo>
                <a:lnTo>
                  <a:pt x="446002" y="18352"/>
                </a:lnTo>
                <a:lnTo>
                  <a:pt x="446002" y="6311"/>
                </a:lnTo>
                <a:lnTo>
                  <a:pt x="453568" y="4349"/>
                </a:lnTo>
                <a:lnTo>
                  <a:pt x="453568" y="18352"/>
                </a:lnTo>
                <a:lnTo>
                  <a:pt x="473182" y="18352"/>
                </a:lnTo>
                <a:lnTo>
                  <a:pt x="473182" y="24701"/>
                </a:lnTo>
                <a:lnTo>
                  <a:pt x="453568" y="24701"/>
                </a:lnTo>
                <a:lnTo>
                  <a:pt x="453568" y="46880"/>
                </a:lnTo>
                <a:cubicBezTo>
                  <a:pt x="453568" y="50011"/>
                  <a:pt x="454402" y="52352"/>
                  <a:pt x="456069" y="53903"/>
                </a:cubicBezTo>
                <a:cubicBezTo>
                  <a:pt x="457736" y="55455"/>
                  <a:pt x="460193" y="56230"/>
                  <a:pt x="463440" y="56230"/>
                </a:cubicBezTo>
                <a:cubicBezTo>
                  <a:pt x="464832" y="56230"/>
                  <a:pt x="466354" y="56118"/>
                  <a:pt x="468007" y="55894"/>
                </a:cubicBezTo>
                <a:cubicBezTo>
                  <a:pt x="469659" y="55670"/>
                  <a:pt x="471384" y="55318"/>
                  <a:pt x="473182" y="54838"/>
                </a:cubicBezTo>
                <a:lnTo>
                  <a:pt x="473182" y="61362"/>
                </a:lnTo>
                <a:close/>
                <a:moveTo>
                  <a:pt x="501645" y="24614"/>
                </a:moveTo>
                <a:lnTo>
                  <a:pt x="488729" y="24614"/>
                </a:lnTo>
                <a:lnTo>
                  <a:pt x="488729" y="18352"/>
                </a:lnTo>
                <a:lnTo>
                  <a:pt x="509299" y="18352"/>
                </a:lnTo>
                <a:lnTo>
                  <a:pt x="509299" y="55708"/>
                </a:lnTo>
                <a:lnTo>
                  <a:pt x="522302" y="55708"/>
                </a:lnTo>
                <a:lnTo>
                  <a:pt x="522302" y="62014"/>
                </a:lnTo>
                <a:lnTo>
                  <a:pt x="487294" y="62014"/>
                </a:lnTo>
                <a:lnTo>
                  <a:pt x="487294" y="55708"/>
                </a:lnTo>
                <a:lnTo>
                  <a:pt x="501645" y="55708"/>
                </a:lnTo>
                <a:lnTo>
                  <a:pt x="501645" y="24614"/>
                </a:lnTo>
                <a:moveTo>
                  <a:pt x="504298" y="0"/>
                </a:moveTo>
                <a:cubicBezTo>
                  <a:pt x="505139" y="0"/>
                  <a:pt x="505922" y="152"/>
                  <a:pt x="506647" y="457"/>
                </a:cubicBezTo>
                <a:cubicBezTo>
                  <a:pt x="507371" y="761"/>
                  <a:pt x="508002" y="1189"/>
                  <a:pt x="508538" y="1740"/>
                </a:cubicBezTo>
                <a:cubicBezTo>
                  <a:pt x="509075" y="2290"/>
                  <a:pt x="509495" y="2921"/>
                  <a:pt x="509799" y="3631"/>
                </a:cubicBezTo>
                <a:cubicBezTo>
                  <a:pt x="510104" y="4342"/>
                  <a:pt x="510256" y="5117"/>
                  <a:pt x="510256" y="5958"/>
                </a:cubicBezTo>
                <a:cubicBezTo>
                  <a:pt x="510256" y="6770"/>
                  <a:pt x="510104" y="7538"/>
                  <a:pt x="509799" y="8263"/>
                </a:cubicBezTo>
                <a:cubicBezTo>
                  <a:pt x="509495" y="8988"/>
                  <a:pt x="509075" y="9625"/>
                  <a:pt x="508538" y="10176"/>
                </a:cubicBezTo>
                <a:cubicBezTo>
                  <a:pt x="508002" y="10727"/>
                  <a:pt x="507371" y="11155"/>
                  <a:pt x="506647" y="11459"/>
                </a:cubicBezTo>
                <a:cubicBezTo>
                  <a:pt x="505922" y="11764"/>
                  <a:pt x="505139" y="11916"/>
                  <a:pt x="504298" y="11916"/>
                </a:cubicBezTo>
                <a:cubicBezTo>
                  <a:pt x="503457" y="11916"/>
                  <a:pt x="502675" y="11764"/>
                  <a:pt x="501950" y="11459"/>
                </a:cubicBezTo>
                <a:cubicBezTo>
                  <a:pt x="501225" y="11155"/>
                  <a:pt x="500594" y="10727"/>
                  <a:pt x="500058" y="10176"/>
                </a:cubicBezTo>
                <a:cubicBezTo>
                  <a:pt x="499522" y="9625"/>
                  <a:pt x="499101" y="8988"/>
                  <a:pt x="498797" y="8263"/>
                </a:cubicBezTo>
                <a:cubicBezTo>
                  <a:pt x="498493" y="7538"/>
                  <a:pt x="498340" y="6770"/>
                  <a:pt x="498340" y="5958"/>
                </a:cubicBezTo>
                <a:cubicBezTo>
                  <a:pt x="498340" y="5117"/>
                  <a:pt x="498493" y="4342"/>
                  <a:pt x="498797" y="3631"/>
                </a:cubicBezTo>
                <a:cubicBezTo>
                  <a:pt x="499101" y="2921"/>
                  <a:pt x="499522" y="2290"/>
                  <a:pt x="500058" y="1740"/>
                </a:cubicBezTo>
                <a:cubicBezTo>
                  <a:pt x="500594" y="1189"/>
                  <a:pt x="501225" y="761"/>
                  <a:pt x="501950" y="457"/>
                </a:cubicBezTo>
                <a:cubicBezTo>
                  <a:pt x="502675" y="152"/>
                  <a:pt x="503457" y="0"/>
                  <a:pt x="504298" y="0"/>
                </a:cubicBezTo>
                <a:close/>
                <a:moveTo>
                  <a:pt x="573554" y="39835"/>
                </a:moveTo>
                <a:cubicBezTo>
                  <a:pt x="573554" y="43227"/>
                  <a:pt x="573076" y="46337"/>
                  <a:pt x="572119" y="49163"/>
                </a:cubicBezTo>
                <a:cubicBezTo>
                  <a:pt x="571162" y="51990"/>
                  <a:pt x="569785" y="54411"/>
                  <a:pt x="567988" y="56426"/>
                </a:cubicBezTo>
                <a:cubicBezTo>
                  <a:pt x="566190" y="58441"/>
                  <a:pt x="564001" y="60006"/>
                  <a:pt x="561421" y="61123"/>
                </a:cubicBezTo>
                <a:cubicBezTo>
                  <a:pt x="558841" y="62239"/>
                  <a:pt x="555912" y="62797"/>
                  <a:pt x="552636" y="62797"/>
                </a:cubicBezTo>
                <a:cubicBezTo>
                  <a:pt x="549505" y="62797"/>
                  <a:pt x="546700" y="62311"/>
                  <a:pt x="544221" y="61340"/>
                </a:cubicBezTo>
                <a:cubicBezTo>
                  <a:pt x="541743" y="60369"/>
                  <a:pt x="539641" y="58941"/>
                  <a:pt x="537916" y="57056"/>
                </a:cubicBezTo>
                <a:cubicBezTo>
                  <a:pt x="536191" y="55172"/>
                  <a:pt x="534871" y="52838"/>
                  <a:pt x="533958" y="50055"/>
                </a:cubicBezTo>
                <a:cubicBezTo>
                  <a:pt x="533045" y="47272"/>
                  <a:pt x="532588" y="44068"/>
                  <a:pt x="532588" y="40444"/>
                </a:cubicBezTo>
                <a:cubicBezTo>
                  <a:pt x="532588" y="37052"/>
                  <a:pt x="533067" y="33957"/>
                  <a:pt x="534023" y="31159"/>
                </a:cubicBezTo>
                <a:cubicBezTo>
                  <a:pt x="534980" y="28361"/>
                  <a:pt x="536357" y="25955"/>
                  <a:pt x="538155" y="23940"/>
                </a:cubicBezTo>
                <a:cubicBezTo>
                  <a:pt x="539952" y="21925"/>
                  <a:pt x="542141" y="20360"/>
                  <a:pt x="544721" y="19243"/>
                </a:cubicBezTo>
                <a:cubicBezTo>
                  <a:pt x="547302" y="18127"/>
                  <a:pt x="550230" y="17569"/>
                  <a:pt x="553506" y="17569"/>
                </a:cubicBezTo>
                <a:cubicBezTo>
                  <a:pt x="556637" y="17569"/>
                  <a:pt x="559442" y="18055"/>
                  <a:pt x="561921" y="19026"/>
                </a:cubicBezTo>
                <a:cubicBezTo>
                  <a:pt x="564400" y="19997"/>
                  <a:pt x="566502" y="21418"/>
                  <a:pt x="568227" y="23288"/>
                </a:cubicBezTo>
                <a:cubicBezTo>
                  <a:pt x="569952" y="25158"/>
                  <a:pt x="571271" y="27484"/>
                  <a:pt x="572184" y="30268"/>
                </a:cubicBezTo>
                <a:cubicBezTo>
                  <a:pt x="573097" y="33051"/>
                  <a:pt x="573554" y="36240"/>
                  <a:pt x="573554" y="39835"/>
                </a:cubicBezTo>
                <a:moveTo>
                  <a:pt x="565813" y="40183"/>
                </a:moveTo>
                <a:cubicBezTo>
                  <a:pt x="565813" y="37487"/>
                  <a:pt x="565516" y="35131"/>
                  <a:pt x="564922" y="33116"/>
                </a:cubicBezTo>
                <a:cubicBezTo>
                  <a:pt x="564327" y="31101"/>
                  <a:pt x="563479" y="29420"/>
                  <a:pt x="562378" y="28072"/>
                </a:cubicBezTo>
                <a:cubicBezTo>
                  <a:pt x="561276" y="26723"/>
                  <a:pt x="559935" y="25709"/>
                  <a:pt x="558355" y="25027"/>
                </a:cubicBezTo>
                <a:cubicBezTo>
                  <a:pt x="556775" y="24346"/>
                  <a:pt x="555014" y="24005"/>
                  <a:pt x="553071" y="24005"/>
                </a:cubicBezTo>
                <a:cubicBezTo>
                  <a:pt x="550810" y="24005"/>
                  <a:pt x="548875" y="24448"/>
                  <a:pt x="547266" y="25332"/>
                </a:cubicBezTo>
                <a:cubicBezTo>
                  <a:pt x="545656" y="26216"/>
                  <a:pt x="544337" y="27398"/>
                  <a:pt x="543308" y="28876"/>
                </a:cubicBezTo>
                <a:cubicBezTo>
                  <a:pt x="542279" y="30355"/>
                  <a:pt x="541525" y="32072"/>
                  <a:pt x="541047" y="34029"/>
                </a:cubicBezTo>
                <a:cubicBezTo>
                  <a:pt x="540568" y="35986"/>
                  <a:pt x="540329" y="38038"/>
                  <a:pt x="540329" y="40183"/>
                </a:cubicBezTo>
                <a:cubicBezTo>
                  <a:pt x="540329" y="42879"/>
                  <a:pt x="540626" y="45242"/>
                  <a:pt x="541221" y="47272"/>
                </a:cubicBezTo>
                <a:cubicBezTo>
                  <a:pt x="541815" y="49301"/>
                  <a:pt x="542663" y="50990"/>
                  <a:pt x="543765" y="52338"/>
                </a:cubicBezTo>
                <a:cubicBezTo>
                  <a:pt x="544866" y="53686"/>
                  <a:pt x="546200" y="54701"/>
                  <a:pt x="547766" y="55382"/>
                </a:cubicBezTo>
                <a:cubicBezTo>
                  <a:pt x="549331" y="56063"/>
                  <a:pt x="551100" y="56404"/>
                  <a:pt x="553071" y="56404"/>
                </a:cubicBezTo>
                <a:cubicBezTo>
                  <a:pt x="555333" y="56404"/>
                  <a:pt x="557268" y="55962"/>
                  <a:pt x="558877" y="55078"/>
                </a:cubicBezTo>
                <a:cubicBezTo>
                  <a:pt x="560486" y="54193"/>
                  <a:pt x="561805" y="53012"/>
                  <a:pt x="562834" y="51533"/>
                </a:cubicBezTo>
                <a:cubicBezTo>
                  <a:pt x="563863" y="50055"/>
                  <a:pt x="564617" y="48337"/>
                  <a:pt x="565096" y="46380"/>
                </a:cubicBezTo>
                <a:cubicBezTo>
                  <a:pt x="565574" y="44423"/>
                  <a:pt x="565813" y="42357"/>
                  <a:pt x="565813" y="40183"/>
                </a:cubicBezTo>
                <a:close/>
                <a:moveTo>
                  <a:pt x="584318" y="18352"/>
                </a:moveTo>
                <a:lnTo>
                  <a:pt x="591059" y="18352"/>
                </a:lnTo>
                <a:lnTo>
                  <a:pt x="591363" y="25397"/>
                </a:lnTo>
                <a:cubicBezTo>
                  <a:pt x="592639" y="23889"/>
                  <a:pt x="593871" y="22636"/>
                  <a:pt x="595060" y="21635"/>
                </a:cubicBezTo>
                <a:cubicBezTo>
                  <a:pt x="596248" y="20635"/>
                  <a:pt x="597415" y="19831"/>
                  <a:pt x="598561" y="19222"/>
                </a:cubicBezTo>
                <a:cubicBezTo>
                  <a:pt x="599706" y="18613"/>
                  <a:pt x="600873" y="18185"/>
                  <a:pt x="602061" y="17939"/>
                </a:cubicBezTo>
                <a:cubicBezTo>
                  <a:pt x="603250" y="17692"/>
                  <a:pt x="604482" y="17569"/>
                  <a:pt x="605758" y="17569"/>
                </a:cubicBezTo>
                <a:cubicBezTo>
                  <a:pt x="610252" y="17569"/>
                  <a:pt x="613651" y="18896"/>
                  <a:pt x="615956" y="21548"/>
                </a:cubicBezTo>
                <a:cubicBezTo>
                  <a:pt x="618261" y="24201"/>
                  <a:pt x="619413" y="28195"/>
                  <a:pt x="619413" y="33529"/>
                </a:cubicBezTo>
                <a:lnTo>
                  <a:pt x="619413" y="62014"/>
                </a:lnTo>
                <a:lnTo>
                  <a:pt x="611846" y="62014"/>
                </a:lnTo>
                <a:lnTo>
                  <a:pt x="611846" y="34138"/>
                </a:lnTo>
                <a:cubicBezTo>
                  <a:pt x="611846" y="30717"/>
                  <a:pt x="611208" y="28188"/>
                  <a:pt x="609933" y="26549"/>
                </a:cubicBezTo>
                <a:cubicBezTo>
                  <a:pt x="608657" y="24911"/>
                  <a:pt x="606758" y="24092"/>
                  <a:pt x="604236" y="24092"/>
                </a:cubicBezTo>
                <a:cubicBezTo>
                  <a:pt x="603308" y="24092"/>
                  <a:pt x="602402" y="24230"/>
                  <a:pt x="601518" y="24506"/>
                </a:cubicBezTo>
                <a:cubicBezTo>
                  <a:pt x="600634" y="24781"/>
                  <a:pt x="599713" y="25259"/>
                  <a:pt x="598756" y="25941"/>
                </a:cubicBezTo>
                <a:cubicBezTo>
                  <a:pt x="597800" y="26622"/>
                  <a:pt x="596763" y="27542"/>
                  <a:pt x="595647" y="28702"/>
                </a:cubicBezTo>
                <a:cubicBezTo>
                  <a:pt x="594531" y="29862"/>
                  <a:pt x="593277" y="31311"/>
                  <a:pt x="591885" y="33051"/>
                </a:cubicBezTo>
                <a:lnTo>
                  <a:pt x="591885" y="62014"/>
                </a:lnTo>
                <a:lnTo>
                  <a:pt x="584318" y="62014"/>
                </a:lnTo>
                <a:lnTo>
                  <a:pt x="584318" y="18352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(">
            <a:extLst xmlns:a="http://schemas.openxmlformats.org/drawingml/2006/main">
              <a:ext uri="{FF2B5EF4-FFF2-40B4-BE49-F238E27FC236}">
                <a16:creationId xmlns:a16="http://schemas.microsoft.com/office/drawing/2014/main" id="{AEBB9B25-E247-40C7-8845-AC508D3C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16" y="4287986"/>
            <a:ext cx="24614" cy="83062"/>
          </a:xfrm>
          <a:custGeom xmlns:a="http://schemas.openxmlformats.org/drawingml/2006/main">
            <a:pathLst>
              <a:path w="24614" h="83062">
                <a:moveTo>
                  <a:pt x="20048" y="83062"/>
                </a:moveTo>
                <a:cubicBezTo>
                  <a:pt x="6683" y="70676"/>
                  <a:pt x="0" y="56985"/>
                  <a:pt x="0" y="41988"/>
                </a:cubicBezTo>
                <a:cubicBezTo>
                  <a:pt x="0" y="38478"/>
                  <a:pt x="355" y="34975"/>
                  <a:pt x="1065" y="31480"/>
                </a:cubicBezTo>
                <a:cubicBezTo>
                  <a:pt x="1776" y="27985"/>
                  <a:pt x="2921" y="24482"/>
                  <a:pt x="4501" y="20972"/>
                </a:cubicBezTo>
                <a:cubicBezTo>
                  <a:pt x="6081" y="17462"/>
                  <a:pt x="8169" y="13952"/>
                  <a:pt x="10763" y="10443"/>
                </a:cubicBezTo>
                <a:cubicBezTo>
                  <a:pt x="13358" y="6933"/>
                  <a:pt x="16511" y="3452"/>
                  <a:pt x="20222" y="0"/>
                </a:cubicBezTo>
                <a:lnTo>
                  <a:pt x="24614" y="4482"/>
                </a:lnTo>
                <a:cubicBezTo>
                  <a:pt x="13365" y="15591"/>
                  <a:pt x="7741" y="27905"/>
                  <a:pt x="7741" y="41422"/>
                </a:cubicBezTo>
                <a:cubicBezTo>
                  <a:pt x="7741" y="48152"/>
                  <a:pt x="9161" y="54621"/>
                  <a:pt x="12003" y="60829"/>
                </a:cubicBezTo>
                <a:cubicBezTo>
                  <a:pt x="14844" y="67036"/>
                  <a:pt x="19048" y="72895"/>
                  <a:pt x="24614" y="78406"/>
                </a:cubicBezTo>
                <a:lnTo>
                  <a:pt x="20048" y="83062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self">
            <a:extLst xmlns:a="http://schemas.openxmlformats.org/drawingml/2006/main">
              <a:ext uri="{FF2B5EF4-FFF2-40B4-BE49-F238E27FC236}">
                <a16:creationId xmlns:a16="http://schemas.microsoft.com/office/drawing/2014/main" id="{C70EB801-47EE-4555-B8F1-20ABBB18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821" y="4290769"/>
            <a:ext cx="195417" cy="80279"/>
          </a:xfrm>
          <a:custGeom xmlns:a="http://schemas.openxmlformats.org/drawingml/2006/main">
            <a:pathLst>
              <a:path w="195417" h="80279">
                <a:moveTo>
                  <a:pt x="37878" y="25701"/>
                </a:moveTo>
                <a:cubicBezTo>
                  <a:pt x="35240" y="25078"/>
                  <a:pt x="32877" y="24618"/>
                  <a:pt x="30790" y="24321"/>
                </a:cubicBezTo>
                <a:cubicBezTo>
                  <a:pt x="28702" y="24024"/>
                  <a:pt x="26847" y="23875"/>
                  <a:pt x="25223" y="23875"/>
                </a:cubicBezTo>
                <a:cubicBezTo>
                  <a:pt x="23223" y="23875"/>
                  <a:pt x="21505" y="24034"/>
                  <a:pt x="20070" y="24353"/>
                </a:cubicBezTo>
                <a:cubicBezTo>
                  <a:pt x="18635" y="24672"/>
                  <a:pt x="17453" y="25122"/>
                  <a:pt x="16525" y="25701"/>
                </a:cubicBezTo>
                <a:cubicBezTo>
                  <a:pt x="15598" y="26281"/>
                  <a:pt x="14916" y="26984"/>
                  <a:pt x="14482" y="27811"/>
                </a:cubicBezTo>
                <a:cubicBezTo>
                  <a:pt x="14047" y="28637"/>
                  <a:pt x="13829" y="29557"/>
                  <a:pt x="13829" y="30572"/>
                </a:cubicBezTo>
                <a:cubicBezTo>
                  <a:pt x="13829" y="31297"/>
                  <a:pt x="13996" y="31942"/>
                  <a:pt x="14329" y="32507"/>
                </a:cubicBezTo>
                <a:cubicBezTo>
                  <a:pt x="14663" y="33073"/>
                  <a:pt x="15192" y="33609"/>
                  <a:pt x="15917" y="34116"/>
                </a:cubicBezTo>
                <a:cubicBezTo>
                  <a:pt x="16641" y="34624"/>
                  <a:pt x="17605" y="35124"/>
                  <a:pt x="18809" y="35617"/>
                </a:cubicBezTo>
                <a:cubicBezTo>
                  <a:pt x="20012" y="36110"/>
                  <a:pt x="21498" y="36631"/>
                  <a:pt x="23266" y="37182"/>
                </a:cubicBezTo>
                <a:cubicBezTo>
                  <a:pt x="25383" y="37878"/>
                  <a:pt x="27187" y="38596"/>
                  <a:pt x="28680" y="39335"/>
                </a:cubicBezTo>
                <a:cubicBezTo>
                  <a:pt x="30173" y="40074"/>
                  <a:pt x="31398" y="40908"/>
                  <a:pt x="32355" y="41836"/>
                </a:cubicBezTo>
                <a:cubicBezTo>
                  <a:pt x="33312" y="42763"/>
                  <a:pt x="34008" y="43793"/>
                  <a:pt x="34443" y="44923"/>
                </a:cubicBezTo>
                <a:cubicBezTo>
                  <a:pt x="34877" y="46054"/>
                  <a:pt x="35095" y="47359"/>
                  <a:pt x="35095" y="48837"/>
                </a:cubicBezTo>
                <a:cubicBezTo>
                  <a:pt x="35095" y="51099"/>
                  <a:pt x="34602" y="53099"/>
                  <a:pt x="33616" y="54838"/>
                </a:cubicBezTo>
                <a:cubicBezTo>
                  <a:pt x="32631" y="56578"/>
                  <a:pt x="31253" y="58035"/>
                  <a:pt x="29485" y="59209"/>
                </a:cubicBezTo>
                <a:cubicBezTo>
                  <a:pt x="27716" y="60383"/>
                  <a:pt x="25593" y="61275"/>
                  <a:pt x="23114" y="61884"/>
                </a:cubicBezTo>
                <a:cubicBezTo>
                  <a:pt x="20635" y="62492"/>
                  <a:pt x="17917" y="62797"/>
                  <a:pt x="14960" y="62797"/>
                </a:cubicBezTo>
                <a:cubicBezTo>
                  <a:pt x="12177" y="62797"/>
                  <a:pt x="9531" y="62677"/>
                  <a:pt x="7023" y="62438"/>
                </a:cubicBezTo>
                <a:cubicBezTo>
                  <a:pt x="4516" y="62200"/>
                  <a:pt x="2174" y="61812"/>
                  <a:pt x="0" y="61275"/>
                </a:cubicBezTo>
                <a:lnTo>
                  <a:pt x="0" y="53882"/>
                </a:lnTo>
                <a:cubicBezTo>
                  <a:pt x="2609" y="54737"/>
                  <a:pt x="5204" y="55371"/>
                  <a:pt x="7784" y="55784"/>
                </a:cubicBezTo>
                <a:cubicBezTo>
                  <a:pt x="10365" y="56197"/>
                  <a:pt x="12916" y="56404"/>
                  <a:pt x="15438" y="56404"/>
                </a:cubicBezTo>
                <a:cubicBezTo>
                  <a:pt x="19555" y="56404"/>
                  <a:pt x="22556" y="55824"/>
                  <a:pt x="24440" y="54665"/>
                </a:cubicBezTo>
                <a:cubicBezTo>
                  <a:pt x="26325" y="53505"/>
                  <a:pt x="27267" y="51707"/>
                  <a:pt x="27267" y="49272"/>
                </a:cubicBezTo>
                <a:cubicBezTo>
                  <a:pt x="27267" y="48634"/>
                  <a:pt x="27122" y="48047"/>
                  <a:pt x="26832" y="47511"/>
                </a:cubicBezTo>
                <a:cubicBezTo>
                  <a:pt x="26542" y="46974"/>
                  <a:pt x="26049" y="46467"/>
                  <a:pt x="25354" y="45989"/>
                </a:cubicBezTo>
                <a:cubicBezTo>
                  <a:pt x="24658" y="45510"/>
                  <a:pt x="23701" y="45025"/>
                  <a:pt x="22483" y="44532"/>
                </a:cubicBezTo>
                <a:cubicBezTo>
                  <a:pt x="21266" y="44039"/>
                  <a:pt x="19715" y="43517"/>
                  <a:pt x="17830" y="42966"/>
                </a:cubicBezTo>
                <a:cubicBezTo>
                  <a:pt x="16091" y="42444"/>
                  <a:pt x="14503" y="41857"/>
                  <a:pt x="13068" y="41205"/>
                </a:cubicBezTo>
                <a:cubicBezTo>
                  <a:pt x="11633" y="40553"/>
                  <a:pt x="10394" y="39770"/>
                  <a:pt x="9350" y="38857"/>
                </a:cubicBezTo>
                <a:cubicBezTo>
                  <a:pt x="8306" y="37943"/>
                  <a:pt x="7502" y="36871"/>
                  <a:pt x="6936" y="35638"/>
                </a:cubicBezTo>
                <a:cubicBezTo>
                  <a:pt x="6371" y="34406"/>
                  <a:pt x="6088" y="32978"/>
                  <a:pt x="6088" y="31355"/>
                </a:cubicBezTo>
                <a:cubicBezTo>
                  <a:pt x="6088" y="29412"/>
                  <a:pt x="6480" y="27608"/>
                  <a:pt x="7263" y="25941"/>
                </a:cubicBezTo>
                <a:cubicBezTo>
                  <a:pt x="8045" y="24274"/>
                  <a:pt x="9256" y="22817"/>
                  <a:pt x="10894" y="21570"/>
                </a:cubicBezTo>
                <a:cubicBezTo>
                  <a:pt x="12532" y="20323"/>
                  <a:pt x="14598" y="19345"/>
                  <a:pt x="17091" y="18635"/>
                </a:cubicBezTo>
                <a:cubicBezTo>
                  <a:pt x="19584" y="17924"/>
                  <a:pt x="22527" y="17569"/>
                  <a:pt x="25919" y="17569"/>
                </a:cubicBezTo>
                <a:cubicBezTo>
                  <a:pt x="26731" y="17569"/>
                  <a:pt x="27622" y="17599"/>
                  <a:pt x="28593" y="17659"/>
                </a:cubicBezTo>
                <a:cubicBezTo>
                  <a:pt x="29565" y="17719"/>
                  <a:pt x="30572" y="17816"/>
                  <a:pt x="31616" y="17951"/>
                </a:cubicBezTo>
                <a:cubicBezTo>
                  <a:pt x="32660" y="18085"/>
                  <a:pt x="33711" y="18242"/>
                  <a:pt x="34769" y="18421"/>
                </a:cubicBezTo>
                <a:cubicBezTo>
                  <a:pt x="35827" y="18600"/>
                  <a:pt x="36863" y="18809"/>
                  <a:pt x="37878" y="19048"/>
                </a:cubicBezTo>
                <a:lnTo>
                  <a:pt x="37878" y="25701"/>
                </a:lnTo>
                <a:close/>
                <a:moveTo>
                  <a:pt x="56992" y="42618"/>
                </a:moveTo>
                <a:cubicBezTo>
                  <a:pt x="56847" y="43372"/>
                  <a:pt x="56738" y="44082"/>
                  <a:pt x="56666" y="44749"/>
                </a:cubicBezTo>
                <a:cubicBezTo>
                  <a:pt x="56593" y="45416"/>
                  <a:pt x="56557" y="46068"/>
                  <a:pt x="56557" y="46706"/>
                </a:cubicBezTo>
                <a:cubicBezTo>
                  <a:pt x="56557" y="49866"/>
                  <a:pt x="57499" y="52287"/>
                  <a:pt x="59384" y="53969"/>
                </a:cubicBezTo>
                <a:cubicBezTo>
                  <a:pt x="61268" y="55650"/>
                  <a:pt x="64182" y="56491"/>
                  <a:pt x="68125" y="56491"/>
                </a:cubicBezTo>
                <a:cubicBezTo>
                  <a:pt x="70676" y="56491"/>
                  <a:pt x="73206" y="56299"/>
                  <a:pt x="75714" y="55913"/>
                </a:cubicBezTo>
                <a:cubicBezTo>
                  <a:pt x="78221" y="55528"/>
                  <a:pt x="80461" y="55082"/>
                  <a:pt x="82432" y="54578"/>
                </a:cubicBezTo>
                <a:lnTo>
                  <a:pt x="82432" y="60796"/>
                </a:lnTo>
                <a:cubicBezTo>
                  <a:pt x="80258" y="61389"/>
                  <a:pt x="77815" y="61870"/>
                  <a:pt x="75105" y="62241"/>
                </a:cubicBezTo>
                <a:cubicBezTo>
                  <a:pt x="72394" y="62612"/>
                  <a:pt x="69647" y="62797"/>
                  <a:pt x="66864" y="62797"/>
                </a:cubicBezTo>
                <a:cubicBezTo>
                  <a:pt x="60717" y="62797"/>
                  <a:pt x="56180" y="61427"/>
                  <a:pt x="53252" y="58687"/>
                </a:cubicBezTo>
                <a:cubicBezTo>
                  <a:pt x="50324" y="55947"/>
                  <a:pt x="48860" y="51983"/>
                  <a:pt x="48860" y="46793"/>
                </a:cubicBezTo>
                <a:cubicBezTo>
                  <a:pt x="48860" y="42792"/>
                  <a:pt x="49483" y="39023"/>
                  <a:pt x="50730" y="35486"/>
                </a:cubicBezTo>
                <a:cubicBezTo>
                  <a:pt x="51976" y="31949"/>
                  <a:pt x="53701" y="28854"/>
                  <a:pt x="55905" y="26202"/>
                </a:cubicBezTo>
                <a:cubicBezTo>
                  <a:pt x="58108" y="23549"/>
                  <a:pt x="60725" y="21447"/>
                  <a:pt x="63754" y="19896"/>
                </a:cubicBezTo>
                <a:cubicBezTo>
                  <a:pt x="66784" y="18345"/>
                  <a:pt x="70082" y="17569"/>
                  <a:pt x="73648" y="17569"/>
                </a:cubicBezTo>
                <a:cubicBezTo>
                  <a:pt x="76112" y="17569"/>
                  <a:pt x="78308" y="17859"/>
                  <a:pt x="80236" y="18439"/>
                </a:cubicBezTo>
                <a:cubicBezTo>
                  <a:pt x="82164" y="19019"/>
                  <a:pt x="83795" y="19816"/>
                  <a:pt x="85129" y="20831"/>
                </a:cubicBezTo>
                <a:cubicBezTo>
                  <a:pt x="86462" y="21846"/>
                  <a:pt x="87477" y="23041"/>
                  <a:pt x="88173" y="24419"/>
                </a:cubicBezTo>
                <a:cubicBezTo>
                  <a:pt x="88869" y="25796"/>
                  <a:pt x="89217" y="27282"/>
                  <a:pt x="89217" y="28876"/>
                </a:cubicBezTo>
                <a:cubicBezTo>
                  <a:pt x="89217" y="30964"/>
                  <a:pt x="88774" y="32848"/>
                  <a:pt x="87890" y="34530"/>
                </a:cubicBezTo>
                <a:cubicBezTo>
                  <a:pt x="87006" y="36211"/>
                  <a:pt x="85600" y="37653"/>
                  <a:pt x="83672" y="38857"/>
                </a:cubicBezTo>
                <a:cubicBezTo>
                  <a:pt x="81744" y="40060"/>
                  <a:pt x="79258" y="40988"/>
                  <a:pt x="76214" y="41640"/>
                </a:cubicBezTo>
                <a:cubicBezTo>
                  <a:pt x="73170" y="42292"/>
                  <a:pt x="69488" y="42618"/>
                  <a:pt x="65168" y="42618"/>
                </a:cubicBezTo>
                <a:lnTo>
                  <a:pt x="56992" y="42618"/>
                </a:lnTo>
                <a:moveTo>
                  <a:pt x="65081" y="36791"/>
                </a:moveTo>
                <a:cubicBezTo>
                  <a:pt x="68299" y="36791"/>
                  <a:pt x="70959" y="36595"/>
                  <a:pt x="73061" y="36204"/>
                </a:cubicBezTo>
                <a:cubicBezTo>
                  <a:pt x="75163" y="35812"/>
                  <a:pt x="76830" y="35283"/>
                  <a:pt x="78062" y="34617"/>
                </a:cubicBezTo>
                <a:cubicBezTo>
                  <a:pt x="79294" y="33950"/>
                  <a:pt x="80157" y="33181"/>
                  <a:pt x="80649" y="32312"/>
                </a:cubicBezTo>
                <a:cubicBezTo>
                  <a:pt x="81142" y="31442"/>
                  <a:pt x="81389" y="30543"/>
                  <a:pt x="81389" y="29615"/>
                </a:cubicBezTo>
                <a:cubicBezTo>
                  <a:pt x="81389" y="28804"/>
                  <a:pt x="81229" y="28035"/>
                  <a:pt x="80910" y="27311"/>
                </a:cubicBezTo>
                <a:cubicBezTo>
                  <a:pt x="80591" y="26586"/>
                  <a:pt x="80091" y="25948"/>
                  <a:pt x="79410" y="25397"/>
                </a:cubicBezTo>
                <a:cubicBezTo>
                  <a:pt x="78729" y="24846"/>
                  <a:pt x="77873" y="24411"/>
                  <a:pt x="76844" y="24092"/>
                </a:cubicBezTo>
                <a:cubicBezTo>
                  <a:pt x="75815" y="23773"/>
                  <a:pt x="74605" y="23614"/>
                  <a:pt x="73213" y="23614"/>
                </a:cubicBezTo>
                <a:cubicBezTo>
                  <a:pt x="71329" y="23614"/>
                  <a:pt x="69611" y="23926"/>
                  <a:pt x="68060" y="24549"/>
                </a:cubicBezTo>
                <a:cubicBezTo>
                  <a:pt x="66509" y="25172"/>
                  <a:pt x="65110" y="26057"/>
                  <a:pt x="63863" y="27202"/>
                </a:cubicBezTo>
                <a:cubicBezTo>
                  <a:pt x="62616" y="28347"/>
                  <a:pt x="61515" y="29731"/>
                  <a:pt x="60558" y="31355"/>
                </a:cubicBezTo>
                <a:cubicBezTo>
                  <a:pt x="59601" y="32978"/>
                  <a:pt x="58789" y="34790"/>
                  <a:pt x="58123" y="36791"/>
                </a:cubicBezTo>
                <a:lnTo>
                  <a:pt x="65081" y="36791"/>
                </a:lnTo>
                <a:close/>
                <a:moveTo>
                  <a:pt x="132728" y="59057"/>
                </a:moveTo>
                <a:cubicBezTo>
                  <a:pt x="129944" y="60188"/>
                  <a:pt x="127168" y="61065"/>
                  <a:pt x="124400" y="61688"/>
                </a:cubicBezTo>
                <a:cubicBezTo>
                  <a:pt x="121631" y="62311"/>
                  <a:pt x="118797" y="62623"/>
                  <a:pt x="115898" y="62623"/>
                </a:cubicBezTo>
                <a:cubicBezTo>
                  <a:pt x="113172" y="62623"/>
                  <a:pt x="110940" y="62289"/>
                  <a:pt x="109200" y="61623"/>
                </a:cubicBezTo>
                <a:cubicBezTo>
                  <a:pt x="107461" y="60955"/>
                  <a:pt x="106156" y="59860"/>
                  <a:pt x="105287" y="58337"/>
                </a:cubicBezTo>
                <a:cubicBezTo>
                  <a:pt x="104417" y="56814"/>
                  <a:pt x="103967" y="54819"/>
                  <a:pt x="103938" y="52353"/>
                </a:cubicBezTo>
                <a:cubicBezTo>
                  <a:pt x="103909" y="49887"/>
                  <a:pt x="104243" y="46869"/>
                  <a:pt x="104939" y="43301"/>
                </a:cubicBezTo>
                <a:lnTo>
                  <a:pt x="113593" y="522"/>
                </a:lnTo>
                <a:lnTo>
                  <a:pt x="121334" y="522"/>
                </a:lnTo>
                <a:lnTo>
                  <a:pt x="112810" y="43301"/>
                </a:lnTo>
                <a:cubicBezTo>
                  <a:pt x="112288" y="45883"/>
                  <a:pt x="111962" y="48001"/>
                  <a:pt x="111831" y="49655"/>
                </a:cubicBezTo>
                <a:cubicBezTo>
                  <a:pt x="111701" y="51310"/>
                  <a:pt x="111795" y="52616"/>
                  <a:pt x="112114" y="53575"/>
                </a:cubicBezTo>
                <a:cubicBezTo>
                  <a:pt x="112433" y="54532"/>
                  <a:pt x="112977" y="55200"/>
                  <a:pt x="113745" y="55578"/>
                </a:cubicBezTo>
                <a:cubicBezTo>
                  <a:pt x="114513" y="55955"/>
                  <a:pt x="115535" y="56143"/>
                  <a:pt x="116811" y="56143"/>
                </a:cubicBezTo>
                <a:cubicBezTo>
                  <a:pt x="118956" y="56143"/>
                  <a:pt x="121341" y="55839"/>
                  <a:pt x="123965" y="55230"/>
                </a:cubicBezTo>
                <a:cubicBezTo>
                  <a:pt x="126588" y="54621"/>
                  <a:pt x="129509" y="53650"/>
                  <a:pt x="132728" y="52316"/>
                </a:cubicBezTo>
                <a:lnTo>
                  <a:pt x="132728" y="59057"/>
                </a:lnTo>
                <a:close/>
                <a:moveTo>
                  <a:pt x="162540" y="62782"/>
                </a:moveTo>
                <a:cubicBezTo>
                  <a:pt x="161931" y="65800"/>
                  <a:pt x="161075" y="68404"/>
                  <a:pt x="159974" y="70595"/>
                </a:cubicBezTo>
                <a:cubicBezTo>
                  <a:pt x="158872" y="72785"/>
                  <a:pt x="157473" y="74599"/>
                  <a:pt x="155777" y="76035"/>
                </a:cubicBezTo>
                <a:cubicBezTo>
                  <a:pt x="154081" y="77472"/>
                  <a:pt x="152066" y="78538"/>
                  <a:pt x="149732" y="79234"/>
                </a:cubicBezTo>
                <a:cubicBezTo>
                  <a:pt x="147398" y="79931"/>
                  <a:pt x="144695" y="80279"/>
                  <a:pt x="141622" y="80279"/>
                </a:cubicBezTo>
                <a:cubicBezTo>
                  <a:pt x="141042" y="80279"/>
                  <a:pt x="140346" y="80265"/>
                  <a:pt x="139534" y="80236"/>
                </a:cubicBezTo>
                <a:cubicBezTo>
                  <a:pt x="138723" y="80207"/>
                  <a:pt x="138027" y="80163"/>
                  <a:pt x="137447" y="80105"/>
                </a:cubicBezTo>
                <a:lnTo>
                  <a:pt x="138665" y="73582"/>
                </a:lnTo>
                <a:cubicBezTo>
                  <a:pt x="139998" y="73756"/>
                  <a:pt x="141245" y="73843"/>
                  <a:pt x="142405" y="73843"/>
                </a:cubicBezTo>
                <a:cubicBezTo>
                  <a:pt x="145855" y="73843"/>
                  <a:pt x="148609" y="72957"/>
                  <a:pt x="150667" y="71185"/>
                </a:cubicBezTo>
                <a:cubicBezTo>
                  <a:pt x="152726" y="69412"/>
                  <a:pt x="154132" y="66611"/>
                  <a:pt x="154886" y="62781"/>
                </a:cubicBezTo>
                <a:lnTo>
                  <a:pt x="161278" y="30964"/>
                </a:lnTo>
                <a:lnTo>
                  <a:pt x="147232" y="30964"/>
                </a:lnTo>
                <a:lnTo>
                  <a:pt x="148493" y="24658"/>
                </a:lnTo>
                <a:lnTo>
                  <a:pt x="162540" y="24658"/>
                </a:lnTo>
                <a:lnTo>
                  <a:pt x="163975" y="17439"/>
                </a:lnTo>
                <a:cubicBezTo>
                  <a:pt x="165134" y="11669"/>
                  <a:pt x="167396" y="7320"/>
                  <a:pt x="170759" y="4392"/>
                </a:cubicBezTo>
                <a:cubicBezTo>
                  <a:pt x="174122" y="1464"/>
                  <a:pt x="178833" y="0"/>
                  <a:pt x="184892" y="0"/>
                </a:cubicBezTo>
                <a:cubicBezTo>
                  <a:pt x="186429" y="0"/>
                  <a:pt x="188118" y="87"/>
                  <a:pt x="189959" y="262"/>
                </a:cubicBezTo>
                <a:cubicBezTo>
                  <a:pt x="191800" y="437"/>
                  <a:pt x="193619" y="699"/>
                  <a:pt x="195417" y="1049"/>
                </a:cubicBezTo>
                <a:lnTo>
                  <a:pt x="194068" y="7523"/>
                </a:lnTo>
                <a:cubicBezTo>
                  <a:pt x="192416" y="7133"/>
                  <a:pt x="190756" y="6833"/>
                  <a:pt x="189089" y="6622"/>
                </a:cubicBezTo>
                <a:cubicBezTo>
                  <a:pt x="187422" y="6411"/>
                  <a:pt x="185762" y="6306"/>
                  <a:pt x="184110" y="6306"/>
                </a:cubicBezTo>
                <a:cubicBezTo>
                  <a:pt x="180660" y="6306"/>
                  <a:pt x="177905" y="7234"/>
                  <a:pt x="175847" y="9089"/>
                </a:cubicBezTo>
                <a:cubicBezTo>
                  <a:pt x="173788" y="10945"/>
                  <a:pt x="172382" y="13728"/>
                  <a:pt x="171629" y="17439"/>
                </a:cubicBezTo>
                <a:lnTo>
                  <a:pt x="170193" y="24658"/>
                </a:lnTo>
                <a:lnTo>
                  <a:pt x="189372" y="24658"/>
                </a:lnTo>
                <a:lnTo>
                  <a:pt x="188111" y="30964"/>
                </a:lnTo>
                <a:lnTo>
                  <a:pt x="168976" y="30964"/>
                </a:lnTo>
                <a:lnTo>
                  <a:pt x="162540" y="62782"/>
                </a:lnTo>
                <a:moveTo>
                  <a:pt x="141970" y="18352"/>
                </a:moveTo>
                <a:lnTo>
                  <a:pt x="141970" y="18352"/>
                </a:lnTo>
                <a:close/>
              </a:path>
            </a:pathLst>
          </a:custGeom>
          <a:solidFill xmlns:a="http://schemas.openxmlformats.org/drawingml/2006/main">
            <a:srgbClr val="CC7C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,">
            <a:extLst xmlns:a="http://schemas.openxmlformats.org/drawingml/2006/main">
              <a:ext uri="{FF2B5EF4-FFF2-40B4-BE49-F238E27FC236}">
                <a16:creationId xmlns:a16="http://schemas.microsoft.com/office/drawing/2014/main" id="{CACC5080-B8E5-4034-973E-22D71A4C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15" y="4338737"/>
            <a:ext cx="21005" cy="28920"/>
          </a:xfrm>
          <a:custGeom xmlns:a="http://schemas.openxmlformats.org/drawingml/2006/main">
            <a:pathLst>
              <a:path w="21005" h="28920">
                <a:moveTo>
                  <a:pt x="0" y="22962"/>
                </a:moveTo>
                <a:cubicBezTo>
                  <a:pt x="1479" y="23020"/>
                  <a:pt x="2914" y="22888"/>
                  <a:pt x="4305" y="22568"/>
                </a:cubicBezTo>
                <a:cubicBezTo>
                  <a:pt x="5697" y="22248"/>
                  <a:pt x="6922" y="21774"/>
                  <a:pt x="7980" y="21147"/>
                </a:cubicBezTo>
                <a:cubicBezTo>
                  <a:pt x="9038" y="20521"/>
                  <a:pt x="9886" y="19742"/>
                  <a:pt x="10524" y="18810"/>
                </a:cubicBezTo>
                <a:cubicBezTo>
                  <a:pt x="11162" y="17879"/>
                  <a:pt x="11481" y="16815"/>
                  <a:pt x="11481" y="15620"/>
                </a:cubicBezTo>
                <a:cubicBezTo>
                  <a:pt x="11481" y="14397"/>
                  <a:pt x="11271" y="13409"/>
                  <a:pt x="10850" y="12655"/>
                </a:cubicBezTo>
                <a:cubicBezTo>
                  <a:pt x="10430" y="11901"/>
                  <a:pt x="9959" y="11205"/>
                  <a:pt x="9437" y="10568"/>
                </a:cubicBezTo>
                <a:cubicBezTo>
                  <a:pt x="8915" y="9930"/>
                  <a:pt x="8444" y="9248"/>
                  <a:pt x="8024" y="8524"/>
                </a:cubicBezTo>
                <a:cubicBezTo>
                  <a:pt x="7603" y="7799"/>
                  <a:pt x="7393" y="6828"/>
                  <a:pt x="7393" y="5610"/>
                </a:cubicBezTo>
                <a:cubicBezTo>
                  <a:pt x="7393" y="5001"/>
                  <a:pt x="7509" y="4363"/>
                  <a:pt x="7741" y="3696"/>
                </a:cubicBezTo>
                <a:cubicBezTo>
                  <a:pt x="7973" y="3030"/>
                  <a:pt x="8328" y="2421"/>
                  <a:pt x="8806" y="1870"/>
                </a:cubicBezTo>
                <a:cubicBezTo>
                  <a:pt x="9285" y="1319"/>
                  <a:pt x="9894" y="870"/>
                  <a:pt x="10633" y="522"/>
                </a:cubicBezTo>
                <a:cubicBezTo>
                  <a:pt x="11372" y="174"/>
                  <a:pt x="12249" y="0"/>
                  <a:pt x="13264" y="0"/>
                </a:cubicBezTo>
                <a:cubicBezTo>
                  <a:pt x="14279" y="0"/>
                  <a:pt x="15257" y="211"/>
                  <a:pt x="16199" y="632"/>
                </a:cubicBezTo>
                <a:cubicBezTo>
                  <a:pt x="17142" y="1052"/>
                  <a:pt x="17968" y="1698"/>
                  <a:pt x="18678" y="2570"/>
                </a:cubicBezTo>
                <a:cubicBezTo>
                  <a:pt x="19388" y="3441"/>
                  <a:pt x="19954" y="4530"/>
                  <a:pt x="20374" y="5837"/>
                </a:cubicBezTo>
                <a:cubicBezTo>
                  <a:pt x="20795" y="7143"/>
                  <a:pt x="21005" y="8682"/>
                  <a:pt x="21005" y="10453"/>
                </a:cubicBezTo>
                <a:cubicBezTo>
                  <a:pt x="21005" y="12863"/>
                  <a:pt x="20563" y="15179"/>
                  <a:pt x="19678" y="17399"/>
                </a:cubicBezTo>
                <a:cubicBezTo>
                  <a:pt x="18794" y="19621"/>
                  <a:pt x="17475" y="21588"/>
                  <a:pt x="15721" y="23301"/>
                </a:cubicBezTo>
                <a:cubicBezTo>
                  <a:pt x="13967" y="25015"/>
                  <a:pt x="11778" y="26379"/>
                  <a:pt x="9154" y="27395"/>
                </a:cubicBezTo>
                <a:cubicBezTo>
                  <a:pt x="6530" y="28411"/>
                  <a:pt x="3479" y="28920"/>
                  <a:pt x="0" y="28920"/>
                </a:cubicBezTo>
                <a:lnTo>
                  <a:pt x="0" y="22962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observation">
            <a:extLst xmlns:a="http://schemas.openxmlformats.org/drawingml/2006/main">
              <a:ext uri="{FF2B5EF4-FFF2-40B4-BE49-F238E27FC236}">
                <a16:creationId xmlns:a16="http://schemas.microsoft.com/office/drawing/2014/main" id="{ECC4C6F0-56A6-46A9-A8A0-21CE5377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65" y="4396797"/>
            <a:ext cx="528536" cy="62797"/>
          </a:xfrm>
          <a:custGeom xmlns:a="http://schemas.openxmlformats.org/drawingml/2006/main">
            <a:pathLst>
              <a:path w="528536" h="62797">
                <a:moveTo>
                  <a:pt x="16569" y="62797"/>
                </a:moveTo>
                <a:cubicBezTo>
                  <a:pt x="11350" y="62797"/>
                  <a:pt x="7284" y="61456"/>
                  <a:pt x="4371" y="58774"/>
                </a:cubicBezTo>
                <a:cubicBezTo>
                  <a:pt x="1457" y="56092"/>
                  <a:pt x="0" y="52070"/>
                  <a:pt x="0" y="46706"/>
                </a:cubicBezTo>
                <a:cubicBezTo>
                  <a:pt x="0" y="44300"/>
                  <a:pt x="254" y="41915"/>
                  <a:pt x="761" y="39552"/>
                </a:cubicBezTo>
                <a:cubicBezTo>
                  <a:pt x="1268" y="37190"/>
                  <a:pt x="2015" y="34928"/>
                  <a:pt x="3001" y="32768"/>
                </a:cubicBezTo>
                <a:cubicBezTo>
                  <a:pt x="3986" y="30608"/>
                  <a:pt x="5204" y="28601"/>
                  <a:pt x="6654" y="26745"/>
                </a:cubicBezTo>
                <a:cubicBezTo>
                  <a:pt x="8103" y="24890"/>
                  <a:pt x="9770" y="23281"/>
                  <a:pt x="11655" y="21918"/>
                </a:cubicBezTo>
                <a:cubicBezTo>
                  <a:pt x="13539" y="20555"/>
                  <a:pt x="15619" y="19490"/>
                  <a:pt x="17895" y="18722"/>
                </a:cubicBezTo>
                <a:cubicBezTo>
                  <a:pt x="20171" y="17953"/>
                  <a:pt x="22643" y="17569"/>
                  <a:pt x="25310" y="17569"/>
                </a:cubicBezTo>
                <a:cubicBezTo>
                  <a:pt x="27919" y="17569"/>
                  <a:pt x="30246" y="17910"/>
                  <a:pt x="32290" y="18591"/>
                </a:cubicBezTo>
                <a:cubicBezTo>
                  <a:pt x="34334" y="19272"/>
                  <a:pt x="36059" y="20287"/>
                  <a:pt x="37465" y="21635"/>
                </a:cubicBezTo>
                <a:cubicBezTo>
                  <a:pt x="38871" y="22983"/>
                  <a:pt x="39951" y="24665"/>
                  <a:pt x="40705" y="26680"/>
                </a:cubicBezTo>
                <a:cubicBezTo>
                  <a:pt x="41459" y="28695"/>
                  <a:pt x="41836" y="31036"/>
                  <a:pt x="41836" y="33703"/>
                </a:cubicBezTo>
                <a:cubicBezTo>
                  <a:pt x="41836" y="36081"/>
                  <a:pt x="41582" y="38451"/>
                  <a:pt x="41075" y="40814"/>
                </a:cubicBezTo>
                <a:cubicBezTo>
                  <a:pt x="40567" y="43176"/>
                  <a:pt x="39821" y="45438"/>
                  <a:pt x="38835" y="47598"/>
                </a:cubicBezTo>
                <a:cubicBezTo>
                  <a:pt x="37849" y="49758"/>
                  <a:pt x="36631" y="51765"/>
                  <a:pt x="35182" y="53621"/>
                </a:cubicBezTo>
                <a:cubicBezTo>
                  <a:pt x="33732" y="55476"/>
                  <a:pt x="32072" y="57085"/>
                  <a:pt x="30202" y="58448"/>
                </a:cubicBezTo>
                <a:cubicBezTo>
                  <a:pt x="28332" y="59811"/>
                  <a:pt x="26252" y="60876"/>
                  <a:pt x="23962" y="61644"/>
                </a:cubicBezTo>
                <a:cubicBezTo>
                  <a:pt x="21672" y="62413"/>
                  <a:pt x="19207" y="62797"/>
                  <a:pt x="16569" y="62797"/>
                </a:cubicBezTo>
                <a:moveTo>
                  <a:pt x="34095" y="34486"/>
                </a:moveTo>
                <a:cubicBezTo>
                  <a:pt x="34095" y="30978"/>
                  <a:pt x="33268" y="28354"/>
                  <a:pt x="31616" y="26615"/>
                </a:cubicBezTo>
                <a:cubicBezTo>
                  <a:pt x="29963" y="24875"/>
                  <a:pt x="27557" y="24005"/>
                  <a:pt x="24397" y="24005"/>
                </a:cubicBezTo>
                <a:cubicBezTo>
                  <a:pt x="22599" y="24005"/>
                  <a:pt x="20932" y="24317"/>
                  <a:pt x="19396" y="24940"/>
                </a:cubicBezTo>
                <a:cubicBezTo>
                  <a:pt x="17859" y="25564"/>
                  <a:pt x="16475" y="26419"/>
                  <a:pt x="15243" y="27506"/>
                </a:cubicBezTo>
                <a:cubicBezTo>
                  <a:pt x="14010" y="28593"/>
                  <a:pt x="12923" y="29855"/>
                  <a:pt x="11981" y="31290"/>
                </a:cubicBezTo>
                <a:cubicBezTo>
                  <a:pt x="11039" y="32725"/>
                  <a:pt x="10256" y="34247"/>
                  <a:pt x="9633" y="35856"/>
                </a:cubicBezTo>
                <a:cubicBezTo>
                  <a:pt x="9009" y="37465"/>
                  <a:pt x="8538" y="39132"/>
                  <a:pt x="8219" y="40857"/>
                </a:cubicBezTo>
                <a:cubicBezTo>
                  <a:pt x="7900" y="42582"/>
                  <a:pt x="7741" y="44256"/>
                  <a:pt x="7741" y="45880"/>
                </a:cubicBezTo>
                <a:cubicBezTo>
                  <a:pt x="7741" y="49388"/>
                  <a:pt x="8567" y="52019"/>
                  <a:pt x="10220" y="53773"/>
                </a:cubicBezTo>
                <a:cubicBezTo>
                  <a:pt x="11872" y="55527"/>
                  <a:pt x="14279" y="56404"/>
                  <a:pt x="17439" y="56404"/>
                </a:cubicBezTo>
                <a:cubicBezTo>
                  <a:pt x="19265" y="56404"/>
                  <a:pt x="20940" y="56092"/>
                  <a:pt x="22462" y="55469"/>
                </a:cubicBezTo>
                <a:cubicBezTo>
                  <a:pt x="23984" y="54846"/>
                  <a:pt x="25361" y="53990"/>
                  <a:pt x="26593" y="52903"/>
                </a:cubicBezTo>
                <a:cubicBezTo>
                  <a:pt x="27825" y="51816"/>
                  <a:pt x="28912" y="50555"/>
                  <a:pt x="29855" y="49120"/>
                </a:cubicBezTo>
                <a:cubicBezTo>
                  <a:pt x="30797" y="47685"/>
                  <a:pt x="31580" y="46155"/>
                  <a:pt x="32203" y="44532"/>
                </a:cubicBezTo>
                <a:cubicBezTo>
                  <a:pt x="32826" y="42908"/>
                  <a:pt x="33297" y="41234"/>
                  <a:pt x="33616" y="39509"/>
                </a:cubicBezTo>
                <a:cubicBezTo>
                  <a:pt x="33935" y="37784"/>
                  <a:pt x="34095" y="36110"/>
                  <a:pt x="34095" y="34486"/>
                </a:cubicBezTo>
                <a:close/>
                <a:moveTo>
                  <a:pt x="64820" y="62536"/>
                </a:moveTo>
                <a:cubicBezTo>
                  <a:pt x="61631" y="62536"/>
                  <a:pt x="58703" y="62217"/>
                  <a:pt x="56035" y="61579"/>
                </a:cubicBezTo>
                <a:cubicBezTo>
                  <a:pt x="53368" y="60941"/>
                  <a:pt x="50831" y="60072"/>
                  <a:pt x="48425" y="58970"/>
                </a:cubicBezTo>
                <a:lnTo>
                  <a:pt x="60080" y="522"/>
                </a:lnTo>
                <a:lnTo>
                  <a:pt x="67647" y="522"/>
                </a:lnTo>
                <a:lnTo>
                  <a:pt x="64255" y="17482"/>
                </a:lnTo>
                <a:lnTo>
                  <a:pt x="61428" y="28006"/>
                </a:lnTo>
                <a:cubicBezTo>
                  <a:pt x="62327" y="26383"/>
                  <a:pt x="63356" y="24926"/>
                  <a:pt x="64516" y="23636"/>
                </a:cubicBezTo>
                <a:cubicBezTo>
                  <a:pt x="65675" y="22346"/>
                  <a:pt x="66944" y="21251"/>
                  <a:pt x="68321" y="20352"/>
                </a:cubicBezTo>
                <a:cubicBezTo>
                  <a:pt x="69698" y="19454"/>
                  <a:pt x="71162" y="18765"/>
                  <a:pt x="72713" y="18287"/>
                </a:cubicBezTo>
                <a:cubicBezTo>
                  <a:pt x="74264" y="17808"/>
                  <a:pt x="75866" y="17569"/>
                  <a:pt x="77519" y="17569"/>
                </a:cubicBezTo>
                <a:cubicBezTo>
                  <a:pt x="79606" y="17569"/>
                  <a:pt x="81425" y="17924"/>
                  <a:pt x="82976" y="18635"/>
                </a:cubicBezTo>
                <a:cubicBezTo>
                  <a:pt x="84527" y="19345"/>
                  <a:pt x="85810" y="20338"/>
                  <a:pt x="86825" y="21614"/>
                </a:cubicBezTo>
                <a:cubicBezTo>
                  <a:pt x="87840" y="22889"/>
                  <a:pt x="88594" y="24433"/>
                  <a:pt x="89086" y="26245"/>
                </a:cubicBezTo>
                <a:cubicBezTo>
                  <a:pt x="89579" y="28057"/>
                  <a:pt x="89826" y="30065"/>
                  <a:pt x="89826" y="32268"/>
                </a:cubicBezTo>
                <a:cubicBezTo>
                  <a:pt x="89826" y="36443"/>
                  <a:pt x="89282" y="40364"/>
                  <a:pt x="88195" y="44032"/>
                </a:cubicBezTo>
                <a:cubicBezTo>
                  <a:pt x="87108" y="47699"/>
                  <a:pt x="85506" y="50903"/>
                  <a:pt x="83390" y="53643"/>
                </a:cubicBezTo>
                <a:cubicBezTo>
                  <a:pt x="81273" y="56382"/>
                  <a:pt x="78657" y="58549"/>
                  <a:pt x="75540" y="60144"/>
                </a:cubicBezTo>
                <a:cubicBezTo>
                  <a:pt x="72423" y="61739"/>
                  <a:pt x="68850" y="62536"/>
                  <a:pt x="64820" y="62536"/>
                </a:cubicBezTo>
                <a:moveTo>
                  <a:pt x="82172" y="32964"/>
                </a:moveTo>
                <a:cubicBezTo>
                  <a:pt x="82172" y="30181"/>
                  <a:pt x="81701" y="28021"/>
                  <a:pt x="80758" y="26484"/>
                </a:cubicBezTo>
                <a:cubicBezTo>
                  <a:pt x="79816" y="24948"/>
                  <a:pt x="78272" y="24179"/>
                  <a:pt x="76127" y="24179"/>
                </a:cubicBezTo>
                <a:cubicBezTo>
                  <a:pt x="74880" y="24179"/>
                  <a:pt x="73634" y="24469"/>
                  <a:pt x="72387" y="25049"/>
                </a:cubicBezTo>
                <a:cubicBezTo>
                  <a:pt x="71140" y="25629"/>
                  <a:pt x="69923" y="26426"/>
                  <a:pt x="68734" y="27441"/>
                </a:cubicBezTo>
                <a:cubicBezTo>
                  <a:pt x="67545" y="28456"/>
                  <a:pt x="66422" y="29644"/>
                  <a:pt x="65364" y="31007"/>
                </a:cubicBezTo>
                <a:cubicBezTo>
                  <a:pt x="64305" y="32370"/>
                  <a:pt x="63334" y="33826"/>
                  <a:pt x="62450" y="35378"/>
                </a:cubicBezTo>
                <a:cubicBezTo>
                  <a:pt x="61566" y="36929"/>
                  <a:pt x="60805" y="38530"/>
                  <a:pt x="60167" y="40183"/>
                </a:cubicBezTo>
                <a:cubicBezTo>
                  <a:pt x="59529" y="41836"/>
                  <a:pt x="59051" y="43474"/>
                  <a:pt x="58732" y="45097"/>
                </a:cubicBezTo>
                <a:lnTo>
                  <a:pt x="56862" y="54534"/>
                </a:lnTo>
                <a:cubicBezTo>
                  <a:pt x="58224" y="55114"/>
                  <a:pt x="59631" y="55571"/>
                  <a:pt x="61080" y="55904"/>
                </a:cubicBezTo>
                <a:cubicBezTo>
                  <a:pt x="62530" y="56237"/>
                  <a:pt x="63863" y="56404"/>
                  <a:pt x="65081" y="56404"/>
                </a:cubicBezTo>
                <a:cubicBezTo>
                  <a:pt x="67458" y="56404"/>
                  <a:pt x="69531" y="55998"/>
                  <a:pt x="71300" y="55186"/>
                </a:cubicBezTo>
                <a:cubicBezTo>
                  <a:pt x="73068" y="54375"/>
                  <a:pt x="74583" y="53316"/>
                  <a:pt x="75844" y="52012"/>
                </a:cubicBezTo>
                <a:cubicBezTo>
                  <a:pt x="77105" y="50707"/>
                  <a:pt x="78142" y="49214"/>
                  <a:pt x="78954" y="47532"/>
                </a:cubicBezTo>
                <a:cubicBezTo>
                  <a:pt x="79765" y="45851"/>
                  <a:pt x="80411" y="44140"/>
                  <a:pt x="80889" y="42401"/>
                </a:cubicBezTo>
                <a:cubicBezTo>
                  <a:pt x="81367" y="40661"/>
                  <a:pt x="81701" y="38973"/>
                  <a:pt x="81889" y="37335"/>
                </a:cubicBezTo>
                <a:cubicBezTo>
                  <a:pt x="82078" y="35696"/>
                  <a:pt x="82172" y="34240"/>
                  <a:pt x="82172" y="32964"/>
                </a:cubicBezTo>
                <a:close/>
                <a:moveTo>
                  <a:pt x="136294" y="25701"/>
                </a:moveTo>
                <a:cubicBezTo>
                  <a:pt x="133656" y="25078"/>
                  <a:pt x="131293" y="24618"/>
                  <a:pt x="129205" y="24321"/>
                </a:cubicBezTo>
                <a:cubicBezTo>
                  <a:pt x="127118" y="24024"/>
                  <a:pt x="125262" y="23875"/>
                  <a:pt x="123639" y="23875"/>
                </a:cubicBezTo>
                <a:cubicBezTo>
                  <a:pt x="121638" y="23875"/>
                  <a:pt x="119921" y="24034"/>
                  <a:pt x="118485" y="24353"/>
                </a:cubicBezTo>
                <a:cubicBezTo>
                  <a:pt x="117050" y="24672"/>
                  <a:pt x="115869" y="25122"/>
                  <a:pt x="114941" y="25701"/>
                </a:cubicBezTo>
                <a:cubicBezTo>
                  <a:pt x="114013" y="26281"/>
                  <a:pt x="113332" y="26984"/>
                  <a:pt x="112897" y="27811"/>
                </a:cubicBezTo>
                <a:cubicBezTo>
                  <a:pt x="112462" y="28637"/>
                  <a:pt x="112245" y="29557"/>
                  <a:pt x="112245" y="30572"/>
                </a:cubicBezTo>
                <a:cubicBezTo>
                  <a:pt x="112245" y="31297"/>
                  <a:pt x="112412" y="31942"/>
                  <a:pt x="112745" y="32507"/>
                </a:cubicBezTo>
                <a:cubicBezTo>
                  <a:pt x="113078" y="33073"/>
                  <a:pt x="113608" y="33609"/>
                  <a:pt x="114332" y="34116"/>
                </a:cubicBezTo>
                <a:cubicBezTo>
                  <a:pt x="115057" y="34624"/>
                  <a:pt x="116021" y="35124"/>
                  <a:pt x="117224" y="35617"/>
                </a:cubicBezTo>
                <a:cubicBezTo>
                  <a:pt x="118427" y="36110"/>
                  <a:pt x="119913" y="36631"/>
                  <a:pt x="121682" y="37182"/>
                </a:cubicBezTo>
                <a:cubicBezTo>
                  <a:pt x="123798" y="37878"/>
                  <a:pt x="125603" y="38596"/>
                  <a:pt x="127096" y="39335"/>
                </a:cubicBezTo>
                <a:cubicBezTo>
                  <a:pt x="128589" y="40074"/>
                  <a:pt x="129814" y="40908"/>
                  <a:pt x="130771" y="41836"/>
                </a:cubicBezTo>
                <a:cubicBezTo>
                  <a:pt x="131728" y="42763"/>
                  <a:pt x="132423" y="43793"/>
                  <a:pt x="132858" y="44923"/>
                </a:cubicBezTo>
                <a:cubicBezTo>
                  <a:pt x="133293" y="46054"/>
                  <a:pt x="133511" y="47359"/>
                  <a:pt x="133511" y="48837"/>
                </a:cubicBezTo>
                <a:cubicBezTo>
                  <a:pt x="133511" y="51099"/>
                  <a:pt x="133018" y="53099"/>
                  <a:pt x="132032" y="54838"/>
                </a:cubicBezTo>
                <a:cubicBezTo>
                  <a:pt x="131046" y="56578"/>
                  <a:pt x="129669" y="58035"/>
                  <a:pt x="127901" y="59209"/>
                </a:cubicBezTo>
                <a:cubicBezTo>
                  <a:pt x="126132" y="60383"/>
                  <a:pt x="124008" y="61275"/>
                  <a:pt x="121530" y="61884"/>
                </a:cubicBezTo>
                <a:cubicBezTo>
                  <a:pt x="119051" y="62492"/>
                  <a:pt x="116333" y="62797"/>
                  <a:pt x="113376" y="62797"/>
                </a:cubicBezTo>
                <a:cubicBezTo>
                  <a:pt x="110592" y="62797"/>
                  <a:pt x="107947" y="62677"/>
                  <a:pt x="105439" y="62438"/>
                </a:cubicBezTo>
                <a:cubicBezTo>
                  <a:pt x="102931" y="62200"/>
                  <a:pt x="100590" y="61812"/>
                  <a:pt x="98416" y="61275"/>
                </a:cubicBezTo>
                <a:lnTo>
                  <a:pt x="98416" y="53882"/>
                </a:lnTo>
                <a:cubicBezTo>
                  <a:pt x="101025" y="54737"/>
                  <a:pt x="103620" y="55371"/>
                  <a:pt x="106200" y="55784"/>
                </a:cubicBezTo>
                <a:cubicBezTo>
                  <a:pt x="108780" y="56197"/>
                  <a:pt x="111332" y="56404"/>
                  <a:pt x="113854" y="56404"/>
                </a:cubicBezTo>
                <a:cubicBezTo>
                  <a:pt x="117971" y="56404"/>
                  <a:pt x="120972" y="55824"/>
                  <a:pt x="122856" y="54665"/>
                </a:cubicBezTo>
                <a:cubicBezTo>
                  <a:pt x="124740" y="53505"/>
                  <a:pt x="125683" y="51707"/>
                  <a:pt x="125683" y="49272"/>
                </a:cubicBezTo>
                <a:cubicBezTo>
                  <a:pt x="125683" y="48634"/>
                  <a:pt x="125538" y="48047"/>
                  <a:pt x="125248" y="47511"/>
                </a:cubicBezTo>
                <a:cubicBezTo>
                  <a:pt x="124958" y="46974"/>
                  <a:pt x="124465" y="46467"/>
                  <a:pt x="123769" y="45989"/>
                </a:cubicBezTo>
                <a:cubicBezTo>
                  <a:pt x="123073" y="45510"/>
                  <a:pt x="122117" y="45025"/>
                  <a:pt x="120899" y="44532"/>
                </a:cubicBezTo>
                <a:cubicBezTo>
                  <a:pt x="119681" y="44039"/>
                  <a:pt x="118130" y="43517"/>
                  <a:pt x="116246" y="42966"/>
                </a:cubicBezTo>
                <a:cubicBezTo>
                  <a:pt x="114506" y="42444"/>
                  <a:pt x="112919" y="41857"/>
                  <a:pt x="111484" y="41205"/>
                </a:cubicBezTo>
                <a:cubicBezTo>
                  <a:pt x="110049" y="40553"/>
                  <a:pt x="108809" y="39770"/>
                  <a:pt x="107766" y="38857"/>
                </a:cubicBezTo>
                <a:cubicBezTo>
                  <a:pt x="106722" y="37943"/>
                  <a:pt x="105917" y="36871"/>
                  <a:pt x="105352" y="35638"/>
                </a:cubicBezTo>
                <a:cubicBezTo>
                  <a:pt x="104787" y="34406"/>
                  <a:pt x="104504" y="32978"/>
                  <a:pt x="104504" y="31355"/>
                </a:cubicBezTo>
                <a:cubicBezTo>
                  <a:pt x="104504" y="29412"/>
                  <a:pt x="104895" y="27608"/>
                  <a:pt x="105678" y="25941"/>
                </a:cubicBezTo>
                <a:cubicBezTo>
                  <a:pt x="106461" y="24274"/>
                  <a:pt x="107671" y="22817"/>
                  <a:pt x="109309" y="21570"/>
                </a:cubicBezTo>
                <a:cubicBezTo>
                  <a:pt x="110948" y="20323"/>
                  <a:pt x="113013" y="19345"/>
                  <a:pt x="115507" y="18635"/>
                </a:cubicBezTo>
                <a:cubicBezTo>
                  <a:pt x="118000" y="17924"/>
                  <a:pt x="120943" y="17569"/>
                  <a:pt x="124335" y="17569"/>
                </a:cubicBezTo>
                <a:cubicBezTo>
                  <a:pt x="125146" y="17569"/>
                  <a:pt x="126038" y="17599"/>
                  <a:pt x="127009" y="17659"/>
                </a:cubicBezTo>
                <a:cubicBezTo>
                  <a:pt x="127980" y="17719"/>
                  <a:pt x="128988" y="17816"/>
                  <a:pt x="130032" y="17951"/>
                </a:cubicBezTo>
                <a:cubicBezTo>
                  <a:pt x="131075" y="18085"/>
                  <a:pt x="132126" y="18242"/>
                  <a:pt x="133184" y="18421"/>
                </a:cubicBezTo>
                <a:cubicBezTo>
                  <a:pt x="134243" y="18600"/>
                  <a:pt x="135279" y="18809"/>
                  <a:pt x="136294" y="19048"/>
                </a:cubicBezTo>
                <a:lnTo>
                  <a:pt x="136294" y="25701"/>
                </a:lnTo>
                <a:close/>
                <a:moveTo>
                  <a:pt x="155408" y="42618"/>
                </a:moveTo>
                <a:cubicBezTo>
                  <a:pt x="155263" y="43372"/>
                  <a:pt x="155154" y="44082"/>
                  <a:pt x="155082" y="44749"/>
                </a:cubicBezTo>
                <a:cubicBezTo>
                  <a:pt x="155009" y="45416"/>
                  <a:pt x="154973" y="46068"/>
                  <a:pt x="154973" y="46706"/>
                </a:cubicBezTo>
                <a:cubicBezTo>
                  <a:pt x="154973" y="49866"/>
                  <a:pt x="155915" y="52287"/>
                  <a:pt x="157800" y="53969"/>
                </a:cubicBezTo>
                <a:cubicBezTo>
                  <a:pt x="159684" y="55650"/>
                  <a:pt x="162598" y="56491"/>
                  <a:pt x="166541" y="56491"/>
                </a:cubicBezTo>
                <a:cubicBezTo>
                  <a:pt x="169092" y="56491"/>
                  <a:pt x="171622" y="56299"/>
                  <a:pt x="174129" y="55913"/>
                </a:cubicBezTo>
                <a:cubicBezTo>
                  <a:pt x="176637" y="55528"/>
                  <a:pt x="178877" y="55082"/>
                  <a:pt x="180848" y="54578"/>
                </a:cubicBezTo>
                <a:lnTo>
                  <a:pt x="180848" y="60796"/>
                </a:lnTo>
                <a:cubicBezTo>
                  <a:pt x="178674" y="61389"/>
                  <a:pt x="176231" y="61870"/>
                  <a:pt x="173521" y="62241"/>
                </a:cubicBezTo>
                <a:cubicBezTo>
                  <a:pt x="170810" y="62612"/>
                  <a:pt x="168063" y="62797"/>
                  <a:pt x="165280" y="62797"/>
                </a:cubicBezTo>
                <a:cubicBezTo>
                  <a:pt x="159133" y="62797"/>
                  <a:pt x="154596" y="61427"/>
                  <a:pt x="151668" y="58687"/>
                </a:cubicBezTo>
                <a:cubicBezTo>
                  <a:pt x="148740" y="55947"/>
                  <a:pt x="147276" y="51983"/>
                  <a:pt x="147276" y="46793"/>
                </a:cubicBezTo>
                <a:cubicBezTo>
                  <a:pt x="147276" y="42792"/>
                  <a:pt x="147899" y="39023"/>
                  <a:pt x="149146" y="35486"/>
                </a:cubicBezTo>
                <a:cubicBezTo>
                  <a:pt x="150392" y="31949"/>
                  <a:pt x="152117" y="28854"/>
                  <a:pt x="154321" y="26202"/>
                </a:cubicBezTo>
                <a:cubicBezTo>
                  <a:pt x="156524" y="23549"/>
                  <a:pt x="159141" y="21447"/>
                  <a:pt x="162170" y="19896"/>
                </a:cubicBezTo>
                <a:cubicBezTo>
                  <a:pt x="165200" y="18345"/>
                  <a:pt x="168498" y="17569"/>
                  <a:pt x="172064" y="17569"/>
                </a:cubicBezTo>
                <a:cubicBezTo>
                  <a:pt x="174528" y="17569"/>
                  <a:pt x="176724" y="17859"/>
                  <a:pt x="178652" y="18439"/>
                </a:cubicBezTo>
                <a:cubicBezTo>
                  <a:pt x="180580" y="19019"/>
                  <a:pt x="182211" y="19816"/>
                  <a:pt x="183545" y="20831"/>
                </a:cubicBezTo>
                <a:cubicBezTo>
                  <a:pt x="184878" y="21846"/>
                  <a:pt x="185893" y="23041"/>
                  <a:pt x="186589" y="24419"/>
                </a:cubicBezTo>
                <a:cubicBezTo>
                  <a:pt x="187285" y="25796"/>
                  <a:pt x="187632" y="27282"/>
                  <a:pt x="187632" y="28876"/>
                </a:cubicBezTo>
                <a:cubicBezTo>
                  <a:pt x="187632" y="30964"/>
                  <a:pt x="187190" y="32848"/>
                  <a:pt x="186306" y="34530"/>
                </a:cubicBezTo>
                <a:cubicBezTo>
                  <a:pt x="185422" y="36211"/>
                  <a:pt x="184016" y="37653"/>
                  <a:pt x="182088" y="38857"/>
                </a:cubicBezTo>
                <a:cubicBezTo>
                  <a:pt x="180160" y="40060"/>
                  <a:pt x="177674" y="40988"/>
                  <a:pt x="174630" y="41640"/>
                </a:cubicBezTo>
                <a:cubicBezTo>
                  <a:pt x="171585" y="42292"/>
                  <a:pt x="167903" y="42618"/>
                  <a:pt x="163584" y="42618"/>
                </a:cubicBezTo>
                <a:lnTo>
                  <a:pt x="155408" y="42618"/>
                </a:lnTo>
                <a:moveTo>
                  <a:pt x="163497" y="36791"/>
                </a:moveTo>
                <a:cubicBezTo>
                  <a:pt x="166715" y="36791"/>
                  <a:pt x="169375" y="36595"/>
                  <a:pt x="171477" y="36204"/>
                </a:cubicBezTo>
                <a:cubicBezTo>
                  <a:pt x="173579" y="35812"/>
                  <a:pt x="175246" y="35283"/>
                  <a:pt x="176478" y="34617"/>
                </a:cubicBezTo>
                <a:cubicBezTo>
                  <a:pt x="177710" y="33950"/>
                  <a:pt x="178572" y="33181"/>
                  <a:pt x="179065" y="32312"/>
                </a:cubicBezTo>
                <a:cubicBezTo>
                  <a:pt x="179558" y="31442"/>
                  <a:pt x="179805" y="30543"/>
                  <a:pt x="179805" y="29615"/>
                </a:cubicBezTo>
                <a:cubicBezTo>
                  <a:pt x="179805" y="28804"/>
                  <a:pt x="179645" y="28035"/>
                  <a:pt x="179326" y="27311"/>
                </a:cubicBezTo>
                <a:cubicBezTo>
                  <a:pt x="179007" y="26586"/>
                  <a:pt x="178507" y="25948"/>
                  <a:pt x="177826" y="25397"/>
                </a:cubicBezTo>
                <a:cubicBezTo>
                  <a:pt x="177145" y="24846"/>
                  <a:pt x="176289" y="24411"/>
                  <a:pt x="175260" y="24092"/>
                </a:cubicBezTo>
                <a:cubicBezTo>
                  <a:pt x="174231" y="23773"/>
                  <a:pt x="173020" y="23614"/>
                  <a:pt x="171629" y="23614"/>
                </a:cubicBezTo>
                <a:cubicBezTo>
                  <a:pt x="169744" y="23614"/>
                  <a:pt x="168027" y="23926"/>
                  <a:pt x="166476" y="24549"/>
                </a:cubicBezTo>
                <a:cubicBezTo>
                  <a:pt x="164924" y="25172"/>
                  <a:pt x="163526" y="26057"/>
                  <a:pt x="162279" y="27202"/>
                </a:cubicBezTo>
                <a:cubicBezTo>
                  <a:pt x="161032" y="28347"/>
                  <a:pt x="159931" y="29731"/>
                  <a:pt x="158974" y="31355"/>
                </a:cubicBezTo>
                <a:cubicBezTo>
                  <a:pt x="158017" y="32978"/>
                  <a:pt x="157205" y="34790"/>
                  <a:pt x="156539" y="36791"/>
                </a:cubicBezTo>
                <a:lnTo>
                  <a:pt x="163497" y="36791"/>
                </a:lnTo>
                <a:close/>
                <a:moveTo>
                  <a:pt x="200615" y="38362"/>
                </a:moveTo>
                <a:cubicBezTo>
                  <a:pt x="200731" y="37810"/>
                  <a:pt x="200854" y="37086"/>
                  <a:pt x="200984" y="36189"/>
                </a:cubicBezTo>
                <a:cubicBezTo>
                  <a:pt x="201115" y="35292"/>
                  <a:pt x="201267" y="34084"/>
                  <a:pt x="201441" y="32566"/>
                </a:cubicBezTo>
                <a:cubicBezTo>
                  <a:pt x="201615" y="31046"/>
                  <a:pt x="201832" y="29137"/>
                  <a:pt x="202093" y="26836"/>
                </a:cubicBezTo>
                <a:cubicBezTo>
                  <a:pt x="202354" y="24536"/>
                  <a:pt x="202659" y="21708"/>
                  <a:pt x="203007" y="18352"/>
                </a:cubicBezTo>
                <a:lnTo>
                  <a:pt x="210139" y="18352"/>
                </a:lnTo>
                <a:lnTo>
                  <a:pt x="209051" y="28415"/>
                </a:lnTo>
                <a:cubicBezTo>
                  <a:pt x="210066" y="26940"/>
                  <a:pt x="211168" y="25545"/>
                  <a:pt x="212357" y="24230"/>
                </a:cubicBezTo>
                <a:cubicBezTo>
                  <a:pt x="213545" y="22913"/>
                  <a:pt x="214850" y="21764"/>
                  <a:pt x="216270" y="20781"/>
                </a:cubicBezTo>
                <a:cubicBezTo>
                  <a:pt x="217691" y="19797"/>
                  <a:pt x="219242" y="19016"/>
                  <a:pt x="220924" y="18438"/>
                </a:cubicBezTo>
                <a:cubicBezTo>
                  <a:pt x="222605" y="17859"/>
                  <a:pt x="224446" y="17569"/>
                  <a:pt x="226447" y="17569"/>
                </a:cubicBezTo>
                <a:cubicBezTo>
                  <a:pt x="231230" y="17569"/>
                  <a:pt x="234535" y="19059"/>
                  <a:pt x="236362" y="22038"/>
                </a:cubicBezTo>
                <a:cubicBezTo>
                  <a:pt x="238188" y="25017"/>
                  <a:pt x="238478" y="29325"/>
                  <a:pt x="237232" y="34964"/>
                </a:cubicBezTo>
                <a:lnTo>
                  <a:pt x="229534" y="34964"/>
                </a:lnTo>
                <a:cubicBezTo>
                  <a:pt x="229969" y="32972"/>
                  <a:pt x="230187" y="31283"/>
                  <a:pt x="230187" y="29897"/>
                </a:cubicBezTo>
                <a:cubicBezTo>
                  <a:pt x="230187" y="28511"/>
                  <a:pt x="229991" y="27392"/>
                  <a:pt x="229600" y="26540"/>
                </a:cubicBezTo>
                <a:cubicBezTo>
                  <a:pt x="229208" y="25688"/>
                  <a:pt x="228628" y="25068"/>
                  <a:pt x="227860" y="24678"/>
                </a:cubicBezTo>
                <a:cubicBezTo>
                  <a:pt x="227092" y="24288"/>
                  <a:pt x="226171" y="24092"/>
                  <a:pt x="225099" y="24092"/>
                </a:cubicBezTo>
                <a:cubicBezTo>
                  <a:pt x="223011" y="24092"/>
                  <a:pt x="220982" y="24722"/>
                  <a:pt x="219010" y="25981"/>
                </a:cubicBezTo>
                <a:cubicBezTo>
                  <a:pt x="217039" y="27240"/>
                  <a:pt x="215234" y="28889"/>
                  <a:pt x="213596" y="30930"/>
                </a:cubicBezTo>
                <a:cubicBezTo>
                  <a:pt x="211958" y="32969"/>
                  <a:pt x="210552" y="35262"/>
                  <a:pt x="209378" y="37809"/>
                </a:cubicBezTo>
                <a:cubicBezTo>
                  <a:pt x="208203" y="40356"/>
                  <a:pt x="207355" y="42921"/>
                  <a:pt x="206834" y="45506"/>
                </a:cubicBezTo>
                <a:lnTo>
                  <a:pt x="203528" y="62014"/>
                </a:lnTo>
                <a:lnTo>
                  <a:pt x="195875" y="62014"/>
                </a:lnTo>
                <a:lnTo>
                  <a:pt x="200615" y="38362"/>
                </a:lnTo>
                <a:close/>
                <a:moveTo>
                  <a:pt x="247518" y="18352"/>
                </a:moveTo>
                <a:lnTo>
                  <a:pt x="255693" y="18352"/>
                </a:lnTo>
                <a:lnTo>
                  <a:pt x="260521" y="47315"/>
                </a:lnTo>
                <a:lnTo>
                  <a:pt x="261564" y="54665"/>
                </a:lnTo>
                <a:cubicBezTo>
                  <a:pt x="264116" y="52342"/>
                  <a:pt x="266355" y="49773"/>
                  <a:pt x="268283" y="46958"/>
                </a:cubicBezTo>
                <a:cubicBezTo>
                  <a:pt x="270211" y="44142"/>
                  <a:pt x="271864" y="41174"/>
                  <a:pt x="273241" y="38053"/>
                </a:cubicBezTo>
                <a:cubicBezTo>
                  <a:pt x="274618" y="34933"/>
                  <a:pt x="275713" y="31711"/>
                  <a:pt x="276524" y="28388"/>
                </a:cubicBezTo>
                <a:cubicBezTo>
                  <a:pt x="277336" y="25064"/>
                  <a:pt x="277901" y="21719"/>
                  <a:pt x="278220" y="18352"/>
                </a:cubicBezTo>
                <a:lnTo>
                  <a:pt x="286787" y="18352"/>
                </a:lnTo>
                <a:cubicBezTo>
                  <a:pt x="286324" y="22411"/>
                  <a:pt x="285425" y="26455"/>
                  <a:pt x="284091" y="30485"/>
                </a:cubicBezTo>
                <a:cubicBezTo>
                  <a:pt x="282758" y="34515"/>
                  <a:pt x="281069" y="38414"/>
                  <a:pt x="279025" y="42183"/>
                </a:cubicBezTo>
                <a:cubicBezTo>
                  <a:pt x="276981" y="45952"/>
                  <a:pt x="274604" y="49518"/>
                  <a:pt x="271893" y="52882"/>
                </a:cubicBezTo>
                <a:cubicBezTo>
                  <a:pt x="269182" y="56245"/>
                  <a:pt x="266218" y="59289"/>
                  <a:pt x="262999" y="62014"/>
                </a:cubicBezTo>
                <a:lnTo>
                  <a:pt x="255693" y="62014"/>
                </a:lnTo>
                <a:lnTo>
                  <a:pt x="247518" y="18352"/>
                </a:lnTo>
                <a:close/>
                <a:moveTo>
                  <a:pt x="318209" y="17830"/>
                </a:moveTo>
                <a:cubicBezTo>
                  <a:pt x="320093" y="17830"/>
                  <a:pt x="321891" y="17953"/>
                  <a:pt x="323601" y="18200"/>
                </a:cubicBezTo>
                <a:cubicBezTo>
                  <a:pt x="325312" y="18446"/>
                  <a:pt x="326950" y="18801"/>
                  <a:pt x="328515" y="19265"/>
                </a:cubicBezTo>
                <a:lnTo>
                  <a:pt x="335387" y="17569"/>
                </a:lnTo>
                <a:lnTo>
                  <a:pt x="330472" y="41966"/>
                </a:lnTo>
                <a:cubicBezTo>
                  <a:pt x="330356" y="42517"/>
                  <a:pt x="330233" y="43242"/>
                  <a:pt x="330103" y="44140"/>
                </a:cubicBezTo>
                <a:cubicBezTo>
                  <a:pt x="329972" y="45039"/>
                  <a:pt x="329820" y="46250"/>
                  <a:pt x="329646" y="47772"/>
                </a:cubicBezTo>
                <a:cubicBezTo>
                  <a:pt x="329472" y="49294"/>
                  <a:pt x="329255" y="51207"/>
                  <a:pt x="328994" y="53512"/>
                </a:cubicBezTo>
                <a:cubicBezTo>
                  <a:pt x="328733" y="55817"/>
                  <a:pt x="328428" y="58651"/>
                  <a:pt x="328081" y="62014"/>
                </a:cubicBezTo>
                <a:lnTo>
                  <a:pt x="320948" y="62014"/>
                </a:lnTo>
                <a:lnTo>
                  <a:pt x="322036" y="51968"/>
                </a:lnTo>
                <a:cubicBezTo>
                  <a:pt x="320035" y="55447"/>
                  <a:pt x="317607" y="58122"/>
                  <a:pt x="314751" y="59992"/>
                </a:cubicBezTo>
                <a:cubicBezTo>
                  <a:pt x="311896" y="61862"/>
                  <a:pt x="308801" y="62797"/>
                  <a:pt x="305467" y="62797"/>
                </a:cubicBezTo>
                <a:cubicBezTo>
                  <a:pt x="303379" y="62797"/>
                  <a:pt x="301560" y="62449"/>
                  <a:pt x="300009" y="61753"/>
                </a:cubicBezTo>
                <a:cubicBezTo>
                  <a:pt x="298458" y="61057"/>
                  <a:pt x="297175" y="60064"/>
                  <a:pt x="296160" y="58774"/>
                </a:cubicBezTo>
                <a:cubicBezTo>
                  <a:pt x="295146" y="57484"/>
                  <a:pt x="294392" y="55940"/>
                  <a:pt x="293899" y="54143"/>
                </a:cubicBezTo>
                <a:cubicBezTo>
                  <a:pt x="293406" y="52345"/>
                  <a:pt x="293160" y="50345"/>
                  <a:pt x="293160" y="48141"/>
                </a:cubicBezTo>
                <a:cubicBezTo>
                  <a:pt x="293160" y="43966"/>
                  <a:pt x="293703" y="40045"/>
                  <a:pt x="294790" y="36378"/>
                </a:cubicBezTo>
                <a:cubicBezTo>
                  <a:pt x="295878" y="32710"/>
                  <a:pt x="297479" y="29499"/>
                  <a:pt x="299596" y="26745"/>
                </a:cubicBezTo>
                <a:cubicBezTo>
                  <a:pt x="301712" y="23991"/>
                  <a:pt x="304329" y="21817"/>
                  <a:pt x="307445" y="20222"/>
                </a:cubicBezTo>
                <a:cubicBezTo>
                  <a:pt x="310562" y="18627"/>
                  <a:pt x="314150" y="17830"/>
                  <a:pt x="318209" y="17830"/>
                </a:cubicBezTo>
                <a:moveTo>
                  <a:pt x="300813" y="47402"/>
                </a:moveTo>
                <a:cubicBezTo>
                  <a:pt x="300813" y="50156"/>
                  <a:pt x="301292" y="52316"/>
                  <a:pt x="302249" y="53882"/>
                </a:cubicBezTo>
                <a:cubicBezTo>
                  <a:pt x="303205" y="55447"/>
                  <a:pt x="304756" y="56230"/>
                  <a:pt x="306902" y="56230"/>
                </a:cubicBezTo>
                <a:cubicBezTo>
                  <a:pt x="308148" y="56230"/>
                  <a:pt x="309395" y="55940"/>
                  <a:pt x="310642" y="55360"/>
                </a:cubicBezTo>
                <a:cubicBezTo>
                  <a:pt x="311888" y="54781"/>
                  <a:pt x="313106" y="53983"/>
                  <a:pt x="314295" y="52968"/>
                </a:cubicBezTo>
                <a:cubicBezTo>
                  <a:pt x="315483" y="51954"/>
                  <a:pt x="316607" y="50758"/>
                  <a:pt x="317665" y="49381"/>
                </a:cubicBezTo>
                <a:cubicBezTo>
                  <a:pt x="318723" y="48004"/>
                  <a:pt x="319695" y="46525"/>
                  <a:pt x="320579" y="44945"/>
                </a:cubicBezTo>
                <a:cubicBezTo>
                  <a:pt x="321463" y="43365"/>
                  <a:pt x="322224" y="41712"/>
                  <a:pt x="322862" y="39987"/>
                </a:cubicBezTo>
                <a:cubicBezTo>
                  <a:pt x="323500" y="38262"/>
                  <a:pt x="323993" y="36544"/>
                  <a:pt x="324341" y="34834"/>
                </a:cubicBezTo>
                <a:lnTo>
                  <a:pt x="326124" y="25875"/>
                </a:lnTo>
                <a:cubicBezTo>
                  <a:pt x="324761" y="25296"/>
                  <a:pt x="323362" y="24839"/>
                  <a:pt x="321927" y="24506"/>
                </a:cubicBezTo>
                <a:cubicBezTo>
                  <a:pt x="320492" y="24172"/>
                  <a:pt x="319165" y="24005"/>
                  <a:pt x="317948" y="24005"/>
                </a:cubicBezTo>
                <a:cubicBezTo>
                  <a:pt x="315570" y="24005"/>
                  <a:pt x="313498" y="24411"/>
                  <a:pt x="311729" y="25223"/>
                </a:cubicBezTo>
                <a:cubicBezTo>
                  <a:pt x="309960" y="26035"/>
                  <a:pt x="308438" y="27093"/>
                  <a:pt x="307163" y="28398"/>
                </a:cubicBezTo>
                <a:cubicBezTo>
                  <a:pt x="305887" y="29702"/>
                  <a:pt x="304843" y="31188"/>
                  <a:pt x="304032" y="32855"/>
                </a:cubicBezTo>
                <a:cubicBezTo>
                  <a:pt x="303220" y="34522"/>
                  <a:pt x="302575" y="36226"/>
                  <a:pt x="302096" y="37965"/>
                </a:cubicBezTo>
                <a:cubicBezTo>
                  <a:pt x="301618" y="39705"/>
                  <a:pt x="301285" y="41401"/>
                  <a:pt x="301096" y="43053"/>
                </a:cubicBezTo>
                <a:cubicBezTo>
                  <a:pt x="300908" y="44706"/>
                  <a:pt x="300813" y="46155"/>
                  <a:pt x="300813" y="47402"/>
                </a:cubicBezTo>
                <a:close/>
                <a:moveTo>
                  <a:pt x="376419" y="61398"/>
                </a:moveTo>
                <a:cubicBezTo>
                  <a:pt x="374592" y="61836"/>
                  <a:pt x="372787" y="62149"/>
                  <a:pt x="371004" y="62339"/>
                </a:cubicBezTo>
                <a:cubicBezTo>
                  <a:pt x="369221" y="62528"/>
                  <a:pt x="367634" y="62623"/>
                  <a:pt x="366242" y="62623"/>
                </a:cubicBezTo>
                <a:cubicBezTo>
                  <a:pt x="363285" y="62623"/>
                  <a:pt x="360756" y="62297"/>
                  <a:pt x="358654" y="61644"/>
                </a:cubicBezTo>
                <a:cubicBezTo>
                  <a:pt x="356552" y="60992"/>
                  <a:pt x="354892" y="59956"/>
                  <a:pt x="353674" y="58535"/>
                </a:cubicBezTo>
                <a:cubicBezTo>
                  <a:pt x="352457" y="57114"/>
                  <a:pt x="351696" y="55281"/>
                  <a:pt x="351391" y="53034"/>
                </a:cubicBezTo>
                <a:cubicBezTo>
                  <a:pt x="351087" y="50787"/>
                  <a:pt x="351268" y="48054"/>
                  <a:pt x="351935" y="44836"/>
                </a:cubicBezTo>
                <a:lnTo>
                  <a:pt x="355936" y="24701"/>
                </a:lnTo>
                <a:lnTo>
                  <a:pt x="343716" y="24701"/>
                </a:lnTo>
                <a:lnTo>
                  <a:pt x="344977" y="18352"/>
                </a:lnTo>
                <a:lnTo>
                  <a:pt x="357153" y="18352"/>
                </a:lnTo>
                <a:lnTo>
                  <a:pt x="359589" y="6311"/>
                </a:lnTo>
                <a:lnTo>
                  <a:pt x="367591" y="4349"/>
                </a:lnTo>
                <a:lnTo>
                  <a:pt x="364720" y="18352"/>
                </a:lnTo>
                <a:lnTo>
                  <a:pt x="384333" y="18352"/>
                </a:lnTo>
                <a:lnTo>
                  <a:pt x="383072" y="24701"/>
                </a:lnTo>
                <a:lnTo>
                  <a:pt x="363503" y="24701"/>
                </a:lnTo>
                <a:lnTo>
                  <a:pt x="359415" y="45097"/>
                </a:lnTo>
                <a:cubicBezTo>
                  <a:pt x="359009" y="47098"/>
                  <a:pt x="358849" y="48801"/>
                  <a:pt x="358936" y="50207"/>
                </a:cubicBezTo>
                <a:cubicBezTo>
                  <a:pt x="359023" y="51613"/>
                  <a:pt x="359371" y="52766"/>
                  <a:pt x="359980" y="53664"/>
                </a:cubicBezTo>
                <a:cubicBezTo>
                  <a:pt x="360589" y="54563"/>
                  <a:pt x="361473" y="55215"/>
                  <a:pt x="362633" y="55621"/>
                </a:cubicBezTo>
                <a:cubicBezTo>
                  <a:pt x="363793" y="56027"/>
                  <a:pt x="365271" y="56230"/>
                  <a:pt x="367069" y="56230"/>
                </a:cubicBezTo>
                <a:cubicBezTo>
                  <a:pt x="368141" y="56230"/>
                  <a:pt x="369489" y="56118"/>
                  <a:pt x="371113" y="55894"/>
                </a:cubicBezTo>
                <a:cubicBezTo>
                  <a:pt x="372737" y="55670"/>
                  <a:pt x="374505" y="55318"/>
                  <a:pt x="376419" y="54838"/>
                </a:cubicBezTo>
                <a:lnTo>
                  <a:pt x="376419" y="61398"/>
                </a:lnTo>
                <a:close/>
                <a:moveTo>
                  <a:pt x="410319" y="6219"/>
                </a:moveTo>
                <a:cubicBezTo>
                  <a:pt x="410319" y="5320"/>
                  <a:pt x="410478" y="4494"/>
                  <a:pt x="410797" y="3740"/>
                </a:cubicBezTo>
                <a:cubicBezTo>
                  <a:pt x="411116" y="2986"/>
                  <a:pt x="411558" y="2334"/>
                  <a:pt x="412123" y="1783"/>
                </a:cubicBezTo>
                <a:cubicBezTo>
                  <a:pt x="412689" y="1232"/>
                  <a:pt x="413348" y="797"/>
                  <a:pt x="414102" y="478"/>
                </a:cubicBezTo>
                <a:cubicBezTo>
                  <a:pt x="414856" y="159"/>
                  <a:pt x="415668" y="0"/>
                  <a:pt x="416537" y="0"/>
                </a:cubicBezTo>
                <a:cubicBezTo>
                  <a:pt x="417378" y="0"/>
                  <a:pt x="418146" y="152"/>
                  <a:pt x="418842" y="457"/>
                </a:cubicBezTo>
                <a:cubicBezTo>
                  <a:pt x="419538" y="761"/>
                  <a:pt x="420140" y="1167"/>
                  <a:pt x="420647" y="1674"/>
                </a:cubicBezTo>
                <a:cubicBezTo>
                  <a:pt x="421154" y="2182"/>
                  <a:pt x="421546" y="2783"/>
                  <a:pt x="421821" y="3479"/>
                </a:cubicBezTo>
                <a:cubicBezTo>
                  <a:pt x="422097" y="4175"/>
                  <a:pt x="422234" y="4914"/>
                  <a:pt x="422234" y="5697"/>
                </a:cubicBezTo>
                <a:cubicBezTo>
                  <a:pt x="422234" y="6596"/>
                  <a:pt x="422075" y="7422"/>
                  <a:pt x="421756" y="8176"/>
                </a:cubicBezTo>
                <a:cubicBezTo>
                  <a:pt x="421437" y="8930"/>
                  <a:pt x="420995" y="9582"/>
                  <a:pt x="420430" y="10133"/>
                </a:cubicBezTo>
                <a:cubicBezTo>
                  <a:pt x="419864" y="10684"/>
                  <a:pt x="419205" y="11118"/>
                  <a:pt x="418451" y="11437"/>
                </a:cubicBezTo>
                <a:cubicBezTo>
                  <a:pt x="417697" y="11756"/>
                  <a:pt x="416885" y="11916"/>
                  <a:pt x="416016" y="11916"/>
                </a:cubicBezTo>
                <a:cubicBezTo>
                  <a:pt x="415175" y="11916"/>
                  <a:pt x="414399" y="11764"/>
                  <a:pt x="413689" y="11459"/>
                </a:cubicBezTo>
                <a:cubicBezTo>
                  <a:pt x="412979" y="11155"/>
                  <a:pt x="412377" y="10749"/>
                  <a:pt x="411884" y="10241"/>
                </a:cubicBezTo>
                <a:cubicBezTo>
                  <a:pt x="411391" y="9734"/>
                  <a:pt x="411007" y="9133"/>
                  <a:pt x="410732" y="8437"/>
                </a:cubicBezTo>
                <a:cubicBezTo>
                  <a:pt x="410456" y="7741"/>
                  <a:pt x="410319" y="7002"/>
                  <a:pt x="410319" y="6219"/>
                </a:cubicBezTo>
                <a:moveTo>
                  <a:pt x="428279" y="59274"/>
                </a:moveTo>
                <a:cubicBezTo>
                  <a:pt x="426279" y="60376"/>
                  <a:pt x="424170" y="61238"/>
                  <a:pt x="421952" y="61862"/>
                </a:cubicBezTo>
                <a:cubicBezTo>
                  <a:pt x="419734" y="62485"/>
                  <a:pt x="417364" y="62797"/>
                  <a:pt x="414841" y="62797"/>
                </a:cubicBezTo>
                <a:cubicBezTo>
                  <a:pt x="412783" y="62797"/>
                  <a:pt x="411058" y="62507"/>
                  <a:pt x="409666" y="61927"/>
                </a:cubicBezTo>
                <a:cubicBezTo>
                  <a:pt x="408275" y="61347"/>
                  <a:pt x="407209" y="60427"/>
                  <a:pt x="406470" y="59166"/>
                </a:cubicBezTo>
                <a:cubicBezTo>
                  <a:pt x="405731" y="57904"/>
                  <a:pt x="405318" y="56288"/>
                  <a:pt x="405231" y="54317"/>
                </a:cubicBezTo>
                <a:cubicBezTo>
                  <a:pt x="405144" y="52345"/>
                  <a:pt x="405375" y="49953"/>
                  <a:pt x="405926" y="47141"/>
                </a:cubicBezTo>
                <a:lnTo>
                  <a:pt x="408884" y="32529"/>
                </a:lnTo>
                <a:cubicBezTo>
                  <a:pt x="409231" y="30877"/>
                  <a:pt x="409398" y="29492"/>
                  <a:pt x="409384" y="28376"/>
                </a:cubicBezTo>
                <a:cubicBezTo>
                  <a:pt x="409369" y="27260"/>
                  <a:pt x="409217" y="26368"/>
                  <a:pt x="408927" y="25701"/>
                </a:cubicBezTo>
                <a:cubicBezTo>
                  <a:pt x="408637" y="25035"/>
                  <a:pt x="408209" y="24564"/>
                  <a:pt x="407644" y="24288"/>
                </a:cubicBezTo>
                <a:cubicBezTo>
                  <a:pt x="407079" y="24013"/>
                  <a:pt x="406419" y="23875"/>
                  <a:pt x="405665" y="23875"/>
                </a:cubicBezTo>
                <a:cubicBezTo>
                  <a:pt x="403694" y="23875"/>
                  <a:pt x="401751" y="24264"/>
                  <a:pt x="399838" y="25041"/>
                </a:cubicBezTo>
                <a:cubicBezTo>
                  <a:pt x="397925" y="25817"/>
                  <a:pt x="395982" y="26762"/>
                  <a:pt x="394011" y="27876"/>
                </a:cubicBezTo>
                <a:lnTo>
                  <a:pt x="394011" y="21179"/>
                </a:lnTo>
                <a:cubicBezTo>
                  <a:pt x="396011" y="20063"/>
                  <a:pt x="398120" y="19183"/>
                  <a:pt x="400338" y="18538"/>
                </a:cubicBezTo>
                <a:cubicBezTo>
                  <a:pt x="402556" y="17892"/>
                  <a:pt x="404926" y="17569"/>
                  <a:pt x="407448" y="17569"/>
                </a:cubicBezTo>
                <a:cubicBezTo>
                  <a:pt x="409507" y="17569"/>
                  <a:pt x="411232" y="17859"/>
                  <a:pt x="412624" y="18439"/>
                </a:cubicBezTo>
                <a:cubicBezTo>
                  <a:pt x="414015" y="19019"/>
                  <a:pt x="415081" y="19939"/>
                  <a:pt x="415820" y="21200"/>
                </a:cubicBezTo>
                <a:cubicBezTo>
                  <a:pt x="416559" y="22462"/>
                  <a:pt x="416972" y="24078"/>
                  <a:pt x="417059" y="26049"/>
                </a:cubicBezTo>
                <a:cubicBezTo>
                  <a:pt x="417146" y="28021"/>
                  <a:pt x="416914" y="30413"/>
                  <a:pt x="416363" y="33225"/>
                </a:cubicBezTo>
                <a:lnTo>
                  <a:pt x="413406" y="47837"/>
                </a:lnTo>
                <a:cubicBezTo>
                  <a:pt x="413087" y="49518"/>
                  <a:pt x="412928" y="50910"/>
                  <a:pt x="412928" y="52012"/>
                </a:cubicBezTo>
                <a:cubicBezTo>
                  <a:pt x="412928" y="53113"/>
                  <a:pt x="413080" y="53998"/>
                  <a:pt x="413385" y="54665"/>
                </a:cubicBezTo>
                <a:cubicBezTo>
                  <a:pt x="413689" y="55331"/>
                  <a:pt x="414117" y="55802"/>
                  <a:pt x="414667" y="56078"/>
                </a:cubicBezTo>
                <a:cubicBezTo>
                  <a:pt x="415218" y="56353"/>
                  <a:pt x="415871" y="56491"/>
                  <a:pt x="416624" y="56491"/>
                </a:cubicBezTo>
                <a:cubicBezTo>
                  <a:pt x="418596" y="56491"/>
                  <a:pt x="420538" y="56107"/>
                  <a:pt x="422452" y="55339"/>
                </a:cubicBezTo>
                <a:cubicBezTo>
                  <a:pt x="424365" y="54570"/>
                  <a:pt x="426308" y="53650"/>
                  <a:pt x="428279" y="52577"/>
                </a:cubicBezTo>
                <a:lnTo>
                  <a:pt x="428279" y="59274"/>
                </a:lnTo>
                <a:close/>
                <a:moveTo>
                  <a:pt x="455526" y="62797"/>
                </a:moveTo>
                <a:cubicBezTo>
                  <a:pt x="450307" y="62797"/>
                  <a:pt x="446241" y="61456"/>
                  <a:pt x="443327" y="58774"/>
                </a:cubicBezTo>
                <a:cubicBezTo>
                  <a:pt x="440413" y="56092"/>
                  <a:pt x="438957" y="52070"/>
                  <a:pt x="438957" y="46706"/>
                </a:cubicBezTo>
                <a:cubicBezTo>
                  <a:pt x="438957" y="44300"/>
                  <a:pt x="439210" y="41915"/>
                  <a:pt x="439718" y="39552"/>
                </a:cubicBezTo>
                <a:cubicBezTo>
                  <a:pt x="440225" y="37190"/>
                  <a:pt x="440972" y="34928"/>
                  <a:pt x="441957" y="32768"/>
                </a:cubicBezTo>
                <a:cubicBezTo>
                  <a:pt x="442943" y="30608"/>
                  <a:pt x="444161" y="28601"/>
                  <a:pt x="445610" y="26745"/>
                </a:cubicBezTo>
                <a:cubicBezTo>
                  <a:pt x="447060" y="24890"/>
                  <a:pt x="448727" y="23281"/>
                  <a:pt x="450611" y="21918"/>
                </a:cubicBezTo>
                <a:cubicBezTo>
                  <a:pt x="452496" y="20555"/>
                  <a:pt x="454576" y="19490"/>
                  <a:pt x="456852" y="18722"/>
                </a:cubicBezTo>
                <a:cubicBezTo>
                  <a:pt x="459128" y="17953"/>
                  <a:pt x="461599" y="17569"/>
                  <a:pt x="464267" y="17569"/>
                </a:cubicBezTo>
                <a:cubicBezTo>
                  <a:pt x="466876" y="17569"/>
                  <a:pt x="469203" y="17910"/>
                  <a:pt x="471247" y="18591"/>
                </a:cubicBezTo>
                <a:cubicBezTo>
                  <a:pt x="473290" y="19272"/>
                  <a:pt x="475015" y="20287"/>
                  <a:pt x="476422" y="21635"/>
                </a:cubicBezTo>
                <a:cubicBezTo>
                  <a:pt x="477828" y="22983"/>
                  <a:pt x="478908" y="24665"/>
                  <a:pt x="479661" y="26680"/>
                </a:cubicBezTo>
                <a:cubicBezTo>
                  <a:pt x="480415" y="28695"/>
                  <a:pt x="480792" y="31036"/>
                  <a:pt x="480792" y="33703"/>
                </a:cubicBezTo>
                <a:cubicBezTo>
                  <a:pt x="480792" y="36081"/>
                  <a:pt x="480538" y="38451"/>
                  <a:pt x="480031" y="40814"/>
                </a:cubicBezTo>
                <a:cubicBezTo>
                  <a:pt x="479524" y="43176"/>
                  <a:pt x="478777" y="45438"/>
                  <a:pt x="477791" y="47598"/>
                </a:cubicBezTo>
                <a:cubicBezTo>
                  <a:pt x="476806" y="49758"/>
                  <a:pt x="475588" y="51765"/>
                  <a:pt x="474138" y="53621"/>
                </a:cubicBezTo>
                <a:cubicBezTo>
                  <a:pt x="472689" y="55476"/>
                  <a:pt x="471029" y="57085"/>
                  <a:pt x="469159" y="58448"/>
                </a:cubicBezTo>
                <a:cubicBezTo>
                  <a:pt x="467289" y="59811"/>
                  <a:pt x="465209" y="60876"/>
                  <a:pt x="462919" y="61644"/>
                </a:cubicBezTo>
                <a:cubicBezTo>
                  <a:pt x="460628" y="62413"/>
                  <a:pt x="458164" y="62797"/>
                  <a:pt x="455526" y="62797"/>
                </a:cubicBezTo>
                <a:moveTo>
                  <a:pt x="473051" y="34486"/>
                </a:moveTo>
                <a:cubicBezTo>
                  <a:pt x="473051" y="30978"/>
                  <a:pt x="472225" y="28354"/>
                  <a:pt x="470572" y="26615"/>
                </a:cubicBezTo>
                <a:cubicBezTo>
                  <a:pt x="468920" y="24875"/>
                  <a:pt x="466514" y="24005"/>
                  <a:pt x="463353" y="24005"/>
                </a:cubicBezTo>
                <a:cubicBezTo>
                  <a:pt x="461556" y="24005"/>
                  <a:pt x="459889" y="24317"/>
                  <a:pt x="458352" y="24940"/>
                </a:cubicBezTo>
                <a:cubicBezTo>
                  <a:pt x="456816" y="25564"/>
                  <a:pt x="455431" y="26419"/>
                  <a:pt x="454199" y="27506"/>
                </a:cubicBezTo>
                <a:cubicBezTo>
                  <a:pt x="452967" y="28593"/>
                  <a:pt x="451880" y="29855"/>
                  <a:pt x="450938" y="31290"/>
                </a:cubicBezTo>
                <a:cubicBezTo>
                  <a:pt x="449995" y="32725"/>
                  <a:pt x="449213" y="34247"/>
                  <a:pt x="448589" y="35856"/>
                </a:cubicBezTo>
                <a:cubicBezTo>
                  <a:pt x="447966" y="37465"/>
                  <a:pt x="447495" y="39132"/>
                  <a:pt x="447176" y="40857"/>
                </a:cubicBezTo>
                <a:cubicBezTo>
                  <a:pt x="446857" y="42582"/>
                  <a:pt x="446697" y="44256"/>
                  <a:pt x="446697" y="45880"/>
                </a:cubicBezTo>
                <a:cubicBezTo>
                  <a:pt x="446697" y="49388"/>
                  <a:pt x="447524" y="52019"/>
                  <a:pt x="449176" y="53773"/>
                </a:cubicBezTo>
                <a:cubicBezTo>
                  <a:pt x="450829" y="55527"/>
                  <a:pt x="453235" y="56404"/>
                  <a:pt x="456395" y="56404"/>
                </a:cubicBezTo>
                <a:cubicBezTo>
                  <a:pt x="458222" y="56404"/>
                  <a:pt x="459896" y="56092"/>
                  <a:pt x="461418" y="55469"/>
                </a:cubicBezTo>
                <a:cubicBezTo>
                  <a:pt x="462940" y="54846"/>
                  <a:pt x="464317" y="53990"/>
                  <a:pt x="465550" y="52903"/>
                </a:cubicBezTo>
                <a:cubicBezTo>
                  <a:pt x="466782" y="51816"/>
                  <a:pt x="467869" y="50555"/>
                  <a:pt x="468811" y="49120"/>
                </a:cubicBezTo>
                <a:cubicBezTo>
                  <a:pt x="469753" y="47685"/>
                  <a:pt x="470536" y="46155"/>
                  <a:pt x="471160" y="44532"/>
                </a:cubicBezTo>
                <a:cubicBezTo>
                  <a:pt x="471783" y="42908"/>
                  <a:pt x="472254" y="41234"/>
                  <a:pt x="472573" y="39509"/>
                </a:cubicBezTo>
                <a:cubicBezTo>
                  <a:pt x="472892" y="37784"/>
                  <a:pt x="473051" y="36110"/>
                  <a:pt x="473051" y="34486"/>
                </a:cubicBezTo>
                <a:close/>
                <a:moveTo>
                  <a:pt x="491470" y="38400"/>
                </a:moveTo>
                <a:cubicBezTo>
                  <a:pt x="491586" y="37849"/>
                  <a:pt x="491709" y="37124"/>
                  <a:pt x="491839" y="36226"/>
                </a:cubicBezTo>
                <a:cubicBezTo>
                  <a:pt x="491970" y="35327"/>
                  <a:pt x="492122" y="34116"/>
                  <a:pt x="492296" y="32594"/>
                </a:cubicBezTo>
                <a:cubicBezTo>
                  <a:pt x="492470" y="31072"/>
                  <a:pt x="492687" y="29159"/>
                  <a:pt x="492948" y="26854"/>
                </a:cubicBezTo>
                <a:cubicBezTo>
                  <a:pt x="493209" y="24549"/>
                  <a:pt x="493514" y="21715"/>
                  <a:pt x="493861" y="18352"/>
                </a:cubicBezTo>
                <a:lnTo>
                  <a:pt x="500993" y="18352"/>
                </a:lnTo>
                <a:lnTo>
                  <a:pt x="499906" y="28441"/>
                </a:lnTo>
                <a:cubicBezTo>
                  <a:pt x="501936" y="24933"/>
                  <a:pt x="504364" y="22244"/>
                  <a:pt x="507191" y="20374"/>
                </a:cubicBezTo>
                <a:cubicBezTo>
                  <a:pt x="510017" y="18504"/>
                  <a:pt x="513083" y="17569"/>
                  <a:pt x="516388" y="17569"/>
                </a:cubicBezTo>
                <a:cubicBezTo>
                  <a:pt x="520998" y="17569"/>
                  <a:pt x="524267" y="18961"/>
                  <a:pt x="526195" y="21744"/>
                </a:cubicBezTo>
                <a:cubicBezTo>
                  <a:pt x="528123" y="24527"/>
                  <a:pt x="528536" y="28630"/>
                  <a:pt x="527434" y="34051"/>
                </a:cubicBezTo>
                <a:lnTo>
                  <a:pt x="521824" y="62014"/>
                </a:lnTo>
                <a:lnTo>
                  <a:pt x="514257" y="62014"/>
                </a:lnTo>
                <a:lnTo>
                  <a:pt x="519867" y="34138"/>
                </a:lnTo>
                <a:cubicBezTo>
                  <a:pt x="520592" y="30601"/>
                  <a:pt x="520541" y="28043"/>
                  <a:pt x="519715" y="26463"/>
                </a:cubicBezTo>
                <a:cubicBezTo>
                  <a:pt x="518889" y="24882"/>
                  <a:pt x="517316" y="24092"/>
                  <a:pt x="514997" y="24092"/>
                </a:cubicBezTo>
                <a:cubicBezTo>
                  <a:pt x="513141" y="24092"/>
                  <a:pt x="511293" y="24730"/>
                  <a:pt x="509452" y="26006"/>
                </a:cubicBezTo>
                <a:cubicBezTo>
                  <a:pt x="507611" y="27282"/>
                  <a:pt x="505893" y="28941"/>
                  <a:pt x="504299" y="30985"/>
                </a:cubicBezTo>
                <a:cubicBezTo>
                  <a:pt x="502704" y="33029"/>
                  <a:pt x="501320" y="35327"/>
                  <a:pt x="500145" y="37878"/>
                </a:cubicBezTo>
                <a:cubicBezTo>
                  <a:pt x="498971" y="40429"/>
                  <a:pt x="498123" y="42981"/>
                  <a:pt x="497601" y="45532"/>
                </a:cubicBezTo>
                <a:lnTo>
                  <a:pt x="494296" y="62014"/>
                </a:lnTo>
                <a:lnTo>
                  <a:pt x="486729" y="62014"/>
                </a:lnTo>
                <a:lnTo>
                  <a:pt x="491470" y="38400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:">
            <a:extLst xmlns:a="http://schemas.openxmlformats.org/drawingml/2006/main">
              <a:ext uri="{FF2B5EF4-FFF2-40B4-BE49-F238E27FC236}">
                <a16:creationId xmlns:a16="http://schemas.microsoft.com/office/drawing/2014/main" id="{317CB479-D658-4872-8E65-56905CFD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83" y="4414366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Any">
            <a:extLst xmlns:a="http://schemas.openxmlformats.org/drawingml/2006/main">
              <a:ext uri="{FF2B5EF4-FFF2-40B4-BE49-F238E27FC236}">
                <a16:creationId xmlns:a16="http://schemas.microsoft.com/office/drawing/2014/main" id="{45F69F84-D6C9-459F-8916-932EFE72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33" y="4401929"/>
            <a:ext cx="142904" cy="74973"/>
          </a:xfrm>
          <a:custGeom xmlns:a="http://schemas.openxmlformats.org/drawingml/2006/main">
            <a:pathLst>
              <a:path w="142904" h="74973">
                <a:moveTo>
                  <a:pt x="48098" y="56882"/>
                </a:moveTo>
                <a:lnTo>
                  <a:pt x="39661" y="56882"/>
                </a:lnTo>
                <a:lnTo>
                  <a:pt x="35704" y="44445"/>
                </a:lnTo>
                <a:lnTo>
                  <a:pt x="12046" y="44445"/>
                </a:lnTo>
                <a:lnTo>
                  <a:pt x="8045" y="56882"/>
                </a:lnTo>
                <a:lnTo>
                  <a:pt x="0" y="56882"/>
                </a:lnTo>
                <a:lnTo>
                  <a:pt x="18874" y="0"/>
                </a:lnTo>
                <a:lnTo>
                  <a:pt x="29485" y="0"/>
                </a:lnTo>
                <a:lnTo>
                  <a:pt x="48098" y="56882"/>
                </a:lnTo>
                <a:moveTo>
                  <a:pt x="33486" y="37530"/>
                </a:moveTo>
                <a:lnTo>
                  <a:pt x="23875" y="7132"/>
                </a:lnTo>
                <a:lnTo>
                  <a:pt x="14264" y="37530"/>
                </a:lnTo>
                <a:lnTo>
                  <a:pt x="33486" y="37530"/>
                </a:lnTo>
                <a:close/>
                <a:moveTo>
                  <a:pt x="55296" y="13220"/>
                </a:moveTo>
                <a:lnTo>
                  <a:pt x="62037" y="13220"/>
                </a:lnTo>
                <a:lnTo>
                  <a:pt x="62341" y="20265"/>
                </a:lnTo>
                <a:cubicBezTo>
                  <a:pt x="63617" y="18758"/>
                  <a:pt x="64849" y="17504"/>
                  <a:pt x="66038" y="16504"/>
                </a:cubicBezTo>
                <a:cubicBezTo>
                  <a:pt x="67226" y="15504"/>
                  <a:pt x="68393" y="14699"/>
                  <a:pt x="69538" y="14090"/>
                </a:cubicBezTo>
                <a:cubicBezTo>
                  <a:pt x="70684" y="13481"/>
                  <a:pt x="71850" y="13054"/>
                  <a:pt x="73039" y="12807"/>
                </a:cubicBezTo>
                <a:cubicBezTo>
                  <a:pt x="74228" y="12561"/>
                  <a:pt x="75460" y="12438"/>
                  <a:pt x="76736" y="12438"/>
                </a:cubicBezTo>
                <a:cubicBezTo>
                  <a:pt x="81229" y="12438"/>
                  <a:pt x="84629" y="13764"/>
                  <a:pt x="86934" y="16417"/>
                </a:cubicBezTo>
                <a:cubicBezTo>
                  <a:pt x="89238" y="19070"/>
                  <a:pt x="90391" y="23063"/>
                  <a:pt x="90391" y="28398"/>
                </a:cubicBezTo>
                <a:lnTo>
                  <a:pt x="90391" y="56882"/>
                </a:lnTo>
                <a:lnTo>
                  <a:pt x="82824" y="56882"/>
                </a:lnTo>
                <a:lnTo>
                  <a:pt x="82824" y="29007"/>
                </a:lnTo>
                <a:cubicBezTo>
                  <a:pt x="82824" y="25585"/>
                  <a:pt x="82186" y="23056"/>
                  <a:pt x="80910" y="21418"/>
                </a:cubicBezTo>
                <a:cubicBezTo>
                  <a:pt x="79635" y="19780"/>
                  <a:pt x="77736" y="18961"/>
                  <a:pt x="75214" y="18961"/>
                </a:cubicBezTo>
                <a:cubicBezTo>
                  <a:pt x="74286" y="18961"/>
                  <a:pt x="73380" y="19099"/>
                  <a:pt x="72496" y="19374"/>
                </a:cubicBezTo>
                <a:cubicBezTo>
                  <a:pt x="71611" y="19649"/>
                  <a:pt x="70691" y="20128"/>
                  <a:pt x="69734" y="20809"/>
                </a:cubicBezTo>
                <a:cubicBezTo>
                  <a:pt x="68777" y="21490"/>
                  <a:pt x="67741" y="22411"/>
                  <a:pt x="66625" y="23571"/>
                </a:cubicBezTo>
                <a:cubicBezTo>
                  <a:pt x="65508" y="24730"/>
                  <a:pt x="64255" y="26180"/>
                  <a:pt x="62863" y="27919"/>
                </a:cubicBezTo>
                <a:lnTo>
                  <a:pt x="62863" y="56882"/>
                </a:lnTo>
                <a:lnTo>
                  <a:pt x="55296" y="56882"/>
                </a:lnTo>
                <a:lnTo>
                  <a:pt x="55296" y="13220"/>
                </a:lnTo>
                <a:close/>
                <a:moveTo>
                  <a:pt x="142904" y="13220"/>
                </a:moveTo>
                <a:lnTo>
                  <a:pt x="128031" y="52273"/>
                </a:lnTo>
                <a:cubicBezTo>
                  <a:pt x="126494" y="56245"/>
                  <a:pt x="124907" y="59666"/>
                  <a:pt x="123269" y="62536"/>
                </a:cubicBezTo>
                <a:cubicBezTo>
                  <a:pt x="121631" y="65406"/>
                  <a:pt x="119841" y="67762"/>
                  <a:pt x="117898" y="69603"/>
                </a:cubicBezTo>
                <a:cubicBezTo>
                  <a:pt x="115956" y="71444"/>
                  <a:pt x="113825" y="72799"/>
                  <a:pt x="111505" y="73669"/>
                </a:cubicBezTo>
                <a:cubicBezTo>
                  <a:pt x="109186" y="74539"/>
                  <a:pt x="106591" y="74973"/>
                  <a:pt x="103721" y="74973"/>
                </a:cubicBezTo>
                <a:cubicBezTo>
                  <a:pt x="102967" y="74973"/>
                  <a:pt x="102286" y="74959"/>
                  <a:pt x="101677" y="74930"/>
                </a:cubicBezTo>
                <a:cubicBezTo>
                  <a:pt x="101068" y="74901"/>
                  <a:pt x="100401" y="74858"/>
                  <a:pt x="99677" y="74800"/>
                </a:cubicBezTo>
                <a:lnTo>
                  <a:pt x="99677" y="67928"/>
                </a:lnTo>
                <a:cubicBezTo>
                  <a:pt x="100314" y="68015"/>
                  <a:pt x="101010" y="68095"/>
                  <a:pt x="101764" y="68168"/>
                </a:cubicBezTo>
                <a:cubicBezTo>
                  <a:pt x="102518" y="68240"/>
                  <a:pt x="103315" y="68276"/>
                  <a:pt x="104156" y="68276"/>
                </a:cubicBezTo>
                <a:cubicBezTo>
                  <a:pt x="105548" y="68276"/>
                  <a:pt x="106845" y="68073"/>
                  <a:pt x="108048" y="67667"/>
                </a:cubicBezTo>
                <a:cubicBezTo>
                  <a:pt x="109251" y="67262"/>
                  <a:pt x="110389" y="66602"/>
                  <a:pt x="111462" y="65689"/>
                </a:cubicBezTo>
                <a:cubicBezTo>
                  <a:pt x="112535" y="64776"/>
                  <a:pt x="113564" y="63594"/>
                  <a:pt x="114550" y="62144"/>
                </a:cubicBezTo>
                <a:cubicBezTo>
                  <a:pt x="115535" y="60695"/>
                  <a:pt x="116492" y="58941"/>
                  <a:pt x="117420" y="56882"/>
                </a:cubicBezTo>
                <a:lnTo>
                  <a:pt x="99981" y="13220"/>
                </a:lnTo>
                <a:lnTo>
                  <a:pt x="108592" y="13220"/>
                </a:lnTo>
                <a:lnTo>
                  <a:pt x="119638" y="42096"/>
                </a:lnTo>
                <a:lnTo>
                  <a:pt x="121856" y="48881"/>
                </a:lnTo>
                <a:lnTo>
                  <a:pt x="124378" y="41923"/>
                </a:lnTo>
                <a:lnTo>
                  <a:pt x="134598" y="13220"/>
                </a:lnTo>
                <a:lnTo>
                  <a:pt x="142904" y="13220"/>
                </a:lnTo>
                <a:close/>
              </a:path>
            </a:pathLst>
          </a:custGeom>
          <a:solidFill xmlns:a="http://schemas.openxmlformats.org/drawingml/2006/main">
            <a:srgbClr val="EFB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,">
            <a:extLst xmlns:a="http://schemas.openxmlformats.org/drawingml/2006/main">
              <a:ext uri="{FF2B5EF4-FFF2-40B4-BE49-F238E27FC236}">
                <a16:creationId xmlns:a16="http://schemas.microsoft.com/office/drawing/2014/main" id="{9D7A36DD-5454-4F5E-95A0-13F5017D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67" y="4444764"/>
            <a:ext cx="21005" cy="28920"/>
          </a:xfrm>
          <a:custGeom xmlns:a="http://schemas.openxmlformats.org/drawingml/2006/main">
            <a:pathLst>
              <a:path w="21005" h="28920">
                <a:moveTo>
                  <a:pt x="0" y="22962"/>
                </a:moveTo>
                <a:cubicBezTo>
                  <a:pt x="1479" y="23020"/>
                  <a:pt x="2914" y="22888"/>
                  <a:pt x="4305" y="22568"/>
                </a:cubicBezTo>
                <a:cubicBezTo>
                  <a:pt x="5697" y="22248"/>
                  <a:pt x="6922" y="21774"/>
                  <a:pt x="7980" y="21147"/>
                </a:cubicBezTo>
                <a:cubicBezTo>
                  <a:pt x="9038" y="20521"/>
                  <a:pt x="9886" y="19742"/>
                  <a:pt x="10524" y="18810"/>
                </a:cubicBezTo>
                <a:cubicBezTo>
                  <a:pt x="11162" y="17879"/>
                  <a:pt x="11481" y="16815"/>
                  <a:pt x="11481" y="15620"/>
                </a:cubicBezTo>
                <a:cubicBezTo>
                  <a:pt x="11481" y="14397"/>
                  <a:pt x="11271" y="13409"/>
                  <a:pt x="10850" y="12655"/>
                </a:cubicBezTo>
                <a:cubicBezTo>
                  <a:pt x="10430" y="11901"/>
                  <a:pt x="9959" y="11205"/>
                  <a:pt x="9437" y="10568"/>
                </a:cubicBezTo>
                <a:cubicBezTo>
                  <a:pt x="8915" y="9930"/>
                  <a:pt x="8444" y="9248"/>
                  <a:pt x="8024" y="8524"/>
                </a:cubicBezTo>
                <a:cubicBezTo>
                  <a:pt x="7603" y="7799"/>
                  <a:pt x="7393" y="6828"/>
                  <a:pt x="7393" y="5610"/>
                </a:cubicBezTo>
                <a:cubicBezTo>
                  <a:pt x="7393" y="5001"/>
                  <a:pt x="7509" y="4363"/>
                  <a:pt x="7741" y="3696"/>
                </a:cubicBezTo>
                <a:cubicBezTo>
                  <a:pt x="7973" y="3030"/>
                  <a:pt x="8328" y="2421"/>
                  <a:pt x="8806" y="1870"/>
                </a:cubicBezTo>
                <a:cubicBezTo>
                  <a:pt x="9285" y="1319"/>
                  <a:pt x="9894" y="870"/>
                  <a:pt x="10633" y="522"/>
                </a:cubicBezTo>
                <a:cubicBezTo>
                  <a:pt x="11372" y="174"/>
                  <a:pt x="12249" y="0"/>
                  <a:pt x="13264" y="0"/>
                </a:cubicBezTo>
                <a:cubicBezTo>
                  <a:pt x="14279" y="0"/>
                  <a:pt x="15257" y="211"/>
                  <a:pt x="16199" y="632"/>
                </a:cubicBezTo>
                <a:cubicBezTo>
                  <a:pt x="17142" y="1052"/>
                  <a:pt x="17968" y="1698"/>
                  <a:pt x="18678" y="2570"/>
                </a:cubicBezTo>
                <a:cubicBezTo>
                  <a:pt x="19388" y="3441"/>
                  <a:pt x="19954" y="4530"/>
                  <a:pt x="20374" y="5837"/>
                </a:cubicBezTo>
                <a:cubicBezTo>
                  <a:pt x="20795" y="7143"/>
                  <a:pt x="21005" y="8682"/>
                  <a:pt x="21005" y="10453"/>
                </a:cubicBezTo>
                <a:cubicBezTo>
                  <a:pt x="21005" y="12863"/>
                  <a:pt x="20563" y="15179"/>
                  <a:pt x="19678" y="17399"/>
                </a:cubicBezTo>
                <a:cubicBezTo>
                  <a:pt x="18794" y="19621"/>
                  <a:pt x="17475" y="21588"/>
                  <a:pt x="15721" y="23301"/>
                </a:cubicBezTo>
                <a:cubicBezTo>
                  <a:pt x="13967" y="25015"/>
                  <a:pt x="11778" y="26379"/>
                  <a:pt x="9154" y="27395"/>
                </a:cubicBezTo>
                <a:cubicBezTo>
                  <a:pt x="6530" y="28411"/>
                  <a:pt x="3479" y="28920"/>
                  <a:pt x="0" y="28920"/>
                </a:cubicBezTo>
                <a:lnTo>
                  <a:pt x="0" y="22962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action_mask">
            <a:extLst xmlns:a="http://schemas.openxmlformats.org/drawingml/2006/main">
              <a:ext uri="{FF2B5EF4-FFF2-40B4-BE49-F238E27FC236}">
                <a16:creationId xmlns:a16="http://schemas.microsoft.com/office/drawing/2014/main" id="{C741F423-0DEA-47E6-85F2-A2A77151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73" y="4396797"/>
            <a:ext cx="528172" cy="79844"/>
          </a:xfrm>
          <a:custGeom xmlns:a="http://schemas.openxmlformats.org/drawingml/2006/main">
            <a:pathLst>
              <a:path w="528172" h="79844">
                <a:moveTo>
                  <a:pt x="25049" y="17830"/>
                </a:moveTo>
                <a:cubicBezTo>
                  <a:pt x="26934" y="17830"/>
                  <a:pt x="28731" y="17953"/>
                  <a:pt x="30442" y="18200"/>
                </a:cubicBezTo>
                <a:cubicBezTo>
                  <a:pt x="32152" y="18446"/>
                  <a:pt x="33790" y="18801"/>
                  <a:pt x="35356" y="19265"/>
                </a:cubicBezTo>
                <a:lnTo>
                  <a:pt x="42227" y="17569"/>
                </a:lnTo>
                <a:lnTo>
                  <a:pt x="37313" y="41966"/>
                </a:lnTo>
                <a:cubicBezTo>
                  <a:pt x="37197" y="42517"/>
                  <a:pt x="37074" y="43242"/>
                  <a:pt x="36943" y="44140"/>
                </a:cubicBezTo>
                <a:cubicBezTo>
                  <a:pt x="36813" y="45039"/>
                  <a:pt x="36660" y="46250"/>
                  <a:pt x="36487" y="47772"/>
                </a:cubicBezTo>
                <a:cubicBezTo>
                  <a:pt x="36313" y="49294"/>
                  <a:pt x="36095" y="51207"/>
                  <a:pt x="35834" y="53512"/>
                </a:cubicBezTo>
                <a:cubicBezTo>
                  <a:pt x="35573" y="55817"/>
                  <a:pt x="35269" y="58651"/>
                  <a:pt x="34921" y="62014"/>
                </a:cubicBezTo>
                <a:lnTo>
                  <a:pt x="27789" y="62014"/>
                </a:lnTo>
                <a:lnTo>
                  <a:pt x="28876" y="51968"/>
                </a:lnTo>
                <a:cubicBezTo>
                  <a:pt x="26876" y="55447"/>
                  <a:pt x="24448" y="58122"/>
                  <a:pt x="21592" y="59992"/>
                </a:cubicBezTo>
                <a:cubicBezTo>
                  <a:pt x="18736" y="61862"/>
                  <a:pt x="15641" y="62797"/>
                  <a:pt x="12307" y="62797"/>
                </a:cubicBezTo>
                <a:cubicBezTo>
                  <a:pt x="10220" y="62797"/>
                  <a:pt x="8400" y="62449"/>
                  <a:pt x="6849" y="61753"/>
                </a:cubicBezTo>
                <a:cubicBezTo>
                  <a:pt x="5298" y="61057"/>
                  <a:pt x="4015" y="60064"/>
                  <a:pt x="3001" y="58774"/>
                </a:cubicBezTo>
                <a:cubicBezTo>
                  <a:pt x="1986" y="57484"/>
                  <a:pt x="1232" y="55940"/>
                  <a:pt x="739" y="54143"/>
                </a:cubicBezTo>
                <a:cubicBezTo>
                  <a:pt x="246" y="52345"/>
                  <a:pt x="0" y="50345"/>
                  <a:pt x="0" y="48141"/>
                </a:cubicBezTo>
                <a:cubicBezTo>
                  <a:pt x="0" y="43966"/>
                  <a:pt x="544" y="40045"/>
                  <a:pt x="1631" y="36378"/>
                </a:cubicBezTo>
                <a:cubicBezTo>
                  <a:pt x="2718" y="32710"/>
                  <a:pt x="4320" y="29499"/>
                  <a:pt x="6436" y="26745"/>
                </a:cubicBezTo>
                <a:cubicBezTo>
                  <a:pt x="8553" y="23991"/>
                  <a:pt x="11169" y="21817"/>
                  <a:pt x="14286" y="20222"/>
                </a:cubicBezTo>
                <a:cubicBezTo>
                  <a:pt x="17402" y="18627"/>
                  <a:pt x="20990" y="17830"/>
                  <a:pt x="25049" y="17830"/>
                </a:cubicBezTo>
                <a:moveTo>
                  <a:pt x="7654" y="47402"/>
                </a:moveTo>
                <a:cubicBezTo>
                  <a:pt x="7654" y="50156"/>
                  <a:pt x="8132" y="52316"/>
                  <a:pt x="9089" y="53882"/>
                </a:cubicBezTo>
                <a:cubicBezTo>
                  <a:pt x="10046" y="55447"/>
                  <a:pt x="11597" y="56230"/>
                  <a:pt x="13742" y="56230"/>
                </a:cubicBezTo>
                <a:cubicBezTo>
                  <a:pt x="14989" y="56230"/>
                  <a:pt x="16236" y="55940"/>
                  <a:pt x="17482" y="55360"/>
                </a:cubicBezTo>
                <a:cubicBezTo>
                  <a:pt x="18729" y="54781"/>
                  <a:pt x="19947" y="53983"/>
                  <a:pt x="21135" y="52968"/>
                </a:cubicBezTo>
                <a:cubicBezTo>
                  <a:pt x="22324" y="51954"/>
                  <a:pt x="23447" y="50758"/>
                  <a:pt x="24506" y="49381"/>
                </a:cubicBezTo>
                <a:cubicBezTo>
                  <a:pt x="25564" y="48004"/>
                  <a:pt x="26535" y="46525"/>
                  <a:pt x="27419" y="44945"/>
                </a:cubicBezTo>
                <a:cubicBezTo>
                  <a:pt x="28304" y="43365"/>
                  <a:pt x="29065" y="41712"/>
                  <a:pt x="29702" y="39987"/>
                </a:cubicBezTo>
                <a:cubicBezTo>
                  <a:pt x="30340" y="38262"/>
                  <a:pt x="30833" y="36544"/>
                  <a:pt x="31181" y="34834"/>
                </a:cubicBezTo>
                <a:lnTo>
                  <a:pt x="32964" y="25875"/>
                </a:lnTo>
                <a:cubicBezTo>
                  <a:pt x="31601" y="25296"/>
                  <a:pt x="30202" y="24839"/>
                  <a:pt x="28767" y="24506"/>
                </a:cubicBezTo>
                <a:cubicBezTo>
                  <a:pt x="27332" y="24172"/>
                  <a:pt x="26006" y="24005"/>
                  <a:pt x="24788" y="24005"/>
                </a:cubicBezTo>
                <a:cubicBezTo>
                  <a:pt x="22411" y="24005"/>
                  <a:pt x="20338" y="24411"/>
                  <a:pt x="18569" y="25223"/>
                </a:cubicBezTo>
                <a:cubicBezTo>
                  <a:pt x="16801" y="26035"/>
                  <a:pt x="15279" y="27093"/>
                  <a:pt x="14003" y="28398"/>
                </a:cubicBezTo>
                <a:cubicBezTo>
                  <a:pt x="12728" y="29702"/>
                  <a:pt x="11684" y="31188"/>
                  <a:pt x="10872" y="32855"/>
                </a:cubicBezTo>
                <a:cubicBezTo>
                  <a:pt x="10060" y="34522"/>
                  <a:pt x="9415" y="36226"/>
                  <a:pt x="8937" y="37965"/>
                </a:cubicBezTo>
                <a:cubicBezTo>
                  <a:pt x="8458" y="39705"/>
                  <a:pt x="8125" y="41401"/>
                  <a:pt x="7937" y="43053"/>
                </a:cubicBezTo>
                <a:cubicBezTo>
                  <a:pt x="7748" y="44706"/>
                  <a:pt x="7654" y="46155"/>
                  <a:pt x="7654" y="47402"/>
                </a:cubicBezTo>
                <a:close/>
                <a:moveTo>
                  <a:pt x="82172" y="60188"/>
                </a:moveTo>
                <a:cubicBezTo>
                  <a:pt x="79736" y="61044"/>
                  <a:pt x="77475" y="61663"/>
                  <a:pt x="75387" y="62047"/>
                </a:cubicBezTo>
                <a:cubicBezTo>
                  <a:pt x="73300" y="62431"/>
                  <a:pt x="71169" y="62623"/>
                  <a:pt x="68995" y="62623"/>
                </a:cubicBezTo>
                <a:cubicBezTo>
                  <a:pt x="63196" y="62623"/>
                  <a:pt x="58731" y="61282"/>
                  <a:pt x="55600" y="58600"/>
                </a:cubicBezTo>
                <a:cubicBezTo>
                  <a:pt x="52469" y="55918"/>
                  <a:pt x="50904" y="51896"/>
                  <a:pt x="50904" y="46532"/>
                </a:cubicBezTo>
                <a:cubicBezTo>
                  <a:pt x="50904" y="42125"/>
                  <a:pt x="51599" y="38146"/>
                  <a:pt x="52991" y="34595"/>
                </a:cubicBezTo>
                <a:cubicBezTo>
                  <a:pt x="54383" y="31043"/>
                  <a:pt x="56282" y="28021"/>
                  <a:pt x="58688" y="25528"/>
                </a:cubicBezTo>
                <a:cubicBezTo>
                  <a:pt x="61094" y="23034"/>
                  <a:pt x="63907" y="21113"/>
                  <a:pt x="67125" y="19765"/>
                </a:cubicBezTo>
                <a:cubicBezTo>
                  <a:pt x="70343" y="18417"/>
                  <a:pt x="73764" y="17743"/>
                  <a:pt x="77388" y="17743"/>
                </a:cubicBezTo>
                <a:cubicBezTo>
                  <a:pt x="79475" y="17743"/>
                  <a:pt x="81570" y="17906"/>
                  <a:pt x="83672" y="18232"/>
                </a:cubicBezTo>
                <a:cubicBezTo>
                  <a:pt x="85774" y="18558"/>
                  <a:pt x="87767" y="19090"/>
                  <a:pt x="89652" y="19831"/>
                </a:cubicBezTo>
                <a:lnTo>
                  <a:pt x="88303" y="26702"/>
                </a:lnTo>
                <a:cubicBezTo>
                  <a:pt x="86709" y="25934"/>
                  <a:pt x="84897" y="25322"/>
                  <a:pt x="82867" y="24866"/>
                </a:cubicBezTo>
                <a:cubicBezTo>
                  <a:pt x="80838" y="24408"/>
                  <a:pt x="78881" y="24179"/>
                  <a:pt x="76996" y="24179"/>
                </a:cubicBezTo>
                <a:cubicBezTo>
                  <a:pt x="74068" y="24179"/>
                  <a:pt x="71481" y="24788"/>
                  <a:pt x="69234" y="26006"/>
                </a:cubicBezTo>
                <a:cubicBezTo>
                  <a:pt x="66987" y="27224"/>
                  <a:pt x="65095" y="28840"/>
                  <a:pt x="63559" y="30855"/>
                </a:cubicBezTo>
                <a:cubicBezTo>
                  <a:pt x="62022" y="32870"/>
                  <a:pt x="60855" y="35160"/>
                  <a:pt x="60058" y="37726"/>
                </a:cubicBezTo>
                <a:cubicBezTo>
                  <a:pt x="59261" y="40292"/>
                  <a:pt x="58862" y="42923"/>
                  <a:pt x="58862" y="45619"/>
                </a:cubicBezTo>
                <a:cubicBezTo>
                  <a:pt x="58862" y="49156"/>
                  <a:pt x="59819" y="51809"/>
                  <a:pt x="61732" y="53577"/>
                </a:cubicBezTo>
                <a:cubicBezTo>
                  <a:pt x="63646" y="55346"/>
                  <a:pt x="66458" y="56230"/>
                  <a:pt x="70169" y="56230"/>
                </a:cubicBezTo>
                <a:cubicBezTo>
                  <a:pt x="72082" y="56230"/>
                  <a:pt x="74090" y="56024"/>
                  <a:pt x="76192" y="55610"/>
                </a:cubicBezTo>
                <a:cubicBezTo>
                  <a:pt x="78294" y="55197"/>
                  <a:pt x="80287" y="54592"/>
                  <a:pt x="82172" y="53795"/>
                </a:cubicBezTo>
                <a:lnTo>
                  <a:pt x="82172" y="60188"/>
                </a:lnTo>
                <a:close/>
                <a:moveTo>
                  <a:pt x="132032" y="61398"/>
                </a:moveTo>
                <a:cubicBezTo>
                  <a:pt x="130205" y="61836"/>
                  <a:pt x="128400" y="62149"/>
                  <a:pt x="126617" y="62339"/>
                </a:cubicBezTo>
                <a:cubicBezTo>
                  <a:pt x="124834" y="62528"/>
                  <a:pt x="123247" y="62623"/>
                  <a:pt x="121855" y="62623"/>
                </a:cubicBezTo>
                <a:cubicBezTo>
                  <a:pt x="118898" y="62623"/>
                  <a:pt x="116369" y="62297"/>
                  <a:pt x="114267" y="61644"/>
                </a:cubicBezTo>
                <a:cubicBezTo>
                  <a:pt x="112165" y="60992"/>
                  <a:pt x="110505" y="59956"/>
                  <a:pt x="109287" y="58535"/>
                </a:cubicBezTo>
                <a:cubicBezTo>
                  <a:pt x="108070" y="57114"/>
                  <a:pt x="107309" y="55281"/>
                  <a:pt x="107004" y="53034"/>
                </a:cubicBezTo>
                <a:cubicBezTo>
                  <a:pt x="106700" y="50787"/>
                  <a:pt x="106881" y="48054"/>
                  <a:pt x="107548" y="44836"/>
                </a:cubicBezTo>
                <a:lnTo>
                  <a:pt x="111549" y="24701"/>
                </a:lnTo>
                <a:lnTo>
                  <a:pt x="99329" y="24701"/>
                </a:lnTo>
                <a:lnTo>
                  <a:pt x="100590" y="18352"/>
                </a:lnTo>
                <a:lnTo>
                  <a:pt x="112766" y="18352"/>
                </a:lnTo>
                <a:lnTo>
                  <a:pt x="115202" y="6311"/>
                </a:lnTo>
                <a:lnTo>
                  <a:pt x="123204" y="4349"/>
                </a:lnTo>
                <a:lnTo>
                  <a:pt x="120333" y="18352"/>
                </a:lnTo>
                <a:lnTo>
                  <a:pt x="139947" y="18352"/>
                </a:lnTo>
                <a:lnTo>
                  <a:pt x="138685" y="24701"/>
                </a:lnTo>
                <a:lnTo>
                  <a:pt x="119116" y="24701"/>
                </a:lnTo>
                <a:lnTo>
                  <a:pt x="115028" y="45097"/>
                </a:lnTo>
                <a:cubicBezTo>
                  <a:pt x="114622" y="47098"/>
                  <a:pt x="114463" y="48801"/>
                  <a:pt x="114549" y="50207"/>
                </a:cubicBezTo>
                <a:cubicBezTo>
                  <a:pt x="114636" y="51613"/>
                  <a:pt x="114984" y="52766"/>
                  <a:pt x="115593" y="53664"/>
                </a:cubicBezTo>
                <a:cubicBezTo>
                  <a:pt x="116202" y="54563"/>
                  <a:pt x="117086" y="55215"/>
                  <a:pt x="118246" y="55621"/>
                </a:cubicBezTo>
                <a:cubicBezTo>
                  <a:pt x="119406" y="56027"/>
                  <a:pt x="120884" y="56230"/>
                  <a:pt x="122682" y="56230"/>
                </a:cubicBezTo>
                <a:cubicBezTo>
                  <a:pt x="123754" y="56230"/>
                  <a:pt x="125103" y="56118"/>
                  <a:pt x="126726" y="55894"/>
                </a:cubicBezTo>
                <a:cubicBezTo>
                  <a:pt x="128350" y="55670"/>
                  <a:pt x="130118" y="55318"/>
                  <a:pt x="132032" y="54838"/>
                </a:cubicBezTo>
                <a:lnTo>
                  <a:pt x="132032" y="61398"/>
                </a:lnTo>
                <a:close/>
                <a:moveTo>
                  <a:pt x="165932" y="6219"/>
                </a:moveTo>
                <a:cubicBezTo>
                  <a:pt x="165932" y="5320"/>
                  <a:pt x="166091" y="4494"/>
                  <a:pt x="166410" y="3740"/>
                </a:cubicBezTo>
                <a:cubicBezTo>
                  <a:pt x="166729" y="2986"/>
                  <a:pt x="167171" y="2334"/>
                  <a:pt x="167736" y="1783"/>
                </a:cubicBezTo>
                <a:cubicBezTo>
                  <a:pt x="168302" y="1232"/>
                  <a:pt x="168961" y="797"/>
                  <a:pt x="169715" y="478"/>
                </a:cubicBezTo>
                <a:cubicBezTo>
                  <a:pt x="170469" y="159"/>
                  <a:pt x="171281" y="0"/>
                  <a:pt x="172150" y="0"/>
                </a:cubicBezTo>
                <a:cubicBezTo>
                  <a:pt x="172991" y="0"/>
                  <a:pt x="173759" y="152"/>
                  <a:pt x="174455" y="457"/>
                </a:cubicBezTo>
                <a:cubicBezTo>
                  <a:pt x="175151" y="761"/>
                  <a:pt x="175753" y="1167"/>
                  <a:pt x="176260" y="1674"/>
                </a:cubicBezTo>
                <a:cubicBezTo>
                  <a:pt x="176767" y="2182"/>
                  <a:pt x="177159" y="2783"/>
                  <a:pt x="177434" y="3479"/>
                </a:cubicBezTo>
                <a:cubicBezTo>
                  <a:pt x="177710" y="4175"/>
                  <a:pt x="177847" y="4914"/>
                  <a:pt x="177847" y="5697"/>
                </a:cubicBezTo>
                <a:cubicBezTo>
                  <a:pt x="177847" y="6596"/>
                  <a:pt x="177688" y="7422"/>
                  <a:pt x="177369" y="8176"/>
                </a:cubicBezTo>
                <a:cubicBezTo>
                  <a:pt x="177050" y="8930"/>
                  <a:pt x="176608" y="9582"/>
                  <a:pt x="176043" y="10133"/>
                </a:cubicBezTo>
                <a:cubicBezTo>
                  <a:pt x="175477" y="10684"/>
                  <a:pt x="174818" y="11118"/>
                  <a:pt x="174064" y="11437"/>
                </a:cubicBezTo>
                <a:cubicBezTo>
                  <a:pt x="173310" y="11756"/>
                  <a:pt x="172498" y="11916"/>
                  <a:pt x="171629" y="11916"/>
                </a:cubicBezTo>
                <a:cubicBezTo>
                  <a:pt x="170788" y="11916"/>
                  <a:pt x="170012" y="11764"/>
                  <a:pt x="169302" y="11459"/>
                </a:cubicBezTo>
                <a:cubicBezTo>
                  <a:pt x="168592" y="11155"/>
                  <a:pt x="167990" y="10749"/>
                  <a:pt x="167497" y="10241"/>
                </a:cubicBezTo>
                <a:cubicBezTo>
                  <a:pt x="167004" y="9734"/>
                  <a:pt x="166620" y="9133"/>
                  <a:pt x="166345" y="8437"/>
                </a:cubicBezTo>
                <a:cubicBezTo>
                  <a:pt x="166069" y="7741"/>
                  <a:pt x="165932" y="7002"/>
                  <a:pt x="165932" y="6219"/>
                </a:cubicBezTo>
                <a:moveTo>
                  <a:pt x="183892" y="59274"/>
                </a:moveTo>
                <a:cubicBezTo>
                  <a:pt x="181892" y="60376"/>
                  <a:pt x="179783" y="61238"/>
                  <a:pt x="177565" y="61862"/>
                </a:cubicBezTo>
                <a:cubicBezTo>
                  <a:pt x="175347" y="62485"/>
                  <a:pt x="172977" y="62797"/>
                  <a:pt x="170454" y="62797"/>
                </a:cubicBezTo>
                <a:cubicBezTo>
                  <a:pt x="168396" y="62797"/>
                  <a:pt x="166671" y="62507"/>
                  <a:pt x="165279" y="61927"/>
                </a:cubicBezTo>
                <a:cubicBezTo>
                  <a:pt x="163888" y="61347"/>
                  <a:pt x="162822" y="60427"/>
                  <a:pt x="162083" y="59166"/>
                </a:cubicBezTo>
                <a:cubicBezTo>
                  <a:pt x="161344" y="57904"/>
                  <a:pt x="160930" y="56288"/>
                  <a:pt x="160843" y="54317"/>
                </a:cubicBezTo>
                <a:cubicBezTo>
                  <a:pt x="160757" y="52345"/>
                  <a:pt x="160988" y="49953"/>
                  <a:pt x="161539" y="47141"/>
                </a:cubicBezTo>
                <a:lnTo>
                  <a:pt x="164496" y="32529"/>
                </a:lnTo>
                <a:cubicBezTo>
                  <a:pt x="164844" y="30877"/>
                  <a:pt x="165011" y="29492"/>
                  <a:pt x="164997" y="28376"/>
                </a:cubicBezTo>
                <a:cubicBezTo>
                  <a:pt x="164982" y="27260"/>
                  <a:pt x="164830" y="26368"/>
                  <a:pt x="164540" y="25701"/>
                </a:cubicBezTo>
                <a:cubicBezTo>
                  <a:pt x="164250" y="25035"/>
                  <a:pt x="163822" y="24564"/>
                  <a:pt x="163257" y="24288"/>
                </a:cubicBezTo>
                <a:cubicBezTo>
                  <a:pt x="162692" y="24013"/>
                  <a:pt x="162032" y="23875"/>
                  <a:pt x="161278" y="23875"/>
                </a:cubicBezTo>
                <a:cubicBezTo>
                  <a:pt x="159307" y="23875"/>
                  <a:pt x="157364" y="24264"/>
                  <a:pt x="155451" y="25041"/>
                </a:cubicBezTo>
                <a:cubicBezTo>
                  <a:pt x="153537" y="25817"/>
                  <a:pt x="151595" y="26762"/>
                  <a:pt x="149624" y="27876"/>
                </a:cubicBezTo>
                <a:lnTo>
                  <a:pt x="149624" y="21179"/>
                </a:lnTo>
                <a:cubicBezTo>
                  <a:pt x="151624" y="20063"/>
                  <a:pt x="153733" y="19183"/>
                  <a:pt x="155951" y="18538"/>
                </a:cubicBezTo>
                <a:cubicBezTo>
                  <a:pt x="158169" y="17892"/>
                  <a:pt x="160539" y="17569"/>
                  <a:pt x="163061" y="17569"/>
                </a:cubicBezTo>
                <a:cubicBezTo>
                  <a:pt x="165120" y="17569"/>
                  <a:pt x="166845" y="17859"/>
                  <a:pt x="168236" y="18439"/>
                </a:cubicBezTo>
                <a:cubicBezTo>
                  <a:pt x="169628" y="19019"/>
                  <a:pt x="170694" y="19939"/>
                  <a:pt x="171433" y="21200"/>
                </a:cubicBezTo>
                <a:cubicBezTo>
                  <a:pt x="172172" y="22462"/>
                  <a:pt x="172585" y="24078"/>
                  <a:pt x="172672" y="26049"/>
                </a:cubicBezTo>
                <a:cubicBezTo>
                  <a:pt x="172759" y="28021"/>
                  <a:pt x="172527" y="30413"/>
                  <a:pt x="171976" y="33225"/>
                </a:cubicBezTo>
                <a:lnTo>
                  <a:pt x="169019" y="47837"/>
                </a:lnTo>
                <a:cubicBezTo>
                  <a:pt x="168700" y="49518"/>
                  <a:pt x="168541" y="50910"/>
                  <a:pt x="168541" y="52012"/>
                </a:cubicBezTo>
                <a:cubicBezTo>
                  <a:pt x="168541" y="53113"/>
                  <a:pt x="168693" y="53998"/>
                  <a:pt x="168998" y="54665"/>
                </a:cubicBezTo>
                <a:cubicBezTo>
                  <a:pt x="169302" y="55331"/>
                  <a:pt x="169730" y="55802"/>
                  <a:pt x="170280" y="56078"/>
                </a:cubicBezTo>
                <a:cubicBezTo>
                  <a:pt x="170831" y="56353"/>
                  <a:pt x="171484" y="56491"/>
                  <a:pt x="172237" y="56491"/>
                </a:cubicBezTo>
                <a:cubicBezTo>
                  <a:pt x="174209" y="56491"/>
                  <a:pt x="176151" y="56107"/>
                  <a:pt x="178065" y="55339"/>
                </a:cubicBezTo>
                <a:cubicBezTo>
                  <a:pt x="179978" y="54570"/>
                  <a:pt x="181921" y="53650"/>
                  <a:pt x="183892" y="52577"/>
                </a:cubicBezTo>
                <a:lnTo>
                  <a:pt x="183892" y="59274"/>
                </a:lnTo>
                <a:close/>
                <a:moveTo>
                  <a:pt x="211139" y="62797"/>
                </a:moveTo>
                <a:cubicBezTo>
                  <a:pt x="205920" y="62797"/>
                  <a:pt x="201854" y="61456"/>
                  <a:pt x="198940" y="58774"/>
                </a:cubicBezTo>
                <a:cubicBezTo>
                  <a:pt x="196026" y="56092"/>
                  <a:pt x="194570" y="52070"/>
                  <a:pt x="194570" y="46706"/>
                </a:cubicBezTo>
                <a:cubicBezTo>
                  <a:pt x="194570" y="44300"/>
                  <a:pt x="194823" y="41915"/>
                  <a:pt x="195331" y="39552"/>
                </a:cubicBezTo>
                <a:cubicBezTo>
                  <a:pt x="195838" y="37190"/>
                  <a:pt x="196585" y="34928"/>
                  <a:pt x="197570" y="32768"/>
                </a:cubicBezTo>
                <a:cubicBezTo>
                  <a:pt x="198556" y="30608"/>
                  <a:pt x="199774" y="28601"/>
                  <a:pt x="201223" y="26745"/>
                </a:cubicBezTo>
                <a:cubicBezTo>
                  <a:pt x="202673" y="24890"/>
                  <a:pt x="204340" y="23281"/>
                  <a:pt x="206224" y="21918"/>
                </a:cubicBezTo>
                <a:cubicBezTo>
                  <a:pt x="208109" y="20555"/>
                  <a:pt x="210189" y="19490"/>
                  <a:pt x="212465" y="18722"/>
                </a:cubicBezTo>
                <a:cubicBezTo>
                  <a:pt x="214741" y="17953"/>
                  <a:pt x="217212" y="17569"/>
                  <a:pt x="219880" y="17569"/>
                </a:cubicBezTo>
                <a:cubicBezTo>
                  <a:pt x="222489" y="17569"/>
                  <a:pt x="224816" y="17910"/>
                  <a:pt x="226859" y="18591"/>
                </a:cubicBezTo>
                <a:cubicBezTo>
                  <a:pt x="228903" y="19272"/>
                  <a:pt x="230628" y="20287"/>
                  <a:pt x="232035" y="21635"/>
                </a:cubicBezTo>
                <a:cubicBezTo>
                  <a:pt x="233441" y="22983"/>
                  <a:pt x="234521" y="24665"/>
                  <a:pt x="235274" y="26680"/>
                </a:cubicBezTo>
                <a:cubicBezTo>
                  <a:pt x="236028" y="28695"/>
                  <a:pt x="236405" y="31036"/>
                  <a:pt x="236405" y="33703"/>
                </a:cubicBezTo>
                <a:cubicBezTo>
                  <a:pt x="236405" y="36081"/>
                  <a:pt x="236151" y="38451"/>
                  <a:pt x="235644" y="40814"/>
                </a:cubicBezTo>
                <a:cubicBezTo>
                  <a:pt x="235137" y="43176"/>
                  <a:pt x="234390" y="45438"/>
                  <a:pt x="233404" y="47598"/>
                </a:cubicBezTo>
                <a:cubicBezTo>
                  <a:pt x="232419" y="49758"/>
                  <a:pt x="231201" y="51765"/>
                  <a:pt x="229751" y="53621"/>
                </a:cubicBezTo>
                <a:cubicBezTo>
                  <a:pt x="228302" y="55476"/>
                  <a:pt x="226642" y="57085"/>
                  <a:pt x="224772" y="58448"/>
                </a:cubicBezTo>
                <a:cubicBezTo>
                  <a:pt x="222902" y="59811"/>
                  <a:pt x="220822" y="60876"/>
                  <a:pt x="218532" y="61644"/>
                </a:cubicBezTo>
                <a:cubicBezTo>
                  <a:pt x="216241" y="62413"/>
                  <a:pt x="213777" y="62797"/>
                  <a:pt x="211139" y="62797"/>
                </a:cubicBezTo>
                <a:moveTo>
                  <a:pt x="228664" y="34486"/>
                </a:moveTo>
                <a:cubicBezTo>
                  <a:pt x="228664" y="30978"/>
                  <a:pt x="227838" y="28354"/>
                  <a:pt x="226185" y="26615"/>
                </a:cubicBezTo>
                <a:cubicBezTo>
                  <a:pt x="224533" y="24875"/>
                  <a:pt x="222127" y="24005"/>
                  <a:pt x="218966" y="24005"/>
                </a:cubicBezTo>
                <a:cubicBezTo>
                  <a:pt x="217169" y="24005"/>
                  <a:pt x="215502" y="24317"/>
                  <a:pt x="213965" y="24940"/>
                </a:cubicBezTo>
                <a:cubicBezTo>
                  <a:pt x="212429" y="25564"/>
                  <a:pt x="211044" y="26419"/>
                  <a:pt x="209812" y="27506"/>
                </a:cubicBezTo>
                <a:cubicBezTo>
                  <a:pt x="208580" y="28593"/>
                  <a:pt x="207493" y="29855"/>
                  <a:pt x="206551" y="31290"/>
                </a:cubicBezTo>
                <a:cubicBezTo>
                  <a:pt x="205608" y="32725"/>
                  <a:pt x="204826" y="34247"/>
                  <a:pt x="204202" y="35856"/>
                </a:cubicBezTo>
                <a:cubicBezTo>
                  <a:pt x="203579" y="37465"/>
                  <a:pt x="203108" y="39132"/>
                  <a:pt x="202789" y="40857"/>
                </a:cubicBezTo>
                <a:cubicBezTo>
                  <a:pt x="202470" y="42582"/>
                  <a:pt x="202310" y="44256"/>
                  <a:pt x="202310" y="45880"/>
                </a:cubicBezTo>
                <a:cubicBezTo>
                  <a:pt x="202310" y="49388"/>
                  <a:pt x="203137" y="52019"/>
                  <a:pt x="204789" y="53773"/>
                </a:cubicBezTo>
                <a:cubicBezTo>
                  <a:pt x="206442" y="55527"/>
                  <a:pt x="208848" y="56404"/>
                  <a:pt x="212008" y="56404"/>
                </a:cubicBezTo>
                <a:cubicBezTo>
                  <a:pt x="213835" y="56404"/>
                  <a:pt x="215509" y="56092"/>
                  <a:pt x="217031" y="55469"/>
                </a:cubicBezTo>
                <a:cubicBezTo>
                  <a:pt x="218553" y="54846"/>
                  <a:pt x="219930" y="53990"/>
                  <a:pt x="221163" y="52903"/>
                </a:cubicBezTo>
                <a:cubicBezTo>
                  <a:pt x="222395" y="51816"/>
                  <a:pt x="223482" y="50555"/>
                  <a:pt x="224424" y="49120"/>
                </a:cubicBezTo>
                <a:cubicBezTo>
                  <a:pt x="225366" y="47685"/>
                  <a:pt x="226149" y="46155"/>
                  <a:pt x="226773" y="44532"/>
                </a:cubicBezTo>
                <a:cubicBezTo>
                  <a:pt x="227396" y="42908"/>
                  <a:pt x="227867" y="41234"/>
                  <a:pt x="228186" y="39509"/>
                </a:cubicBezTo>
                <a:cubicBezTo>
                  <a:pt x="228505" y="37784"/>
                  <a:pt x="228664" y="36110"/>
                  <a:pt x="228664" y="34486"/>
                </a:cubicBezTo>
                <a:close/>
                <a:moveTo>
                  <a:pt x="247082" y="38400"/>
                </a:moveTo>
                <a:cubicBezTo>
                  <a:pt x="247198" y="37849"/>
                  <a:pt x="247321" y="37124"/>
                  <a:pt x="247452" y="36226"/>
                </a:cubicBezTo>
                <a:cubicBezTo>
                  <a:pt x="247582" y="35327"/>
                  <a:pt x="247735" y="34116"/>
                  <a:pt x="247909" y="32594"/>
                </a:cubicBezTo>
                <a:cubicBezTo>
                  <a:pt x="248083" y="31072"/>
                  <a:pt x="248300" y="29159"/>
                  <a:pt x="248561" y="26854"/>
                </a:cubicBezTo>
                <a:cubicBezTo>
                  <a:pt x="248822" y="24549"/>
                  <a:pt x="249126" y="21715"/>
                  <a:pt x="249474" y="18352"/>
                </a:cubicBezTo>
                <a:lnTo>
                  <a:pt x="256606" y="18352"/>
                </a:lnTo>
                <a:lnTo>
                  <a:pt x="255519" y="28441"/>
                </a:lnTo>
                <a:cubicBezTo>
                  <a:pt x="257548" y="24933"/>
                  <a:pt x="259977" y="22244"/>
                  <a:pt x="262803" y="20374"/>
                </a:cubicBezTo>
                <a:cubicBezTo>
                  <a:pt x="265630" y="18504"/>
                  <a:pt x="268696" y="17569"/>
                  <a:pt x="272001" y="17569"/>
                </a:cubicBezTo>
                <a:cubicBezTo>
                  <a:pt x="276611" y="17569"/>
                  <a:pt x="279880" y="18961"/>
                  <a:pt x="281808" y="21744"/>
                </a:cubicBezTo>
                <a:cubicBezTo>
                  <a:pt x="283736" y="24527"/>
                  <a:pt x="284149" y="28630"/>
                  <a:pt x="283047" y="34051"/>
                </a:cubicBezTo>
                <a:lnTo>
                  <a:pt x="277437" y="62014"/>
                </a:lnTo>
                <a:lnTo>
                  <a:pt x="269870" y="62014"/>
                </a:lnTo>
                <a:lnTo>
                  <a:pt x="275480" y="34138"/>
                </a:lnTo>
                <a:cubicBezTo>
                  <a:pt x="276205" y="30601"/>
                  <a:pt x="276154" y="28043"/>
                  <a:pt x="275328" y="26463"/>
                </a:cubicBezTo>
                <a:cubicBezTo>
                  <a:pt x="274502" y="24882"/>
                  <a:pt x="272929" y="24092"/>
                  <a:pt x="270609" y="24092"/>
                </a:cubicBezTo>
                <a:cubicBezTo>
                  <a:pt x="268754" y="24092"/>
                  <a:pt x="266906" y="24730"/>
                  <a:pt x="265065" y="26006"/>
                </a:cubicBezTo>
                <a:cubicBezTo>
                  <a:pt x="263224" y="27282"/>
                  <a:pt x="261506" y="28941"/>
                  <a:pt x="259911" y="30985"/>
                </a:cubicBezTo>
                <a:cubicBezTo>
                  <a:pt x="258317" y="33029"/>
                  <a:pt x="256932" y="35327"/>
                  <a:pt x="255758" y="37878"/>
                </a:cubicBezTo>
                <a:cubicBezTo>
                  <a:pt x="254584" y="40429"/>
                  <a:pt x="253736" y="42981"/>
                  <a:pt x="253214" y="45532"/>
                </a:cubicBezTo>
                <a:lnTo>
                  <a:pt x="249909" y="62014"/>
                </a:lnTo>
                <a:lnTo>
                  <a:pt x="242342" y="62014"/>
                </a:lnTo>
                <a:lnTo>
                  <a:pt x="247082" y="38400"/>
                </a:lnTo>
                <a:close/>
                <a:moveTo>
                  <a:pt x="329602" y="79844"/>
                </a:moveTo>
                <a:lnTo>
                  <a:pt x="280634" y="79844"/>
                </a:lnTo>
                <a:lnTo>
                  <a:pt x="281852" y="73582"/>
                </a:lnTo>
                <a:lnTo>
                  <a:pt x="330863" y="73582"/>
                </a:lnTo>
                <a:lnTo>
                  <a:pt x="329602" y="79844"/>
                </a:lnTo>
                <a:close/>
                <a:moveTo>
                  <a:pt x="371069" y="62014"/>
                </a:moveTo>
                <a:lnTo>
                  <a:pt x="377201" y="31485"/>
                </a:lnTo>
                <a:cubicBezTo>
                  <a:pt x="377519" y="29891"/>
                  <a:pt x="377737" y="28601"/>
                  <a:pt x="377853" y="27615"/>
                </a:cubicBezTo>
                <a:cubicBezTo>
                  <a:pt x="377969" y="26629"/>
                  <a:pt x="378005" y="25861"/>
                  <a:pt x="377962" y="25310"/>
                </a:cubicBezTo>
                <a:cubicBezTo>
                  <a:pt x="377918" y="24759"/>
                  <a:pt x="377802" y="24382"/>
                  <a:pt x="377614" y="24179"/>
                </a:cubicBezTo>
                <a:cubicBezTo>
                  <a:pt x="377425" y="23976"/>
                  <a:pt x="377172" y="23875"/>
                  <a:pt x="376853" y="23875"/>
                </a:cubicBezTo>
                <a:cubicBezTo>
                  <a:pt x="376273" y="23875"/>
                  <a:pt x="375599" y="24208"/>
                  <a:pt x="374830" y="24875"/>
                </a:cubicBezTo>
                <a:cubicBezTo>
                  <a:pt x="374062" y="25542"/>
                  <a:pt x="373258" y="26426"/>
                  <a:pt x="372417" y="27528"/>
                </a:cubicBezTo>
                <a:cubicBezTo>
                  <a:pt x="371576" y="28630"/>
                  <a:pt x="370735" y="29898"/>
                  <a:pt x="369895" y="31333"/>
                </a:cubicBezTo>
                <a:cubicBezTo>
                  <a:pt x="369054" y="32768"/>
                  <a:pt x="368264" y="34261"/>
                  <a:pt x="367524" y="35812"/>
                </a:cubicBezTo>
                <a:cubicBezTo>
                  <a:pt x="366785" y="37364"/>
                  <a:pt x="366140" y="38900"/>
                  <a:pt x="365589" y="40422"/>
                </a:cubicBezTo>
                <a:cubicBezTo>
                  <a:pt x="365038" y="41944"/>
                  <a:pt x="364647" y="43358"/>
                  <a:pt x="364415" y="44662"/>
                </a:cubicBezTo>
                <a:lnTo>
                  <a:pt x="360936" y="62014"/>
                </a:lnTo>
                <a:lnTo>
                  <a:pt x="353978" y="62014"/>
                </a:lnTo>
                <a:lnTo>
                  <a:pt x="360110" y="31485"/>
                </a:lnTo>
                <a:cubicBezTo>
                  <a:pt x="360429" y="29891"/>
                  <a:pt x="360646" y="28601"/>
                  <a:pt x="360762" y="27615"/>
                </a:cubicBezTo>
                <a:cubicBezTo>
                  <a:pt x="360878" y="26629"/>
                  <a:pt x="360914" y="25861"/>
                  <a:pt x="360871" y="25310"/>
                </a:cubicBezTo>
                <a:cubicBezTo>
                  <a:pt x="360827" y="24759"/>
                  <a:pt x="360711" y="24382"/>
                  <a:pt x="360523" y="24179"/>
                </a:cubicBezTo>
                <a:cubicBezTo>
                  <a:pt x="360334" y="23976"/>
                  <a:pt x="360081" y="23875"/>
                  <a:pt x="359762" y="23875"/>
                </a:cubicBezTo>
                <a:cubicBezTo>
                  <a:pt x="359182" y="23875"/>
                  <a:pt x="358508" y="24208"/>
                  <a:pt x="357740" y="24875"/>
                </a:cubicBezTo>
                <a:cubicBezTo>
                  <a:pt x="356971" y="25542"/>
                  <a:pt x="356167" y="26426"/>
                  <a:pt x="355326" y="27528"/>
                </a:cubicBezTo>
                <a:cubicBezTo>
                  <a:pt x="354485" y="28630"/>
                  <a:pt x="353637" y="29898"/>
                  <a:pt x="352782" y="31333"/>
                </a:cubicBezTo>
                <a:cubicBezTo>
                  <a:pt x="351927" y="32768"/>
                  <a:pt x="351137" y="34261"/>
                  <a:pt x="350412" y="35812"/>
                </a:cubicBezTo>
                <a:cubicBezTo>
                  <a:pt x="349687" y="37364"/>
                  <a:pt x="349049" y="38900"/>
                  <a:pt x="348498" y="40422"/>
                </a:cubicBezTo>
                <a:cubicBezTo>
                  <a:pt x="347948" y="41944"/>
                  <a:pt x="347542" y="43358"/>
                  <a:pt x="347281" y="44662"/>
                </a:cubicBezTo>
                <a:lnTo>
                  <a:pt x="343802" y="62014"/>
                </a:lnTo>
                <a:lnTo>
                  <a:pt x="336887" y="62014"/>
                </a:lnTo>
                <a:lnTo>
                  <a:pt x="341584" y="38400"/>
                </a:lnTo>
                <a:cubicBezTo>
                  <a:pt x="341700" y="37849"/>
                  <a:pt x="341823" y="37124"/>
                  <a:pt x="341953" y="36226"/>
                </a:cubicBezTo>
                <a:cubicBezTo>
                  <a:pt x="342084" y="35327"/>
                  <a:pt x="342243" y="34116"/>
                  <a:pt x="342432" y="32594"/>
                </a:cubicBezTo>
                <a:cubicBezTo>
                  <a:pt x="342620" y="31072"/>
                  <a:pt x="342845" y="29159"/>
                  <a:pt x="343106" y="26854"/>
                </a:cubicBezTo>
                <a:cubicBezTo>
                  <a:pt x="343367" y="24549"/>
                  <a:pt x="343671" y="21715"/>
                  <a:pt x="344019" y="18352"/>
                </a:cubicBezTo>
                <a:lnTo>
                  <a:pt x="350499" y="18352"/>
                </a:lnTo>
                <a:lnTo>
                  <a:pt x="349412" y="28441"/>
                </a:lnTo>
                <a:cubicBezTo>
                  <a:pt x="350223" y="26963"/>
                  <a:pt x="351064" y="25571"/>
                  <a:pt x="351934" y="24266"/>
                </a:cubicBezTo>
                <a:cubicBezTo>
                  <a:pt x="352804" y="22962"/>
                  <a:pt x="353710" y="21809"/>
                  <a:pt x="354652" y="20809"/>
                </a:cubicBezTo>
                <a:cubicBezTo>
                  <a:pt x="355594" y="19809"/>
                  <a:pt x="356602" y="19019"/>
                  <a:pt x="357674" y="18439"/>
                </a:cubicBezTo>
                <a:cubicBezTo>
                  <a:pt x="358747" y="17859"/>
                  <a:pt x="359892" y="17569"/>
                  <a:pt x="361110" y="17569"/>
                </a:cubicBezTo>
                <a:cubicBezTo>
                  <a:pt x="362589" y="17569"/>
                  <a:pt x="363813" y="17859"/>
                  <a:pt x="364785" y="18439"/>
                </a:cubicBezTo>
                <a:cubicBezTo>
                  <a:pt x="365756" y="19019"/>
                  <a:pt x="366466" y="19802"/>
                  <a:pt x="366916" y="20787"/>
                </a:cubicBezTo>
                <a:cubicBezTo>
                  <a:pt x="367365" y="21773"/>
                  <a:pt x="367561" y="22925"/>
                  <a:pt x="367503" y="24245"/>
                </a:cubicBezTo>
                <a:cubicBezTo>
                  <a:pt x="367445" y="25564"/>
                  <a:pt x="367126" y="26963"/>
                  <a:pt x="366546" y="28441"/>
                </a:cubicBezTo>
                <a:cubicBezTo>
                  <a:pt x="367358" y="26963"/>
                  <a:pt x="368191" y="25571"/>
                  <a:pt x="369047" y="24266"/>
                </a:cubicBezTo>
                <a:cubicBezTo>
                  <a:pt x="369902" y="22962"/>
                  <a:pt x="370801" y="21809"/>
                  <a:pt x="371743" y="20809"/>
                </a:cubicBezTo>
                <a:cubicBezTo>
                  <a:pt x="372685" y="19809"/>
                  <a:pt x="373693" y="19019"/>
                  <a:pt x="374765" y="18439"/>
                </a:cubicBezTo>
                <a:cubicBezTo>
                  <a:pt x="375838" y="17859"/>
                  <a:pt x="376983" y="17569"/>
                  <a:pt x="378201" y="17569"/>
                </a:cubicBezTo>
                <a:cubicBezTo>
                  <a:pt x="381100" y="17569"/>
                  <a:pt x="383050" y="18664"/>
                  <a:pt x="384050" y="20853"/>
                </a:cubicBezTo>
                <a:cubicBezTo>
                  <a:pt x="385050" y="23041"/>
                  <a:pt x="385086" y="26455"/>
                  <a:pt x="384159" y="31094"/>
                </a:cubicBezTo>
                <a:lnTo>
                  <a:pt x="378027" y="62014"/>
                </a:lnTo>
                <a:lnTo>
                  <a:pt x="371069" y="62014"/>
                </a:lnTo>
                <a:close/>
                <a:moveTo>
                  <a:pt x="415232" y="17830"/>
                </a:moveTo>
                <a:cubicBezTo>
                  <a:pt x="417116" y="17830"/>
                  <a:pt x="418914" y="17953"/>
                  <a:pt x="420624" y="18200"/>
                </a:cubicBezTo>
                <a:cubicBezTo>
                  <a:pt x="422335" y="18446"/>
                  <a:pt x="423973" y="18801"/>
                  <a:pt x="425538" y="19265"/>
                </a:cubicBezTo>
                <a:lnTo>
                  <a:pt x="432410" y="17569"/>
                </a:lnTo>
                <a:lnTo>
                  <a:pt x="427495" y="41966"/>
                </a:lnTo>
                <a:cubicBezTo>
                  <a:pt x="427379" y="42517"/>
                  <a:pt x="427256" y="43242"/>
                  <a:pt x="427126" y="44140"/>
                </a:cubicBezTo>
                <a:cubicBezTo>
                  <a:pt x="426995" y="45039"/>
                  <a:pt x="426843" y="46250"/>
                  <a:pt x="426669" y="47772"/>
                </a:cubicBezTo>
                <a:cubicBezTo>
                  <a:pt x="426495" y="49294"/>
                  <a:pt x="426278" y="51207"/>
                  <a:pt x="426017" y="53512"/>
                </a:cubicBezTo>
                <a:cubicBezTo>
                  <a:pt x="425756" y="55817"/>
                  <a:pt x="425451" y="58651"/>
                  <a:pt x="425104" y="62014"/>
                </a:cubicBezTo>
                <a:lnTo>
                  <a:pt x="417972" y="62014"/>
                </a:lnTo>
                <a:lnTo>
                  <a:pt x="419059" y="51968"/>
                </a:lnTo>
                <a:cubicBezTo>
                  <a:pt x="417058" y="55447"/>
                  <a:pt x="414630" y="58122"/>
                  <a:pt x="411774" y="59992"/>
                </a:cubicBezTo>
                <a:cubicBezTo>
                  <a:pt x="408919" y="61862"/>
                  <a:pt x="405824" y="62797"/>
                  <a:pt x="402490" y="62797"/>
                </a:cubicBezTo>
                <a:cubicBezTo>
                  <a:pt x="400402" y="62797"/>
                  <a:pt x="398583" y="62449"/>
                  <a:pt x="397032" y="61753"/>
                </a:cubicBezTo>
                <a:cubicBezTo>
                  <a:pt x="395481" y="61057"/>
                  <a:pt x="394198" y="60064"/>
                  <a:pt x="393183" y="58774"/>
                </a:cubicBezTo>
                <a:cubicBezTo>
                  <a:pt x="392169" y="57484"/>
                  <a:pt x="391415" y="55940"/>
                  <a:pt x="390922" y="54143"/>
                </a:cubicBezTo>
                <a:cubicBezTo>
                  <a:pt x="390429" y="52345"/>
                  <a:pt x="390183" y="50345"/>
                  <a:pt x="390183" y="48141"/>
                </a:cubicBezTo>
                <a:cubicBezTo>
                  <a:pt x="390183" y="43966"/>
                  <a:pt x="390726" y="40045"/>
                  <a:pt x="391813" y="36378"/>
                </a:cubicBezTo>
                <a:cubicBezTo>
                  <a:pt x="392901" y="32710"/>
                  <a:pt x="394502" y="29499"/>
                  <a:pt x="396619" y="26745"/>
                </a:cubicBezTo>
                <a:cubicBezTo>
                  <a:pt x="398735" y="23991"/>
                  <a:pt x="401352" y="21817"/>
                  <a:pt x="404468" y="20222"/>
                </a:cubicBezTo>
                <a:cubicBezTo>
                  <a:pt x="407585" y="18627"/>
                  <a:pt x="411173" y="17830"/>
                  <a:pt x="415232" y="17830"/>
                </a:cubicBezTo>
                <a:moveTo>
                  <a:pt x="397837" y="47402"/>
                </a:moveTo>
                <a:cubicBezTo>
                  <a:pt x="397837" y="50156"/>
                  <a:pt x="398315" y="52316"/>
                  <a:pt x="399272" y="53882"/>
                </a:cubicBezTo>
                <a:cubicBezTo>
                  <a:pt x="400228" y="55447"/>
                  <a:pt x="401779" y="56230"/>
                  <a:pt x="403925" y="56230"/>
                </a:cubicBezTo>
                <a:cubicBezTo>
                  <a:pt x="405172" y="56230"/>
                  <a:pt x="406418" y="55940"/>
                  <a:pt x="407665" y="55360"/>
                </a:cubicBezTo>
                <a:cubicBezTo>
                  <a:pt x="408912" y="54781"/>
                  <a:pt x="410129" y="53983"/>
                  <a:pt x="411318" y="52968"/>
                </a:cubicBezTo>
                <a:cubicBezTo>
                  <a:pt x="412507" y="51954"/>
                  <a:pt x="413630" y="50758"/>
                  <a:pt x="414688" y="49381"/>
                </a:cubicBezTo>
                <a:cubicBezTo>
                  <a:pt x="415746" y="48004"/>
                  <a:pt x="416718" y="46525"/>
                  <a:pt x="417602" y="44945"/>
                </a:cubicBezTo>
                <a:cubicBezTo>
                  <a:pt x="418486" y="43365"/>
                  <a:pt x="419247" y="41712"/>
                  <a:pt x="419885" y="39987"/>
                </a:cubicBezTo>
                <a:cubicBezTo>
                  <a:pt x="420523" y="38262"/>
                  <a:pt x="421016" y="36544"/>
                  <a:pt x="421364" y="34834"/>
                </a:cubicBezTo>
                <a:lnTo>
                  <a:pt x="423147" y="25875"/>
                </a:lnTo>
                <a:cubicBezTo>
                  <a:pt x="421784" y="25296"/>
                  <a:pt x="420385" y="24839"/>
                  <a:pt x="418950" y="24506"/>
                </a:cubicBezTo>
                <a:cubicBezTo>
                  <a:pt x="417515" y="24172"/>
                  <a:pt x="416189" y="24005"/>
                  <a:pt x="414971" y="24005"/>
                </a:cubicBezTo>
                <a:cubicBezTo>
                  <a:pt x="412594" y="24005"/>
                  <a:pt x="410521" y="24411"/>
                  <a:pt x="408752" y="25223"/>
                </a:cubicBezTo>
                <a:cubicBezTo>
                  <a:pt x="406984" y="26035"/>
                  <a:pt x="405461" y="27093"/>
                  <a:pt x="404186" y="28398"/>
                </a:cubicBezTo>
                <a:cubicBezTo>
                  <a:pt x="402910" y="29702"/>
                  <a:pt x="401866" y="31188"/>
                  <a:pt x="401055" y="32855"/>
                </a:cubicBezTo>
                <a:cubicBezTo>
                  <a:pt x="400243" y="34522"/>
                  <a:pt x="399598" y="36226"/>
                  <a:pt x="399119" y="37965"/>
                </a:cubicBezTo>
                <a:cubicBezTo>
                  <a:pt x="398641" y="39705"/>
                  <a:pt x="398308" y="41401"/>
                  <a:pt x="398119" y="43053"/>
                </a:cubicBezTo>
                <a:cubicBezTo>
                  <a:pt x="397931" y="44706"/>
                  <a:pt x="397837" y="46155"/>
                  <a:pt x="397837" y="47402"/>
                </a:cubicBezTo>
                <a:close/>
                <a:moveTo>
                  <a:pt x="477182" y="25701"/>
                </a:moveTo>
                <a:cubicBezTo>
                  <a:pt x="474543" y="25078"/>
                  <a:pt x="472181" y="24618"/>
                  <a:pt x="470093" y="24321"/>
                </a:cubicBezTo>
                <a:cubicBezTo>
                  <a:pt x="468006" y="24024"/>
                  <a:pt x="466150" y="23875"/>
                  <a:pt x="464527" y="23875"/>
                </a:cubicBezTo>
                <a:cubicBezTo>
                  <a:pt x="462526" y="23875"/>
                  <a:pt x="460808" y="24034"/>
                  <a:pt x="459373" y="24353"/>
                </a:cubicBezTo>
                <a:cubicBezTo>
                  <a:pt x="457938" y="24672"/>
                  <a:pt x="456757" y="25122"/>
                  <a:pt x="455829" y="25701"/>
                </a:cubicBezTo>
                <a:cubicBezTo>
                  <a:pt x="454901" y="26281"/>
                  <a:pt x="454220" y="26984"/>
                  <a:pt x="453785" y="27811"/>
                </a:cubicBezTo>
                <a:cubicBezTo>
                  <a:pt x="453350" y="28637"/>
                  <a:pt x="453133" y="29557"/>
                  <a:pt x="453133" y="30572"/>
                </a:cubicBezTo>
                <a:cubicBezTo>
                  <a:pt x="453133" y="31297"/>
                  <a:pt x="453299" y="31942"/>
                  <a:pt x="453633" y="32507"/>
                </a:cubicBezTo>
                <a:cubicBezTo>
                  <a:pt x="453966" y="33073"/>
                  <a:pt x="454495" y="33609"/>
                  <a:pt x="455220" y="34116"/>
                </a:cubicBezTo>
                <a:cubicBezTo>
                  <a:pt x="455945" y="34624"/>
                  <a:pt x="456909" y="35124"/>
                  <a:pt x="458112" y="35617"/>
                </a:cubicBezTo>
                <a:cubicBezTo>
                  <a:pt x="459315" y="36110"/>
                  <a:pt x="460801" y="36631"/>
                  <a:pt x="462570" y="37182"/>
                </a:cubicBezTo>
                <a:cubicBezTo>
                  <a:pt x="464686" y="37878"/>
                  <a:pt x="466491" y="38596"/>
                  <a:pt x="467984" y="39335"/>
                </a:cubicBezTo>
                <a:cubicBezTo>
                  <a:pt x="469477" y="40074"/>
                  <a:pt x="470702" y="40908"/>
                  <a:pt x="471659" y="41836"/>
                </a:cubicBezTo>
                <a:cubicBezTo>
                  <a:pt x="472615" y="42763"/>
                  <a:pt x="473311" y="43793"/>
                  <a:pt x="473746" y="44923"/>
                </a:cubicBezTo>
                <a:cubicBezTo>
                  <a:pt x="474181" y="46054"/>
                  <a:pt x="474398" y="47359"/>
                  <a:pt x="474398" y="48837"/>
                </a:cubicBezTo>
                <a:cubicBezTo>
                  <a:pt x="474398" y="51099"/>
                  <a:pt x="473906" y="53099"/>
                  <a:pt x="472920" y="54838"/>
                </a:cubicBezTo>
                <a:cubicBezTo>
                  <a:pt x="471934" y="56578"/>
                  <a:pt x="470557" y="58035"/>
                  <a:pt x="468788" y="59209"/>
                </a:cubicBezTo>
                <a:cubicBezTo>
                  <a:pt x="467020" y="60383"/>
                  <a:pt x="464896" y="61275"/>
                  <a:pt x="462417" y="61884"/>
                </a:cubicBezTo>
                <a:cubicBezTo>
                  <a:pt x="459939" y="62492"/>
                  <a:pt x="457221" y="62797"/>
                  <a:pt x="454263" y="62797"/>
                </a:cubicBezTo>
                <a:cubicBezTo>
                  <a:pt x="451480" y="62797"/>
                  <a:pt x="448835" y="62677"/>
                  <a:pt x="446327" y="62438"/>
                </a:cubicBezTo>
                <a:cubicBezTo>
                  <a:pt x="443819" y="62200"/>
                  <a:pt x="441478" y="61812"/>
                  <a:pt x="439304" y="61275"/>
                </a:cubicBezTo>
                <a:lnTo>
                  <a:pt x="439304" y="53882"/>
                </a:lnTo>
                <a:cubicBezTo>
                  <a:pt x="441913" y="54737"/>
                  <a:pt x="444508" y="55371"/>
                  <a:pt x="447088" y="55784"/>
                </a:cubicBezTo>
                <a:cubicBezTo>
                  <a:pt x="449668" y="56197"/>
                  <a:pt x="452219" y="56404"/>
                  <a:pt x="454742" y="56404"/>
                </a:cubicBezTo>
                <a:cubicBezTo>
                  <a:pt x="458859" y="56404"/>
                  <a:pt x="461859" y="55824"/>
                  <a:pt x="463744" y="54665"/>
                </a:cubicBezTo>
                <a:cubicBezTo>
                  <a:pt x="465628" y="53505"/>
                  <a:pt x="466571" y="51707"/>
                  <a:pt x="466571" y="49272"/>
                </a:cubicBezTo>
                <a:cubicBezTo>
                  <a:pt x="466571" y="48634"/>
                  <a:pt x="466426" y="48047"/>
                  <a:pt x="466136" y="47511"/>
                </a:cubicBezTo>
                <a:cubicBezTo>
                  <a:pt x="465846" y="46974"/>
                  <a:pt x="465353" y="46467"/>
                  <a:pt x="464657" y="45989"/>
                </a:cubicBezTo>
                <a:cubicBezTo>
                  <a:pt x="463961" y="45510"/>
                  <a:pt x="463005" y="45025"/>
                  <a:pt x="461787" y="44532"/>
                </a:cubicBezTo>
                <a:cubicBezTo>
                  <a:pt x="460569" y="44039"/>
                  <a:pt x="459018" y="43517"/>
                  <a:pt x="457134" y="42966"/>
                </a:cubicBezTo>
                <a:cubicBezTo>
                  <a:pt x="455394" y="42444"/>
                  <a:pt x="453807" y="41857"/>
                  <a:pt x="452372" y="41205"/>
                </a:cubicBezTo>
                <a:cubicBezTo>
                  <a:pt x="450937" y="40553"/>
                  <a:pt x="449697" y="39770"/>
                  <a:pt x="448653" y="38857"/>
                </a:cubicBezTo>
                <a:cubicBezTo>
                  <a:pt x="447610" y="37943"/>
                  <a:pt x="446805" y="36871"/>
                  <a:pt x="446240" y="35638"/>
                </a:cubicBezTo>
                <a:cubicBezTo>
                  <a:pt x="445675" y="34406"/>
                  <a:pt x="445392" y="32978"/>
                  <a:pt x="445392" y="31355"/>
                </a:cubicBezTo>
                <a:cubicBezTo>
                  <a:pt x="445392" y="29412"/>
                  <a:pt x="445783" y="27608"/>
                  <a:pt x="446566" y="25941"/>
                </a:cubicBezTo>
                <a:cubicBezTo>
                  <a:pt x="447349" y="24274"/>
                  <a:pt x="448559" y="22817"/>
                  <a:pt x="450197" y="21570"/>
                </a:cubicBezTo>
                <a:cubicBezTo>
                  <a:pt x="451835" y="20323"/>
                  <a:pt x="453901" y="19345"/>
                  <a:pt x="456394" y="18635"/>
                </a:cubicBezTo>
                <a:cubicBezTo>
                  <a:pt x="458888" y="17924"/>
                  <a:pt x="461830" y="17569"/>
                  <a:pt x="465222" y="17569"/>
                </a:cubicBezTo>
                <a:cubicBezTo>
                  <a:pt x="466034" y="17569"/>
                  <a:pt x="466926" y="17599"/>
                  <a:pt x="467897" y="17659"/>
                </a:cubicBezTo>
                <a:cubicBezTo>
                  <a:pt x="468868" y="17719"/>
                  <a:pt x="469876" y="17816"/>
                  <a:pt x="470919" y="17951"/>
                </a:cubicBezTo>
                <a:cubicBezTo>
                  <a:pt x="471963" y="18085"/>
                  <a:pt x="473014" y="18242"/>
                  <a:pt x="474072" y="18421"/>
                </a:cubicBezTo>
                <a:cubicBezTo>
                  <a:pt x="475130" y="18600"/>
                  <a:pt x="476167" y="18809"/>
                  <a:pt x="477182" y="19048"/>
                </a:cubicBezTo>
                <a:lnTo>
                  <a:pt x="477182" y="25701"/>
                </a:lnTo>
                <a:close/>
                <a:moveTo>
                  <a:pt x="524867" y="62014"/>
                </a:moveTo>
                <a:lnTo>
                  <a:pt x="515343" y="62014"/>
                </a:lnTo>
                <a:lnTo>
                  <a:pt x="500557" y="39487"/>
                </a:lnTo>
                <a:cubicBezTo>
                  <a:pt x="504355" y="39226"/>
                  <a:pt x="507537" y="38784"/>
                  <a:pt x="510103" y="38161"/>
                </a:cubicBezTo>
                <a:cubicBezTo>
                  <a:pt x="512669" y="37537"/>
                  <a:pt x="514727" y="36769"/>
                  <a:pt x="516278" y="35856"/>
                </a:cubicBezTo>
                <a:cubicBezTo>
                  <a:pt x="517829" y="34943"/>
                  <a:pt x="518938" y="33913"/>
                  <a:pt x="519605" y="32768"/>
                </a:cubicBezTo>
                <a:cubicBezTo>
                  <a:pt x="520272" y="31623"/>
                  <a:pt x="520605" y="30413"/>
                  <a:pt x="520605" y="29137"/>
                </a:cubicBezTo>
                <a:cubicBezTo>
                  <a:pt x="520605" y="28441"/>
                  <a:pt x="520497" y="27789"/>
                  <a:pt x="520279" y="27180"/>
                </a:cubicBezTo>
                <a:cubicBezTo>
                  <a:pt x="520062" y="26571"/>
                  <a:pt x="519728" y="26042"/>
                  <a:pt x="519279" y="25593"/>
                </a:cubicBezTo>
                <a:cubicBezTo>
                  <a:pt x="518830" y="25143"/>
                  <a:pt x="518264" y="24781"/>
                  <a:pt x="517583" y="24506"/>
                </a:cubicBezTo>
                <a:cubicBezTo>
                  <a:pt x="516902" y="24230"/>
                  <a:pt x="516097" y="24092"/>
                  <a:pt x="515169" y="24092"/>
                </a:cubicBezTo>
                <a:cubicBezTo>
                  <a:pt x="513314" y="24092"/>
                  <a:pt x="511466" y="24730"/>
                  <a:pt x="509625" y="26006"/>
                </a:cubicBezTo>
                <a:cubicBezTo>
                  <a:pt x="507784" y="27282"/>
                  <a:pt x="506073" y="28941"/>
                  <a:pt x="504493" y="30985"/>
                </a:cubicBezTo>
                <a:cubicBezTo>
                  <a:pt x="502913" y="33029"/>
                  <a:pt x="501536" y="35327"/>
                  <a:pt x="500362" y="37878"/>
                </a:cubicBezTo>
                <a:cubicBezTo>
                  <a:pt x="499187" y="40429"/>
                  <a:pt x="498339" y="42981"/>
                  <a:pt x="497818" y="45532"/>
                </a:cubicBezTo>
                <a:lnTo>
                  <a:pt x="494513" y="62014"/>
                </a:lnTo>
                <a:lnTo>
                  <a:pt x="486946" y="62014"/>
                </a:lnTo>
                <a:lnTo>
                  <a:pt x="499209" y="522"/>
                </a:lnTo>
                <a:lnTo>
                  <a:pt x="506776" y="522"/>
                </a:lnTo>
                <a:lnTo>
                  <a:pt x="503254" y="18337"/>
                </a:lnTo>
                <a:lnTo>
                  <a:pt x="500818" y="27615"/>
                </a:lnTo>
                <a:cubicBezTo>
                  <a:pt x="501630" y="26107"/>
                  <a:pt x="502601" y="24737"/>
                  <a:pt x="503732" y="23505"/>
                </a:cubicBezTo>
                <a:cubicBezTo>
                  <a:pt x="504863" y="22273"/>
                  <a:pt x="506109" y="21215"/>
                  <a:pt x="507472" y="20331"/>
                </a:cubicBezTo>
                <a:cubicBezTo>
                  <a:pt x="508835" y="19446"/>
                  <a:pt x="510284" y="18765"/>
                  <a:pt x="511821" y="18287"/>
                </a:cubicBezTo>
                <a:cubicBezTo>
                  <a:pt x="513357" y="17808"/>
                  <a:pt x="514952" y="17569"/>
                  <a:pt x="516604" y="17569"/>
                </a:cubicBezTo>
                <a:cubicBezTo>
                  <a:pt x="518460" y="17569"/>
                  <a:pt x="520105" y="17837"/>
                  <a:pt x="521540" y="18374"/>
                </a:cubicBezTo>
                <a:cubicBezTo>
                  <a:pt x="522975" y="18910"/>
                  <a:pt x="524186" y="19671"/>
                  <a:pt x="525172" y="20657"/>
                </a:cubicBezTo>
                <a:cubicBezTo>
                  <a:pt x="526157" y="21643"/>
                  <a:pt x="526904" y="22817"/>
                  <a:pt x="527411" y="24179"/>
                </a:cubicBezTo>
                <a:cubicBezTo>
                  <a:pt x="527919" y="25542"/>
                  <a:pt x="528172" y="27050"/>
                  <a:pt x="528172" y="28702"/>
                </a:cubicBezTo>
                <a:cubicBezTo>
                  <a:pt x="528172" y="30877"/>
                  <a:pt x="527672" y="32790"/>
                  <a:pt x="526672" y="34443"/>
                </a:cubicBezTo>
                <a:cubicBezTo>
                  <a:pt x="525672" y="36095"/>
                  <a:pt x="524382" y="37523"/>
                  <a:pt x="522802" y="38726"/>
                </a:cubicBezTo>
                <a:cubicBezTo>
                  <a:pt x="521221" y="39929"/>
                  <a:pt x="519438" y="40908"/>
                  <a:pt x="517452" y="41662"/>
                </a:cubicBezTo>
                <a:cubicBezTo>
                  <a:pt x="515467" y="42415"/>
                  <a:pt x="513488" y="42966"/>
                  <a:pt x="511516" y="43314"/>
                </a:cubicBezTo>
                <a:lnTo>
                  <a:pt x="524867" y="62014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:">
            <a:extLst xmlns:a="http://schemas.openxmlformats.org/drawingml/2006/main">
              <a:ext uri="{FF2B5EF4-FFF2-40B4-BE49-F238E27FC236}">
                <a16:creationId xmlns:a16="http://schemas.microsoft.com/office/drawing/2014/main" id="{536B1984-379B-4394-A010-87141D3F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684" y="4414366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List">
            <a:extLst xmlns:a="http://schemas.openxmlformats.org/drawingml/2006/main">
              <a:ext uri="{FF2B5EF4-FFF2-40B4-BE49-F238E27FC236}">
                <a16:creationId xmlns:a16="http://schemas.microsoft.com/office/drawing/2014/main" id="{F5C21034-69B2-4E2F-A876-2F6162DC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18" y="4502826"/>
            <a:ext cx="178326" cy="62797"/>
          </a:xfrm>
          <a:custGeom xmlns:a="http://schemas.openxmlformats.org/drawingml/2006/main">
            <a:pathLst>
              <a:path w="178326" h="62797">
                <a:moveTo>
                  <a:pt x="32703" y="62014"/>
                </a:moveTo>
                <a:lnTo>
                  <a:pt x="0" y="62014"/>
                </a:lnTo>
                <a:lnTo>
                  <a:pt x="0" y="5132"/>
                </a:lnTo>
                <a:lnTo>
                  <a:pt x="7871" y="5132"/>
                </a:lnTo>
                <a:lnTo>
                  <a:pt x="7871" y="55404"/>
                </a:lnTo>
                <a:lnTo>
                  <a:pt x="32703" y="55404"/>
                </a:lnTo>
                <a:lnTo>
                  <a:pt x="32703" y="62014"/>
                </a:lnTo>
                <a:close/>
                <a:moveTo>
                  <a:pt x="60471" y="24614"/>
                </a:moveTo>
                <a:lnTo>
                  <a:pt x="47555" y="24614"/>
                </a:lnTo>
                <a:lnTo>
                  <a:pt x="47555" y="18352"/>
                </a:lnTo>
                <a:lnTo>
                  <a:pt x="68125" y="18352"/>
                </a:lnTo>
                <a:lnTo>
                  <a:pt x="68125" y="55708"/>
                </a:lnTo>
                <a:lnTo>
                  <a:pt x="81128" y="55708"/>
                </a:lnTo>
                <a:lnTo>
                  <a:pt x="81128" y="62014"/>
                </a:lnTo>
                <a:lnTo>
                  <a:pt x="46120" y="62014"/>
                </a:lnTo>
                <a:lnTo>
                  <a:pt x="46120" y="55708"/>
                </a:lnTo>
                <a:lnTo>
                  <a:pt x="60471" y="55708"/>
                </a:lnTo>
                <a:lnTo>
                  <a:pt x="60471" y="24614"/>
                </a:lnTo>
                <a:moveTo>
                  <a:pt x="63124" y="0"/>
                </a:moveTo>
                <a:cubicBezTo>
                  <a:pt x="63965" y="0"/>
                  <a:pt x="64748" y="152"/>
                  <a:pt x="65472" y="457"/>
                </a:cubicBezTo>
                <a:cubicBezTo>
                  <a:pt x="66197" y="761"/>
                  <a:pt x="66828" y="1189"/>
                  <a:pt x="67364" y="1740"/>
                </a:cubicBezTo>
                <a:cubicBezTo>
                  <a:pt x="67900" y="2290"/>
                  <a:pt x="68321" y="2921"/>
                  <a:pt x="68625" y="3631"/>
                </a:cubicBezTo>
                <a:cubicBezTo>
                  <a:pt x="68930" y="4342"/>
                  <a:pt x="69082" y="5117"/>
                  <a:pt x="69082" y="5958"/>
                </a:cubicBezTo>
                <a:cubicBezTo>
                  <a:pt x="69082" y="6770"/>
                  <a:pt x="68930" y="7538"/>
                  <a:pt x="68625" y="8263"/>
                </a:cubicBezTo>
                <a:cubicBezTo>
                  <a:pt x="68321" y="8988"/>
                  <a:pt x="67900" y="9625"/>
                  <a:pt x="67364" y="10176"/>
                </a:cubicBezTo>
                <a:cubicBezTo>
                  <a:pt x="66828" y="10727"/>
                  <a:pt x="66197" y="11155"/>
                  <a:pt x="65472" y="11459"/>
                </a:cubicBezTo>
                <a:cubicBezTo>
                  <a:pt x="64748" y="11764"/>
                  <a:pt x="63965" y="11916"/>
                  <a:pt x="63124" y="11916"/>
                </a:cubicBezTo>
                <a:cubicBezTo>
                  <a:pt x="62283" y="11916"/>
                  <a:pt x="61500" y="11764"/>
                  <a:pt x="60776" y="11459"/>
                </a:cubicBezTo>
                <a:cubicBezTo>
                  <a:pt x="60051" y="11155"/>
                  <a:pt x="59420" y="10727"/>
                  <a:pt x="58884" y="10176"/>
                </a:cubicBezTo>
                <a:cubicBezTo>
                  <a:pt x="58348" y="9625"/>
                  <a:pt x="57927" y="8988"/>
                  <a:pt x="57623" y="8263"/>
                </a:cubicBezTo>
                <a:cubicBezTo>
                  <a:pt x="57318" y="7538"/>
                  <a:pt x="57166" y="6770"/>
                  <a:pt x="57166" y="5958"/>
                </a:cubicBezTo>
                <a:cubicBezTo>
                  <a:pt x="57166" y="5117"/>
                  <a:pt x="57318" y="4342"/>
                  <a:pt x="57623" y="3631"/>
                </a:cubicBezTo>
                <a:cubicBezTo>
                  <a:pt x="57927" y="2921"/>
                  <a:pt x="58348" y="2290"/>
                  <a:pt x="58884" y="1740"/>
                </a:cubicBezTo>
                <a:cubicBezTo>
                  <a:pt x="59420" y="1189"/>
                  <a:pt x="60051" y="761"/>
                  <a:pt x="60776" y="457"/>
                </a:cubicBezTo>
                <a:cubicBezTo>
                  <a:pt x="61500" y="152"/>
                  <a:pt x="62283" y="0"/>
                  <a:pt x="63124" y="0"/>
                </a:cubicBezTo>
                <a:close/>
                <a:moveTo>
                  <a:pt x="128944" y="50098"/>
                </a:moveTo>
                <a:cubicBezTo>
                  <a:pt x="128944" y="51635"/>
                  <a:pt x="128683" y="53012"/>
                  <a:pt x="128162" y="54230"/>
                </a:cubicBezTo>
                <a:cubicBezTo>
                  <a:pt x="127640" y="55447"/>
                  <a:pt x="126929" y="56527"/>
                  <a:pt x="126031" y="57470"/>
                </a:cubicBezTo>
                <a:cubicBezTo>
                  <a:pt x="125132" y="58412"/>
                  <a:pt x="124088" y="59216"/>
                  <a:pt x="122899" y="59883"/>
                </a:cubicBezTo>
                <a:cubicBezTo>
                  <a:pt x="121711" y="60550"/>
                  <a:pt x="120442" y="61101"/>
                  <a:pt x="119094" y="61536"/>
                </a:cubicBezTo>
                <a:cubicBezTo>
                  <a:pt x="117746" y="61971"/>
                  <a:pt x="116362" y="62289"/>
                  <a:pt x="114941" y="62492"/>
                </a:cubicBezTo>
                <a:cubicBezTo>
                  <a:pt x="113521" y="62695"/>
                  <a:pt x="112129" y="62797"/>
                  <a:pt x="110766" y="62797"/>
                </a:cubicBezTo>
                <a:cubicBezTo>
                  <a:pt x="107809" y="62797"/>
                  <a:pt x="105091" y="62666"/>
                  <a:pt x="102612" y="62405"/>
                </a:cubicBezTo>
                <a:cubicBezTo>
                  <a:pt x="100133" y="62144"/>
                  <a:pt x="97705" y="61724"/>
                  <a:pt x="95328" y="61144"/>
                </a:cubicBezTo>
                <a:lnTo>
                  <a:pt x="95328" y="54186"/>
                </a:lnTo>
                <a:cubicBezTo>
                  <a:pt x="97879" y="54911"/>
                  <a:pt x="100416" y="55462"/>
                  <a:pt x="102938" y="55839"/>
                </a:cubicBezTo>
                <a:cubicBezTo>
                  <a:pt x="105461" y="56216"/>
                  <a:pt x="107969" y="56404"/>
                  <a:pt x="110462" y="56404"/>
                </a:cubicBezTo>
                <a:cubicBezTo>
                  <a:pt x="114086" y="56404"/>
                  <a:pt x="116768" y="55911"/>
                  <a:pt x="118507" y="54925"/>
                </a:cubicBezTo>
                <a:cubicBezTo>
                  <a:pt x="120247" y="53940"/>
                  <a:pt x="121116" y="52534"/>
                  <a:pt x="121116" y="50707"/>
                </a:cubicBezTo>
                <a:cubicBezTo>
                  <a:pt x="121116" y="49924"/>
                  <a:pt x="120979" y="49221"/>
                  <a:pt x="120703" y="48598"/>
                </a:cubicBezTo>
                <a:cubicBezTo>
                  <a:pt x="120428" y="47975"/>
                  <a:pt x="119928" y="47380"/>
                  <a:pt x="119203" y="46815"/>
                </a:cubicBezTo>
                <a:cubicBezTo>
                  <a:pt x="118478" y="46250"/>
                  <a:pt x="117355" y="45663"/>
                  <a:pt x="115833" y="45054"/>
                </a:cubicBezTo>
                <a:cubicBezTo>
                  <a:pt x="114311" y="44445"/>
                  <a:pt x="112230" y="43749"/>
                  <a:pt x="109592" y="42966"/>
                </a:cubicBezTo>
                <a:cubicBezTo>
                  <a:pt x="107621" y="42386"/>
                  <a:pt x="105801" y="41727"/>
                  <a:pt x="104134" y="40988"/>
                </a:cubicBezTo>
                <a:cubicBezTo>
                  <a:pt x="102467" y="40248"/>
                  <a:pt x="101025" y="39371"/>
                  <a:pt x="99807" y="38357"/>
                </a:cubicBezTo>
                <a:cubicBezTo>
                  <a:pt x="98590" y="37342"/>
                  <a:pt x="97633" y="36153"/>
                  <a:pt x="96937" y="34790"/>
                </a:cubicBezTo>
                <a:cubicBezTo>
                  <a:pt x="96241" y="33428"/>
                  <a:pt x="95893" y="31819"/>
                  <a:pt x="95893" y="29963"/>
                </a:cubicBezTo>
                <a:cubicBezTo>
                  <a:pt x="95893" y="28746"/>
                  <a:pt x="96176" y="27412"/>
                  <a:pt x="96741" y="25962"/>
                </a:cubicBezTo>
                <a:cubicBezTo>
                  <a:pt x="97307" y="24513"/>
                  <a:pt x="98271" y="23165"/>
                  <a:pt x="99633" y="21918"/>
                </a:cubicBezTo>
                <a:cubicBezTo>
                  <a:pt x="100996" y="20671"/>
                  <a:pt x="102837" y="19635"/>
                  <a:pt x="105156" y="18809"/>
                </a:cubicBezTo>
                <a:cubicBezTo>
                  <a:pt x="107476" y="17982"/>
                  <a:pt x="110375" y="17569"/>
                  <a:pt x="113854" y="17569"/>
                </a:cubicBezTo>
                <a:cubicBezTo>
                  <a:pt x="115565" y="17569"/>
                  <a:pt x="117463" y="17663"/>
                  <a:pt x="119551" y="17852"/>
                </a:cubicBezTo>
                <a:cubicBezTo>
                  <a:pt x="121638" y="18040"/>
                  <a:pt x="123813" y="18366"/>
                  <a:pt x="126074" y="18830"/>
                </a:cubicBezTo>
                <a:lnTo>
                  <a:pt x="126074" y="25571"/>
                </a:lnTo>
                <a:cubicBezTo>
                  <a:pt x="123697" y="24991"/>
                  <a:pt x="121443" y="24564"/>
                  <a:pt x="119312" y="24288"/>
                </a:cubicBezTo>
                <a:cubicBezTo>
                  <a:pt x="117181" y="24013"/>
                  <a:pt x="115333" y="23875"/>
                  <a:pt x="113767" y="23875"/>
                </a:cubicBezTo>
                <a:cubicBezTo>
                  <a:pt x="111883" y="23875"/>
                  <a:pt x="110295" y="24020"/>
                  <a:pt x="109005" y="24310"/>
                </a:cubicBezTo>
                <a:cubicBezTo>
                  <a:pt x="107715" y="24600"/>
                  <a:pt x="106671" y="24998"/>
                  <a:pt x="105874" y="25506"/>
                </a:cubicBezTo>
                <a:cubicBezTo>
                  <a:pt x="105077" y="26013"/>
                  <a:pt x="104504" y="26607"/>
                  <a:pt x="104156" y="27289"/>
                </a:cubicBezTo>
                <a:cubicBezTo>
                  <a:pt x="103808" y="27970"/>
                  <a:pt x="103634" y="28702"/>
                  <a:pt x="103634" y="29485"/>
                </a:cubicBezTo>
                <a:cubicBezTo>
                  <a:pt x="103634" y="30268"/>
                  <a:pt x="103786" y="30978"/>
                  <a:pt x="104091" y="31616"/>
                </a:cubicBezTo>
                <a:cubicBezTo>
                  <a:pt x="104395" y="32254"/>
                  <a:pt x="104961" y="32870"/>
                  <a:pt x="105787" y="33464"/>
                </a:cubicBezTo>
                <a:cubicBezTo>
                  <a:pt x="106613" y="34058"/>
                  <a:pt x="107766" y="34653"/>
                  <a:pt x="109244" y="35247"/>
                </a:cubicBezTo>
                <a:cubicBezTo>
                  <a:pt x="110723" y="35841"/>
                  <a:pt x="112651" y="36487"/>
                  <a:pt x="115028" y="37182"/>
                </a:cubicBezTo>
                <a:cubicBezTo>
                  <a:pt x="117608" y="37936"/>
                  <a:pt x="119783" y="38726"/>
                  <a:pt x="121551" y="39552"/>
                </a:cubicBezTo>
                <a:cubicBezTo>
                  <a:pt x="123320" y="40379"/>
                  <a:pt x="124755" y="41299"/>
                  <a:pt x="125857" y="42314"/>
                </a:cubicBezTo>
                <a:cubicBezTo>
                  <a:pt x="126958" y="43329"/>
                  <a:pt x="127748" y="44474"/>
                  <a:pt x="128227" y="45749"/>
                </a:cubicBezTo>
                <a:cubicBezTo>
                  <a:pt x="128705" y="47025"/>
                  <a:pt x="128944" y="48475"/>
                  <a:pt x="128944" y="50098"/>
                </a:cubicBezTo>
                <a:close/>
                <a:moveTo>
                  <a:pt x="178326" y="61362"/>
                </a:moveTo>
                <a:cubicBezTo>
                  <a:pt x="176616" y="61812"/>
                  <a:pt x="174847" y="62135"/>
                  <a:pt x="173020" y="62329"/>
                </a:cubicBezTo>
                <a:cubicBezTo>
                  <a:pt x="171194" y="62525"/>
                  <a:pt x="169338" y="62623"/>
                  <a:pt x="167454" y="62623"/>
                </a:cubicBezTo>
                <a:cubicBezTo>
                  <a:pt x="161975" y="62623"/>
                  <a:pt x="157887" y="61383"/>
                  <a:pt x="155190" y="58905"/>
                </a:cubicBezTo>
                <a:cubicBezTo>
                  <a:pt x="152494" y="56426"/>
                  <a:pt x="151146" y="52621"/>
                  <a:pt x="151146" y="47489"/>
                </a:cubicBezTo>
                <a:lnTo>
                  <a:pt x="151146" y="24701"/>
                </a:lnTo>
                <a:lnTo>
                  <a:pt x="138926" y="24701"/>
                </a:lnTo>
                <a:lnTo>
                  <a:pt x="138926" y="18352"/>
                </a:lnTo>
                <a:lnTo>
                  <a:pt x="151146" y="18352"/>
                </a:lnTo>
                <a:lnTo>
                  <a:pt x="151146" y="6311"/>
                </a:lnTo>
                <a:lnTo>
                  <a:pt x="158713" y="4349"/>
                </a:lnTo>
                <a:lnTo>
                  <a:pt x="158713" y="18352"/>
                </a:lnTo>
                <a:lnTo>
                  <a:pt x="178326" y="18352"/>
                </a:lnTo>
                <a:lnTo>
                  <a:pt x="178326" y="24701"/>
                </a:lnTo>
                <a:lnTo>
                  <a:pt x="158713" y="24701"/>
                </a:lnTo>
                <a:lnTo>
                  <a:pt x="158713" y="46880"/>
                </a:lnTo>
                <a:cubicBezTo>
                  <a:pt x="158713" y="50011"/>
                  <a:pt x="159546" y="52352"/>
                  <a:pt x="161213" y="53903"/>
                </a:cubicBezTo>
                <a:cubicBezTo>
                  <a:pt x="162881" y="55455"/>
                  <a:pt x="165338" y="56230"/>
                  <a:pt x="168585" y="56230"/>
                </a:cubicBezTo>
                <a:cubicBezTo>
                  <a:pt x="169976" y="56230"/>
                  <a:pt x="171498" y="56118"/>
                  <a:pt x="173151" y="55894"/>
                </a:cubicBezTo>
                <a:cubicBezTo>
                  <a:pt x="174804" y="55670"/>
                  <a:pt x="176529" y="55318"/>
                  <a:pt x="178326" y="54838"/>
                </a:cubicBezTo>
                <a:lnTo>
                  <a:pt x="178326" y="61362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[">
            <a:extLst xmlns:a="http://schemas.openxmlformats.org/drawingml/2006/main">
              <a:ext uri="{FF2B5EF4-FFF2-40B4-BE49-F238E27FC236}">
                <a16:creationId xmlns:a16="http://schemas.microsoft.com/office/drawing/2014/main" id="{8F58AE8C-013F-40FF-A748-8627C7EB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45" y="4501869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0"/>
                </a:lnTo>
                <a:lnTo>
                  <a:pt x="21440" y="0"/>
                </a:lnTo>
                <a:lnTo>
                  <a:pt x="21440" y="6088"/>
                </a:lnTo>
                <a:lnTo>
                  <a:pt x="7219" y="6088"/>
                </a:lnTo>
                <a:lnTo>
                  <a:pt x="7219" y="74713"/>
                </a:lnTo>
                <a:lnTo>
                  <a:pt x="21440" y="74713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bool">
            <a:extLst xmlns:a="http://schemas.openxmlformats.org/drawingml/2006/main">
              <a:ext uri="{FF2B5EF4-FFF2-40B4-BE49-F238E27FC236}">
                <a16:creationId xmlns:a16="http://schemas.microsoft.com/office/drawing/2014/main" id="{C6D43135-5C10-4633-AD53-AFC21613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3" y="4503348"/>
            <a:ext cx="181849" cy="62275"/>
          </a:xfrm>
          <a:custGeom xmlns:a="http://schemas.openxmlformats.org/drawingml/2006/main">
            <a:pathLst>
              <a:path w="181849" h="62275">
                <a:moveTo>
                  <a:pt x="37313" y="38878"/>
                </a:moveTo>
                <a:cubicBezTo>
                  <a:pt x="37313" y="42502"/>
                  <a:pt x="36813" y="45742"/>
                  <a:pt x="35812" y="48598"/>
                </a:cubicBezTo>
                <a:cubicBezTo>
                  <a:pt x="34812" y="51454"/>
                  <a:pt x="33392" y="53875"/>
                  <a:pt x="31551" y="55860"/>
                </a:cubicBezTo>
                <a:cubicBezTo>
                  <a:pt x="29710" y="57846"/>
                  <a:pt x="27470" y="59368"/>
                  <a:pt x="24832" y="60427"/>
                </a:cubicBezTo>
                <a:cubicBezTo>
                  <a:pt x="22193" y="61485"/>
                  <a:pt x="19222" y="62014"/>
                  <a:pt x="15917" y="62014"/>
                </a:cubicBezTo>
                <a:cubicBezTo>
                  <a:pt x="13336" y="62014"/>
                  <a:pt x="10698" y="61768"/>
                  <a:pt x="8002" y="61275"/>
                </a:cubicBezTo>
                <a:cubicBezTo>
                  <a:pt x="5306" y="60782"/>
                  <a:pt x="2638" y="59999"/>
                  <a:pt x="0" y="58926"/>
                </a:cubicBezTo>
                <a:lnTo>
                  <a:pt x="0" y="0"/>
                </a:lnTo>
                <a:lnTo>
                  <a:pt x="7567" y="0"/>
                </a:lnTo>
                <a:lnTo>
                  <a:pt x="7567" y="16947"/>
                </a:lnTo>
                <a:lnTo>
                  <a:pt x="7219" y="25049"/>
                </a:lnTo>
                <a:cubicBezTo>
                  <a:pt x="9393" y="22121"/>
                  <a:pt x="11720" y="20055"/>
                  <a:pt x="14199" y="18852"/>
                </a:cubicBezTo>
                <a:cubicBezTo>
                  <a:pt x="16678" y="17649"/>
                  <a:pt x="19338" y="17047"/>
                  <a:pt x="22179" y="17047"/>
                </a:cubicBezTo>
                <a:cubicBezTo>
                  <a:pt x="24672" y="17047"/>
                  <a:pt x="26861" y="17569"/>
                  <a:pt x="28746" y="18613"/>
                </a:cubicBezTo>
                <a:cubicBezTo>
                  <a:pt x="30630" y="19657"/>
                  <a:pt x="32210" y="21128"/>
                  <a:pt x="33486" y="23027"/>
                </a:cubicBezTo>
                <a:cubicBezTo>
                  <a:pt x="34761" y="24926"/>
                  <a:pt x="35718" y="27216"/>
                  <a:pt x="36356" y="29898"/>
                </a:cubicBezTo>
                <a:cubicBezTo>
                  <a:pt x="36994" y="32580"/>
                  <a:pt x="37313" y="35573"/>
                  <a:pt x="37313" y="38878"/>
                </a:cubicBezTo>
                <a:moveTo>
                  <a:pt x="29572" y="39226"/>
                </a:moveTo>
                <a:cubicBezTo>
                  <a:pt x="29572" y="36936"/>
                  <a:pt x="29405" y="34834"/>
                  <a:pt x="29072" y="32920"/>
                </a:cubicBezTo>
                <a:cubicBezTo>
                  <a:pt x="28738" y="31007"/>
                  <a:pt x="28209" y="29369"/>
                  <a:pt x="27484" y="28006"/>
                </a:cubicBezTo>
                <a:cubicBezTo>
                  <a:pt x="26760" y="26644"/>
                  <a:pt x="25832" y="25578"/>
                  <a:pt x="24701" y="24810"/>
                </a:cubicBezTo>
                <a:cubicBezTo>
                  <a:pt x="23571" y="24042"/>
                  <a:pt x="22222" y="23658"/>
                  <a:pt x="20657" y="23658"/>
                </a:cubicBezTo>
                <a:cubicBezTo>
                  <a:pt x="19700" y="23658"/>
                  <a:pt x="18729" y="23810"/>
                  <a:pt x="17743" y="24114"/>
                </a:cubicBezTo>
                <a:cubicBezTo>
                  <a:pt x="16757" y="24419"/>
                  <a:pt x="15735" y="24926"/>
                  <a:pt x="14677" y="25636"/>
                </a:cubicBezTo>
                <a:cubicBezTo>
                  <a:pt x="13619" y="26347"/>
                  <a:pt x="12503" y="27289"/>
                  <a:pt x="11329" y="28463"/>
                </a:cubicBezTo>
                <a:cubicBezTo>
                  <a:pt x="10154" y="29637"/>
                  <a:pt x="8901" y="31094"/>
                  <a:pt x="7567" y="32834"/>
                </a:cubicBezTo>
                <a:lnTo>
                  <a:pt x="7567" y="54012"/>
                </a:lnTo>
                <a:cubicBezTo>
                  <a:pt x="9046" y="54592"/>
                  <a:pt x="10553" y="55049"/>
                  <a:pt x="12090" y="55382"/>
                </a:cubicBezTo>
                <a:cubicBezTo>
                  <a:pt x="13626" y="55715"/>
                  <a:pt x="15090" y="55882"/>
                  <a:pt x="16482" y="55882"/>
                </a:cubicBezTo>
                <a:cubicBezTo>
                  <a:pt x="18222" y="55882"/>
                  <a:pt x="19881" y="55607"/>
                  <a:pt x="21461" y="55056"/>
                </a:cubicBezTo>
                <a:cubicBezTo>
                  <a:pt x="23041" y="54505"/>
                  <a:pt x="24433" y="53585"/>
                  <a:pt x="25636" y="52294"/>
                </a:cubicBezTo>
                <a:cubicBezTo>
                  <a:pt x="26839" y="51004"/>
                  <a:pt x="27796" y="49294"/>
                  <a:pt x="28506" y="47163"/>
                </a:cubicBezTo>
                <a:cubicBezTo>
                  <a:pt x="29217" y="45032"/>
                  <a:pt x="29572" y="42386"/>
                  <a:pt x="29572" y="39226"/>
                </a:cubicBezTo>
                <a:close/>
                <a:moveTo>
                  <a:pt x="86782" y="39313"/>
                </a:moveTo>
                <a:cubicBezTo>
                  <a:pt x="86782" y="42705"/>
                  <a:pt x="86303" y="45815"/>
                  <a:pt x="85346" y="48641"/>
                </a:cubicBezTo>
                <a:cubicBezTo>
                  <a:pt x="84390" y="51468"/>
                  <a:pt x="83013" y="53889"/>
                  <a:pt x="81215" y="55904"/>
                </a:cubicBezTo>
                <a:cubicBezTo>
                  <a:pt x="79418" y="57919"/>
                  <a:pt x="77229" y="59484"/>
                  <a:pt x="74648" y="60601"/>
                </a:cubicBezTo>
                <a:cubicBezTo>
                  <a:pt x="72068" y="61717"/>
                  <a:pt x="69140" y="62275"/>
                  <a:pt x="65864" y="62275"/>
                </a:cubicBezTo>
                <a:cubicBezTo>
                  <a:pt x="62733" y="62275"/>
                  <a:pt x="59928" y="61789"/>
                  <a:pt x="57449" y="60818"/>
                </a:cubicBezTo>
                <a:cubicBezTo>
                  <a:pt x="54970" y="59847"/>
                  <a:pt x="52868" y="58419"/>
                  <a:pt x="51143" y="56535"/>
                </a:cubicBezTo>
                <a:cubicBezTo>
                  <a:pt x="49418" y="54650"/>
                  <a:pt x="48099" y="52316"/>
                  <a:pt x="47186" y="49533"/>
                </a:cubicBezTo>
                <a:cubicBezTo>
                  <a:pt x="46272" y="46750"/>
                  <a:pt x="45816" y="43546"/>
                  <a:pt x="45816" y="39922"/>
                </a:cubicBezTo>
                <a:cubicBezTo>
                  <a:pt x="45816" y="36530"/>
                  <a:pt x="46294" y="33435"/>
                  <a:pt x="47251" y="30637"/>
                </a:cubicBezTo>
                <a:cubicBezTo>
                  <a:pt x="48208" y="27840"/>
                  <a:pt x="49585" y="25433"/>
                  <a:pt x="51382" y="23418"/>
                </a:cubicBezTo>
                <a:cubicBezTo>
                  <a:pt x="53180" y="21403"/>
                  <a:pt x="55369" y="19838"/>
                  <a:pt x="57949" y="18722"/>
                </a:cubicBezTo>
                <a:cubicBezTo>
                  <a:pt x="60529" y="17605"/>
                  <a:pt x="63457" y="17047"/>
                  <a:pt x="66734" y="17047"/>
                </a:cubicBezTo>
                <a:cubicBezTo>
                  <a:pt x="69865" y="17047"/>
                  <a:pt x="72670" y="17533"/>
                  <a:pt x="75148" y="18504"/>
                </a:cubicBezTo>
                <a:cubicBezTo>
                  <a:pt x="77627" y="19475"/>
                  <a:pt x="79729" y="20896"/>
                  <a:pt x="81454" y="22766"/>
                </a:cubicBezTo>
                <a:cubicBezTo>
                  <a:pt x="83179" y="24636"/>
                  <a:pt x="84498" y="26963"/>
                  <a:pt x="85412" y="29746"/>
                </a:cubicBezTo>
                <a:cubicBezTo>
                  <a:pt x="86325" y="32529"/>
                  <a:pt x="86782" y="35718"/>
                  <a:pt x="86782" y="39313"/>
                </a:cubicBezTo>
                <a:moveTo>
                  <a:pt x="79041" y="39661"/>
                </a:moveTo>
                <a:cubicBezTo>
                  <a:pt x="79041" y="36965"/>
                  <a:pt x="78743" y="34609"/>
                  <a:pt x="78149" y="32594"/>
                </a:cubicBezTo>
                <a:cubicBezTo>
                  <a:pt x="77555" y="30579"/>
                  <a:pt x="76707" y="28898"/>
                  <a:pt x="75605" y="27550"/>
                </a:cubicBezTo>
                <a:cubicBezTo>
                  <a:pt x="74503" y="26202"/>
                  <a:pt x="73163" y="25187"/>
                  <a:pt x="71582" y="24506"/>
                </a:cubicBezTo>
                <a:cubicBezTo>
                  <a:pt x="70002" y="23824"/>
                  <a:pt x="68241" y="23484"/>
                  <a:pt x="66299" y="23484"/>
                </a:cubicBezTo>
                <a:cubicBezTo>
                  <a:pt x="64037" y="23484"/>
                  <a:pt x="62102" y="23926"/>
                  <a:pt x="60493" y="24810"/>
                </a:cubicBezTo>
                <a:cubicBezTo>
                  <a:pt x="58884" y="25694"/>
                  <a:pt x="57565" y="26876"/>
                  <a:pt x="56536" y="28354"/>
                </a:cubicBezTo>
                <a:cubicBezTo>
                  <a:pt x="55506" y="29833"/>
                  <a:pt x="54753" y="31551"/>
                  <a:pt x="54274" y="33508"/>
                </a:cubicBezTo>
                <a:cubicBezTo>
                  <a:pt x="53796" y="35465"/>
                  <a:pt x="53557" y="37516"/>
                  <a:pt x="53557" y="39661"/>
                </a:cubicBezTo>
                <a:cubicBezTo>
                  <a:pt x="53557" y="42357"/>
                  <a:pt x="53854" y="44720"/>
                  <a:pt x="54448" y="46750"/>
                </a:cubicBezTo>
                <a:cubicBezTo>
                  <a:pt x="55042" y="48779"/>
                  <a:pt x="55891" y="50468"/>
                  <a:pt x="56992" y="51816"/>
                </a:cubicBezTo>
                <a:cubicBezTo>
                  <a:pt x="58094" y="53164"/>
                  <a:pt x="59428" y="54179"/>
                  <a:pt x="60993" y="54860"/>
                </a:cubicBezTo>
                <a:cubicBezTo>
                  <a:pt x="62559" y="55542"/>
                  <a:pt x="64327" y="55882"/>
                  <a:pt x="66299" y="55882"/>
                </a:cubicBezTo>
                <a:cubicBezTo>
                  <a:pt x="68560" y="55882"/>
                  <a:pt x="70495" y="55440"/>
                  <a:pt x="72104" y="54556"/>
                </a:cubicBezTo>
                <a:cubicBezTo>
                  <a:pt x="73713" y="53672"/>
                  <a:pt x="75033" y="52490"/>
                  <a:pt x="76062" y="51012"/>
                </a:cubicBezTo>
                <a:cubicBezTo>
                  <a:pt x="77091" y="49533"/>
                  <a:pt x="77845" y="47815"/>
                  <a:pt x="78323" y="45858"/>
                </a:cubicBezTo>
                <a:cubicBezTo>
                  <a:pt x="78801" y="43901"/>
                  <a:pt x="79041" y="41836"/>
                  <a:pt x="79041" y="39661"/>
                </a:cubicBezTo>
                <a:close/>
                <a:moveTo>
                  <a:pt x="135555" y="39313"/>
                </a:moveTo>
                <a:cubicBezTo>
                  <a:pt x="135555" y="42705"/>
                  <a:pt x="135076" y="45815"/>
                  <a:pt x="134119" y="48641"/>
                </a:cubicBezTo>
                <a:cubicBezTo>
                  <a:pt x="133163" y="51468"/>
                  <a:pt x="131786" y="53889"/>
                  <a:pt x="129988" y="55904"/>
                </a:cubicBezTo>
                <a:cubicBezTo>
                  <a:pt x="128191" y="57919"/>
                  <a:pt x="126002" y="59484"/>
                  <a:pt x="123421" y="60601"/>
                </a:cubicBezTo>
                <a:cubicBezTo>
                  <a:pt x="120841" y="61717"/>
                  <a:pt x="117913" y="62275"/>
                  <a:pt x="114637" y="62275"/>
                </a:cubicBezTo>
                <a:cubicBezTo>
                  <a:pt x="111506" y="62275"/>
                  <a:pt x="108701" y="61789"/>
                  <a:pt x="106222" y="60818"/>
                </a:cubicBezTo>
                <a:cubicBezTo>
                  <a:pt x="103743" y="59847"/>
                  <a:pt x="101641" y="58419"/>
                  <a:pt x="99916" y="56535"/>
                </a:cubicBezTo>
                <a:cubicBezTo>
                  <a:pt x="98191" y="54650"/>
                  <a:pt x="96872" y="52316"/>
                  <a:pt x="95959" y="49533"/>
                </a:cubicBezTo>
                <a:cubicBezTo>
                  <a:pt x="95045" y="46750"/>
                  <a:pt x="94589" y="43546"/>
                  <a:pt x="94589" y="39922"/>
                </a:cubicBezTo>
                <a:cubicBezTo>
                  <a:pt x="94589" y="36530"/>
                  <a:pt x="95067" y="33435"/>
                  <a:pt x="96024" y="30637"/>
                </a:cubicBezTo>
                <a:cubicBezTo>
                  <a:pt x="96981" y="27840"/>
                  <a:pt x="98358" y="25433"/>
                  <a:pt x="100155" y="23418"/>
                </a:cubicBezTo>
                <a:cubicBezTo>
                  <a:pt x="101953" y="21403"/>
                  <a:pt x="104142" y="19838"/>
                  <a:pt x="106722" y="18722"/>
                </a:cubicBezTo>
                <a:cubicBezTo>
                  <a:pt x="109302" y="17605"/>
                  <a:pt x="112230" y="17047"/>
                  <a:pt x="115507" y="17047"/>
                </a:cubicBezTo>
                <a:cubicBezTo>
                  <a:pt x="118638" y="17047"/>
                  <a:pt x="121443" y="17533"/>
                  <a:pt x="123921" y="18504"/>
                </a:cubicBezTo>
                <a:cubicBezTo>
                  <a:pt x="126400" y="19475"/>
                  <a:pt x="128502" y="20896"/>
                  <a:pt x="130227" y="22766"/>
                </a:cubicBezTo>
                <a:cubicBezTo>
                  <a:pt x="131952" y="24636"/>
                  <a:pt x="133271" y="26963"/>
                  <a:pt x="134185" y="29746"/>
                </a:cubicBezTo>
                <a:cubicBezTo>
                  <a:pt x="135098" y="32529"/>
                  <a:pt x="135555" y="35718"/>
                  <a:pt x="135555" y="39313"/>
                </a:cubicBezTo>
                <a:moveTo>
                  <a:pt x="127814" y="39661"/>
                </a:moveTo>
                <a:cubicBezTo>
                  <a:pt x="127814" y="36965"/>
                  <a:pt x="127517" y="34609"/>
                  <a:pt x="126922" y="32594"/>
                </a:cubicBezTo>
                <a:cubicBezTo>
                  <a:pt x="126328" y="30579"/>
                  <a:pt x="125480" y="28898"/>
                  <a:pt x="124378" y="27550"/>
                </a:cubicBezTo>
                <a:cubicBezTo>
                  <a:pt x="123276" y="26202"/>
                  <a:pt x="121936" y="25187"/>
                  <a:pt x="120355" y="24506"/>
                </a:cubicBezTo>
                <a:cubicBezTo>
                  <a:pt x="118775" y="23824"/>
                  <a:pt x="117014" y="23484"/>
                  <a:pt x="115072" y="23484"/>
                </a:cubicBezTo>
                <a:cubicBezTo>
                  <a:pt x="112810" y="23484"/>
                  <a:pt x="110875" y="23926"/>
                  <a:pt x="109266" y="24810"/>
                </a:cubicBezTo>
                <a:cubicBezTo>
                  <a:pt x="107657" y="25694"/>
                  <a:pt x="106338" y="26876"/>
                  <a:pt x="105309" y="28354"/>
                </a:cubicBezTo>
                <a:cubicBezTo>
                  <a:pt x="104279" y="29833"/>
                  <a:pt x="103526" y="31551"/>
                  <a:pt x="103047" y="33508"/>
                </a:cubicBezTo>
                <a:cubicBezTo>
                  <a:pt x="102569" y="35465"/>
                  <a:pt x="102330" y="37516"/>
                  <a:pt x="102330" y="39661"/>
                </a:cubicBezTo>
                <a:cubicBezTo>
                  <a:pt x="102330" y="42357"/>
                  <a:pt x="102627" y="44720"/>
                  <a:pt x="103221" y="46750"/>
                </a:cubicBezTo>
                <a:cubicBezTo>
                  <a:pt x="103815" y="48779"/>
                  <a:pt x="104664" y="50468"/>
                  <a:pt x="105765" y="51816"/>
                </a:cubicBezTo>
                <a:cubicBezTo>
                  <a:pt x="106867" y="53164"/>
                  <a:pt x="108201" y="54179"/>
                  <a:pt x="109766" y="54860"/>
                </a:cubicBezTo>
                <a:cubicBezTo>
                  <a:pt x="111332" y="55542"/>
                  <a:pt x="113100" y="55882"/>
                  <a:pt x="115072" y="55882"/>
                </a:cubicBezTo>
                <a:cubicBezTo>
                  <a:pt x="117333" y="55882"/>
                  <a:pt x="119268" y="55440"/>
                  <a:pt x="120877" y="54556"/>
                </a:cubicBezTo>
                <a:cubicBezTo>
                  <a:pt x="122486" y="53672"/>
                  <a:pt x="123806" y="52490"/>
                  <a:pt x="124835" y="51012"/>
                </a:cubicBezTo>
                <a:cubicBezTo>
                  <a:pt x="125864" y="49533"/>
                  <a:pt x="126618" y="47815"/>
                  <a:pt x="127096" y="45858"/>
                </a:cubicBezTo>
                <a:cubicBezTo>
                  <a:pt x="127574" y="43901"/>
                  <a:pt x="127814" y="41836"/>
                  <a:pt x="127814" y="39661"/>
                </a:cubicBezTo>
                <a:close/>
                <a:moveTo>
                  <a:pt x="161192" y="6219"/>
                </a:moveTo>
                <a:lnTo>
                  <a:pt x="148276" y="6219"/>
                </a:lnTo>
                <a:lnTo>
                  <a:pt x="148276" y="0"/>
                </a:lnTo>
                <a:lnTo>
                  <a:pt x="168846" y="0"/>
                </a:lnTo>
                <a:lnTo>
                  <a:pt x="168846" y="55186"/>
                </a:lnTo>
                <a:lnTo>
                  <a:pt x="181849" y="55186"/>
                </a:lnTo>
                <a:lnTo>
                  <a:pt x="181849" y="61492"/>
                </a:lnTo>
                <a:lnTo>
                  <a:pt x="146841" y="61492"/>
                </a:lnTo>
                <a:lnTo>
                  <a:pt x="146841" y="55186"/>
                </a:lnTo>
                <a:lnTo>
                  <a:pt x="161192" y="55186"/>
                </a:lnTo>
                <a:lnTo>
                  <a:pt x="161192" y="6219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]">
            <a:extLst xmlns:a="http://schemas.openxmlformats.org/drawingml/2006/main">
              <a:ext uri="{FF2B5EF4-FFF2-40B4-BE49-F238E27FC236}">
                <a16:creationId xmlns:a16="http://schemas.microsoft.com/office/drawing/2014/main" id="{5C9303D7-BB80-4665-9A7E-FD148B33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31" y="4501869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74713"/>
                </a:lnTo>
                <a:lnTo>
                  <a:pt x="14134" y="74713"/>
                </a:lnTo>
                <a:lnTo>
                  <a:pt x="14134" y="6088"/>
                </a:lnTo>
                <a:lnTo>
                  <a:pt x="0" y="6088"/>
                </a:lnTo>
                <a:lnTo>
                  <a:pt x="0" y="0"/>
                </a:lnTo>
                <a:lnTo>
                  <a:pt x="21440" y="0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)-&gt;">
            <a:extLst xmlns:a="http://schemas.openxmlformats.org/drawingml/2006/main">
              <a:ext uri="{FF2B5EF4-FFF2-40B4-BE49-F238E27FC236}">
                <a16:creationId xmlns:a16="http://schemas.microsoft.com/office/drawing/2014/main" id="{751DE9F6-31D6-4111-A3AB-64A3694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86" y="4500042"/>
            <a:ext cx="178022" cy="83062"/>
          </a:xfrm>
          <a:custGeom xmlns:a="http://schemas.openxmlformats.org/drawingml/2006/main">
            <a:pathLst>
              <a:path w="178022" h="83062">
                <a:moveTo>
                  <a:pt x="4566" y="0"/>
                </a:moveTo>
                <a:cubicBezTo>
                  <a:pt x="17932" y="12386"/>
                  <a:pt x="24614" y="26164"/>
                  <a:pt x="24614" y="41335"/>
                </a:cubicBezTo>
                <a:cubicBezTo>
                  <a:pt x="24614" y="44468"/>
                  <a:pt x="24295" y="47717"/>
                  <a:pt x="23658" y="51082"/>
                </a:cubicBezTo>
                <a:cubicBezTo>
                  <a:pt x="23020" y="54447"/>
                  <a:pt x="21932" y="57892"/>
                  <a:pt x="20396" y="61416"/>
                </a:cubicBezTo>
                <a:cubicBezTo>
                  <a:pt x="18859" y="64940"/>
                  <a:pt x="16794" y="68515"/>
                  <a:pt x="14199" y="72141"/>
                </a:cubicBezTo>
                <a:cubicBezTo>
                  <a:pt x="11604" y="75767"/>
                  <a:pt x="8335" y="79407"/>
                  <a:pt x="4392" y="83062"/>
                </a:cubicBezTo>
                <a:lnTo>
                  <a:pt x="0" y="78580"/>
                </a:lnTo>
                <a:cubicBezTo>
                  <a:pt x="5653" y="72982"/>
                  <a:pt x="9872" y="67137"/>
                  <a:pt x="12655" y="61046"/>
                </a:cubicBezTo>
                <a:cubicBezTo>
                  <a:pt x="15438" y="54954"/>
                  <a:pt x="16830" y="48573"/>
                  <a:pt x="16830" y="41901"/>
                </a:cubicBezTo>
                <a:cubicBezTo>
                  <a:pt x="16830" y="28093"/>
                  <a:pt x="11220" y="15678"/>
                  <a:pt x="0" y="4656"/>
                </a:cubicBezTo>
                <a:lnTo>
                  <a:pt x="4566" y="0"/>
                </a:lnTo>
                <a:close/>
                <a:moveTo>
                  <a:pt x="123726" y="44619"/>
                </a:moveTo>
                <a:lnTo>
                  <a:pt x="97720" y="44619"/>
                </a:lnTo>
                <a:lnTo>
                  <a:pt x="97720" y="37487"/>
                </a:lnTo>
                <a:lnTo>
                  <a:pt x="123726" y="37487"/>
                </a:lnTo>
                <a:lnTo>
                  <a:pt x="123726" y="44619"/>
                </a:lnTo>
                <a:close/>
                <a:moveTo>
                  <a:pt x="144101" y="21527"/>
                </a:moveTo>
                <a:lnTo>
                  <a:pt x="148798" y="16699"/>
                </a:lnTo>
                <a:lnTo>
                  <a:pt x="178022" y="41096"/>
                </a:lnTo>
                <a:lnTo>
                  <a:pt x="148798" y="65493"/>
                </a:lnTo>
                <a:lnTo>
                  <a:pt x="144101" y="60709"/>
                </a:lnTo>
                <a:lnTo>
                  <a:pt x="167802" y="41183"/>
                </a:lnTo>
                <a:lnTo>
                  <a:pt x="144101" y="21527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Optional">
            <a:extLst xmlns:a="http://schemas.openxmlformats.org/drawingml/2006/main">
              <a:ext uri="{FF2B5EF4-FFF2-40B4-BE49-F238E27FC236}">
                <a16:creationId xmlns:a16="http://schemas.microsoft.com/office/drawing/2014/main" id="{78BC8884-0F84-4760-A1DE-06023D8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3" y="4502826"/>
            <a:ext cx="379430" cy="79844"/>
          </a:xfrm>
          <a:custGeom xmlns:a="http://schemas.openxmlformats.org/drawingml/2006/main">
            <a:pathLst>
              <a:path w="379430" h="79844">
                <a:moveTo>
                  <a:pt x="44097" y="33203"/>
                </a:moveTo>
                <a:cubicBezTo>
                  <a:pt x="44097" y="38309"/>
                  <a:pt x="43495" y="42719"/>
                  <a:pt x="42292" y="46433"/>
                </a:cubicBezTo>
                <a:cubicBezTo>
                  <a:pt x="41089" y="50147"/>
                  <a:pt x="39465" y="53215"/>
                  <a:pt x="37422" y="55638"/>
                </a:cubicBezTo>
                <a:cubicBezTo>
                  <a:pt x="35378" y="58060"/>
                  <a:pt x="32986" y="59859"/>
                  <a:pt x="30246" y="61034"/>
                </a:cubicBezTo>
                <a:cubicBezTo>
                  <a:pt x="27506" y="62209"/>
                  <a:pt x="24614" y="62797"/>
                  <a:pt x="21570" y="62797"/>
                </a:cubicBezTo>
                <a:cubicBezTo>
                  <a:pt x="17917" y="62797"/>
                  <a:pt x="14735" y="62137"/>
                  <a:pt x="12024" y="60817"/>
                </a:cubicBezTo>
                <a:cubicBezTo>
                  <a:pt x="9314" y="59497"/>
                  <a:pt x="7067" y="57589"/>
                  <a:pt x="5284" y="55094"/>
                </a:cubicBezTo>
                <a:cubicBezTo>
                  <a:pt x="3501" y="52599"/>
                  <a:pt x="2174" y="49560"/>
                  <a:pt x="1305" y="45976"/>
                </a:cubicBezTo>
                <a:cubicBezTo>
                  <a:pt x="435" y="42393"/>
                  <a:pt x="0" y="38353"/>
                  <a:pt x="0" y="33855"/>
                </a:cubicBezTo>
                <a:cubicBezTo>
                  <a:pt x="0" y="28807"/>
                  <a:pt x="594" y="24426"/>
                  <a:pt x="1783" y="20713"/>
                </a:cubicBezTo>
                <a:cubicBezTo>
                  <a:pt x="2972" y="16999"/>
                  <a:pt x="4588" y="13931"/>
                  <a:pt x="6632" y="11508"/>
                </a:cubicBezTo>
                <a:cubicBezTo>
                  <a:pt x="8676" y="9085"/>
                  <a:pt x="11060" y="7287"/>
                  <a:pt x="13786" y="6111"/>
                </a:cubicBezTo>
                <a:cubicBezTo>
                  <a:pt x="16511" y="4936"/>
                  <a:pt x="19396" y="4349"/>
                  <a:pt x="22440" y="4349"/>
                </a:cubicBezTo>
                <a:cubicBezTo>
                  <a:pt x="26093" y="4349"/>
                  <a:pt x="29275" y="5016"/>
                  <a:pt x="31985" y="6351"/>
                </a:cubicBezTo>
                <a:cubicBezTo>
                  <a:pt x="34696" y="7685"/>
                  <a:pt x="36950" y="9593"/>
                  <a:pt x="38748" y="12073"/>
                </a:cubicBezTo>
                <a:cubicBezTo>
                  <a:pt x="40545" y="14554"/>
                  <a:pt x="41886" y="17579"/>
                  <a:pt x="42771" y="21147"/>
                </a:cubicBezTo>
                <a:cubicBezTo>
                  <a:pt x="43655" y="24716"/>
                  <a:pt x="44097" y="28735"/>
                  <a:pt x="44097" y="33203"/>
                </a:cubicBezTo>
                <a:moveTo>
                  <a:pt x="36052" y="33769"/>
                </a:moveTo>
                <a:cubicBezTo>
                  <a:pt x="36052" y="30432"/>
                  <a:pt x="35798" y="27378"/>
                  <a:pt x="35291" y="24606"/>
                </a:cubicBezTo>
                <a:cubicBezTo>
                  <a:pt x="34783" y="21835"/>
                  <a:pt x="33964" y="19448"/>
                  <a:pt x="32834" y="17446"/>
                </a:cubicBezTo>
                <a:cubicBezTo>
                  <a:pt x="31703" y="15442"/>
                  <a:pt x="30246" y="13889"/>
                  <a:pt x="28463" y="12787"/>
                </a:cubicBezTo>
                <a:cubicBezTo>
                  <a:pt x="26680" y="11684"/>
                  <a:pt x="24527" y="11133"/>
                  <a:pt x="22005" y="11133"/>
                </a:cubicBezTo>
                <a:cubicBezTo>
                  <a:pt x="19570" y="11133"/>
                  <a:pt x="17475" y="11721"/>
                  <a:pt x="15721" y="12897"/>
                </a:cubicBezTo>
                <a:cubicBezTo>
                  <a:pt x="13967" y="14072"/>
                  <a:pt x="12525" y="15668"/>
                  <a:pt x="11394" y="17685"/>
                </a:cubicBezTo>
                <a:cubicBezTo>
                  <a:pt x="10263" y="19701"/>
                  <a:pt x="9422" y="22067"/>
                  <a:pt x="8872" y="24780"/>
                </a:cubicBezTo>
                <a:cubicBezTo>
                  <a:pt x="8321" y="27494"/>
                  <a:pt x="8045" y="30374"/>
                  <a:pt x="8045" y="33421"/>
                </a:cubicBezTo>
                <a:cubicBezTo>
                  <a:pt x="8045" y="36786"/>
                  <a:pt x="8306" y="39855"/>
                  <a:pt x="8828" y="42626"/>
                </a:cubicBezTo>
                <a:cubicBezTo>
                  <a:pt x="9350" y="45398"/>
                  <a:pt x="10169" y="47778"/>
                  <a:pt x="11285" y="49767"/>
                </a:cubicBezTo>
                <a:cubicBezTo>
                  <a:pt x="12401" y="51754"/>
                  <a:pt x="13844" y="53300"/>
                  <a:pt x="15612" y="54402"/>
                </a:cubicBezTo>
                <a:cubicBezTo>
                  <a:pt x="17381" y="55505"/>
                  <a:pt x="19512" y="56056"/>
                  <a:pt x="22005" y="56056"/>
                </a:cubicBezTo>
                <a:cubicBezTo>
                  <a:pt x="24440" y="56056"/>
                  <a:pt x="26542" y="55469"/>
                  <a:pt x="28311" y="54294"/>
                </a:cubicBezTo>
                <a:cubicBezTo>
                  <a:pt x="30079" y="53118"/>
                  <a:pt x="31536" y="51521"/>
                  <a:pt x="32681" y="49504"/>
                </a:cubicBezTo>
                <a:cubicBezTo>
                  <a:pt x="33826" y="47488"/>
                  <a:pt x="34675" y="45130"/>
                  <a:pt x="35225" y="42431"/>
                </a:cubicBezTo>
                <a:cubicBezTo>
                  <a:pt x="35776" y="39732"/>
                  <a:pt x="36052" y="36844"/>
                  <a:pt x="36052" y="33769"/>
                </a:cubicBezTo>
                <a:close/>
                <a:moveTo>
                  <a:pt x="90777" y="39400"/>
                </a:moveTo>
                <a:cubicBezTo>
                  <a:pt x="90777" y="43285"/>
                  <a:pt x="90233" y="46677"/>
                  <a:pt x="89146" y="49576"/>
                </a:cubicBezTo>
                <a:cubicBezTo>
                  <a:pt x="88059" y="52476"/>
                  <a:pt x="86559" y="54882"/>
                  <a:pt x="84645" y="56795"/>
                </a:cubicBezTo>
                <a:cubicBezTo>
                  <a:pt x="82732" y="58709"/>
                  <a:pt x="80470" y="60144"/>
                  <a:pt x="77861" y="61101"/>
                </a:cubicBezTo>
                <a:cubicBezTo>
                  <a:pt x="75252" y="62058"/>
                  <a:pt x="72425" y="62536"/>
                  <a:pt x="69381" y="62536"/>
                </a:cubicBezTo>
                <a:cubicBezTo>
                  <a:pt x="67989" y="62536"/>
                  <a:pt x="66605" y="62463"/>
                  <a:pt x="65228" y="62318"/>
                </a:cubicBezTo>
                <a:cubicBezTo>
                  <a:pt x="63851" y="62173"/>
                  <a:pt x="62452" y="61927"/>
                  <a:pt x="61031" y="61579"/>
                </a:cubicBezTo>
                <a:lnTo>
                  <a:pt x="61031" y="79844"/>
                </a:lnTo>
                <a:lnTo>
                  <a:pt x="53464" y="79844"/>
                </a:lnTo>
                <a:lnTo>
                  <a:pt x="53464" y="18352"/>
                </a:lnTo>
                <a:lnTo>
                  <a:pt x="60205" y="18352"/>
                </a:lnTo>
                <a:lnTo>
                  <a:pt x="60683" y="25658"/>
                </a:lnTo>
                <a:cubicBezTo>
                  <a:pt x="62858" y="22672"/>
                  <a:pt x="65177" y="20577"/>
                  <a:pt x="67641" y="19374"/>
                </a:cubicBezTo>
                <a:cubicBezTo>
                  <a:pt x="70106" y="18171"/>
                  <a:pt x="72773" y="17569"/>
                  <a:pt x="75643" y="17569"/>
                </a:cubicBezTo>
                <a:cubicBezTo>
                  <a:pt x="78137" y="17569"/>
                  <a:pt x="80325" y="18091"/>
                  <a:pt x="82210" y="19135"/>
                </a:cubicBezTo>
                <a:cubicBezTo>
                  <a:pt x="84094" y="20178"/>
                  <a:pt x="85674" y="21650"/>
                  <a:pt x="86950" y="23549"/>
                </a:cubicBezTo>
                <a:cubicBezTo>
                  <a:pt x="88226" y="25448"/>
                  <a:pt x="89183" y="27738"/>
                  <a:pt x="89820" y="30420"/>
                </a:cubicBezTo>
                <a:cubicBezTo>
                  <a:pt x="90458" y="33102"/>
                  <a:pt x="90777" y="36095"/>
                  <a:pt x="90777" y="39400"/>
                </a:cubicBezTo>
                <a:moveTo>
                  <a:pt x="83036" y="39748"/>
                </a:moveTo>
                <a:cubicBezTo>
                  <a:pt x="83036" y="37458"/>
                  <a:pt x="82869" y="35356"/>
                  <a:pt x="82536" y="33442"/>
                </a:cubicBezTo>
                <a:cubicBezTo>
                  <a:pt x="82203" y="31529"/>
                  <a:pt x="81674" y="29891"/>
                  <a:pt x="80949" y="28528"/>
                </a:cubicBezTo>
                <a:cubicBezTo>
                  <a:pt x="80224" y="27166"/>
                  <a:pt x="79296" y="26100"/>
                  <a:pt x="78166" y="25332"/>
                </a:cubicBezTo>
                <a:cubicBezTo>
                  <a:pt x="77035" y="24564"/>
                  <a:pt x="75687" y="24179"/>
                  <a:pt x="74121" y="24179"/>
                </a:cubicBezTo>
                <a:cubicBezTo>
                  <a:pt x="73164" y="24179"/>
                  <a:pt x="72193" y="24332"/>
                  <a:pt x="71207" y="24636"/>
                </a:cubicBezTo>
                <a:cubicBezTo>
                  <a:pt x="70222" y="24940"/>
                  <a:pt x="69200" y="25448"/>
                  <a:pt x="68142" y="26158"/>
                </a:cubicBezTo>
                <a:cubicBezTo>
                  <a:pt x="67083" y="26868"/>
                  <a:pt x="65967" y="27811"/>
                  <a:pt x="64793" y="28985"/>
                </a:cubicBezTo>
                <a:cubicBezTo>
                  <a:pt x="63619" y="30159"/>
                  <a:pt x="62365" y="31616"/>
                  <a:pt x="61031" y="33355"/>
                </a:cubicBezTo>
                <a:lnTo>
                  <a:pt x="61031" y="54534"/>
                </a:lnTo>
                <a:cubicBezTo>
                  <a:pt x="62423" y="55114"/>
                  <a:pt x="63887" y="55571"/>
                  <a:pt x="65424" y="55904"/>
                </a:cubicBezTo>
                <a:cubicBezTo>
                  <a:pt x="66960" y="56237"/>
                  <a:pt x="68468" y="56404"/>
                  <a:pt x="69946" y="56404"/>
                </a:cubicBezTo>
                <a:cubicBezTo>
                  <a:pt x="74034" y="56404"/>
                  <a:pt x="77238" y="55020"/>
                  <a:pt x="79557" y="52251"/>
                </a:cubicBezTo>
                <a:cubicBezTo>
                  <a:pt x="81877" y="49482"/>
                  <a:pt x="83036" y="45315"/>
                  <a:pt x="83036" y="39748"/>
                </a:cubicBezTo>
                <a:close/>
                <a:moveTo>
                  <a:pt x="135048" y="61362"/>
                </a:moveTo>
                <a:cubicBezTo>
                  <a:pt x="133338" y="61812"/>
                  <a:pt x="131569" y="62135"/>
                  <a:pt x="129743" y="62329"/>
                </a:cubicBezTo>
                <a:cubicBezTo>
                  <a:pt x="127916" y="62525"/>
                  <a:pt x="126061" y="62623"/>
                  <a:pt x="124176" y="62623"/>
                </a:cubicBezTo>
                <a:cubicBezTo>
                  <a:pt x="118697" y="62623"/>
                  <a:pt x="114609" y="61383"/>
                  <a:pt x="111913" y="58905"/>
                </a:cubicBezTo>
                <a:cubicBezTo>
                  <a:pt x="109216" y="56426"/>
                  <a:pt x="107868" y="52621"/>
                  <a:pt x="107868" y="47489"/>
                </a:cubicBezTo>
                <a:lnTo>
                  <a:pt x="107868" y="24701"/>
                </a:lnTo>
                <a:lnTo>
                  <a:pt x="95648" y="24701"/>
                </a:lnTo>
                <a:lnTo>
                  <a:pt x="95648" y="18352"/>
                </a:lnTo>
                <a:lnTo>
                  <a:pt x="107868" y="18352"/>
                </a:lnTo>
                <a:lnTo>
                  <a:pt x="107868" y="6311"/>
                </a:lnTo>
                <a:lnTo>
                  <a:pt x="115435" y="4349"/>
                </a:lnTo>
                <a:lnTo>
                  <a:pt x="115435" y="18352"/>
                </a:lnTo>
                <a:lnTo>
                  <a:pt x="135048" y="18352"/>
                </a:lnTo>
                <a:lnTo>
                  <a:pt x="135048" y="24701"/>
                </a:lnTo>
                <a:lnTo>
                  <a:pt x="115435" y="24701"/>
                </a:lnTo>
                <a:lnTo>
                  <a:pt x="115435" y="46880"/>
                </a:lnTo>
                <a:cubicBezTo>
                  <a:pt x="115435" y="50011"/>
                  <a:pt x="116269" y="52352"/>
                  <a:pt x="117936" y="53903"/>
                </a:cubicBezTo>
                <a:cubicBezTo>
                  <a:pt x="119603" y="55455"/>
                  <a:pt x="122060" y="56230"/>
                  <a:pt x="125307" y="56230"/>
                </a:cubicBezTo>
                <a:cubicBezTo>
                  <a:pt x="126699" y="56230"/>
                  <a:pt x="128221" y="56118"/>
                  <a:pt x="129873" y="55894"/>
                </a:cubicBezTo>
                <a:cubicBezTo>
                  <a:pt x="131526" y="55670"/>
                  <a:pt x="133251" y="55318"/>
                  <a:pt x="135048" y="54838"/>
                </a:cubicBezTo>
                <a:lnTo>
                  <a:pt x="135048" y="61362"/>
                </a:lnTo>
                <a:close/>
                <a:moveTo>
                  <a:pt x="163724" y="24614"/>
                </a:moveTo>
                <a:lnTo>
                  <a:pt x="150808" y="24614"/>
                </a:lnTo>
                <a:lnTo>
                  <a:pt x="150808" y="18352"/>
                </a:lnTo>
                <a:lnTo>
                  <a:pt x="171378" y="18352"/>
                </a:lnTo>
                <a:lnTo>
                  <a:pt x="171378" y="55708"/>
                </a:lnTo>
                <a:lnTo>
                  <a:pt x="184381" y="55708"/>
                </a:lnTo>
                <a:lnTo>
                  <a:pt x="184381" y="62014"/>
                </a:lnTo>
                <a:lnTo>
                  <a:pt x="149373" y="62014"/>
                </a:lnTo>
                <a:lnTo>
                  <a:pt x="149373" y="55708"/>
                </a:lnTo>
                <a:lnTo>
                  <a:pt x="163724" y="55708"/>
                </a:lnTo>
                <a:lnTo>
                  <a:pt x="163724" y="24614"/>
                </a:lnTo>
                <a:moveTo>
                  <a:pt x="166377" y="0"/>
                </a:moveTo>
                <a:cubicBezTo>
                  <a:pt x="167218" y="0"/>
                  <a:pt x="168001" y="152"/>
                  <a:pt x="168725" y="457"/>
                </a:cubicBezTo>
                <a:cubicBezTo>
                  <a:pt x="169450" y="761"/>
                  <a:pt x="170081" y="1189"/>
                  <a:pt x="170617" y="1740"/>
                </a:cubicBezTo>
                <a:cubicBezTo>
                  <a:pt x="171153" y="2290"/>
                  <a:pt x="171574" y="2921"/>
                  <a:pt x="171878" y="3631"/>
                </a:cubicBezTo>
                <a:cubicBezTo>
                  <a:pt x="172183" y="4342"/>
                  <a:pt x="172335" y="5117"/>
                  <a:pt x="172335" y="5958"/>
                </a:cubicBezTo>
                <a:cubicBezTo>
                  <a:pt x="172335" y="6770"/>
                  <a:pt x="172183" y="7538"/>
                  <a:pt x="171878" y="8263"/>
                </a:cubicBezTo>
                <a:cubicBezTo>
                  <a:pt x="171574" y="8988"/>
                  <a:pt x="171153" y="9625"/>
                  <a:pt x="170617" y="10176"/>
                </a:cubicBezTo>
                <a:cubicBezTo>
                  <a:pt x="170081" y="10727"/>
                  <a:pt x="169450" y="11155"/>
                  <a:pt x="168725" y="11459"/>
                </a:cubicBezTo>
                <a:cubicBezTo>
                  <a:pt x="168001" y="11764"/>
                  <a:pt x="167218" y="11916"/>
                  <a:pt x="166377" y="11916"/>
                </a:cubicBezTo>
                <a:cubicBezTo>
                  <a:pt x="165536" y="11916"/>
                  <a:pt x="164753" y="11764"/>
                  <a:pt x="164029" y="11459"/>
                </a:cubicBezTo>
                <a:cubicBezTo>
                  <a:pt x="163304" y="11155"/>
                  <a:pt x="162673" y="10727"/>
                  <a:pt x="162137" y="10176"/>
                </a:cubicBezTo>
                <a:cubicBezTo>
                  <a:pt x="161601" y="9625"/>
                  <a:pt x="161180" y="8988"/>
                  <a:pt x="160876" y="8263"/>
                </a:cubicBezTo>
                <a:cubicBezTo>
                  <a:pt x="160571" y="7538"/>
                  <a:pt x="160419" y="6770"/>
                  <a:pt x="160419" y="5958"/>
                </a:cubicBezTo>
                <a:cubicBezTo>
                  <a:pt x="160419" y="5117"/>
                  <a:pt x="160571" y="4342"/>
                  <a:pt x="160876" y="3631"/>
                </a:cubicBezTo>
                <a:cubicBezTo>
                  <a:pt x="161180" y="2921"/>
                  <a:pt x="161601" y="2290"/>
                  <a:pt x="162137" y="1740"/>
                </a:cubicBezTo>
                <a:cubicBezTo>
                  <a:pt x="162673" y="1189"/>
                  <a:pt x="163304" y="761"/>
                  <a:pt x="164029" y="457"/>
                </a:cubicBezTo>
                <a:cubicBezTo>
                  <a:pt x="164753" y="152"/>
                  <a:pt x="165536" y="0"/>
                  <a:pt x="166377" y="0"/>
                </a:cubicBezTo>
                <a:close/>
                <a:moveTo>
                  <a:pt x="235400" y="39835"/>
                </a:moveTo>
                <a:cubicBezTo>
                  <a:pt x="235400" y="43227"/>
                  <a:pt x="234921" y="46337"/>
                  <a:pt x="233965" y="49163"/>
                </a:cubicBezTo>
                <a:cubicBezTo>
                  <a:pt x="233008" y="51990"/>
                  <a:pt x="231631" y="54411"/>
                  <a:pt x="229833" y="56426"/>
                </a:cubicBezTo>
                <a:cubicBezTo>
                  <a:pt x="228036" y="58441"/>
                  <a:pt x="225847" y="60006"/>
                  <a:pt x="223266" y="61123"/>
                </a:cubicBezTo>
                <a:cubicBezTo>
                  <a:pt x="220686" y="62239"/>
                  <a:pt x="217758" y="62797"/>
                  <a:pt x="214482" y="62797"/>
                </a:cubicBezTo>
                <a:cubicBezTo>
                  <a:pt x="211351" y="62797"/>
                  <a:pt x="208546" y="62311"/>
                  <a:pt x="206067" y="61340"/>
                </a:cubicBezTo>
                <a:cubicBezTo>
                  <a:pt x="203588" y="60369"/>
                  <a:pt x="201486" y="58941"/>
                  <a:pt x="199761" y="57056"/>
                </a:cubicBezTo>
                <a:cubicBezTo>
                  <a:pt x="198036" y="55172"/>
                  <a:pt x="196717" y="52838"/>
                  <a:pt x="195804" y="50055"/>
                </a:cubicBezTo>
                <a:cubicBezTo>
                  <a:pt x="194890" y="47272"/>
                  <a:pt x="194434" y="44068"/>
                  <a:pt x="194434" y="40444"/>
                </a:cubicBezTo>
                <a:cubicBezTo>
                  <a:pt x="194434" y="37052"/>
                  <a:pt x="194912" y="33957"/>
                  <a:pt x="195869" y="31159"/>
                </a:cubicBezTo>
                <a:cubicBezTo>
                  <a:pt x="196826" y="28361"/>
                  <a:pt x="198203" y="25955"/>
                  <a:pt x="200000" y="23940"/>
                </a:cubicBezTo>
                <a:cubicBezTo>
                  <a:pt x="201798" y="21925"/>
                  <a:pt x="203987" y="20360"/>
                  <a:pt x="206567" y="19243"/>
                </a:cubicBezTo>
                <a:cubicBezTo>
                  <a:pt x="209147" y="18127"/>
                  <a:pt x="212076" y="17569"/>
                  <a:pt x="215352" y="17569"/>
                </a:cubicBezTo>
                <a:cubicBezTo>
                  <a:pt x="218483" y="17569"/>
                  <a:pt x="221288" y="18055"/>
                  <a:pt x="223767" y="19026"/>
                </a:cubicBezTo>
                <a:cubicBezTo>
                  <a:pt x="226245" y="19997"/>
                  <a:pt x="228347" y="21418"/>
                  <a:pt x="230072" y="23288"/>
                </a:cubicBezTo>
                <a:cubicBezTo>
                  <a:pt x="231797" y="25158"/>
                  <a:pt x="233117" y="27484"/>
                  <a:pt x="234030" y="30268"/>
                </a:cubicBezTo>
                <a:cubicBezTo>
                  <a:pt x="234943" y="33051"/>
                  <a:pt x="235400" y="36240"/>
                  <a:pt x="235400" y="39835"/>
                </a:cubicBezTo>
                <a:moveTo>
                  <a:pt x="227659" y="40183"/>
                </a:moveTo>
                <a:cubicBezTo>
                  <a:pt x="227659" y="37487"/>
                  <a:pt x="227362" y="35131"/>
                  <a:pt x="226767" y="33116"/>
                </a:cubicBezTo>
                <a:cubicBezTo>
                  <a:pt x="226173" y="31101"/>
                  <a:pt x="225325" y="29420"/>
                  <a:pt x="224223" y="28072"/>
                </a:cubicBezTo>
                <a:cubicBezTo>
                  <a:pt x="223121" y="26723"/>
                  <a:pt x="221781" y="25709"/>
                  <a:pt x="220201" y="25027"/>
                </a:cubicBezTo>
                <a:cubicBezTo>
                  <a:pt x="218620" y="24346"/>
                  <a:pt x="216859" y="24005"/>
                  <a:pt x="214917" y="24005"/>
                </a:cubicBezTo>
                <a:cubicBezTo>
                  <a:pt x="212655" y="24005"/>
                  <a:pt x="210720" y="24448"/>
                  <a:pt x="209111" y="25332"/>
                </a:cubicBezTo>
                <a:cubicBezTo>
                  <a:pt x="207502" y="26216"/>
                  <a:pt x="206183" y="27398"/>
                  <a:pt x="205154" y="28876"/>
                </a:cubicBezTo>
                <a:cubicBezTo>
                  <a:pt x="204124" y="30355"/>
                  <a:pt x="203371" y="32072"/>
                  <a:pt x="202892" y="34029"/>
                </a:cubicBezTo>
                <a:cubicBezTo>
                  <a:pt x="202414" y="35986"/>
                  <a:pt x="202175" y="38038"/>
                  <a:pt x="202175" y="40183"/>
                </a:cubicBezTo>
                <a:cubicBezTo>
                  <a:pt x="202175" y="42879"/>
                  <a:pt x="202472" y="45242"/>
                  <a:pt x="203066" y="47272"/>
                </a:cubicBezTo>
                <a:cubicBezTo>
                  <a:pt x="203661" y="49301"/>
                  <a:pt x="204509" y="50990"/>
                  <a:pt x="205610" y="52338"/>
                </a:cubicBezTo>
                <a:cubicBezTo>
                  <a:pt x="206712" y="53686"/>
                  <a:pt x="208046" y="54701"/>
                  <a:pt x="209611" y="55382"/>
                </a:cubicBezTo>
                <a:cubicBezTo>
                  <a:pt x="211177" y="56063"/>
                  <a:pt x="212945" y="56404"/>
                  <a:pt x="214917" y="56404"/>
                </a:cubicBezTo>
                <a:cubicBezTo>
                  <a:pt x="217178" y="56404"/>
                  <a:pt x="219113" y="55962"/>
                  <a:pt x="220722" y="55078"/>
                </a:cubicBezTo>
                <a:cubicBezTo>
                  <a:pt x="222331" y="54193"/>
                  <a:pt x="223651" y="53012"/>
                  <a:pt x="224680" y="51533"/>
                </a:cubicBezTo>
                <a:cubicBezTo>
                  <a:pt x="225709" y="50055"/>
                  <a:pt x="226463" y="48337"/>
                  <a:pt x="226941" y="46380"/>
                </a:cubicBezTo>
                <a:cubicBezTo>
                  <a:pt x="227420" y="44423"/>
                  <a:pt x="227659" y="42357"/>
                  <a:pt x="227659" y="40183"/>
                </a:cubicBezTo>
                <a:close/>
                <a:moveTo>
                  <a:pt x="246376" y="18352"/>
                </a:moveTo>
                <a:lnTo>
                  <a:pt x="253117" y="18352"/>
                </a:lnTo>
                <a:lnTo>
                  <a:pt x="253421" y="25397"/>
                </a:lnTo>
                <a:cubicBezTo>
                  <a:pt x="254697" y="23889"/>
                  <a:pt x="255929" y="22636"/>
                  <a:pt x="257118" y="21635"/>
                </a:cubicBezTo>
                <a:cubicBezTo>
                  <a:pt x="258306" y="20635"/>
                  <a:pt x="259473" y="19831"/>
                  <a:pt x="260618" y="19222"/>
                </a:cubicBezTo>
                <a:cubicBezTo>
                  <a:pt x="261764" y="18613"/>
                  <a:pt x="262931" y="18185"/>
                  <a:pt x="264119" y="17939"/>
                </a:cubicBezTo>
                <a:cubicBezTo>
                  <a:pt x="265308" y="17692"/>
                  <a:pt x="266540" y="17569"/>
                  <a:pt x="267816" y="17569"/>
                </a:cubicBezTo>
                <a:cubicBezTo>
                  <a:pt x="272310" y="17569"/>
                  <a:pt x="275709" y="18896"/>
                  <a:pt x="278014" y="21548"/>
                </a:cubicBezTo>
                <a:cubicBezTo>
                  <a:pt x="280319" y="24201"/>
                  <a:pt x="281471" y="28195"/>
                  <a:pt x="281471" y="33529"/>
                </a:cubicBezTo>
                <a:lnTo>
                  <a:pt x="281471" y="62014"/>
                </a:lnTo>
                <a:lnTo>
                  <a:pt x="273904" y="62014"/>
                </a:lnTo>
                <a:lnTo>
                  <a:pt x="273904" y="34138"/>
                </a:lnTo>
                <a:cubicBezTo>
                  <a:pt x="273904" y="30717"/>
                  <a:pt x="273266" y="28188"/>
                  <a:pt x="271991" y="26549"/>
                </a:cubicBezTo>
                <a:cubicBezTo>
                  <a:pt x="270715" y="24911"/>
                  <a:pt x="268816" y="24092"/>
                  <a:pt x="266294" y="24092"/>
                </a:cubicBezTo>
                <a:cubicBezTo>
                  <a:pt x="265366" y="24092"/>
                  <a:pt x="264460" y="24230"/>
                  <a:pt x="263576" y="24506"/>
                </a:cubicBezTo>
                <a:cubicBezTo>
                  <a:pt x="262691" y="24781"/>
                  <a:pt x="261771" y="25259"/>
                  <a:pt x="260814" y="25941"/>
                </a:cubicBezTo>
                <a:cubicBezTo>
                  <a:pt x="259857" y="26622"/>
                  <a:pt x="258821" y="27542"/>
                  <a:pt x="257705" y="28702"/>
                </a:cubicBezTo>
                <a:cubicBezTo>
                  <a:pt x="256589" y="29862"/>
                  <a:pt x="255335" y="31311"/>
                  <a:pt x="253943" y="33051"/>
                </a:cubicBezTo>
                <a:lnTo>
                  <a:pt x="253943" y="62014"/>
                </a:lnTo>
                <a:lnTo>
                  <a:pt x="246376" y="62014"/>
                </a:lnTo>
                <a:lnTo>
                  <a:pt x="246376" y="18352"/>
                </a:lnTo>
                <a:close/>
                <a:moveTo>
                  <a:pt x="322965" y="62014"/>
                </a:moveTo>
                <a:lnTo>
                  <a:pt x="322791" y="56131"/>
                </a:lnTo>
                <a:cubicBezTo>
                  <a:pt x="320414" y="58484"/>
                  <a:pt x="318001" y="60183"/>
                  <a:pt x="315551" y="61229"/>
                </a:cubicBezTo>
                <a:cubicBezTo>
                  <a:pt x="313101" y="62274"/>
                  <a:pt x="310528" y="62797"/>
                  <a:pt x="307832" y="62797"/>
                </a:cubicBezTo>
                <a:cubicBezTo>
                  <a:pt x="305338" y="62797"/>
                  <a:pt x="303207" y="62477"/>
                  <a:pt x="301439" y="61839"/>
                </a:cubicBezTo>
                <a:cubicBezTo>
                  <a:pt x="299670" y="61200"/>
                  <a:pt x="298213" y="60322"/>
                  <a:pt x="297068" y="59204"/>
                </a:cubicBezTo>
                <a:cubicBezTo>
                  <a:pt x="295923" y="58086"/>
                  <a:pt x="295082" y="56771"/>
                  <a:pt x="294546" y="55261"/>
                </a:cubicBezTo>
                <a:cubicBezTo>
                  <a:pt x="294010" y="53751"/>
                  <a:pt x="293741" y="52110"/>
                  <a:pt x="293741" y="50339"/>
                </a:cubicBezTo>
                <a:cubicBezTo>
                  <a:pt x="293741" y="45954"/>
                  <a:pt x="295372" y="42520"/>
                  <a:pt x="298634" y="40038"/>
                </a:cubicBezTo>
                <a:cubicBezTo>
                  <a:pt x="301895" y="37554"/>
                  <a:pt x="306715" y="36313"/>
                  <a:pt x="313094" y="36313"/>
                </a:cubicBezTo>
                <a:lnTo>
                  <a:pt x="322139" y="36313"/>
                </a:lnTo>
                <a:lnTo>
                  <a:pt x="322139" y="32499"/>
                </a:lnTo>
                <a:cubicBezTo>
                  <a:pt x="322139" y="29928"/>
                  <a:pt x="321313" y="27870"/>
                  <a:pt x="319660" y="26324"/>
                </a:cubicBezTo>
                <a:cubicBezTo>
                  <a:pt x="318008" y="24778"/>
                  <a:pt x="315485" y="24005"/>
                  <a:pt x="312093" y="24005"/>
                </a:cubicBezTo>
                <a:cubicBezTo>
                  <a:pt x="309629" y="24005"/>
                  <a:pt x="307201" y="24285"/>
                  <a:pt x="304809" y="24844"/>
                </a:cubicBezTo>
                <a:cubicBezTo>
                  <a:pt x="302417" y="25402"/>
                  <a:pt x="299946" y="26195"/>
                  <a:pt x="297394" y="27224"/>
                </a:cubicBezTo>
                <a:lnTo>
                  <a:pt x="297394" y="20396"/>
                </a:lnTo>
                <a:cubicBezTo>
                  <a:pt x="298351" y="20043"/>
                  <a:pt x="299417" y="19696"/>
                  <a:pt x="300591" y="19358"/>
                </a:cubicBezTo>
                <a:cubicBezTo>
                  <a:pt x="301765" y="19019"/>
                  <a:pt x="303004" y="18717"/>
                  <a:pt x="304309" y="18453"/>
                </a:cubicBezTo>
                <a:cubicBezTo>
                  <a:pt x="305614" y="18187"/>
                  <a:pt x="306976" y="17974"/>
                  <a:pt x="308397" y="17812"/>
                </a:cubicBezTo>
                <a:cubicBezTo>
                  <a:pt x="309818" y="17650"/>
                  <a:pt x="311253" y="17569"/>
                  <a:pt x="312702" y="17569"/>
                </a:cubicBezTo>
                <a:cubicBezTo>
                  <a:pt x="315341" y="17569"/>
                  <a:pt x="317718" y="17859"/>
                  <a:pt x="319834" y="18439"/>
                </a:cubicBezTo>
                <a:cubicBezTo>
                  <a:pt x="321951" y="19019"/>
                  <a:pt x="323741" y="19903"/>
                  <a:pt x="325205" y="21092"/>
                </a:cubicBezTo>
                <a:cubicBezTo>
                  <a:pt x="326669" y="22280"/>
                  <a:pt x="327793" y="23773"/>
                  <a:pt x="328575" y="25571"/>
                </a:cubicBezTo>
                <a:cubicBezTo>
                  <a:pt x="329358" y="27369"/>
                  <a:pt x="329750" y="29485"/>
                  <a:pt x="329750" y="31920"/>
                </a:cubicBezTo>
                <a:lnTo>
                  <a:pt x="329750" y="62014"/>
                </a:lnTo>
                <a:lnTo>
                  <a:pt x="322965" y="62014"/>
                </a:lnTo>
                <a:moveTo>
                  <a:pt x="322139" y="42096"/>
                </a:moveTo>
                <a:lnTo>
                  <a:pt x="312528" y="42096"/>
                </a:lnTo>
                <a:cubicBezTo>
                  <a:pt x="310644" y="42096"/>
                  <a:pt x="309020" y="42286"/>
                  <a:pt x="307658" y="42665"/>
                </a:cubicBezTo>
                <a:cubicBezTo>
                  <a:pt x="306295" y="43042"/>
                  <a:pt x="305179" y="43580"/>
                  <a:pt x="304309" y="44278"/>
                </a:cubicBezTo>
                <a:cubicBezTo>
                  <a:pt x="303439" y="44975"/>
                  <a:pt x="302794" y="45812"/>
                  <a:pt x="302374" y="46786"/>
                </a:cubicBezTo>
                <a:cubicBezTo>
                  <a:pt x="301953" y="47760"/>
                  <a:pt x="301743" y="48858"/>
                  <a:pt x="301743" y="50079"/>
                </a:cubicBezTo>
                <a:cubicBezTo>
                  <a:pt x="301743" y="50923"/>
                  <a:pt x="301874" y="51730"/>
                  <a:pt x="302135" y="52501"/>
                </a:cubicBezTo>
                <a:cubicBezTo>
                  <a:pt x="302396" y="53271"/>
                  <a:pt x="302816" y="53954"/>
                  <a:pt x="303396" y="54550"/>
                </a:cubicBezTo>
                <a:cubicBezTo>
                  <a:pt x="303976" y="55147"/>
                  <a:pt x="304729" y="55619"/>
                  <a:pt x="305657" y="55968"/>
                </a:cubicBezTo>
                <a:cubicBezTo>
                  <a:pt x="306585" y="56317"/>
                  <a:pt x="307716" y="56491"/>
                  <a:pt x="309049" y="56491"/>
                </a:cubicBezTo>
                <a:cubicBezTo>
                  <a:pt x="310789" y="56491"/>
                  <a:pt x="312782" y="55961"/>
                  <a:pt x="315029" y="54900"/>
                </a:cubicBezTo>
                <a:cubicBezTo>
                  <a:pt x="317276" y="53838"/>
                  <a:pt x="319646" y="52158"/>
                  <a:pt x="322139" y="49860"/>
                </a:cubicBezTo>
                <a:lnTo>
                  <a:pt x="322139" y="42096"/>
                </a:lnTo>
                <a:close/>
                <a:moveTo>
                  <a:pt x="358774" y="6741"/>
                </a:moveTo>
                <a:lnTo>
                  <a:pt x="345858" y="6741"/>
                </a:lnTo>
                <a:lnTo>
                  <a:pt x="345858" y="522"/>
                </a:lnTo>
                <a:lnTo>
                  <a:pt x="366428" y="522"/>
                </a:lnTo>
                <a:lnTo>
                  <a:pt x="366428" y="55708"/>
                </a:lnTo>
                <a:lnTo>
                  <a:pt x="379430" y="55708"/>
                </a:lnTo>
                <a:lnTo>
                  <a:pt x="379430" y="62014"/>
                </a:lnTo>
                <a:lnTo>
                  <a:pt x="344423" y="62014"/>
                </a:lnTo>
                <a:lnTo>
                  <a:pt x="344423" y="55708"/>
                </a:lnTo>
                <a:lnTo>
                  <a:pt x="358774" y="55708"/>
                </a:lnTo>
                <a:lnTo>
                  <a:pt x="358774" y="6741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[">
            <a:extLst xmlns:a="http://schemas.openxmlformats.org/drawingml/2006/main">
              <a:ext uri="{FF2B5EF4-FFF2-40B4-BE49-F238E27FC236}">
                <a16:creationId xmlns:a16="http://schemas.microsoft.com/office/drawing/2014/main" id="{8C8049F7-679D-490F-9062-B2AC8B45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41" y="4501869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0"/>
                </a:lnTo>
                <a:lnTo>
                  <a:pt x="21440" y="0"/>
                </a:lnTo>
                <a:lnTo>
                  <a:pt x="21440" y="6088"/>
                </a:lnTo>
                <a:lnTo>
                  <a:pt x="7219" y="6088"/>
                </a:lnTo>
                <a:lnTo>
                  <a:pt x="7219" y="74713"/>
                </a:lnTo>
                <a:lnTo>
                  <a:pt x="21440" y="74713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int">
            <a:extLst xmlns:a="http://schemas.openxmlformats.org/drawingml/2006/main">
              <a:ext uri="{FF2B5EF4-FFF2-40B4-BE49-F238E27FC236}">
                <a16:creationId xmlns:a16="http://schemas.microsoft.com/office/drawing/2014/main" id="{8061B172-CDE7-4149-B38C-1C1CA8A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590" y="4502826"/>
            <a:ext cx="132206" cy="62623"/>
          </a:xfrm>
          <a:custGeom xmlns:a="http://schemas.openxmlformats.org/drawingml/2006/main">
            <a:pathLst>
              <a:path w="132206" h="62623">
                <a:moveTo>
                  <a:pt x="14351" y="24614"/>
                </a:moveTo>
                <a:lnTo>
                  <a:pt x="1435" y="24614"/>
                </a:lnTo>
                <a:lnTo>
                  <a:pt x="1435" y="18352"/>
                </a:lnTo>
                <a:lnTo>
                  <a:pt x="22005" y="1835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24614"/>
                </a:lnTo>
                <a:moveTo>
                  <a:pt x="17004" y="0"/>
                </a:moveTo>
                <a:cubicBezTo>
                  <a:pt x="17845" y="0"/>
                  <a:pt x="18627" y="152"/>
                  <a:pt x="19352" y="457"/>
                </a:cubicBezTo>
                <a:cubicBezTo>
                  <a:pt x="20077" y="761"/>
                  <a:pt x="20708" y="1189"/>
                  <a:pt x="21244" y="1740"/>
                </a:cubicBezTo>
                <a:cubicBezTo>
                  <a:pt x="21780" y="2290"/>
                  <a:pt x="22201" y="2921"/>
                  <a:pt x="22505" y="3631"/>
                </a:cubicBezTo>
                <a:cubicBezTo>
                  <a:pt x="22810" y="4342"/>
                  <a:pt x="22962" y="5117"/>
                  <a:pt x="22962" y="5958"/>
                </a:cubicBezTo>
                <a:cubicBezTo>
                  <a:pt x="22962" y="6770"/>
                  <a:pt x="22810" y="7538"/>
                  <a:pt x="22505" y="8263"/>
                </a:cubicBezTo>
                <a:cubicBezTo>
                  <a:pt x="22201" y="8988"/>
                  <a:pt x="21780" y="9625"/>
                  <a:pt x="21244" y="10176"/>
                </a:cubicBezTo>
                <a:cubicBezTo>
                  <a:pt x="20708" y="10727"/>
                  <a:pt x="20077" y="11155"/>
                  <a:pt x="19352" y="11459"/>
                </a:cubicBezTo>
                <a:cubicBezTo>
                  <a:pt x="18627" y="11764"/>
                  <a:pt x="17845" y="11916"/>
                  <a:pt x="17004" y="11916"/>
                </a:cubicBezTo>
                <a:cubicBezTo>
                  <a:pt x="16163" y="11916"/>
                  <a:pt x="15380" y="11764"/>
                  <a:pt x="14655" y="11459"/>
                </a:cubicBezTo>
                <a:cubicBezTo>
                  <a:pt x="13931" y="11155"/>
                  <a:pt x="13300" y="10727"/>
                  <a:pt x="12764" y="10176"/>
                </a:cubicBezTo>
                <a:cubicBezTo>
                  <a:pt x="12227" y="9625"/>
                  <a:pt x="11807" y="8988"/>
                  <a:pt x="11503" y="8263"/>
                </a:cubicBezTo>
                <a:cubicBezTo>
                  <a:pt x="11198" y="7538"/>
                  <a:pt x="11046" y="6770"/>
                  <a:pt x="11046" y="5958"/>
                </a:cubicBezTo>
                <a:cubicBezTo>
                  <a:pt x="11046" y="5117"/>
                  <a:pt x="11198" y="4342"/>
                  <a:pt x="11503" y="3631"/>
                </a:cubicBezTo>
                <a:cubicBezTo>
                  <a:pt x="11807" y="2921"/>
                  <a:pt x="12227" y="2290"/>
                  <a:pt x="12764" y="1740"/>
                </a:cubicBezTo>
                <a:cubicBezTo>
                  <a:pt x="13300" y="1189"/>
                  <a:pt x="13931" y="761"/>
                  <a:pt x="14655" y="457"/>
                </a:cubicBezTo>
                <a:cubicBezTo>
                  <a:pt x="15380" y="152"/>
                  <a:pt x="16163" y="0"/>
                  <a:pt x="17004" y="0"/>
                </a:cubicBezTo>
                <a:close/>
                <a:moveTo>
                  <a:pt x="48251" y="18352"/>
                </a:moveTo>
                <a:lnTo>
                  <a:pt x="54992" y="18352"/>
                </a:lnTo>
                <a:lnTo>
                  <a:pt x="55296" y="25397"/>
                </a:lnTo>
                <a:cubicBezTo>
                  <a:pt x="56572" y="23889"/>
                  <a:pt x="57804" y="22636"/>
                  <a:pt x="58993" y="21635"/>
                </a:cubicBezTo>
                <a:cubicBezTo>
                  <a:pt x="60181" y="20635"/>
                  <a:pt x="61348" y="19831"/>
                  <a:pt x="62493" y="19222"/>
                </a:cubicBezTo>
                <a:cubicBezTo>
                  <a:pt x="63638" y="18613"/>
                  <a:pt x="64805" y="18185"/>
                  <a:pt x="65994" y="17939"/>
                </a:cubicBezTo>
                <a:cubicBezTo>
                  <a:pt x="67183" y="17692"/>
                  <a:pt x="68415" y="17569"/>
                  <a:pt x="69691" y="17569"/>
                </a:cubicBezTo>
                <a:cubicBezTo>
                  <a:pt x="74184" y="17569"/>
                  <a:pt x="77584" y="18896"/>
                  <a:pt x="79889" y="21548"/>
                </a:cubicBezTo>
                <a:cubicBezTo>
                  <a:pt x="82193" y="24201"/>
                  <a:pt x="83346" y="28195"/>
                  <a:pt x="83346" y="33529"/>
                </a:cubicBezTo>
                <a:lnTo>
                  <a:pt x="83346" y="62014"/>
                </a:lnTo>
                <a:lnTo>
                  <a:pt x="75779" y="62014"/>
                </a:lnTo>
                <a:lnTo>
                  <a:pt x="75779" y="34138"/>
                </a:lnTo>
                <a:cubicBezTo>
                  <a:pt x="75779" y="30717"/>
                  <a:pt x="75141" y="28188"/>
                  <a:pt x="73865" y="26549"/>
                </a:cubicBezTo>
                <a:cubicBezTo>
                  <a:pt x="72590" y="24911"/>
                  <a:pt x="70691" y="24092"/>
                  <a:pt x="68168" y="24092"/>
                </a:cubicBezTo>
                <a:cubicBezTo>
                  <a:pt x="67241" y="24092"/>
                  <a:pt x="66335" y="24230"/>
                  <a:pt x="65450" y="24506"/>
                </a:cubicBezTo>
                <a:cubicBezTo>
                  <a:pt x="64566" y="24781"/>
                  <a:pt x="63646" y="25259"/>
                  <a:pt x="62689" y="25941"/>
                </a:cubicBezTo>
                <a:cubicBezTo>
                  <a:pt x="61732" y="26622"/>
                  <a:pt x="60696" y="27542"/>
                  <a:pt x="59580" y="28702"/>
                </a:cubicBezTo>
                <a:cubicBezTo>
                  <a:pt x="58463" y="29862"/>
                  <a:pt x="57210" y="31311"/>
                  <a:pt x="55818" y="33051"/>
                </a:cubicBezTo>
                <a:lnTo>
                  <a:pt x="55818" y="62014"/>
                </a:lnTo>
                <a:lnTo>
                  <a:pt x="48251" y="62014"/>
                </a:lnTo>
                <a:lnTo>
                  <a:pt x="48251" y="18352"/>
                </a:lnTo>
                <a:close/>
                <a:moveTo>
                  <a:pt x="132206" y="61362"/>
                </a:moveTo>
                <a:cubicBezTo>
                  <a:pt x="130495" y="61812"/>
                  <a:pt x="128727" y="62135"/>
                  <a:pt x="126900" y="62329"/>
                </a:cubicBezTo>
                <a:cubicBezTo>
                  <a:pt x="125074" y="62525"/>
                  <a:pt x="123218" y="62623"/>
                  <a:pt x="121334" y="62623"/>
                </a:cubicBezTo>
                <a:cubicBezTo>
                  <a:pt x="115854" y="62623"/>
                  <a:pt x="111766" y="61383"/>
                  <a:pt x="109070" y="58905"/>
                </a:cubicBezTo>
                <a:cubicBezTo>
                  <a:pt x="106374" y="56426"/>
                  <a:pt x="105026" y="52621"/>
                  <a:pt x="105026" y="47489"/>
                </a:cubicBezTo>
                <a:lnTo>
                  <a:pt x="105026" y="24701"/>
                </a:lnTo>
                <a:lnTo>
                  <a:pt x="92806" y="24701"/>
                </a:lnTo>
                <a:lnTo>
                  <a:pt x="92806" y="18352"/>
                </a:lnTo>
                <a:lnTo>
                  <a:pt x="105026" y="18352"/>
                </a:lnTo>
                <a:lnTo>
                  <a:pt x="105026" y="6311"/>
                </a:lnTo>
                <a:lnTo>
                  <a:pt x="112593" y="4349"/>
                </a:lnTo>
                <a:lnTo>
                  <a:pt x="112593" y="18352"/>
                </a:lnTo>
                <a:lnTo>
                  <a:pt x="132206" y="18352"/>
                </a:lnTo>
                <a:lnTo>
                  <a:pt x="132206" y="24701"/>
                </a:lnTo>
                <a:lnTo>
                  <a:pt x="112593" y="24701"/>
                </a:lnTo>
                <a:lnTo>
                  <a:pt x="112593" y="46880"/>
                </a:lnTo>
                <a:cubicBezTo>
                  <a:pt x="112593" y="50011"/>
                  <a:pt x="113426" y="52352"/>
                  <a:pt x="115093" y="53903"/>
                </a:cubicBezTo>
                <a:cubicBezTo>
                  <a:pt x="116760" y="55455"/>
                  <a:pt x="119217" y="56230"/>
                  <a:pt x="122464" y="56230"/>
                </a:cubicBezTo>
                <a:cubicBezTo>
                  <a:pt x="123856" y="56230"/>
                  <a:pt x="125378" y="56118"/>
                  <a:pt x="127031" y="55894"/>
                </a:cubicBezTo>
                <a:cubicBezTo>
                  <a:pt x="128683" y="55670"/>
                  <a:pt x="130408" y="55318"/>
                  <a:pt x="132206" y="54838"/>
                </a:cubicBezTo>
                <a:lnTo>
                  <a:pt x="132206" y="61362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]">
            <a:extLst xmlns:a="http://schemas.openxmlformats.org/drawingml/2006/main">
              <a:ext uri="{FF2B5EF4-FFF2-40B4-BE49-F238E27FC236}">
                <a16:creationId xmlns:a16="http://schemas.microsoft.com/office/drawing/2014/main" id="{D0CD6980-81FB-40BD-98BE-19CDFFB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54" y="4501869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74713"/>
                </a:lnTo>
                <a:lnTo>
                  <a:pt x="14134" y="74713"/>
                </a:lnTo>
                <a:lnTo>
                  <a:pt x="14134" y="6088"/>
                </a:lnTo>
                <a:lnTo>
                  <a:pt x="0" y="6088"/>
                </a:lnTo>
                <a:lnTo>
                  <a:pt x="0" y="0"/>
                </a:lnTo>
                <a:lnTo>
                  <a:pt x="21440" y="0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:">
            <a:extLst xmlns:a="http://schemas.openxmlformats.org/drawingml/2006/main">
              <a:ext uri="{FF2B5EF4-FFF2-40B4-BE49-F238E27FC236}">
                <a16:creationId xmlns:a16="http://schemas.microsoft.com/office/drawing/2014/main" id="{A9A69C5A-C695-4DFD-9F75-44D2EEF0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032" y="4520395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legal_actions">
            <a:extLst xmlns:a="http://schemas.openxmlformats.org/drawingml/2006/main">
              <a:ext uri="{FF2B5EF4-FFF2-40B4-BE49-F238E27FC236}">
                <a16:creationId xmlns:a16="http://schemas.microsoft.com/office/drawing/2014/main" id="{5FC7EDE2-1501-449C-965D-91CDEB73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66" y="4714881"/>
            <a:ext cx="619327" cy="80279"/>
          </a:xfrm>
          <a:custGeom xmlns:a="http://schemas.openxmlformats.org/drawingml/2006/main">
            <a:pathLst>
              <a:path w="619327" h="80279">
                <a:moveTo>
                  <a:pt x="14351" y="6741"/>
                </a:moveTo>
                <a:lnTo>
                  <a:pt x="1435" y="6741"/>
                </a:lnTo>
                <a:lnTo>
                  <a:pt x="1435" y="522"/>
                </a:lnTo>
                <a:lnTo>
                  <a:pt x="22005" y="52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6741"/>
                </a:lnTo>
                <a:close/>
                <a:moveTo>
                  <a:pt x="85129" y="37878"/>
                </a:moveTo>
                <a:cubicBezTo>
                  <a:pt x="85129" y="38951"/>
                  <a:pt x="85115" y="39850"/>
                  <a:pt x="85086" y="40574"/>
                </a:cubicBezTo>
                <a:cubicBezTo>
                  <a:pt x="85057" y="41299"/>
                  <a:pt x="85013" y="41981"/>
                  <a:pt x="84955" y="42618"/>
                </a:cubicBezTo>
                <a:lnTo>
                  <a:pt x="54296" y="42618"/>
                </a:lnTo>
                <a:cubicBezTo>
                  <a:pt x="54296" y="47083"/>
                  <a:pt x="55543" y="50511"/>
                  <a:pt x="58036" y="52903"/>
                </a:cubicBezTo>
                <a:cubicBezTo>
                  <a:pt x="60529" y="55295"/>
                  <a:pt x="64124" y="56491"/>
                  <a:pt x="68821" y="56491"/>
                </a:cubicBezTo>
                <a:cubicBezTo>
                  <a:pt x="70097" y="56491"/>
                  <a:pt x="71372" y="56439"/>
                  <a:pt x="72648" y="56336"/>
                </a:cubicBezTo>
                <a:cubicBezTo>
                  <a:pt x="73924" y="56232"/>
                  <a:pt x="75156" y="56091"/>
                  <a:pt x="76344" y="55913"/>
                </a:cubicBezTo>
                <a:cubicBezTo>
                  <a:pt x="77533" y="55735"/>
                  <a:pt x="78671" y="55535"/>
                  <a:pt x="79758" y="55313"/>
                </a:cubicBezTo>
                <a:cubicBezTo>
                  <a:pt x="80845" y="55090"/>
                  <a:pt x="81853" y="54845"/>
                  <a:pt x="82781" y="54578"/>
                </a:cubicBezTo>
                <a:lnTo>
                  <a:pt x="82781" y="60796"/>
                </a:lnTo>
                <a:cubicBezTo>
                  <a:pt x="80722" y="61389"/>
                  <a:pt x="78396" y="61870"/>
                  <a:pt x="75801" y="62241"/>
                </a:cubicBezTo>
                <a:cubicBezTo>
                  <a:pt x="73206" y="62612"/>
                  <a:pt x="70517" y="62797"/>
                  <a:pt x="67734" y="62797"/>
                </a:cubicBezTo>
                <a:cubicBezTo>
                  <a:pt x="63994" y="62797"/>
                  <a:pt x="60776" y="62289"/>
                  <a:pt x="58079" y="61275"/>
                </a:cubicBezTo>
                <a:cubicBezTo>
                  <a:pt x="55383" y="60260"/>
                  <a:pt x="53173" y="58789"/>
                  <a:pt x="51447" y="56861"/>
                </a:cubicBezTo>
                <a:cubicBezTo>
                  <a:pt x="49722" y="54933"/>
                  <a:pt x="48447" y="52570"/>
                  <a:pt x="47621" y="49772"/>
                </a:cubicBezTo>
                <a:cubicBezTo>
                  <a:pt x="46794" y="46974"/>
                  <a:pt x="46381" y="43807"/>
                  <a:pt x="46381" y="40270"/>
                </a:cubicBezTo>
                <a:cubicBezTo>
                  <a:pt x="46381" y="37197"/>
                  <a:pt x="46823" y="34290"/>
                  <a:pt x="47708" y="31551"/>
                </a:cubicBezTo>
                <a:cubicBezTo>
                  <a:pt x="48592" y="28811"/>
                  <a:pt x="49882" y="26405"/>
                  <a:pt x="51578" y="24332"/>
                </a:cubicBezTo>
                <a:cubicBezTo>
                  <a:pt x="53274" y="22259"/>
                  <a:pt x="55354" y="20613"/>
                  <a:pt x="57819" y="19396"/>
                </a:cubicBezTo>
                <a:cubicBezTo>
                  <a:pt x="60283" y="18178"/>
                  <a:pt x="63081" y="17569"/>
                  <a:pt x="66212" y="17569"/>
                </a:cubicBezTo>
                <a:cubicBezTo>
                  <a:pt x="69256" y="17569"/>
                  <a:pt x="71952" y="18048"/>
                  <a:pt x="74300" y="19004"/>
                </a:cubicBezTo>
                <a:cubicBezTo>
                  <a:pt x="76649" y="19961"/>
                  <a:pt x="78628" y="21316"/>
                  <a:pt x="80237" y="23070"/>
                </a:cubicBezTo>
                <a:cubicBezTo>
                  <a:pt x="81846" y="24824"/>
                  <a:pt x="83063" y="26955"/>
                  <a:pt x="83890" y="29463"/>
                </a:cubicBezTo>
                <a:cubicBezTo>
                  <a:pt x="84716" y="31971"/>
                  <a:pt x="85129" y="34776"/>
                  <a:pt x="85129" y="37878"/>
                </a:cubicBezTo>
                <a:moveTo>
                  <a:pt x="77258" y="36791"/>
                </a:moveTo>
                <a:cubicBezTo>
                  <a:pt x="77345" y="34848"/>
                  <a:pt x="77156" y="33073"/>
                  <a:pt x="76692" y="31464"/>
                </a:cubicBezTo>
                <a:cubicBezTo>
                  <a:pt x="76228" y="29855"/>
                  <a:pt x="75511" y="28470"/>
                  <a:pt x="74540" y="27311"/>
                </a:cubicBezTo>
                <a:cubicBezTo>
                  <a:pt x="73568" y="26151"/>
                  <a:pt x="72358" y="25245"/>
                  <a:pt x="70908" y="24593"/>
                </a:cubicBezTo>
                <a:cubicBezTo>
                  <a:pt x="69459" y="23940"/>
                  <a:pt x="67777" y="23614"/>
                  <a:pt x="65864" y="23614"/>
                </a:cubicBezTo>
                <a:cubicBezTo>
                  <a:pt x="64211" y="23614"/>
                  <a:pt x="62704" y="23933"/>
                  <a:pt x="61341" y="24571"/>
                </a:cubicBezTo>
                <a:cubicBezTo>
                  <a:pt x="59978" y="25209"/>
                  <a:pt x="58804" y="26107"/>
                  <a:pt x="57819" y="27267"/>
                </a:cubicBezTo>
                <a:cubicBezTo>
                  <a:pt x="56833" y="28427"/>
                  <a:pt x="56035" y="29818"/>
                  <a:pt x="55427" y="31442"/>
                </a:cubicBezTo>
                <a:cubicBezTo>
                  <a:pt x="54818" y="33065"/>
                  <a:pt x="54441" y="34848"/>
                  <a:pt x="54296" y="36791"/>
                </a:cubicBezTo>
                <a:lnTo>
                  <a:pt x="77258" y="36791"/>
                </a:lnTo>
                <a:close/>
                <a:moveTo>
                  <a:pt x="128466" y="24527"/>
                </a:moveTo>
                <a:cubicBezTo>
                  <a:pt x="129278" y="25542"/>
                  <a:pt x="129908" y="26723"/>
                  <a:pt x="130358" y="28072"/>
                </a:cubicBezTo>
                <a:cubicBezTo>
                  <a:pt x="130807" y="29420"/>
                  <a:pt x="131032" y="30877"/>
                  <a:pt x="131032" y="32442"/>
                </a:cubicBezTo>
                <a:cubicBezTo>
                  <a:pt x="131032" y="34704"/>
                  <a:pt x="130619" y="36769"/>
                  <a:pt x="129792" y="38639"/>
                </a:cubicBezTo>
                <a:cubicBezTo>
                  <a:pt x="128966" y="40509"/>
                  <a:pt x="127799" y="42111"/>
                  <a:pt x="126292" y="43445"/>
                </a:cubicBezTo>
                <a:cubicBezTo>
                  <a:pt x="124784" y="44778"/>
                  <a:pt x="122979" y="45815"/>
                  <a:pt x="120877" y="46554"/>
                </a:cubicBezTo>
                <a:cubicBezTo>
                  <a:pt x="118775" y="47293"/>
                  <a:pt x="116463" y="47663"/>
                  <a:pt x="113941" y="47663"/>
                </a:cubicBezTo>
                <a:cubicBezTo>
                  <a:pt x="112114" y="47663"/>
                  <a:pt x="110404" y="47467"/>
                  <a:pt x="108809" y="47076"/>
                </a:cubicBezTo>
                <a:cubicBezTo>
                  <a:pt x="107215" y="46684"/>
                  <a:pt x="105954" y="46199"/>
                  <a:pt x="105026" y="45619"/>
                </a:cubicBezTo>
                <a:cubicBezTo>
                  <a:pt x="104475" y="46431"/>
                  <a:pt x="104011" y="47198"/>
                  <a:pt x="103634" y="47920"/>
                </a:cubicBezTo>
                <a:cubicBezTo>
                  <a:pt x="103257" y="48641"/>
                  <a:pt x="103069" y="49448"/>
                  <a:pt x="103069" y="50342"/>
                </a:cubicBezTo>
                <a:cubicBezTo>
                  <a:pt x="103069" y="51436"/>
                  <a:pt x="103598" y="52343"/>
                  <a:pt x="104656" y="53064"/>
                </a:cubicBezTo>
                <a:cubicBezTo>
                  <a:pt x="105714" y="53783"/>
                  <a:pt x="107113" y="54172"/>
                  <a:pt x="108853" y="54230"/>
                </a:cubicBezTo>
                <a:lnTo>
                  <a:pt x="120334" y="54665"/>
                </a:lnTo>
                <a:cubicBezTo>
                  <a:pt x="122508" y="54723"/>
                  <a:pt x="124516" y="54998"/>
                  <a:pt x="126357" y="55492"/>
                </a:cubicBezTo>
                <a:cubicBezTo>
                  <a:pt x="128198" y="55986"/>
                  <a:pt x="129778" y="56698"/>
                  <a:pt x="131097" y="57627"/>
                </a:cubicBezTo>
                <a:cubicBezTo>
                  <a:pt x="132416" y="58556"/>
                  <a:pt x="133445" y="59703"/>
                  <a:pt x="134185" y="61068"/>
                </a:cubicBezTo>
                <a:cubicBezTo>
                  <a:pt x="134924" y="62433"/>
                  <a:pt x="135294" y="64015"/>
                  <a:pt x="135294" y="65817"/>
                </a:cubicBezTo>
                <a:cubicBezTo>
                  <a:pt x="135294" y="67763"/>
                  <a:pt x="134873" y="69607"/>
                  <a:pt x="134032" y="71349"/>
                </a:cubicBezTo>
                <a:cubicBezTo>
                  <a:pt x="133192" y="73091"/>
                  <a:pt x="131894" y="74623"/>
                  <a:pt x="130140" y="75944"/>
                </a:cubicBezTo>
                <a:cubicBezTo>
                  <a:pt x="128386" y="77266"/>
                  <a:pt x="126161" y="78318"/>
                  <a:pt x="123465" y="79102"/>
                </a:cubicBezTo>
                <a:cubicBezTo>
                  <a:pt x="120769" y="79887"/>
                  <a:pt x="117565" y="80279"/>
                  <a:pt x="113854" y="80279"/>
                </a:cubicBezTo>
                <a:cubicBezTo>
                  <a:pt x="110317" y="80279"/>
                  <a:pt x="107309" y="79996"/>
                  <a:pt x="104830" y="79430"/>
                </a:cubicBezTo>
                <a:cubicBezTo>
                  <a:pt x="102351" y="78863"/>
                  <a:pt x="100315" y="78079"/>
                  <a:pt x="98720" y="77077"/>
                </a:cubicBezTo>
                <a:cubicBezTo>
                  <a:pt x="97126" y="76075"/>
                  <a:pt x="95966" y="74884"/>
                  <a:pt x="95241" y="73504"/>
                </a:cubicBezTo>
                <a:cubicBezTo>
                  <a:pt x="94516" y="72125"/>
                  <a:pt x="94154" y="70608"/>
                  <a:pt x="94154" y="68953"/>
                </a:cubicBezTo>
                <a:cubicBezTo>
                  <a:pt x="94154" y="66833"/>
                  <a:pt x="94647" y="64974"/>
                  <a:pt x="95632" y="63377"/>
                </a:cubicBezTo>
                <a:cubicBezTo>
                  <a:pt x="96618" y="61781"/>
                  <a:pt x="98140" y="60242"/>
                  <a:pt x="100199" y="58761"/>
                </a:cubicBezTo>
                <a:cubicBezTo>
                  <a:pt x="99445" y="58414"/>
                  <a:pt x="98793" y="57980"/>
                  <a:pt x="98242" y="57459"/>
                </a:cubicBezTo>
                <a:cubicBezTo>
                  <a:pt x="97691" y="56938"/>
                  <a:pt x="97242" y="56366"/>
                  <a:pt x="96894" y="55745"/>
                </a:cubicBezTo>
                <a:cubicBezTo>
                  <a:pt x="96546" y="55123"/>
                  <a:pt x="96285" y="54464"/>
                  <a:pt x="96111" y="53770"/>
                </a:cubicBezTo>
                <a:cubicBezTo>
                  <a:pt x="95937" y="53075"/>
                  <a:pt x="95850" y="52395"/>
                  <a:pt x="95850" y="51730"/>
                </a:cubicBezTo>
                <a:cubicBezTo>
                  <a:pt x="95850" y="49850"/>
                  <a:pt x="96292" y="48128"/>
                  <a:pt x="97176" y="46566"/>
                </a:cubicBezTo>
                <a:cubicBezTo>
                  <a:pt x="98061" y="45004"/>
                  <a:pt x="99112" y="43529"/>
                  <a:pt x="100329" y="42140"/>
                </a:cubicBezTo>
                <a:cubicBezTo>
                  <a:pt x="99778" y="41473"/>
                  <a:pt x="99293" y="40821"/>
                  <a:pt x="98872" y="40183"/>
                </a:cubicBezTo>
                <a:cubicBezTo>
                  <a:pt x="98452" y="39545"/>
                  <a:pt x="98090" y="38857"/>
                  <a:pt x="97785" y="38117"/>
                </a:cubicBezTo>
                <a:cubicBezTo>
                  <a:pt x="97481" y="37378"/>
                  <a:pt x="97249" y="36581"/>
                  <a:pt x="97089" y="35725"/>
                </a:cubicBezTo>
                <a:cubicBezTo>
                  <a:pt x="96930" y="34870"/>
                  <a:pt x="96850" y="33892"/>
                  <a:pt x="96850" y="32790"/>
                </a:cubicBezTo>
                <a:cubicBezTo>
                  <a:pt x="96850" y="30529"/>
                  <a:pt x="97263" y="28463"/>
                  <a:pt x="98090" y="26593"/>
                </a:cubicBezTo>
                <a:cubicBezTo>
                  <a:pt x="98916" y="24723"/>
                  <a:pt x="100075" y="23121"/>
                  <a:pt x="101569" y="21788"/>
                </a:cubicBezTo>
                <a:cubicBezTo>
                  <a:pt x="103062" y="20454"/>
                  <a:pt x="104859" y="19417"/>
                  <a:pt x="106961" y="18678"/>
                </a:cubicBezTo>
                <a:cubicBezTo>
                  <a:pt x="109063" y="17939"/>
                  <a:pt x="111390" y="17569"/>
                  <a:pt x="113941" y="17569"/>
                </a:cubicBezTo>
                <a:cubicBezTo>
                  <a:pt x="115014" y="17569"/>
                  <a:pt x="116043" y="17642"/>
                  <a:pt x="117029" y="17787"/>
                </a:cubicBezTo>
                <a:cubicBezTo>
                  <a:pt x="118014" y="17932"/>
                  <a:pt x="118884" y="18120"/>
                  <a:pt x="119638" y="18352"/>
                </a:cubicBezTo>
                <a:lnTo>
                  <a:pt x="135468" y="18352"/>
                </a:lnTo>
                <a:lnTo>
                  <a:pt x="135468" y="24527"/>
                </a:lnTo>
                <a:lnTo>
                  <a:pt x="128466" y="24527"/>
                </a:lnTo>
                <a:moveTo>
                  <a:pt x="102199" y="68301"/>
                </a:moveTo>
                <a:cubicBezTo>
                  <a:pt x="102199" y="70366"/>
                  <a:pt x="103272" y="71870"/>
                  <a:pt x="105417" y="72815"/>
                </a:cubicBezTo>
                <a:cubicBezTo>
                  <a:pt x="107563" y="73761"/>
                  <a:pt x="110549" y="74234"/>
                  <a:pt x="114376" y="74234"/>
                </a:cubicBezTo>
                <a:cubicBezTo>
                  <a:pt x="116782" y="74234"/>
                  <a:pt x="118804" y="74016"/>
                  <a:pt x="120442" y="73579"/>
                </a:cubicBezTo>
                <a:cubicBezTo>
                  <a:pt x="122080" y="73143"/>
                  <a:pt x="123400" y="72569"/>
                  <a:pt x="124400" y="71856"/>
                </a:cubicBezTo>
                <a:cubicBezTo>
                  <a:pt x="125400" y="71143"/>
                  <a:pt x="126118" y="70328"/>
                  <a:pt x="126552" y="69412"/>
                </a:cubicBezTo>
                <a:cubicBezTo>
                  <a:pt x="126987" y="68496"/>
                  <a:pt x="127205" y="67558"/>
                  <a:pt x="127205" y="66598"/>
                </a:cubicBezTo>
                <a:cubicBezTo>
                  <a:pt x="127205" y="64823"/>
                  <a:pt x="126480" y="63514"/>
                  <a:pt x="125030" y="62670"/>
                </a:cubicBezTo>
                <a:cubicBezTo>
                  <a:pt x="123581" y="61827"/>
                  <a:pt x="121363" y="61333"/>
                  <a:pt x="118377" y="61188"/>
                </a:cubicBezTo>
                <a:lnTo>
                  <a:pt x="106983" y="60796"/>
                </a:lnTo>
                <a:cubicBezTo>
                  <a:pt x="106026" y="61436"/>
                  <a:pt x="105236" y="62061"/>
                  <a:pt x="104613" y="62672"/>
                </a:cubicBezTo>
                <a:cubicBezTo>
                  <a:pt x="103989" y="63283"/>
                  <a:pt x="103504" y="63902"/>
                  <a:pt x="103156" y="64527"/>
                </a:cubicBezTo>
                <a:cubicBezTo>
                  <a:pt x="102808" y="65152"/>
                  <a:pt x="102562" y="65777"/>
                  <a:pt x="102417" y="66402"/>
                </a:cubicBezTo>
                <a:cubicBezTo>
                  <a:pt x="102272" y="67028"/>
                  <a:pt x="102199" y="67661"/>
                  <a:pt x="102199" y="68301"/>
                </a:cubicBezTo>
                <a:moveTo>
                  <a:pt x="104504" y="32616"/>
                </a:moveTo>
                <a:cubicBezTo>
                  <a:pt x="104504" y="34008"/>
                  <a:pt x="104736" y="35283"/>
                  <a:pt x="105200" y="36443"/>
                </a:cubicBezTo>
                <a:cubicBezTo>
                  <a:pt x="105664" y="37603"/>
                  <a:pt x="106316" y="38588"/>
                  <a:pt x="107157" y="39400"/>
                </a:cubicBezTo>
                <a:cubicBezTo>
                  <a:pt x="107998" y="40212"/>
                  <a:pt x="108991" y="40843"/>
                  <a:pt x="110136" y="41292"/>
                </a:cubicBezTo>
                <a:cubicBezTo>
                  <a:pt x="111281" y="41741"/>
                  <a:pt x="112549" y="41966"/>
                  <a:pt x="113941" y="41966"/>
                </a:cubicBezTo>
                <a:cubicBezTo>
                  <a:pt x="115449" y="41966"/>
                  <a:pt x="116789" y="41712"/>
                  <a:pt x="117964" y="41205"/>
                </a:cubicBezTo>
                <a:cubicBezTo>
                  <a:pt x="119138" y="40698"/>
                  <a:pt x="120124" y="40009"/>
                  <a:pt x="120921" y="39139"/>
                </a:cubicBezTo>
                <a:cubicBezTo>
                  <a:pt x="121718" y="38270"/>
                  <a:pt x="122327" y="37269"/>
                  <a:pt x="122747" y="36139"/>
                </a:cubicBezTo>
                <a:cubicBezTo>
                  <a:pt x="123168" y="35008"/>
                  <a:pt x="123378" y="33834"/>
                  <a:pt x="123378" y="32616"/>
                </a:cubicBezTo>
                <a:cubicBezTo>
                  <a:pt x="123378" y="31224"/>
                  <a:pt x="123146" y="29949"/>
                  <a:pt x="122682" y="28789"/>
                </a:cubicBezTo>
                <a:cubicBezTo>
                  <a:pt x="122218" y="27629"/>
                  <a:pt x="121566" y="26644"/>
                  <a:pt x="120725" y="25832"/>
                </a:cubicBezTo>
                <a:cubicBezTo>
                  <a:pt x="119884" y="25020"/>
                  <a:pt x="118891" y="24390"/>
                  <a:pt x="117746" y="23940"/>
                </a:cubicBezTo>
                <a:cubicBezTo>
                  <a:pt x="116601" y="23491"/>
                  <a:pt x="115333" y="23266"/>
                  <a:pt x="113941" y="23266"/>
                </a:cubicBezTo>
                <a:cubicBezTo>
                  <a:pt x="112433" y="23266"/>
                  <a:pt x="111092" y="23527"/>
                  <a:pt x="109918" y="24049"/>
                </a:cubicBezTo>
                <a:cubicBezTo>
                  <a:pt x="108744" y="24571"/>
                  <a:pt x="107758" y="25259"/>
                  <a:pt x="106961" y="26115"/>
                </a:cubicBezTo>
                <a:cubicBezTo>
                  <a:pt x="106164" y="26970"/>
                  <a:pt x="105555" y="27963"/>
                  <a:pt x="105135" y="29094"/>
                </a:cubicBezTo>
                <a:cubicBezTo>
                  <a:pt x="104714" y="30224"/>
                  <a:pt x="104504" y="31398"/>
                  <a:pt x="104504" y="32616"/>
                </a:cubicBezTo>
                <a:close/>
                <a:moveTo>
                  <a:pt x="173847" y="62014"/>
                </a:moveTo>
                <a:lnTo>
                  <a:pt x="173673" y="56131"/>
                </a:lnTo>
                <a:cubicBezTo>
                  <a:pt x="171295" y="58484"/>
                  <a:pt x="168882" y="60183"/>
                  <a:pt x="166432" y="61229"/>
                </a:cubicBezTo>
                <a:cubicBezTo>
                  <a:pt x="163982" y="62274"/>
                  <a:pt x="161409" y="62797"/>
                  <a:pt x="158713" y="62797"/>
                </a:cubicBezTo>
                <a:cubicBezTo>
                  <a:pt x="156220" y="62797"/>
                  <a:pt x="154089" y="62477"/>
                  <a:pt x="152320" y="61839"/>
                </a:cubicBezTo>
                <a:cubicBezTo>
                  <a:pt x="150552" y="61200"/>
                  <a:pt x="149095" y="60322"/>
                  <a:pt x="147950" y="59204"/>
                </a:cubicBezTo>
                <a:cubicBezTo>
                  <a:pt x="146804" y="58086"/>
                  <a:pt x="145964" y="56771"/>
                  <a:pt x="145427" y="55261"/>
                </a:cubicBezTo>
                <a:cubicBezTo>
                  <a:pt x="144891" y="53751"/>
                  <a:pt x="144623" y="52110"/>
                  <a:pt x="144623" y="50339"/>
                </a:cubicBezTo>
                <a:cubicBezTo>
                  <a:pt x="144623" y="45954"/>
                  <a:pt x="146254" y="42520"/>
                  <a:pt x="149515" y="40038"/>
                </a:cubicBezTo>
                <a:cubicBezTo>
                  <a:pt x="152777" y="37554"/>
                  <a:pt x="157597" y="36313"/>
                  <a:pt x="163975" y="36313"/>
                </a:cubicBezTo>
                <a:lnTo>
                  <a:pt x="173020" y="36313"/>
                </a:lnTo>
                <a:lnTo>
                  <a:pt x="173020" y="32499"/>
                </a:lnTo>
                <a:cubicBezTo>
                  <a:pt x="173020" y="29928"/>
                  <a:pt x="172194" y="27870"/>
                  <a:pt x="170542" y="26324"/>
                </a:cubicBezTo>
                <a:cubicBezTo>
                  <a:pt x="168889" y="24778"/>
                  <a:pt x="166367" y="24005"/>
                  <a:pt x="162975" y="24005"/>
                </a:cubicBezTo>
                <a:cubicBezTo>
                  <a:pt x="160510" y="24005"/>
                  <a:pt x="158082" y="24285"/>
                  <a:pt x="155690" y="24844"/>
                </a:cubicBezTo>
                <a:cubicBezTo>
                  <a:pt x="153299" y="25402"/>
                  <a:pt x="150827" y="26195"/>
                  <a:pt x="148276" y="27224"/>
                </a:cubicBezTo>
                <a:lnTo>
                  <a:pt x="148276" y="20396"/>
                </a:lnTo>
                <a:cubicBezTo>
                  <a:pt x="149233" y="20043"/>
                  <a:pt x="150298" y="19696"/>
                  <a:pt x="151472" y="19358"/>
                </a:cubicBezTo>
                <a:cubicBezTo>
                  <a:pt x="152646" y="19019"/>
                  <a:pt x="153886" y="18717"/>
                  <a:pt x="155190" y="18453"/>
                </a:cubicBezTo>
                <a:cubicBezTo>
                  <a:pt x="156495" y="18187"/>
                  <a:pt x="157858" y="17974"/>
                  <a:pt x="159278" y="17812"/>
                </a:cubicBezTo>
                <a:cubicBezTo>
                  <a:pt x="160699" y="17650"/>
                  <a:pt x="162134" y="17569"/>
                  <a:pt x="163584" y="17569"/>
                </a:cubicBezTo>
                <a:cubicBezTo>
                  <a:pt x="166222" y="17569"/>
                  <a:pt x="168599" y="17859"/>
                  <a:pt x="170716" y="18439"/>
                </a:cubicBezTo>
                <a:cubicBezTo>
                  <a:pt x="172832" y="19019"/>
                  <a:pt x="174622" y="19903"/>
                  <a:pt x="176086" y="21092"/>
                </a:cubicBezTo>
                <a:cubicBezTo>
                  <a:pt x="177551" y="22280"/>
                  <a:pt x="178674" y="23773"/>
                  <a:pt x="179457" y="25571"/>
                </a:cubicBezTo>
                <a:cubicBezTo>
                  <a:pt x="180240" y="27369"/>
                  <a:pt x="180631" y="29485"/>
                  <a:pt x="180631" y="31920"/>
                </a:cubicBezTo>
                <a:lnTo>
                  <a:pt x="180631" y="62014"/>
                </a:lnTo>
                <a:lnTo>
                  <a:pt x="173847" y="62014"/>
                </a:lnTo>
                <a:moveTo>
                  <a:pt x="173020" y="42096"/>
                </a:moveTo>
                <a:lnTo>
                  <a:pt x="163410" y="42096"/>
                </a:lnTo>
                <a:cubicBezTo>
                  <a:pt x="161525" y="42096"/>
                  <a:pt x="159902" y="42286"/>
                  <a:pt x="158539" y="42665"/>
                </a:cubicBezTo>
                <a:cubicBezTo>
                  <a:pt x="157176" y="43042"/>
                  <a:pt x="156060" y="43580"/>
                  <a:pt x="155190" y="44278"/>
                </a:cubicBezTo>
                <a:cubicBezTo>
                  <a:pt x="154321" y="44975"/>
                  <a:pt x="153676" y="45812"/>
                  <a:pt x="153255" y="46786"/>
                </a:cubicBezTo>
                <a:cubicBezTo>
                  <a:pt x="152835" y="47760"/>
                  <a:pt x="152625" y="48858"/>
                  <a:pt x="152625" y="50079"/>
                </a:cubicBezTo>
                <a:cubicBezTo>
                  <a:pt x="152625" y="50923"/>
                  <a:pt x="152755" y="51730"/>
                  <a:pt x="153016" y="52501"/>
                </a:cubicBezTo>
                <a:cubicBezTo>
                  <a:pt x="153277" y="53271"/>
                  <a:pt x="153697" y="53954"/>
                  <a:pt x="154277" y="54550"/>
                </a:cubicBezTo>
                <a:cubicBezTo>
                  <a:pt x="154857" y="55147"/>
                  <a:pt x="155611" y="55619"/>
                  <a:pt x="156539" y="55968"/>
                </a:cubicBezTo>
                <a:cubicBezTo>
                  <a:pt x="157466" y="56317"/>
                  <a:pt x="158597" y="56491"/>
                  <a:pt x="159931" y="56491"/>
                </a:cubicBezTo>
                <a:cubicBezTo>
                  <a:pt x="161670" y="56491"/>
                  <a:pt x="163663" y="55961"/>
                  <a:pt x="165910" y="54900"/>
                </a:cubicBezTo>
                <a:cubicBezTo>
                  <a:pt x="168157" y="53838"/>
                  <a:pt x="170527" y="52158"/>
                  <a:pt x="173020" y="49860"/>
                </a:cubicBezTo>
                <a:lnTo>
                  <a:pt x="173020" y="42096"/>
                </a:lnTo>
                <a:close/>
                <a:moveTo>
                  <a:pt x="209443" y="6741"/>
                </a:moveTo>
                <a:lnTo>
                  <a:pt x="196527" y="6741"/>
                </a:lnTo>
                <a:lnTo>
                  <a:pt x="196527" y="522"/>
                </a:lnTo>
                <a:lnTo>
                  <a:pt x="217097" y="522"/>
                </a:lnTo>
                <a:lnTo>
                  <a:pt x="217097" y="55708"/>
                </a:lnTo>
                <a:lnTo>
                  <a:pt x="230100" y="55708"/>
                </a:lnTo>
                <a:lnTo>
                  <a:pt x="230100" y="62014"/>
                </a:lnTo>
                <a:lnTo>
                  <a:pt x="195092" y="62014"/>
                </a:lnTo>
                <a:lnTo>
                  <a:pt x="195092" y="55708"/>
                </a:lnTo>
                <a:lnTo>
                  <a:pt x="209443" y="55708"/>
                </a:lnTo>
                <a:lnTo>
                  <a:pt x="209443" y="6741"/>
                </a:lnTo>
                <a:close/>
                <a:moveTo>
                  <a:pt x="285352" y="79844"/>
                </a:moveTo>
                <a:lnTo>
                  <a:pt x="236385" y="79844"/>
                </a:lnTo>
                <a:lnTo>
                  <a:pt x="236385" y="73582"/>
                </a:lnTo>
                <a:lnTo>
                  <a:pt x="285352" y="73582"/>
                </a:lnTo>
                <a:lnTo>
                  <a:pt x="285352" y="79844"/>
                </a:lnTo>
                <a:close/>
                <a:moveTo>
                  <a:pt x="320166" y="62014"/>
                </a:moveTo>
                <a:lnTo>
                  <a:pt x="319992" y="56131"/>
                </a:lnTo>
                <a:cubicBezTo>
                  <a:pt x="317614" y="58484"/>
                  <a:pt x="315201" y="60183"/>
                  <a:pt x="312751" y="61229"/>
                </a:cubicBezTo>
                <a:cubicBezTo>
                  <a:pt x="310301" y="62274"/>
                  <a:pt x="307728" y="62797"/>
                  <a:pt x="305032" y="62797"/>
                </a:cubicBezTo>
                <a:cubicBezTo>
                  <a:pt x="302539" y="62797"/>
                  <a:pt x="300408" y="62477"/>
                  <a:pt x="298639" y="61839"/>
                </a:cubicBezTo>
                <a:cubicBezTo>
                  <a:pt x="296871" y="61200"/>
                  <a:pt x="295414" y="60322"/>
                  <a:pt x="294269" y="59204"/>
                </a:cubicBezTo>
                <a:cubicBezTo>
                  <a:pt x="293123" y="58086"/>
                  <a:pt x="292283" y="56771"/>
                  <a:pt x="291746" y="55261"/>
                </a:cubicBezTo>
                <a:cubicBezTo>
                  <a:pt x="291210" y="53751"/>
                  <a:pt x="290942" y="52110"/>
                  <a:pt x="290942" y="50339"/>
                </a:cubicBezTo>
                <a:cubicBezTo>
                  <a:pt x="290942" y="45954"/>
                  <a:pt x="292572" y="42520"/>
                  <a:pt x="295834" y="40038"/>
                </a:cubicBezTo>
                <a:cubicBezTo>
                  <a:pt x="299096" y="37554"/>
                  <a:pt x="303916" y="36313"/>
                  <a:pt x="310294" y="36313"/>
                </a:cubicBezTo>
                <a:lnTo>
                  <a:pt x="319339" y="36313"/>
                </a:lnTo>
                <a:lnTo>
                  <a:pt x="319339" y="32499"/>
                </a:lnTo>
                <a:cubicBezTo>
                  <a:pt x="319339" y="29928"/>
                  <a:pt x="318513" y="27870"/>
                  <a:pt x="316861" y="26324"/>
                </a:cubicBezTo>
                <a:cubicBezTo>
                  <a:pt x="315208" y="24778"/>
                  <a:pt x="312686" y="24005"/>
                  <a:pt x="309294" y="24005"/>
                </a:cubicBezTo>
                <a:cubicBezTo>
                  <a:pt x="306829" y="24005"/>
                  <a:pt x="304401" y="24285"/>
                  <a:pt x="302009" y="24844"/>
                </a:cubicBezTo>
                <a:cubicBezTo>
                  <a:pt x="299618" y="25402"/>
                  <a:pt x="297146" y="26195"/>
                  <a:pt x="294595" y="27224"/>
                </a:cubicBezTo>
                <a:lnTo>
                  <a:pt x="294595" y="20396"/>
                </a:lnTo>
                <a:cubicBezTo>
                  <a:pt x="295551" y="20043"/>
                  <a:pt x="296617" y="19696"/>
                  <a:pt x="297791" y="19358"/>
                </a:cubicBezTo>
                <a:cubicBezTo>
                  <a:pt x="298965" y="19019"/>
                  <a:pt x="300205" y="18717"/>
                  <a:pt x="301509" y="18453"/>
                </a:cubicBezTo>
                <a:cubicBezTo>
                  <a:pt x="302814" y="18187"/>
                  <a:pt x="304177" y="17974"/>
                  <a:pt x="305597" y="17812"/>
                </a:cubicBezTo>
                <a:cubicBezTo>
                  <a:pt x="307018" y="17650"/>
                  <a:pt x="308453" y="17569"/>
                  <a:pt x="309902" y="17569"/>
                </a:cubicBezTo>
                <a:cubicBezTo>
                  <a:pt x="312541" y="17569"/>
                  <a:pt x="314918" y="17859"/>
                  <a:pt x="317035" y="18439"/>
                </a:cubicBezTo>
                <a:cubicBezTo>
                  <a:pt x="319151" y="19019"/>
                  <a:pt x="320941" y="19903"/>
                  <a:pt x="322405" y="21092"/>
                </a:cubicBezTo>
                <a:cubicBezTo>
                  <a:pt x="323869" y="22280"/>
                  <a:pt x="324993" y="23773"/>
                  <a:pt x="325776" y="25571"/>
                </a:cubicBezTo>
                <a:cubicBezTo>
                  <a:pt x="326558" y="27369"/>
                  <a:pt x="326950" y="29485"/>
                  <a:pt x="326950" y="31920"/>
                </a:cubicBezTo>
                <a:lnTo>
                  <a:pt x="326950" y="62014"/>
                </a:lnTo>
                <a:lnTo>
                  <a:pt x="320166" y="62014"/>
                </a:lnTo>
                <a:moveTo>
                  <a:pt x="319339" y="42096"/>
                </a:moveTo>
                <a:lnTo>
                  <a:pt x="309729" y="42096"/>
                </a:lnTo>
                <a:cubicBezTo>
                  <a:pt x="307844" y="42096"/>
                  <a:pt x="306220" y="42286"/>
                  <a:pt x="304858" y="42665"/>
                </a:cubicBezTo>
                <a:cubicBezTo>
                  <a:pt x="303495" y="43042"/>
                  <a:pt x="302379" y="43580"/>
                  <a:pt x="301509" y="44278"/>
                </a:cubicBezTo>
                <a:cubicBezTo>
                  <a:pt x="300640" y="44975"/>
                  <a:pt x="299994" y="45812"/>
                  <a:pt x="299574" y="46786"/>
                </a:cubicBezTo>
                <a:cubicBezTo>
                  <a:pt x="299154" y="47760"/>
                  <a:pt x="298943" y="48858"/>
                  <a:pt x="298943" y="50079"/>
                </a:cubicBezTo>
                <a:cubicBezTo>
                  <a:pt x="298943" y="50923"/>
                  <a:pt x="299074" y="51730"/>
                  <a:pt x="299335" y="52501"/>
                </a:cubicBezTo>
                <a:cubicBezTo>
                  <a:pt x="299596" y="53271"/>
                  <a:pt x="300016" y="53954"/>
                  <a:pt x="300596" y="54550"/>
                </a:cubicBezTo>
                <a:cubicBezTo>
                  <a:pt x="301176" y="55147"/>
                  <a:pt x="301930" y="55619"/>
                  <a:pt x="302857" y="55968"/>
                </a:cubicBezTo>
                <a:cubicBezTo>
                  <a:pt x="303785" y="56317"/>
                  <a:pt x="304916" y="56491"/>
                  <a:pt x="306249" y="56491"/>
                </a:cubicBezTo>
                <a:cubicBezTo>
                  <a:pt x="307989" y="56491"/>
                  <a:pt x="309982" y="55961"/>
                  <a:pt x="312229" y="54900"/>
                </a:cubicBezTo>
                <a:cubicBezTo>
                  <a:pt x="314476" y="53838"/>
                  <a:pt x="316846" y="52158"/>
                  <a:pt x="319339" y="49860"/>
                </a:cubicBezTo>
                <a:lnTo>
                  <a:pt x="319339" y="42096"/>
                </a:lnTo>
                <a:close/>
                <a:moveTo>
                  <a:pt x="374810" y="60405"/>
                </a:moveTo>
                <a:cubicBezTo>
                  <a:pt x="372838" y="61159"/>
                  <a:pt x="370816" y="61717"/>
                  <a:pt x="368743" y="62079"/>
                </a:cubicBezTo>
                <a:cubicBezTo>
                  <a:pt x="366670" y="62442"/>
                  <a:pt x="364532" y="62623"/>
                  <a:pt x="362328" y="62623"/>
                </a:cubicBezTo>
                <a:cubicBezTo>
                  <a:pt x="355428" y="62623"/>
                  <a:pt x="350116" y="60753"/>
                  <a:pt x="346390" y="57013"/>
                </a:cubicBezTo>
                <a:cubicBezTo>
                  <a:pt x="342665" y="53273"/>
                  <a:pt x="340802" y="47808"/>
                  <a:pt x="340802" y="40618"/>
                </a:cubicBezTo>
                <a:cubicBezTo>
                  <a:pt x="340802" y="37168"/>
                  <a:pt x="341338" y="34037"/>
                  <a:pt x="342411" y="31224"/>
                </a:cubicBezTo>
                <a:cubicBezTo>
                  <a:pt x="343484" y="28412"/>
                  <a:pt x="344991" y="26006"/>
                  <a:pt x="346934" y="24005"/>
                </a:cubicBezTo>
                <a:cubicBezTo>
                  <a:pt x="348876" y="22005"/>
                  <a:pt x="351195" y="20461"/>
                  <a:pt x="353892" y="19374"/>
                </a:cubicBezTo>
                <a:cubicBezTo>
                  <a:pt x="356588" y="18287"/>
                  <a:pt x="359560" y="17743"/>
                  <a:pt x="362807" y="17743"/>
                </a:cubicBezTo>
                <a:cubicBezTo>
                  <a:pt x="365068" y="17743"/>
                  <a:pt x="367185" y="17906"/>
                  <a:pt x="369156" y="18232"/>
                </a:cubicBezTo>
                <a:cubicBezTo>
                  <a:pt x="371128" y="18558"/>
                  <a:pt x="373012" y="19090"/>
                  <a:pt x="374810" y="19831"/>
                </a:cubicBezTo>
                <a:lnTo>
                  <a:pt x="374810" y="27050"/>
                </a:lnTo>
                <a:cubicBezTo>
                  <a:pt x="372925" y="26048"/>
                  <a:pt x="371004" y="25320"/>
                  <a:pt x="369047" y="24864"/>
                </a:cubicBezTo>
                <a:cubicBezTo>
                  <a:pt x="367090" y="24408"/>
                  <a:pt x="365068" y="24179"/>
                  <a:pt x="362981" y="24179"/>
                </a:cubicBezTo>
                <a:cubicBezTo>
                  <a:pt x="361038" y="24179"/>
                  <a:pt x="359205" y="24549"/>
                  <a:pt x="357480" y="25288"/>
                </a:cubicBezTo>
                <a:cubicBezTo>
                  <a:pt x="355754" y="26028"/>
                  <a:pt x="354240" y="27093"/>
                  <a:pt x="352935" y="28485"/>
                </a:cubicBezTo>
                <a:cubicBezTo>
                  <a:pt x="351630" y="29876"/>
                  <a:pt x="350601" y="31572"/>
                  <a:pt x="349847" y="33573"/>
                </a:cubicBezTo>
                <a:cubicBezTo>
                  <a:pt x="349094" y="35573"/>
                  <a:pt x="348717" y="37835"/>
                  <a:pt x="348717" y="40357"/>
                </a:cubicBezTo>
                <a:cubicBezTo>
                  <a:pt x="348717" y="45634"/>
                  <a:pt x="350000" y="49584"/>
                  <a:pt x="352565" y="52207"/>
                </a:cubicBezTo>
                <a:cubicBezTo>
                  <a:pt x="355131" y="54831"/>
                  <a:pt x="358690" y="56143"/>
                  <a:pt x="363242" y="56143"/>
                </a:cubicBezTo>
                <a:cubicBezTo>
                  <a:pt x="365300" y="56143"/>
                  <a:pt x="367293" y="55911"/>
                  <a:pt x="369221" y="55447"/>
                </a:cubicBezTo>
                <a:cubicBezTo>
                  <a:pt x="371149" y="54983"/>
                  <a:pt x="373012" y="54288"/>
                  <a:pt x="374810" y="53360"/>
                </a:cubicBezTo>
                <a:lnTo>
                  <a:pt x="374810" y="60405"/>
                </a:lnTo>
                <a:close/>
                <a:moveTo>
                  <a:pt x="424844" y="61362"/>
                </a:moveTo>
                <a:cubicBezTo>
                  <a:pt x="423133" y="61812"/>
                  <a:pt x="421365" y="62135"/>
                  <a:pt x="419538" y="62329"/>
                </a:cubicBezTo>
                <a:cubicBezTo>
                  <a:pt x="417712" y="62525"/>
                  <a:pt x="415856" y="62623"/>
                  <a:pt x="413972" y="62623"/>
                </a:cubicBezTo>
                <a:cubicBezTo>
                  <a:pt x="408492" y="62623"/>
                  <a:pt x="404404" y="61383"/>
                  <a:pt x="401708" y="58905"/>
                </a:cubicBezTo>
                <a:cubicBezTo>
                  <a:pt x="399012" y="56426"/>
                  <a:pt x="397664" y="52621"/>
                  <a:pt x="397664" y="47489"/>
                </a:cubicBezTo>
                <a:lnTo>
                  <a:pt x="397664" y="24701"/>
                </a:lnTo>
                <a:lnTo>
                  <a:pt x="385443" y="24701"/>
                </a:lnTo>
                <a:lnTo>
                  <a:pt x="385443" y="18352"/>
                </a:lnTo>
                <a:lnTo>
                  <a:pt x="397664" y="18352"/>
                </a:lnTo>
                <a:lnTo>
                  <a:pt x="397664" y="6311"/>
                </a:lnTo>
                <a:lnTo>
                  <a:pt x="405231" y="4349"/>
                </a:lnTo>
                <a:lnTo>
                  <a:pt x="405231" y="18352"/>
                </a:lnTo>
                <a:lnTo>
                  <a:pt x="424844" y="18352"/>
                </a:lnTo>
                <a:lnTo>
                  <a:pt x="424844" y="24701"/>
                </a:lnTo>
                <a:lnTo>
                  <a:pt x="405231" y="24701"/>
                </a:lnTo>
                <a:lnTo>
                  <a:pt x="405231" y="46880"/>
                </a:lnTo>
                <a:cubicBezTo>
                  <a:pt x="405231" y="50011"/>
                  <a:pt x="406064" y="52352"/>
                  <a:pt x="407731" y="53903"/>
                </a:cubicBezTo>
                <a:cubicBezTo>
                  <a:pt x="409398" y="55455"/>
                  <a:pt x="411855" y="56230"/>
                  <a:pt x="415102" y="56230"/>
                </a:cubicBezTo>
                <a:cubicBezTo>
                  <a:pt x="416494" y="56230"/>
                  <a:pt x="418016" y="56118"/>
                  <a:pt x="419669" y="55894"/>
                </a:cubicBezTo>
                <a:cubicBezTo>
                  <a:pt x="421321" y="55670"/>
                  <a:pt x="423046" y="55318"/>
                  <a:pt x="424844" y="54838"/>
                </a:cubicBezTo>
                <a:lnTo>
                  <a:pt x="424844" y="61362"/>
                </a:lnTo>
                <a:close/>
                <a:moveTo>
                  <a:pt x="453308" y="24614"/>
                </a:moveTo>
                <a:lnTo>
                  <a:pt x="440392" y="24614"/>
                </a:lnTo>
                <a:lnTo>
                  <a:pt x="440392" y="18352"/>
                </a:lnTo>
                <a:lnTo>
                  <a:pt x="460962" y="18352"/>
                </a:lnTo>
                <a:lnTo>
                  <a:pt x="460962" y="55708"/>
                </a:lnTo>
                <a:lnTo>
                  <a:pt x="473965" y="55708"/>
                </a:lnTo>
                <a:lnTo>
                  <a:pt x="473965" y="62014"/>
                </a:lnTo>
                <a:lnTo>
                  <a:pt x="438957" y="62014"/>
                </a:lnTo>
                <a:lnTo>
                  <a:pt x="438957" y="55708"/>
                </a:lnTo>
                <a:lnTo>
                  <a:pt x="453308" y="55708"/>
                </a:lnTo>
                <a:lnTo>
                  <a:pt x="453308" y="24614"/>
                </a:lnTo>
                <a:moveTo>
                  <a:pt x="455960" y="0"/>
                </a:moveTo>
                <a:cubicBezTo>
                  <a:pt x="456801" y="0"/>
                  <a:pt x="457584" y="152"/>
                  <a:pt x="458309" y="457"/>
                </a:cubicBezTo>
                <a:cubicBezTo>
                  <a:pt x="459034" y="761"/>
                  <a:pt x="459664" y="1189"/>
                  <a:pt x="460201" y="1740"/>
                </a:cubicBezTo>
                <a:cubicBezTo>
                  <a:pt x="460737" y="2290"/>
                  <a:pt x="461157" y="2921"/>
                  <a:pt x="461462" y="3631"/>
                </a:cubicBezTo>
                <a:cubicBezTo>
                  <a:pt x="461766" y="4342"/>
                  <a:pt x="461918" y="5117"/>
                  <a:pt x="461918" y="5958"/>
                </a:cubicBezTo>
                <a:cubicBezTo>
                  <a:pt x="461918" y="6770"/>
                  <a:pt x="461766" y="7538"/>
                  <a:pt x="461462" y="8263"/>
                </a:cubicBezTo>
                <a:cubicBezTo>
                  <a:pt x="461157" y="8988"/>
                  <a:pt x="460737" y="9625"/>
                  <a:pt x="460201" y="10176"/>
                </a:cubicBezTo>
                <a:cubicBezTo>
                  <a:pt x="459664" y="10727"/>
                  <a:pt x="459034" y="11155"/>
                  <a:pt x="458309" y="11459"/>
                </a:cubicBezTo>
                <a:cubicBezTo>
                  <a:pt x="457584" y="11764"/>
                  <a:pt x="456801" y="11916"/>
                  <a:pt x="455960" y="11916"/>
                </a:cubicBezTo>
                <a:cubicBezTo>
                  <a:pt x="455120" y="11916"/>
                  <a:pt x="454337" y="11764"/>
                  <a:pt x="453612" y="11459"/>
                </a:cubicBezTo>
                <a:cubicBezTo>
                  <a:pt x="452887" y="11155"/>
                  <a:pt x="452257" y="10727"/>
                  <a:pt x="451720" y="10176"/>
                </a:cubicBezTo>
                <a:cubicBezTo>
                  <a:pt x="451184" y="9625"/>
                  <a:pt x="450764" y="8988"/>
                  <a:pt x="450459" y="8263"/>
                </a:cubicBezTo>
                <a:cubicBezTo>
                  <a:pt x="450155" y="7538"/>
                  <a:pt x="450003" y="6770"/>
                  <a:pt x="450003" y="5958"/>
                </a:cubicBezTo>
                <a:cubicBezTo>
                  <a:pt x="450003" y="5117"/>
                  <a:pt x="450155" y="4342"/>
                  <a:pt x="450459" y="3631"/>
                </a:cubicBezTo>
                <a:cubicBezTo>
                  <a:pt x="450764" y="2921"/>
                  <a:pt x="451184" y="2290"/>
                  <a:pt x="451720" y="1740"/>
                </a:cubicBezTo>
                <a:cubicBezTo>
                  <a:pt x="452257" y="1189"/>
                  <a:pt x="452887" y="761"/>
                  <a:pt x="453612" y="457"/>
                </a:cubicBezTo>
                <a:cubicBezTo>
                  <a:pt x="454337" y="152"/>
                  <a:pt x="455120" y="0"/>
                  <a:pt x="455960" y="0"/>
                </a:cubicBezTo>
                <a:close/>
                <a:moveTo>
                  <a:pt x="525216" y="39835"/>
                </a:moveTo>
                <a:cubicBezTo>
                  <a:pt x="525216" y="43227"/>
                  <a:pt x="524738" y="46337"/>
                  <a:pt x="523781" y="49163"/>
                </a:cubicBezTo>
                <a:cubicBezTo>
                  <a:pt x="522824" y="51990"/>
                  <a:pt x="521447" y="54411"/>
                  <a:pt x="519650" y="56426"/>
                </a:cubicBezTo>
                <a:cubicBezTo>
                  <a:pt x="517852" y="58441"/>
                  <a:pt x="515663" y="60006"/>
                  <a:pt x="513083" y="61123"/>
                </a:cubicBezTo>
                <a:cubicBezTo>
                  <a:pt x="510503" y="62239"/>
                  <a:pt x="507575" y="62797"/>
                  <a:pt x="504299" y="62797"/>
                </a:cubicBezTo>
                <a:cubicBezTo>
                  <a:pt x="501167" y="62797"/>
                  <a:pt x="498362" y="62311"/>
                  <a:pt x="495884" y="61340"/>
                </a:cubicBezTo>
                <a:cubicBezTo>
                  <a:pt x="493405" y="60369"/>
                  <a:pt x="491303" y="58941"/>
                  <a:pt x="489578" y="57056"/>
                </a:cubicBezTo>
                <a:cubicBezTo>
                  <a:pt x="487853" y="55172"/>
                  <a:pt x="486534" y="52838"/>
                  <a:pt x="485620" y="50055"/>
                </a:cubicBezTo>
                <a:cubicBezTo>
                  <a:pt x="484707" y="47272"/>
                  <a:pt x="484251" y="44068"/>
                  <a:pt x="484251" y="40444"/>
                </a:cubicBezTo>
                <a:cubicBezTo>
                  <a:pt x="484251" y="37052"/>
                  <a:pt x="484729" y="33957"/>
                  <a:pt x="485686" y="31159"/>
                </a:cubicBezTo>
                <a:cubicBezTo>
                  <a:pt x="486642" y="28361"/>
                  <a:pt x="488020" y="25955"/>
                  <a:pt x="489817" y="23940"/>
                </a:cubicBezTo>
                <a:cubicBezTo>
                  <a:pt x="491615" y="21925"/>
                  <a:pt x="493803" y="20360"/>
                  <a:pt x="496384" y="19243"/>
                </a:cubicBezTo>
                <a:cubicBezTo>
                  <a:pt x="498964" y="18127"/>
                  <a:pt x="501892" y="17569"/>
                  <a:pt x="505168" y="17569"/>
                </a:cubicBezTo>
                <a:cubicBezTo>
                  <a:pt x="508299" y="17569"/>
                  <a:pt x="511104" y="18055"/>
                  <a:pt x="513583" y="19026"/>
                </a:cubicBezTo>
                <a:cubicBezTo>
                  <a:pt x="516062" y="19997"/>
                  <a:pt x="518164" y="21418"/>
                  <a:pt x="519889" y="23288"/>
                </a:cubicBezTo>
                <a:cubicBezTo>
                  <a:pt x="521614" y="25158"/>
                  <a:pt x="522933" y="27484"/>
                  <a:pt x="523846" y="30268"/>
                </a:cubicBezTo>
                <a:cubicBezTo>
                  <a:pt x="524760" y="33051"/>
                  <a:pt x="525216" y="36240"/>
                  <a:pt x="525216" y="39835"/>
                </a:cubicBezTo>
                <a:moveTo>
                  <a:pt x="517475" y="40183"/>
                </a:moveTo>
                <a:cubicBezTo>
                  <a:pt x="517475" y="37487"/>
                  <a:pt x="517178" y="35131"/>
                  <a:pt x="516584" y="33116"/>
                </a:cubicBezTo>
                <a:cubicBezTo>
                  <a:pt x="515990" y="31101"/>
                  <a:pt x="515142" y="29420"/>
                  <a:pt x="514040" y="28072"/>
                </a:cubicBezTo>
                <a:cubicBezTo>
                  <a:pt x="512938" y="26723"/>
                  <a:pt x="511597" y="25709"/>
                  <a:pt x="510017" y="25027"/>
                </a:cubicBezTo>
                <a:cubicBezTo>
                  <a:pt x="508437" y="24346"/>
                  <a:pt x="506676" y="24005"/>
                  <a:pt x="504733" y="24005"/>
                </a:cubicBezTo>
                <a:cubicBezTo>
                  <a:pt x="502472" y="24005"/>
                  <a:pt x="500537" y="24448"/>
                  <a:pt x="498928" y="25332"/>
                </a:cubicBezTo>
                <a:cubicBezTo>
                  <a:pt x="497319" y="26216"/>
                  <a:pt x="496000" y="27398"/>
                  <a:pt x="494970" y="28876"/>
                </a:cubicBezTo>
                <a:cubicBezTo>
                  <a:pt x="493941" y="30355"/>
                  <a:pt x="493187" y="32072"/>
                  <a:pt x="492709" y="34029"/>
                </a:cubicBezTo>
                <a:cubicBezTo>
                  <a:pt x="492231" y="35986"/>
                  <a:pt x="491991" y="38038"/>
                  <a:pt x="491991" y="40183"/>
                </a:cubicBezTo>
                <a:cubicBezTo>
                  <a:pt x="491991" y="42879"/>
                  <a:pt x="492289" y="45242"/>
                  <a:pt x="492883" y="47272"/>
                </a:cubicBezTo>
                <a:cubicBezTo>
                  <a:pt x="493477" y="49301"/>
                  <a:pt x="494325" y="50990"/>
                  <a:pt x="495427" y="52338"/>
                </a:cubicBezTo>
                <a:cubicBezTo>
                  <a:pt x="496529" y="53686"/>
                  <a:pt x="497862" y="54701"/>
                  <a:pt x="499428" y="55382"/>
                </a:cubicBezTo>
                <a:cubicBezTo>
                  <a:pt x="500993" y="56063"/>
                  <a:pt x="502762" y="56404"/>
                  <a:pt x="504733" y="56404"/>
                </a:cubicBezTo>
                <a:cubicBezTo>
                  <a:pt x="506995" y="56404"/>
                  <a:pt x="508930" y="55962"/>
                  <a:pt x="510539" y="55078"/>
                </a:cubicBezTo>
                <a:cubicBezTo>
                  <a:pt x="512148" y="54193"/>
                  <a:pt x="513467" y="53012"/>
                  <a:pt x="514497" y="51533"/>
                </a:cubicBezTo>
                <a:cubicBezTo>
                  <a:pt x="515526" y="50055"/>
                  <a:pt x="516280" y="48337"/>
                  <a:pt x="516758" y="46380"/>
                </a:cubicBezTo>
                <a:cubicBezTo>
                  <a:pt x="517236" y="44423"/>
                  <a:pt x="517475" y="42357"/>
                  <a:pt x="517475" y="40183"/>
                </a:cubicBezTo>
                <a:close/>
                <a:moveTo>
                  <a:pt x="535981" y="18352"/>
                </a:moveTo>
                <a:lnTo>
                  <a:pt x="542721" y="18352"/>
                </a:lnTo>
                <a:lnTo>
                  <a:pt x="543026" y="25397"/>
                </a:lnTo>
                <a:cubicBezTo>
                  <a:pt x="544301" y="23889"/>
                  <a:pt x="545534" y="22636"/>
                  <a:pt x="546722" y="21635"/>
                </a:cubicBezTo>
                <a:cubicBezTo>
                  <a:pt x="547911" y="20635"/>
                  <a:pt x="549078" y="19831"/>
                  <a:pt x="550223" y="19222"/>
                </a:cubicBezTo>
                <a:cubicBezTo>
                  <a:pt x="551368" y="18613"/>
                  <a:pt x="552535" y="18185"/>
                  <a:pt x="553724" y="17939"/>
                </a:cubicBezTo>
                <a:cubicBezTo>
                  <a:pt x="554912" y="17692"/>
                  <a:pt x="556145" y="17569"/>
                  <a:pt x="557420" y="17569"/>
                </a:cubicBezTo>
                <a:cubicBezTo>
                  <a:pt x="561914" y="17569"/>
                  <a:pt x="565313" y="18896"/>
                  <a:pt x="567618" y="21548"/>
                </a:cubicBezTo>
                <a:cubicBezTo>
                  <a:pt x="569923" y="24201"/>
                  <a:pt x="571076" y="28195"/>
                  <a:pt x="571076" y="33529"/>
                </a:cubicBezTo>
                <a:lnTo>
                  <a:pt x="571076" y="62014"/>
                </a:lnTo>
                <a:lnTo>
                  <a:pt x="563509" y="62014"/>
                </a:lnTo>
                <a:lnTo>
                  <a:pt x="563509" y="34138"/>
                </a:lnTo>
                <a:cubicBezTo>
                  <a:pt x="563509" y="30717"/>
                  <a:pt x="562871" y="28188"/>
                  <a:pt x="561595" y="26549"/>
                </a:cubicBezTo>
                <a:cubicBezTo>
                  <a:pt x="560320" y="24911"/>
                  <a:pt x="558421" y="24092"/>
                  <a:pt x="555898" y="24092"/>
                </a:cubicBezTo>
                <a:cubicBezTo>
                  <a:pt x="554970" y="24092"/>
                  <a:pt x="554064" y="24230"/>
                  <a:pt x="553180" y="24506"/>
                </a:cubicBezTo>
                <a:cubicBezTo>
                  <a:pt x="552296" y="24781"/>
                  <a:pt x="551375" y="25259"/>
                  <a:pt x="550419" y="25941"/>
                </a:cubicBezTo>
                <a:cubicBezTo>
                  <a:pt x="549462" y="26622"/>
                  <a:pt x="548426" y="27542"/>
                  <a:pt x="547309" y="28702"/>
                </a:cubicBezTo>
                <a:cubicBezTo>
                  <a:pt x="546193" y="29862"/>
                  <a:pt x="544939" y="31311"/>
                  <a:pt x="543548" y="33051"/>
                </a:cubicBezTo>
                <a:lnTo>
                  <a:pt x="543548" y="62014"/>
                </a:lnTo>
                <a:lnTo>
                  <a:pt x="535981" y="62014"/>
                </a:lnTo>
                <a:lnTo>
                  <a:pt x="535981" y="18352"/>
                </a:lnTo>
                <a:close/>
                <a:moveTo>
                  <a:pt x="619327" y="50098"/>
                </a:moveTo>
                <a:cubicBezTo>
                  <a:pt x="619327" y="51635"/>
                  <a:pt x="619066" y="53012"/>
                  <a:pt x="618544" y="54230"/>
                </a:cubicBezTo>
                <a:cubicBezTo>
                  <a:pt x="618022" y="55447"/>
                  <a:pt x="617312" y="56527"/>
                  <a:pt x="616413" y="57470"/>
                </a:cubicBezTo>
                <a:cubicBezTo>
                  <a:pt x="615514" y="58412"/>
                  <a:pt x="614471" y="59216"/>
                  <a:pt x="613282" y="59883"/>
                </a:cubicBezTo>
                <a:cubicBezTo>
                  <a:pt x="612093" y="60550"/>
                  <a:pt x="610825" y="61101"/>
                  <a:pt x="609477" y="61536"/>
                </a:cubicBezTo>
                <a:cubicBezTo>
                  <a:pt x="608129" y="61971"/>
                  <a:pt x="606744" y="62289"/>
                  <a:pt x="605324" y="62492"/>
                </a:cubicBezTo>
                <a:cubicBezTo>
                  <a:pt x="603903" y="62695"/>
                  <a:pt x="602511" y="62797"/>
                  <a:pt x="601149" y="62797"/>
                </a:cubicBezTo>
                <a:cubicBezTo>
                  <a:pt x="598191" y="62797"/>
                  <a:pt x="595473" y="62666"/>
                  <a:pt x="592995" y="62405"/>
                </a:cubicBezTo>
                <a:cubicBezTo>
                  <a:pt x="590516" y="62144"/>
                  <a:pt x="588088" y="61724"/>
                  <a:pt x="585710" y="61144"/>
                </a:cubicBezTo>
                <a:lnTo>
                  <a:pt x="585710" y="54186"/>
                </a:lnTo>
                <a:cubicBezTo>
                  <a:pt x="588262" y="54911"/>
                  <a:pt x="590799" y="55462"/>
                  <a:pt x="593321" y="55839"/>
                </a:cubicBezTo>
                <a:cubicBezTo>
                  <a:pt x="595843" y="56216"/>
                  <a:pt x="598351" y="56404"/>
                  <a:pt x="600844" y="56404"/>
                </a:cubicBezTo>
                <a:cubicBezTo>
                  <a:pt x="604468" y="56404"/>
                  <a:pt x="607150" y="55911"/>
                  <a:pt x="608890" y="54925"/>
                </a:cubicBezTo>
                <a:cubicBezTo>
                  <a:pt x="610629" y="53940"/>
                  <a:pt x="611499" y="52534"/>
                  <a:pt x="611499" y="50707"/>
                </a:cubicBezTo>
                <a:cubicBezTo>
                  <a:pt x="611499" y="49924"/>
                  <a:pt x="611361" y="49221"/>
                  <a:pt x="611086" y="48598"/>
                </a:cubicBezTo>
                <a:cubicBezTo>
                  <a:pt x="610810" y="47975"/>
                  <a:pt x="610310" y="47380"/>
                  <a:pt x="609585" y="46815"/>
                </a:cubicBezTo>
                <a:cubicBezTo>
                  <a:pt x="608861" y="46250"/>
                  <a:pt x="607737" y="45663"/>
                  <a:pt x="606215" y="45054"/>
                </a:cubicBezTo>
                <a:cubicBezTo>
                  <a:pt x="604693" y="44445"/>
                  <a:pt x="602613" y="43749"/>
                  <a:pt x="599974" y="42966"/>
                </a:cubicBezTo>
                <a:cubicBezTo>
                  <a:pt x="598003" y="42386"/>
                  <a:pt x="596184" y="41727"/>
                  <a:pt x="594517" y="40988"/>
                </a:cubicBezTo>
                <a:cubicBezTo>
                  <a:pt x="592850" y="40248"/>
                  <a:pt x="591407" y="39371"/>
                  <a:pt x="590190" y="38357"/>
                </a:cubicBezTo>
                <a:cubicBezTo>
                  <a:pt x="588972" y="37342"/>
                  <a:pt x="588015" y="36153"/>
                  <a:pt x="587319" y="34790"/>
                </a:cubicBezTo>
                <a:cubicBezTo>
                  <a:pt x="586624" y="33428"/>
                  <a:pt x="586276" y="31819"/>
                  <a:pt x="586276" y="29963"/>
                </a:cubicBezTo>
                <a:cubicBezTo>
                  <a:pt x="586276" y="28746"/>
                  <a:pt x="586558" y="27412"/>
                  <a:pt x="587124" y="25962"/>
                </a:cubicBezTo>
                <a:cubicBezTo>
                  <a:pt x="587689" y="24513"/>
                  <a:pt x="588653" y="23165"/>
                  <a:pt x="590016" y="21918"/>
                </a:cubicBezTo>
                <a:cubicBezTo>
                  <a:pt x="591378" y="20671"/>
                  <a:pt x="593219" y="19635"/>
                  <a:pt x="595539" y="18809"/>
                </a:cubicBezTo>
                <a:cubicBezTo>
                  <a:pt x="597858" y="17982"/>
                  <a:pt x="600757" y="17569"/>
                  <a:pt x="604236" y="17569"/>
                </a:cubicBezTo>
                <a:cubicBezTo>
                  <a:pt x="605947" y="17569"/>
                  <a:pt x="607846" y="17663"/>
                  <a:pt x="609933" y="17852"/>
                </a:cubicBezTo>
                <a:cubicBezTo>
                  <a:pt x="612021" y="18040"/>
                  <a:pt x="614195" y="18366"/>
                  <a:pt x="616456" y="18830"/>
                </a:cubicBezTo>
                <a:lnTo>
                  <a:pt x="616456" y="25571"/>
                </a:lnTo>
                <a:cubicBezTo>
                  <a:pt x="614079" y="24991"/>
                  <a:pt x="611825" y="24564"/>
                  <a:pt x="609694" y="24288"/>
                </a:cubicBezTo>
                <a:cubicBezTo>
                  <a:pt x="607563" y="24013"/>
                  <a:pt x="605715" y="23875"/>
                  <a:pt x="604149" y="23875"/>
                </a:cubicBezTo>
                <a:cubicBezTo>
                  <a:pt x="602265" y="23875"/>
                  <a:pt x="600678" y="24020"/>
                  <a:pt x="599387" y="24310"/>
                </a:cubicBezTo>
                <a:cubicBezTo>
                  <a:pt x="598097" y="24600"/>
                  <a:pt x="597054" y="24998"/>
                  <a:pt x="596256" y="25506"/>
                </a:cubicBezTo>
                <a:cubicBezTo>
                  <a:pt x="595459" y="26013"/>
                  <a:pt x="594886" y="26607"/>
                  <a:pt x="594538" y="27289"/>
                </a:cubicBezTo>
                <a:cubicBezTo>
                  <a:pt x="594191" y="27970"/>
                  <a:pt x="594017" y="28702"/>
                  <a:pt x="594017" y="29485"/>
                </a:cubicBezTo>
                <a:cubicBezTo>
                  <a:pt x="594017" y="30268"/>
                  <a:pt x="594169" y="30978"/>
                  <a:pt x="594473" y="31616"/>
                </a:cubicBezTo>
                <a:cubicBezTo>
                  <a:pt x="594778" y="32254"/>
                  <a:pt x="595343" y="32870"/>
                  <a:pt x="596169" y="33464"/>
                </a:cubicBezTo>
                <a:cubicBezTo>
                  <a:pt x="596996" y="34058"/>
                  <a:pt x="598148" y="34653"/>
                  <a:pt x="599627" y="35247"/>
                </a:cubicBezTo>
                <a:cubicBezTo>
                  <a:pt x="601105" y="35841"/>
                  <a:pt x="603033" y="36487"/>
                  <a:pt x="605411" y="37182"/>
                </a:cubicBezTo>
                <a:cubicBezTo>
                  <a:pt x="607991" y="37936"/>
                  <a:pt x="610165" y="38726"/>
                  <a:pt x="611934" y="39552"/>
                </a:cubicBezTo>
                <a:cubicBezTo>
                  <a:pt x="613702" y="40379"/>
                  <a:pt x="615137" y="41299"/>
                  <a:pt x="616239" y="42314"/>
                </a:cubicBezTo>
                <a:cubicBezTo>
                  <a:pt x="617341" y="43329"/>
                  <a:pt x="618131" y="44474"/>
                  <a:pt x="618609" y="45749"/>
                </a:cubicBezTo>
                <a:cubicBezTo>
                  <a:pt x="619088" y="47025"/>
                  <a:pt x="619327" y="48475"/>
                  <a:pt x="619327" y="50098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=[">
            <a:extLst xmlns:a="http://schemas.openxmlformats.org/drawingml/2006/main">
              <a:ext uri="{FF2B5EF4-FFF2-40B4-BE49-F238E27FC236}">
                <a16:creationId xmlns:a16="http://schemas.microsoft.com/office/drawing/2014/main" id="{270D52DE-ACE2-41D2-9DF9-81AB1813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55" y="4713925"/>
            <a:ext cx="128205" cy="80801"/>
          </a:xfrm>
          <a:custGeom xmlns:a="http://schemas.openxmlformats.org/drawingml/2006/main">
            <a:pathLst>
              <a:path w="128205" h="80801">
                <a:moveTo>
                  <a:pt x="37400" y="34877"/>
                </a:moveTo>
                <a:lnTo>
                  <a:pt x="0" y="34877"/>
                </a:lnTo>
                <a:lnTo>
                  <a:pt x="0" y="28485"/>
                </a:lnTo>
                <a:lnTo>
                  <a:pt x="37400" y="28485"/>
                </a:lnTo>
                <a:lnTo>
                  <a:pt x="37400" y="34877"/>
                </a:lnTo>
                <a:moveTo>
                  <a:pt x="37400" y="50055"/>
                </a:moveTo>
                <a:lnTo>
                  <a:pt x="0" y="50055"/>
                </a:lnTo>
                <a:lnTo>
                  <a:pt x="0" y="43662"/>
                </a:lnTo>
                <a:lnTo>
                  <a:pt x="37400" y="43662"/>
                </a:lnTo>
                <a:lnTo>
                  <a:pt x="37400" y="50055"/>
                </a:lnTo>
                <a:close/>
                <a:moveTo>
                  <a:pt x="128205" y="80801"/>
                </a:moveTo>
                <a:lnTo>
                  <a:pt x="106765" y="80801"/>
                </a:lnTo>
                <a:lnTo>
                  <a:pt x="106765" y="0"/>
                </a:lnTo>
                <a:lnTo>
                  <a:pt x="128205" y="0"/>
                </a:lnTo>
                <a:lnTo>
                  <a:pt x="128205" y="6088"/>
                </a:lnTo>
                <a:lnTo>
                  <a:pt x="113984" y="6088"/>
                </a:lnTo>
                <a:lnTo>
                  <a:pt x="113984" y="74713"/>
                </a:lnTo>
                <a:lnTo>
                  <a:pt x="128205" y="74713"/>
                </a:lnTo>
                <a:lnTo>
                  <a:pt x="128205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i">
            <a:extLst xmlns:a="http://schemas.openxmlformats.org/drawingml/2006/main">
              <a:ext uri="{FF2B5EF4-FFF2-40B4-BE49-F238E27FC236}">
                <a16:creationId xmlns:a16="http://schemas.microsoft.com/office/drawing/2014/main" id="{0DC5F669-AAEE-423E-AEF7-98200B48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9" y="4714881"/>
            <a:ext cx="35008" cy="62014"/>
          </a:xfrm>
          <a:custGeom xmlns:a="http://schemas.openxmlformats.org/drawingml/2006/main">
            <a:pathLst>
              <a:path w="35008" h="62014">
                <a:moveTo>
                  <a:pt x="14351" y="24614"/>
                </a:moveTo>
                <a:lnTo>
                  <a:pt x="1435" y="24614"/>
                </a:lnTo>
                <a:lnTo>
                  <a:pt x="1435" y="18352"/>
                </a:lnTo>
                <a:lnTo>
                  <a:pt x="22005" y="1835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24614"/>
                </a:lnTo>
                <a:moveTo>
                  <a:pt x="17004" y="0"/>
                </a:moveTo>
                <a:cubicBezTo>
                  <a:pt x="17845" y="0"/>
                  <a:pt x="18627" y="152"/>
                  <a:pt x="19352" y="457"/>
                </a:cubicBezTo>
                <a:cubicBezTo>
                  <a:pt x="20077" y="761"/>
                  <a:pt x="20708" y="1189"/>
                  <a:pt x="21244" y="1740"/>
                </a:cubicBezTo>
                <a:cubicBezTo>
                  <a:pt x="21780" y="2290"/>
                  <a:pt x="22201" y="2921"/>
                  <a:pt x="22505" y="3631"/>
                </a:cubicBezTo>
                <a:cubicBezTo>
                  <a:pt x="22810" y="4342"/>
                  <a:pt x="22962" y="5117"/>
                  <a:pt x="22962" y="5958"/>
                </a:cubicBezTo>
                <a:cubicBezTo>
                  <a:pt x="22962" y="6770"/>
                  <a:pt x="22810" y="7538"/>
                  <a:pt x="22505" y="8263"/>
                </a:cubicBezTo>
                <a:cubicBezTo>
                  <a:pt x="22201" y="8988"/>
                  <a:pt x="21780" y="9625"/>
                  <a:pt x="21244" y="10176"/>
                </a:cubicBezTo>
                <a:cubicBezTo>
                  <a:pt x="20708" y="10727"/>
                  <a:pt x="20077" y="11155"/>
                  <a:pt x="19352" y="11459"/>
                </a:cubicBezTo>
                <a:cubicBezTo>
                  <a:pt x="18627" y="11764"/>
                  <a:pt x="17845" y="11916"/>
                  <a:pt x="17004" y="11916"/>
                </a:cubicBezTo>
                <a:cubicBezTo>
                  <a:pt x="16163" y="11916"/>
                  <a:pt x="15380" y="11764"/>
                  <a:pt x="14655" y="11459"/>
                </a:cubicBezTo>
                <a:cubicBezTo>
                  <a:pt x="13931" y="11155"/>
                  <a:pt x="13300" y="10727"/>
                  <a:pt x="12764" y="10176"/>
                </a:cubicBezTo>
                <a:cubicBezTo>
                  <a:pt x="12227" y="9625"/>
                  <a:pt x="11807" y="8988"/>
                  <a:pt x="11503" y="8263"/>
                </a:cubicBezTo>
                <a:cubicBezTo>
                  <a:pt x="11198" y="7538"/>
                  <a:pt x="11046" y="6770"/>
                  <a:pt x="11046" y="5958"/>
                </a:cubicBezTo>
                <a:cubicBezTo>
                  <a:pt x="11046" y="5117"/>
                  <a:pt x="11198" y="4342"/>
                  <a:pt x="11503" y="3631"/>
                </a:cubicBezTo>
                <a:cubicBezTo>
                  <a:pt x="11807" y="2921"/>
                  <a:pt x="12227" y="2290"/>
                  <a:pt x="12764" y="1740"/>
                </a:cubicBezTo>
                <a:cubicBezTo>
                  <a:pt x="13300" y="1189"/>
                  <a:pt x="13931" y="761"/>
                  <a:pt x="14655" y="457"/>
                </a:cubicBezTo>
                <a:cubicBezTo>
                  <a:pt x="15380" y="152"/>
                  <a:pt x="16163" y="0"/>
                  <a:pt x="17004" y="0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for">
            <a:extLst xmlns:a="http://schemas.openxmlformats.org/drawingml/2006/main">
              <a:ext uri="{FF2B5EF4-FFF2-40B4-BE49-F238E27FC236}">
                <a16:creationId xmlns:a16="http://schemas.microsoft.com/office/drawing/2014/main" id="{66B46E2A-E28B-423E-B255-037BF1EC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23" y="4714881"/>
            <a:ext cx="148934" cy="80279"/>
          </a:xfrm>
          <a:custGeom xmlns:a="http://schemas.openxmlformats.org/drawingml/2006/main">
            <a:pathLst>
              <a:path w="148934" h="80279">
                <a:moveTo>
                  <a:pt x="25093" y="62782"/>
                </a:moveTo>
                <a:cubicBezTo>
                  <a:pt x="24484" y="65800"/>
                  <a:pt x="23629" y="68404"/>
                  <a:pt x="22527" y="70595"/>
                </a:cubicBezTo>
                <a:cubicBezTo>
                  <a:pt x="21425" y="72785"/>
                  <a:pt x="20026" y="74599"/>
                  <a:pt x="18330" y="76035"/>
                </a:cubicBezTo>
                <a:cubicBezTo>
                  <a:pt x="16634" y="77472"/>
                  <a:pt x="14619" y="78538"/>
                  <a:pt x="12285" y="79234"/>
                </a:cubicBezTo>
                <a:cubicBezTo>
                  <a:pt x="9952" y="79931"/>
                  <a:pt x="7248" y="80279"/>
                  <a:pt x="4175" y="80279"/>
                </a:cubicBezTo>
                <a:cubicBezTo>
                  <a:pt x="3595" y="80279"/>
                  <a:pt x="2899" y="80265"/>
                  <a:pt x="2087" y="80236"/>
                </a:cubicBezTo>
                <a:cubicBezTo>
                  <a:pt x="1276" y="80207"/>
                  <a:pt x="580" y="80163"/>
                  <a:pt x="0" y="80105"/>
                </a:cubicBezTo>
                <a:lnTo>
                  <a:pt x="1218" y="73582"/>
                </a:lnTo>
                <a:cubicBezTo>
                  <a:pt x="2551" y="73756"/>
                  <a:pt x="3798" y="73843"/>
                  <a:pt x="4958" y="73843"/>
                </a:cubicBezTo>
                <a:cubicBezTo>
                  <a:pt x="8408" y="73843"/>
                  <a:pt x="11162" y="72957"/>
                  <a:pt x="13220" y="71185"/>
                </a:cubicBezTo>
                <a:cubicBezTo>
                  <a:pt x="15279" y="69412"/>
                  <a:pt x="16685" y="66611"/>
                  <a:pt x="17439" y="62781"/>
                </a:cubicBezTo>
                <a:lnTo>
                  <a:pt x="23831" y="30964"/>
                </a:lnTo>
                <a:lnTo>
                  <a:pt x="9785" y="30964"/>
                </a:lnTo>
                <a:lnTo>
                  <a:pt x="11046" y="24658"/>
                </a:lnTo>
                <a:lnTo>
                  <a:pt x="25093" y="24658"/>
                </a:lnTo>
                <a:lnTo>
                  <a:pt x="26528" y="17439"/>
                </a:lnTo>
                <a:cubicBezTo>
                  <a:pt x="27687" y="11669"/>
                  <a:pt x="29949" y="7320"/>
                  <a:pt x="33312" y="4392"/>
                </a:cubicBezTo>
                <a:cubicBezTo>
                  <a:pt x="36675" y="1464"/>
                  <a:pt x="41386" y="0"/>
                  <a:pt x="47446" y="0"/>
                </a:cubicBezTo>
                <a:cubicBezTo>
                  <a:pt x="48982" y="0"/>
                  <a:pt x="50671" y="87"/>
                  <a:pt x="52512" y="262"/>
                </a:cubicBezTo>
                <a:cubicBezTo>
                  <a:pt x="54353" y="437"/>
                  <a:pt x="56172" y="699"/>
                  <a:pt x="57970" y="1049"/>
                </a:cubicBezTo>
                <a:lnTo>
                  <a:pt x="56621" y="7523"/>
                </a:lnTo>
                <a:cubicBezTo>
                  <a:pt x="54969" y="7133"/>
                  <a:pt x="53309" y="6833"/>
                  <a:pt x="51642" y="6622"/>
                </a:cubicBezTo>
                <a:cubicBezTo>
                  <a:pt x="49975" y="6411"/>
                  <a:pt x="48315" y="6306"/>
                  <a:pt x="46663" y="6306"/>
                </a:cubicBezTo>
                <a:cubicBezTo>
                  <a:pt x="43213" y="6306"/>
                  <a:pt x="40458" y="7234"/>
                  <a:pt x="38400" y="9089"/>
                </a:cubicBezTo>
                <a:cubicBezTo>
                  <a:pt x="36342" y="10945"/>
                  <a:pt x="34935" y="13728"/>
                  <a:pt x="34182" y="17439"/>
                </a:cubicBezTo>
                <a:lnTo>
                  <a:pt x="32747" y="24658"/>
                </a:lnTo>
                <a:lnTo>
                  <a:pt x="51925" y="24658"/>
                </a:lnTo>
                <a:lnTo>
                  <a:pt x="50664" y="30964"/>
                </a:lnTo>
                <a:lnTo>
                  <a:pt x="31529" y="30964"/>
                </a:lnTo>
                <a:lnTo>
                  <a:pt x="25093" y="62782"/>
                </a:lnTo>
                <a:moveTo>
                  <a:pt x="4523" y="18352"/>
                </a:moveTo>
                <a:lnTo>
                  <a:pt x="4523" y="18352"/>
                </a:lnTo>
                <a:close/>
                <a:moveTo>
                  <a:pt x="73344" y="62797"/>
                </a:moveTo>
                <a:cubicBezTo>
                  <a:pt x="68125" y="62797"/>
                  <a:pt x="64059" y="61456"/>
                  <a:pt x="61145" y="58774"/>
                </a:cubicBezTo>
                <a:cubicBezTo>
                  <a:pt x="58231" y="56092"/>
                  <a:pt x="56775" y="52070"/>
                  <a:pt x="56775" y="46706"/>
                </a:cubicBezTo>
                <a:cubicBezTo>
                  <a:pt x="56775" y="44300"/>
                  <a:pt x="57028" y="41915"/>
                  <a:pt x="57536" y="39552"/>
                </a:cubicBezTo>
                <a:cubicBezTo>
                  <a:pt x="58043" y="37190"/>
                  <a:pt x="58790" y="34928"/>
                  <a:pt x="59775" y="32768"/>
                </a:cubicBezTo>
                <a:cubicBezTo>
                  <a:pt x="60761" y="30608"/>
                  <a:pt x="61979" y="28601"/>
                  <a:pt x="63428" y="26745"/>
                </a:cubicBezTo>
                <a:cubicBezTo>
                  <a:pt x="64878" y="24890"/>
                  <a:pt x="66545" y="23281"/>
                  <a:pt x="68429" y="21918"/>
                </a:cubicBezTo>
                <a:cubicBezTo>
                  <a:pt x="70314" y="20555"/>
                  <a:pt x="72394" y="19490"/>
                  <a:pt x="74670" y="18722"/>
                </a:cubicBezTo>
                <a:cubicBezTo>
                  <a:pt x="76946" y="17953"/>
                  <a:pt x="79417" y="17569"/>
                  <a:pt x="82085" y="17569"/>
                </a:cubicBezTo>
                <a:cubicBezTo>
                  <a:pt x="84694" y="17569"/>
                  <a:pt x="87021" y="17910"/>
                  <a:pt x="89064" y="18591"/>
                </a:cubicBezTo>
                <a:cubicBezTo>
                  <a:pt x="91108" y="19272"/>
                  <a:pt x="92833" y="20287"/>
                  <a:pt x="94240" y="21635"/>
                </a:cubicBezTo>
                <a:cubicBezTo>
                  <a:pt x="95646" y="22983"/>
                  <a:pt x="96726" y="24665"/>
                  <a:pt x="97479" y="26680"/>
                </a:cubicBezTo>
                <a:cubicBezTo>
                  <a:pt x="98233" y="28695"/>
                  <a:pt x="98610" y="31036"/>
                  <a:pt x="98610" y="33703"/>
                </a:cubicBezTo>
                <a:cubicBezTo>
                  <a:pt x="98610" y="36081"/>
                  <a:pt x="98356" y="38451"/>
                  <a:pt x="97849" y="40814"/>
                </a:cubicBezTo>
                <a:cubicBezTo>
                  <a:pt x="97342" y="43176"/>
                  <a:pt x="96595" y="45438"/>
                  <a:pt x="95609" y="47598"/>
                </a:cubicBezTo>
                <a:cubicBezTo>
                  <a:pt x="94624" y="49758"/>
                  <a:pt x="93406" y="51765"/>
                  <a:pt x="91956" y="53621"/>
                </a:cubicBezTo>
                <a:cubicBezTo>
                  <a:pt x="90507" y="55476"/>
                  <a:pt x="88847" y="57085"/>
                  <a:pt x="86977" y="58448"/>
                </a:cubicBezTo>
                <a:cubicBezTo>
                  <a:pt x="85107" y="59811"/>
                  <a:pt x="83027" y="60876"/>
                  <a:pt x="80737" y="61644"/>
                </a:cubicBezTo>
                <a:cubicBezTo>
                  <a:pt x="78446" y="62413"/>
                  <a:pt x="75982" y="62797"/>
                  <a:pt x="73344" y="62797"/>
                </a:cubicBezTo>
                <a:moveTo>
                  <a:pt x="90869" y="34486"/>
                </a:moveTo>
                <a:cubicBezTo>
                  <a:pt x="90869" y="30978"/>
                  <a:pt x="90043" y="28354"/>
                  <a:pt x="88390" y="26615"/>
                </a:cubicBezTo>
                <a:cubicBezTo>
                  <a:pt x="86738" y="24875"/>
                  <a:pt x="84332" y="24005"/>
                  <a:pt x="81171" y="24005"/>
                </a:cubicBezTo>
                <a:cubicBezTo>
                  <a:pt x="79374" y="24005"/>
                  <a:pt x="77707" y="24317"/>
                  <a:pt x="76170" y="24940"/>
                </a:cubicBezTo>
                <a:cubicBezTo>
                  <a:pt x="74634" y="25564"/>
                  <a:pt x="73249" y="26419"/>
                  <a:pt x="72017" y="27506"/>
                </a:cubicBezTo>
                <a:cubicBezTo>
                  <a:pt x="70785" y="28593"/>
                  <a:pt x="69698" y="29855"/>
                  <a:pt x="68756" y="31290"/>
                </a:cubicBezTo>
                <a:cubicBezTo>
                  <a:pt x="67813" y="32725"/>
                  <a:pt x="67031" y="34247"/>
                  <a:pt x="66407" y="35856"/>
                </a:cubicBezTo>
                <a:cubicBezTo>
                  <a:pt x="65784" y="37465"/>
                  <a:pt x="65313" y="39132"/>
                  <a:pt x="64994" y="40857"/>
                </a:cubicBezTo>
                <a:cubicBezTo>
                  <a:pt x="64675" y="42582"/>
                  <a:pt x="64515" y="44256"/>
                  <a:pt x="64515" y="45880"/>
                </a:cubicBezTo>
                <a:cubicBezTo>
                  <a:pt x="64515" y="49388"/>
                  <a:pt x="65342" y="52019"/>
                  <a:pt x="66994" y="53773"/>
                </a:cubicBezTo>
                <a:cubicBezTo>
                  <a:pt x="68647" y="55527"/>
                  <a:pt x="71053" y="56404"/>
                  <a:pt x="74213" y="56404"/>
                </a:cubicBezTo>
                <a:cubicBezTo>
                  <a:pt x="76040" y="56404"/>
                  <a:pt x="77714" y="56092"/>
                  <a:pt x="79236" y="55469"/>
                </a:cubicBezTo>
                <a:cubicBezTo>
                  <a:pt x="80758" y="54846"/>
                  <a:pt x="82135" y="53990"/>
                  <a:pt x="83368" y="52903"/>
                </a:cubicBezTo>
                <a:cubicBezTo>
                  <a:pt x="84600" y="51816"/>
                  <a:pt x="85687" y="50555"/>
                  <a:pt x="86629" y="49120"/>
                </a:cubicBezTo>
                <a:cubicBezTo>
                  <a:pt x="87571" y="47685"/>
                  <a:pt x="88354" y="46155"/>
                  <a:pt x="88977" y="44532"/>
                </a:cubicBezTo>
                <a:cubicBezTo>
                  <a:pt x="89601" y="42908"/>
                  <a:pt x="90072" y="41234"/>
                  <a:pt x="90391" y="39509"/>
                </a:cubicBezTo>
                <a:cubicBezTo>
                  <a:pt x="90710" y="37784"/>
                  <a:pt x="90869" y="36110"/>
                  <a:pt x="90869" y="34486"/>
                </a:cubicBezTo>
                <a:close/>
                <a:moveTo>
                  <a:pt x="111070" y="38362"/>
                </a:moveTo>
                <a:cubicBezTo>
                  <a:pt x="111186" y="37810"/>
                  <a:pt x="111309" y="37086"/>
                  <a:pt x="111440" y="36189"/>
                </a:cubicBezTo>
                <a:cubicBezTo>
                  <a:pt x="111570" y="35292"/>
                  <a:pt x="111723" y="34084"/>
                  <a:pt x="111896" y="32566"/>
                </a:cubicBezTo>
                <a:cubicBezTo>
                  <a:pt x="112070" y="31046"/>
                  <a:pt x="112288" y="29137"/>
                  <a:pt x="112549" y="26836"/>
                </a:cubicBezTo>
                <a:cubicBezTo>
                  <a:pt x="112810" y="24536"/>
                  <a:pt x="113114" y="21708"/>
                  <a:pt x="113462" y="18352"/>
                </a:cubicBezTo>
                <a:lnTo>
                  <a:pt x="120594" y="18352"/>
                </a:lnTo>
                <a:lnTo>
                  <a:pt x="119507" y="28415"/>
                </a:lnTo>
                <a:cubicBezTo>
                  <a:pt x="120522" y="26940"/>
                  <a:pt x="121623" y="25545"/>
                  <a:pt x="122812" y="24230"/>
                </a:cubicBezTo>
                <a:cubicBezTo>
                  <a:pt x="124001" y="22913"/>
                  <a:pt x="125305" y="21764"/>
                  <a:pt x="126726" y="20781"/>
                </a:cubicBezTo>
                <a:cubicBezTo>
                  <a:pt x="128147" y="19797"/>
                  <a:pt x="129698" y="19016"/>
                  <a:pt x="131379" y="18438"/>
                </a:cubicBezTo>
                <a:cubicBezTo>
                  <a:pt x="133061" y="17859"/>
                  <a:pt x="134902" y="17569"/>
                  <a:pt x="136902" y="17569"/>
                </a:cubicBezTo>
                <a:cubicBezTo>
                  <a:pt x="141686" y="17569"/>
                  <a:pt x="144991" y="19059"/>
                  <a:pt x="146817" y="22038"/>
                </a:cubicBezTo>
                <a:cubicBezTo>
                  <a:pt x="148644" y="25017"/>
                  <a:pt x="148934" y="29325"/>
                  <a:pt x="147687" y="34964"/>
                </a:cubicBezTo>
                <a:lnTo>
                  <a:pt x="139990" y="34964"/>
                </a:lnTo>
                <a:cubicBezTo>
                  <a:pt x="140425" y="32972"/>
                  <a:pt x="140642" y="31283"/>
                  <a:pt x="140642" y="29897"/>
                </a:cubicBezTo>
                <a:cubicBezTo>
                  <a:pt x="140642" y="28511"/>
                  <a:pt x="140446" y="27392"/>
                  <a:pt x="140055" y="26540"/>
                </a:cubicBezTo>
                <a:cubicBezTo>
                  <a:pt x="139664" y="25688"/>
                  <a:pt x="139084" y="25068"/>
                  <a:pt x="138316" y="24678"/>
                </a:cubicBezTo>
                <a:cubicBezTo>
                  <a:pt x="137547" y="24288"/>
                  <a:pt x="136627" y="24092"/>
                  <a:pt x="135554" y="24092"/>
                </a:cubicBezTo>
                <a:cubicBezTo>
                  <a:pt x="133467" y="24092"/>
                  <a:pt x="131437" y="24722"/>
                  <a:pt x="129466" y="25981"/>
                </a:cubicBezTo>
                <a:cubicBezTo>
                  <a:pt x="127494" y="27240"/>
                  <a:pt x="125689" y="28889"/>
                  <a:pt x="124051" y="30930"/>
                </a:cubicBezTo>
                <a:cubicBezTo>
                  <a:pt x="122413" y="32969"/>
                  <a:pt x="121007" y="35262"/>
                  <a:pt x="119833" y="37809"/>
                </a:cubicBezTo>
                <a:cubicBezTo>
                  <a:pt x="118659" y="40356"/>
                  <a:pt x="117811" y="42921"/>
                  <a:pt x="117289" y="45506"/>
                </a:cubicBezTo>
                <a:lnTo>
                  <a:pt x="113984" y="62014"/>
                </a:lnTo>
                <a:lnTo>
                  <a:pt x="106330" y="62014"/>
                </a:lnTo>
                <a:lnTo>
                  <a:pt x="111070" y="38362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i">
            <a:extLst xmlns:a="http://schemas.openxmlformats.org/drawingml/2006/main">
              <a:ext uri="{FF2B5EF4-FFF2-40B4-BE49-F238E27FC236}">
                <a16:creationId xmlns:a16="http://schemas.microsoft.com/office/drawing/2014/main" id="{916786E1-EB13-4CC2-A8AA-7FF49FA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817" y="4714881"/>
            <a:ext cx="35008" cy="62014"/>
          </a:xfrm>
          <a:custGeom xmlns:a="http://schemas.openxmlformats.org/drawingml/2006/main">
            <a:pathLst>
              <a:path w="35008" h="62014">
                <a:moveTo>
                  <a:pt x="14351" y="24614"/>
                </a:moveTo>
                <a:lnTo>
                  <a:pt x="1435" y="24614"/>
                </a:lnTo>
                <a:lnTo>
                  <a:pt x="1435" y="18352"/>
                </a:lnTo>
                <a:lnTo>
                  <a:pt x="22005" y="1835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24614"/>
                </a:lnTo>
                <a:moveTo>
                  <a:pt x="17004" y="0"/>
                </a:moveTo>
                <a:cubicBezTo>
                  <a:pt x="17845" y="0"/>
                  <a:pt x="18627" y="152"/>
                  <a:pt x="19352" y="457"/>
                </a:cubicBezTo>
                <a:cubicBezTo>
                  <a:pt x="20077" y="761"/>
                  <a:pt x="20708" y="1189"/>
                  <a:pt x="21244" y="1740"/>
                </a:cubicBezTo>
                <a:cubicBezTo>
                  <a:pt x="21780" y="2290"/>
                  <a:pt x="22201" y="2921"/>
                  <a:pt x="22505" y="3631"/>
                </a:cubicBezTo>
                <a:cubicBezTo>
                  <a:pt x="22810" y="4342"/>
                  <a:pt x="22962" y="5117"/>
                  <a:pt x="22962" y="5958"/>
                </a:cubicBezTo>
                <a:cubicBezTo>
                  <a:pt x="22962" y="6770"/>
                  <a:pt x="22810" y="7538"/>
                  <a:pt x="22505" y="8263"/>
                </a:cubicBezTo>
                <a:cubicBezTo>
                  <a:pt x="22201" y="8988"/>
                  <a:pt x="21780" y="9625"/>
                  <a:pt x="21244" y="10176"/>
                </a:cubicBezTo>
                <a:cubicBezTo>
                  <a:pt x="20708" y="10727"/>
                  <a:pt x="20077" y="11155"/>
                  <a:pt x="19352" y="11459"/>
                </a:cubicBezTo>
                <a:cubicBezTo>
                  <a:pt x="18627" y="11764"/>
                  <a:pt x="17845" y="11916"/>
                  <a:pt x="17004" y="11916"/>
                </a:cubicBezTo>
                <a:cubicBezTo>
                  <a:pt x="16163" y="11916"/>
                  <a:pt x="15380" y="11764"/>
                  <a:pt x="14655" y="11459"/>
                </a:cubicBezTo>
                <a:cubicBezTo>
                  <a:pt x="13931" y="11155"/>
                  <a:pt x="13300" y="10727"/>
                  <a:pt x="12764" y="10176"/>
                </a:cubicBezTo>
                <a:cubicBezTo>
                  <a:pt x="12227" y="9625"/>
                  <a:pt x="11807" y="8988"/>
                  <a:pt x="11503" y="8263"/>
                </a:cubicBezTo>
                <a:cubicBezTo>
                  <a:pt x="11198" y="7538"/>
                  <a:pt x="11046" y="6770"/>
                  <a:pt x="11046" y="5958"/>
                </a:cubicBezTo>
                <a:cubicBezTo>
                  <a:pt x="11046" y="5117"/>
                  <a:pt x="11198" y="4342"/>
                  <a:pt x="11503" y="3631"/>
                </a:cubicBezTo>
                <a:cubicBezTo>
                  <a:pt x="11807" y="2921"/>
                  <a:pt x="12227" y="2290"/>
                  <a:pt x="12764" y="1740"/>
                </a:cubicBezTo>
                <a:cubicBezTo>
                  <a:pt x="13300" y="1189"/>
                  <a:pt x="13931" y="761"/>
                  <a:pt x="14655" y="457"/>
                </a:cubicBezTo>
                <a:cubicBezTo>
                  <a:pt x="15380" y="152"/>
                  <a:pt x="16163" y="0"/>
                  <a:pt x="17004" y="0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,">
            <a:extLst xmlns:a="http://schemas.openxmlformats.org/drawingml/2006/main">
              <a:ext uri="{FF2B5EF4-FFF2-40B4-BE49-F238E27FC236}">
                <a16:creationId xmlns:a16="http://schemas.microsoft.com/office/drawing/2014/main" id="{0A234C6D-33EE-4794-8828-5697523D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460" y="4762849"/>
            <a:ext cx="21005" cy="28920"/>
          </a:xfrm>
          <a:custGeom xmlns:a="http://schemas.openxmlformats.org/drawingml/2006/main">
            <a:pathLst>
              <a:path w="21005" h="28920">
                <a:moveTo>
                  <a:pt x="0" y="22962"/>
                </a:moveTo>
                <a:cubicBezTo>
                  <a:pt x="1479" y="23020"/>
                  <a:pt x="2914" y="22888"/>
                  <a:pt x="4305" y="22568"/>
                </a:cubicBezTo>
                <a:cubicBezTo>
                  <a:pt x="5697" y="22248"/>
                  <a:pt x="6922" y="21774"/>
                  <a:pt x="7980" y="21147"/>
                </a:cubicBezTo>
                <a:cubicBezTo>
                  <a:pt x="9038" y="20521"/>
                  <a:pt x="9886" y="19742"/>
                  <a:pt x="10524" y="18810"/>
                </a:cubicBezTo>
                <a:cubicBezTo>
                  <a:pt x="11162" y="17879"/>
                  <a:pt x="11481" y="16815"/>
                  <a:pt x="11481" y="15620"/>
                </a:cubicBezTo>
                <a:cubicBezTo>
                  <a:pt x="11481" y="14397"/>
                  <a:pt x="11271" y="13409"/>
                  <a:pt x="10850" y="12655"/>
                </a:cubicBezTo>
                <a:cubicBezTo>
                  <a:pt x="10430" y="11901"/>
                  <a:pt x="9959" y="11205"/>
                  <a:pt x="9437" y="10568"/>
                </a:cubicBezTo>
                <a:cubicBezTo>
                  <a:pt x="8915" y="9930"/>
                  <a:pt x="8444" y="9248"/>
                  <a:pt x="8024" y="8524"/>
                </a:cubicBezTo>
                <a:cubicBezTo>
                  <a:pt x="7603" y="7799"/>
                  <a:pt x="7393" y="6828"/>
                  <a:pt x="7393" y="5610"/>
                </a:cubicBezTo>
                <a:cubicBezTo>
                  <a:pt x="7393" y="5001"/>
                  <a:pt x="7509" y="4363"/>
                  <a:pt x="7741" y="3696"/>
                </a:cubicBezTo>
                <a:cubicBezTo>
                  <a:pt x="7973" y="3030"/>
                  <a:pt x="8328" y="2421"/>
                  <a:pt x="8806" y="1870"/>
                </a:cubicBezTo>
                <a:cubicBezTo>
                  <a:pt x="9285" y="1319"/>
                  <a:pt x="9894" y="870"/>
                  <a:pt x="10633" y="522"/>
                </a:cubicBezTo>
                <a:cubicBezTo>
                  <a:pt x="11372" y="174"/>
                  <a:pt x="12249" y="0"/>
                  <a:pt x="13264" y="0"/>
                </a:cubicBezTo>
                <a:cubicBezTo>
                  <a:pt x="14279" y="0"/>
                  <a:pt x="15257" y="211"/>
                  <a:pt x="16199" y="632"/>
                </a:cubicBezTo>
                <a:cubicBezTo>
                  <a:pt x="17142" y="1052"/>
                  <a:pt x="17968" y="1698"/>
                  <a:pt x="18678" y="2570"/>
                </a:cubicBezTo>
                <a:cubicBezTo>
                  <a:pt x="19388" y="3441"/>
                  <a:pt x="19954" y="4530"/>
                  <a:pt x="20374" y="5837"/>
                </a:cubicBezTo>
                <a:cubicBezTo>
                  <a:pt x="20795" y="7143"/>
                  <a:pt x="21005" y="8682"/>
                  <a:pt x="21005" y="10453"/>
                </a:cubicBezTo>
                <a:cubicBezTo>
                  <a:pt x="21005" y="12863"/>
                  <a:pt x="20563" y="15179"/>
                  <a:pt x="19678" y="17399"/>
                </a:cubicBezTo>
                <a:cubicBezTo>
                  <a:pt x="18794" y="19621"/>
                  <a:pt x="17475" y="21588"/>
                  <a:pt x="15721" y="23301"/>
                </a:cubicBezTo>
                <a:cubicBezTo>
                  <a:pt x="13967" y="25015"/>
                  <a:pt x="11778" y="26379"/>
                  <a:pt x="9154" y="27395"/>
                </a:cubicBezTo>
                <a:cubicBezTo>
                  <a:pt x="6530" y="28411"/>
                  <a:pt x="3479" y="28920"/>
                  <a:pt x="0" y="28920"/>
                </a:cubicBezTo>
                <a:lnTo>
                  <a:pt x="0" y="22962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legal">
            <a:extLst xmlns:a="http://schemas.openxmlformats.org/drawingml/2006/main">
              <a:ext uri="{FF2B5EF4-FFF2-40B4-BE49-F238E27FC236}">
                <a16:creationId xmlns:a16="http://schemas.microsoft.com/office/drawing/2014/main" id="{99259E1E-8505-4E9C-9251-E9BA7C68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136" y="4715403"/>
            <a:ext cx="228187" cy="79757"/>
          </a:xfrm>
          <a:custGeom xmlns:a="http://schemas.openxmlformats.org/drawingml/2006/main">
            <a:pathLst>
              <a:path w="228187" h="79757">
                <a:moveTo>
                  <a:pt x="14351" y="6219"/>
                </a:moveTo>
                <a:lnTo>
                  <a:pt x="1435" y="6219"/>
                </a:lnTo>
                <a:lnTo>
                  <a:pt x="1435" y="0"/>
                </a:lnTo>
                <a:lnTo>
                  <a:pt x="22005" y="0"/>
                </a:lnTo>
                <a:lnTo>
                  <a:pt x="22005" y="55186"/>
                </a:lnTo>
                <a:lnTo>
                  <a:pt x="35008" y="55186"/>
                </a:lnTo>
                <a:lnTo>
                  <a:pt x="35008" y="61492"/>
                </a:lnTo>
                <a:lnTo>
                  <a:pt x="0" y="61492"/>
                </a:lnTo>
                <a:lnTo>
                  <a:pt x="0" y="55186"/>
                </a:lnTo>
                <a:lnTo>
                  <a:pt x="14351" y="55186"/>
                </a:lnTo>
                <a:lnTo>
                  <a:pt x="14351" y="6219"/>
                </a:lnTo>
                <a:close/>
                <a:moveTo>
                  <a:pt x="85341" y="37356"/>
                </a:moveTo>
                <a:cubicBezTo>
                  <a:pt x="85341" y="38429"/>
                  <a:pt x="85327" y="39328"/>
                  <a:pt x="85298" y="40053"/>
                </a:cubicBezTo>
                <a:cubicBezTo>
                  <a:pt x="85269" y="40777"/>
                  <a:pt x="85225" y="41459"/>
                  <a:pt x="85167" y="42096"/>
                </a:cubicBezTo>
                <a:lnTo>
                  <a:pt x="54508" y="42096"/>
                </a:lnTo>
                <a:cubicBezTo>
                  <a:pt x="54508" y="46561"/>
                  <a:pt x="55755" y="49990"/>
                  <a:pt x="58248" y="52381"/>
                </a:cubicBezTo>
                <a:cubicBezTo>
                  <a:pt x="60741" y="54773"/>
                  <a:pt x="64336" y="55969"/>
                  <a:pt x="69033" y="55969"/>
                </a:cubicBezTo>
                <a:cubicBezTo>
                  <a:pt x="70309" y="55969"/>
                  <a:pt x="71584" y="55918"/>
                  <a:pt x="72860" y="55814"/>
                </a:cubicBezTo>
                <a:cubicBezTo>
                  <a:pt x="74136" y="55710"/>
                  <a:pt x="75368" y="55569"/>
                  <a:pt x="76557" y="55392"/>
                </a:cubicBezTo>
                <a:cubicBezTo>
                  <a:pt x="77745" y="55213"/>
                  <a:pt x="78883" y="55013"/>
                  <a:pt x="79970" y="54791"/>
                </a:cubicBezTo>
                <a:cubicBezTo>
                  <a:pt x="81058" y="54568"/>
                  <a:pt x="82065" y="54323"/>
                  <a:pt x="82993" y="54056"/>
                </a:cubicBezTo>
                <a:lnTo>
                  <a:pt x="82993" y="60274"/>
                </a:lnTo>
                <a:cubicBezTo>
                  <a:pt x="80934" y="60867"/>
                  <a:pt x="78608" y="61349"/>
                  <a:pt x="76013" y="61719"/>
                </a:cubicBezTo>
                <a:cubicBezTo>
                  <a:pt x="73418" y="62090"/>
                  <a:pt x="70729" y="62275"/>
                  <a:pt x="67946" y="62275"/>
                </a:cubicBezTo>
                <a:cubicBezTo>
                  <a:pt x="64206" y="62275"/>
                  <a:pt x="60988" y="61768"/>
                  <a:pt x="58292" y="60753"/>
                </a:cubicBezTo>
                <a:cubicBezTo>
                  <a:pt x="55595" y="59738"/>
                  <a:pt x="53385" y="58267"/>
                  <a:pt x="51660" y="56339"/>
                </a:cubicBezTo>
                <a:cubicBezTo>
                  <a:pt x="49935" y="54411"/>
                  <a:pt x="48659" y="52048"/>
                  <a:pt x="47833" y="49250"/>
                </a:cubicBezTo>
                <a:cubicBezTo>
                  <a:pt x="47006" y="46453"/>
                  <a:pt x="46593" y="43285"/>
                  <a:pt x="46593" y="39748"/>
                </a:cubicBezTo>
                <a:cubicBezTo>
                  <a:pt x="46593" y="36675"/>
                  <a:pt x="47035" y="33769"/>
                  <a:pt x="47920" y="31029"/>
                </a:cubicBezTo>
                <a:cubicBezTo>
                  <a:pt x="48804" y="28289"/>
                  <a:pt x="50094" y="25883"/>
                  <a:pt x="51790" y="23810"/>
                </a:cubicBezTo>
                <a:cubicBezTo>
                  <a:pt x="53486" y="21737"/>
                  <a:pt x="55566" y="20091"/>
                  <a:pt x="58031" y="18874"/>
                </a:cubicBezTo>
                <a:cubicBezTo>
                  <a:pt x="60495" y="17656"/>
                  <a:pt x="63293" y="17047"/>
                  <a:pt x="66424" y="17047"/>
                </a:cubicBezTo>
                <a:cubicBezTo>
                  <a:pt x="69468" y="17047"/>
                  <a:pt x="72164" y="17526"/>
                  <a:pt x="74513" y="18482"/>
                </a:cubicBezTo>
                <a:cubicBezTo>
                  <a:pt x="76861" y="19439"/>
                  <a:pt x="78840" y="20795"/>
                  <a:pt x="80449" y="22549"/>
                </a:cubicBezTo>
                <a:cubicBezTo>
                  <a:pt x="82058" y="24303"/>
                  <a:pt x="83275" y="26434"/>
                  <a:pt x="84102" y="28941"/>
                </a:cubicBezTo>
                <a:cubicBezTo>
                  <a:pt x="84928" y="31449"/>
                  <a:pt x="85341" y="34254"/>
                  <a:pt x="85341" y="37356"/>
                </a:cubicBezTo>
                <a:moveTo>
                  <a:pt x="77470" y="36269"/>
                </a:moveTo>
                <a:cubicBezTo>
                  <a:pt x="77557" y="34327"/>
                  <a:pt x="77368" y="32551"/>
                  <a:pt x="76904" y="30942"/>
                </a:cubicBezTo>
                <a:cubicBezTo>
                  <a:pt x="76441" y="29333"/>
                  <a:pt x="75723" y="27948"/>
                  <a:pt x="74752" y="26789"/>
                </a:cubicBezTo>
                <a:cubicBezTo>
                  <a:pt x="73781" y="25629"/>
                  <a:pt x="72570" y="24723"/>
                  <a:pt x="71121" y="24071"/>
                </a:cubicBezTo>
                <a:cubicBezTo>
                  <a:pt x="69671" y="23418"/>
                  <a:pt x="67989" y="23092"/>
                  <a:pt x="66076" y="23092"/>
                </a:cubicBezTo>
                <a:cubicBezTo>
                  <a:pt x="64423" y="23092"/>
                  <a:pt x="62916" y="23411"/>
                  <a:pt x="61553" y="24049"/>
                </a:cubicBezTo>
                <a:cubicBezTo>
                  <a:pt x="60191" y="24687"/>
                  <a:pt x="59016" y="25585"/>
                  <a:pt x="58031" y="26745"/>
                </a:cubicBezTo>
                <a:cubicBezTo>
                  <a:pt x="57045" y="27905"/>
                  <a:pt x="56248" y="29296"/>
                  <a:pt x="55639" y="30920"/>
                </a:cubicBezTo>
                <a:cubicBezTo>
                  <a:pt x="55030" y="32544"/>
                  <a:pt x="54653" y="34327"/>
                  <a:pt x="54508" y="36269"/>
                </a:cubicBezTo>
                <a:lnTo>
                  <a:pt x="77470" y="36269"/>
                </a:lnTo>
                <a:close/>
                <a:moveTo>
                  <a:pt x="128445" y="24005"/>
                </a:moveTo>
                <a:cubicBezTo>
                  <a:pt x="129256" y="25020"/>
                  <a:pt x="129887" y="26202"/>
                  <a:pt x="130336" y="27550"/>
                </a:cubicBezTo>
                <a:cubicBezTo>
                  <a:pt x="130786" y="28898"/>
                  <a:pt x="131010" y="30355"/>
                  <a:pt x="131010" y="31920"/>
                </a:cubicBezTo>
                <a:cubicBezTo>
                  <a:pt x="131010" y="34182"/>
                  <a:pt x="130597" y="36247"/>
                  <a:pt x="129771" y="38117"/>
                </a:cubicBezTo>
                <a:cubicBezTo>
                  <a:pt x="128945" y="39987"/>
                  <a:pt x="127778" y="41589"/>
                  <a:pt x="126270" y="42923"/>
                </a:cubicBezTo>
                <a:cubicBezTo>
                  <a:pt x="124763" y="44256"/>
                  <a:pt x="122958" y="45293"/>
                  <a:pt x="120856" y="46032"/>
                </a:cubicBezTo>
                <a:cubicBezTo>
                  <a:pt x="118754" y="46771"/>
                  <a:pt x="116442" y="47141"/>
                  <a:pt x="113920" y="47141"/>
                </a:cubicBezTo>
                <a:cubicBezTo>
                  <a:pt x="112093" y="47141"/>
                  <a:pt x="110383" y="46945"/>
                  <a:pt x="108788" y="46554"/>
                </a:cubicBezTo>
                <a:cubicBezTo>
                  <a:pt x="107193" y="46163"/>
                  <a:pt x="105932" y="45677"/>
                  <a:pt x="105005" y="45097"/>
                </a:cubicBezTo>
                <a:cubicBezTo>
                  <a:pt x="104454" y="45909"/>
                  <a:pt x="103990" y="46676"/>
                  <a:pt x="103613" y="47398"/>
                </a:cubicBezTo>
                <a:cubicBezTo>
                  <a:pt x="103236" y="48119"/>
                  <a:pt x="103048" y="48926"/>
                  <a:pt x="103048" y="49820"/>
                </a:cubicBezTo>
                <a:cubicBezTo>
                  <a:pt x="103048" y="50914"/>
                  <a:pt x="103577" y="51822"/>
                  <a:pt x="104635" y="52542"/>
                </a:cubicBezTo>
                <a:cubicBezTo>
                  <a:pt x="105693" y="53261"/>
                  <a:pt x="107092" y="53650"/>
                  <a:pt x="108831" y="53708"/>
                </a:cubicBezTo>
                <a:lnTo>
                  <a:pt x="120312" y="54143"/>
                </a:lnTo>
                <a:cubicBezTo>
                  <a:pt x="122487" y="54201"/>
                  <a:pt x="124494" y="54477"/>
                  <a:pt x="126335" y="54970"/>
                </a:cubicBezTo>
                <a:cubicBezTo>
                  <a:pt x="128176" y="55464"/>
                  <a:pt x="129757" y="56176"/>
                  <a:pt x="131076" y="57105"/>
                </a:cubicBezTo>
                <a:cubicBezTo>
                  <a:pt x="132395" y="58034"/>
                  <a:pt x="133424" y="59181"/>
                  <a:pt x="134163" y="60546"/>
                </a:cubicBezTo>
                <a:cubicBezTo>
                  <a:pt x="134903" y="61911"/>
                  <a:pt x="135272" y="63494"/>
                  <a:pt x="135272" y="65295"/>
                </a:cubicBezTo>
                <a:cubicBezTo>
                  <a:pt x="135272" y="67241"/>
                  <a:pt x="134852" y="69085"/>
                  <a:pt x="134011" y="70827"/>
                </a:cubicBezTo>
                <a:cubicBezTo>
                  <a:pt x="133170" y="72569"/>
                  <a:pt x="131873" y="74101"/>
                  <a:pt x="130119" y="75422"/>
                </a:cubicBezTo>
                <a:cubicBezTo>
                  <a:pt x="128365" y="76744"/>
                  <a:pt x="126140" y="77797"/>
                  <a:pt x="123443" y="78580"/>
                </a:cubicBezTo>
                <a:cubicBezTo>
                  <a:pt x="120747" y="79365"/>
                  <a:pt x="117544" y="79757"/>
                  <a:pt x="113833" y="79757"/>
                </a:cubicBezTo>
                <a:cubicBezTo>
                  <a:pt x="110296" y="79757"/>
                  <a:pt x="107288" y="79474"/>
                  <a:pt x="104809" y="78908"/>
                </a:cubicBezTo>
                <a:cubicBezTo>
                  <a:pt x="102330" y="78342"/>
                  <a:pt x="100293" y="77557"/>
                  <a:pt x="98699" y="76555"/>
                </a:cubicBezTo>
                <a:cubicBezTo>
                  <a:pt x="97104" y="75553"/>
                  <a:pt x="95945" y="74362"/>
                  <a:pt x="95220" y="72983"/>
                </a:cubicBezTo>
                <a:cubicBezTo>
                  <a:pt x="94495" y="71604"/>
                  <a:pt x="94133" y="70086"/>
                  <a:pt x="94133" y="68431"/>
                </a:cubicBezTo>
                <a:cubicBezTo>
                  <a:pt x="94133" y="66311"/>
                  <a:pt x="94625" y="64453"/>
                  <a:pt x="95611" y="62855"/>
                </a:cubicBezTo>
                <a:cubicBezTo>
                  <a:pt x="96597" y="61259"/>
                  <a:pt x="98119" y="59720"/>
                  <a:pt x="100177" y="58239"/>
                </a:cubicBezTo>
                <a:cubicBezTo>
                  <a:pt x="99424" y="57892"/>
                  <a:pt x="98771" y="57458"/>
                  <a:pt x="98220" y="56937"/>
                </a:cubicBezTo>
                <a:cubicBezTo>
                  <a:pt x="97670" y="56416"/>
                  <a:pt x="97220" y="55845"/>
                  <a:pt x="96872" y="55223"/>
                </a:cubicBezTo>
                <a:cubicBezTo>
                  <a:pt x="96524" y="54601"/>
                  <a:pt x="96263" y="53942"/>
                  <a:pt x="96089" y="53248"/>
                </a:cubicBezTo>
                <a:cubicBezTo>
                  <a:pt x="95916" y="52554"/>
                  <a:pt x="95829" y="51874"/>
                  <a:pt x="95829" y="51209"/>
                </a:cubicBezTo>
                <a:cubicBezTo>
                  <a:pt x="95829" y="49328"/>
                  <a:pt x="96271" y="47606"/>
                  <a:pt x="97155" y="46044"/>
                </a:cubicBezTo>
                <a:cubicBezTo>
                  <a:pt x="98039" y="44482"/>
                  <a:pt x="99090" y="43007"/>
                  <a:pt x="100308" y="41618"/>
                </a:cubicBezTo>
                <a:cubicBezTo>
                  <a:pt x="99757" y="40951"/>
                  <a:pt x="99271" y="40299"/>
                  <a:pt x="98851" y="39661"/>
                </a:cubicBezTo>
                <a:cubicBezTo>
                  <a:pt x="98431" y="39023"/>
                  <a:pt x="98068" y="38335"/>
                  <a:pt x="97764" y="37595"/>
                </a:cubicBezTo>
                <a:cubicBezTo>
                  <a:pt x="97459" y="36856"/>
                  <a:pt x="97227" y="36059"/>
                  <a:pt x="97068" y="35204"/>
                </a:cubicBezTo>
                <a:cubicBezTo>
                  <a:pt x="96909" y="34348"/>
                  <a:pt x="96829" y="33370"/>
                  <a:pt x="96829" y="32268"/>
                </a:cubicBezTo>
                <a:cubicBezTo>
                  <a:pt x="96829" y="30007"/>
                  <a:pt x="97242" y="27941"/>
                  <a:pt x="98068" y="26071"/>
                </a:cubicBezTo>
                <a:cubicBezTo>
                  <a:pt x="98894" y="24201"/>
                  <a:pt x="100054" y="22599"/>
                  <a:pt x="101547" y="21266"/>
                </a:cubicBezTo>
                <a:cubicBezTo>
                  <a:pt x="103040" y="19932"/>
                  <a:pt x="104838" y="18896"/>
                  <a:pt x="106940" y="18156"/>
                </a:cubicBezTo>
                <a:cubicBezTo>
                  <a:pt x="109042" y="17417"/>
                  <a:pt x="111368" y="17047"/>
                  <a:pt x="113920" y="17047"/>
                </a:cubicBezTo>
                <a:cubicBezTo>
                  <a:pt x="114992" y="17047"/>
                  <a:pt x="116022" y="17120"/>
                  <a:pt x="117007" y="17265"/>
                </a:cubicBezTo>
                <a:cubicBezTo>
                  <a:pt x="117993" y="17410"/>
                  <a:pt x="118863" y="17598"/>
                  <a:pt x="119617" y="17830"/>
                </a:cubicBezTo>
                <a:lnTo>
                  <a:pt x="135446" y="17830"/>
                </a:lnTo>
                <a:lnTo>
                  <a:pt x="135446" y="24005"/>
                </a:lnTo>
                <a:lnTo>
                  <a:pt x="128445" y="24005"/>
                </a:lnTo>
                <a:moveTo>
                  <a:pt x="102178" y="67779"/>
                </a:moveTo>
                <a:cubicBezTo>
                  <a:pt x="102178" y="69844"/>
                  <a:pt x="103251" y="71349"/>
                  <a:pt x="105396" y="72294"/>
                </a:cubicBezTo>
                <a:cubicBezTo>
                  <a:pt x="107541" y="73239"/>
                  <a:pt x="110528" y="73712"/>
                  <a:pt x="114354" y="73712"/>
                </a:cubicBezTo>
                <a:cubicBezTo>
                  <a:pt x="116761" y="73712"/>
                  <a:pt x="118783" y="73494"/>
                  <a:pt x="120421" y="73057"/>
                </a:cubicBezTo>
                <a:cubicBezTo>
                  <a:pt x="122059" y="72621"/>
                  <a:pt x="123378" y="72047"/>
                  <a:pt x="124378" y="71334"/>
                </a:cubicBezTo>
                <a:cubicBezTo>
                  <a:pt x="125379" y="70621"/>
                  <a:pt x="126096" y="69807"/>
                  <a:pt x="126531" y="68891"/>
                </a:cubicBezTo>
                <a:cubicBezTo>
                  <a:pt x="126966" y="67975"/>
                  <a:pt x="127183" y="67036"/>
                  <a:pt x="127183" y="66076"/>
                </a:cubicBezTo>
                <a:cubicBezTo>
                  <a:pt x="127183" y="64301"/>
                  <a:pt x="126459" y="62992"/>
                  <a:pt x="125009" y="62149"/>
                </a:cubicBezTo>
                <a:cubicBezTo>
                  <a:pt x="123559" y="61305"/>
                  <a:pt x="121342" y="60811"/>
                  <a:pt x="118355" y="60666"/>
                </a:cubicBezTo>
                <a:lnTo>
                  <a:pt x="106962" y="60274"/>
                </a:lnTo>
                <a:cubicBezTo>
                  <a:pt x="106005" y="60914"/>
                  <a:pt x="105215" y="61539"/>
                  <a:pt x="104591" y="62150"/>
                </a:cubicBezTo>
                <a:cubicBezTo>
                  <a:pt x="103968" y="62761"/>
                  <a:pt x="103482" y="63380"/>
                  <a:pt x="103135" y="64005"/>
                </a:cubicBezTo>
                <a:cubicBezTo>
                  <a:pt x="102787" y="64630"/>
                  <a:pt x="102540" y="65255"/>
                  <a:pt x="102395" y="65880"/>
                </a:cubicBezTo>
                <a:cubicBezTo>
                  <a:pt x="102250" y="66506"/>
                  <a:pt x="102178" y="67139"/>
                  <a:pt x="102178" y="67779"/>
                </a:cubicBezTo>
                <a:moveTo>
                  <a:pt x="104483" y="32094"/>
                </a:moveTo>
                <a:cubicBezTo>
                  <a:pt x="104483" y="33486"/>
                  <a:pt x="104715" y="34761"/>
                  <a:pt x="105178" y="35921"/>
                </a:cubicBezTo>
                <a:cubicBezTo>
                  <a:pt x="105642" y="37081"/>
                  <a:pt x="106295" y="38067"/>
                  <a:pt x="107135" y="38878"/>
                </a:cubicBezTo>
                <a:cubicBezTo>
                  <a:pt x="107976" y="39690"/>
                  <a:pt x="108969" y="40321"/>
                  <a:pt x="110114" y="40770"/>
                </a:cubicBezTo>
                <a:cubicBezTo>
                  <a:pt x="111260" y="41219"/>
                  <a:pt x="112528" y="41444"/>
                  <a:pt x="113920" y="41444"/>
                </a:cubicBezTo>
                <a:cubicBezTo>
                  <a:pt x="115427" y="41444"/>
                  <a:pt x="116768" y="41190"/>
                  <a:pt x="117942" y="40683"/>
                </a:cubicBezTo>
                <a:cubicBezTo>
                  <a:pt x="119116" y="40176"/>
                  <a:pt x="120102" y="39487"/>
                  <a:pt x="120899" y="38617"/>
                </a:cubicBezTo>
                <a:cubicBezTo>
                  <a:pt x="121697" y="37748"/>
                  <a:pt x="122306" y="36747"/>
                  <a:pt x="122726" y="35617"/>
                </a:cubicBezTo>
                <a:cubicBezTo>
                  <a:pt x="123146" y="34486"/>
                  <a:pt x="123357" y="33312"/>
                  <a:pt x="123357" y="32094"/>
                </a:cubicBezTo>
                <a:cubicBezTo>
                  <a:pt x="123357" y="30703"/>
                  <a:pt x="123125" y="29427"/>
                  <a:pt x="122661" y="28267"/>
                </a:cubicBezTo>
                <a:cubicBezTo>
                  <a:pt x="122197" y="27108"/>
                  <a:pt x="121545" y="26122"/>
                  <a:pt x="120704" y="25310"/>
                </a:cubicBezTo>
                <a:cubicBezTo>
                  <a:pt x="119863" y="24498"/>
                  <a:pt x="118870" y="23868"/>
                  <a:pt x="117725" y="23418"/>
                </a:cubicBezTo>
                <a:cubicBezTo>
                  <a:pt x="116580" y="22969"/>
                  <a:pt x="115311" y="22744"/>
                  <a:pt x="113920" y="22744"/>
                </a:cubicBezTo>
                <a:cubicBezTo>
                  <a:pt x="112412" y="22744"/>
                  <a:pt x="111071" y="23005"/>
                  <a:pt x="109897" y="23527"/>
                </a:cubicBezTo>
                <a:cubicBezTo>
                  <a:pt x="108723" y="24049"/>
                  <a:pt x="107737" y="24737"/>
                  <a:pt x="106940" y="25593"/>
                </a:cubicBezTo>
                <a:cubicBezTo>
                  <a:pt x="106142" y="26448"/>
                  <a:pt x="105534" y="27441"/>
                  <a:pt x="105113" y="28572"/>
                </a:cubicBezTo>
                <a:cubicBezTo>
                  <a:pt x="104693" y="29702"/>
                  <a:pt x="104483" y="30877"/>
                  <a:pt x="104483" y="32094"/>
                </a:cubicBezTo>
                <a:close/>
                <a:moveTo>
                  <a:pt x="171722" y="61492"/>
                </a:moveTo>
                <a:lnTo>
                  <a:pt x="171548" y="55609"/>
                </a:lnTo>
                <a:cubicBezTo>
                  <a:pt x="169171" y="57962"/>
                  <a:pt x="166757" y="59661"/>
                  <a:pt x="164307" y="60707"/>
                </a:cubicBezTo>
                <a:cubicBezTo>
                  <a:pt x="161857" y="61752"/>
                  <a:pt x="159284" y="62275"/>
                  <a:pt x="156588" y="62275"/>
                </a:cubicBezTo>
                <a:cubicBezTo>
                  <a:pt x="154095" y="62275"/>
                  <a:pt x="151964" y="61956"/>
                  <a:pt x="150195" y="61317"/>
                </a:cubicBezTo>
                <a:cubicBezTo>
                  <a:pt x="148427" y="60678"/>
                  <a:pt x="146970" y="59800"/>
                  <a:pt x="145825" y="58682"/>
                </a:cubicBezTo>
                <a:cubicBezTo>
                  <a:pt x="144679" y="57564"/>
                  <a:pt x="143839" y="56250"/>
                  <a:pt x="143302" y="54739"/>
                </a:cubicBezTo>
                <a:cubicBezTo>
                  <a:pt x="142766" y="53229"/>
                  <a:pt x="142498" y="51588"/>
                  <a:pt x="142498" y="49817"/>
                </a:cubicBezTo>
                <a:cubicBezTo>
                  <a:pt x="142498" y="45432"/>
                  <a:pt x="144129" y="41998"/>
                  <a:pt x="147390" y="39516"/>
                </a:cubicBezTo>
                <a:cubicBezTo>
                  <a:pt x="150652" y="37032"/>
                  <a:pt x="155472" y="35791"/>
                  <a:pt x="161850" y="35791"/>
                </a:cubicBezTo>
                <a:lnTo>
                  <a:pt x="170896" y="35791"/>
                </a:lnTo>
                <a:lnTo>
                  <a:pt x="170896" y="31977"/>
                </a:lnTo>
                <a:cubicBezTo>
                  <a:pt x="170896" y="29406"/>
                  <a:pt x="170069" y="27348"/>
                  <a:pt x="168417" y="25802"/>
                </a:cubicBezTo>
                <a:cubicBezTo>
                  <a:pt x="166764" y="24256"/>
                  <a:pt x="164242" y="23484"/>
                  <a:pt x="160850" y="23484"/>
                </a:cubicBezTo>
                <a:cubicBezTo>
                  <a:pt x="158385" y="23484"/>
                  <a:pt x="155957" y="23763"/>
                  <a:pt x="153566" y="24322"/>
                </a:cubicBezTo>
                <a:cubicBezTo>
                  <a:pt x="151174" y="24880"/>
                  <a:pt x="148702" y="25673"/>
                  <a:pt x="146151" y="26702"/>
                </a:cubicBezTo>
                <a:lnTo>
                  <a:pt x="146151" y="19874"/>
                </a:lnTo>
                <a:cubicBezTo>
                  <a:pt x="147108" y="19521"/>
                  <a:pt x="148173" y="19175"/>
                  <a:pt x="149347" y="18836"/>
                </a:cubicBezTo>
                <a:cubicBezTo>
                  <a:pt x="150521" y="18497"/>
                  <a:pt x="151761" y="18195"/>
                  <a:pt x="153065" y="17931"/>
                </a:cubicBezTo>
                <a:cubicBezTo>
                  <a:pt x="154370" y="17665"/>
                  <a:pt x="155733" y="17452"/>
                  <a:pt x="157153" y="17291"/>
                </a:cubicBezTo>
                <a:cubicBezTo>
                  <a:pt x="158574" y="17128"/>
                  <a:pt x="160009" y="17047"/>
                  <a:pt x="161459" y="17047"/>
                </a:cubicBezTo>
                <a:cubicBezTo>
                  <a:pt x="164097" y="17047"/>
                  <a:pt x="166474" y="17337"/>
                  <a:pt x="168591" y="17917"/>
                </a:cubicBezTo>
                <a:cubicBezTo>
                  <a:pt x="170707" y="18497"/>
                  <a:pt x="172497" y="19381"/>
                  <a:pt x="173961" y="20570"/>
                </a:cubicBezTo>
                <a:cubicBezTo>
                  <a:pt x="175426" y="21759"/>
                  <a:pt x="176549" y="23252"/>
                  <a:pt x="177332" y="25049"/>
                </a:cubicBezTo>
                <a:cubicBezTo>
                  <a:pt x="178115" y="26847"/>
                  <a:pt x="178506" y="28963"/>
                  <a:pt x="178506" y="31398"/>
                </a:cubicBezTo>
                <a:lnTo>
                  <a:pt x="178506" y="61492"/>
                </a:lnTo>
                <a:lnTo>
                  <a:pt x="171722" y="61492"/>
                </a:lnTo>
                <a:moveTo>
                  <a:pt x="170896" y="41575"/>
                </a:moveTo>
                <a:lnTo>
                  <a:pt x="161285" y="41575"/>
                </a:lnTo>
                <a:cubicBezTo>
                  <a:pt x="159400" y="41575"/>
                  <a:pt x="157777" y="41764"/>
                  <a:pt x="156414" y="42143"/>
                </a:cubicBezTo>
                <a:cubicBezTo>
                  <a:pt x="155051" y="42520"/>
                  <a:pt x="153935" y="43058"/>
                  <a:pt x="153065" y="43756"/>
                </a:cubicBezTo>
                <a:cubicBezTo>
                  <a:pt x="152196" y="44453"/>
                  <a:pt x="151551" y="45290"/>
                  <a:pt x="151130" y="46265"/>
                </a:cubicBezTo>
                <a:cubicBezTo>
                  <a:pt x="150710" y="47238"/>
                  <a:pt x="150500" y="48336"/>
                  <a:pt x="150500" y="49557"/>
                </a:cubicBezTo>
                <a:cubicBezTo>
                  <a:pt x="150500" y="50401"/>
                  <a:pt x="150630" y="51208"/>
                  <a:pt x="150891" y="51979"/>
                </a:cubicBezTo>
                <a:cubicBezTo>
                  <a:pt x="151152" y="52749"/>
                  <a:pt x="151572" y="53432"/>
                  <a:pt x="152152" y="54029"/>
                </a:cubicBezTo>
                <a:cubicBezTo>
                  <a:pt x="152732" y="54625"/>
                  <a:pt x="153486" y="55097"/>
                  <a:pt x="154414" y="55446"/>
                </a:cubicBezTo>
                <a:cubicBezTo>
                  <a:pt x="155341" y="55795"/>
                  <a:pt x="156472" y="55969"/>
                  <a:pt x="157806" y="55969"/>
                </a:cubicBezTo>
                <a:cubicBezTo>
                  <a:pt x="159545" y="55969"/>
                  <a:pt x="161538" y="55439"/>
                  <a:pt x="163785" y="54378"/>
                </a:cubicBezTo>
                <a:cubicBezTo>
                  <a:pt x="166032" y="53316"/>
                  <a:pt x="168402" y="51636"/>
                  <a:pt x="170896" y="49339"/>
                </a:cubicBezTo>
                <a:lnTo>
                  <a:pt x="170896" y="41575"/>
                </a:lnTo>
                <a:close/>
                <a:moveTo>
                  <a:pt x="207530" y="6219"/>
                </a:moveTo>
                <a:lnTo>
                  <a:pt x="194614" y="6219"/>
                </a:lnTo>
                <a:lnTo>
                  <a:pt x="194614" y="0"/>
                </a:lnTo>
                <a:lnTo>
                  <a:pt x="215184" y="0"/>
                </a:lnTo>
                <a:lnTo>
                  <a:pt x="215184" y="55186"/>
                </a:lnTo>
                <a:lnTo>
                  <a:pt x="228187" y="55186"/>
                </a:lnTo>
                <a:lnTo>
                  <a:pt x="228187" y="61492"/>
                </a:lnTo>
                <a:lnTo>
                  <a:pt x="193179" y="61492"/>
                </a:lnTo>
                <a:lnTo>
                  <a:pt x="193179" y="55186"/>
                </a:lnTo>
                <a:lnTo>
                  <a:pt x="207530" y="55186"/>
                </a:lnTo>
                <a:lnTo>
                  <a:pt x="207530" y="6219"/>
                </a:ln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in">
            <a:extLst xmlns:a="http://schemas.openxmlformats.org/drawingml/2006/main">
              <a:ext uri="{FF2B5EF4-FFF2-40B4-BE49-F238E27FC236}">
                <a16:creationId xmlns:a16="http://schemas.microsoft.com/office/drawing/2014/main" id="{61C0A061-DB81-4576-9525-E7A97A23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79" y="4714881"/>
            <a:ext cx="85752" cy="62797"/>
          </a:xfrm>
          <a:custGeom xmlns:a="http://schemas.openxmlformats.org/drawingml/2006/main">
            <a:pathLst>
              <a:path w="85752" h="62797">
                <a:moveTo>
                  <a:pt x="16308" y="6219"/>
                </a:moveTo>
                <a:cubicBezTo>
                  <a:pt x="16308" y="5320"/>
                  <a:pt x="16467" y="4494"/>
                  <a:pt x="16786" y="3740"/>
                </a:cubicBezTo>
                <a:cubicBezTo>
                  <a:pt x="17105" y="2986"/>
                  <a:pt x="17547" y="2334"/>
                  <a:pt x="18113" y="1783"/>
                </a:cubicBezTo>
                <a:cubicBezTo>
                  <a:pt x="18678" y="1232"/>
                  <a:pt x="19338" y="797"/>
                  <a:pt x="20092" y="478"/>
                </a:cubicBezTo>
                <a:cubicBezTo>
                  <a:pt x="20845" y="159"/>
                  <a:pt x="21657" y="0"/>
                  <a:pt x="22527" y="0"/>
                </a:cubicBezTo>
                <a:cubicBezTo>
                  <a:pt x="23368" y="0"/>
                  <a:pt x="24136" y="152"/>
                  <a:pt x="24832" y="457"/>
                </a:cubicBezTo>
                <a:cubicBezTo>
                  <a:pt x="25528" y="761"/>
                  <a:pt x="26129" y="1167"/>
                  <a:pt x="26636" y="1674"/>
                </a:cubicBezTo>
                <a:cubicBezTo>
                  <a:pt x="27144" y="2182"/>
                  <a:pt x="27535" y="2783"/>
                  <a:pt x="27811" y="3479"/>
                </a:cubicBezTo>
                <a:cubicBezTo>
                  <a:pt x="28086" y="4175"/>
                  <a:pt x="28224" y="4914"/>
                  <a:pt x="28224" y="5697"/>
                </a:cubicBezTo>
                <a:cubicBezTo>
                  <a:pt x="28224" y="6596"/>
                  <a:pt x="28064" y="7422"/>
                  <a:pt x="27745" y="8176"/>
                </a:cubicBezTo>
                <a:cubicBezTo>
                  <a:pt x="27426" y="8930"/>
                  <a:pt x="26984" y="9582"/>
                  <a:pt x="26419" y="10133"/>
                </a:cubicBezTo>
                <a:cubicBezTo>
                  <a:pt x="25854" y="10684"/>
                  <a:pt x="25194" y="11118"/>
                  <a:pt x="24440" y="11437"/>
                </a:cubicBezTo>
                <a:cubicBezTo>
                  <a:pt x="23687" y="11756"/>
                  <a:pt x="22875" y="11916"/>
                  <a:pt x="22005" y="11916"/>
                </a:cubicBezTo>
                <a:cubicBezTo>
                  <a:pt x="21164" y="11916"/>
                  <a:pt x="20389" y="11764"/>
                  <a:pt x="19678" y="11459"/>
                </a:cubicBezTo>
                <a:cubicBezTo>
                  <a:pt x="18968" y="11155"/>
                  <a:pt x="18366" y="10749"/>
                  <a:pt x="17874" y="10241"/>
                </a:cubicBezTo>
                <a:cubicBezTo>
                  <a:pt x="17381" y="9734"/>
                  <a:pt x="16997" y="9133"/>
                  <a:pt x="16721" y="8437"/>
                </a:cubicBezTo>
                <a:cubicBezTo>
                  <a:pt x="16446" y="7741"/>
                  <a:pt x="16308" y="7002"/>
                  <a:pt x="16308" y="6219"/>
                </a:cubicBezTo>
                <a:moveTo>
                  <a:pt x="34269" y="59274"/>
                </a:moveTo>
                <a:cubicBezTo>
                  <a:pt x="32268" y="60376"/>
                  <a:pt x="30159" y="61238"/>
                  <a:pt x="27941" y="61862"/>
                </a:cubicBezTo>
                <a:cubicBezTo>
                  <a:pt x="25723" y="62485"/>
                  <a:pt x="23353" y="62797"/>
                  <a:pt x="20831" y="62797"/>
                </a:cubicBezTo>
                <a:cubicBezTo>
                  <a:pt x="18772" y="62797"/>
                  <a:pt x="17047" y="62507"/>
                  <a:pt x="15656" y="61927"/>
                </a:cubicBezTo>
                <a:cubicBezTo>
                  <a:pt x="14264" y="61347"/>
                  <a:pt x="13199" y="60427"/>
                  <a:pt x="12459" y="59166"/>
                </a:cubicBezTo>
                <a:cubicBezTo>
                  <a:pt x="11720" y="57904"/>
                  <a:pt x="11307" y="56288"/>
                  <a:pt x="11220" y="54317"/>
                </a:cubicBezTo>
                <a:cubicBezTo>
                  <a:pt x="11133" y="52345"/>
                  <a:pt x="11365" y="49953"/>
                  <a:pt x="11916" y="47141"/>
                </a:cubicBezTo>
                <a:lnTo>
                  <a:pt x="14873" y="32529"/>
                </a:lnTo>
                <a:cubicBezTo>
                  <a:pt x="15221" y="30877"/>
                  <a:pt x="15388" y="29492"/>
                  <a:pt x="15373" y="28376"/>
                </a:cubicBezTo>
                <a:cubicBezTo>
                  <a:pt x="15359" y="27260"/>
                  <a:pt x="15206" y="26368"/>
                  <a:pt x="14916" y="25701"/>
                </a:cubicBezTo>
                <a:cubicBezTo>
                  <a:pt x="14626" y="25035"/>
                  <a:pt x="14199" y="24564"/>
                  <a:pt x="13634" y="24288"/>
                </a:cubicBezTo>
                <a:cubicBezTo>
                  <a:pt x="13068" y="24013"/>
                  <a:pt x="12409" y="23875"/>
                  <a:pt x="11655" y="23875"/>
                </a:cubicBezTo>
                <a:cubicBezTo>
                  <a:pt x="9683" y="23875"/>
                  <a:pt x="7741" y="24264"/>
                  <a:pt x="5827" y="25041"/>
                </a:cubicBezTo>
                <a:cubicBezTo>
                  <a:pt x="3914" y="25817"/>
                  <a:pt x="1971" y="26762"/>
                  <a:pt x="0" y="27876"/>
                </a:cubicBezTo>
                <a:lnTo>
                  <a:pt x="0" y="21179"/>
                </a:lnTo>
                <a:cubicBezTo>
                  <a:pt x="2000" y="20063"/>
                  <a:pt x="4110" y="19183"/>
                  <a:pt x="6328" y="18538"/>
                </a:cubicBezTo>
                <a:cubicBezTo>
                  <a:pt x="8545" y="17892"/>
                  <a:pt x="10916" y="17569"/>
                  <a:pt x="13438" y="17569"/>
                </a:cubicBezTo>
                <a:cubicBezTo>
                  <a:pt x="15496" y="17569"/>
                  <a:pt x="17221" y="17859"/>
                  <a:pt x="18613" y="18439"/>
                </a:cubicBezTo>
                <a:cubicBezTo>
                  <a:pt x="20005" y="19019"/>
                  <a:pt x="21070" y="19939"/>
                  <a:pt x="21809" y="21200"/>
                </a:cubicBezTo>
                <a:cubicBezTo>
                  <a:pt x="22549" y="22462"/>
                  <a:pt x="22962" y="24078"/>
                  <a:pt x="23049" y="26049"/>
                </a:cubicBezTo>
                <a:cubicBezTo>
                  <a:pt x="23136" y="28021"/>
                  <a:pt x="22904" y="30413"/>
                  <a:pt x="22353" y="33225"/>
                </a:cubicBezTo>
                <a:lnTo>
                  <a:pt x="19396" y="47837"/>
                </a:lnTo>
                <a:cubicBezTo>
                  <a:pt x="19077" y="49518"/>
                  <a:pt x="18917" y="50910"/>
                  <a:pt x="18917" y="52012"/>
                </a:cubicBezTo>
                <a:cubicBezTo>
                  <a:pt x="18917" y="53113"/>
                  <a:pt x="19070" y="53998"/>
                  <a:pt x="19374" y="54665"/>
                </a:cubicBezTo>
                <a:cubicBezTo>
                  <a:pt x="19678" y="55331"/>
                  <a:pt x="20106" y="55802"/>
                  <a:pt x="20657" y="56078"/>
                </a:cubicBezTo>
                <a:cubicBezTo>
                  <a:pt x="21208" y="56353"/>
                  <a:pt x="21860" y="56491"/>
                  <a:pt x="22614" y="56491"/>
                </a:cubicBezTo>
                <a:cubicBezTo>
                  <a:pt x="24585" y="56491"/>
                  <a:pt x="26528" y="56107"/>
                  <a:pt x="28441" y="55339"/>
                </a:cubicBezTo>
                <a:cubicBezTo>
                  <a:pt x="30355" y="54570"/>
                  <a:pt x="32297" y="53650"/>
                  <a:pt x="34269" y="52577"/>
                </a:cubicBezTo>
                <a:lnTo>
                  <a:pt x="34269" y="59274"/>
                </a:lnTo>
                <a:close/>
                <a:moveTo>
                  <a:pt x="48686" y="38400"/>
                </a:moveTo>
                <a:cubicBezTo>
                  <a:pt x="48802" y="37849"/>
                  <a:pt x="48925" y="37124"/>
                  <a:pt x="49055" y="36226"/>
                </a:cubicBezTo>
                <a:cubicBezTo>
                  <a:pt x="49186" y="35327"/>
                  <a:pt x="49338" y="34116"/>
                  <a:pt x="49512" y="32594"/>
                </a:cubicBezTo>
                <a:cubicBezTo>
                  <a:pt x="49686" y="31072"/>
                  <a:pt x="49903" y="29159"/>
                  <a:pt x="50164" y="26854"/>
                </a:cubicBezTo>
                <a:cubicBezTo>
                  <a:pt x="50425" y="24549"/>
                  <a:pt x="50730" y="21715"/>
                  <a:pt x="51078" y="18352"/>
                </a:cubicBezTo>
                <a:lnTo>
                  <a:pt x="58210" y="18352"/>
                </a:lnTo>
                <a:lnTo>
                  <a:pt x="57122" y="28441"/>
                </a:lnTo>
                <a:cubicBezTo>
                  <a:pt x="59152" y="24933"/>
                  <a:pt x="61580" y="22244"/>
                  <a:pt x="64407" y="20374"/>
                </a:cubicBezTo>
                <a:cubicBezTo>
                  <a:pt x="67233" y="18504"/>
                  <a:pt x="70299" y="17569"/>
                  <a:pt x="73604" y="17569"/>
                </a:cubicBezTo>
                <a:cubicBezTo>
                  <a:pt x="78214" y="17569"/>
                  <a:pt x="81483" y="18961"/>
                  <a:pt x="83411" y="21744"/>
                </a:cubicBezTo>
                <a:cubicBezTo>
                  <a:pt x="85339" y="24527"/>
                  <a:pt x="85752" y="28630"/>
                  <a:pt x="84650" y="34051"/>
                </a:cubicBezTo>
                <a:lnTo>
                  <a:pt x="79040" y="62014"/>
                </a:lnTo>
                <a:lnTo>
                  <a:pt x="71474" y="62014"/>
                </a:lnTo>
                <a:lnTo>
                  <a:pt x="77083" y="34138"/>
                </a:lnTo>
                <a:cubicBezTo>
                  <a:pt x="77808" y="30601"/>
                  <a:pt x="77758" y="28043"/>
                  <a:pt x="76931" y="26463"/>
                </a:cubicBezTo>
                <a:cubicBezTo>
                  <a:pt x="76105" y="24882"/>
                  <a:pt x="74532" y="24092"/>
                  <a:pt x="72213" y="24092"/>
                </a:cubicBezTo>
                <a:cubicBezTo>
                  <a:pt x="70357" y="24092"/>
                  <a:pt x="68509" y="24730"/>
                  <a:pt x="66668" y="26006"/>
                </a:cubicBezTo>
                <a:cubicBezTo>
                  <a:pt x="64827" y="27282"/>
                  <a:pt x="63109" y="28941"/>
                  <a:pt x="61515" y="30985"/>
                </a:cubicBezTo>
                <a:cubicBezTo>
                  <a:pt x="59920" y="33029"/>
                  <a:pt x="58536" y="35327"/>
                  <a:pt x="57362" y="37878"/>
                </a:cubicBezTo>
                <a:cubicBezTo>
                  <a:pt x="56187" y="40429"/>
                  <a:pt x="55339" y="42981"/>
                  <a:pt x="54818" y="45532"/>
                </a:cubicBezTo>
                <a:lnTo>
                  <a:pt x="51512" y="62014"/>
                </a:lnTo>
                <a:lnTo>
                  <a:pt x="43946" y="62014"/>
                </a:lnTo>
                <a:lnTo>
                  <a:pt x="48686" y="38400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enumerate">
            <a:extLst xmlns:a="http://schemas.openxmlformats.org/drawingml/2006/main">
              <a:ext uri="{FF2B5EF4-FFF2-40B4-BE49-F238E27FC236}">
                <a16:creationId xmlns:a16="http://schemas.microsoft.com/office/drawing/2014/main" id="{3B79655D-86BD-4690-BFF2-31271ED2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4" y="4825259"/>
            <a:ext cx="428932" cy="58448"/>
          </a:xfrm>
          <a:custGeom xmlns:a="http://schemas.openxmlformats.org/drawingml/2006/main">
            <a:pathLst>
              <a:path w="428932" h="58448">
                <a:moveTo>
                  <a:pt x="38748" y="33529"/>
                </a:moveTo>
                <a:cubicBezTo>
                  <a:pt x="38748" y="34602"/>
                  <a:pt x="38733" y="35501"/>
                  <a:pt x="38704" y="36226"/>
                </a:cubicBezTo>
                <a:cubicBezTo>
                  <a:pt x="38675" y="36950"/>
                  <a:pt x="38632" y="37632"/>
                  <a:pt x="38574" y="38270"/>
                </a:cubicBezTo>
                <a:lnTo>
                  <a:pt x="7915" y="38270"/>
                </a:lnTo>
                <a:cubicBezTo>
                  <a:pt x="7915" y="42734"/>
                  <a:pt x="9161" y="46163"/>
                  <a:pt x="11655" y="48554"/>
                </a:cubicBezTo>
                <a:cubicBezTo>
                  <a:pt x="14148" y="50946"/>
                  <a:pt x="17743" y="52142"/>
                  <a:pt x="22440" y="52142"/>
                </a:cubicBezTo>
                <a:cubicBezTo>
                  <a:pt x="23716" y="52142"/>
                  <a:pt x="24991" y="52091"/>
                  <a:pt x="26267" y="51987"/>
                </a:cubicBezTo>
                <a:cubicBezTo>
                  <a:pt x="27542" y="51883"/>
                  <a:pt x="28775" y="51742"/>
                  <a:pt x="29963" y="51565"/>
                </a:cubicBezTo>
                <a:cubicBezTo>
                  <a:pt x="31152" y="51386"/>
                  <a:pt x="32290" y="51186"/>
                  <a:pt x="33377" y="50964"/>
                </a:cubicBezTo>
                <a:cubicBezTo>
                  <a:pt x="34464" y="50741"/>
                  <a:pt x="35472" y="50496"/>
                  <a:pt x="36400" y="50229"/>
                </a:cubicBezTo>
                <a:lnTo>
                  <a:pt x="36400" y="56448"/>
                </a:lnTo>
                <a:cubicBezTo>
                  <a:pt x="34341" y="57040"/>
                  <a:pt x="32014" y="57522"/>
                  <a:pt x="29420" y="57892"/>
                </a:cubicBezTo>
                <a:cubicBezTo>
                  <a:pt x="26825" y="58263"/>
                  <a:pt x="24136" y="58448"/>
                  <a:pt x="21353" y="58448"/>
                </a:cubicBezTo>
                <a:cubicBezTo>
                  <a:pt x="17613" y="58448"/>
                  <a:pt x="14395" y="57941"/>
                  <a:pt x="11698" y="56926"/>
                </a:cubicBezTo>
                <a:cubicBezTo>
                  <a:pt x="9002" y="55911"/>
                  <a:pt x="6791" y="54440"/>
                  <a:pt x="5066" y="52512"/>
                </a:cubicBezTo>
                <a:cubicBezTo>
                  <a:pt x="3341" y="50584"/>
                  <a:pt x="2066" y="48221"/>
                  <a:pt x="1239" y="45423"/>
                </a:cubicBezTo>
                <a:cubicBezTo>
                  <a:pt x="413" y="42626"/>
                  <a:pt x="0" y="39458"/>
                  <a:pt x="0" y="35921"/>
                </a:cubicBezTo>
                <a:cubicBezTo>
                  <a:pt x="0" y="32848"/>
                  <a:pt x="442" y="29942"/>
                  <a:pt x="1326" y="27202"/>
                </a:cubicBezTo>
                <a:cubicBezTo>
                  <a:pt x="2211" y="24462"/>
                  <a:pt x="3501" y="22056"/>
                  <a:pt x="5197" y="19983"/>
                </a:cubicBezTo>
                <a:cubicBezTo>
                  <a:pt x="6893" y="17910"/>
                  <a:pt x="8973" y="16265"/>
                  <a:pt x="11437" y="15047"/>
                </a:cubicBezTo>
                <a:cubicBezTo>
                  <a:pt x="13902" y="13829"/>
                  <a:pt x="16699" y="13220"/>
                  <a:pt x="19831" y="13220"/>
                </a:cubicBezTo>
                <a:cubicBezTo>
                  <a:pt x="22875" y="13220"/>
                  <a:pt x="25571" y="13699"/>
                  <a:pt x="27919" y="14655"/>
                </a:cubicBezTo>
                <a:cubicBezTo>
                  <a:pt x="30268" y="15612"/>
                  <a:pt x="32246" y="16968"/>
                  <a:pt x="33855" y="18722"/>
                </a:cubicBezTo>
                <a:cubicBezTo>
                  <a:pt x="35465" y="20476"/>
                  <a:pt x="36682" y="22607"/>
                  <a:pt x="37508" y="25114"/>
                </a:cubicBezTo>
                <a:cubicBezTo>
                  <a:pt x="38335" y="27622"/>
                  <a:pt x="38748" y="30427"/>
                  <a:pt x="38748" y="33529"/>
                </a:cubicBezTo>
                <a:moveTo>
                  <a:pt x="30877" y="32442"/>
                </a:moveTo>
                <a:cubicBezTo>
                  <a:pt x="30964" y="30500"/>
                  <a:pt x="30775" y="28724"/>
                  <a:pt x="30311" y="27115"/>
                </a:cubicBezTo>
                <a:cubicBezTo>
                  <a:pt x="29847" y="25506"/>
                  <a:pt x="29130" y="24121"/>
                  <a:pt x="28159" y="22962"/>
                </a:cubicBezTo>
                <a:cubicBezTo>
                  <a:pt x="27187" y="21802"/>
                  <a:pt x="25977" y="20896"/>
                  <a:pt x="24527" y="20244"/>
                </a:cubicBezTo>
                <a:cubicBezTo>
                  <a:pt x="23078" y="19591"/>
                  <a:pt x="21396" y="19265"/>
                  <a:pt x="19483" y="19265"/>
                </a:cubicBezTo>
                <a:cubicBezTo>
                  <a:pt x="17830" y="19265"/>
                  <a:pt x="16323" y="19584"/>
                  <a:pt x="14960" y="20222"/>
                </a:cubicBezTo>
                <a:cubicBezTo>
                  <a:pt x="13597" y="20860"/>
                  <a:pt x="12423" y="21759"/>
                  <a:pt x="11437" y="22918"/>
                </a:cubicBezTo>
                <a:cubicBezTo>
                  <a:pt x="10452" y="24078"/>
                  <a:pt x="9654" y="25470"/>
                  <a:pt x="9046" y="27093"/>
                </a:cubicBezTo>
                <a:cubicBezTo>
                  <a:pt x="8437" y="28717"/>
                  <a:pt x="8060" y="30500"/>
                  <a:pt x="7915" y="32442"/>
                </a:cubicBezTo>
                <a:lnTo>
                  <a:pt x="30877" y="32442"/>
                </a:lnTo>
                <a:close/>
                <a:moveTo>
                  <a:pt x="50643" y="14003"/>
                </a:moveTo>
                <a:lnTo>
                  <a:pt x="57384" y="14003"/>
                </a:lnTo>
                <a:lnTo>
                  <a:pt x="57688" y="21048"/>
                </a:lnTo>
                <a:cubicBezTo>
                  <a:pt x="58964" y="19541"/>
                  <a:pt x="60196" y="18287"/>
                  <a:pt x="61385" y="17287"/>
                </a:cubicBezTo>
                <a:cubicBezTo>
                  <a:pt x="62573" y="16286"/>
                  <a:pt x="63740" y="15482"/>
                  <a:pt x="64885" y="14873"/>
                </a:cubicBezTo>
                <a:cubicBezTo>
                  <a:pt x="66031" y="14264"/>
                  <a:pt x="67197" y="13836"/>
                  <a:pt x="68386" y="13590"/>
                </a:cubicBezTo>
                <a:cubicBezTo>
                  <a:pt x="69575" y="13344"/>
                  <a:pt x="70807" y="13220"/>
                  <a:pt x="72083" y="13220"/>
                </a:cubicBezTo>
                <a:cubicBezTo>
                  <a:pt x="76576" y="13220"/>
                  <a:pt x="79976" y="14547"/>
                  <a:pt x="82281" y="17200"/>
                </a:cubicBezTo>
                <a:cubicBezTo>
                  <a:pt x="84585" y="19852"/>
                  <a:pt x="85738" y="23846"/>
                  <a:pt x="85738" y="29181"/>
                </a:cubicBezTo>
                <a:lnTo>
                  <a:pt x="85738" y="57665"/>
                </a:lnTo>
                <a:lnTo>
                  <a:pt x="78171" y="57665"/>
                </a:lnTo>
                <a:lnTo>
                  <a:pt x="78171" y="29789"/>
                </a:lnTo>
                <a:cubicBezTo>
                  <a:pt x="78171" y="26368"/>
                  <a:pt x="77533" y="23839"/>
                  <a:pt x="76257" y="22201"/>
                </a:cubicBezTo>
                <a:cubicBezTo>
                  <a:pt x="74982" y="20563"/>
                  <a:pt x="73083" y="19744"/>
                  <a:pt x="70561" y="19744"/>
                </a:cubicBezTo>
                <a:cubicBezTo>
                  <a:pt x="69633" y="19744"/>
                  <a:pt x="68727" y="19881"/>
                  <a:pt x="67843" y="20157"/>
                </a:cubicBezTo>
                <a:cubicBezTo>
                  <a:pt x="66958" y="20432"/>
                  <a:pt x="66038" y="20911"/>
                  <a:pt x="65081" y="21592"/>
                </a:cubicBezTo>
                <a:cubicBezTo>
                  <a:pt x="64124" y="22273"/>
                  <a:pt x="63088" y="23194"/>
                  <a:pt x="61972" y="24353"/>
                </a:cubicBezTo>
                <a:cubicBezTo>
                  <a:pt x="60855" y="25513"/>
                  <a:pt x="59602" y="26963"/>
                  <a:pt x="58210" y="28702"/>
                </a:cubicBezTo>
                <a:lnTo>
                  <a:pt x="58210" y="57665"/>
                </a:lnTo>
                <a:lnTo>
                  <a:pt x="50643" y="57665"/>
                </a:lnTo>
                <a:lnTo>
                  <a:pt x="50643" y="14003"/>
                </a:lnTo>
                <a:close/>
                <a:moveTo>
                  <a:pt x="134511" y="57665"/>
                </a:moveTo>
                <a:lnTo>
                  <a:pt x="127727" y="57665"/>
                </a:lnTo>
                <a:lnTo>
                  <a:pt x="127466" y="50620"/>
                </a:lnTo>
                <a:cubicBezTo>
                  <a:pt x="126161" y="52128"/>
                  <a:pt x="124922" y="53382"/>
                  <a:pt x="123748" y="54382"/>
                </a:cubicBezTo>
                <a:cubicBezTo>
                  <a:pt x="122573" y="55382"/>
                  <a:pt x="121406" y="56187"/>
                  <a:pt x="120247" y="56795"/>
                </a:cubicBezTo>
                <a:cubicBezTo>
                  <a:pt x="119087" y="57404"/>
                  <a:pt x="117920" y="57832"/>
                  <a:pt x="116746" y="58078"/>
                </a:cubicBezTo>
                <a:cubicBezTo>
                  <a:pt x="115572" y="58325"/>
                  <a:pt x="114332" y="58448"/>
                  <a:pt x="113028" y="58448"/>
                </a:cubicBezTo>
                <a:cubicBezTo>
                  <a:pt x="108534" y="58448"/>
                  <a:pt x="105142" y="57129"/>
                  <a:pt x="102851" y="54491"/>
                </a:cubicBezTo>
                <a:cubicBezTo>
                  <a:pt x="100561" y="51852"/>
                  <a:pt x="99416" y="47866"/>
                  <a:pt x="99416" y="42531"/>
                </a:cubicBezTo>
                <a:lnTo>
                  <a:pt x="99416" y="14003"/>
                </a:lnTo>
                <a:lnTo>
                  <a:pt x="106983" y="14003"/>
                </a:lnTo>
                <a:lnTo>
                  <a:pt x="106983" y="41923"/>
                </a:lnTo>
                <a:cubicBezTo>
                  <a:pt x="106983" y="48620"/>
                  <a:pt x="109505" y="51968"/>
                  <a:pt x="114550" y="51968"/>
                </a:cubicBezTo>
                <a:cubicBezTo>
                  <a:pt x="115478" y="51968"/>
                  <a:pt x="116384" y="51831"/>
                  <a:pt x="117268" y="51555"/>
                </a:cubicBezTo>
                <a:cubicBezTo>
                  <a:pt x="118152" y="51280"/>
                  <a:pt x="119080" y="50801"/>
                  <a:pt x="120051" y="50120"/>
                </a:cubicBezTo>
                <a:cubicBezTo>
                  <a:pt x="121022" y="49439"/>
                  <a:pt x="122066" y="48518"/>
                  <a:pt x="123182" y="47359"/>
                </a:cubicBezTo>
                <a:cubicBezTo>
                  <a:pt x="124298" y="46199"/>
                  <a:pt x="125552" y="44735"/>
                  <a:pt x="126944" y="42966"/>
                </a:cubicBezTo>
                <a:lnTo>
                  <a:pt x="126944" y="14003"/>
                </a:lnTo>
                <a:lnTo>
                  <a:pt x="134511" y="14003"/>
                </a:lnTo>
                <a:lnTo>
                  <a:pt x="134511" y="57665"/>
                </a:lnTo>
                <a:close/>
                <a:moveTo>
                  <a:pt x="179326" y="57665"/>
                </a:moveTo>
                <a:lnTo>
                  <a:pt x="179326" y="26310"/>
                </a:lnTo>
                <a:cubicBezTo>
                  <a:pt x="179326" y="24948"/>
                  <a:pt x="179276" y="23831"/>
                  <a:pt x="179174" y="22962"/>
                </a:cubicBezTo>
                <a:cubicBezTo>
                  <a:pt x="179073" y="22092"/>
                  <a:pt x="178913" y="21403"/>
                  <a:pt x="178696" y="20896"/>
                </a:cubicBezTo>
                <a:cubicBezTo>
                  <a:pt x="178478" y="20389"/>
                  <a:pt x="178203" y="20034"/>
                  <a:pt x="177869" y="19831"/>
                </a:cubicBezTo>
                <a:cubicBezTo>
                  <a:pt x="177536" y="19628"/>
                  <a:pt x="177123" y="19526"/>
                  <a:pt x="176630" y="19526"/>
                </a:cubicBezTo>
                <a:cubicBezTo>
                  <a:pt x="176050" y="19526"/>
                  <a:pt x="175514" y="19700"/>
                  <a:pt x="175021" y="20048"/>
                </a:cubicBezTo>
                <a:cubicBezTo>
                  <a:pt x="174528" y="20396"/>
                  <a:pt x="173999" y="20961"/>
                  <a:pt x="173434" y="21744"/>
                </a:cubicBezTo>
                <a:cubicBezTo>
                  <a:pt x="172868" y="22527"/>
                  <a:pt x="172245" y="23563"/>
                  <a:pt x="171564" y="24853"/>
                </a:cubicBezTo>
                <a:cubicBezTo>
                  <a:pt x="170882" y="26144"/>
                  <a:pt x="170078" y="27731"/>
                  <a:pt x="169150" y="29615"/>
                </a:cubicBezTo>
                <a:lnTo>
                  <a:pt x="169150" y="57665"/>
                </a:lnTo>
                <a:lnTo>
                  <a:pt x="162235" y="57665"/>
                </a:lnTo>
                <a:lnTo>
                  <a:pt x="162235" y="27137"/>
                </a:lnTo>
                <a:cubicBezTo>
                  <a:pt x="162235" y="25542"/>
                  <a:pt x="162185" y="24252"/>
                  <a:pt x="162083" y="23266"/>
                </a:cubicBezTo>
                <a:cubicBezTo>
                  <a:pt x="161982" y="22280"/>
                  <a:pt x="161822" y="21512"/>
                  <a:pt x="161605" y="20961"/>
                </a:cubicBezTo>
                <a:cubicBezTo>
                  <a:pt x="161387" y="20410"/>
                  <a:pt x="161105" y="20034"/>
                  <a:pt x="160757" y="19831"/>
                </a:cubicBezTo>
                <a:cubicBezTo>
                  <a:pt x="160409" y="19628"/>
                  <a:pt x="159989" y="19526"/>
                  <a:pt x="159496" y="19526"/>
                </a:cubicBezTo>
                <a:cubicBezTo>
                  <a:pt x="158974" y="19526"/>
                  <a:pt x="158481" y="19671"/>
                  <a:pt x="158017" y="19961"/>
                </a:cubicBezTo>
                <a:cubicBezTo>
                  <a:pt x="157553" y="20251"/>
                  <a:pt x="157039" y="20773"/>
                  <a:pt x="156473" y="21527"/>
                </a:cubicBezTo>
                <a:cubicBezTo>
                  <a:pt x="155908" y="22280"/>
                  <a:pt x="155277" y="23310"/>
                  <a:pt x="154582" y="24614"/>
                </a:cubicBezTo>
                <a:cubicBezTo>
                  <a:pt x="153886" y="25919"/>
                  <a:pt x="153059" y="27586"/>
                  <a:pt x="152103" y="29615"/>
                </a:cubicBezTo>
                <a:lnTo>
                  <a:pt x="152103" y="57665"/>
                </a:lnTo>
                <a:lnTo>
                  <a:pt x="145145" y="57665"/>
                </a:lnTo>
                <a:lnTo>
                  <a:pt x="145145" y="14003"/>
                </a:lnTo>
                <a:lnTo>
                  <a:pt x="150929" y="14003"/>
                </a:lnTo>
                <a:lnTo>
                  <a:pt x="151276" y="22309"/>
                </a:lnTo>
                <a:cubicBezTo>
                  <a:pt x="152030" y="20657"/>
                  <a:pt x="152762" y="19251"/>
                  <a:pt x="153473" y="18091"/>
                </a:cubicBezTo>
                <a:cubicBezTo>
                  <a:pt x="154183" y="16931"/>
                  <a:pt x="154915" y="15996"/>
                  <a:pt x="155669" y="15286"/>
                </a:cubicBezTo>
                <a:cubicBezTo>
                  <a:pt x="156423" y="14576"/>
                  <a:pt x="157227" y="14054"/>
                  <a:pt x="158082" y="13720"/>
                </a:cubicBezTo>
                <a:cubicBezTo>
                  <a:pt x="158938" y="13387"/>
                  <a:pt x="159887" y="13220"/>
                  <a:pt x="160931" y="13220"/>
                </a:cubicBezTo>
                <a:cubicBezTo>
                  <a:pt x="163279" y="13220"/>
                  <a:pt x="165062" y="13989"/>
                  <a:pt x="166280" y="15525"/>
                </a:cubicBezTo>
                <a:cubicBezTo>
                  <a:pt x="167498" y="17062"/>
                  <a:pt x="168106" y="19439"/>
                  <a:pt x="168106" y="22657"/>
                </a:cubicBezTo>
                <a:cubicBezTo>
                  <a:pt x="168802" y="21150"/>
                  <a:pt x="169483" y="19809"/>
                  <a:pt x="170150" y="18635"/>
                </a:cubicBezTo>
                <a:cubicBezTo>
                  <a:pt x="170817" y="17460"/>
                  <a:pt x="171535" y="16475"/>
                  <a:pt x="172303" y="15677"/>
                </a:cubicBezTo>
                <a:cubicBezTo>
                  <a:pt x="173071" y="14880"/>
                  <a:pt x="173919" y="14271"/>
                  <a:pt x="174847" y="13851"/>
                </a:cubicBezTo>
                <a:cubicBezTo>
                  <a:pt x="175775" y="13431"/>
                  <a:pt x="176847" y="13220"/>
                  <a:pt x="178065" y="13220"/>
                </a:cubicBezTo>
                <a:cubicBezTo>
                  <a:pt x="183545" y="13220"/>
                  <a:pt x="186284" y="17439"/>
                  <a:pt x="186284" y="25875"/>
                </a:cubicBezTo>
                <a:lnTo>
                  <a:pt x="186284" y="57665"/>
                </a:lnTo>
                <a:lnTo>
                  <a:pt x="179326" y="57665"/>
                </a:lnTo>
                <a:close/>
                <a:moveTo>
                  <a:pt x="233840" y="33529"/>
                </a:moveTo>
                <a:cubicBezTo>
                  <a:pt x="233840" y="34602"/>
                  <a:pt x="233825" y="35501"/>
                  <a:pt x="233796" y="36226"/>
                </a:cubicBezTo>
                <a:cubicBezTo>
                  <a:pt x="233767" y="36950"/>
                  <a:pt x="233724" y="37632"/>
                  <a:pt x="233666" y="38270"/>
                </a:cubicBezTo>
                <a:lnTo>
                  <a:pt x="203007" y="38270"/>
                </a:lnTo>
                <a:cubicBezTo>
                  <a:pt x="203007" y="42734"/>
                  <a:pt x="204253" y="46163"/>
                  <a:pt x="206747" y="48554"/>
                </a:cubicBezTo>
                <a:cubicBezTo>
                  <a:pt x="209240" y="50946"/>
                  <a:pt x="212835" y="52142"/>
                  <a:pt x="217532" y="52142"/>
                </a:cubicBezTo>
                <a:cubicBezTo>
                  <a:pt x="218807" y="52142"/>
                  <a:pt x="220083" y="52091"/>
                  <a:pt x="221359" y="51987"/>
                </a:cubicBezTo>
                <a:cubicBezTo>
                  <a:pt x="222634" y="51883"/>
                  <a:pt x="223866" y="51742"/>
                  <a:pt x="225055" y="51565"/>
                </a:cubicBezTo>
                <a:cubicBezTo>
                  <a:pt x="226244" y="51386"/>
                  <a:pt x="227382" y="51186"/>
                  <a:pt x="228469" y="50964"/>
                </a:cubicBezTo>
                <a:cubicBezTo>
                  <a:pt x="229556" y="50741"/>
                  <a:pt x="230564" y="50496"/>
                  <a:pt x="231491" y="50229"/>
                </a:cubicBezTo>
                <a:lnTo>
                  <a:pt x="231491" y="56448"/>
                </a:lnTo>
                <a:cubicBezTo>
                  <a:pt x="229433" y="57040"/>
                  <a:pt x="227106" y="57522"/>
                  <a:pt x="224511" y="57892"/>
                </a:cubicBezTo>
                <a:cubicBezTo>
                  <a:pt x="221917" y="58263"/>
                  <a:pt x="219228" y="58448"/>
                  <a:pt x="216444" y="58448"/>
                </a:cubicBezTo>
                <a:cubicBezTo>
                  <a:pt x="212704" y="58448"/>
                  <a:pt x="209486" y="57941"/>
                  <a:pt x="206790" y="56926"/>
                </a:cubicBezTo>
                <a:cubicBezTo>
                  <a:pt x="204094" y="55911"/>
                  <a:pt x="201883" y="54440"/>
                  <a:pt x="200158" y="52512"/>
                </a:cubicBezTo>
                <a:cubicBezTo>
                  <a:pt x="198433" y="50584"/>
                  <a:pt x="197157" y="48221"/>
                  <a:pt x="196331" y="45423"/>
                </a:cubicBezTo>
                <a:cubicBezTo>
                  <a:pt x="195505" y="42626"/>
                  <a:pt x="195092" y="39458"/>
                  <a:pt x="195092" y="35921"/>
                </a:cubicBezTo>
                <a:cubicBezTo>
                  <a:pt x="195092" y="32848"/>
                  <a:pt x="195534" y="29942"/>
                  <a:pt x="196418" y="27202"/>
                </a:cubicBezTo>
                <a:cubicBezTo>
                  <a:pt x="197302" y="24462"/>
                  <a:pt x="198593" y="22056"/>
                  <a:pt x="200289" y="19983"/>
                </a:cubicBezTo>
                <a:cubicBezTo>
                  <a:pt x="201985" y="17910"/>
                  <a:pt x="204065" y="16265"/>
                  <a:pt x="206529" y="15047"/>
                </a:cubicBezTo>
                <a:cubicBezTo>
                  <a:pt x="208993" y="13829"/>
                  <a:pt x="211791" y="13220"/>
                  <a:pt x="214922" y="13220"/>
                </a:cubicBezTo>
                <a:cubicBezTo>
                  <a:pt x="217967" y="13220"/>
                  <a:pt x="220663" y="13699"/>
                  <a:pt x="223011" y="14655"/>
                </a:cubicBezTo>
                <a:cubicBezTo>
                  <a:pt x="225359" y="15612"/>
                  <a:pt x="227338" y="16968"/>
                  <a:pt x="228947" y="18722"/>
                </a:cubicBezTo>
                <a:cubicBezTo>
                  <a:pt x="230556" y="20476"/>
                  <a:pt x="231774" y="22607"/>
                  <a:pt x="232600" y="25114"/>
                </a:cubicBezTo>
                <a:cubicBezTo>
                  <a:pt x="233427" y="27622"/>
                  <a:pt x="233840" y="30427"/>
                  <a:pt x="233840" y="33529"/>
                </a:cubicBezTo>
                <a:moveTo>
                  <a:pt x="225968" y="32442"/>
                </a:moveTo>
                <a:cubicBezTo>
                  <a:pt x="226055" y="30500"/>
                  <a:pt x="225867" y="28724"/>
                  <a:pt x="225403" y="27115"/>
                </a:cubicBezTo>
                <a:cubicBezTo>
                  <a:pt x="224939" y="25506"/>
                  <a:pt x="224222" y="24121"/>
                  <a:pt x="223250" y="22962"/>
                </a:cubicBezTo>
                <a:cubicBezTo>
                  <a:pt x="222279" y="21802"/>
                  <a:pt x="221069" y="20896"/>
                  <a:pt x="219619" y="20244"/>
                </a:cubicBezTo>
                <a:cubicBezTo>
                  <a:pt x="218169" y="19591"/>
                  <a:pt x="216488" y="19265"/>
                  <a:pt x="214574" y="19265"/>
                </a:cubicBezTo>
                <a:cubicBezTo>
                  <a:pt x="212922" y="19265"/>
                  <a:pt x="211414" y="19584"/>
                  <a:pt x="210052" y="20222"/>
                </a:cubicBezTo>
                <a:cubicBezTo>
                  <a:pt x="208689" y="20860"/>
                  <a:pt x="207515" y="21759"/>
                  <a:pt x="206529" y="22918"/>
                </a:cubicBezTo>
                <a:cubicBezTo>
                  <a:pt x="205543" y="24078"/>
                  <a:pt x="204746" y="25470"/>
                  <a:pt x="204137" y="27093"/>
                </a:cubicBezTo>
                <a:cubicBezTo>
                  <a:pt x="203528" y="28717"/>
                  <a:pt x="203152" y="30500"/>
                  <a:pt x="203007" y="32442"/>
                </a:cubicBezTo>
                <a:lnTo>
                  <a:pt x="225968" y="32442"/>
                </a:lnTo>
                <a:close/>
                <a:moveTo>
                  <a:pt x="247518" y="14003"/>
                </a:moveTo>
                <a:lnTo>
                  <a:pt x="254432" y="14003"/>
                </a:lnTo>
                <a:lnTo>
                  <a:pt x="254650" y="22028"/>
                </a:lnTo>
                <a:cubicBezTo>
                  <a:pt x="257230" y="18933"/>
                  <a:pt x="259774" y="16692"/>
                  <a:pt x="262282" y="15304"/>
                </a:cubicBezTo>
                <a:cubicBezTo>
                  <a:pt x="264790" y="13915"/>
                  <a:pt x="267319" y="13220"/>
                  <a:pt x="269871" y="13220"/>
                </a:cubicBezTo>
                <a:cubicBezTo>
                  <a:pt x="274393" y="13220"/>
                  <a:pt x="277822" y="14681"/>
                  <a:pt x="280156" y="17602"/>
                </a:cubicBezTo>
                <a:cubicBezTo>
                  <a:pt x="282489" y="20523"/>
                  <a:pt x="283569" y="24861"/>
                  <a:pt x="283395" y="30616"/>
                </a:cubicBezTo>
                <a:lnTo>
                  <a:pt x="275742" y="30616"/>
                </a:lnTo>
                <a:cubicBezTo>
                  <a:pt x="275828" y="26804"/>
                  <a:pt x="275270" y="24039"/>
                  <a:pt x="274067" y="22322"/>
                </a:cubicBezTo>
                <a:cubicBezTo>
                  <a:pt x="272864" y="20603"/>
                  <a:pt x="271103" y="19744"/>
                  <a:pt x="268783" y="19744"/>
                </a:cubicBezTo>
                <a:cubicBezTo>
                  <a:pt x="267769" y="19744"/>
                  <a:pt x="266747" y="19924"/>
                  <a:pt x="265718" y="20286"/>
                </a:cubicBezTo>
                <a:cubicBezTo>
                  <a:pt x="264688" y="20646"/>
                  <a:pt x="263630" y="21224"/>
                  <a:pt x="262543" y="22017"/>
                </a:cubicBezTo>
                <a:cubicBezTo>
                  <a:pt x="261456" y="22811"/>
                  <a:pt x="260303" y="23829"/>
                  <a:pt x="259086" y="25071"/>
                </a:cubicBezTo>
                <a:cubicBezTo>
                  <a:pt x="257868" y="26312"/>
                  <a:pt x="256563" y="27813"/>
                  <a:pt x="255172" y="29575"/>
                </a:cubicBezTo>
                <a:lnTo>
                  <a:pt x="255172" y="57665"/>
                </a:lnTo>
                <a:lnTo>
                  <a:pt x="247518" y="57665"/>
                </a:lnTo>
                <a:lnTo>
                  <a:pt x="247518" y="14003"/>
                </a:lnTo>
                <a:close/>
                <a:moveTo>
                  <a:pt x="322558" y="57665"/>
                </a:moveTo>
                <a:lnTo>
                  <a:pt x="322384" y="51782"/>
                </a:lnTo>
                <a:cubicBezTo>
                  <a:pt x="320006" y="54135"/>
                  <a:pt x="317593" y="55834"/>
                  <a:pt x="315143" y="56880"/>
                </a:cubicBezTo>
                <a:cubicBezTo>
                  <a:pt x="312693" y="57925"/>
                  <a:pt x="310120" y="58448"/>
                  <a:pt x="307424" y="58448"/>
                </a:cubicBezTo>
                <a:cubicBezTo>
                  <a:pt x="304930" y="58448"/>
                  <a:pt x="302799" y="58129"/>
                  <a:pt x="301031" y="57490"/>
                </a:cubicBezTo>
                <a:cubicBezTo>
                  <a:pt x="299262" y="56851"/>
                  <a:pt x="297806" y="55973"/>
                  <a:pt x="296660" y="54855"/>
                </a:cubicBezTo>
                <a:cubicBezTo>
                  <a:pt x="295515" y="53737"/>
                  <a:pt x="294674" y="52423"/>
                  <a:pt x="294138" y="50912"/>
                </a:cubicBezTo>
                <a:cubicBezTo>
                  <a:pt x="293602" y="49402"/>
                  <a:pt x="293334" y="47761"/>
                  <a:pt x="293334" y="45990"/>
                </a:cubicBezTo>
                <a:cubicBezTo>
                  <a:pt x="293334" y="41605"/>
                  <a:pt x="294964" y="38171"/>
                  <a:pt x="298226" y="35689"/>
                </a:cubicBezTo>
                <a:cubicBezTo>
                  <a:pt x="301488" y="33205"/>
                  <a:pt x="306307" y="31964"/>
                  <a:pt x="312686" y="31964"/>
                </a:cubicBezTo>
                <a:lnTo>
                  <a:pt x="321731" y="31964"/>
                </a:lnTo>
                <a:lnTo>
                  <a:pt x="321731" y="28150"/>
                </a:lnTo>
                <a:cubicBezTo>
                  <a:pt x="321731" y="25579"/>
                  <a:pt x="320905" y="23521"/>
                  <a:pt x="319252" y="21975"/>
                </a:cubicBezTo>
                <a:cubicBezTo>
                  <a:pt x="317600" y="20429"/>
                  <a:pt x="315078" y="19657"/>
                  <a:pt x="311686" y="19657"/>
                </a:cubicBezTo>
                <a:cubicBezTo>
                  <a:pt x="309221" y="19657"/>
                  <a:pt x="306793" y="19936"/>
                  <a:pt x="304401" y="20495"/>
                </a:cubicBezTo>
                <a:cubicBezTo>
                  <a:pt x="302009" y="21053"/>
                  <a:pt x="299538" y="21846"/>
                  <a:pt x="296987" y="22875"/>
                </a:cubicBezTo>
                <a:lnTo>
                  <a:pt x="296987" y="16047"/>
                </a:lnTo>
                <a:cubicBezTo>
                  <a:pt x="297943" y="15694"/>
                  <a:pt x="299009" y="15348"/>
                  <a:pt x="300183" y="15009"/>
                </a:cubicBezTo>
                <a:cubicBezTo>
                  <a:pt x="301357" y="14670"/>
                  <a:pt x="302596" y="14368"/>
                  <a:pt x="303901" y="14104"/>
                </a:cubicBezTo>
                <a:cubicBezTo>
                  <a:pt x="305206" y="13838"/>
                  <a:pt x="306568" y="13625"/>
                  <a:pt x="307989" y="13464"/>
                </a:cubicBezTo>
                <a:cubicBezTo>
                  <a:pt x="309410" y="13301"/>
                  <a:pt x="310845" y="13220"/>
                  <a:pt x="312294" y="13220"/>
                </a:cubicBezTo>
                <a:cubicBezTo>
                  <a:pt x="314933" y="13220"/>
                  <a:pt x="317310" y="13510"/>
                  <a:pt x="319426" y="14090"/>
                </a:cubicBezTo>
                <a:cubicBezTo>
                  <a:pt x="321543" y="14670"/>
                  <a:pt x="323333" y="15554"/>
                  <a:pt x="324797" y="16743"/>
                </a:cubicBezTo>
                <a:cubicBezTo>
                  <a:pt x="326261" y="17932"/>
                  <a:pt x="327385" y="19425"/>
                  <a:pt x="328167" y="21222"/>
                </a:cubicBezTo>
                <a:cubicBezTo>
                  <a:pt x="328950" y="23020"/>
                  <a:pt x="329342" y="25136"/>
                  <a:pt x="329342" y="27571"/>
                </a:cubicBezTo>
                <a:lnTo>
                  <a:pt x="329342" y="57665"/>
                </a:lnTo>
                <a:lnTo>
                  <a:pt x="322558" y="57665"/>
                </a:lnTo>
                <a:moveTo>
                  <a:pt x="321731" y="37748"/>
                </a:moveTo>
                <a:lnTo>
                  <a:pt x="312120" y="37748"/>
                </a:lnTo>
                <a:cubicBezTo>
                  <a:pt x="310236" y="37748"/>
                  <a:pt x="308612" y="37937"/>
                  <a:pt x="307250" y="38316"/>
                </a:cubicBezTo>
                <a:cubicBezTo>
                  <a:pt x="305887" y="38694"/>
                  <a:pt x="304771" y="39231"/>
                  <a:pt x="303901" y="39929"/>
                </a:cubicBezTo>
                <a:cubicBezTo>
                  <a:pt x="303031" y="40626"/>
                  <a:pt x="302386" y="41463"/>
                  <a:pt x="301966" y="42438"/>
                </a:cubicBezTo>
                <a:cubicBezTo>
                  <a:pt x="301546" y="43412"/>
                  <a:pt x="301335" y="44509"/>
                  <a:pt x="301335" y="45730"/>
                </a:cubicBezTo>
                <a:cubicBezTo>
                  <a:pt x="301335" y="46574"/>
                  <a:pt x="301466" y="47381"/>
                  <a:pt x="301727" y="48152"/>
                </a:cubicBezTo>
                <a:cubicBezTo>
                  <a:pt x="301988" y="48922"/>
                  <a:pt x="302408" y="49605"/>
                  <a:pt x="302988" y="50202"/>
                </a:cubicBezTo>
                <a:cubicBezTo>
                  <a:pt x="303568" y="50798"/>
                  <a:pt x="304322" y="51270"/>
                  <a:pt x="305249" y="51619"/>
                </a:cubicBezTo>
                <a:cubicBezTo>
                  <a:pt x="306177" y="51968"/>
                  <a:pt x="307308" y="52142"/>
                  <a:pt x="308641" y="52142"/>
                </a:cubicBezTo>
                <a:cubicBezTo>
                  <a:pt x="310381" y="52142"/>
                  <a:pt x="312374" y="51612"/>
                  <a:pt x="314621" y="50551"/>
                </a:cubicBezTo>
                <a:cubicBezTo>
                  <a:pt x="316868" y="49489"/>
                  <a:pt x="319238" y="47809"/>
                  <a:pt x="321731" y="45512"/>
                </a:cubicBezTo>
                <a:lnTo>
                  <a:pt x="321731" y="37748"/>
                </a:lnTo>
                <a:close/>
                <a:moveTo>
                  <a:pt x="378463" y="57013"/>
                </a:moveTo>
                <a:cubicBezTo>
                  <a:pt x="376752" y="57463"/>
                  <a:pt x="374983" y="57786"/>
                  <a:pt x="373157" y="57981"/>
                </a:cubicBezTo>
                <a:cubicBezTo>
                  <a:pt x="371330" y="58176"/>
                  <a:pt x="369475" y="58274"/>
                  <a:pt x="367591" y="58274"/>
                </a:cubicBezTo>
                <a:cubicBezTo>
                  <a:pt x="362111" y="58274"/>
                  <a:pt x="358023" y="57035"/>
                  <a:pt x="355327" y="54556"/>
                </a:cubicBezTo>
                <a:cubicBezTo>
                  <a:pt x="352631" y="52077"/>
                  <a:pt x="351282" y="48272"/>
                  <a:pt x="351282" y="43140"/>
                </a:cubicBezTo>
                <a:lnTo>
                  <a:pt x="351282" y="20352"/>
                </a:lnTo>
                <a:lnTo>
                  <a:pt x="339062" y="20352"/>
                </a:lnTo>
                <a:lnTo>
                  <a:pt x="339062" y="14003"/>
                </a:lnTo>
                <a:lnTo>
                  <a:pt x="351282" y="14003"/>
                </a:lnTo>
                <a:lnTo>
                  <a:pt x="351282" y="1962"/>
                </a:lnTo>
                <a:lnTo>
                  <a:pt x="358849" y="0"/>
                </a:lnTo>
                <a:lnTo>
                  <a:pt x="358849" y="14003"/>
                </a:lnTo>
                <a:lnTo>
                  <a:pt x="378463" y="14003"/>
                </a:lnTo>
                <a:lnTo>
                  <a:pt x="378463" y="20352"/>
                </a:lnTo>
                <a:lnTo>
                  <a:pt x="358849" y="20352"/>
                </a:lnTo>
                <a:lnTo>
                  <a:pt x="358849" y="42531"/>
                </a:lnTo>
                <a:cubicBezTo>
                  <a:pt x="358849" y="45662"/>
                  <a:pt x="359683" y="48004"/>
                  <a:pt x="361350" y="49555"/>
                </a:cubicBezTo>
                <a:cubicBezTo>
                  <a:pt x="363017" y="51106"/>
                  <a:pt x="365474" y="51881"/>
                  <a:pt x="368721" y="51881"/>
                </a:cubicBezTo>
                <a:cubicBezTo>
                  <a:pt x="370113" y="51881"/>
                  <a:pt x="371635" y="51769"/>
                  <a:pt x="373287" y="51546"/>
                </a:cubicBezTo>
                <a:cubicBezTo>
                  <a:pt x="374940" y="51321"/>
                  <a:pt x="376665" y="50969"/>
                  <a:pt x="378463" y="50490"/>
                </a:cubicBezTo>
                <a:lnTo>
                  <a:pt x="378463" y="57013"/>
                </a:lnTo>
                <a:close/>
                <a:moveTo>
                  <a:pt x="428932" y="33529"/>
                </a:moveTo>
                <a:cubicBezTo>
                  <a:pt x="428932" y="34602"/>
                  <a:pt x="428917" y="35501"/>
                  <a:pt x="428888" y="36226"/>
                </a:cubicBezTo>
                <a:cubicBezTo>
                  <a:pt x="428859" y="36950"/>
                  <a:pt x="428816" y="37632"/>
                  <a:pt x="428758" y="38270"/>
                </a:cubicBezTo>
                <a:lnTo>
                  <a:pt x="398098" y="38270"/>
                </a:lnTo>
                <a:cubicBezTo>
                  <a:pt x="398098" y="42734"/>
                  <a:pt x="399345" y="46163"/>
                  <a:pt x="401838" y="48554"/>
                </a:cubicBezTo>
                <a:cubicBezTo>
                  <a:pt x="404332" y="50946"/>
                  <a:pt x="407927" y="52142"/>
                  <a:pt x="412624" y="52142"/>
                </a:cubicBezTo>
                <a:cubicBezTo>
                  <a:pt x="413899" y="52142"/>
                  <a:pt x="415175" y="52091"/>
                  <a:pt x="416450" y="51987"/>
                </a:cubicBezTo>
                <a:cubicBezTo>
                  <a:pt x="417726" y="51883"/>
                  <a:pt x="418958" y="51742"/>
                  <a:pt x="420147" y="51565"/>
                </a:cubicBezTo>
                <a:cubicBezTo>
                  <a:pt x="421336" y="51386"/>
                  <a:pt x="422474" y="51186"/>
                  <a:pt x="423561" y="50964"/>
                </a:cubicBezTo>
                <a:cubicBezTo>
                  <a:pt x="424648" y="50741"/>
                  <a:pt x="425655" y="50496"/>
                  <a:pt x="426583" y="50229"/>
                </a:cubicBezTo>
                <a:lnTo>
                  <a:pt x="426583" y="56448"/>
                </a:lnTo>
                <a:cubicBezTo>
                  <a:pt x="424525" y="57040"/>
                  <a:pt x="422198" y="57522"/>
                  <a:pt x="419603" y="57892"/>
                </a:cubicBezTo>
                <a:cubicBezTo>
                  <a:pt x="417009" y="58263"/>
                  <a:pt x="414320" y="58448"/>
                  <a:pt x="411536" y="58448"/>
                </a:cubicBezTo>
                <a:cubicBezTo>
                  <a:pt x="407796" y="58448"/>
                  <a:pt x="404578" y="57941"/>
                  <a:pt x="401882" y="56926"/>
                </a:cubicBezTo>
                <a:cubicBezTo>
                  <a:pt x="399186" y="55911"/>
                  <a:pt x="396975" y="54440"/>
                  <a:pt x="395250" y="52512"/>
                </a:cubicBezTo>
                <a:cubicBezTo>
                  <a:pt x="393525" y="50584"/>
                  <a:pt x="392249" y="48221"/>
                  <a:pt x="391423" y="45423"/>
                </a:cubicBezTo>
                <a:cubicBezTo>
                  <a:pt x="390597" y="42626"/>
                  <a:pt x="390184" y="39458"/>
                  <a:pt x="390184" y="35921"/>
                </a:cubicBezTo>
                <a:cubicBezTo>
                  <a:pt x="390184" y="32848"/>
                  <a:pt x="390626" y="29942"/>
                  <a:pt x="391510" y="27202"/>
                </a:cubicBezTo>
                <a:cubicBezTo>
                  <a:pt x="392394" y="24462"/>
                  <a:pt x="393684" y="22056"/>
                  <a:pt x="395380" y="19983"/>
                </a:cubicBezTo>
                <a:cubicBezTo>
                  <a:pt x="397077" y="17910"/>
                  <a:pt x="399157" y="16265"/>
                  <a:pt x="401621" y="15047"/>
                </a:cubicBezTo>
                <a:cubicBezTo>
                  <a:pt x="404085" y="13829"/>
                  <a:pt x="406883" y="13220"/>
                  <a:pt x="410014" y="13220"/>
                </a:cubicBezTo>
                <a:cubicBezTo>
                  <a:pt x="413058" y="13220"/>
                  <a:pt x="415755" y="13699"/>
                  <a:pt x="418103" y="14655"/>
                </a:cubicBezTo>
                <a:cubicBezTo>
                  <a:pt x="420451" y="15612"/>
                  <a:pt x="422430" y="16968"/>
                  <a:pt x="424039" y="18722"/>
                </a:cubicBezTo>
                <a:cubicBezTo>
                  <a:pt x="425648" y="20476"/>
                  <a:pt x="426866" y="22607"/>
                  <a:pt x="427692" y="25114"/>
                </a:cubicBezTo>
                <a:cubicBezTo>
                  <a:pt x="428518" y="27622"/>
                  <a:pt x="428932" y="30427"/>
                  <a:pt x="428932" y="33529"/>
                </a:cubicBezTo>
                <a:moveTo>
                  <a:pt x="421060" y="32442"/>
                </a:moveTo>
                <a:cubicBezTo>
                  <a:pt x="421147" y="30500"/>
                  <a:pt x="420959" y="28724"/>
                  <a:pt x="420495" y="27115"/>
                </a:cubicBezTo>
                <a:cubicBezTo>
                  <a:pt x="420031" y="25506"/>
                  <a:pt x="419313" y="24121"/>
                  <a:pt x="418342" y="22962"/>
                </a:cubicBezTo>
                <a:cubicBezTo>
                  <a:pt x="417371" y="21802"/>
                  <a:pt x="416161" y="20896"/>
                  <a:pt x="414711" y="20244"/>
                </a:cubicBezTo>
                <a:cubicBezTo>
                  <a:pt x="413261" y="19591"/>
                  <a:pt x="411580" y="19265"/>
                  <a:pt x="409666" y="19265"/>
                </a:cubicBezTo>
                <a:cubicBezTo>
                  <a:pt x="408014" y="19265"/>
                  <a:pt x="406506" y="19584"/>
                  <a:pt x="405144" y="20222"/>
                </a:cubicBezTo>
                <a:cubicBezTo>
                  <a:pt x="403781" y="20860"/>
                  <a:pt x="402607" y="21759"/>
                  <a:pt x="401621" y="22918"/>
                </a:cubicBezTo>
                <a:cubicBezTo>
                  <a:pt x="400635" y="24078"/>
                  <a:pt x="399838" y="25470"/>
                  <a:pt x="399229" y="27093"/>
                </a:cubicBezTo>
                <a:cubicBezTo>
                  <a:pt x="398620" y="28717"/>
                  <a:pt x="398243" y="30500"/>
                  <a:pt x="398098" y="32442"/>
                </a:cubicBezTo>
                <a:lnTo>
                  <a:pt x="421060" y="32442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(action_mask)">
            <a:extLst xmlns:a="http://schemas.openxmlformats.org/drawingml/2006/main">
              <a:ext uri="{FF2B5EF4-FFF2-40B4-BE49-F238E27FC236}">
                <a16:creationId xmlns:a16="http://schemas.microsoft.com/office/drawing/2014/main" id="{9E88CB7C-2350-4C38-967A-97E04DCE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53" y="4818127"/>
            <a:ext cx="606560" cy="83062"/>
          </a:xfrm>
          <a:custGeom xmlns:a="http://schemas.openxmlformats.org/drawingml/2006/main">
            <a:pathLst>
              <a:path w="606560" h="83062">
                <a:moveTo>
                  <a:pt x="20048" y="83062"/>
                </a:moveTo>
                <a:cubicBezTo>
                  <a:pt x="6683" y="70676"/>
                  <a:pt x="0" y="56985"/>
                  <a:pt x="0" y="41988"/>
                </a:cubicBezTo>
                <a:cubicBezTo>
                  <a:pt x="0" y="38478"/>
                  <a:pt x="355" y="34975"/>
                  <a:pt x="1065" y="31480"/>
                </a:cubicBezTo>
                <a:cubicBezTo>
                  <a:pt x="1776" y="27985"/>
                  <a:pt x="2921" y="24482"/>
                  <a:pt x="4501" y="20972"/>
                </a:cubicBezTo>
                <a:cubicBezTo>
                  <a:pt x="6081" y="17462"/>
                  <a:pt x="8169" y="13952"/>
                  <a:pt x="10763" y="10443"/>
                </a:cubicBezTo>
                <a:cubicBezTo>
                  <a:pt x="13358" y="6933"/>
                  <a:pt x="16511" y="3452"/>
                  <a:pt x="20222" y="0"/>
                </a:cubicBezTo>
                <a:lnTo>
                  <a:pt x="24614" y="4482"/>
                </a:lnTo>
                <a:cubicBezTo>
                  <a:pt x="13365" y="15591"/>
                  <a:pt x="7741" y="27905"/>
                  <a:pt x="7741" y="41422"/>
                </a:cubicBezTo>
                <a:cubicBezTo>
                  <a:pt x="7741" y="48152"/>
                  <a:pt x="9161" y="54621"/>
                  <a:pt x="12003" y="60829"/>
                </a:cubicBezTo>
                <a:cubicBezTo>
                  <a:pt x="14844" y="67036"/>
                  <a:pt x="19048" y="72895"/>
                  <a:pt x="24614" y="78406"/>
                </a:cubicBezTo>
                <a:lnTo>
                  <a:pt x="20048" y="83062"/>
                </a:lnTo>
                <a:close/>
                <a:moveTo>
                  <a:pt x="64777" y="20613"/>
                </a:moveTo>
                <a:cubicBezTo>
                  <a:pt x="66661" y="20613"/>
                  <a:pt x="68459" y="20737"/>
                  <a:pt x="70169" y="20983"/>
                </a:cubicBezTo>
                <a:cubicBezTo>
                  <a:pt x="71880" y="21229"/>
                  <a:pt x="73518" y="21585"/>
                  <a:pt x="75083" y="22048"/>
                </a:cubicBezTo>
                <a:lnTo>
                  <a:pt x="81954" y="20352"/>
                </a:lnTo>
                <a:lnTo>
                  <a:pt x="77040" y="44749"/>
                </a:lnTo>
                <a:cubicBezTo>
                  <a:pt x="76924" y="45300"/>
                  <a:pt x="76801" y="46025"/>
                  <a:pt x="76671" y="46924"/>
                </a:cubicBezTo>
                <a:cubicBezTo>
                  <a:pt x="76540" y="47822"/>
                  <a:pt x="76388" y="49033"/>
                  <a:pt x="76214" y="50555"/>
                </a:cubicBezTo>
                <a:cubicBezTo>
                  <a:pt x="76040" y="52077"/>
                  <a:pt x="75823" y="53990"/>
                  <a:pt x="75562" y="56295"/>
                </a:cubicBezTo>
                <a:cubicBezTo>
                  <a:pt x="75301" y="58600"/>
                  <a:pt x="74996" y="61434"/>
                  <a:pt x="74648" y="64797"/>
                </a:cubicBezTo>
                <a:lnTo>
                  <a:pt x="67516" y="64797"/>
                </a:lnTo>
                <a:lnTo>
                  <a:pt x="68604" y="54752"/>
                </a:lnTo>
                <a:cubicBezTo>
                  <a:pt x="66603" y="58231"/>
                  <a:pt x="64175" y="60905"/>
                  <a:pt x="61319" y="62775"/>
                </a:cubicBezTo>
                <a:cubicBezTo>
                  <a:pt x="58464" y="64645"/>
                  <a:pt x="55369" y="65580"/>
                  <a:pt x="52035" y="65580"/>
                </a:cubicBezTo>
                <a:cubicBezTo>
                  <a:pt x="49947" y="65580"/>
                  <a:pt x="48128" y="65232"/>
                  <a:pt x="46577" y="64536"/>
                </a:cubicBezTo>
                <a:cubicBezTo>
                  <a:pt x="45026" y="63841"/>
                  <a:pt x="43743" y="62848"/>
                  <a:pt x="42728" y="61557"/>
                </a:cubicBezTo>
                <a:cubicBezTo>
                  <a:pt x="41713" y="60267"/>
                  <a:pt x="40960" y="58723"/>
                  <a:pt x="40467" y="56926"/>
                </a:cubicBezTo>
                <a:cubicBezTo>
                  <a:pt x="39974" y="55128"/>
                  <a:pt x="39727" y="53128"/>
                  <a:pt x="39727" y="50925"/>
                </a:cubicBezTo>
                <a:cubicBezTo>
                  <a:pt x="39727" y="46750"/>
                  <a:pt x="40271" y="42829"/>
                  <a:pt x="41358" y="39161"/>
                </a:cubicBezTo>
                <a:cubicBezTo>
                  <a:pt x="42445" y="35494"/>
                  <a:pt x="44047" y="32283"/>
                  <a:pt x="46164" y="29528"/>
                </a:cubicBezTo>
                <a:cubicBezTo>
                  <a:pt x="48280" y="26774"/>
                  <a:pt x="50897" y="24600"/>
                  <a:pt x="54013" y="23005"/>
                </a:cubicBezTo>
                <a:cubicBezTo>
                  <a:pt x="57130" y="21411"/>
                  <a:pt x="60718" y="20613"/>
                  <a:pt x="64777" y="20613"/>
                </a:cubicBezTo>
                <a:moveTo>
                  <a:pt x="47381" y="50185"/>
                </a:moveTo>
                <a:cubicBezTo>
                  <a:pt x="47381" y="52940"/>
                  <a:pt x="47860" y="55099"/>
                  <a:pt x="48816" y="56665"/>
                </a:cubicBezTo>
                <a:cubicBezTo>
                  <a:pt x="49773" y="58231"/>
                  <a:pt x="51324" y="59013"/>
                  <a:pt x="53470" y="59013"/>
                </a:cubicBezTo>
                <a:cubicBezTo>
                  <a:pt x="54716" y="59013"/>
                  <a:pt x="55963" y="58723"/>
                  <a:pt x="57210" y="58144"/>
                </a:cubicBezTo>
                <a:cubicBezTo>
                  <a:pt x="58456" y="57564"/>
                  <a:pt x="59674" y="56766"/>
                  <a:pt x="60863" y="55752"/>
                </a:cubicBezTo>
                <a:cubicBezTo>
                  <a:pt x="62051" y="54737"/>
                  <a:pt x="63175" y="53541"/>
                  <a:pt x="64233" y="52164"/>
                </a:cubicBezTo>
                <a:cubicBezTo>
                  <a:pt x="65291" y="50787"/>
                  <a:pt x="66262" y="49308"/>
                  <a:pt x="67147" y="47728"/>
                </a:cubicBezTo>
                <a:cubicBezTo>
                  <a:pt x="68031" y="46148"/>
                  <a:pt x="68792" y="44496"/>
                  <a:pt x="69430" y="42771"/>
                </a:cubicBezTo>
                <a:cubicBezTo>
                  <a:pt x="70068" y="41046"/>
                  <a:pt x="70561" y="39328"/>
                  <a:pt x="70908" y="37617"/>
                </a:cubicBezTo>
                <a:lnTo>
                  <a:pt x="72691" y="28659"/>
                </a:lnTo>
                <a:cubicBezTo>
                  <a:pt x="71329" y="28079"/>
                  <a:pt x="69930" y="27622"/>
                  <a:pt x="68495" y="27289"/>
                </a:cubicBezTo>
                <a:cubicBezTo>
                  <a:pt x="67060" y="26955"/>
                  <a:pt x="65733" y="26789"/>
                  <a:pt x="64516" y="26789"/>
                </a:cubicBezTo>
                <a:cubicBezTo>
                  <a:pt x="62138" y="26789"/>
                  <a:pt x="60065" y="27195"/>
                  <a:pt x="58297" y="28006"/>
                </a:cubicBezTo>
                <a:cubicBezTo>
                  <a:pt x="56528" y="28818"/>
                  <a:pt x="55006" y="29876"/>
                  <a:pt x="53731" y="31181"/>
                </a:cubicBezTo>
                <a:cubicBezTo>
                  <a:pt x="52455" y="32486"/>
                  <a:pt x="51411" y="33971"/>
                  <a:pt x="50599" y="35638"/>
                </a:cubicBezTo>
                <a:cubicBezTo>
                  <a:pt x="49788" y="37306"/>
                  <a:pt x="49143" y="39009"/>
                  <a:pt x="48664" y="40748"/>
                </a:cubicBezTo>
                <a:cubicBezTo>
                  <a:pt x="48186" y="42488"/>
                  <a:pt x="47852" y="44184"/>
                  <a:pt x="47664" y="45836"/>
                </a:cubicBezTo>
                <a:cubicBezTo>
                  <a:pt x="47476" y="47489"/>
                  <a:pt x="47381" y="48939"/>
                  <a:pt x="47381" y="50185"/>
                </a:cubicBezTo>
                <a:close/>
                <a:moveTo>
                  <a:pt x="122111" y="62971"/>
                </a:moveTo>
                <a:cubicBezTo>
                  <a:pt x="119676" y="63827"/>
                  <a:pt x="117415" y="64447"/>
                  <a:pt x="115327" y="64830"/>
                </a:cubicBezTo>
                <a:cubicBezTo>
                  <a:pt x="113240" y="65214"/>
                  <a:pt x="111109" y="65406"/>
                  <a:pt x="108934" y="65406"/>
                </a:cubicBezTo>
                <a:cubicBezTo>
                  <a:pt x="103136" y="65406"/>
                  <a:pt x="98671" y="64065"/>
                  <a:pt x="95540" y="61383"/>
                </a:cubicBezTo>
                <a:cubicBezTo>
                  <a:pt x="92409" y="58702"/>
                  <a:pt x="90843" y="54679"/>
                  <a:pt x="90843" y="49315"/>
                </a:cubicBezTo>
                <a:cubicBezTo>
                  <a:pt x="90843" y="44909"/>
                  <a:pt x="91539" y="40930"/>
                  <a:pt x="92931" y="37378"/>
                </a:cubicBezTo>
                <a:cubicBezTo>
                  <a:pt x="94322" y="33826"/>
                  <a:pt x="96221" y="30804"/>
                  <a:pt x="98628" y="28311"/>
                </a:cubicBezTo>
                <a:cubicBezTo>
                  <a:pt x="101034" y="25817"/>
                  <a:pt x="103846" y="23897"/>
                  <a:pt x="107064" y="22549"/>
                </a:cubicBezTo>
                <a:cubicBezTo>
                  <a:pt x="110283" y="21200"/>
                  <a:pt x="113704" y="20526"/>
                  <a:pt x="117328" y="20526"/>
                </a:cubicBezTo>
                <a:cubicBezTo>
                  <a:pt x="119415" y="20526"/>
                  <a:pt x="121510" y="20689"/>
                  <a:pt x="123612" y="21016"/>
                </a:cubicBezTo>
                <a:cubicBezTo>
                  <a:pt x="125714" y="21341"/>
                  <a:pt x="127707" y="21874"/>
                  <a:pt x="129591" y="22614"/>
                </a:cubicBezTo>
                <a:lnTo>
                  <a:pt x="128243" y="29485"/>
                </a:lnTo>
                <a:cubicBezTo>
                  <a:pt x="126649" y="28718"/>
                  <a:pt x="124837" y="28106"/>
                  <a:pt x="122807" y="27649"/>
                </a:cubicBezTo>
                <a:cubicBezTo>
                  <a:pt x="120778" y="27191"/>
                  <a:pt x="118821" y="26963"/>
                  <a:pt x="116936" y="26963"/>
                </a:cubicBezTo>
                <a:cubicBezTo>
                  <a:pt x="114008" y="26963"/>
                  <a:pt x="111421" y="27571"/>
                  <a:pt x="109174" y="28789"/>
                </a:cubicBezTo>
                <a:cubicBezTo>
                  <a:pt x="106927" y="30007"/>
                  <a:pt x="105035" y="31623"/>
                  <a:pt x="103498" y="33638"/>
                </a:cubicBezTo>
                <a:cubicBezTo>
                  <a:pt x="101962" y="35653"/>
                  <a:pt x="100795" y="37943"/>
                  <a:pt x="99998" y="40509"/>
                </a:cubicBezTo>
                <a:cubicBezTo>
                  <a:pt x="99200" y="43075"/>
                  <a:pt x="98802" y="45706"/>
                  <a:pt x="98802" y="48402"/>
                </a:cubicBezTo>
                <a:cubicBezTo>
                  <a:pt x="98802" y="51939"/>
                  <a:pt x="99758" y="54592"/>
                  <a:pt x="101672" y="56361"/>
                </a:cubicBezTo>
                <a:cubicBezTo>
                  <a:pt x="103585" y="58129"/>
                  <a:pt x="106398" y="59013"/>
                  <a:pt x="110109" y="59013"/>
                </a:cubicBezTo>
                <a:cubicBezTo>
                  <a:pt x="112022" y="59013"/>
                  <a:pt x="114030" y="58807"/>
                  <a:pt x="116132" y="58394"/>
                </a:cubicBezTo>
                <a:cubicBezTo>
                  <a:pt x="118234" y="57981"/>
                  <a:pt x="120227" y="57375"/>
                  <a:pt x="122111" y="56578"/>
                </a:cubicBezTo>
                <a:lnTo>
                  <a:pt x="122111" y="62971"/>
                </a:lnTo>
                <a:close/>
                <a:moveTo>
                  <a:pt x="171738" y="64182"/>
                </a:moveTo>
                <a:cubicBezTo>
                  <a:pt x="169912" y="64619"/>
                  <a:pt x="168107" y="64933"/>
                  <a:pt x="166324" y="65122"/>
                </a:cubicBezTo>
                <a:cubicBezTo>
                  <a:pt x="164541" y="65311"/>
                  <a:pt x="162954" y="65406"/>
                  <a:pt x="161562" y="65406"/>
                </a:cubicBezTo>
                <a:cubicBezTo>
                  <a:pt x="158605" y="65406"/>
                  <a:pt x="156075" y="65080"/>
                  <a:pt x="153973" y="64428"/>
                </a:cubicBezTo>
                <a:cubicBezTo>
                  <a:pt x="151871" y="63775"/>
                  <a:pt x="150212" y="62739"/>
                  <a:pt x="148994" y="61318"/>
                </a:cubicBezTo>
                <a:cubicBezTo>
                  <a:pt x="147776" y="59898"/>
                  <a:pt x="147015" y="58064"/>
                  <a:pt x="146711" y="55817"/>
                </a:cubicBezTo>
                <a:cubicBezTo>
                  <a:pt x="146406" y="53570"/>
                  <a:pt x="146588" y="50838"/>
                  <a:pt x="147255" y="47619"/>
                </a:cubicBezTo>
                <a:lnTo>
                  <a:pt x="151255" y="27484"/>
                </a:lnTo>
                <a:lnTo>
                  <a:pt x="139035" y="27484"/>
                </a:lnTo>
                <a:lnTo>
                  <a:pt x="140296" y="21135"/>
                </a:lnTo>
                <a:lnTo>
                  <a:pt x="152473" y="21135"/>
                </a:lnTo>
                <a:lnTo>
                  <a:pt x="154908" y="9094"/>
                </a:lnTo>
                <a:lnTo>
                  <a:pt x="162910" y="7132"/>
                </a:lnTo>
                <a:lnTo>
                  <a:pt x="160040" y="21135"/>
                </a:lnTo>
                <a:lnTo>
                  <a:pt x="179653" y="21135"/>
                </a:lnTo>
                <a:lnTo>
                  <a:pt x="178392" y="27484"/>
                </a:lnTo>
                <a:lnTo>
                  <a:pt x="158822" y="27484"/>
                </a:lnTo>
                <a:lnTo>
                  <a:pt x="154734" y="47880"/>
                </a:lnTo>
                <a:cubicBezTo>
                  <a:pt x="154329" y="49881"/>
                  <a:pt x="154169" y="51584"/>
                  <a:pt x="154256" y="52990"/>
                </a:cubicBezTo>
                <a:cubicBezTo>
                  <a:pt x="154343" y="54396"/>
                  <a:pt x="154691" y="55549"/>
                  <a:pt x="155300" y="56448"/>
                </a:cubicBezTo>
                <a:cubicBezTo>
                  <a:pt x="155909" y="57346"/>
                  <a:pt x="156793" y="57999"/>
                  <a:pt x="157953" y="58405"/>
                </a:cubicBezTo>
                <a:cubicBezTo>
                  <a:pt x="159112" y="58810"/>
                  <a:pt x="160591" y="59013"/>
                  <a:pt x="162388" y="59013"/>
                </a:cubicBezTo>
                <a:cubicBezTo>
                  <a:pt x="163461" y="59013"/>
                  <a:pt x="164809" y="58901"/>
                  <a:pt x="166433" y="58678"/>
                </a:cubicBezTo>
                <a:cubicBezTo>
                  <a:pt x="168056" y="58453"/>
                  <a:pt x="169825" y="58101"/>
                  <a:pt x="171738" y="57622"/>
                </a:cubicBezTo>
                <a:lnTo>
                  <a:pt x="171738" y="64182"/>
                </a:lnTo>
                <a:close/>
                <a:moveTo>
                  <a:pt x="205850" y="9002"/>
                </a:moveTo>
                <a:cubicBezTo>
                  <a:pt x="205850" y="8103"/>
                  <a:pt x="206010" y="7277"/>
                  <a:pt x="206329" y="6523"/>
                </a:cubicBezTo>
                <a:cubicBezTo>
                  <a:pt x="206648" y="5769"/>
                  <a:pt x="207090" y="5117"/>
                  <a:pt x="207655" y="4566"/>
                </a:cubicBezTo>
                <a:cubicBezTo>
                  <a:pt x="208220" y="4015"/>
                  <a:pt x="208880" y="3581"/>
                  <a:pt x="209634" y="3262"/>
                </a:cubicBezTo>
                <a:cubicBezTo>
                  <a:pt x="210387" y="2943"/>
                  <a:pt x="211199" y="2783"/>
                  <a:pt x="212069" y="2783"/>
                </a:cubicBezTo>
                <a:cubicBezTo>
                  <a:pt x="212910" y="2783"/>
                  <a:pt x="213678" y="2935"/>
                  <a:pt x="214374" y="3240"/>
                </a:cubicBezTo>
                <a:cubicBezTo>
                  <a:pt x="215070" y="3544"/>
                  <a:pt x="215671" y="3950"/>
                  <a:pt x="216179" y="4458"/>
                </a:cubicBezTo>
                <a:cubicBezTo>
                  <a:pt x="216686" y="4965"/>
                  <a:pt x="217077" y="5566"/>
                  <a:pt x="217353" y="6262"/>
                </a:cubicBezTo>
                <a:cubicBezTo>
                  <a:pt x="217628" y="6958"/>
                  <a:pt x="217766" y="7697"/>
                  <a:pt x="217766" y="8480"/>
                </a:cubicBezTo>
                <a:cubicBezTo>
                  <a:pt x="217766" y="9379"/>
                  <a:pt x="217607" y="10205"/>
                  <a:pt x="217288" y="10959"/>
                </a:cubicBezTo>
                <a:cubicBezTo>
                  <a:pt x="216969" y="11713"/>
                  <a:pt x="216527" y="12365"/>
                  <a:pt x="215961" y="12916"/>
                </a:cubicBezTo>
                <a:cubicBezTo>
                  <a:pt x="215396" y="13467"/>
                  <a:pt x="214736" y="13902"/>
                  <a:pt x="213983" y="14221"/>
                </a:cubicBezTo>
                <a:cubicBezTo>
                  <a:pt x="213229" y="14540"/>
                  <a:pt x="212417" y="14699"/>
                  <a:pt x="211547" y="14699"/>
                </a:cubicBezTo>
                <a:cubicBezTo>
                  <a:pt x="210706" y="14699"/>
                  <a:pt x="209931" y="14547"/>
                  <a:pt x="209221" y="14242"/>
                </a:cubicBezTo>
                <a:cubicBezTo>
                  <a:pt x="208510" y="13938"/>
                  <a:pt x="207909" y="13532"/>
                  <a:pt x="207416" y="13025"/>
                </a:cubicBezTo>
                <a:cubicBezTo>
                  <a:pt x="206923" y="12517"/>
                  <a:pt x="206539" y="11916"/>
                  <a:pt x="206263" y="11220"/>
                </a:cubicBezTo>
                <a:cubicBezTo>
                  <a:pt x="205988" y="10524"/>
                  <a:pt x="205850" y="9785"/>
                  <a:pt x="205850" y="9002"/>
                </a:cubicBezTo>
                <a:moveTo>
                  <a:pt x="223811" y="62058"/>
                </a:moveTo>
                <a:cubicBezTo>
                  <a:pt x="221810" y="63159"/>
                  <a:pt x="219701" y="64022"/>
                  <a:pt x="217483" y="64645"/>
                </a:cubicBezTo>
                <a:cubicBezTo>
                  <a:pt x="215265" y="65268"/>
                  <a:pt x="212895" y="65580"/>
                  <a:pt x="210373" y="65580"/>
                </a:cubicBezTo>
                <a:cubicBezTo>
                  <a:pt x="208315" y="65580"/>
                  <a:pt x="206590" y="65290"/>
                  <a:pt x="205198" y="64710"/>
                </a:cubicBezTo>
                <a:cubicBezTo>
                  <a:pt x="203806" y="64130"/>
                  <a:pt x="202741" y="63210"/>
                  <a:pt x="202002" y="61949"/>
                </a:cubicBezTo>
                <a:cubicBezTo>
                  <a:pt x="201262" y="60688"/>
                  <a:pt x="200849" y="59071"/>
                  <a:pt x="200762" y="57100"/>
                </a:cubicBezTo>
                <a:cubicBezTo>
                  <a:pt x="200675" y="55128"/>
                  <a:pt x="200907" y="52737"/>
                  <a:pt x="201458" y="49924"/>
                </a:cubicBezTo>
                <a:lnTo>
                  <a:pt x="204415" y="35312"/>
                </a:lnTo>
                <a:cubicBezTo>
                  <a:pt x="204763" y="33660"/>
                  <a:pt x="204930" y="32275"/>
                  <a:pt x="204915" y="31159"/>
                </a:cubicBezTo>
                <a:cubicBezTo>
                  <a:pt x="204901" y="30043"/>
                  <a:pt x="204749" y="29152"/>
                  <a:pt x="204459" y="28485"/>
                </a:cubicBezTo>
                <a:cubicBezTo>
                  <a:pt x="204169" y="27818"/>
                  <a:pt x="203741" y="27347"/>
                  <a:pt x="203176" y="27071"/>
                </a:cubicBezTo>
                <a:cubicBezTo>
                  <a:pt x="202610" y="26796"/>
                  <a:pt x="201951" y="26658"/>
                  <a:pt x="201197" y="26658"/>
                </a:cubicBezTo>
                <a:cubicBezTo>
                  <a:pt x="199226" y="26658"/>
                  <a:pt x="197283" y="27047"/>
                  <a:pt x="195370" y="27824"/>
                </a:cubicBezTo>
                <a:cubicBezTo>
                  <a:pt x="193456" y="28601"/>
                  <a:pt x="191514" y="29546"/>
                  <a:pt x="189542" y="30659"/>
                </a:cubicBezTo>
                <a:lnTo>
                  <a:pt x="189542" y="23962"/>
                </a:lnTo>
                <a:cubicBezTo>
                  <a:pt x="191543" y="22847"/>
                  <a:pt x="193652" y="21966"/>
                  <a:pt x="195870" y="21321"/>
                </a:cubicBezTo>
                <a:cubicBezTo>
                  <a:pt x="198088" y="20675"/>
                  <a:pt x="200458" y="20352"/>
                  <a:pt x="202980" y="20352"/>
                </a:cubicBezTo>
                <a:cubicBezTo>
                  <a:pt x="205038" y="20352"/>
                  <a:pt x="206763" y="20642"/>
                  <a:pt x="208155" y="21222"/>
                </a:cubicBezTo>
                <a:cubicBezTo>
                  <a:pt x="209547" y="21802"/>
                  <a:pt x="210612" y="22723"/>
                  <a:pt x="211351" y="23984"/>
                </a:cubicBezTo>
                <a:cubicBezTo>
                  <a:pt x="212091" y="25245"/>
                  <a:pt x="212504" y="26861"/>
                  <a:pt x="212591" y="28833"/>
                </a:cubicBezTo>
                <a:cubicBezTo>
                  <a:pt x="212678" y="30804"/>
                  <a:pt x="212446" y="33196"/>
                  <a:pt x="211895" y="36008"/>
                </a:cubicBezTo>
                <a:lnTo>
                  <a:pt x="208938" y="50620"/>
                </a:lnTo>
                <a:cubicBezTo>
                  <a:pt x="208619" y="52302"/>
                  <a:pt x="208460" y="53693"/>
                  <a:pt x="208460" y="54795"/>
                </a:cubicBezTo>
                <a:cubicBezTo>
                  <a:pt x="208460" y="55897"/>
                  <a:pt x="208612" y="56781"/>
                  <a:pt x="208916" y="57448"/>
                </a:cubicBezTo>
                <a:cubicBezTo>
                  <a:pt x="209221" y="58115"/>
                  <a:pt x="209648" y="58586"/>
                  <a:pt x="210199" y="58861"/>
                </a:cubicBezTo>
                <a:cubicBezTo>
                  <a:pt x="210750" y="59137"/>
                  <a:pt x="211402" y="59274"/>
                  <a:pt x="212156" y="59274"/>
                </a:cubicBezTo>
                <a:cubicBezTo>
                  <a:pt x="214127" y="59274"/>
                  <a:pt x="216070" y="58890"/>
                  <a:pt x="217983" y="58122"/>
                </a:cubicBezTo>
                <a:cubicBezTo>
                  <a:pt x="219897" y="57354"/>
                  <a:pt x="221839" y="56433"/>
                  <a:pt x="223811" y="55360"/>
                </a:cubicBezTo>
                <a:lnTo>
                  <a:pt x="223811" y="62058"/>
                </a:lnTo>
                <a:close/>
                <a:moveTo>
                  <a:pt x="250824" y="65580"/>
                </a:moveTo>
                <a:cubicBezTo>
                  <a:pt x="245605" y="65580"/>
                  <a:pt x="241539" y="64239"/>
                  <a:pt x="238626" y="61557"/>
                </a:cubicBezTo>
                <a:cubicBezTo>
                  <a:pt x="235712" y="58876"/>
                  <a:pt x="234255" y="54853"/>
                  <a:pt x="234255" y="49489"/>
                </a:cubicBezTo>
                <a:cubicBezTo>
                  <a:pt x="234255" y="47083"/>
                  <a:pt x="234509" y="44699"/>
                  <a:pt x="235016" y="42336"/>
                </a:cubicBezTo>
                <a:cubicBezTo>
                  <a:pt x="235523" y="39973"/>
                  <a:pt x="236270" y="37711"/>
                  <a:pt x="237256" y="35552"/>
                </a:cubicBezTo>
                <a:cubicBezTo>
                  <a:pt x="238241" y="33392"/>
                  <a:pt x="239459" y="31384"/>
                  <a:pt x="240909" y="29528"/>
                </a:cubicBezTo>
                <a:cubicBezTo>
                  <a:pt x="242358" y="27673"/>
                  <a:pt x="244025" y="26064"/>
                  <a:pt x="245910" y="24701"/>
                </a:cubicBezTo>
                <a:cubicBezTo>
                  <a:pt x="247794" y="23339"/>
                  <a:pt x="249874" y="22273"/>
                  <a:pt x="252150" y="21505"/>
                </a:cubicBezTo>
                <a:cubicBezTo>
                  <a:pt x="254426" y="20737"/>
                  <a:pt x="256898" y="20352"/>
                  <a:pt x="259565" y="20352"/>
                </a:cubicBezTo>
                <a:cubicBezTo>
                  <a:pt x="262174" y="20352"/>
                  <a:pt x="264501" y="20693"/>
                  <a:pt x="266545" y="21374"/>
                </a:cubicBezTo>
                <a:cubicBezTo>
                  <a:pt x="268589" y="22056"/>
                  <a:pt x="270314" y="23070"/>
                  <a:pt x="271720" y="24419"/>
                </a:cubicBezTo>
                <a:cubicBezTo>
                  <a:pt x="273126" y="25767"/>
                  <a:pt x="274206" y="27448"/>
                  <a:pt x="274960" y="29463"/>
                </a:cubicBezTo>
                <a:cubicBezTo>
                  <a:pt x="275714" y="31478"/>
                  <a:pt x="276090" y="33819"/>
                  <a:pt x="276090" y="36487"/>
                </a:cubicBezTo>
                <a:cubicBezTo>
                  <a:pt x="276090" y="38864"/>
                  <a:pt x="275837" y="41234"/>
                  <a:pt x="275329" y="43597"/>
                </a:cubicBezTo>
                <a:cubicBezTo>
                  <a:pt x="274822" y="45960"/>
                  <a:pt x="274076" y="48221"/>
                  <a:pt x="273090" y="50381"/>
                </a:cubicBezTo>
                <a:cubicBezTo>
                  <a:pt x="272104" y="52541"/>
                  <a:pt x="270886" y="54549"/>
                  <a:pt x="269437" y="56404"/>
                </a:cubicBezTo>
                <a:cubicBezTo>
                  <a:pt x="267987" y="58260"/>
                  <a:pt x="266327" y="59869"/>
                  <a:pt x="264457" y="61231"/>
                </a:cubicBezTo>
                <a:cubicBezTo>
                  <a:pt x="262587" y="62594"/>
                  <a:pt x="260507" y="63659"/>
                  <a:pt x="258217" y="64428"/>
                </a:cubicBezTo>
                <a:cubicBezTo>
                  <a:pt x="255927" y="65196"/>
                  <a:pt x="253462" y="65580"/>
                  <a:pt x="250824" y="65580"/>
                </a:cubicBezTo>
                <a:moveTo>
                  <a:pt x="268350" y="37269"/>
                </a:moveTo>
                <a:cubicBezTo>
                  <a:pt x="268350" y="33761"/>
                  <a:pt x="267523" y="31137"/>
                  <a:pt x="265871" y="29398"/>
                </a:cubicBezTo>
                <a:cubicBezTo>
                  <a:pt x="264218" y="27658"/>
                  <a:pt x="261812" y="26789"/>
                  <a:pt x="258652" y="26789"/>
                </a:cubicBezTo>
                <a:cubicBezTo>
                  <a:pt x="256854" y="26789"/>
                  <a:pt x="255187" y="27100"/>
                  <a:pt x="253651" y="27724"/>
                </a:cubicBezTo>
                <a:cubicBezTo>
                  <a:pt x="252114" y="28347"/>
                  <a:pt x="250730" y="29202"/>
                  <a:pt x="249498" y="30289"/>
                </a:cubicBezTo>
                <a:cubicBezTo>
                  <a:pt x="248265" y="31377"/>
                  <a:pt x="247178" y="32638"/>
                  <a:pt x="246236" y="34073"/>
                </a:cubicBezTo>
                <a:cubicBezTo>
                  <a:pt x="245294" y="35508"/>
                  <a:pt x="244511" y="37030"/>
                  <a:pt x="243888" y="38639"/>
                </a:cubicBezTo>
                <a:cubicBezTo>
                  <a:pt x="243264" y="40248"/>
                  <a:pt x="242793" y="41915"/>
                  <a:pt x="242474" y="43640"/>
                </a:cubicBezTo>
                <a:cubicBezTo>
                  <a:pt x="242155" y="45365"/>
                  <a:pt x="241996" y="47040"/>
                  <a:pt x="241996" y="48663"/>
                </a:cubicBezTo>
                <a:cubicBezTo>
                  <a:pt x="241996" y="52171"/>
                  <a:pt x="242822" y="54802"/>
                  <a:pt x="244475" y="56556"/>
                </a:cubicBezTo>
                <a:cubicBezTo>
                  <a:pt x="246127" y="58310"/>
                  <a:pt x="248534" y="59187"/>
                  <a:pt x="251694" y="59187"/>
                </a:cubicBezTo>
                <a:cubicBezTo>
                  <a:pt x="253520" y="59187"/>
                  <a:pt x="255194" y="58876"/>
                  <a:pt x="256717" y="58252"/>
                </a:cubicBezTo>
                <a:cubicBezTo>
                  <a:pt x="258239" y="57629"/>
                  <a:pt x="259616" y="56774"/>
                  <a:pt x="260848" y="55687"/>
                </a:cubicBezTo>
                <a:cubicBezTo>
                  <a:pt x="262080" y="54599"/>
                  <a:pt x="263167" y="53338"/>
                  <a:pt x="264110" y="51903"/>
                </a:cubicBezTo>
                <a:cubicBezTo>
                  <a:pt x="265052" y="50468"/>
                  <a:pt x="265835" y="48939"/>
                  <a:pt x="266458" y="47315"/>
                </a:cubicBezTo>
                <a:cubicBezTo>
                  <a:pt x="267081" y="45691"/>
                  <a:pt x="267552" y="44017"/>
                  <a:pt x="267871" y="42292"/>
                </a:cubicBezTo>
                <a:cubicBezTo>
                  <a:pt x="268190" y="40567"/>
                  <a:pt x="268350" y="38893"/>
                  <a:pt x="268350" y="37269"/>
                </a:cubicBezTo>
                <a:close/>
                <a:moveTo>
                  <a:pt x="286980" y="41183"/>
                </a:moveTo>
                <a:cubicBezTo>
                  <a:pt x="287096" y="40632"/>
                  <a:pt x="287219" y="39908"/>
                  <a:pt x="287350" y="39009"/>
                </a:cubicBezTo>
                <a:cubicBezTo>
                  <a:pt x="287480" y="38110"/>
                  <a:pt x="287632" y="36900"/>
                  <a:pt x="287806" y="35378"/>
                </a:cubicBezTo>
                <a:cubicBezTo>
                  <a:pt x="287980" y="33855"/>
                  <a:pt x="288198" y="31942"/>
                  <a:pt x="288459" y="29637"/>
                </a:cubicBezTo>
                <a:cubicBezTo>
                  <a:pt x="288720" y="27332"/>
                  <a:pt x="289024" y="24498"/>
                  <a:pt x="289372" y="21135"/>
                </a:cubicBezTo>
                <a:lnTo>
                  <a:pt x="296504" y="21135"/>
                </a:lnTo>
                <a:lnTo>
                  <a:pt x="295417" y="31224"/>
                </a:lnTo>
                <a:cubicBezTo>
                  <a:pt x="297446" y="27716"/>
                  <a:pt x="299874" y="25027"/>
                  <a:pt x="302701" y="23157"/>
                </a:cubicBezTo>
                <a:cubicBezTo>
                  <a:pt x="305528" y="21287"/>
                  <a:pt x="308594" y="20352"/>
                  <a:pt x="311899" y="20352"/>
                </a:cubicBezTo>
                <a:cubicBezTo>
                  <a:pt x="316508" y="20352"/>
                  <a:pt x="319777" y="21744"/>
                  <a:pt x="321705" y="24527"/>
                </a:cubicBezTo>
                <a:cubicBezTo>
                  <a:pt x="323633" y="27311"/>
                  <a:pt x="324046" y="31413"/>
                  <a:pt x="322945" y="36834"/>
                </a:cubicBezTo>
                <a:lnTo>
                  <a:pt x="317335" y="64797"/>
                </a:lnTo>
                <a:lnTo>
                  <a:pt x="309768" y="64797"/>
                </a:lnTo>
                <a:lnTo>
                  <a:pt x="315378" y="36921"/>
                </a:lnTo>
                <a:cubicBezTo>
                  <a:pt x="316103" y="33384"/>
                  <a:pt x="316052" y="30826"/>
                  <a:pt x="315226" y="29246"/>
                </a:cubicBezTo>
                <a:cubicBezTo>
                  <a:pt x="314399" y="27666"/>
                  <a:pt x="312826" y="26876"/>
                  <a:pt x="310507" y="26876"/>
                </a:cubicBezTo>
                <a:cubicBezTo>
                  <a:pt x="308652" y="26876"/>
                  <a:pt x="306803" y="27513"/>
                  <a:pt x="304962" y="28789"/>
                </a:cubicBezTo>
                <a:cubicBezTo>
                  <a:pt x="303121" y="30065"/>
                  <a:pt x="301404" y="31725"/>
                  <a:pt x="299809" y="33769"/>
                </a:cubicBezTo>
                <a:cubicBezTo>
                  <a:pt x="298214" y="35812"/>
                  <a:pt x="296830" y="38110"/>
                  <a:pt x="295656" y="40661"/>
                </a:cubicBezTo>
                <a:cubicBezTo>
                  <a:pt x="294482" y="43213"/>
                  <a:pt x="293634" y="45764"/>
                  <a:pt x="293112" y="48315"/>
                </a:cubicBezTo>
                <a:lnTo>
                  <a:pt x="289807" y="64797"/>
                </a:lnTo>
                <a:lnTo>
                  <a:pt x="282240" y="64797"/>
                </a:lnTo>
                <a:lnTo>
                  <a:pt x="286980" y="41183"/>
                </a:lnTo>
                <a:close/>
                <a:moveTo>
                  <a:pt x="369266" y="82627"/>
                </a:moveTo>
                <a:lnTo>
                  <a:pt x="320299" y="82627"/>
                </a:lnTo>
                <a:lnTo>
                  <a:pt x="321516" y="76365"/>
                </a:lnTo>
                <a:lnTo>
                  <a:pt x="370527" y="76365"/>
                </a:lnTo>
                <a:lnTo>
                  <a:pt x="369266" y="82627"/>
                </a:lnTo>
                <a:close/>
                <a:moveTo>
                  <a:pt x="408630" y="64797"/>
                </a:moveTo>
                <a:lnTo>
                  <a:pt x="414762" y="34269"/>
                </a:lnTo>
                <a:cubicBezTo>
                  <a:pt x="415080" y="32674"/>
                  <a:pt x="415298" y="31384"/>
                  <a:pt x="415414" y="30398"/>
                </a:cubicBezTo>
                <a:cubicBezTo>
                  <a:pt x="415530" y="29412"/>
                  <a:pt x="415566" y="28644"/>
                  <a:pt x="415523" y="28093"/>
                </a:cubicBezTo>
                <a:cubicBezTo>
                  <a:pt x="415479" y="27542"/>
                  <a:pt x="415363" y="27166"/>
                  <a:pt x="415175" y="26963"/>
                </a:cubicBezTo>
                <a:cubicBezTo>
                  <a:pt x="414986" y="26760"/>
                  <a:pt x="414733" y="26658"/>
                  <a:pt x="414414" y="26658"/>
                </a:cubicBezTo>
                <a:cubicBezTo>
                  <a:pt x="413834" y="26658"/>
                  <a:pt x="413160" y="26992"/>
                  <a:pt x="412391" y="27658"/>
                </a:cubicBezTo>
                <a:cubicBezTo>
                  <a:pt x="411623" y="28325"/>
                  <a:pt x="410819" y="29210"/>
                  <a:pt x="409978" y="30311"/>
                </a:cubicBezTo>
                <a:cubicBezTo>
                  <a:pt x="409137" y="31413"/>
                  <a:pt x="408296" y="32681"/>
                  <a:pt x="407456" y="34116"/>
                </a:cubicBezTo>
                <a:cubicBezTo>
                  <a:pt x="406615" y="35552"/>
                  <a:pt x="405825" y="37045"/>
                  <a:pt x="405085" y="38596"/>
                </a:cubicBezTo>
                <a:cubicBezTo>
                  <a:pt x="404346" y="40147"/>
                  <a:pt x="403701" y="41683"/>
                  <a:pt x="403150" y="43205"/>
                </a:cubicBezTo>
                <a:cubicBezTo>
                  <a:pt x="402599" y="44728"/>
                  <a:pt x="402208" y="46141"/>
                  <a:pt x="401976" y="47446"/>
                </a:cubicBezTo>
                <a:lnTo>
                  <a:pt x="398497" y="64797"/>
                </a:lnTo>
                <a:lnTo>
                  <a:pt x="391539" y="64797"/>
                </a:lnTo>
                <a:lnTo>
                  <a:pt x="397671" y="34269"/>
                </a:lnTo>
                <a:cubicBezTo>
                  <a:pt x="397990" y="32674"/>
                  <a:pt x="398207" y="31384"/>
                  <a:pt x="398323" y="30398"/>
                </a:cubicBezTo>
                <a:cubicBezTo>
                  <a:pt x="398439" y="29412"/>
                  <a:pt x="398475" y="28644"/>
                  <a:pt x="398432" y="28093"/>
                </a:cubicBezTo>
                <a:cubicBezTo>
                  <a:pt x="398388" y="27542"/>
                  <a:pt x="398272" y="27166"/>
                  <a:pt x="398084" y="26963"/>
                </a:cubicBezTo>
                <a:cubicBezTo>
                  <a:pt x="397895" y="26760"/>
                  <a:pt x="397642" y="26658"/>
                  <a:pt x="397323" y="26658"/>
                </a:cubicBezTo>
                <a:cubicBezTo>
                  <a:pt x="396743" y="26658"/>
                  <a:pt x="396069" y="26992"/>
                  <a:pt x="395301" y="27658"/>
                </a:cubicBezTo>
                <a:cubicBezTo>
                  <a:pt x="394532" y="28325"/>
                  <a:pt x="393728" y="29210"/>
                  <a:pt x="392887" y="30311"/>
                </a:cubicBezTo>
                <a:cubicBezTo>
                  <a:pt x="392046" y="31413"/>
                  <a:pt x="391198" y="32681"/>
                  <a:pt x="390343" y="34116"/>
                </a:cubicBezTo>
                <a:cubicBezTo>
                  <a:pt x="389488" y="35552"/>
                  <a:pt x="388698" y="37045"/>
                  <a:pt x="387973" y="38596"/>
                </a:cubicBezTo>
                <a:cubicBezTo>
                  <a:pt x="387248" y="40147"/>
                  <a:pt x="386610" y="41683"/>
                  <a:pt x="386059" y="43205"/>
                </a:cubicBezTo>
                <a:cubicBezTo>
                  <a:pt x="385509" y="44728"/>
                  <a:pt x="385103" y="46141"/>
                  <a:pt x="384842" y="47446"/>
                </a:cubicBezTo>
                <a:lnTo>
                  <a:pt x="381363" y="64797"/>
                </a:lnTo>
                <a:lnTo>
                  <a:pt x="374448" y="64797"/>
                </a:lnTo>
                <a:lnTo>
                  <a:pt x="379145" y="41183"/>
                </a:lnTo>
                <a:cubicBezTo>
                  <a:pt x="379261" y="40632"/>
                  <a:pt x="379384" y="39908"/>
                  <a:pt x="379514" y="39009"/>
                </a:cubicBezTo>
                <a:cubicBezTo>
                  <a:pt x="379645" y="38110"/>
                  <a:pt x="379804" y="36900"/>
                  <a:pt x="379993" y="35378"/>
                </a:cubicBezTo>
                <a:cubicBezTo>
                  <a:pt x="380181" y="33855"/>
                  <a:pt x="380406" y="31942"/>
                  <a:pt x="380667" y="29637"/>
                </a:cubicBezTo>
                <a:cubicBezTo>
                  <a:pt x="380928" y="27332"/>
                  <a:pt x="381232" y="24498"/>
                  <a:pt x="381580" y="21135"/>
                </a:cubicBezTo>
                <a:lnTo>
                  <a:pt x="388060" y="21135"/>
                </a:lnTo>
                <a:lnTo>
                  <a:pt x="386973" y="31224"/>
                </a:lnTo>
                <a:cubicBezTo>
                  <a:pt x="387784" y="29746"/>
                  <a:pt x="388625" y="28354"/>
                  <a:pt x="389495" y="27050"/>
                </a:cubicBezTo>
                <a:cubicBezTo>
                  <a:pt x="390365" y="25745"/>
                  <a:pt x="391271" y="24593"/>
                  <a:pt x="392213" y="23592"/>
                </a:cubicBezTo>
                <a:cubicBezTo>
                  <a:pt x="393155" y="22592"/>
                  <a:pt x="394163" y="21802"/>
                  <a:pt x="395235" y="21222"/>
                </a:cubicBezTo>
                <a:cubicBezTo>
                  <a:pt x="396308" y="20642"/>
                  <a:pt x="397453" y="20352"/>
                  <a:pt x="398671" y="20352"/>
                </a:cubicBezTo>
                <a:cubicBezTo>
                  <a:pt x="400150" y="20352"/>
                  <a:pt x="401374" y="20642"/>
                  <a:pt x="402346" y="21222"/>
                </a:cubicBezTo>
                <a:cubicBezTo>
                  <a:pt x="403317" y="21802"/>
                  <a:pt x="404027" y="22585"/>
                  <a:pt x="404477" y="23571"/>
                </a:cubicBezTo>
                <a:cubicBezTo>
                  <a:pt x="404926" y="24556"/>
                  <a:pt x="405122" y="25709"/>
                  <a:pt x="405064" y="27028"/>
                </a:cubicBezTo>
                <a:cubicBezTo>
                  <a:pt x="405006" y="28347"/>
                  <a:pt x="404687" y="29746"/>
                  <a:pt x="404107" y="31224"/>
                </a:cubicBezTo>
                <a:cubicBezTo>
                  <a:pt x="404919" y="29746"/>
                  <a:pt x="405752" y="28354"/>
                  <a:pt x="406607" y="27050"/>
                </a:cubicBezTo>
                <a:cubicBezTo>
                  <a:pt x="407463" y="25745"/>
                  <a:pt x="408362" y="24593"/>
                  <a:pt x="409304" y="23592"/>
                </a:cubicBezTo>
                <a:cubicBezTo>
                  <a:pt x="410246" y="22592"/>
                  <a:pt x="411253" y="21802"/>
                  <a:pt x="412326" y="21222"/>
                </a:cubicBezTo>
                <a:cubicBezTo>
                  <a:pt x="413399" y="20642"/>
                  <a:pt x="414544" y="20352"/>
                  <a:pt x="415762" y="20352"/>
                </a:cubicBezTo>
                <a:cubicBezTo>
                  <a:pt x="418661" y="20352"/>
                  <a:pt x="420611" y="21447"/>
                  <a:pt x="421611" y="23636"/>
                </a:cubicBezTo>
                <a:cubicBezTo>
                  <a:pt x="422611" y="25825"/>
                  <a:pt x="422647" y="29238"/>
                  <a:pt x="421720" y="33877"/>
                </a:cubicBezTo>
                <a:lnTo>
                  <a:pt x="415588" y="64797"/>
                </a:lnTo>
                <a:lnTo>
                  <a:pt x="408630" y="64797"/>
                </a:lnTo>
                <a:close/>
                <a:moveTo>
                  <a:pt x="453005" y="20613"/>
                </a:moveTo>
                <a:cubicBezTo>
                  <a:pt x="454889" y="20613"/>
                  <a:pt x="456687" y="20737"/>
                  <a:pt x="458397" y="20983"/>
                </a:cubicBezTo>
                <a:cubicBezTo>
                  <a:pt x="460108" y="21229"/>
                  <a:pt x="461746" y="21585"/>
                  <a:pt x="463312" y="22048"/>
                </a:cubicBezTo>
                <a:lnTo>
                  <a:pt x="470183" y="20352"/>
                </a:lnTo>
                <a:lnTo>
                  <a:pt x="465269" y="44749"/>
                </a:lnTo>
                <a:cubicBezTo>
                  <a:pt x="465153" y="45300"/>
                  <a:pt x="465029" y="46025"/>
                  <a:pt x="464899" y="46924"/>
                </a:cubicBezTo>
                <a:cubicBezTo>
                  <a:pt x="464768" y="47822"/>
                  <a:pt x="464616" y="49033"/>
                  <a:pt x="464442" y="50555"/>
                </a:cubicBezTo>
                <a:cubicBezTo>
                  <a:pt x="464268" y="52077"/>
                  <a:pt x="464051" y="53990"/>
                  <a:pt x="463790" y="56295"/>
                </a:cubicBezTo>
                <a:cubicBezTo>
                  <a:pt x="463529" y="58600"/>
                  <a:pt x="463225" y="61434"/>
                  <a:pt x="462877" y="64797"/>
                </a:cubicBezTo>
                <a:lnTo>
                  <a:pt x="455745" y="64797"/>
                </a:lnTo>
                <a:lnTo>
                  <a:pt x="456832" y="54752"/>
                </a:lnTo>
                <a:cubicBezTo>
                  <a:pt x="454831" y="58231"/>
                  <a:pt x="452403" y="60905"/>
                  <a:pt x="449548" y="62775"/>
                </a:cubicBezTo>
                <a:cubicBezTo>
                  <a:pt x="446692" y="64645"/>
                  <a:pt x="443597" y="65580"/>
                  <a:pt x="440263" y="65580"/>
                </a:cubicBezTo>
                <a:cubicBezTo>
                  <a:pt x="438176" y="65580"/>
                  <a:pt x="436356" y="65232"/>
                  <a:pt x="434805" y="64536"/>
                </a:cubicBezTo>
                <a:cubicBezTo>
                  <a:pt x="433254" y="63841"/>
                  <a:pt x="431971" y="62848"/>
                  <a:pt x="430956" y="61557"/>
                </a:cubicBezTo>
                <a:cubicBezTo>
                  <a:pt x="429942" y="60267"/>
                  <a:pt x="429188" y="58723"/>
                  <a:pt x="428695" y="56926"/>
                </a:cubicBezTo>
                <a:cubicBezTo>
                  <a:pt x="428202" y="55128"/>
                  <a:pt x="427956" y="53128"/>
                  <a:pt x="427956" y="50925"/>
                </a:cubicBezTo>
                <a:cubicBezTo>
                  <a:pt x="427956" y="46750"/>
                  <a:pt x="428499" y="42829"/>
                  <a:pt x="429587" y="39161"/>
                </a:cubicBezTo>
                <a:cubicBezTo>
                  <a:pt x="430674" y="35494"/>
                  <a:pt x="432276" y="32283"/>
                  <a:pt x="434392" y="29528"/>
                </a:cubicBezTo>
                <a:cubicBezTo>
                  <a:pt x="436508" y="26774"/>
                  <a:pt x="439125" y="24600"/>
                  <a:pt x="442242" y="23005"/>
                </a:cubicBezTo>
                <a:cubicBezTo>
                  <a:pt x="445358" y="21411"/>
                  <a:pt x="448946" y="20613"/>
                  <a:pt x="453005" y="20613"/>
                </a:cubicBezTo>
                <a:moveTo>
                  <a:pt x="435610" y="50185"/>
                </a:moveTo>
                <a:cubicBezTo>
                  <a:pt x="435610" y="52940"/>
                  <a:pt x="436088" y="55099"/>
                  <a:pt x="437045" y="56665"/>
                </a:cubicBezTo>
                <a:cubicBezTo>
                  <a:pt x="438002" y="58231"/>
                  <a:pt x="439553" y="59013"/>
                  <a:pt x="441698" y="59013"/>
                </a:cubicBezTo>
                <a:cubicBezTo>
                  <a:pt x="442945" y="59013"/>
                  <a:pt x="444191" y="58723"/>
                  <a:pt x="445438" y="58144"/>
                </a:cubicBezTo>
                <a:cubicBezTo>
                  <a:pt x="446685" y="57564"/>
                  <a:pt x="447902" y="56766"/>
                  <a:pt x="449091" y="55752"/>
                </a:cubicBezTo>
                <a:cubicBezTo>
                  <a:pt x="450280" y="54737"/>
                  <a:pt x="451403" y="53541"/>
                  <a:pt x="452461" y="52164"/>
                </a:cubicBezTo>
                <a:cubicBezTo>
                  <a:pt x="453520" y="50787"/>
                  <a:pt x="454491" y="49308"/>
                  <a:pt x="455375" y="47728"/>
                </a:cubicBezTo>
                <a:cubicBezTo>
                  <a:pt x="456259" y="46148"/>
                  <a:pt x="457020" y="44496"/>
                  <a:pt x="457658" y="42771"/>
                </a:cubicBezTo>
                <a:cubicBezTo>
                  <a:pt x="458296" y="41046"/>
                  <a:pt x="458789" y="39328"/>
                  <a:pt x="459137" y="37617"/>
                </a:cubicBezTo>
                <a:lnTo>
                  <a:pt x="460920" y="28659"/>
                </a:lnTo>
                <a:cubicBezTo>
                  <a:pt x="459557" y="28079"/>
                  <a:pt x="458158" y="27622"/>
                  <a:pt x="456723" y="27289"/>
                </a:cubicBezTo>
                <a:cubicBezTo>
                  <a:pt x="455288" y="26955"/>
                  <a:pt x="453962" y="26789"/>
                  <a:pt x="452744" y="26789"/>
                </a:cubicBezTo>
                <a:cubicBezTo>
                  <a:pt x="450367" y="26789"/>
                  <a:pt x="448294" y="27195"/>
                  <a:pt x="446525" y="28006"/>
                </a:cubicBezTo>
                <a:cubicBezTo>
                  <a:pt x="444757" y="28818"/>
                  <a:pt x="443235" y="29876"/>
                  <a:pt x="441959" y="31181"/>
                </a:cubicBezTo>
                <a:cubicBezTo>
                  <a:pt x="440683" y="32486"/>
                  <a:pt x="439640" y="33971"/>
                  <a:pt x="438828" y="35638"/>
                </a:cubicBezTo>
                <a:cubicBezTo>
                  <a:pt x="438016" y="37306"/>
                  <a:pt x="437371" y="39009"/>
                  <a:pt x="436893" y="40748"/>
                </a:cubicBezTo>
                <a:cubicBezTo>
                  <a:pt x="436414" y="42488"/>
                  <a:pt x="436081" y="44184"/>
                  <a:pt x="435892" y="45836"/>
                </a:cubicBezTo>
                <a:cubicBezTo>
                  <a:pt x="435704" y="47489"/>
                  <a:pt x="435610" y="48939"/>
                  <a:pt x="435610" y="50185"/>
                </a:cubicBezTo>
                <a:close/>
                <a:moveTo>
                  <a:pt x="514721" y="28485"/>
                </a:moveTo>
                <a:cubicBezTo>
                  <a:pt x="512083" y="27861"/>
                  <a:pt x="509720" y="27401"/>
                  <a:pt x="507633" y="27104"/>
                </a:cubicBezTo>
                <a:cubicBezTo>
                  <a:pt x="505545" y="26807"/>
                  <a:pt x="503690" y="26658"/>
                  <a:pt x="502066" y="26658"/>
                </a:cubicBezTo>
                <a:cubicBezTo>
                  <a:pt x="500066" y="26658"/>
                  <a:pt x="498348" y="26818"/>
                  <a:pt x="496913" y="27137"/>
                </a:cubicBezTo>
                <a:cubicBezTo>
                  <a:pt x="495478" y="27455"/>
                  <a:pt x="494296" y="27905"/>
                  <a:pt x="493369" y="28485"/>
                </a:cubicBezTo>
                <a:cubicBezTo>
                  <a:pt x="492441" y="29065"/>
                  <a:pt x="491760" y="29768"/>
                  <a:pt x="491325" y="30594"/>
                </a:cubicBezTo>
                <a:cubicBezTo>
                  <a:pt x="490890" y="31420"/>
                  <a:pt x="490672" y="32341"/>
                  <a:pt x="490672" y="33355"/>
                </a:cubicBezTo>
                <a:cubicBezTo>
                  <a:pt x="490672" y="34080"/>
                  <a:pt x="490839" y="34725"/>
                  <a:pt x="491173" y="35291"/>
                </a:cubicBezTo>
                <a:cubicBezTo>
                  <a:pt x="491506" y="35856"/>
                  <a:pt x="492035" y="36392"/>
                  <a:pt x="492760" y="36900"/>
                </a:cubicBezTo>
                <a:cubicBezTo>
                  <a:pt x="493485" y="37407"/>
                  <a:pt x="494449" y="37907"/>
                  <a:pt x="495652" y="38400"/>
                </a:cubicBezTo>
                <a:cubicBezTo>
                  <a:pt x="496855" y="38893"/>
                  <a:pt x="498341" y="39415"/>
                  <a:pt x="500109" y="39966"/>
                </a:cubicBezTo>
                <a:cubicBezTo>
                  <a:pt x="502226" y="40661"/>
                  <a:pt x="504031" y="41379"/>
                  <a:pt x="505524" y="42118"/>
                </a:cubicBezTo>
                <a:cubicBezTo>
                  <a:pt x="507017" y="42858"/>
                  <a:pt x="508242" y="43691"/>
                  <a:pt x="509198" y="44619"/>
                </a:cubicBezTo>
                <a:cubicBezTo>
                  <a:pt x="510155" y="45547"/>
                  <a:pt x="510851" y="46576"/>
                  <a:pt x="511286" y="47706"/>
                </a:cubicBezTo>
                <a:cubicBezTo>
                  <a:pt x="511721" y="48837"/>
                  <a:pt x="511938" y="50142"/>
                  <a:pt x="511938" y="51620"/>
                </a:cubicBezTo>
                <a:cubicBezTo>
                  <a:pt x="511938" y="53882"/>
                  <a:pt x="511445" y="55882"/>
                  <a:pt x="510460" y="57622"/>
                </a:cubicBezTo>
                <a:cubicBezTo>
                  <a:pt x="509474" y="59361"/>
                  <a:pt x="508097" y="60818"/>
                  <a:pt x="506328" y="61992"/>
                </a:cubicBezTo>
                <a:cubicBezTo>
                  <a:pt x="504560" y="63166"/>
                  <a:pt x="502436" y="64058"/>
                  <a:pt x="499957" y="64667"/>
                </a:cubicBezTo>
                <a:cubicBezTo>
                  <a:pt x="497478" y="65276"/>
                  <a:pt x="494760" y="65580"/>
                  <a:pt x="491803" y="65580"/>
                </a:cubicBezTo>
                <a:cubicBezTo>
                  <a:pt x="489020" y="65580"/>
                  <a:pt x="486374" y="65460"/>
                  <a:pt x="483867" y="65221"/>
                </a:cubicBezTo>
                <a:cubicBezTo>
                  <a:pt x="481359" y="64983"/>
                  <a:pt x="479018" y="64595"/>
                  <a:pt x="476843" y="64058"/>
                </a:cubicBezTo>
                <a:lnTo>
                  <a:pt x="476843" y="56665"/>
                </a:lnTo>
                <a:cubicBezTo>
                  <a:pt x="479452" y="57520"/>
                  <a:pt x="482047" y="58154"/>
                  <a:pt x="484628" y="58568"/>
                </a:cubicBezTo>
                <a:cubicBezTo>
                  <a:pt x="487208" y="58981"/>
                  <a:pt x="489759" y="59187"/>
                  <a:pt x="492281" y="59187"/>
                </a:cubicBezTo>
                <a:cubicBezTo>
                  <a:pt x="496398" y="59187"/>
                  <a:pt x="499399" y="58607"/>
                  <a:pt x="501284" y="57448"/>
                </a:cubicBezTo>
                <a:cubicBezTo>
                  <a:pt x="503168" y="56288"/>
                  <a:pt x="504110" y="54491"/>
                  <a:pt x="504110" y="52055"/>
                </a:cubicBezTo>
                <a:cubicBezTo>
                  <a:pt x="504110" y="51417"/>
                  <a:pt x="503965" y="50830"/>
                  <a:pt x="503675" y="50294"/>
                </a:cubicBezTo>
                <a:cubicBezTo>
                  <a:pt x="503385" y="49758"/>
                  <a:pt x="502893" y="49250"/>
                  <a:pt x="502197" y="48772"/>
                </a:cubicBezTo>
                <a:cubicBezTo>
                  <a:pt x="501501" y="48294"/>
                  <a:pt x="500544" y="47808"/>
                  <a:pt x="499327" y="47315"/>
                </a:cubicBezTo>
                <a:cubicBezTo>
                  <a:pt x="498109" y="46822"/>
                  <a:pt x="496558" y="46300"/>
                  <a:pt x="494673" y="45749"/>
                </a:cubicBezTo>
                <a:cubicBezTo>
                  <a:pt x="492934" y="45228"/>
                  <a:pt x="491346" y="44641"/>
                  <a:pt x="489911" y="43988"/>
                </a:cubicBezTo>
                <a:cubicBezTo>
                  <a:pt x="488476" y="43336"/>
                  <a:pt x="487237" y="42553"/>
                  <a:pt x="486193" y="41640"/>
                </a:cubicBezTo>
                <a:cubicBezTo>
                  <a:pt x="485149" y="40727"/>
                  <a:pt x="484345" y="39654"/>
                  <a:pt x="483780" y="38422"/>
                </a:cubicBezTo>
                <a:cubicBezTo>
                  <a:pt x="483214" y="37190"/>
                  <a:pt x="482932" y="35762"/>
                  <a:pt x="482932" y="34138"/>
                </a:cubicBezTo>
                <a:cubicBezTo>
                  <a:pt x="482932" y="32196"/>
                  <a:pt x="483323" y="30391"/>
                  <a:pt x="484106" y="28724"/>
                </a:cubicBezTo>
                <a:cubicBezTo>
                  <a:pt x="484889" y="27057"/>
                  <a:pt x="486099" y="25600"/>
                  <a:pt x="487737" y="24353"/>
                </a:cubicBezTo>
                <a:cubicBezTo>
                  <a:pt x="489375" y="23107"/>
                  <a:pt x="491441" y="22128"/>
                  <a:pt x="493934" y="21418"/>
                </a:cubicBezTo>
                <a:cubicBezTo>
                  <a:pt x="496427" y="20708"/>
                  <a:pt x="499370" y="20352"/>
                  <a:pt x="502762" y="20352"/>
                </a:cubicBezTo>
                <a:cubicBezTo>
                  <a:pt x="503574" y="20352"/>
                  <a:pt x="504465" y="20382"/>
                  <a:pt x="505437" y="20442"/>
                </a:cubicBezTo>
                <a:cubicBezTo>
                  <a:pt x="506408" y="20502"/>
                  <a:pt x="507415" y="20599"/>
                  <a:pt x="508459" y="20734"/>
                </a:cubicBezTo>
                <a:cubicBezTo>
                  <a:pt x="509503" y="20868"/>
                  <a:pt x="510554" y="21025"/>
                  <a:pt x="511612" y="21205"/>
                </a:cubicBezTo>
                <a:cubicBezTo>
                  <a:pt x="512670" y="21383"/>
                  <a:pt x="513707" y="21592"/>
                  <a:pt x="514721" y="21831"/>
                </a:cubicBezTo>
                <a:lnTo>
                  <a:pt x="514721" y="28485"/>
                </a:lnTo>
                <a:close/>
                <a:moveTo>
                  <a:pt x="562619" y="64797"/>
                </a:moveTo>
                <a:lnTo>
                  <a:pt x="553095" y="64797"/>
                </a:lnTo>
                <a:lnTo>
                  <a:pt x="538309" y="42270"/>
                </a:lnTo>
                <a:cubicBezTo>
                  <a:pt x="542107" y="42009"/>
                  <a:pt x="545289" y="41567"/>
                  <a:pt x="547855" y="40944"/>
                </a:cubicBezTo>
                <a:cubicBezTo>
                  <a:pt x="550421" y="40321"/>
                  <a:pt x="552479" y="39552"/>
                  <a:pt x="554030" y="38639"/>
                </a:cubicBezTo>
                <a:cubicBezTo>
                  <a:pt x="555581" y="37726"/>
                  <a:pt x="556690" y="36697"/>
                  <a:pt x="557357" y="35552"/>
                </a:cubicBezTo>
                <a:cubicBezTo>
                  <a:pt x="558024" y="34406"/>
                  <a:pt x="558357" y="33196"/>
                  <a:pt x="558357" y="31920"/>
                </a:cubicBezTo>
                <a:cubicBezTo>
                  <a:pt x="558357" y="31224"/>
                  <a:pt x="558249" y="30572"/>
                  <a:pt x="558031" y="29963"/>
                </a:cubicBezTo>
                <a:cubicBezTo>
                  <a:pt x="557814" y="29354"/>
                  <a:pt x="557480" y="28825"/>
                  <a:pt x="557031" y="28376"/>
                </a:cubicBezTo>
                <a:cubicBezTo>
                  <a:pt x="556582" y="27927"/>
                  <a:pt x="556016" y="27564"/>
                  <a:pt x="555335" y="27289"/>
                </a:cubicBezTo>
                <a:cubicBezTo>
                  <a:pt x="554654" y="27013"/>
                  <a:pt x="553849" y="26876"/>
                  <a:pt x="552921" y="26876"/>
                </a:cubicBezTo>
                <a:cubicBezTo>
                  <a:pt x="551066" y="26876"/>
                  <a:pt x="549218" y="27513"/>
                  <a:pt x="547377" y="28789"/>
                </a:cubicBezTo>
                <a:cubicBezTo>
                  <a:pt x="545536" y="30065"/>
                  <a:pt x="543825" y="31725"/>
                  <a:pt x="542245" y="33769"/>
                </a:cubicBezTo>
                <a:cubicBezTo>
                  <a:pt x="540665" y="35812"/>
                  <a:pt x="539288" y="38110"/>
                  <a:pt x="538114" y="40661"/>
                </a:cubicBezTo>
                <a:cubicBezTo>
                  <a:pt x="536940" y="43213"/>
                  <a:pt x="536092" y="45764"/>
                  <a:pt x="535570" y="48315"/>
                </a:cubicBezTo>
                <a:lnTo>
                  <a:pt x="532265" y="64797"/>
                </a:lnTo>
                <a:lnTo>
                  <a:pt x="524698" y="64797"/>
                </a:lnTo>
                <a:lnTo>
                  <a:pt x="536961" y="3305"/>
                </a:lnTo>
                <a:lnTo>
                  <a:pt x="544528" y="3305"/>
                </a:lnTo>
                <a:lnTo>
                  <a:pt x="541006" y="21120"/>
                </a:lnTo>
                <a:lnTo>
                  <a:pt x="538570" y="30398"/>
                </a:lnTo>
                <a:cubicBezTo>
                  <a:pt x="539382" y="28891"/>
                  <a:pt x="540353" y="27521"/>
                  <a:pt x="541484" y="26289"/>
                </a:cubicBezTo>
                <a:cubicBezTo>
                  <a:pt x="542615" y="25056"/>
                  <a:pt x="543861" y="23998"/>
                  <a:pt x="545224" y="23114"/>
                </a:cubicBezTo>
                <a:cubicBezTo>
                  <a:pt x="546587" y="22230"/>
                  <a:pt x="548036" y="21548"/>
                  <a:pt x="549573" y="21070"/>
                </a:cubicBezTo>
                <a:cubicBezTo>
                  <a:pt x="551109" y="20592"/>
                  <a:pt x="552704" y="20352"/>
                  <a:pt x="554357" y="20352"/>
                </a:cubicBezTo>
                <a:cubicBezTo>
                  <a:pt x="556212" y="20352"/>
                  <a:pt x="557857" y="20621"/>
                  <a:pt x="559292" y="21157"/>
                </a:cubicBezTo>
                <a:cubicBezTo>
                  <a:pt x="560728" y="21693"/>
                  <a:pt x="561938" y="22454"/>
                  <a:pt x="562924" y="23440"/>
                </a:cubicBezTo>
                <a:cubicBezTo>
                  <a:pt x="563909" y="24426"/>
                  <a:pt x="564656" y="25600"/>
                  <a:pt x="565163" y="26963"/>
                </a:cubicBezTo>
                <a:cubicBezTo>
                  <a:pt x="565671" y="28325"/>
                  <a:pt x="565924" y="29833"/>
                  <a:pt x="565924" y="31485"/>
                </a:cubicBezTo>
                <a:cubicBezTo>
                  <a:pt x="565924" y="33660"/>
                  <a:pt x="565424" y="35573"/>
                  <a:pt x="564424" y="37226"/>
                </a:cubicBezTo>
                <a:cubicBezTo>
                  <a:pt x="563424" y="38878"/>
                  <a:pt x="562134" y="40306"/>
                  <a:pt x="560554" y="41509"/>
                </a:cubicBezTo>
                <a:cubicBezTo>
                  <a:pt x="558974" y="42713"/>
                  <a:pt x="557191" y="43691"/>
                  <a:pt x="555205" y="44445"/>
                </a:cubicBezTo>
                <a:cubicBezTo>
                  <a:pt x="553219" y="45199"/>
                  <a:pt x="551240" y="45749"/>
                  <a:pt x="549268" y="46097"/>
                </a:cubicBezTo>
                <a:lnTo>
                  <a:pt x="562619" y="64797"/>
                </a:lnTo>
                <a:close/>
                <a:moveTo>
                  <a:pt x="586512" y="0"/>
                </a:moveTo>
                <a:cubicBezTo>
                  <a:pt x="599877" y="12386"/>
                  <a:pt x="606560" y="26164"/>
                  <a:pt x="606560" y="41335"/>
                </a:cubicBezTo>
                <a:cubicBezTo>
                  <a:pt x="606560" y="44468"/>
                  <a:pt x="606241" y="47717"/>
                  <a:pt x="605603" y="51082"/>
                </a:cubicBezTo>
                <a:cubicBezTo>
                  <a:pt x="604965" y="54447"/>
                  <a:pt x="603878" y="57892"/>
                  <a:pt x="602341" y="61416"/>
                </a:cubicBezTo>
                <a:cubicBezTo>
                  <a:pt x="600805" y="64940"/>
                  <a:pt x="598739" y="68515"/>
                  <a:pt x="596144" y="72141"/>
                </a:cubicBezTo>
                <a:cubicBezTo>
                  <a:pt x="593550" y="75767"/>
                  <a:pt x="590281" y="79407"/>
                  <a:pt x="586338" y="83062"/>
                </a:cubicBezTo>
                <a:lnTo>
                  <a:pt x="581946" y="78580"/>
                </a:lnTo>
                <a:cubicBezTo>
                  <a:pt x="587599" y="72982"/>
                  <a:pt x="591817" y="67137"/>
                  <a:pt x="594601" y="61046"/>
                </a:cubicBezTo>
                <a:cubicBezTo>
                  <a:pt x="597384" y="54954"/>
                  <a:pt x="598775" y="48573"/>
                  <a:pt x="598775" y="41901"/>
                </a:cubicBezTo>
                <a:cubicBezTo>
                  <a:pt x="598775" y="28093"/>
                  <a:pt x="593165" y="15678"/>
                  <a:pt x="581946" y="4656"/>
                </a:cubicBezTo>
                <a:lnTo>
                  <a:pt x="586512" y="0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if">
            <a:extLst xmlns:a="http://schemas.openxmlformats.org/drawingml/2006/main">
              <a:ext uri="{FF2B5EF4-FFF2-40B4-BE49-F238E27FC236}">
                <a16:creationId xmlns:a16="http://schemas.microsoft.com/office/drawing/2014/main" id="{50E54C94-CCB6-40D0-9F85-FA90B842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643" y="4820910"/>
            <a:ext cx="94914" cy="80279"/>
          </a:xfrm>
          <a:custGeom xmlns:a="http://schemas.openxmlformats.org/drawingml/2006/main">
            <a:pathLst>
              <a:path w="94914" h="80279">
                <a:moveTo>
                  <a:pt x="16308" y="6219"/>
                </a:moveTo>
                <a:cubicBezTo>
                  <a:pt x="16308" y="5320"/>
                  <a:pt x="16467" y="4494"/>
                  <a:pt x="16786" y="3740"/>
                </a:cubicBezTo>
                <a:cubicBezTo>
                  <a:pt x="17105" y="2986"/>
                  <a:pt x="17547" y="2334"/>
                  <a:pt x="18113" y="1783"/>
                </a:cubicBezTo>
                <a:cubicBezTo>
                  <a:pt x="18678" y="1232"/>
                  <a:pt x="19338" y="797"/>
                  <a:pt x="20092" y="478"/>
                </a:cubicBezTo>
                <a:cubicBezTo>
                  <a:pt x="20845" y="159"/>
                  <a:pt x="21657" y="0"/>
                  <a:pt x="22527" y="0"/>
                </a:cubicBezTo>
                <a:cubicBezTo>
                  <a:pt x="23368" y="0"/>
                  <a:pt x="24136" y="152"/>
                  <a:pt x="24832" y="457"/>
                </a:cubicBezTo>
                <a:cubicBezTo>
                  <a:pt x="25528" y="761"/>
                  <a:pt x="26129" y="1167"/>
                  <a:pt x="26636" y="1674"/>
                </a:cubicBezTo>
                <a:cubicBezTo>
                  <a:pt x="27144" y="2182"/>
                  <a:pt x="27535" y="2783"/>
                  <a:pt x="27811" y="3479"/>
                </a:cubicBezTo>
                <a:cubicBezTo>
                  <a:pt x="28086" y="4175"/>
                  <a:pt x="28224" y="4914"/>
                  <a:pt x="28224" y="5697"/>
                </a:cubicBezTo>
                <a:cubicBezTo>
                  <a:pt x="28224" y="6596"/>
                  <a:pt x="28064" y="7422"/>
                  <a:pt x="27745" y="8176"/>
                </a:cubicBezTo>
                <a:cubicBezTo>
                  <a:pt x="27426" y="8930"/>
                  <a:pt x="26984" y="9582"/>
                  <a:pt x="26419" y="10133"/>
                </a:cubicBezTo>
                <a:cubicBezTo>
                  <a:pt x="25854" y="10684"/>
                  <a:pt x="25194" y="11118"/>
                  <a:pt x="24440" y="11437"/>
                </a:cubicBezTo>
                <a:cubicBezTo>
                  <a:pt x="23687" y="11756"/>
                  <a:pt x="22875" y="11916"/>
                  <a:pt x="22005" y="11916"/>
                </a:cubicBezTo>
                <a:cubicBezTo>
                  <a:pt x="21164" y="11916"/>
                  <a:pt x="20389" y="11764"/>
                  <a:pt x="19678" y="11459"/>
                </a:cubicBezTo>
                <a:cubicBezTo>
                  <a:pt x="18968" y="11155"/>
                  <a:pt x="18366" y="10749"/>
                  <a:pt x="17874" y="10241"/>
                </a:cubicBezTo>
                <a:cubicBezTo>
                  <a:pt x="17381" y="9734"/>
                  <a:pt x="16997" y="9133"/>
                  <a:pt x="16721" y="8437"/>
                </a:cubicBezTo>
                <a:cubicBezTo>
                  <a:pt x="16446" y="7741"/>
                  <a:pt x="16308" y="7002"/>
                  <a:pt x="16308" y="6219"/>
                </a:cubicBezTo>
                <a:moveTo>
                  <a:pt x="34269" y="59274"/>
                </a:moveTo>
                <a:cubicBezTo>
                  <a:pt x="32268" y="60376"/>
                  <a:pt x="30159" y="61238"/>
                  <a:pt x="27941" y="61862"/>
                </a:cubicBezTo>
                <a:cubicBezTo>
                  <a:pt x="25723" y="62485"/>
                  <a:pt x="23353" y="62797"/>
                  <a:pt x="20831" y="62797"/>
                </a:cubicBezTo>
                <a:cubicBezTo>
                  <a:pt x="18772" y="62797"/>
                  <a:pt x="17047" y="62507"/>
                  <a:pt x="15656" y="61927"/>
                </a:cubicBezTo>
                <a:cubicBezTo>
                  <a:pt x="14264" y="61347"/>
                  <a:pt x="13199" y="60427"/>
                  <a:pt x="12459" y="59166"/>
                </a:cubicBezTo>
                <a:cubicBezTo>
                  <a:pt x="11720" y="57904"/>
                  <a:pt x="11307" y="56288"/>
                  <a:pt x="11220" y="54317"/>
                </a:cubicBezTo>
                <a:cubicBezTo>
                  <a:pt x="11133" y="52345"/>
                  <a:pt x="11365" y="49953"/>
                  <a:pt x="11916" y="47141"/>
                </a:cubicBezTo>
                <a:lnTo>
                  <a:pt x="14873" y="32529"/>
                </a:lnTo>
                <a:cubicBezTo>
                  <a:pt x="15221" y="30877"/>
                  <a:pt x="15388" y="29492"/>
                  <a:pt x="15373" y="28376"/>
                </a:cubicBezTo>
                <a:cubicBezTo>
                  <a:pt x="15359" y="27260"/>
                  <a:pt x="15206" y="26368"/>
                  <a:pt x="14916" y="25701"/>
                </a:cubicBezTo>
                <a:cubicBezTo>
                  <a:pt x="14626" y="25035"/>
                  <a:pt x="14199" y="24564"/>
                  <a:pt x="13634" y="24288"/>
                </a:cubicBezTo>
                <a:cubicBezTo>
                  <a:pt x="13068" y="24013"/>
                  <a:pt x="12409" y="23875"/>
                  <a:pt x="11655" y="23875"/>
                </a:cubicBezTo>
                <a:cubicBezTo>
                  <a:pt x="9683" y="23875"/>
                  <a:pt x="7741" y="24264"/>
                  <a:pt x="5827" y="25041"/>
                </a:cubicBezTo>
                <a:cubicBezTo>
                  <a:pt x="3914" y="25817"/>
                  <a:pt x="1971" y="26762"/>
                  <a:pt x="0" y="27876"/>
                </a:cubicBezTo>
                <a:lnTo>
                  <a:pt x="0" y="21179"/>
                </a:lnTo>
                <a:cubicBezTo>
                  <a:pt x="2000" y="20063"/>
                  <a:pt x="4110" y="19183"/>
                  <a:pt x="6328" y="18538"/>
                </a:cubicBezTo>
                <a:cubicBezTo>
                  <a:pt x="8545" y="17892"/>
                  <a:pt x="10916" y="17569"/>
                  <a:pt x="13438" y="17569"/>
                </a:cubicBezTo>
                <a:cubicBezTo>
                  <a:pt x="15496" y="17569"/>
                  <a:pt x="17221" y="17859"/>
                  <a:pt x="18613" y="18439"/>
                </a:cubicBezTo>
                <a:cubicBezTo>
                  <a:pt x="20005" y="19019"/>
                  <a:pt x="21070" y="19939"/>
                  <a:pt x="21809" y="21200"/>
                </a:cubicBezTo>
                <a:cubicBezTo>
                  <a:pt x="22549" y="22462"/>
                  <a:pt x="22962" y="24078"/>
                  <a:pt x="23049" y="26049"/>
                </a:cubicBezTo>
                <a:cubicBezTo>
                  <a:pt x="23136" y="28021"/>
                  <a:pt x="22904" y="30413"/>
                  <a:pt x="22353" y="33225"/>
                </a:cubicBezTo>
                <a:lnTo>
                  <a:pt x="19396" y="47837"/>
                </a:lnTo>
                <a:cubicBezTo>
                  <a:pt x="19077" y="49518"/>
                  <a:pt x="18917" y="50910"/>
                  <a:pt x="18917" y="52012"/>
                </a:cubicBezTo>
                <a:cubicBezTo>
                  <a:pt x="18917" y="53113"/>
                  <a:pt x="19070" y="53998"/>
                  <a:pt x="19374" y="54665"/>
                </a:cubicBezTo>
                <a:cubicBezTo>
                  <a:pt x="19678" y="55331"/>
                  <a:pt x="20106" y="55802"/>
                  <a:pt x="20657" y="56078"/>
                </a:cubicBezTo>
                <a:cubicBezTo>
                  <a:pt x="21208" y="56353"/>
                  <a:pt x="21860" y="56491"/>
                  <a:pt x="22614" y="56491"/>
                </a:cubicBezTo>
                <a:cubicBezTo>
                  <a:pt x="24585" y="56491"/>
                  <a:pt x="26528" y="56107"/>
                  <a:pt x="28441" y="55339"/>
                </a:cubicBezTo>
                <a:cubicBezTo>
                  <a:pt x="30355" y="54570"/>
                  <a:pt x="32297" y="53650"/>
                  <a:pt x="34269" y="52577"/>
                </a:cubicBezTo>
                <a:lnTo>
                  <a:pt x="34269" y="59274"/>
                </a:lnTo>
                <a:close/>
                <a:moveTo>
                  <a:pt x="62037" y="62782"/>
                </a:moveTo>
                <a:cubicBezTo>
                  <a:pt x="61428" y="65800"/>
                  <a:pt x="60573" y="68404"/>
                  <a:pt x="59471" y="70595"/>
                </a:cubicBezTo>
                <a:cubicBezTo>
                  <a:pt x="58369" y="72785"/>
                  <a:pt x="56970" y="74599"/>
                  <a:pt x="55274" y="76035"/>
                </a:cubicBezTo>
                <a:cubicBezTo>
                  <a:pt x="53578" y="77472"/>
                  <a:pt x="51563" y="78538"/>
                  <a:pt x="49230" y="79234"/>
                </a:cubicBezTo>
                <a:cubicBezTo>
                  <a:pt x="46896" y="79931"/>
                  <a:pt x="44192" y="80279"/>
                  <a:pt x="41119" y="80279"/>
                </a:cubicBezTo>
                <a:cubicBezTo>
                  <a:pt x="40539" y="80279"/>
                  <a:pt x="39843" y="80265"/>
                  <a:pt x="39032" y="80236"/>
                </a:cubicBezTo>
                <a:cubicBezTo>
                  <a:pt x="38220" y="80207"/>
                  <a:pt x="37524" y="80163"/>
                  <a:pt x="36944" y="80105"/>
                </a:cubicBezTo>
                <a:lnTo>
                  <a:pt x="38162" y="73582"/>
                </a:lnTo>
                <a:cubicBezTo>
                  <a:pt x="39495" y="73756"/>
                  <a:pt x="40742" y="73843"/>
                  <a:pt x="41902" y="73843"/>
                </a:cubicBezTo>
                <a:cubicBezTo>
                  <a:pt x="45352" y="73843"/>
                  <a:pt x="48106" y="72957"/>
                  <a:pt x="50165" y="71185"/>
                </a:cubicBezTo>
                <a:cubicBezTo>
                  <a:pt x="52223" y="69412"/>
                  <a:pt x="53629" y="66611"/>
                  <a:pt x="54383" y="62781"/>
                </a:cubicBezTo>
                <a:lnTo>
                  <a:pt x="60776" y="30964"/>
                </a:lnTo>
                <a:lnTo>
                  <a:pt x="46729" y="30964"/>
                </a:lnTo>
                <a:lnTo>
                  <a:pt x="47990" y="24658"/>
                </a:lnTo>
                <a:lnTo>
                  <a:pt x="62037" y="24658"/>
                </a:lnTo>
                <a:lnTo>
                  <a:pt x="63472" y="17439"/>
                </a:lnTo>
                <a:cubicBezTo>
                  <a:pt x="64632" y="11669"/>
                  <a:pt x="66893" y="7320"/>
                  <a:pt x="70256" y="4392"/>
                </a:cubicBezTo>
                <a:cubicBezTo>
                  <a:pt x="73619" y="1464"/>
                  <a:pt x="78330" y="0"/>
                  <a:pt x="84390" y="0"/>
                </a:cubicBezTo>
                <a:cubicBezTo>
                  <a:pt x="85926" y="0"/>
                  <a:pt x="87615" y="87"/>
                  <a:pt x="89456" y="262"/>
                </a:cubicBezTo>
                <a:cubicBezTo>
                  <a:pt x="91297" y="437"/>
                  <a:pt x="93116" y="699"/>
                  <a:pt x="94914" y="1049"/>
                </a:cubicBezTo>
                <a:lnTo>
                  <a:pt x="93566" y="7523"/>
                </a:lnTo>
                <a:cubicBezTo>
                  <a:pt x="91913" y="7133"/>
                  <a:pt x="90253" y="6833"/>
                  <a:pt x="88586" y="6622"/>
                </a:cubicBezTo>
                <a:cubicBezTo>
                  <a:pt x="86919" y="6411"/>
                  <a:pt x="85259" y="6306"/>
                  <a:pt x="83607" y="6306"/>
                </a:cubicBezTo>
                <a:cubicBezTo>
                  <a:pt x="80157" y="6306"/>
                  <a:pt x="77403" y="7234"/>
                  <a:pt x="75344" y="9089"/>
                </a:cubicBezTo>
                <a:cubicBezTo>
                  <a:pt x="73286" y="10945"/>
                  <a:pt x="71880" y="13728"/>
                  <a:pt x="71126" y="17439"/>
                </a:cubicBezTo>
                <a:lnTo>
                  <a:pt x="69691" y="24658"/>
                </a:lnTo>
                <a:lnTo>
                  <a:pt x="88869" y="24658"/>
                </a:lnTo>
                <a:lnTo>
                  <a:pt x="87608" y="30964"/>
                </a:lnTo>
                <a:lnTo>
                  <a:pt x="68473" y="30964"/>
                </a:lnTo>
                <a:lnTo>
                  <a:pt x="62037" y="62782"/>
                </a:lnTo>
                <a:moveTo>
                  <a:pt x="41467" y="18352"/>
                </a:moveTo>
                <a:lnTo>
                  <a:pt x="41467" y="18352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legal">
            <a:extLst xmlns:a="http://schemas.openxmlformats.org/drawingml/2006/main">
              <a:ext uri="{FF2B5EF4-FFF2-40B4-BE49-F238E27FC236}">
                <a16:creationId xmlns:a16="http://schemas.microsoft.com/office/drawing/2014/main" id="{30A7E45F-AA00-48D9-BFAE-15661AF1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136" y="4821432"/>
            <a:ext cx="228187" cy="79757"/>
          </a:xfrm>
          <a:custGeom xmlns:a="http://schemas.openxmlformats.org/drawingml/2006/main">
            <a:pathLst>
              <a:path w="228187" h="79757">
                <a:moveTo>
                  <a:pt x="14351" y="6219"/>
                </a:moveTo>
                <a:lnTo>
                  <a:pt x="1435" y="6219"/>
                </a:lnTo>
                <a:lnTo>
                  <a:pt x="1435" y="0"/>
                </a:lnTo>
                <a:lnTo>
                  <a:pt x="22005" y="0"/>
                </a:lnTo>
                <a:lnTo>
                  <a:pt x="22005" y="55186"/>
                </a:lnTo>
                <a:lnTo>
                  <a:pt x="35008" y="55186"/>
                </a:lnTo>
                <a:lnTo>
                  <a:pt x="35008" y="61492"/>
                </a:lnTo>
                <a:lnTo>
                  <a:pt x="0" y="61492"/>
                </a:lnTo>
                <a:lnTo>
                  <a:pt x="0" y="55186"/>
                </a:lnTo>
                <a:lnTo>
                  <a:pt x="14351" y="55186"/>
                </a:lnTo>
                <a:lnTo>
                  <a:pt x="14351" y="6219"/>
                </a:lnTo>
                <a:close/>
                <a:moveTo>
                  <a:pt x="85341" y="37356"/>
                </a:moveTo>
                <a:cubicBezTo>
                  <a:pt x="85341" y="38429"/>
                  <a:pt x="85327" y="39328"/>
                  <a:pt x="85298" y="40053"/>
                </a:cubicBezTo>
                <a:cubicBezTo>
                  <a:pt x="85269" y="40777"/>
                  <a:pt x="85225" y="41459"/>
                  <a:pt x="85167" y="42096"/>
                </a:cubicBezTo>
                <a:lnTo>
                  <a:pt x="54508" y="42096"/>
                </a:lnTo>
                <a:cubicBezTo>
                  <a:pt x="54508" y="46561"/>
                  <a:pt x="55755" y="49990"/>
                  <a:pt x="58248" y="52381"/>
                </a:cubicBezTo>
                <a:cubicBezTo>
                  <a:pt x="60741" y="54773"/>
                  <a:pt x="64336" y="55969"/>
                  <a:pt x="69033" y="55969"/>
                </a:cubicBezTo>
                <a:cubicBezTo>
                  <a:pt x="70309" y="55969"/>
                  <a:pt x="71584" y="55918"/>
                  <a:pt x="72860" y="55814"/>
                </a:cubicBezTo>
                <a:cubicBezTo>
                  <a:pt x="74136" y="55710"/>
                  <a:pt x="75368" y="55569"/>
                  <a:pt x="76557" y="55392"/>
                </a:cubicBezTo>
                <a:cubicBezTo>
                  <a:pt x="77745" y="55213"/>
                  <a:pt x="78883" y="55013"/>
                  <a:pt x="79970" y="54791"/>
                </a:cubicBezTo>
                <a:cubicBezTo>
                  <a:pt x="81058" y="54568"/>
                  <a:pt x="82065" y="54323"/>
                  <a:pt x="82993" y="54056"/>
                </a:cubicBezTo>
                <a:lnTo>
                  <a:pt x="82993" y="60274"/>
                </a:lnTo>
                <a:cubicBezTo>
                  <a:pt x="80934" y="60867"/>
                  <a:pt x="78608" y="61349"/>
                  <a:pt x="76013" y="61719"/>
                </a:cubicBezTo>
                <a:cubicBezTo>
                  <a:pt x="73418" y="62090"/>
                  <a:pt x="70729" y="62275"/>
                  <a:pt x="67946" y="62275"/>
                </a:cubicBezTo>
                <a:cubicBezTo>
                  <a:pt x="64206" y="62275"/>
                  <a:pt x="60988" y="61768"/>
                  <a:pt x="58292" y="60753"/>
                </a:cubicBezTo>
                <a:cubicBezTo>
                  <a:pt x="55595" y="59738"/>
                  <a:pt x="53385" y="58267"/>
                  <a:pt x="51660" y="56339"/>
                </a:cubicBezTo>
                <a:cubicBezTo>
                  <a:pt x="49935" y="54411"/>
                  <a:pt x="48659" y="52048"/>
                  <a:pt x="47833" y="49250"/>
                </a:cubicBezTo>
                <a:cubicBezTo>
                  <a:pt x="47006" y="46453"/>
                  <a:pt x="46593" y="43285"/>
                  <a:pt x="46593" y="39748"/>
                </a:cubicBezTo>
                <a:cubicBezTo>
                  <a:pt x="46593" y="36675"/>
                  <a:pt x="47035" y="33769"/>
                  <a:pt x="47920" y="31029"/>
                </a:cubicBezTo>
                <a:cubicBezTo>
                  <a:pt x="48804" y="28289"/>
                  <a:pt x="50094" y="25883"/>
                  <a:pt x="51790" y="23810"/>
                </a:cubicBezTo>
                <a:cubicBezTo>
                  <a:pt x="53486" y="21737"/>
                  <a:pt x="55566" y="20091"/>
                  <a:pt x="58031" y="18874"/>
                </a:cubicBezTo>
                <a:cubicBezTo>
                  <a:pt x="60495" y="17656"/>
                  <a:pt x="63293" y="17047"/>
                  <a:pt x="66424" y="17047"/>
                </a:cubicBezTo>
                <a:cubicBezTo>
                  <a:pt x="69468" y="17047"/>
                  <a:pt x="72164" y="17526"/>
                  <a:pt x="74513" y="18482"/>
                </a:cubicBezTo>
                <a:cubicBezTo>
                  <a:pt x="76861" y="19439"/>
                  <a:pt x="78840" y="20795"/>
                  <a:pt x="80449" y="22549"/>
                </a:cubicBezTo>
                <a:cubicBezTo>
                  <a:pt x="82058" y="24303"/>
                  <a:pt x="83275" y="26434"/>
                  <a:pt x="84102" y="28941"/>
                </a:cubicBezTo>
                <a:cubicBezTo>
                  <a:pt x="84928" y="31449"/>
                  <a:pt x="85341" y="34254"/>
                  <a:pt x="85341" y="37356"/>
                </a:cubicBezTo>
                <a:moveTo>
                  <a:pt x="77470" y="36269"/>
                </a:moveTo>
                <a:cubicBezTo>
                  <a:pt x="77557" y="34327"/>
                  <a:pt x="77368" y="32551"/>
                  <a:pt x="76904" y="30942"/>
                </a:cubicBezTo>
                <a:cubicBezTo>
                  <a:pt x="76441" y="29333"/>
                  <a:pt x="75723" y="27948"/>
                  <a:pt x="74752" y="26789"/>
                </a:cubicBezTo>
                <a:cubicBezTo>
                  <a:pt x="73781" y="25629"/>
                  <a:pt x="72570" y="24723"/>
                  <a:pt x="71121" y="24071"/>
                </a:cubicBezTo>
                <a:cubicBezTo>
                  <a:pt x="69671" y="23418"/>
                  <a:pt x="67989" y="23092"/>
                  <a:pt x="66076" y="23092"/>
                </a:cubicBezTo>
                <a:cubicBezTo>
                  <a:pt x="64423" y="23092"/>
                  <a:pt x="62916" y="23411"/>
                  <a:pt x="61553" y="24049"/>
                </a:cubicBezTo>
                <a:cubicBezTo>
                  <a:pt x="60191" y="24687"/>
                  <a:pt x="59016" y="25585"/>
                  <a:pt x="58031" y="26745"/>
                </a:cubicBezTo>
                <a:cubicBezTo>
                  <a:pt x="57045" y="27905"/>
                  <a:pt x="56248" y="29296"/>
                  <a:pt x="55639" y="30920"/>
                </a:cubicBezTo>
                <a:cubicBezTo>
                  <a:pt x="55030" y="32544"/>
                  <a:pt x="54653" y="34327"/>
                  <a:pt x="54508" y="36269"/>
                </a:cubicBezTo>
                <a:lnTo>
                  <a:pt x="77470" y="36269"/>
                </a:lnTo>
                <a:close/>
                <a:moveTo>
                  <a:pt x="128445" y="24005"/>
                </a:moveTo>
                <a:cubicBezTo>
                  <a:pt x="129256" y="25020"/>
                  <a:pt x="129887" y="26202"/>
                  <a:pt x="130336" y="27550"/>
                </a:cubicBezTo>
                <a:cubicBezTo>
                  <a:pt x="130786" y="28898"/>
                  <a:pt x="131010" y="30355"/>
                  <a:pt x="131010" y="31920"/>
                </a:cubicBezTo>
                <a:cubicBezTo>
                  <a:pt x="131010" y="34182"/>
                  <a:pt x="130597" y="36247"/>
                  <a:pt x="129771" y="38117"/>
                </a:cubicBezTo>
                <a:cubicBezTo>
                  <a:pt x="128945" y="39987"/>
                  <a:pt x="127778" y="41589"/>
                  <a:pt x="126270" y="42923"/>
                </a:cubicBezTo>
                <a:cubicBezTo>
                  <a:pt x="124763" y="44256"/>
                  <a:pt x="122958" y="45293"/>
                  <a:pt x="120856" y="46032"/>
                </a:cubicBezTo>
                <a:cubicBezTo>
                  <a:pt x="118754" y="46771"/>
                  <a:pt x="116442" y="47141"/>
                  <a:pt x="113920" y="47141"/>
                </a:cubicBezTo>
                <a:cubicBezTo>
                  <a:pt x="112093" y="47141"/>
                  <a:pt x="110383" y="46945"/>
                  <a:pt x="108788" y="46554"/>
                </a:cubicBezTo>
                <a:cubicBezTo>
                  <a:pt x="107193" y="46163"/>
                  <a:pt x="105932" y="45677"/>
                  <a:pt x="105005" y="45097"/>
                </a:cubicBezTo>
                <a:cubicBezTo>
                  <a:pt x="104454" y="45909"/>
                  <a:pt x="103990" y="46676"/>
                  <a:pt x="103613" y="47398"/>
                </a:cubicBezTo>
                <a:cubicBezTo>
                  <a:pt x="103236" y="48119"/>
                  <a:pt x="103048" y="48926"/>
                  <a:pt x="103048" y="49820"/>
                </a:cubicBezTo>
                <a:cubicBezTo>
                  <a:pt x="103048" y="50914"/>
                  <a:pt x="103577" y="51822"/>
                  <a:pt x="104635" y="52542"/>
                </a:cubicBezTo>
                <a:cubicBezTo>
                  <a:pt x="105693" y="53261"/>
                  <a:pt x="107092" y="53650"/>
                  <a:pt x="108831" y="53708"/>
                </a:cubicBezTo>
                <a:lnTo>
                  <a:pt x="120312" y="54143"/>
                </a:lnTo>
                <a:cubicBezTo>
                  <a:pt x="122487" y="54201"/>
                  <a:pt x="124494" y="54477"/>
                  <a:pt x="126335" y="54970"/>
                </a:cubicBezTo>
                <a:cubicBezTo>
                  <a:pt x="128176" y="55464"/>
                  <a:pt x="129757" y="56176"/>
                  <a:pt x="131076" y="57105"/>
                </a:cubicBezTo>
                <a:cubicBezTo>
                  <a:pt x="132395" y="58034"/>
                  <a:pt x="133424" y="59181"/>
                  <a:pt x="134163" y="60546"/>
                </a:cubicBezTo>
                <a:cubicBezTo>
                  <a:pt x="134903" y="61911"/>
                  <a:pt x="135272" y="63494"/>
                  <a:pt x="135272" y="65295"/>
                </a:cubicBezTo>
                <a:cubicBezTo>
                  <a:pt x="135272" y="67241"/>
                  <a:pt x="134852" y="69085"/>
                  <a:pt x="134011" y="70827"/>
                </a:cubicBezTo>
                <a:cubicBezTo>
                  <a:pt x="133170" y="72569"/>
                  <a:pt x="131873" y="74101"/>
                  <a:pt x="130119" y="75422"/>
                </a:cubicBezTo>
                <a:cubicBezTo>
                  <a:pt x="128365" y="76744"/>
                  <a:pt x="126140" y="77797"/>
                  <a:pt x="123443" y="78580"/>
                </a:cubicBezTo>
                <a:cubicBezTo>
                  <a:pt x="120747" y="79365"/>
                  <a:pt x="117544" y="79757"/>
                  <a:pt x="113833" y="79757"/>
                </a:cubicBezTo>
                <a:cubicBezTo>
                  <a:pt x="110296" y="79757"/>
                  <a:pt x="107288" y="79474"/>
                  <a:pt x="104809" y="78908"/>
                </a:cubicBezTo>
                <a:cubicBezTo>
                  <a:pt x="102330" y="78342"/>
                  <a:pt x="100293" y="77557"/>
                  <a:pt x="98699" y="76555"/>
                </a:cubicBezTo>
                <a:cubicBezTo>
                  <a:pt x="97104" y="75553"/>
                  <a:pt x="95945" y="74362"/>
                  <a:pt x="95220" y="72983"/>
                </a:cubicBezTo>
                <a:cubicBezTo>
                  <a:pt x="94495" y="71604"/>
                  <a:pt x="94133" y="70086"/>
                  <a:pt x="94133" y="68431"/>
                </a:cubicBezTo>
                <a:cubicBezTo>
                  <a:pt x="94133" y="66311"/>
                  <a:pt x="94625" y="64453"/>
                  <a:pt x="95611" y="62855"/>
                </a:cubicBezTo>
                <a:cubicBezTo>
                  <a:pt x="96597" y="61259"/>
                  <a:pt x="98119" y="59720"/>
                  <a:pt x="100177" y="58239"/>
                </a:cubicBezTo>
                <a:cubicBezTo>
                  <a:pt x="99424" y="57892"/>
                  <a:pt x="98771" y="57458"/>
                  <a:pt x="98220" y="56937"/>
                </a:cubicBezTo>
                <a:cubicBezTo>
                  <a:pt x="97670" y="56416"/>
                  <a:pt x="97220" y="55845"/>
                  <a:pt x="96872" y="55223"/>
                </a:cubicBezTo>
                <a:cubicBezTo>
                  <a:pt x="96524" y="54601"/>
                  <a:pt x="96263" y="53942"/>
                  <a:pt x="96089" y="53248"/>
                </a:cubicBezTo>
                <a:cubicBezTo>
                  <a:pt x="95916" y="52554"/>
                  <a:pt x="95829" y="51874"/>
                  <a:pt x="95829" y="51209"/>
                </a:cubicBezTo>
                <a:cubicBezTo>
                  <a:pt x="95829" y="49328"/>
                  <a:pt x="96271" y="47606"/>
                  <a:pt x="97155" y="46044"/>
                </a:cubicBezTo>
                <a:cubicBezTo>
                  <a:pt x="98039" y="44482"/>
                  <a:pt x="99090" y="43007"/>
                  <a:pt x="100308" y="41618"/>
                </a:cubicBezTo>
                <a:cubicBezTo>
                  <a:pt x="99757" y="40951"/>
                  <a:pt x="99271" y="40299"/>
                  <a:pt x="98851" y="39661"/>
                </a:cubicBezTo>
                <a:cubicBezTo>
                  <a:pt x="98431" y="39023"/>
                  <a:pt x="98068" y="38335"/>
                  <a:pt x="97764" y="37595"/>
                </a:cubicBezTo>
                <a:cubicBezTo>
                  <a:pt x="97459" y="36856"/>
                  <a:pt x="97227" y="36059"/>
                  <a:pt x="97068" y="35204"/>
                </a:cubicBezTo>
                <a:cubicBezTo>
                  <a:pt x="96909" y="34348"/>
                  <a:pt x="96829" y="33370"/>
                  <a:pt x="96829" y="32268"/>
                </a:cubicBezTo>
                <a:cubicBezTo>
                  <a:pt x="96829" y="30007"/>
                  <a:pt x="97242" y="27941"/>
                  <a:pt x="98068" y="26071"/>
                </a:cubicBezTo>
                <a:cubicBezTo>
                  <a:pt x="98894" y="24201"/>
                  <a:pt x="100054" y="22599"/>
                  <a:pt x="101547" y="21266"/>
                </a:cubicBezTo>
                <a:cubicBezTo>
                  <a:pt x="103040" y="19932"/>
                  <a:pt x="104838" y="18896"/>
                  <a:pt x="106940" y="18156"/>
                </a:cubicBezTo>
                <a:cubicBezTo>
                  <a:pt x="109042" y="17417"/>
                  <a:pt x="111368" y="17047"/>
                  <a:pt x="113920" y="17047"/>
                </a:cubicBezTo>
                <a:cubicBezTo>
                  <a:pt x="114992" y="17047"/>
                  <a:pt x="116022" y="17120"/>
                  <a:pt x="117007" y="17265"/>
                </a:cubicBezTo>
                <a:cubicBezTo>
                  <a:pt x="117993" y="17410"/>
                  <a:pt x="118863" y="17598"/>
                  <a:pt x="119617" y="17830"/>
                </a:cubicBezTo>
                <a:lnTo>
                  <a:pt x="135446" y="17830"/>
                </a:lnTo>
                <a:lnTo>
                  <a:pt x="135446" y="24005"/>
                </a:lnTo>
                <a:lnTo>
                  <a:pt x="128445" y="24005"/>
                </a:lnTo>
                <a:moveTo>
                  <a:pt x="102178" y="67779"/>
                </a:moveTo>
                <a:cubicBezTo>
                  <a:pt x="102178" y="69844"/>
                  <a:pt x="103251" y="71349"/>
                  <a:pt x="105396" y="72294"/>
                </a:cubicBezTo>
                <a:cubicBezTo>
                  <a:pt x="107541" y="73239"/>
                  <a:pt x="110528" y="73712"/>
                  <a:pt x="114354" y="73712"/>
                </a:cubicBezTo>
                <a:cubicBezTo>
                  <a:pt x="116761" y="73712"/>
                  <a:pt x="118783" y="73494"/>
                  <a:pt x="120421" y="73057"/>
                </a:cubicBezTo>
                <a:cubicBezTo>
                  <a:pt x="122059" y="72621"/>
                  <a:pt x="123378" y="72047"/>
                  <a:pt x="124378" y="71334"/>
                </a:cubicBezTo>
                <a:cubicBezTo>
                  <a:pt x="125379" y="70621"/>
                  <a:pt x="126096" y="69807"/>
                  <a:pt x="126531" y="68891"/>
                </a:cubicBezTo>
                <a:cubicBezTo>
                  <a:pt x="126966" y="67975"/>
                  <a:pt x="127183" y="67036"/>
                  <a:pt x="127183" y="66076"/>
                </a:cubicBezTo>
                <a:cubicBezTo>
                  <a:pt x="127183" y="64301"/>
                  <a:pt x="126459" y="62992"/>
                  <a:pt x="125009" y="62149"/>
                </a:cubicBezTo>
                <a:cubicBezTo>
                  <a:pt x="123559" y="61305"/>
                  <a:pt x="121342" y="60811"/>
                  <a:pt x="118355" y="60666"/>
                </a:cubicBezTo>
                <a:lnTo>
                  <a:pt x="106962" y="60274"/>
                </a:lnTo>
                <a:cubicBezTo>
                  <a:pt x="106005" y="60914"/>
                  <a:pt x="105215" y="61539"/>
                  <a:pt x="104591" y="62150"/>
                </a:cubicBezTo>
                <a:cubicBezTo>
                  <a:pt x="103968" y="62761"/>
                  <a:pt x="103482" y="63380"/>
                  <a:pt x="103135" y="64005"/>
                </a:cubicBezTo>
                <a:cubicBezTo>
                  <a:pt x="102787" y="64630"/>
                  <a:pt x="102540" y="65255"/>
                  <a:pt x="102395" y="65880"/>
                </a:cubicBezTo>
                <a:cubicBezTo>
                  <a:pt x="102250" y="66506"/>
                  <a:pt x="102178" y="67139"/>
                  <a:pt x="102178" y="67779"/>
                </a:cubicBezTo>
                <a:moveTo>
                  <a:pt x="104483" y="32094"/>
                </a:moveTo>
                <a:cubicBezTo>
                  <a:pt x="104483" y="33486"/>
                  <a:pt x="104715" y="34761"/>
                  <a:pt x="105178" y="35921"/>
                </a:cubicBezTo>
                <a:cubicBezTo>
                  <a:pt x="105642" y="37081"/>
                  <a:pt x="106295" y="38067"/>
                  <a:pt x="107135" y="38878"/>
                </a:cubicBezTo>
                <a:cubicBezTo>
                  <a:pt x="107976" y="39690"/>
                  <a:pt x="108969" y="40321"/>
                  <a:pt x="110114" y="40770"/>
                </a:cubicBezTo>
                <a:cubicBezTo>
                  <a:pt x="111260" y="41219"/>
                  <a:pt x="112528" y="41444"/>
                  <a:pt x="113920" y="41444"/>
                </a:cubicBezTo>
                <a:cubicBezTo>
                  <a:pt x="115427" y="41444"/>
                  <a:pt x="116768" y="41190"/>
                  <a:pt x="117942" y="40683"/>
                </a:cubicBezTo>
                <a:cubicBezTo>
                  <a:pt x="119116" y="40176"/>
                  <a:pt x="120102" y="39487"/>
                  <a:pt x="120899" y="38617"/>
                </a:cubicBezTo>
                <a:cubicBezTo>
                  <a:pt x="121697" y="37748"/>
                  <a:pt x="122306" y="36747"/>
                  <a:pt x="122726" y="35617"/>
                </a:cubicBezTo>
                <a:cubicBezTo>
                  <a:pt x="123146" y="34486"/>
                  <a:pt x="123357" y="33312"/>
                  <a:pt x="123357" y="32094"/>
                </a:cubicBezTo>
                <a:cubicBezTo>
                  <a:pt x="123357" y="30703"/>
                  <a:pt x="123125" y="29427"/>
                  <a:pt x="122661" y="28267"/>
                </a:cubicBezTo>
                <a:cubicBezTo>
                  <a:pt x="122197" y="27108"/>
                  <a:pt x="121545" y="26122"/>
                  <a:pt x="120704" y="25310"/>
                </a:cubicBezTo>
                <a:cubicBezTo>
                  <a:pt x="119863" y="24498"/>
                  <a:pt x="118870" y="23868"/>
                  <a:pt x="117725" y="23418"/>
                </a:cubicBezTo>
                <a:cubicBezTo>
                  <a:pt x="116580" y="22969"/>
                  <a:pt x="115311" y="22744"/>
                  <a:pt x="113920" y="22744"/>
                </a:cubicBezTo>
                <a:cubicBezTo>
                  <a:pt x="112412" y="22744"/>
                  <a:pt x="111071" y="23005"/>
                  <a:pt x="109897" y="23527"/>
                </a:cubicBezTo>
                <a:cubicBezTo>
                  <a:pt x="108723" y="24049"/>
                  <a:pt x="107737" y="24737"/>
                  <a:pt x="106940" y="25593"/>
                </a:cubicBezTo>
                <a:cubicBezTo>
                  <a:pt x="106142" y="26448"/>
                  <a:pt x="105534" y="27441"/>
                  <a:pt x="105113" y="28572"/>
                </a:cubicBezTo>
                <a:cubicBezTo>
                  <a:pt x="104693" y="29702"/>
                  <a:pt x="104483" y="30877"/>
                  <a:pt x="104483" y="32094"/>
                </a:cubicBezTo>
                <a:close/>
                <a:moveTo>
                  <a:pt x="171722" y="61492"/>
                </a:moveTo>
                <a:lnTo>
                  <a:pt x="171548" y="55609"/>
                </a:lnTo>
                <a:cubicBezTo>
                  <a:pt x="169171" y="57962"/>
                  <a:pt x="166757" y="59661"/>
                  <a:pt x="164307" y="60707"/>
                </a:cubicBezTo>
                <a:cubicBezTo>
                  <a:pt x="161857" y="61752"/>
                  <a:pt x="159284" y="62275"/>
                  <a:pt x="156588" y="62275"/>
                </a:cubicBezTo>
                <a:cubicBezTo>
                  <a:pt x="154095" y="62275"/>
                  <a:pt x="151964" y="61956"/>
                  <a:pt x="150195" y="61317"/>
                </a:cubicBezTo>
                <a:cubicBezTo>
                  <a:pt x="148427" y="60678"/>
                  <a:pt x="146970" y="59800"/>
                  <a:pt x="145825" y="58682"/>
                </a:cubicBezTo>
                <a:cubicBezTo>
                  <a:pt x="144679" y="57564"/>
                  <a:pt x="143839" y="56250"/>
                  <a:pt x="143302" y="54739"/>
                </a:cubicBezTo>
                <a:cubicBezTo>
                  <a:pt x="142766" y="53229"/>
                  <a:pt x="142498" y="51588"/>
                  <a:pt x="142498" y="49817"/>
                </a:cubicBezTo>
                <a:cubicBezTo>
                  <a:pt x="142498" y="45432"/>
                  <a:pt x="144129" y="41998"/>
                  <a:pt x="147390" y="39516"/>
                </a:cubicBezTo>
                <a:cubicBezTo>
                  <a:pt x="150652" y="37032"/>
                  <a:pt x="155472" y="35791"/>
                  <a:pt x="161850" y="35791"/>
                </a:cubicBezTo>
                <a:lnTo>
                  <a:pt x="170896" y="35791"/>
                </a:lnTo>
                <a:lnTo>
                  <a:pt x="170896" y="31977"/>
                </a:lnTo>
                <a:cubicBezTo>
                  <a:pt x="170896" y="29406"/>
                  <a:pt x="170069" y="27348"/>
                  <a:pt x="168417" y="25802"/>
                </a:cubicBezTo>
                <a:cubicBezTo>
                  <a:pt x="166764" y="24256"/>
                  <a:pt x="164242" y="23484"/>
                  <a:pt x="160850" y="23484"/>
                </a:cubicBezTo>
                <a:cubicBezTo>
                  <a:pt x="158385" y="23484"/>
                  <a:pt x="155957" y="23763"/>
                  <a:pt x="153566" y="24322"/>
                </a:cubicBezTo>
                <a:cubicBezTo>
                  <a:pt x="151174" y="24880"/>
                  <a:pt x="148702" y="25673"/>
                  <a:pt x="146151" y="26702"/>
                </a:cubicBezTo>
                <a:lnTo>
                  <a:pt x="146151" y="19874"/>
                </a:lnTo>
                <a:cubicBezTo>
                  <a:pt x="147108" y="19521"/>
                  <a:pt x="148173" y="19175"/>
                  <a:pt x="149347" y="18836"/>
                </a:cubicBezTo>
                <a:cubicBezTo>
                  <a:pt x="150521" y="18497"/>
                  <a:pt x="151761" y="18195"/>
                  <a:pt x="153065" y="17931"/>
                </a:cubicBezTo>
                <a:cubicBezTo>
                  <a:pt x="154370" y="17665"/>
                  <a:pt x="155733" y="17452"/>
                  <a:pt x="157153" y="17291"/>
                </a:cubicBezTo>
                <a:cubicBezTo>
                  <a:pt x="158574" y="17128"/>
                  <a:pt x="160009" y="17047"/>
                  <a:pt x="161459" y="17047"/>
                </a:cubicBezTo>
                <a:cubicBezTo>
                  <a:pt x="164097" y="17047"/>
                  <a:pt x="166474" y="17337"/>
                  <a:pt x="168591" y="17917"/>
                </a:cubicBezTo>
                <a:cubicBezTo>
                  <a:pt x="170707" y="18497"/>
                  <a:pt x="172497" y="19381"/>
                  <a:pt x="173961" y="20570"/>
                </a:cubicBezTo>
                <a:cubicBezTo>
                  <a:pt x="175426" y="21759"/>
                  <a:pt x="176549" y="23252"/>
                  <a:pt x="177332" y="25049"/>
                </a:cubicBezTo>
                <a:cubicBezTo>
                  <a:pt x="178115" y="26847"/>
                  <a:pt x="178506" y="28963"/>
                  <a:pt x="178506" y="31398"/>
                </a:cubicBezTo>
                <a:lnTo>
                  <a:pt x="178506" y="61492"/>
                </a:lnTo>
                <a:lnTo>
                  <a:pt x="171722" y="61492"/>
                </a:lnTo>
                <a:moveTo>
                  <a:pt x="170896" y="41575"/>
                </a:moveTo>
                <a:lnTo>
                  <a:pt x="161285" y="41575"/>
                </a:lnTo>
                <a:cubicBezTo>
                  <a:pt x="159400" y="41575"/>
                  <a:pt x="157777" y="41764"/>
                  <a:pt x="156414" y="42143"/>
                </a:cubicBezTo>
                <a:cubicBezTo>
                  <a:pt x="155051" y="42520"/>
                  <a:pt x="153935" y="43058"/>
                  <a:pt x="153065" y="43756"/>
                </a:cubicBezTo>
                <a:cubicBezTo>
                  <a:pt x="152196" y="44453"/>
                  <a:pt x="151551" y="45290"/>
                  <a:pt x="151130" y="46265"/>
                </a:cubicBezTo>
                <a:cubicBezTo>
                  <a:pt x="150710" y="47238"/>
                  <a:pt x="150500" y="48336"/>
                  <a:pt x="150500" y="49557"/>
                </a:cubicBezTo>
                <a:cubicBezTo>
                  <a:pt x="150500" y="50401"/>
                  <a:pt x="150630" y="51208"/>
                  <a:pt x="150891" y="51979"/>
                </a:cubicBezTo>
                <a:cubicBezTo>
                  <a:pt x="151152" y="52749"/>
                  <a:pt x="151572" y="53432"/>
                  <a:pt x="152152" y="54029"/>
                </a:cubicBezTo>
                <a:cubicBezTo>
                  <a:pt x="152732" y="54625"/>
                  <a:pt x="153486" y="55097"/>
                  <a:pt x="154414" y="55446"/>
                </a:cubicBezTo>
                <a:cubicBezTo>
                  <a:pt x="155341" y="55795"/>
                  <a:pt x="156472" y="55969"/>
                  <a:pt x="157806" y="55969"/>
                </a:cubicBezTo>
                <a:cubicBezTo>
                  <a:pt x="159545" y="55969"/>
                  <a:pt x="161538" y="55439"/>
                  <a:pt x="163785" y="54378"/>
                </a:cubicBezTo>
                <a:cubicBezTo>
                  <a:pt x="166032" y="53316"/>
                  <a:pt x="168402" y="51636"/>
                  <a:pt x="170896" y="49339"/>
                </a:cubicBezTo>
                <a:lnTo>
                  <a:pt x="170896" y="41575"/>
                </a:lnTo>
                <a:close/>
                <a:moveTo>
                  <a:pt x="207530" y="6219"/>
                </a:moveTo>
                <a:lnTo>
                  <a:pt x="194614" y="6219"/>
                </a:lnTo>
                <a:lnTo>
                  <a:pt x="194614" y="0"/>
                </a:lnTo>
                <a:lnTo>
                  <a:pt x="215184" y="0"/>
                </a:lnTo>
                <a:lnTo>
                  <a:pt x="215184" y="55186"/>
                </a:lnTo>
                <a:lnTo>
                  <a:pt x="228187" y="55186"/>
                </a:lnTo>
                <a:lnTo>
                  <a:pt x="228187" y="61492"/>
                </a:lnTo>
                <a:lnTo>
                  <a:pt x="193179" y="61492"/>
                </a:lnTo>
                <a:lnTo>
                  <a:pt x="193179" y="55186"/>
                </a:lnTo>
                <a:lnTo>
                  <a:pt x="207530" y="55186"/>
                </a:lnTo>
                <a:lnTo>
                  <a:pt x="207530" y="6219"/>
                </a:ln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]">
            <a:extLst xmlns:a="http://schemas.openxmlformats.org/drawingml/2006/main">
              <a:ext uri="{FF2B5EF4-FFF2-40B4-BE49-F238E27FC236}">
                <a16:creationId xmlns:a16="http://schemas.microsoft.com/office/drawing/2014/main" id="{64452C1C-17A0-40F8-9066-E6714C26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925" y="4819953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74713"/>
                </a:lnTo>
                <a:lnTo>
                  <a:pt x="14134" y="74713"/>
                </a:lnTo>
                <a:lnTo>
                  <a:pt x="14134" y="6088"/>
                </a:lnTo>
                <a:lnTo>
                  <a:pt x="0" y="6088"/>
                </a:lnTo>
                <a:lnTo>
                  <a:pt x="0" y="0"/>
                </a:lnTo>
                <a:lnTo>
                  <a:pt x="21440" y="0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ifnot">
            <a:extLst xmlns:a="http://schemas.openxmlformats.org/drawingml/2006/main">
              <a:ext uri="{FF2B5EF4-FFF2-40B4-BE49-F238E27FC236}">
                <a16:creationId xmlns:a16="http://schemas.microsoft.com/office/drawing/2014/main" id="{76740298-4A04-413A-9A27-44FF939E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92" y="5032966"/>
            <a:ext cx="278663" cy="80279"/>
          </a:xfrm>
          <a:custGeom xmlns:a="http://schemas.openxmlformats.org/drawingml/2006/main">
            <a:pathLst>
              <a:path w="278663" h="80279">
                <a:moveTo>
                  <a:pt x="16308" y="6219"/>
                </a:moveTo>
                <a:cubicBezTo>
                  <a:pt x="16308" y="5320"/>
                  <a:pt x="16467" y="4494"/>
                  <a:pt x="16786" y="3740"/>
                </a:cubicBezTo>
                <a:cubicBezTo>
                  <a:pt x="17105" y="2986"/>
                  <a:pt x="17547" y="2334"/>
                  <a:pt x="18113" y="1783"/>
                </a:cubicBezTo>
                <a:cubicBezTo>
                  <a:pt x="18678" y="1232"/>
                  <a:pt x="19338" y="797"/>
                  <a:pt x="20092" y="478"/>
                </a:cubicBezTo>
                <a:cubicBezTo>
                  <a:pt x="20845" y="159"/>
                  <a:pt x="21657" y="0"/>
                  <a:pt x="22527" y="0"/>
                </a:cubicBezTo>
                <a:cubicBezTo>
                  <a:pt x="23368" y="0"/>
                  <a:pt x="24136" y="152"/>
                  <a:pt x="24832" y="457"/>
                </a:cubicBezTo>
                <a:cubicBezTo>
                  <a:pt x="25528" y="761"/>
                  <a:pt x="26129" y="1167"/>
                  <a:pt x="26636" y="1674"/>
                </a:cubicBezTo>
                <a:cubicBezTo>
                  <a:pt x="27144" y="2182"/>
                  <a:pt x="27535" y="2783"/>
                  <a:pt x="27811" y="3479"/>
                </a:cubicBezTo>
                <a:cubicBezTo>
                  <a:pt x="28086" y="4175"/>
                  <a:pt x="28224" y="4914"/>
                  <a:pt x="28224" y="5697"/>
                </a:cubicBezTo>
                <a:cubicBezTo>
                  <a:pt x="28224" y="6596"/>
                  <a:pt x="28064" y="7422"/>
                  <a:pt x="27745" y="8176"/>
                </a:cubicBezTo>
                <a:cubicBezTo>
                  <a:pt x="27426" y="8930"/>
                  <a:pt x="26984" y="9582"/>
                  <a:pt x="26419" y="10133"/>
                </a:cubicBezTo>
                <a:cubicBezTo>
                  <a:pt x="25854" y="10684"/>
                  <a:pt x="25194" y="11118"/>
                  <a:pt x="24440" y="11437"/>
                </a:cubicBezTo>
                <a:cubicBezTo>
                  <a:pt x="23687" y="11756"/>
                  <a:pt x="22875" y="11916"/>
                  <a:pt x="22005" y="11916"/>
                </a:cubicBezTo>
                <a:cubicBezTo>
                  <a:pt x="21164" y="11916"/>
                  <a:pt x="20389" y="11764"/>
                  <a:pt x="19678" y="11459"/>
                </a:cubicBezTo>
                <a:cubicBezTo>
                  <a:pt x="18968" y="11155"/>
                  <a:pt x="18366" y="10749"/>
                  <a:pt x="17874" y="10241"/>
                </a:cubicBezTo>
                <a:cubicBezTo>
                  <a:pt x="17381" y="9734"/>
                  <a:pt x="16997" y="9133"/>
                  <a:pt x="16721" y="8437"/>
                </a:cubicBezTo>
                <a:cubicBezTo>
                  <a:pt x="16446" y="7741"/>
                  <a:pt x="16308" y="7002"/>
                  <a:pt x="16308" y="6219"/>
                </a:cubicBezTo>
                <a:moveTo>
                  <a:pt x="34269" y="59274"/>
                </a:moveTo>
                <a:cubicBezTo>
                  <a:pt x="32268" y="60376"/>
                  <a:pt x="30159" y="61238"/>
                  <a:pt x="27941" y="61862"/>
                </a:cubicBezTo>
                <a:cubicBezTo>
                  <a:pt x="25723" y="62485"/>
                  <a:pt x="23353" y="62797"/>
                  <a:pt x="20831" y="62797"/>
                </a:cubicBezTo>
                <a:cubicBezTo>
                  <a:pt x="18772" y="62797"/>
                  <a:pt x="17047" y="62507"/>
                  <a:pt x="15656" y="61927"/>
                </a:cubicBezTo>
                <a:cubicBezTo>
                  <a:pt x="14264" y="61347"/>
                  <a:pt x="13199" y="60427"/>
                  <a:pt x="12459" y="59166"/>
                </a:cubicBezTo>
                <a:cubicBezTo>
                  <a:pt x="11720" y="57904"/>
                  <a:pt x="11307" y="56288"/>
                  <a:pt x="11220" y="54317"/>
                </a:cubicBezTo>
                <a:cubicBezTo>
                  <a:pt x="11133" y="52345"/>
                  <a:pt x="11365" y="49953"/>
                  <a:pt x="11916" y="47141"/>
                </a:cubicBezTo>
                <a:lnTo>
                  <a:pt x="14873" y="32529"/>
                </a:lnTo>
                <a:cubicBezTo>
                  <a:pt x="15221" y="30877"/>
                  <a:pt x="15388" y="29492"/>
                  <a:pt x="15373" y="28376"/>
                </a:cubicBezTo>
                <a:cubicBezTo>
                  <a:pt x="15359" y="27260"/>
                  <a:pt x="15206" y="26368"/>
                  <a:pt x="14916" y="25701"/>
                </a:cubicBezTo>
                <a:cubicBezTo>
                  <a:pt x="14626" y="25035"/>
                  <a:pt x="14199" y="24564"/>
                  <a:pt x="13634" y="24288"/>
                </a:cubicBezTo>
                <a:cubicBezTo>
                  <a:pt x="13068" y="24013"/>
                  <a:pt x="12409" y="23875"/>
                  <a:pt x="11655" y="23875"/>
                </a:cubicBezTo>
                <a:cubicBezTo>
                  <a:pt x="9683" y="23875"/>
                  <a:pt x="7741" y="24264"/>
                  <a:pt x="5827" y="25041"/>
                </a:cubicBezTo>
                <a:cubicBezTo>
                  <a:pt x="3914" y="25817"/>
                  <a:pt x="1971" y="26762"/>
                  <a:pt x="0" y="27876"/>
                </a:cubicBezTo>
                <a:lnTo>
                  <a:pt x="0" y="21179"/>
                </a:lnTo>
                <a:cubicBezTo>
                  <a:pt x="2000" y="20063"/>
                  <a:pt x="4110" y="19183"/>
                  <a:pt x="6328" y="18538"/>
                </a:cubicBezTo>
                <a:cubicBezTo>
                  <a:pt x="8545" y="17892"/>
                  <a:pt x="10916" y="17569"/>
                  <a:pt x="13438" y="17569"/>
                </a:cubicBezTo>
                <a:cubicBezTo>
                  <a:pt x="15496" y="17569"/>
                  <a:pt x="17221" y="17859"/>
                  <a:pt x="18613" y="18439"/>
                </a:cubicBezTo>
                <a:cubicBezTo>
                  <a:pt x="20005" y="19019"/>
                  <a:pt x="21070" y="19939"/>
                  <a:pt x="21809" y="21200"/>
                </a:cubicBezTo>
                <a:cubicBezTo>
                  <a:pt x="22549" y="22462"/>
                  <a:pt x="22962" y="24078"/>
                  <a:pt x="23049" y="26049"/>
                </a:cubicBezTo>
                <a:cubicBezTo>
                  <a:pt x="23136" y="28021"/>
                  <a:pt x="22904" y="30413"/>
                  <a:pt x="22353" y="33225"/>
                </a:cubicBezTo>
                <a:lnTo>
                  <a:pt x="19396" y="47837"/>
                </a:lnTo>
                <a:cubicBezTo>
                  <a:pt x="19077" y="49518"/>
                  <a:pt x="18917" y="50910"/>
                  <a:pt x="18917" y="52012"/>
                </a:cubicBezTo>
                <a:cubicBezTo>
                  <a:pt x="18917" y="53113"/>
                  <a:pt x="19070" y="53998"/>
                  <a:pt x="19374" y="54665"/>
                </a:cubicBezTo>
                <a:cubicBezTo>
                  <a:pt x="19678" y="55331"/>
                  <a:pt x="20106" y="55802"/>
                  <a:pt x="20657" y="56078"/>
                </a:cubicBezTo>
                <a:cubicBezTo>
                  <a:pt x="21208" y="56353"/>
                  <a:pt x="21860" y="56491"/>
                  <a:pt x="22614" y="56491"/>
                </a:cubicBezTo>
                <a:cubicBezTo>
                  <a:pt x="24585" y="56491"/>
                  <a:pt x="26528" y="56107"/>
                  <a:pt x="28441" y="55339"/>
                </a:cubicBezTo>
                <a:cubicBezTo>
                  <a:pt x="30355" y="54570"/>
                  <a:pt x="32297" y="53650"/>
                  <a:pt x="34269" y="52577"/>
                </a:cubicBezTo>
                <a:lnTo>
                  <a:pt x="34269" y="59274"/>
                </a:lnTo>
                <a:close/>
                <a:moveTo>
                  <a:pt x="62037" y="62782"/>
                </a:moveTo>
                <a:cubicBezTo>
                  <a:pt x="61428" y="65800"/>
                  <a:pt x="60573" y="68404"/>
                  <a:pt x="59471" y="70595"/>
                </a:cubicBezTo>
                <a:cubicBezTo>
                  <a:pt x="58369" y="72785"/>
                  <a:pt x="56970" y="74599"/>
                  <a:pt x="55274" y="76035"/>
                </a:cubicBezTo>
                <a:cubicBezTo>
                  <a:pt x="53578" y="77472"/>
                  <a:pt x="51563" y="78538"/>
                  <a:pt x="49230" y="79234"/>
                </a:cubicBezTo>
                <a:cubicBezTo>
                  <a:pt x="46896" y="79931"/>
                  <a:pt x="44192" y="80279"/>
                  <a:pt x="41119" y="80279"/>
                </a:cubicBezTo>
                <a:cubicBezTo>
                  <a:pt x="40539" y="80279"/>
                  <a:pt x="39843" y="80265"/>
                  <a:pt x="39032" y="80236"/>
                </a:cubicBezTo>
                <a:cubicBezTo>
                  <a:pt x="38220" y="80207"/>
                  <a:pt x="37524" y="80163"/>
                  <a:pt x="36944" y="80105"/>
                </a:cubicBezTo>
                <a:lnTo>
                  <a:pt x="38162" y="73582"/>
                </a:lnTo>
                <a:cubicBezTo>
                  <a:pt x="39496" y="73756"/>
                  <a:pt x="40742" y="73843"/>
                  <a:pt x="41902" y="73843"/>
                </a:cubicBezTo>
                <a:cubicBezTo>
                  <a:pt x="45352" y="73843"/>
                  <a:pt x="48106" y="72957"/>
                  <a:pt x="50165" y="71185"/>
                </a:cubicBezTo>
                <a:cubicBezTo>
                  <a:pt x="52223" y="69412"/>
                  <a:pt x="53629" y="66611"/>
                  <a:pt x="54383" y="62781"/>
                </a:cubicBezTo>
                <a:lnTo>
                  <a:pt x="60776" y="30964"/>
                </a:lnTo>
                <a:lnTo>
                  <a:pt x="46729" y="30964"/>
                </a:lnTo>
                <a:lnTo>
                  <a:pt x="47990" y="24658"/>
                </a:lnTo>
                <a:lnTo>
                  <a:pt x="62037" y="24658"/>
                </a:lnTo>
                <a:lnTo>
                  <a:pt x="63472" y="17439"/>
                </a:lnTo>
                <a:cubicBezTo>
                  <a:pt x="64632" y="11669"/>
                  <a:pt x="66893" y="7320"/>
                  <a:pt x="70256" y="4392"/>
                </a:cubicBezTo>
                <a:cubicBezTo>
                  <a:pt x="73619" y="1464"/>
                  <a:pt x="78330" y="0"/>
                  <a:pt x="84390" y="0"/>
                </a:cubicBezTo>
                <a:cubicBezTo>
                  <a:pt x="85926" y="0"/>
                  <a:pt x="87615" y="87"/>
                  <a:pt x="89456" y="262"/>
                </a:cubicBezTo>
                <a:cubicBezTo>
                  <a:pt x="91297" y="437"/>
                  <a:pt x="93116" y="699"/>
                  <a:pt x="94914" y="1049"/>
                </a:cubicBezTo>
                <a:lnTo>
                  <a:pt x="93566" y="7523"/>
                </a:lnTo>
                <a:cubicBezTo>
                  <a:pt x="91913" y="7133"/>
                  <a:pt x="90253" y="6833"/>
                  <a:pt x="88586" y="6622"/>
                </a:cubicBezTo>
                <a:cubicBezTo>
                  <a:pt x="86919" y="6411"/>
                  <a:pt x="85259" y="6306"/>
                  <a:pt x="83607" y="6306"/>
                </a:cubicBezTo>
                <a:cubicBezTo>
                  <a:pt x="80157" y="6306"/>
                  <a:pt x="77403" y="7234"/>
                  <a:pt x="75344" y="9089"/>
                </a:cubicBezTo>
                <a:cubicBezTo>
                  <a:pt x="73286" y="10945"/>
                  <a:pt x="71880" y="13728"/>
                  <a:pt x="71126" y="17439"/>
                </a:cubicBezTo>
                <a:lnTo>
                  <a:pt x="69691" y="24658"/>
                </a:lnTo>
                <a:lnTo>
                  <a:pt x="88869" y="24658"/>
                </a:lnTo>
                <a:lnTo>
                  <a:pt x="87608" y="30964"/>
                </a:lnTo>
                <a:lnTo>
                  <a:pt x="68473" y="30964"/>
                </a:lnTo>
                <a:lnTo>
                  <a:pt x="62037" y="62782"/>
                </a:lnTo>
                <a:moveTo>
                  <a:pt x="41467" y="18352"/>
                </a:moveTo>
                <a:lnTo>
                  <a:pt x="41467" y="18352"/>
                </a:lnTo>
                <a:close/>
                <a:moveTo>
                  <a:pt x="145936" y="18352"/>
                </a:moveTo>
                <a:lnTo>
                  <a:pt x="152676" y="18352"/>
                </a:lnTo>
                <a:lnTo>
                  <a:pt x="152981" y="25397"/>
                </a:lnTo>
                <a:cubicBezTo>
                  <a:pt x="154256" y="23889"/>
                  <a:pt x="155488" y="22636"/>
                  <a:pt x="156677" y="21635"/>
                </a:cubicBezTo>
                <a:cubicBezTo>
                  <a:pt x="157866" y="20635"/>
                  <a:pt x="159033" y="19831"/>
                  <a:pt x="160178" y="19222"/>
                </a:cubicBezTo>
                <a:cubicBezTo>
                  <a:pt x="161323" y="18613"/>
                  <a:pt x="162490" y="18185"/>
                  <a:pt x="163679" y="17939"/>
                </a:cubicBezTo>
                <a:cubicBezTo>
                  <a:pt x="164867" y="17692"/>
                  <a:pt x="166100" y="17569"/>
                  <a:pt x="167375" y="17569"/>
                </a:cubicBezTo>
                <a:cubicBezTo>
                  <a:pt x="171869" y="17569"/>
                  <a:pt x="175268" y="18896"/>
                  <a:pt x="177573" y="21548"/>
                </a:cubicBezTo>
                <a:cubicBezTo>
                  <a:pt x="179878" y="24201"/>
                  <a:pt x="181030" y="28195"/>
                  <a:pt x="181030" y="33529"/>
                </a:cubicBezTo>
                <a:lnTo>
                  <a:pt x="181030" y="62014"/>
                </a:lnTo>
                <a:lnTo>
                  <a:pt x="173464" y="62014"/>
                </a:lnTo>
                <a:lnTo>
                  <a:pt x="173464" y="34138"/>
                </a:lnTo>
                <a:cubicBezTo>
                  <a:pt x="173464" y="30717"/>
                  <a:pt x="172826" y="28188"/>
                  <a:pt x="171550" y="26549"/>
                </a:cubicBezTo>
                <a:cubicBezTo>
                  <a:pt x="170274" y="24911"/>
                  <a:pt x="168375" y="24092"/>
                  <a:pt x="165853" y="24092"/>
                </a:cubicBezTo>
                <a:cubicBezTo>
                  <a:pt x="164925" y="24092"/>
                  <a:pt x="164019" y="24230"/>
                  <a:pt x="163135" y="24506"/>
                </a:cubicBezTo>
                <a:cubicBezTo>
                  <a:pt x="162251" y="24781"/>
                  <a:pt x="161330" y="25259"/>
                  <a:pt x="160374" y="25941"/>
                </a:cubicBezTo>
                <a:cubicBezTo>
                  <a:pt x="159417" y="26622"/>
                  <a:pt x="158380" y="27542"/>
                  <a:pt x="157264" y="28702"/>
                </a:cubicBezTo>
                <a:cubicBezTo>
                  <a:pt x="156148" y="29862"/>
                  <a:pt x="154894" y="31311"/>
                  <a:pt x="153503" y="33051"/>
                </a:cubicBezTo>
                <a:lnTo>
                  <a:pt x="153503" y="62014"/>
                </a:lnTo>
                <a:lnTo>
                  <a:pt x="145936" y="62014"/>
                </a:lnTo>
                <a:lnTo>
                  <a:pt x="145936" y="18352"/>
                </a:lnTo>
                <a:close/>
                <a:moveTo>
                  <a:pt x="232717" y="39835"/>
                </a:moveTo>
                <a:cubicBezTo>
                  <a:pt x="232717" y="43227"/>
                  <a:pt x="232239" y="46337"/>
                  <a:pt x="231282" y="49163"/>
                </a:cubicBezTo>
                <a:cubicBezTo>
                  <a:pt x="230325" y="51990"/>
                  <a:pt x="228948" y="54411"/>
                  <a:pt x="227151" y="56426"/>
                </a:cubicBezTo>
                <a:cubicBezTo>
                  <a:pt x="225353" y="58441"/>
                  <a:pt x="223164" y="60006"/>
                  <a:pt x="220584" y="61123"/>
                </a:cubicBezTo>
                <a:cubicBezTo>
                  <a:pt x="218004" y="62239"/>
                  <a:pt x="215075" y="62797"/>
                  <a:pt x="211799" y="62797"/>
                </a:cubicBezTo>
                <a:cubicBezTo>
                  <a:pt x="208668" y="62797"/>
                  <a:pt x="205863" y="62311"/>
                  <a:pt x="203384" y="61340"/>
                </a:cubicBezTo>
                <a:cubicBezTo>
                  <a:pt x="200906" y="60369"/>
                  <a:pt x="198804" y="58941"/>
                  <a:pt x="197079" y="57056"/>
                </a:cubicBezTo>
                <a:cubicBezTo>
                  <a:pt x="195354" y="55172"/>
                  <a:pt x="194034" y="52838"/>
                  <a:pt x="193121" y="50055"/>
                </a:cubicBezTo>
                <a:cubicBezTo>
                  <a:pt x="192208" y="47272"/>
                  <a:pt x="191751" y="44068"/>
                  <a:pt x="191751" y="40444"/>
                </a:cubicBezTo>
                <a:cubicBezTo>
                  <a:pt x="191751" y="37052"/>
                  <a:pt x="192230" y="33957"/>
                  <a:pt x="193186" y="31159"/>
                </a:cubicBezTo>
                <a:cubicBezTo>
                  <a:pt x="194143" y="28361"/>
                  <a:pt x="195520" y="25955"/>
                  <a:pt x="197318" y="23940"/>
                </a:cubicBezTo>
                <a:cubicBezTo>
                  <a:pt x="199115" y="21925"/>
                  <a:pt x="201304" y="20360"/>
                  <a:pt x="203885" y="19243"/>
                </a:cubicBezTo>
                <a:cubicBezTo>
                  <a:pt x="206465" y="18127"/>
                  <a:pt x="209393" y="17569"/>
                  <a:pt x="212669" y="17569"/>
                </a:cubicBezTo>
                <a:cubicBezTo>
                  <a:pt x="215800" y="17569"/>
                  <a:pt x="218605" y="18055"/>
                  <a:pt x="221084" y="19026"/>
                </a:cubicBezTo>
                <a:cubicBezTo>
                  <a:pt x="223563" y="19997"/>
                  <a:pt x="225665" y="21418"/>
                  <a:pt x="227390" y="23288"/>
                </a:cubicBezTo>
                <a:cubicBezTo>
                  <a:pt x="229115" y="25158"/>
                  <a:pt x="230434" y="27484"/>
                  <a:pt x="231347" y="30268"/>
                </a:cubicBezTo>
                <a:cubicBezTo>
                  <a:pt x="232261" y="33051"/>
                  <a:pt x="232717" y="36240"/>
                  <a:pt x="232717" y="39835"/>
                </a:cubicBezTo>
                <a:moveTo>
                  <a:pt x="224976" y="40183"/>
                </a:moveTo>
                <a:cubicBezTo>
                  <a:pt x="224976" y="37487"/>
                  <a:pt x="224679" y="35131"/>
                  <a:pt x="224085" y="33116"/>
                </a:cubicBezTo>
                <a:cubicBezTo>
                  <a:pt x="223490" y="31101"/>
                  <a:pt x="222642" y="29420"/>
                  <a:pt x="221541" y="28072"/>
                </a:cubicBezTo>
                <a:cubicBezTo>
                  <a:pt x="220439" y="26723"/>
                  <a:pt x="219098" y="25709"/>
                  <a:pt x="217518" y="25027"/>
                </a:cubicBezTo>
                <a:cubicBezTo>
                  <a:pt x="215938" y="24346"/>
                  <a:pt x="214177" y="24005"/>
                  <a:pt x="212234" y="24005"/>
                </a:cubicBezTo>
                <a:cubicBezTo>
                  <a:pt x="209973" y="24005"/>
                  <a:pt x="208038" y="24448"/>
                  <a:pt x="206429" y="25332"/>
                </a:cubicBezTo>
                <a:cubicBezTo>
                  <a:pt x="204820" y="26216"/>
                  <a:pt x="203500" y="27398"/>
                  <a:pt x="202471" y="28876"/>
                </a:cubicBezTo>
                <a:cubicBezTo>
                  <a:pt x="201442" y="30355"/>
                  <a:pt x="200688" y="32072"/>
                  <a:pt x="200210" y="34029"/>
                </a:cubicBezTo>
                <a:cubicBezTo>
                  <a:pt x="199731" y="35986"/>
                  <a:pt x="199492" y="38038"/>
                  <a:pt x="199492" y="40183"/>
                </a:cubicBezTo>
                <a:cubicBezTo>
                  <a:pt x="199492" y="42879"/>
                  <a:pt x="199789" y="45242"/>
                  <a:pt x="200384" y="47272"/>
                </a:cubicBezTo>
                <a:cubicBezTo>
                  <a:pt x="200978" y="49301"/>
                  <a:pt x="201826" y="50990"/>
                  <a:pt x="202928" y="52338"/>
                </a:cubicBezTo>
                <a:cubicBezTo>
                  <a:pt x="204030" y="53686"/>
                  <a:pt x="205363" y="54701"/>
                  <a:pt x="206929" y="55382"/>
                </a:cubicBezTo>
                <a:cubicBezTo>
                  <a:pt x="208494" y="56063"/>
                  <a:pt x="210263" y="56404"/>
                  <a:pt x="212234" y="56404"/>
                </a:cubicBezTo>
                <a:cubicBezTo>
                  <a:pt x="214496" y="56404"/>
                  <a:pt x="216431" y="55962"/>
                  <a:pt x="218040" y="55078"/>
                </a:cubicBezTo>
                <a:cubicBezTo>
                  <a:pt x="219649" y="54193"/>
                  <a:pt x="220968" y="53012"/>
                  <a:pt x="221997" y="51533"/>
                </a:cubicBezTo>
                <a:cubicBezTo>
                  <a:pt x="223027" y="50055"/>
                  <a:pt x="223780" y="48337"/>
                  <a:pt x="224259" y="46380"/>
                </a:cubicBezTo>
                <a:cubicBezTo>
                  <a:pt x="224737" y="44423"/>
                  <a:pt x="224976" y="42357"/>
                  <a:pt x="224976" y="40183"/>
                </a:cubicBezTo>
                <a:close/>
                <a:moveTo>
                  <a:pt x="278663" y="61362"/>
                </a:moveTo>
                <a:cubicBezTo>
                  <a:pt x="276953" y="61812"/>
                  <a:pt x="275184" y="62135"/>
                  <a:pt x="273358" y="62329"/>
                </a:cubicBezTo>
                <a:cubicBezTo>
                  <a:pt x="271531" y="62525"/>
                  <a:pt x="269676" y="62623"/>
                  <a:pt x="267791" y="62623"/>
                </a:cubicBezTo>
                <a:cubicBezTo>
                  <a:pt x="262312" y="62623"/>
                  <a:pt x="258224" y="61383"/>
                  <a:pt x="255528" y="58905"/>
                </a:cubicBezTo>
                <a:cubicBezTo>
                  <a:pt x="252831" y="56426"/>
                  <a:pt x="251483" y="52621"/>
                  <a:pt x="251483" y="47489"/>
                </a:cubicBezTo>
                <a:lnTo>
                  <a:pt x="251483" y="24701"/>
                </a:lnTo>
                <a:lnTo>
                  <a:pt x="239263" y="24701"/>
                </a:lnTo>
                <a:lnTo>
                  <a:pt x="239263" y="18352"/>
                </a:lnTo>
                <a:lnTo>
                  <a:pt x="251483" y="18352"/>
                </a:lnTo>
                <a:lnTo>
                  <a:pt x="251483" y="6311"/>
                </a:lnTo>
                <a:lnTo>
                  <a:pt x="259050" y="4349"/>
                </a:lnTo>
                <a:lnTo>
                  <a:pt x="259050" y="18352"/>
                </a:lnTo>
                <a:lnTo>
                  <a:pt x="278663" y="18352"/>
                </a:lnTo>
                <a:lnTo>
                  <a:pt x="278663" y="24701"/>
                </a:lnTo>
                <a:lnTo>
                  <a:pt x="259050" y="24701"/>
                </a:lnTo>
                <a:lnTo>
                  <a:pt x="259050" y="46880"/>
                </a:lnTo>
                <a:cubicBezTo>
                  <a:pt x="259050" y="50011"/>
                  <a:pt x="259884" y="52352"/>
                  <a:pt x="261551" y="53903"/>
                </a:cubicBezTo>
                <a:cubicBezTo>
                  <a:pt x="263218" y="55455"/>
                  <a:pt x="265675" y="56230"/>
                  <a:pt x="268922" y="56230"/>
                </a:cubicBezTo>
                <a:cubicBezTo>
                  <a:pt x="270314" y="56230"/>
                  <a:pt x="271836" y="56118"/>
                  <a:pt x="273488" y="55894"/>
                </a:cubicBezTo>
                <a:cubicBezTo>
                  <a:pt x="275141" y="55670"/>
                  <a:pt x="276866" y="55318"/>
                  <a:pt x="278663" y="54838"/>
                </a:cubicBezTo>
                <a:lnTo>
                  <a:pt x="278663" y="61362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legal_actions">
            <a:extLst xmlns:a="http://schemas.openxmlformats.org/drawingml/2006/main">
              <a:ext uri="{FF2B5EF4-FFF2-40B4-BE49-F238E27FC236}">
                <a16:creationId xmlns:a16="http://schemas.microsoft.com/office/drawing/2014/main" id="{4D76BB01-26D4-4399-9C05-21B6F70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41" y="5032966"/>
            <a:ext cx="617188" cy="80279"/>
          </a:xfrm>
          <a:custGeom xmlns:a="http://schemas.openxmlformats.org/drawingml/2006/main">
            <a:pathLst>
              <a:path w="617188" h="80279">
                <a:moveTo>
                  <a:pt x="14351" y="6741"/>
                </a:moveTo>
                <a:lnTo>
                  <a:pt x="1435" y="6741"/>
                </a:lnTo>
                <a:lnTo>
                  <a:pt x="1435" y="522"/>
                </a:lnTo>
                <a:lnTo>
                  <a:pt x="22005" y="52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6741"/>
                </a:lnTo>
                <a:close/>
                <a:moveTo>
                  <a:pt x="85129" y="37878"/>
                </a:moveTo>
                <a:cubicBezTo>
                  <a:pt x="85129" y="38951"/>
                  <a:pt x="85115" y="39850"/>
                  <a:pt x="85086" y="40574"/>
                </a:cubicBezTo>
                <a:cubicBezTo>
                  <a:pt x="85057" y="41299"/>
                  <a:pt x="85013" y="41981"/>
                  <a:pt x="84955" y="42618"/>
                </a:cubicBezTo>
                <a:lnTo>
                  <a:pt x="54296" y="42618"/>
                </a:lnTo>
                <a:cubicBezTo>
                  <a:pt x="54296" y="47083"/>
                  <a:pt x="55543" y="50511"/>
                  <a:pt x="58036" y="52903"/>
                </a:cubicBezTo>
                <a:cubicBezTo>
                  <a:pt x="60529" y="55295"/>
                  <a:pt x="64124" y="56491"/>
                  <a:pt x="68821" y="56491"/>
                </a:cubicBezTo>
                <a:cubicBezTo>
                  <a:pt x="70097" y="56491"/>
                  <a:pt x="71372" y="56439"/>
                  <a:pt x="72648" y="56336"/>
                </a:cubicBezTo>
                <a:cubicBezTo>
                  <a:pt x="73924" y="56232"/>
                  <a:pt x="75156" y="56091"/>
                  <a:pt x="76344" y="55913"/>
                </a:cubicBezTo>
                <a:cubicBezTo>
                  <a:pt x="77533" y="55735"/>
                  <a:pt x="78671" y="55535"/>
                  <a:pt x="79758" y="55313"/>
                </a:cubicBezTo>
                <a:cubicBezTo>
                  <a:pt x="80845" y="55090"/>
                  <a:pt x="81853" y="54845"/>
                  <a:pt x="82781" y="54578"/>
                </a:cubicBezTo>
                <a:lnTo>
                  <a:pt x="82781" y="60796"/>
                </a:lnTo>
                <a:cubicBezTo>
                  <a:pt x="80722" y="61389"/>
                  <a:pt x="78396" y="61870"/>
                  <a:pt x="75801" y="62241"/>
                </a:cubicBezTo>
                <a:cubicBezTo>
                  <a:pt x="73206" y="62612"/>
                  <a:pt x="70517" y="62797"/>
                  <a:pt x="67734" y="62797"/>
                </a:cubicBezTo>
                <a:cubicBezTo>
                  <a:pt x="63994" y="62797"/>
                  <a:pt x="60776" y="62289"/>
                  <a:pt x="58079" y="61275"/>
                </a:cubicBezTo>
                <a:cubicBezTo>
                  <a:pt x="55383" y="60260"/>
                  <a:pt x="53172" y="58789"/>
                  <a:pt x="51447" y="56861"/>
                </a:cubicBezTo>
                <a:cubicBezTo>
                  <a:pt x="49722" y="54933"/>
                  <a:pt x="48447" y="52570"/>
                  <a:pt x="47621" y="49772"/>
                </a:cubicBezTo>
                <a:cubicBezTo>
                  <a:pt x="46794" y="46974"/>
                  <a:pt x="46381" y="43807"/>
                  <a:pt x="46381" y="40270"/>
                </a:cubicBezTo>
                <a:cubicBezTo>
                  <a:pt x="46381" y="37197"/>
                  <a:pt x="46823" y="34290"/>
                  <a:pt x="47707" y="31551"/>
                </a:cubicBezTo>
                <a:cubicBezTo>
                  <a:pt x="48592" y="28811"/>
                  <a:pt x="49882" y="26405"/>
                  <a:pt x="51578" y="24332"/>
                </a:cubicBezTo>
                <a:cubicBezTo>
                  <a:pt x="53274" y="22259"/>
                  <a:pt x="55354" y="20613"/>
                  <a:pt x="57818" y="19396"/>
                </a:cubicBezTo>
                <a:cubicBezTo>
                  <a:pt x="60283" y="18178"/>
                  <a:pt x="63081" y="17569"/>
                  <a:pt x="66212" y="17569"/>
                </a:cubicBezTo>
                <a:cubicBezTo>
                  <a:pt x="69256" y="17569"/>
                  <a:pt x="71952" y="18048"/>
                  <a:pt x="74300" y="19004"/>
                </a:cubicBezTo>
                <a:cubicBezTo>
                  <a:pt x="76649" y="19961"/>
                  <a:pt x="78628" y="21316"/>
                  <a:pt x="80237" y="23070"/>
                </a:cubicBezTo>
                <a:cubicBezTo>
                  <a:pt x="81846" y="24824"/>
                  <a:pt x="83063" y="26955"/>
                  <a:pt x="83890" y="29463"/>
                </a:cubicBezTo>
                <a:cubicBezTo>
                  <a:pt x="84716" y="31971"/>
                  <a:pt x="85129" y="34776"/>
                  <a:pt x="85129" y="37878"/>
                </a:cubicBezTo>
                <a:moveTo>
                  <a:pt x="77258" y="36791"/>
                </a:moveTo>
                <a:cubicBezTo>
                  <a:pt x="77345" y="34848"/>
                  <a:pt x="77156" y="33073"/>
                  <a:pt x="76692" y="31464"/>
                </a:cubicBezTo>
                <a:cubicBezTo>
                  <a:pt x="76228" y="29855"/>
                  <a:pt x="75511" y="28470"/>
                  <a:pt x="74540" y="27311"/>
                </a:cubicBezTo>
                <a:cubicBezTo>
                  <a:pt x="73568" y="26151"/>
                  <a:pt x="72358" y="25245"/>
                  <a:pt x="70908" y="24593"/>
                </a:cubicBezTo>
                <a:cubicBezTo>
                  <a:pt x="69459" y="23940"/>
                  <a:pt x="67777" y="23614"/>
                  <a:pt x="65864" y="23614"/>
                </a:cubicBezTo>
                <a:cubicBezTo>
                  <a:pt x="64211" y="23614"/>
                  <a:pt x="62704" y="23933"/>
                  <a:pt x="61341" y="24571"/>
                </a:cubicBezTo>
                <a:cubicBezTo>
                  <a:pt x="59978" y="25209"/>
                  <a:pt x="58804" y="26107"/>
                  <a:pt x="57818" y="27267"/>
                </a:cubicBezTo>
                <a:cubicBezTo>
                  <a:pt x="56833" y="28427"/>
                  <a:pt x="56035" y="29818"/>
                  <a:pt x="55427" y="31442"/>
                </a:cubicBezTo>
                <a:cubicBezTo>
                  <a:pt x="54818" y="33065"/>
                  <a:pt x="54441" y="34848"/>
                  <a:pt x="54296" y="36791"/>
                </a:cubicBezTo>
                <a:lnTo>
                  <a:pt x="77258" y="36791"/>
                </a:lnTo>
                <a:close/>
                <a:moveTo>
                  <a:pt x="128466" y="24527"/>
                </a:moveTo>
                <a:cubicBezTo>
                  <a:pt x="129278" y="25542"/>
                  <a:pt x="129908" y="26723"/>
                  <a:pt x="130358" y="28072"/>
                </a:cubicBezTo>
                <a:cubicBezTo>
                  <a:pt x="130807" y="29420"/>
                  <a:pt x="131032" y="30877"/>
                  <a:pt x="131032" y="32442"/>
                </a:cubicBezTo>
                <a:cubicBezTo>
                  <a:pt x="131032" y="34704"/>
                  <a:pt x="130619" y="36769"/>
                  <a:pt x="129792" y="38639"/>
                </a:cubicBezTo>
                <a:cubicBezTo>
                  <a:pt x="128966" y="40509"/>
                  <a:pt x="127799" y="42111"/>
                  <a:pt x="126292" y="43445"/>
                </a:cubicBezTo>
                <a:cubicBezTo>
                  <a:pt x="124784" y="44778"/>
                  <a:pt x="122979" y="45815"/>
                  <a:pt x="120877" y="46554"/>
                </a:cubicBezTo>
                <a:cubicBezTo>
                  <a:pt x="118775" y="47293"/>
                  <a:pt x="116463" y="47663"/>
                  <a:pt x="113941" y="47663"/>
                </a:cubicBezTo>
                <a:cubicBezTo>
                  <a:pt x="112114" y="47663"/>
                  <a:pt x="110404" y="47467"/>
                  <a:pt x="108809" y="47076"/>
                </a:cubicBezTo>
                <a:cubicBezTo>
                  <a:pt x="107215" y="46684"/>
                  <a:pt x="105954" y="46199"/>
                  <a:pt x="105026" y="45619"/>
                </a:cubicBezTo>
                <a:cubicBezTo>
                  <a:pt x="104475" y="46431"/>
                  <a:pt x="104011" y="47198"/>
                  <a:pt x="103634" y="47920"/>
                </a:cubicBezTo>
                <a:cubicBezTo>
                  <a:pt x="103257" y="48641"/>
                  <a:pt x="103069" y="49448"/>
                  <a:pt x="103069" y="50342"/>
                </a:cubicBezTo>
                <a:cubicBezTo>
                  <a:pt x="103069" y="51436"/>
                  <a:pt x="103598" y="52343"/>
                  <a:pt x="104656" y="53064"/>
                </a:cubicBezTo>
                <a:cubicBezTo>
                  <a:pt x="105714" y="53783"/>
                  <a:pt x="107113" y="54172"/>
                  <a:pt x="108853" y="54230"/>
                </a:cubicBezTo>
                <a:lnTo>
                  <a:pt x="120334" y="54665"/>
                </a:lnTo>
                <a:cubicBezTo>
                  <a:pt x="122508" y="54723"/>
                  <a:pt x="124516" y="54998"/>
                  <a:pt x="126357" y="55492"/>
                </a:cubicBezTo>
                <a:cubicBezTo>
                  <a:pt x="128198" y="55986"/>
                  <a:pt x="129778" y="56698"/>
                  <a:pt x="131097" y="57627"/>
                </a:cubicBezTo>
                <a:cubicBezTo>
                  <a:pt x="132416" y="58556"/>
                  <a:pt x="133445" y="59703"/>
                  <a:pt x="134185" y="61068"/>
                </a:cubicBezTo>
                <a:cubicBezTo>
                  <a:pt x="134924" y="62433"/>
                  <a:pt x="135294" y="64015"/>
                  <a:pt x="135294" y="65817"/>
                </a:cubicBezTo>
                <a:cubicBezTo>
                  <a:pt x="135294" y="67763"/>
                  <a:pt x="134873" y="69607"/>
                  <a:pt x="134032" y="71349"/>
                </a:cubicBezTo>
                <a:cubicBezTo>
                  <a:pt x="133192" y="73091"/>
                  <a:pt x="131894" y="74623"/>
                  <a:pt x="130140" y="75944"/>
                </a:cubicBezTo>
                <a:cubicBezTo>
                  <a:pt x="128386" y="77266"/>
                  <a:pt x="126161" y="78318"/>
                  <a:pt x="123465" y="79102"/>
                </a:cubicBezTo>
                <a:cubicBezTo>
                  <a:pt x="120769" y="79887"/>
                  <a:pt x="117565" y="80279"/>
                  <a:pt x="113854" y="80279"/>
                </a:cubicBezTo>
                <a:cubicBezTo>
                  <a:pt x="110317" y="80279"/>
                  <a:pt x="107309" y="79996"/>
                  <a:pt x="104830" y="79430"/>
                </a:cubicBezTo>
                <a:cubicBezTo>
                  <a:pt x="102351" y="78863"/>
                  <a:pt x="100315" y="78079"/>
                  <a:pt x="98720" y="77077"/>
                </a:cubicBezTo>
                <a:cubicBezTo>
                  <a:pt x="97126" y="76075"/>
                  <a:pt x="95966" y="74884"/>
                  <a:pt x="95241" y="73504"/>
                </a:cubicBezTo>
                <a:cubicBezTo>
                  <a:pt x="94516" y="72125"/>
                  <a:pt x="94154" y="70608"/>
                  <a:pt x="94154" y="68953"/>
                </a:cubicBezTo>
                <a:cubicBezTo>
                  <a:pt x="94154" y="66833"/>
                  <a:pt x="94647" y="64974"/>
                  <a:pt x="95632" y="63377"/>
                </a:cubicBezTo>
                <a:cubicBezTo>
                  <a:pt x="96618" y="61781"/>
                  <a:pt x="98140" y="60242"/>
                  <a:pt x="100199" y="58761"/>
                </a:cubicBezTo>
                <a:cubicBezTo>
                  <a:pt x="99445" y="58414"/>
                  <a:pt x="98793" y="57980"/>
                  <a:pt x="98242" y="57459"/>
                </a:cubicBezTo>
                <a:cubicBezTo>
                  <a:pt x="97691" y="56938"/>
                  <a:pt x="97242" y="56366"/>
                  <a:pt x="96894" y="55745"/>
                </a:cubicBezTo>
                <a:cubicBezTo>
                  <a:pt x="96546" y="55123"/>
                  <a:pt x="96285" y="54464"/>
                  <a:pt x="96111" y="53770"/>
                </a:cubicBezTo>
                <a:cubicBezTo>
                  <a:pt x="95937" y="53075"/>
                  <a:pt x="95850" y="52395"/>
                  <a:pt x="95850" y="51730"/>
                </a:cubicBezTo>
                <a:cubicBezTo>
                  <a:pt x="95850" y="49850"/>
                  <a:pt x="96292" y="48128"/>
                  <a:pt x="97176" y="46566"/>
                </a:cubicBezTo>
                <a:cubicBezTo>
                  <a:pt x="98061" y="45004"/>
                  <a:pt x="99112" y="43529"/>
                  <a:pt x="100329" y="42140"/>
                </a:cubicBezTo>
                <a:cubicBezTo>
                  <a:pt x="99778" y="41473"/>
                  <a:pt x="99293" y="40821"/>
                  <a:pt x="98872" y="40183"/>
                </a:cubicBezTo>
                <a:cubicBezTo>
                  <a:pt x="98452" y="39545"/>
                  <a:pt x="98090" y="38857"/>
                  <a:pt x="97785" y="38117"/>
                </a:cubicBezTo>
                <a:cubicBezTo>
                  <a:pt x="97481" y="37378"/>
                  <a:pt x="97249" y="36581"/>
                  <a:pt x="97089" y="35725"/>
                </a:cubicBezTo>
                <a:cubicBezTo>
                  <a:pt x="96930" y="34870"/>
                  <a:pt x="96850" y="33892"/>
                  <a:pt x="96850" y="32790"/>
                </a:cubicBezTo>
                <a:cubicBezTo>
                  <a:pt x="96850" y="30529"/>
                  <a:pt x="97263" y="28463"/>
                  <a:pt x="98090" y="26593"/>
                </a:cubicBezTo>
                <a:cubicBezTo>
                  <a:pt x="98916" y="24723"/>
                  <a:pt x="100075" y="23121"/>
                  <a:pt x="101569" y="21788"/>
                </a:cubicBezTo>
                <a:cubicBezTo>
                  <a:pt x="103062" y="20454"/>
                  <a:pt x="104859" y="19417"/>
                  <a:pt x="106961" y="18678"/>
                </a:cubicBezTo>
                <a:cubicBezTo>
                  <a:pt x="109063" y="17939"/>
                  <a:pt x="111390" y="17569"/>
                  <a:pt x="113941" y="17569"/>
                </a:cubicBezTo>
                <a:cubicBezTo>
                  <a:pt x="115014" y="17569"/>
                  <a:pt x="116043" y="17642"/>
                  <a:pt x="117029" y="17787"/>
                </a:cubicBezTo>
                <a:cubicBezTo>
                  <a:pt x="118014" y="17932"/>
                  <a:pt x="118884" y="18120"/>
                  <a:pt x="119638" y="18352"/>
                </a:cubicBezTo>
                <a:lnTo>
                  <a:pt x="135468" y="18352"/>
                </a:lnTo>
                <a:lnTo>
                  <a:pt x="135468" y="24527"/>
                </a:lnTo>
                <a:lnTo>
                  <a:pt x="128466" y="24527"/>
                </a:lnTo>
                <a:moveTo>
                  <a:pt x="102199" y="68301"/>
                </a:moveTo>
                <a:cubicBezTo>
                  <a:pt x="102199" y="70366"/>
                  <a:pt x="103272" y="71870"/>
                  <a:pt x="105417" y="72815"/>
                </a:cubicBezTo>
                <a:cubicBezTo>
                  <a:pt x="107563" y="73761"/>
                  <a:pt x="110549" y="74234"/>
                  <a:pt x="114376" y="74234"/>
                </a:cubicBezTo>
                <a:cubicBezTo>
                  <a:pt x="116782" y="74234"/>
                  <a:pt x="118804" y="74016"/>
                  <a:pt x="120442" y="73579"/>
                </a:cubicBezTo>
                <a:cubicBezTo>
                  <a:pt x="122080" y="73143"/>
                  <a:pt x="123400" y="72569"/>
                  <a:pt x="124400" y="71856"/>
                </a:cubicBezTo>
                <a:cubicBezTo>
                  <a:pt x="125400" y="71143"/>
                  <a:pt x="126118" y="70328"/>
                  <a:pt x="126552" y="69412"/>
                </a:cubicBezTo>
                <a:cubicBezTo>
                  <a:pt x="126987" y="68496"/>
                  <a:pt x="127205" y="67558"/>
                  <a:pt x="127205" y="66598"/>
                </a:cubicBezTo>
                <a:cubicBezTo>
                  <a:pt x="127205" y="64823"/>
                  <a:pt x="126480" y="63514"/>
                  <a:pt x="125030" y="62670"/>
                </a:cubicBezTo>
                <a:cubicBezTo>
                  <a:pt x="123581" y="61827"/>
                  <a:pt x="121363" y="61333"/>
                  <a:pt x="118377" y="61188"/>
                </a:cubicBezTo>
                <a:lnTo>
                  <a:pt x="106983" y="60796"/>
                </a:lnTo>
                <a:cubicBezTo>
                  <a:pt x="106026" y="61436"/>
                  <a:pt x="105236" y="62061"/>
                  <a:pt x="104613" y="62672"/>
                </a:cubicBezTo>
                <a:cubicBezTo>
                  <a:pt x="103989" y="63283"/>
                  <a:pt x="103504" y="63902"/>
                  <a:pt x="103156" y="64527"/>
                </a:cubicBezTo>
                <a:cubicBezTo>
                  <a:pt x="102808" y="65152"/>
                  <a:pt x="102562" y="65777"/>
                  <a:pt x="102417" y="66402"/>
                </a:cubicBezTo>
                <a:cubicBezTo>
                  <a:pt x="102272" y="67028"/>
                  <a:pt x="102199" y="67661"/>
                  <a:pt x="102199" y="68301"/>
                </a:cubicBezTo>
                <a:moveTo>
                  <a:pt x="104504" y="32616"/>
                </a:moveTo>
                <a:cubicBezTo>
                  <a:pt x="104504" y="34008"/>
                  <a:pt x="104736" y="35283"/>
                  <a:pt x="105200" y="36443"/>
                </a:cubicBezTo>
                <a:cubicBezTo>
                  <a:pt x="105664" y="37603"/>
                  <a:pt x="106316" y="38588"/>
                  <a:pt x="107157" y="39400"/>
                </a:cubicBezTo>
                <a:cubicBezTo>
                  <a:pt x="107998" y="40212"/>
                  <a:pt x="108991" y="40843"/>
                  <a:pt x="110136" y="41292"/>
                </a:cubicBezTo>
                <a:cubicBezTo>
                  <a:pt x="111281" y="41741"/>
                  <a:pt x="112549" y="41966"/>
                  <a:pt x="113941" y="41966"/>
                </a:cubicBezTo>
                <a:cubicBezTo>
                  <a:pt x="115449" y="41966"/>
                  <a:pt x="116789" y="41712"/>
                  <a:pt x="117964" y="41205"/>
                </a:cubicBezTo>
                <a:cubicBezTo>
                  <a:pt x="119138" y="40698"/>
                  <a:pt x="120124" y="40009"/>
                  <a:pt x="120921" y="39139"/>
                </a:cubicBezTo>
                <a:cubicBezTo>
                  <a:pt x="121718" y="38270"/>
                  <a:pt x="122327" y="37269"/>
                  <a:pt x="122747" y="36139"/>
                </a:cubicBezTo>
                <a:cubicBezTo>
                  <a:pt x="123168" y="35008"/>
                  <a:pt x="123378" y="33834"/>
                  <a:pt x="123378" y="32616"/>
                </a:cubicBezTo>
                <a:cubicBezTo>
                  <a:pt x="123378" y="31224"/>
                  <a:pt x="123146" y="29949"/>
                  <a:pt x="122682" y="28789"/>
                </a:cubicBezTo>
                <a:cubicBezTo>
                  <a:pt x="122218" y="27629"/>
                  <a:pt x="121566" y="26644"/>
                  <a:pt x="120725" y="25832"/>
                </a:cubicBezTo>
                <a:cubicBezTo>
                  <a:pt x="119884" y="25020"/>
                  <a:pt x="118891" y="24390"/>
                  <a:pt x="117746" y="23940"/>
                </a:cubicBezTo>
                <a:cubicBezTo>
                  <a:pt x="116601" y="23491"/>
                  <a:pt x="115333" y="23266"/>
                  <a:pt x="113941" y="23266"/>
                </a:cubicBezTo>
                <a:cubicBezTo>
                  <a:pt x="112433" y="23266"/>
                  <a:pt x="111092" y="23527"/>
                  <a:pt x="109918" y="24049"/>
                </a:cubicBezTo>
                <a:cubicBezTo>
                  <a:pt x="108744" y="24571"/>
                  <a:pt x="107758" y="25259"/>
                  <a:pt x="106961" y="26115"/>
                </a:cubicBezTo>
                <a:cubicBezTo>
                  <a:pt x="106164" y="26970"/>
                  <a:pt x="105555" y="27963"/>
                  <a:pt x="105135" y="29094"/>
                </a:cubicBezTo>
                <a:cubicBezTo>
                  <a:pt x="104714" y="30224"/>
                  <a:pt x="104504" y="31398"/>
                  <a:pt x="104504" y="32616"/>
                </a:cubicBezTo>
                <a:close/>
                <a:moveTo>
                  <a:pt x="173847" y="62014"/>
                </a:moveTo>
                <a:lnTo>
                  <a:pt x="173673" y="56131"/>
                </a:lnTo>
                <a:cubicBezTo>
                  <a:pt x="171296" y="58484"/>
                  <a:pt x="168882" y="60183"/>
                  <a:pt x="166432" y="61229"/>
                </a:cubicBezTo>
                <a:cubicBezTo>
                  <a:pt x="163982" y="62274"/>
                  <a:pt x="161409" y="62797"/>
                  <a:pt x="158713" y="62797"/>
                </a:cubicBezTo>
                <a:cubicBezTo>
                  <a:pt x="156220" y="62797"/>
                  <a:pt x="154089" y="62477"/>
                  <a:pt x="152320" y="61839"/>
                </a:cubicBezTo>
                <a:cubicBezTo>
                  <a:pt x="150552" y="61200"/>
                  <a:pt x="149095" y="60322"/>
                  <a:pt x="147950" y="59204"/>
                </a:cubicBezTo>
                <a:cubicBezTo>
                  <a:pt x="146805" y="58086"/>
                  <a:pt x="145964" y="56771"/>
                  <a:pt x="145427" y="55261"/>
                </a:cubicBezTo>
                <a:cubicBezTo>
                  <a:pt x="144891" y="53751"/>
                  <a:pt x="144623" y="52110"/>
                  <a:pt x="144623" y="50339"/>
                </a:cubicBezTo>
                <a:cubicBezTo>
                  <a:pt x="144623" y="45954"/>
                  <a:pt x="146254" y="42520"/>
                  <a:pt x="149515" y="40038"/>
                </a:cubicBezTo>
                <a:cubicBezTo>
                  <a:pt x="152777" y="37554"/>
                  <a:pt x="157597" y="36313"/>
                  <a:pt x="163975" y="36313"/>
                </a:cubicBezTo>
                <a:lnTo>
                  <a:pt x="173021" y="36313"/>
                </a:lnTo>
                <a:lnTo>
                  <a:pt x="173021" y="32499"/>
                </a:lnTo>
                <a:cubicBezTo>
                  <a:pt x="173021" y="29928"/>
                  <a:pt x="172194" y="27870"/>
                  <a:pt x="170542" y="26324"/>
                </a:cubicBezTo>
                <a:cubicBezTo>
                  <a:pt x="168889" y="24778"/>
                  <a:pt x="166367" y="24005"/>
                  <a:pt x="162975" y="24005"/>
                </a:cubicBezTo>
                <a:cubicBezTo>
                  <a:pt x="160511" y="24005"/>
                  <a:pt x="158082" y="24285"/>
                  <a:pt x="155691" y="24844"/>
                </a:cubicBezTo>
                <a:cubicBezTo>
                  <a:pt x="153299" y="25402"/>
                  <a:pt x="150827" y="26195"/>
                  <a:pt x="148276" y="27224"/>
                </a:cubicBezTo>
                <a:lnTo>
                  <a:pt x="148276" y="20396"/>
                </a:lnTo>
                <a:cubicBezTo>
                  <a:pt x="149233" y="20043"/>
                  <a:pt x="150298" y="19696"/>
                  <a:pt x="151472" y="19358"/>
                </a:cubicBezTo>
                <a:cubicBezTo>
                  <a:pt x="152646" y="19019"/>
                  <a:pt x="153886" y="18717"/>
                  <a:pt x="155190" y="18453"/>
                </a:cubicBezTo>
                <a:cubicBezTo>
                  <a:pt x="156495" y="18187"/>
                  <a:pt x="157858" y="17974"/>
                  <a:pt x="159278" y="17812"/>
                </a:cubicBezTo>
                <a:cubicBezTo>
                  <a:pt x="160699" y="17650"/>
                  <a:pt x="162134" y="17569"/>
                  <a:pt x="163584" y="17569"/>
                </a:cubicBezTo>
                <a:cubicBezTo>
                  <a:pt x="166222" y="17569"/>
                  <a:pt x="168599" y="17859"/>
                  <a:pt x="170716" y="18439"/>
                </a:cubicBezTo>
                <a:cubicBezTo>
                  <a:pt x="172832" y="19019"/>
                  <a:pt x="174622" y="19903"/>
                  <a:pt x="176086" y="21092"/>
                </a:cubicBezTo>
                <a:cubicBezTo>
                  <a:pt x="177551" y="22280"/>
                  <a:pt x="178674" y="23773"/>
                  <a:pt x="179457" y="25571"/>
                </a:cubicBezTo>
                <a:cubicBezTo>
                  <a:pt x="180240" y="27369"/>
                  <a:pt x="180631" y="29485"/>
                  <a:pt x="180631" y="31920"/>
                </a:cubicBezTo>
                <a:lnTo>
                  <a:pt x="180631" y="62014"/>
                </a:lnTo>
                <a:lnTo>
                  <a:pt x="173847" y="62014"/>
                </a:lnTo>
                <a:moveTo>
                  <a:pt x="173021" y="42096"/>
                </a:moveTo>
                <a:lnTo>
                  <a:pt x="163410" y="42096"/>
                </a:lnTo>
                <a:cubicBezTo>
                  <a:pt x="161525" y="42096"/>
                  <a:pt x="159902" y="42286"/>
                  <a:pt x="158539" y="42665"/>
                </a:cubicBezTo>
                <a:cubicBezTo>
                  <a:pt x="157176" y="43042"/>
                  <a:pt x="156060" y="43580"/>
                  <a:pt x="155190" y="44278"/>
                </a:cubicBezTo>
                <a:cubicBezTo>
                  <a:pt x="154321" y="44975"/>
                  <a:pt x="153676" y="45812"/>
                  <a:pt x="153255" y="46786"/>
                </a:cubicBezTo>
                <a:cubicBezTo>
                  <a:pt x="152835" y="47760"/>
                  <a:pt x="152625" y="48858"/>
                  <a:pt x="152625" y="50079"/>
                </a:cubicBezTo>
                <a:cubicBezTo>
                  <a:pt x="152625" y="50923"/>
                  <a:pt x="152755" y="51730"/>
                  <a:pt x="153016" y="52501"/>
                </a:cubicBezTo>
                <a:cubicBezTo>
                  <a:pt x="153277" y="53271"/>
                  <a:pt x="153697" y="53954"/>
                  <a:pt x="154277" y="54550"/>
                </a:cubicBezTo>
                <a:cubicBezTo>
                  <a:pt x="154857" y="55147"/>
                  <a:pt x="155611" y="55619"/>
                  <a:pt x="156539" y="55968"/>
                </a:cubicBezTo>
                <a:cubicBezTo>
                  <a:pt x="157466" y="56317"/>
                  <a:pt x="158597" y="56491"/>
                  <a:pt x="159931" y="56491"/>
                </a:cubicBezTo>
                <a:cubicBezTo>
                  <a:pt x="161670" y="56491"/>
                  <a:pt x="163663" y="55961"/>
                  <a:pt x="165910" y="54900"/>
                </a:cubicBezTo>
                <a:cubicBezTo>
                  <a:pt x="168157" y="53838"/>
                  <a:pt x="170527" y="52158"/>
                  <a:pt x="173021" y="49860"/>
                </a:cubicBezTo>
                <a:lnTo>
                  <a:pt x="173021" y="42096"/>
                </a:lnTo>
                <a:close/>
                <a:moveTo>
                  <a:pt x="209443" y="6741"/>
                </a:moveTo>
                <a:lnTo>
                  <a:pt x="196527" y="6741"/>
                </a:lnTo>
                <a:lnTo>
                  <a:pt x="196527" y="522"/>
                </a:lnTo>
                <a:lnTo>
                  <a:pt x="217097" y="522"/>
                </a:lnTo>
                <a:lnTo>
                  <a:pt x="217097" y="55708"/>
                </a:lnTo>
                <a:lnTo>
                  <a:pt x="230100" y="55708"/>
                </a:lnTo>
                <a:lnTo>
                  <a:pt x="230100" y="62014"/>
                </a:lnTo>
                <a:lnTo>
                  <a:pt x="195092" y="62014"/>
                </a:lnTo>
                <a:lnTo>
                  <a:pt x="195092" y="55708"/>
                </a:lnTo>
                <a:lnTo>
                  <a:pt x="209443" y="55708"/>
                </a:lnTo>
                <a:lnTo>
                  <a:pt x="209443" y="6741"/>
                </a:lnTo>
                <a:close/>
                <a:moveTo>
                  <a:pt x="285352" y="79844"/>
                </a:moveTo>
                <a:lnTo>
                  <a:pt x="236385" y="79844"/>
                </a:lnTo>
                <a:lnTo>
                  <a:pt x="236385" y="73582"/>
                </a:lnTo>
                <a:lnTo>
                  <a:pt x="285352" y="73582"/>
                </a:lnTo>
                <a:lnTo>
                  <a:pt x="285352" y="79844"/>
                </a:lnTo>
                <a:close/>
                <a:moveTo>
                  <a:pt x="320166" y="62014"/>
                </a:moveTo>
                <a:lnTo>
                  <a:pt x="319992" y="56131"/>
                </a:lnTo>
                <a:cubicBezTo>
                  <a:pt x="317614" y="58484"/>
                  <a:pt x="315201" y="60183"/>
                  <a:pt x="312751" y="61229"/>
                </a:cubicBezTo>
                <a:cubicBezTo>
                  <a:pt x="310301" y="62274"/>
                  <a:pt x="307728" y="62797"/>
                  <a:pt x="305032" y="62797"/>
                </a:cubicBezTo>
                <a:cubicBezTo>
                  <a:pt x="302538" y="62797"/>
                  <a:pt x="300407" y="62477"/>
                  <a:pt x="298639" y="61839"/>
                </a:cubicBezTo>
                <a:cubicBezTo>
                  <a:pt x="296870" y="61200"/>
                  <a:pt x="295414" y="60322"/>
                  <a:pt x="294268" y="59204"/>
                </a:cubicBezTo>
                <a:cubicBezTo>
                  <a:pt x="293123" y="58086"/>
                  <a:pt x="292282" y="56771"/>
                  <a:pt x="291746" y="55261"/>
                </a:cubicBezTo>
                <a:cubicBezTo>
                  <a:pt x="291210" y="53751"/>
                  <a:pt x="290942" y="52110"/>
                  <a:pt x="290942" y="50339"/>
                </a:cubicBezTo>
                <a:cubicBezTo>
                  <a:pt x="290942" y="45954"/>
                  <a:pt x="292572" y="42520"/>
                  <a:pt x="295834" y="40038"/>
                </a:cubicBezTo>
                <a:cubicBezTo>
                  <a:pt x="299096" y="37554"/>
                  <a:pt x="303915" y="36313"/>
                  <a:pt x="310294" y="36313"/>
                </a:cubicBezTo>
                <a:lnTo>
                  <a:pt x="319339" y="36313"/>
                </a:lnTo>
                <a:lnTo>
                  <a:pt x="319339" y="32499"/>
                </a:lnTo>
                <a:cubicBezTo>
                  <a:pt x="319339" y="29928"/>
                  <a:pt x="318513" y="27870"/>
                  <a:pt x="316860" y="26324"/>
                </a:cubicBezTo>
                <a:cubicBezTo>
                  <a:pt x="315208" y="24778"/>
                  <a:pt x="312686" y="24005"/>
                  <a:pt x="309294" y="24005"/>
                </a:cubicBezTo>
                <a:cubicBezTo>
                  <a:pt x="306829" y="24005"/>
                  <a:pt x="304401" y="24285"/>
                  <a:pt x="302009" y="24844"/>
                </a:cubicBezTo>
                <a:cubicBezTo>
                  <a:pt x="299617" y="25402"/>
                  <a:pt x="297146" y="26195"/>
                  <a:pt x="294595" y="27224"/>
                </a:cubicBezTo>
                <a:lnTo>
                  <a:pt x="294595" y="20396"/>
                </a:lnTo>
                <a:cubicBezTo>
                  <a:pt x="295551" y="20043"/>
                  <a:pt x="296617" y="19696"/>
                  <a:pt x="297791" y="19358"/>
                </a:cubicBezTo>
                <a:cubicBezTo>
                  <a:pt x="298965" y="19019"/>
                  <a:pt x="300205" y="18717"/>
                  <a:pt x="301509" y="18453"/>
                </a:cubicBezTo>
                <a:cubicBezTo>
                  <a:pt x="302814" y="18187"/>
                  <a:pt x="304176" y="17974"/>
                  <a:pt x="305597" y="17812"/>
                </a:cubicBezTo>
                <a:cubicBezTo>
                  <a:pt x="307018" y="17650"/>
                  <a:pt x="308453" y="17569"/>
                  <a:pt x="309902" y="17569"/>
                </a:cubicBezTo>
                <a:cubicBezTo>
                  <a:pt x="312541" y="17569"/>
                  <a:pt x="314918" y="17859"/>
                  <a:pt x="317034" y="18439"/>
                </a:cubicBezTo>
                <a:cubicBezTo>
                  <a:pt x="319151" y="19019"/>
                  <a:pt x="320941" y="19903"/>
                  <a:pt x="322405" y="21092"/>
                </a:cubicBezTo>
                <a:cubicBezTo>
                  <a:pt x="323869" y="22280"/>
                  <a:pt x="324993" y="23773"/>
                  <a:pt x="325776" y="25571"/>
                </a:cubicBezTo>
                <a:cubicBezTo>
                  <a:pt x="326558" y="27369"/>
                  <a:pt x="326950" y="29485"/>
                  <a:pt x="326950" y="31920"/>
                </a:cubicBezTo>
                <a:lnTo>
                  <a:pt x="326950" y="62014"/>
                </a:lnTo>
                <a:lnTo>
                  <a:pt x="320166" y="62014"/>
                </a:lnTo>
                <a:moveTo>
                  <a:pt x="319339" y="42096"/>
                </a:moveTo>
                <a:lnTo>
                  <a:pt x="309728" y="42096"/>
                </a:lnTo>
                <a:cubicBezTo>
                  <a:pt x="307844" y="42096"/>
                  <a:pt x="306220" y="42286"/>
                  <a:pt x="304858" y="42665"/>
                </a:cubicBezTo>
                <a:cubicBezTo>
                  <a:pt x="303495" y="43042"/>
                  <a:pt x="302379" y="43580"/>
                  <a:pt x="301509" y="44278"/>
                </a:cubicBezTo>
                <a:cubicBezTo>
                  <a:pt x="300639" y="44975"/>
                  <a:pt x="299994" y="45812"/>
                  <a:pt x="299574" y="46786"/>
                </a:cubicBezTo>
                <a:cubicBezTo>
                  <a:pt x="299154" y="47760"/>
                  <a:pt x="298943" y="48858"/>
                  <a:pt x="298943" y="50079"/>
                </a:cubicBezTo>
                <a:cubicBezTo>
                  <a:pt x="298943" y="50923"/>
                  <a:pt x="299074" y="51730"/>
                  <a:pt x="299335" y="52501"/>
                </a:cubicBezTo>
                <a:cubicBezTo>
                  <a:pt x="299596" y="53271"/>
                  <a:pt x="300016" y="53954"/>
                  <a:pt x="300596" y="54550"/>
                </a:cubicBezTo>
                <a:cubicBezTo>
                  <a:pt x="301176" y="55147"/>
                  <a:pt x="301930" y="55619"/>
                  <a:pt x="302857" y="55968"/>
                </a:cubicBezTo>
                <a:cubicBezTo>
                  <a:pt x="303785" y="56317"/>
                  <a:pt x="304916" y="56491"/>
                  <a:pt x="306249" y="56491"/>
                </a:cubicBezTo>
                <a:cubicBezTo>
                  <a:pt x="307989" y="56491"/>
                  <a:pt x="309982" y="55961"/>
                  <a:pt x="312229" y="54900"/>
                </a:cubicBezTo>
                <a:cubicBezTo>
                  <a:pt x="314476" y="53838"/>
                  <a:pt x="316846" y="52158"/>
                  <a:pt x="319339" y="49860"/>
                </a:cubicBezTo>
                <a:lnTo>
                  <a:pt x="319339" y="42096"/>
                </a:lnTo>
                <a:close/>
                <a:moveTo>
                  <a:pt x="374809" y="60405"/>
                </a:moveTo>
                <a:cubicBezTo>
                  <a:pt x="372838" y="61159"/>
                  <a:pt x="370816" y="61717"/>
                  <a:pt x="368743" y="62079"/>
                </a:cubicBezTo>
                <a:cubicBezTo>
                  <a:pt x="366670" y="62442"/>
                  <a:pt x="364531" y="62623"/>
                  <a:pt x="362328" y="62623"/>
                </a:cubicBezTo>
                <a:cubicBezTo>
                  <a:pt x="355428" y="62623"/>
                  <a:pt x="350115" y="60753"/>
                  <a:pt x="346390" y="57013"/>
                </a:cubicBezTo>
                <a:cubicBezTo>
                  <a:pt x="342664" y="53273"/>
                  <a:pt x="340801" y="47808"/>
                  <a:pt x="340801" y="40618"/>
                </a:cubicBezTo>
                <a:cubicBezTo>
                  <a:pt x="340801" y="37168"/>
                  <a:pt x="341338" y="34037"/>
                  <a:pt x="342411" y="31224"/>
                </a:cubicBezTo>
                <a:cubicBezTo>
                  <a:pt x="343483" y="28412"/>
                  <a:pt x="344991" y="26006"/>
                  <a:pt x="346933" y="24005"/>
                </a:cubicBezTo>
                <a:cubicBezTo>
                  <a:pt x="348876" y="22005"/>
                  <a:pt x="351195" y="20461"/>
                  <a:pt x="353891" y="19374"/>
                </a:cubicBezTo>
                <a:cubicBezTo>
                  <a:pt x="356588" y="18287"/>
                  <a:pt x="359559" y="17743"/>
                  <a:pt x="362806" y="17743"/>
                </a:cubicBezTo>
                <a:cubicBezTo>
                  <a:pt x="365068" y="17743"/>
                  <a:pt x="367184" y="17906"/>
                  <a:pt x="369156" y="18232"/>
                </a:cubicBezTo>
                <a:cubicBezTo>
                  <a:pt x="371127" y="18558"/>
                  <a:pt x="373012" y="19090"/>
                  <a:pt x="374809" y="19831"/>
                </a:cubicBezTo>
                <a:lnTo>
                  <a:pt x="374809" y="27050"/>
                </a:lnTo>
                <a:cubicBezTo>
                  <a:pt x="372925" y="26048"/>
                  <a:pt x="371004" y="25320"/>
                  <a:pt x="369047" y="24864"/>
                </a:cubicBezTo>
                <a:cubicBezTo>
                  <a:pt x="367090" y="24408"/>
                  <a:pt x="365068" y="24179"/>
                  <a:pt x="362980" y="24179"/>
                </a:cubicBezTo>
                <a:cubicBezTo>
                  <a:pt x="361038" y="24179"/>
                  <a:pt x="359204" y="24549"/>
                  <a:pt x="357479" y="25288"/>
                </a:cubicBezTo>
                <a:cubicBezTo>
                  <a:pt x="355754" y="26028"/>
                  <a:pt x="354239" y="27093"/>
                  <a:pt x="352935" y="28485"/>
                </a:cubicBezTo>
                <a:cubicBezTo>
                  <a:pt x="351630" y="29876"/>
                  <a:pt x="350601" y="31572"/>
                  <a:pt x="349847" y="33573"/>
                </a:cubicBezTo>
                <a:cubicBezTo>
                  <a:pt x="349093" y="35573"/>
                  <a:pt x="348716" y="37835"/>
                  <a:pt x="348716" y="40357"/>
                </a:cubicBezTo>
                <a:cubicBezTo>
                  <a:pt x="348716" y="45634"/>
                  <a:pt x="349999" y="49584"/>
                  <a:pt x="352565" y="52207"/>
                </a:cubicBezTo>
                <a:cubicBezTo>
                  <a:pt x="355131" y="54831"/>
                  <a:pt x="358690" y="56143"/>
                  <a:pt x="363241" y="56143"/>
                </a:cubicBezTo>
                <a:cubicBezTo>
                  <a:pt x="365300" y="56143"/>
                  <a:pt x="367293" y="55911"/>
                  <a:pt x="369221" y="55447"/>
                </a:cubicBezTo>
                <a:cubicBezTo>
                  <a:pt x="371149" y="54983"/>
                  <a:pt x="373012" y="54288"/>
                  <a:pt x="374809" y="53360"/>
                </a:cubicBezTo>
                <a:lnTo>
                  <a:pt x="374809" y="60405"/>
                </a:lnTo>
                <a:close/>
                <a:moveTo>
                  <a:pt x="424843" y="61362"/>
                </a:moveTo>
                <a:cubicBezTo>
                  <a:pt x="423133" y="61812"/>
                  <a:pt x="421364" y="62135"/>
                  <a:pt x="419538" y="62329"/>
                </a:cubicBezTo>
                <a:cubicBezTo>
                  <a:pt x="417711" y="62525"/>
                  <a:pt x="415856" y="62623"/>
                  <a:pt x="413971" y="62623"/>
                </a:cubicBezTo>
                <a:cubicBezTo>
                  <a:pt x="408492" y="62623"/>
                  <a:pt x="404404" y="61383"/>
                  <a:pt x="401708" y="58905"/>
                </a:cubicBezTo>
                <a:cubicBezTo>
                  <a:pt x="399011" y="56426"/>
                  <a:pt x="397663" y="52621"/>
                  <a:pt x="397663" y="47489"/>
                </a:cubicBezTo>
                <a:lnTo>
                  <a:pt x="397663" y="24701"/>
                </a:lnTo>
                <a:lnTo>
                  <a:pt x="385443" y="24701"/>
                </a:lnTo>
                <a:lnTo>
                  <a:pt x="385443" y="18352"/>
                </a:lnTo>
                <a:lnTo>
                  <a:pt x="397663" y="18352"/>
                </a:lnTo>
                <a:lnTo>
                  <a:pt x="397663" y="6311"/>
                </a:lnTo>
                <a:lnTo>
                  <a:pt x="405230" y="4349"/>
                </a:lnTo>
                <a:lnTo>
                  <a:pt x="405230" y="18352"/>
                </a:lnTo>
                <a:lnTo>
                  <a:pt x="424843" y="18352"/>
                </a:lnTo>
                <a:lnTo>
                  <a:pt x="424843" y="24701"/>
                </a:lnTo>
                <a:lnTo>
                  <a:pt x="405230" y="24701"/>
                </a:lnTo>
                <a:lnTo>
                  <a:pt x="405230" y="46880"/>
                </a:lnTo>
                <a:cubicBezTo>
                  <a:pt x="405230" y="50011"/>
                  <a:pt x="406064" y="52352"/>
                  <a:pt x="407731" y="53903"/>
                </a:cubicBezTo>
                <a:cubicBezTo>
                  <a:pt x="409398" y="55455"/>
                  <a:pt x="411855" y="56230"/>
                  <a:pt x="415102" y="56230"/>
                </a:cubicBezTo>
                <a:cubicBezTo>
                  <a:pt x="416494" y="56230"/>
                  <a:pt x="418016" y="56118"/>
                  <a:pt x="419668" y="55894"/>
                </a:cubicBezTo>
                <a:cubicBezTo>
                  <a:pt x="421321" y="55670"/>
                  <a:pt x="423046" y="55318"/>
                  <a:pt x="424843" y="54838"/>
                </a:cubicBezTo>
                <a:lnTo>
                  <a:pt x="424843" y="61362"/>
                </a:lnTo>
                <a:close/>
                <a:moveTo>
                  <a:pt x="453307" y="24614"/>
                </a:moveTo>
                <a:lnTo>
                  <a:pt x="440391" y="24614"/>
                </a:lnTo>
                <a:lnTo>
                  <a:pt x="440391" y="18352"/>
                </a:lnTo>
                <a:lnTo>
                  <a:pt x="460961" y="18352"/>
                </a:lnTo>
                <a:lnTo>
                  <a:pt x="460961" y="55708"/>
                </a:lnTo>
                <a:lnTo>
                  <a:pt x="473964" y="55708"/>
                </a:lnTo>
                <a:lnTo>
                  <a:pt x="473964" y="62014"/>
                </a:lnTo>
                <a:lnTo>
                  <a:pt x="438956" y="62014"/>
                </a:lnTo>
                <a:lnTo>
                  <a:pt x="438956" y="55708"/>
                </a:lnTo>
                <a:lnTo>
                  <a:pt x="453307" y="55708"/>
                </a:lnTo>
                <a:lnTo>
                  <a:pt x="453307" y="24614"/>
                </a:lnTo>
                <a:moveTo>
                  <a:pt x="455960" y="0"/>
                </a:moveTo>
                <a:cubicBezTo>
                  <a:pt x="456801" y="0"/>
                  <a:pt x="457583" y="152"/>
                  <a:pt x="458308" y="457"/>
                </a:cubicBezTo>
                <a:cubicBezTo>
                  <a:pt x="459033" y="761"/>
                  <a:pt x="459664" y="1189"/>
                  <a:pt x="460200" y="1740"/>
                </a:cubicBezTo>
                <a:cubicBezTo>
                  <a:pt x="460736" y="2290"/>
                  <a:pt x="461157" y="2921"/>
                  <a:pt x="461461" y="3631"/>
                </a:cubicBezTo>
                <a:cubicBezTo>
                  <a:pt x="461766" y="4342"/>
                  <a:pt x="461918" y="5117"/>
                  <a:pt x="461918" y="5958"/>
                </a:cubicBezTo>
                <a:cubicBezTo>
                  <a:pt x="461918" y="6770"/>
                  <a:pt x="461766" y="7538"/>
                  <a:pt x="461461" y="8263"/>
                </a:cubicBezTo>
                <a:cubicBezTo>
                  <a:pt x="461157" y="8988"/>
                  <a:pt x="460736" y="9625"/>
                  <a:pt x="460200" y="10176"/>
                </a:cubicBezTo>
                <a:cubicBezTo>
                  <a:pt x="459664" y="10727"/>
                  <a:pt x="459033" y="11155"/>
                  <a:pt x="458308" y="11459"/>
                </a:cubicBezTo>
                <a:cubicBezTo>
                  <a:pt x="457583" y="11764"/>
                  <a:pt x="456801" y="11916"/>
                  <a:pt x="455960" y="11916"/>
                </a:cubicBezTo>
                <a:cubicBezTo>
                  <a:pt x="455119" y="11916"/>
                  <a:pt x="454336" y="11764"/>
                  <a:pt x="453612" y="11459"/>
                </a:cubicBezTo>
                <a:cubicBezTo>
                  <a:pt x="452887" y="11155"/>
                  <a:pt x="452256" y="10727"/>
                  <a:pt x="451720" y="10176"/>
                </a:cubicBezTo>
                <a:cubicBezTo>
                  <a:pt x="451183" y="9625"/>
                  <a:pt x="450763" y="8988"/>
                  <a:pt x="450459" y="8263"/>
                </a:cubicBezTo>
                <a:cubicBezTo>
                  <a:pt x="450154" y="7538"/>
                  <a:pt x="450002" y="6770"/>
                  <a:pt x="450002" y="5958"/>
                </a:cubicBezTo>
                <a:cubicBezTo>
                  <a:pt x="450002" y="5117"/>
                  <a:pt x="450154" y="4342"/>
                  <a:pt x="450459" y="3631"/>
                </a:cubicBezTo>
                <a:cubicBezTo>
                  <a:pt x="450763" y="2921"/>
                  <a:pt x="451183" y="2290"/>
                  <a:pt x="451720" y="1740"/>
                </a:cubicBezTo>
                <a:cubicBezTo>
                  <a:pt x="452256" y="1189"/>
                  <a:pt x="452887" y="761"/>
                  <a:pt x="453612" y="457"/>
                </a:cubicBezTo>
                <a:cubicBezTo>
                  <a:pt x="454336" y="152"/>
                  <a:pt x="455119" y="0"/>
                  <a:pt x="455960" y="0"/>
                </a:cubicBezTo>
                <a:close/>
                <a:moveTo>
                  <a:pt x="523078" y="39835"/>
                </a:moveTo>
                <a:cubicBezTo>
                  <a:pt x="523078" y="43227"/>
                  <a:pt x="522600" y="46337"/>
                  <a:pt x="521643" y="49163"/>
                </a:cubicBezTo>
                <a:cubicBezTo>
                  <a:pt x="520686" y="51990"/>
                  <a:pt x="519309" y="54411"/>
                  <a:pt x="517512" y="56426"/>
                </a:cubicBezTo>
                <a:cubicBezTo>
                  <a:pt x="515714" y="58441"/>
                  <a:pt x="513525" y="60006"/>
                  <a:pt x="510945" y="61123"/>
                </a:cubicBezTo>
                <a:cubicBezTo>
                  <a:pt x="508365" y="62239"/>
                  <a:pt x="505437" y="62797"/>
                  <a:pt x="502160" y="62797"/>
                </a:cubicBezTo>
                <a:cubicBezTo>
                  <a:pt x="499029" y="62797"/>
                  <a:pt x="496224" y="62311"/>
                  <a:pt x="493745" y="61340"/>
                </a:cubicBezTo>
                <a:cubicBezTo>
                  <a:pt x="491267" y="60369"/>
                  <a:pt x="489165" y="58941"/>
                  <a:pt x="487440" y="57056"/>
                </a:cubicBezTo>
                <a:cubicBezTo>
                  <a:pt x="485715" y="55172"/>
                  <a:pt x="484396" y="52838"/>
                  <a:pt x="483482" y="50055"/>
                </a:cubicBezTo>
                <a:cubicBezTo>
                  <a:pt x="482569" y="47272"/>
                  <a:pt x="482112" y="44068"/>
                  <a:pt x="482112" y="40444"/>
                </a:cubicBezTo>
                <a:cubicBezTo>
                  <a:pt x="482112" y="37052"/>
                  <a:pt x="482591" y="33957"/>
                  <a:pt x="483548" y="31159"/>
                </a:cubicBezTo>
                <a:cubicBezTo>
                  <a:pt x="484504" y="28361"/>
                  <a:pt x="485881" y="25955"/>
                  <a:pt x="487679" y="23940"/>
                </a:cubicBezTo>
                <a:cubicBezTo>
                  <a:pt x="489476" y="21925"/>
                  <a:pt x="491665" y="20360"/>
                  <a:pt x="494246" y="19243"/>
                </a:cubicBezTo>
                <a:cubicBezTo>
                  <a:pt x="496826" y="18127"/>
                  <a:pt x="499754" y="17569"/>
                  <a:pt x="503030" y="17569"/>
                </a:cubicBezTo>
                <a:cubicBezTo>
                  <a:pt x="506161" y="17569"/>
                  <a:pt x="508966" y="18055"/>
                  <a:pt x="511445" y="19026"/>
                </a:cubicBezTo>
                <a:cubicBezTo>
                  <a:pt x="513924" y="19997"/>
                  <a:pt x="516026" y="21418"/>
                  <a:pt x="517751" y="23288"/>
                </a:cubicBezTo>
                <a:cubicBezTo>
                  <a:pt x="519476" y="25158"/>
                  <a:pt x="520795" y="27484"/>
                  <a:pt x="521708" y="30268"/>
                </a:cubicBezTo>
                <a:cubicBezTo>
                  <a:pt x="522622" y="33051"/>
                  <a:pt x="523078" y="36240"/>
                  <a:pt x="523078" y="39835"/>
                </a:cubicBezTo>
                <a:moveTo>
                  <a:pt x="515337" y="40183"/>
                </a:moveTo>
                <a:cubicBezTo>
                  <a:pt x="515337" y="37487"/>
                  <a:pt x="515040" y="35131"/>
                  <a:pt x="514446" y="33116"/>
                </a:cubicBezTo>
                <a:cubicBezTo>
                  <a:pt x="513851" y="31101"/>
                  <a:pt x="513003" y="29420"/>
                  <a:pt x="511902" y="28072"/>
                </a:cubicBezTo>
                <a:cubicBezTo>
                  <a:pt x="510800" y="26723"/>
                  <a:pt x="509459" y="25709"/>
                  <a:pt x="507879" y="25027"/>
                </a:cubicBezTo>
                <a:cubicBezTo>
                  <a:pt x="506299" y="24346"/>
                  <a:pt x="504538" y="24005"/>
                  <a:pt x="502595" y="24005"/>
                </a:cubicBezTo>
                <a:cubicBezTo>
                  <a:pt x="500334" y="24005"/>
                  <a:pt x="498399" y="24448"/>
                  <a:pt x="496790" y="25332"/>
                </a:cubicBezTo>
                <a:cubicBezTo>
                  <a:pt x="495181" y="26216"/>
                  <a:pt x="493861" y="27398"/>
                  <a:pt x="492832" y="28876"/>
                </a:cubicBezTo>
                <a:cubicBezTo>
                  <a:pt x="491803" y="30355"/>
                  <a:pt x="491049" y="32072"/>
                  <a:pt x="490571" y="34029"/>
                </a:cubicBezTo>
                <a:cubicBezTo>
                  <a:pt x="490092" y="35986"/>
                  <a:pt x="489853" y="38038"/>
                  <a:pt x="489853" y="40183"/>
                </a:cubicBezTo>
                <a:cubicBezTo>
                  <a:pt x="489853" y="42879"/>
                  <a:pt x="490150" y="45242"/>
                  <a:pt x="490745" y="47272"/>
                </a:cubicBezTo>
                <a:cubicBezTo>
                  <a:pt x="491339" y="49301"/>
                  <a:pt x="492187" y="50990"/>
                  <a:pt x="493289" y="52338"/>
                </a:cubicBezTo>
                <a:cubicBezTo>
                  <a:pt x="494391" y="53686"/>
                  <a:pt x="495724" y="54701"/>
                  <a:pt x="497290" y="55382"/>
                </a:cubicBezTo>
                <a:cubicBezTo>
                  <a:pt x="498855" y="56063"/>
                  <a:pt x="500624" y="56404"/>
                  <a:pt x="502595" y="56404"/>
                </a:cubicBezTo>
                <a:cubicBezTo>
                  <a:pt x="504857" y="56404"/>
                  <a:pt x="506792" y="55962"/>
                  <a:pt x="508401" y="55078"/>
                </a:cubicBezTo>
                <a:cubicBezTo>
                  <a:pt x="510010" y="54193"/>
                  <a:pt x="511329" y="53012"/>
                  <a:pt x="512358" y="51533"/>
                </a:cubicBezTo>
                <a:cubicBezTo>
                  <a:pt x="513388" y="50055"/>
                  <a:pt x="514141" y="48337"/>
                  <a:pt x="514620" y="46380"/>
                </a:cubicBezTo>
                <a:cubicBezTo>
                  <a:pt x="515098" y="44423"/>
                  <a:pt x="515337" y="42357"/>
                  <a:pt x="515337" y="40183"/>
                </a:cubicBezTo>
                <a:close/>
                <a:moveTo>
                  <a:pt x="533842" y="18352"/>
                </a:moveTo>
                <a:lnTo>
                  <a:pt x="540583" y="18352"/>
                </a:lnTo>
                <a:lnTo>
                  <a:pt x="540887" y="25397"/>
                </a:lnTo>
                <a:cubicBezTo>
                  <a:pt x="542163" y="23889"/>
                  <a:pt x="543395" y="22636"/>
                  <a:pt x="544584" y="21635"/>
                </a:cubicBezTo>
                <a:cubicBezTo>
                  <a:pt x="545773" y="20635"/>
                  <a:pt x="546939" y="19831"/>
                  <a:pt x="548085" y="19222"/>
                </a:cubicBezTo>
                <a:cubicBezTo>
                  <a:pt x="549230" y="18613"/>
                  <a:pt x="550397" y="18185"/>
                  <a:pt x="551585" y="17939"/>
                </a:cubicBezTo>
                <a:cubicBezTo>
                  <a:pt x="552774" y="17692"/>
                  <a:pt x="554006" y="17569"/>
                  <a:pt x="555282" y="17569"/>
                </a:cubicBezTo>
                <a:cubicBezTo>
                  <a:pt x="559776" y="17569"/>
                  <a:pt x="563175" y="18896"/>
                  <a:pt x="565480" y="21548"/>
                </a:cubicBezTo>
                <a:cubicBezTo>
                  <a:pt x="567785" y="24201"/>
                  <a:pt x="568937" y="28195"/>
                  <a:pt x="568937" y="33529"/>
                </a:cubicBezTo>
                <a:lnTo>
                  <a:pt x="568937" y="62014"/>
                </a:lnTo>
                <a:lnTo>
                  <a:pt x="561370" y="62014"/>
                </a:lnTo>
                <a:lnTo>
                  <a:pt x="561370" y="34138"/>
                </a:lnTo>
                <a:cubicBezTo>
                  <a:pt x="561370" y="30717"/>
                  <a:pt x="560732" y="28188"/>
                  <a:pt x="559457" y="26549"/>
                </a:cubicBezTo>
                <a:cubicBezTo>
                  <a:pt x="558181" y="24911"/>
                  <a:pt x="556282" y="24092"/>
                  <a:pt x="553760" y="24092"/>
                </a:cubicBezTo>
                <a:cubicBezTo>
                  <a:pt x="552832" y="24092"/>
                  <a:pt x="551926" y="24230"/>
                  <a:pt x="551042" y="24506"/>
                </a:cubicBezTo>
                <a:cubicBezTo>
                  <a:pt x="550158" y="24781"/>
                  <a:pt x="549237" y="25259"/>
                  <a:pt x="548280" y="25941"/>
                </a:cubicBezTo>
                <a:cubicBezTo>
                  <a:pt x="547324" y="26622"/>
                  <a:pt x="546287" y="27542"/>
                  <a:pt x="545171" y="28702"/>
                </a:cubicBezTo>
                <a:cubicBezTo>
                  <a:pt x="544055" y="29862"/>
                  <a:pt x="542801" y="31311"/>
                  <a:pt x="541409" y="33051"/>
                </a:cubicBezTo>
                <a:lnTo>
                  <a:pt x="541409" y="62014"/>
                </a:lnTo>
                <a:lnTo>
                  <a:pt x="533842" y="62014"/>
                </a:lnTo>
                <a:lnTo>
                  <a:pt x="533842" y="18352"/>
                </a:lnTo>
                <a:close/>
                <a:moveTo>
                  <a:pt x="617188" y="50098"/>
                </a:moveTo>
                <a:cubicBezTo>
                  <a:pt x="617188" y="51635"/>
                  <a:pt x="616927" y="53012"/>
                  <a:pt x="616406" y="54230"/>
                </a:cubicBezTo>
                <a:cubicBezTo>
                  <a:pt x="615884" y="55447"/>
                  <a:pt x="615173" y="56527"/>
                  <a:pt x="614275" y="57470"/>
                </a:cubicBezTo>
                <a:cubicBezTo>
                  <a:pt x="613376" y="58412"/>
                  <a:pt x="612332" y="59216"/>
                  <a:pt x="611143" y="59883"/>
                </a:cubicBezTo>
                <a:cubicBezTo>
                  <a:pt x="609955" y="60550"/>
                  <a:pt x="608686" y="61101"/>
                  <a:pt x="607338" y="61536"/>
                </a:cubicBezTo>
                <a:cubicBezTo>
                  <a:pt x="605990" y="61971"/>
                  <a:pt x="604606" y="62289"/>
                  <a:pt x="603185" y="62492"/>
                </a:cubicBezTo>
                <a:cubicBezTo>
                  <a:pt x="601765" y="62695"/>
                  <a:pt x="600373" y="62797"/>
                  <a:pt x="599010" y="62797"/>
                </a:cubicBezTo>
                <a:cubicBezTo>
                  <a:pt x="596053" y="62797"/>
                  <a:pt x="593335" y="62666"/>
                  <a:pt x="590856" y="62405"/>
                </a:cubicBezTo>
                <a:cubicBezTo>
                  <a:pt x="588377" y="62144"/>
                  <a:pt x="585949" y="61724"/>
                  <a:pt x="583572" y="61144"/>
                </a:cubicBezTo>
                <a:lnTo>
                  <a:pt x="583572" y="54186"/>
                </a:lnTo>
                <a:cubicBezTo>
                  <a:pt x="586123" y="54911"/>
                  <a:pt x="588660" y="55462"/>
                  <a:pt x="591182" y="55839"/>
                </a:cubicBezTo>
                <a:cubicBezTo>
                  <a:pt x="593705" y="56216"/>
                  <a:pt x="596213" y="56404"/>
                  <a:pt x="598706" y="56404"/>
                </a:cubicBezTo>
                <a:cubicBezTo>
                  <a:pt x="602330" y="56404"/>
                  <a:pt x="605012" y="55911"/>
                  <a:pt x="606751" y="54925"/>
                </a:cubicBezTo>
                <a:cubicBezTo>
                  <a:pt x="608491" y="53940"/>
                  <a:pt x="609360" y="52534"/>
                  <a:pt x="609360" y="50707"/>
                </a:cubicBezTo>
                <a:cubicBezTo>
                  <a:pt x="609360" y="49924"/>
                  <a:pt x="609223" y="49221"/>
                  <a:pt x="608947" y="48598"/>
                </a:cubicBezTo>
                <a:cubicBezTo>
                  <a:pt x="608672" y="47975"/>
                  <a:pt x="608172" y="47380"/>
                  <a:pt x="607447" y="46815"/>
                </a:cubicBezTo>
                <a:cubicBezTo>
                  <a:pt x="606722" y="46250"/>
                  <a:pt x="605599" y="45663"/>
                  <a:pt x="604077" y="45054"/>
                </a:cubicBezTo>
                <a:cubicBezTo>
                  <a:pt x="602555" y="44445"/>
                  <a:pt x="600474" y="43749"/>
                  <a:pt x="597836" y="42966"/>
                </a:cubicBezTo>
                <a:cubicBezTo>
                  <a:pt x="595865" y="42386"/>
                  <a:pt x="594045" y="41727"/>
                  <a:pt x="592378" y="40988"/>
                </a:cubicBezTo>
                <a:cubicBezTo>
                  <a:pt x="590711" y="40248"/>
                  <a:pt x="589269" y="39371"/>
                  <a:pt x="588051" y="38357"/>
                </a:cubicBezTo>
                <a:cubicBezTo>
                  <a:pt x="586834" y="37342"/>
                  <a:pt x="585877" y="36153"/>
                  <a:pt x="585181" y="34790"/>
                </a:cubicBezTo>
                <a:cubicBezTo>
                  <a:pt x="584485" y="33428"/>
                  <a:pt x="584137" y="31819"/>
                  <a:pt x="584137" y="29963"/>
                </a:cubicBezTo>
                <a:cubicBezTo>
                  <a:pt x="584137" y="28746"/>
                  <a:pt x="584420" y="27412"/>
                  <a:pt x="584985" y="25962"/>
                </a:cubicBezTo>
                <a:cubicBezTo>
                  <a:pt x="585551" y="24513"/>
                  <a:pt x="586515" y="23165"/>
                  <a:pt x="587877" y="21918"/>
                </a:cubicBezTo>
                <a:cubicBezTo>
                  <a:pt x="589240" y="20671"/>
                  <a:pt x="591081" y="19635"/>
                  <a:pt x="593400" y="18809"/>
                </a:cubicBezTo>
                <a:cubicBezTo>
                  <a:pt x="595720" y="17982"/>
                  <a:pt x="598619" y="17569"/>
                  <a:pt x="602098" y="17569"/>
                </a:cubicBezTo>
                <a:cubicBezTo>
                  <a:pt x="603808" y="17569"/>
                  <a:pt x="605707" y="17663"/>
                  <a:pt x="607795" y="17852"/>
                </a:cubicBezTo>
                <a:cubicBezTo>
                  <a:pt x="609882" y="18040"/>
                  <a:pt x="612057" y="18366"/>
                  <a:pt x="614318" y="18830"/>
                </a:cubicBezTo>
                <a:lnTo>
                  <a:pt x="614318" y="25571"/>
                </a:lnTo>
                <a:cubicBezTo>
                  <a:pt x="611941" y="24991"/>
                  <a:pt x="609687" y="24564"/>
                  <a:pt x="607556" y="24288"/>
                </a:cubicBezTo>
                <a:cubicBezTo>
                  <a:pt x="605425" y="24013"/>
                  <a:pt x="603577" y="23875"/>
                  <a:pt x="602011" y="23875"/>
                </a:cubicBezTo>
                <a:cubicBezTo>
                  <a:pt x="600126" y="23875"/>
                  <a:pt x="598539" y="24020"/>
                  <a:pt x="597249" y="24310"/>
                </a:cubicBezTo>
                <a:cubicBezTo>
                  <a:pt x="595959" y="24600"/>
                  <a:pt x="594915" y="24998"/>
                  <a:pt x="594118" y="25506"/>
                </a:cubicBezTo>
                <a:cubicBezTo>
                  <a:pt x="593321" y="26013"/>
                  <a:pt x="592748" y="26607"/>
                  <a:pt x="592400" y="27289"/>
                </a:cubicBezTo>
                <a:cubicBezTo>
                  <a:pt x="592052" y="27970"/>
                  <a:pt x="591878" y="28702"/>
                  <a:pt x="591878" y="29485"/>
                </a:cubicBezTo>
                <a:cubicBezTo>
                  <a:pt x="591878" y="30268"/>
                  <a:pt x="592030" y="30978"/>
                  <a:pt x="592335" y="31616"/>
                </a:cubicBezTo>
                <a:cubicBezTo>
                  <a:pt x="592639" y="32254"/>
                  <a:pt x="593205" y="32870"/>
                  <a:pt x="594031" y="33464"/>
                </a:cubicBezTo>
                <a:cubicBezTo>
                  <a:pt x="594857" y="34058"/>
                  <a:pt x="596010" y="34653"/>
                  <a:pt x="597488" y="35247"/>
                </a:cubicBezTo>
                <a:cubicBezTo>
                  <a:pt x="598967" y="35841"/>
                  <a:pt x="600895" y="36487"/>
                  <a:pt x="603272" y="37182"/>
                </a:cubicBezTo>
                <a:cubicBezTo>
                  <a:pt x="605852" y="37936"/>
                  <a:pt x="608027" y="38726"/>
                  <a:pt x="609795" y="39552"/>
                </a:cubicBezTo>
                <a:cubicBezTo>
                  <a:pt x="611564" y="40379"/>
                  <a:pt x="612999" y="41299"/>
                  <a:pt x="614101" y="42314"/>
                </a:cubicBezTo>
                <a:cubicBezTo>
                  <a:pt x="615202" y="43329"/>
                  <a:pt x="615992" y="44474"/>
                  <a:pt x="616471" y="45749"/>
                </a:cubicBezTo>
                <a:cubicBezTo>
                  <a:pt x="616949" y="47025"/>
                  <a:pt x="617188" y="48475"/>
                  <a:pt x="617188" y="50098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:">
            <a:extLst xmlns:a="http://schemas.openxmlformats.org/drawingml/2006/main">
              <a:ext uri="{FF2B5EF4-FFF2-40B4-BE49-F238E27FC236}">
                <a16:creationId xmlns:a16="http://schemas.microsoft.com/office/drawing/2014/main" id="{B19E2169-F600-4168-B8D8-38E53F31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849" y="5050535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return">
            <a:extLst xmlns:a="http://schemas.openxmlformats.org/drawingml/2006/main">
              <a:ext uri="{FF2B5EF4-FFF2-40B4-BE49-F238E27FC236}">
                <a16:creationId xmlns:a16="http://schemas.microsoft.com/office/drawing/2014/main" id="{3D0E4B84-A142-4794-BA08-42527E92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04" y="5143342"/>
            <a:ext cx="283888" cy="58448"/>
          </a:xfrm>
          <a:custGeom xmlns:a="http://schemas.openxmlformats.org/drawingml/2006/main">
            <a:pathLst>
              <a:path w="283888" h="58448">
                <a:moveTo>
                  <a:pt x="4740" y="34013"/>
                </a:moveTo>
                <a:cubicBezTo>
                  <a:pt x="4856" y="33461"/>
                  <a:pt x="4979" y="32737"/>
                  <a:pt x="5110" y="31840"/>
                </a:cubicBezTo>
                <a:cubicBezTo>
                  <a:pt x="5240" y="30943"/>
                  <a:pt x="5393" y="29735"/>
                  <a:pt x="5566" y="28217"/>
                </a:cubicBezTo>
                <a:cubicBezTo>
                  <a:pt x="5740" y="26698"/>
                  <a:pt x="5958" y="24788"/>
                  <a:pt x="6219" y="22487"/>
                </a:cubicBezTo>
                <a:cubicBezTo>
                  <a:pt x="6480" y="20187"/>
                  <a:pt x="6784" y="17359"/>
                  <a:pt x="7132" y="14003"/>
                </a:cubicBezTo>
                <a:lnTo>
                  <a:pt x="14264" y="14003"/>
                </a:lnTo>
                <a:lnTo>
                  <a:pt x="13177" y="24067"/>
                </a:lnTo>
                <a:cubicBezTo>
                  <a:pt x="14192" y="22592"/>
                  <a:pt x="15293" y="21196"/>
                  <a:pt x="16482" y="19881"/>
                </a:cubicBezTo>
                <a:cubicBezTo>
                  <a:pt x="17671" y="18564"/>
                  <a:pt x="18975" y="17415"/>
                  <a:pt x="20396" y="16432"/>
                </a:cubicBezTo>
                <a:cubicBezTo>
                  <a:pt x="21817" y="15448"/>
                  <a:pt x="23368" y="14667"/>
                  <a:pt x="25049" y="14089"/>
                </a:cubicBezTo>
                <a:cubicBezTo>
                  <a:pt x="26731" y="13510"/>
                  <a:pt x="28572" y="13220"/>
                  <a:pt x="30572" y="13220"/>
                </a:cubicBezTo>
                <a:cubicBezTo>
                  <a:pt x="35356" y="13220"/>
                  <a:pt x="38661" y="14710"/>
                  <a:pt x="40487" y="17689"/>
                </a:cubicBezTo>
                <a:cubicBezTo>
                  <a:pt x="42314" y="20668"/>
                  <a:pt x="42604" y="24977"/>
                  <a:pt x="41357" y="30616"/>
                </a:cubicBezTo>
                <a:lnTo>
                  <a:pt x="33660" y="30616"/>
                </a:lnTo>
                <a:cubicBezTo>
                  <a:pt x="34095" y="28623"/>
                  <a:pt x="34312" y="26934"/>
                  <a:pt x="34312" y="25548"/>
                </a:cubicBezTo>
                <a:cubicBezTo>
                  <a:pt x="34312" y="24162"/>
                  <a:pt x="34116" y="23043"/>
                  <a:pt x="33725" y="22191"/>
                </a:cubicBezTo>
                <a:cubicBezTo>
                  <a:pt x="33334" y="21340"/>
                  <a:pt x="32754" y="20719"/>
                  <a:pt x="31985" y="20329"/>
                </a:cubicBezTo>
                <a:cubicBezTo>
                  <a:pt x="31217" y="19939"/>
                  <a:pt x="30297" y="19744"/>
                  <a:pt x="29224" y="19744"/>
                </a:cubicBezTo>
                <a:cubicBezTo>
                  <a:pt x="27137" y="19744"/>
                  <a:pt x="25107" y="20373"/>
                  <a:pt x="23136" y="21633"/>
                </a:cubicBezTo>
                <a:cubicBezTo>
                  <a:pt x="21164" y="22891"/>
                  <a:pt x="19359" y="24540"/>
                  <a:pt x="17721" y="26581"/>
                </a:cubicBezTo>
                <a:cubicBezTo>
                  <a:pt x="16083" y="28620"/>
                  <a:pt x="14677" y="30913"/>
                  <a:pt x="13503" y="33460"/>
                </a:cubicBezTo>
                <a:cubicBezTo>
                  <a:pt x="12329" y="36007"/>
                  <a:pt x="11481" y="38573"/>
                  <a:pt x="10959" y="41157"/>
                </a:cubicBezTo>
                <a:lnTo>
                  <a:pt x="7654" y="57665"/>
                </a:lnTo>
                <a:lnTo>
                  <a:pt x="0" y="57665"/>
                </a:lnTo>
                <a:lnTo>
                  <a:pt x="4740" y="34013"/>
                </a:lnTo>
                <a:close/>
                <a:moveTo>
                  <a:pt x="57079" y="38270"/>
                </a:moveTo>
                <a:cubicBezTo>
                  <a:pt x="56934" y="39023"/>
                  <a:pt x="56825" y="39734"/>
                  <a:pt x="56753" y="40400"/>
                </a:cubicBezTo>
                <a:cubicBezTo>
                  <a:pt x="56681" y="41067"/>
                  <a:pt x="56644" y="41720"/>
                  <a:pt x="56644" y="42357"/>
                </a:cubicBezTo>
                <a:cubicBezTo>
                  <a:pt x="56644" y="45518"/>
                  <a:pt x="57587" y="47938"/>
                  <a:pt x="59471" y="49620"/>
                </a:cubicBezTo>
                <a:cubicBezTo>
                  <a:pt x="61356" y="51301"/>
                  <a:pt x="64269" y="52142"/>
                  <a:pt x="68212" y="52142"/>
                </a:cubicBezTo>
                <a:cubicBezTo>
                  <a:pt x="70763" y="52142"/>
                  <a:pt x="73293" y="51950"/>
                  <a:pt x="75801" y="51565"/>
                </a:cubicBezTo>
                <a:cubicBezTo>
                  <a:pt x="78309" y="51179"/>
                  <a:pt x="80548" y="50733"/>
                  <a:pt x="82520" y="50229"/>
                </a:cubicBezTo>
                <a:lnTo>
                  <a:pt x="82520" y="56448"/>
                </a:lnTo>
                <a:cubicBezTo>
                  <a:pt x="80345" y="57040"/>
                  <a:pt x="77903" y="57522"/>
                  <a:pt x="75192" y="57892"/>
                </a:cubicBezTo>
                <a:cubicBezTo>
                  <a:pt x="72481" y="58263"/>
                  <a:pt x="69734" y="58448"/>
                  <a:pt x="66951" y="58448"/>
                </a:cubicBezTo>
                <a:cubicBezTo>
                  <a:pt x="60805" y="58448"/>
                  <a:pt x="56267" y="57078"/>
                  <a:pt x="53339" y="54338"/>
                </a:cubicBezTo>
                <a:cubicBezTo>
                  <a:pt x="50411" y="51599"/>
                  <a:pt x="48947" y="47634"/>
                  <a:pt x="48947" y="42444"/>
                </a:cubicBezTo>
                <a:cubicBezTo>
                  <a:pt x="48947" y="38443"/>
                  <a:pt x="49570" y="34675"/>
                  <a:pt x="50817" y="31137"/>
                </a:cubicBezTo>
                <a:cubicBezTo>
                  <a:pt x="52064" y="27600"/>
                  <a:pt x="53789" y="24506"/>
                  <a:pt x="55992" y="21853"/>
                </a:cubicBezTo>
                <a:cubicBezTo>
                  <a:pt x="58195" y="19200"/>
                  <a:pt x="60812" y="17098"/>
                  <a:pt x="63842" y="15547"/>
                </a:cubicBezTo>
                <a:cubicBezTo>
                  <a:pt x="66871" y="13996"/>
                  <a:pt x="70169" y="13220"/>
                  <a:pt x="73735" y="13220"/>
                </a:cubicBezTo>
                <a:cubicBezTo>
                  <a:pt x="76199" y="13220"/>
                  <a:pt x="78396" y="13510"/>
                  <a:pt x="80324" y="14090"/>
                </a:cubicBezTo>
                <a:cubicBezTo>
                  <a:pt x="82252" y="14670"/>
                  <a:pt x="83882" y="15467"/>
                  <a:pt x="85216" y="16482"/>
                </a:cubicBezTo>
                <a:cubicBezTo>
                  <a:pt x="86550" y="17497"/>
                  <a:pt x="87564" y="18693"/>
                  <a:pt x="88260" y="20070"/>
                </a:cubicBezTo>
                <a:cubicBezTo>
                  <a:pt x="88956" y="21447"/>
                  <a:pt x="89304" y="22933"/>
                  <a:pt x="89304" y="24527"/>
                </a:cubicBezTo>
                <a:cubicBezTo>
                  <a:pt x="89304" y="26615"/>
                  <a:pt x="88862" y="28499"/>
                  <a:pt x="87977" y="30181"/>
                </a:cubicBezTo>
                <a:cubicBezTo>
                  <a:pt x="87093" y="31862"/>
                  <a:pt x="85687" y="33305"/>
                  <a:pt x="83759" y="34508"/>
                </a:cubicBezTo>
                <a:cubicBezTo>
                  <a:pt x="81831" y="35711"/>
                  <a:pt x="79345" y="36639"/>
                  <a:pt x="76301" y="37291"/>
                </a:cubicBezTo>
                <a:cubicBezTo>
                  <a:pt x="73257" y="37943"/>
                  <a:pt x="69575" y="38270"/>
                  <a:pt x="65255" y="38270"/>
                </a:cubicBezTo>
                <a:lnTo>
                  <a:pt x="57079" y="38270"/>
                </a:lnTo>
                <a:moveTo>
                  <a:pt x="65168" y="32442"/>
                </a:moveTo>
                <a:cubicBezTo>
                  <a:pt x="68386" y="32442"/>
                  <a:pt x="71046" y="32246"/>
                  <a:pt x="73148" y="31855"/>
                </a:cubicBezTo>
                <a:cubicBezTo>
                  <a:pt x="75250" y="31464"/>
                  <a:pt x="76917" y="30935"/>
                  <a:pt x="78149" y="30268"/>
                </a:cubicBezTo>
                <a:cubicBezTo>
                  <a:pt x="79381" y="29601"/>
                  <a:pt x="80244" y="28833"/>
                  <a:pt x="80737" y="27963"/>
                </a:cubicBezTo>
                <a:cubicBezTo>
                  <a:pt x="81230" y="27093"/>
                  <a:pt x="81476" y="26194"/>
                  <a:pt x="81476" y="25267"/>
                </a:cubicBezTo>
                <a:cubicBezTo>
                  <a:pt x="81476" y="24455"/>
                  <a:pt x="81317" y="23687"/>
                  <a:pt x="80998" y="22962"/>
                </a:cubicBezTo>
                <a:cubicBezTo>
                  <a:pt x="80679" y="22237"/>
                  <a:pt x="80179" y="21599"/>
                  <a:pt x="79497" y="21048"/>
                </a:cubicBezTo>
                <a:cubicBezTo>
                  <a:pt x="78816" y="20497"/>
                  <a:pt x="77961" y="20063"/>
                  <a:pt x="76931" y="19744"/>
                </a:cubicBezTo>
                <a:cubicBezTo>
                  <a:pt x="75902" y="19425"/>
                  <a:pt x="74692" y="19265"/>
                  <a:pt x="73300" y="19265"/>
                </a:cubicBezTo>
                <a:cubicBezTo>
                  <a:pt x="71416" y="19265"/>
                  <a:pt x="69698" y="19577"/>
                  <a:pt x="68147" y="20200"/>
                </a:cubicBezTo>
                <a:cubicBezTo>
                  <a:pt x="66596" y="20824"/>
                  <a:pt x="65197" y="21708"/>
                  <a:pt x="63950" y="22853"/>
                </a:cubicBezTo>
                <a:cubicBezTo>
                  <a:pt x="62704" y="23998"/>
                  <a:pt x="61602" y="25383"/>
                  <a:pt x="60645" y="27006"/>
                </a:cubicBezTo>
                <a:cubicBezTo>
                  <a:pt x="59688" y="28630"/>
                  <a:pt x="58877" y="30442"/>
                  <a:pt x="58210" y="32442"/>
                </a:cubicBezTo>
                <a:lnTo>
                  <a:pt x="65168" y="32442"/>
                </a:lnTo>
                <a:close/>
                <a:moveTo>
                  <a:pt x="131771" y="57050"/>
                </a:moveTo>
                <a:cubicBezTo>
                  <a:pt x="129945" y="57487"/>
                  <a:pt x="128140" y="57801"/>
                  <a:pt x="126357" y="57990"/>
                </a:cubicBezTo>
                <a:cubicBezTo>
                  <a:pt x="124574" y="58179"/>
                  <a:pt x="122986" y="58274"/>
                  <a:pt x="121595" y="58274"/>
                </a:cubicBezTo>
                <a:cubicBezTo>
                  <a:pt x="118638" y="58274"/>
                  <a:pt x="116108" y="57948"/>
                  <a:pt x="114006" y="57296"/>
                </a:cubicBezTo>
                <a:cubicBezTo>
                  <a:pt x="111904" y="56643"/>
                  <a:pt x="110244" y="55607"/>
                  <a:pt x="109027" y="54186"/>
                </a:cubicBezTo>
                <a:cubicBezTo>
                  <a:pt x="107809" y="52766"/>
                  <a:pt x="107048" y="50932"/>
                  <a:pt x="106744" y="48685"/>
                </a:cubicBezTo>
                <a:cubicBezTo>
                  <a:pt x="106439" y="46438"/>
                  <a:pt x="106620" y="43706"/>
                  <a:pt x="107287" y="40487"/>
                </a:cubicBezTo>
                <a:lnTo>
                  <a:pt x="111288" y="20352"/>
                </a:lnTo>
                <a:lnTo>
                  <a:pt x="99068" y="20352"/>
                </a:lnTo>
                <a:lnTo>
                  <a:pt x="100329" y="14003"/>
                </a:lnTo>
                <a:lnTo>
                  <a:pt x="112506" y="14003"/>
                </a:lnTo>
                <a:lnTo>
                  <a:pt x="114941" y="1962"/>
                </a:lnTo>
                <a:lnTo>
                  <a:pt x="122943" y="0"/>
                </a:lnTo>
                <a:lnTo>
                  <a:pt x="120073" y="14003"/>
                </a:lnTo>
                <a:lnTo>
                  <a:pt x="139686" y="14003"/>
                </a:lnTo>
                <a:lnTo>
                  <a:pt x="138425" y="20352"/>
                </a:lnTo>
                <a:lnTo>
                  <a:pt x="118855" y="20352"/>
                </a:lnTo>
                <a:lnTo>
                  <a:pt x="114767" y="40748"/>
                </a:lnTo>
                <a:cubicBezTo>
                  <a:pt x="114361" y="42749"/>
                  <a:pt x="114202" y="44452"/>
                  <a:pt x="114289" y="45858"/>
                </a:cubicBezTo>
                <a:cubicBezTo>
                  <a:pt x="114376" y="47264"/>
                  <a:pt x="114724" y="48417"/>
                  <a:pt x="115333" y="49315"/>
                </a:cubicBezTo>
                <a:cubicBezTo>
                  <a:pt x="115941" y="50214"/>
                  <a:pt x="116826" y="50867"/>
                  <a:pt x="117985" y="51272"/>
                </a:cubicBezTo>
                <a:cubicBezTo>
                  <a:pt x="119145" y="51678"/>
                  <a:pt x="120624" y="51881"/>
                  <a:pt x="122421" y="51881"/>
                </a:cubicBezTo>
                <a:cubicBezTo>
                  <a:pt x="123494" y="51881"/>
                  <a:pt x="124842" y="51769"/>
                  <a:pt x="126465" y="51546"/>
                </a:cubicBezTo>
                <a:cubicBezTo>
                  <a:pt x="128089" y="51321"/>
                  <a:pt x="129858" y="50969"/>
                  <a:pt x="131771" y="50490"/>
                </a:cubicBezTo>
                <a:lnTo>
                  <a:pt x="131771" y="57050"/>
                </a:lnTo>
                <a:close/>
                <a:moveTo>
                  <a:pt x="183632" y="37617"/>
                </a:moveTo>
                <a:cubicBezTo>
                  <a:pt x="183516" y="38168"/>
                  <a:pt x="183393" y="38893"/>
                  <a:pt x="183262" y="39792"/>
                </a:cubicBezTo>
                <a:cubicBezTo>
                  <a:pt x="183132" y="40690"/>
                  <a:pt x="182979" y="41901"/>
                  <a:pt x="182805" y="43423"/>
                </a:cubicBezTo>
                <a:cubicBezTo>
                  <a:pt x="182631" y="44945"/>
                  <a:pt x="182414" y="46858"/>
                  <a:pt x="182153" y="49163"/>
                </a:cubicBezTo>
                <a:cubicBezTo>
                  <a:pt x="181892" y="51468"/>
                  <a:pt x="181588" y="54302"/>
                  <a:pt x="181240" y="57665"/>
                </a:cubicBezTo>
                <a:lnTo>
                  <a:pt x="174108" y="57665"/>
                </a:lnTo>
                <a:lnTo>
                  <a:pt x="175195" y="47619"/>
                </a:lnTo>
                <a:cubicBezTo>
                  <a:pt x="173195" y="51099"/>
                  <a:pt x="170781" y="53773"/>
                  <a:pt x="167954" y="55643"/>
                </a:cubicBezTo>
                <a:cubicBezTo>
                  <a:pt x="165128" y="57513"/>
                  <a:pt x="162047" y="58448"/>
                  <a:pt x="158713" y="58448"/>
                </a:cubicBezTo>
                <a:cubicBezTo>
                  <a:pt x="154103" y="58448"/>
                  <a:pt x="150834" y="57056"/>
                  <a:pt x="148906" y="54273"/>
                </a:cubicBezTo>
                <a:cubicBezTo>
                  <a:pt x="146978" y="51490"/>
                  <a:pt x="146565" y="47402"/>
                  <a:pt x="147667" y="42009"/>
                </a:cubicBezTo>
                <a:lnTo>
                  <a:pt x="153277" y="14003"/>
                </a:lnTo>
                <a:lnTo>
                  <a:pt x="160844" y="14003"/>
                </a:lnTo>
                <a:lnTo>
                  <a:pt x="155234" y="41923"/>
                </a:lnTo>
                <a:cubicBezTo>
                  <a:pt x="154509" y="45431"/>
                  <a:pt x="154560" y="47982"/>
                  <a:pt x="155386" y="49576"/>
                </a:cubicBezTo>
                <a:cubicBezTo>
                  <a:pt x="156212" y="51171"/>
                  <a:pt x="157800" y="51968"/>
                  <a:pt x="160148" y="51968"/>
                </a:cubicBezTo>
                <a:cubicBezTo>
                  <a:pt x="161395" y="51968"/>
                  <a:pt x="162634" y="51678"/>
                  <a:pt x="163866" y="51099"/>
                </a:cubicBezTo>
                <a:cubicBezTo>
                  <a:pt x="165099" y="50519"/>
                  <a:pt x="166302" y="49714"/>
                  <a:pt x="167476" y="48685"/>
                </a:cubicBezTo>
                <a:cubicBezTo>
                  <a:pt x="168650" y="47656"/>
                  <a:pt x="169766" y="46453"/>
                  <a:pt x="170824" y="45075"/>
                </a:cubicBezTo>
                <a:cubicBezTo>
                  <a:pt x="171883" y="43698"/>
                  <a:pt x="172854" y="42212"/>
                  <a:pt x="173738" y="40618"/>
                </a:cubicBezTo>
                <a:cubicBezTo>
                  <a:pt x="174622" y="39023"/>
                  <a:pt x="175383" y="37364"/>
                  <a:pt x="176021" y="35638"/>
                </a:cubicBezTo>
                <a:cubicBezTo>
                  <a:pt x="176659" y="33913"/>
                  <a:pt x="177152" y="32196"/>
                  <a:pt x="177500" y="30485"/>
                </a:cubicBezTo>
                <a:lnTo>
                  <a:pt x="180805" y="14003"/>
                </a:lnTo>
                <a:lnTo>
                  <a:pt x="188372" y="14003"/>
                </a:lnTo>
                <a:lnTo>
                  <a:pt x="183632" y="37617"/>
                </a:lnTo>
                <a:close/>
                <a:moveTo>
                  <a:pt x="199832" y="34013"/>
                </a:moveTo>
                <a:cubicBezTo>
                  <a:pt x="199948" y="33461"/>
                  <a:pt x="200071" y="32737"/>
                  <a:pt x="200202" y="31840"/>
                </a:cubicBezTo>
                <a:cubicBezTo>
                  <a:pt x="200332" y="30943"/>
                  <a:pt x="200484" y="29735"/>
                  <a:pt x="200658" y="28217"/>
                </a:cubicBezTo>
                <a:cubicBezTo>
                  <a:pt x="200832" y="26698"/>
                  <a:pt x="201050" y="24788"/>
                  <a:pt x="201311" y="22487"/>
                </a:cubicBezTo>
                <a:cubicBezTo>
                  <a:pt x="201572" y="20187"/>
                  <a:pt x="201876" y="17359"/>
                  <a:pt x="202224" y="14003"/>
                </a:cubicBezTo>
                <a:lnTo>
                  <a:pt x="209356" y="14003"/>
                </a:lnTo>
                <a:lnTo>
                  <a:pt x="208269" y="24067"/>
                </a:lnTo>
                <a:cubicBezTo>
                  <a:pt x="209283" y="22592"/>
                  <a:pt x="210385" y="21196"/>
                  <a:pt x="211574" y="19881"/>
                </a:cubicBezTo>
                <a:cubicBezTo>
                  <a:pt x="212763" y="18564"/>
                  <a:pt x="214067" y="17415"/>
                  <a:pt x="215488" y="16432"/>
                </a:cubicBezTo>
                <a:cubicBezTo>
                  <a:pt x="216908" y="15448"/>
                  <a:pt x="218459" y="14667"/>
                  <a:pt x="220141" y="14089"/>
                </a:cubicBezTo>
                <a:cubicBezTo>
                  <a:pt x="221823" y="13510"/>
                  <a:pt x="223664" y="13220"/>
                  <a:pt x="225664" y="13220"/>
                </a:cubicBezTo>
                <a:cubicBezTo>
                  <a:pt x="230448" y="13220"/>
                  <a:pt x="233753" y="14710"/>
                  <a:pt x="235579" y="17689"/>
                </a:cubicBezTo>
                <a:cubicBezTo>
                  <a:pt x="237406" y="20668"/>
                  <a:pt x="237696" y="24977"/>
                  <a:pt x="236449" y="30616"/>
                </a:cubicBezTo>
                <a:lnTo>
                  <a:pt x="228752" y="30616"/>
                </a:lnTo>
                <a:cubicBezTo>
                  <a:pt x="229187" y="28623"/>
                  <a:pt x="229404" y="26934"/>
                  <a:pt x="229404" y="25548"/>
                </a:cubicBezTo>
                <a:cubicBezTo>
                  <a:pt x="229404" y="24162"/>
                  <a:pt x="229208" y="23043"/>
                  <a:pt x="228817" y="22191"/>
                </a:cubicBezTo>
                <a:cubicBezTo>
                  <a:pt x="228425" y="21340"/>
                  <a:pt x="227846" y="20719"/>
                  <a:pt x="227077" y="20329"/>
                </a:cubicBezTo>
                <a:cubicBezTo>
                  <a:pt x="226309" y="19939"/>
                  <a:pt x="225389" y="19744"/>
                  <a:pt x="224316" y="19744"/>
                </a:cubicBezTo>
                <a:cubicBezTo>
                  <a:pt x="222228" y="19744"/>
                  <a:pt x="220199" y="20373"/>
                  <a:pt x="218228" y="21633"/>
                </a:cubicBezTo>
                <a:cubicBezTo>
                  <a:pt x="216256" y="22891"/>
                  <a:pt x="214451" y="24540"/>
                  <a:pt x="212813" y="26581"/>
                </a:cubicBezTo>
                <a:cubicBezTo>
                  <a:pt x="211175" y="28620"/>
                  <a:pt x="209769" y="30913"/>
                  <a:pt x="208595" y="33460"/>
                </a:cubicBezTo>
                <a:cubicBezTo>
                  <a:pt x="207421" y="36007"/>
                  <a:pt x="206573" y="38573"/>
                  <a:pt x="206051" y="41157"/>
                </a:cubicBezTo>
                <a:lnTo>
                  <a:pt x="202746" y="57665"/>
                </a:lnTo>
                <a:lnTo>
                  <a:pt x="195092" y="57665"/>
                </a:lnTo>
                <a:lnTo>
                  <a:pt x="199832" y="34013"/>
                </a:lnTo>
                <a:close/>
                <a:moveTo>
                  <a:pt x="246822" y="34051"/>
                </a:moveTo>
                <a:cubicBezTo>
                  <a:pt x="246938" y="33500"/>
                  <a:pt x="247061" y="32776"/>
                  <a:pt x="247192" y="31877"/>
                </a:cubicBezTo>
                <a:cubicBezTo>
                  <a:pt x="247322" y="30978"/>
                  <a:pt x="247474" y="29768"/>
                  <a:pt x="247648" y="28246"/>
                </a:cubicBezTo>
                <a:cubicBezTo>
                  <a:pt x="247822" y="26723"/>
                  <a:pt x="248040" y="24810"/>
                  <a:pt x="248301" y="22505"/>
                </a:cubicBezTo>
                <a:cubicBezTo>
                  <a:pt x="248562" y="20200"/>
                  <a:pt x="248866" y="17366"/>
                  <a:pt x="249214" y="14003"/>
                </a:cubicBezTo>
                <a:lnTo>
                  <a:pt x="256346" y="14003"/>
                </a:lnTo>
                <a:lnTo>
                  <a:pt x="255259" y="24092"/>
                </a:lnTo>
                <a:cubicBezTo>
                  <a:pt x="257288" y="20584"/>
                  <a:pt x="259716" y="17895"/>
                  <a:pt x="262543" y="16025"/>
                </a:cubicBezTo>
                <a:cubicBezTo>
                  <a:pt x="265370" y="14155"/>
                  <a:pt x="268436" y="13220"/>
                  <a:pt x="271741" y="13220"/>
                </a:cubicBezTo>
                <a:cubicBezTo>
                  <a:pt x="276350" y="13220"/>
                  <a:pt x="279619" y="14612"/>
                  <a:pt x="281547" y="17395"/>
                </a:cubicBezTo>
                <a:cubicBezTo>
                  <a:pt x="283475" y="20178"/>
                  <a:pt x="283888" y="24281"/>
                  <a:pt x="282787" y="29702"/>
                </a:cubicBezTo>
                <a:lnTo>
                  <a:pt x="277177" y="57665"/>
                </a:lnTo>
                <a:lnTo>
                  <a:pt x="269610" y="57665"/>
                </a:lnTo>
                <a:lnTo>
                  <a:pt x="275220" y="29789"/>
                </a:lnTo>
                <a:cubicBezTo>
                  <a:pt x="275945" y="26252"/>
                  <a:pt x="275894" y="23694"/>
                  <a:pt x="275068" y="22114"/>
                </a:cubicBezTo>
                <a:cubicBezTo>
                  <a:pt x="274241" y="20534"/>
                  <a:pt x="272668" y="19744"/>
                  <a:pt x="270349" y="19744"/>
                </a:cubicBezTo>
                <a:cubicBezTo>
                  <a:pt x="268494" y="19744"/>
                  <a:pt x="266645" y="20381"/>
                  <a:pt x="264804" y="21657"/>
                </a:cubicBezTo>
                <a:cubicBezTo>
                  <a:pt x="262963" y="22933"/>
                  <a:pt x="261246" y="24593"/>
                  <a:pt x="259651" y="26636"/>
                </a:cubicBezTo>
                <a:cubicBezTo>
                  <a:pt x="258056" y="28680"/>
                  <a:pt x="256672" y="30978"/>
                  <a:pt x="255498" y="33529"/>
                </a:cubicBezTo>
                <a:cubicBezTo>
                  <a:pt x="254324" y="36081"/>
                  <a:pt x="253476" y="38632"/>
                  <a:pt x="252954" y="41183"/>
                </a:cubicBezTo>
                <a:lnTo>
                  <a:pt x="249649" y="57665"/>
                </a:lnTo>
                <a:lnTo>
                  <a:pt x="242082" y="57665"/>
                </a:lnTo>
                <a:lnTo>
                  <a:pt x="246822" y="34051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None">
            <a:extLst xmlns:a="http://schemas.openxmlformats.org/drawingml/2006/main">
              <a:ext uri="{FF2B5EF4-FFF2-40B4-BE49-F238E27FC236}">
                <a16:creationId xmlns:a16="http://schemas.microsoft.com/office/drawing/2014/main" id="{17C4DBE1-3CAA-4DE4-B054-BE6F1D5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28" y="5144125"/>
            <a:ext cx="184979" cy="57665"/>
          </a:xfrm>
          <a:custGeom xmlns:a="http://schemas.openxmlformats.org/drawingml/2006/main">
            <a:pathLst>
              <a:path w="184979" h="57665">
                <a:moveTo>
                  <a:pt x="38661" y="56882"/>
                </a:moveTo>
                <a:lnTo>
                  <a:pt x="28572" y="56882"/>
                </a:lnTo>
                <a:lnTo>
                  <a:pt x="12003" y="21407"/>
                </a:lnTo>
                <a:lnTo>
                  <a:pt x="7219" y="10002"/>
                </a:lnTo>
                <a:lnTo>
                  <a:pt x="7219" y="38688"/>
                </a:lnTo>
                <a:lnTo>
                  <a:pt x="7219" y="56882"/>
                </a:lnTo>
                <a:lnTo>
                  <a:pt x="0" y="56882"/>
                </a:lnTo>
                <a:lnTo>
                  <a:pt x="0" y="0"/>
                </a:lnTo>
                <a:lnTo>
                  <a:pt x="9959" y="0"/>
                </a:lnTo>
                <a:lnTo>
                  <a:pt x="25745" y="33604"/>
                </a:lnTo>
                <a:lnTo>
                  <a:pt x="31442" y="46619"/>
                </a:lnTo>
                <a:lnTo>
                  <a:pt x="31442" y="16149"/>
                </a:lnTo>
                <a:lnTo>
                  <a:pt x="31442" y="0"/>
                </a:lnTo>
                <a:lnTo>
                  <a:pt x="38661" y="0"/>
                </a:lnTo>
                <a:lnTo>
                  <a:pt x="38661" y="56882"/>
                </a:lnTo>
                <a:close/>
                <a:moveTo>
                  <a:pt x="88564" y="34704"/>
                </a:moveTo>
                <a:cubicBezTo>
                  <a:pt x="88564" y="38096"/>
                  <a:pt x="88086" y="41205"/>
                  <a:pt x="87129" y="44032"/>
                </a:cubicBezTo>
                <a:cubicBezTo>
                  <a:pt x="86173" y="46858"/>
                  <a:pt x="84795" y="49279"/>
                  <a:pt x="82998" y="51294"/>
                </a:cubicBezTo>
                <a:cubicBezTo>
                  <a:pt x="81200" y="53309"/>
                  <a:pt x="79011" y="54875"/>
                  <a:pt x="76431" y="55991"/>
                </a:cubicBezTo>
                <a:cubicBezTo>
                  <a:pt x="73851" y="57107"/>
                  <a:pt x="70923" y="57665"/>
                  <a:pt x="67647" y="57665"/>
                </a:cubicBezTo>
                <a:cubicBezTo>
                  <a:pt x="64515" y="57665"/>
                  <a:pt x="61710" y="57180"/>
                  <a:pt x="59232" y="56208"/>
                </a:cubicBezTo>
                <a:cubicBezTo>
                  <a:pt x="56753" y="55237"/>
                  <a:pt x="54651" y="53809"/>
                  <a:pt x="52926" y="51925"/>
                </a:cubicBezTo>
                <a:cubicBezTo>
                  <a:pt x="51201" y="50040"/>
                  <a:pt x="49882" y="47706"/>
                  <a:pt x="48968" y="44923"/>
                </a:cubicBezTo>
                <a:cubicBezTo>
                  <a:pt x="48055" y="42140"/>
                  <a:pt x="47599" y="38936"/>
                  <a:pt x="47599" y="35312"/>
                </a:cubicBezTo>
                <a:cubicBezTo>
                  <a:pt x="47599" y="31920"/>
                  <a:pt x="48077" y="28825"/>
                  <a:pt x="49034" y="26028"/>
                </a:cubicBezTo>
                <a:cubicBezTo>
                  <a:pt x="49990" y="23230"/>
                  <a:pt x="51368" y="20824"/>
                  <a:pt x="53165" y="18809"/>
                </a:cubicBezTo>
                <a:cubicBezTo>
                  <a:pt x="54963" y="16794"/>
                  <a:pt x="57151" y="15228"/>
                  <a:pt x="59732" y="14112"/>
                </a:cubicBezTo>
                <a:cubicBezTo>
                  <a:pt x="62312" y="12996"/>
                  <a:pt x="65240" y="12438"/>
                  <a:pt x="68516" y="12438"/>
                </a:cubicBezTo>
                <a:cubicBezTo>
                  <a:pt x="71647" y="12438"/>
                  <a:pt x="74452" y="12923"/>
                  <a:pt x="76931" y="13894"/>
                </a:cubicBezTo>
                <a:cubicBezTo>
                  <a:pt x="79410" y="14866"/>
                  <a:pt x="81512" y="16286"/>
                  <a:pt x="83237" y="18156"/>
                </a:cubicBezTo>
                <a:cubicBezTo>
                  <a:pt x="84962" y="20026"/>
                  <a:pt x="86281" y="22353"/>
                  <a:pt x="87194" y="25136"/>
                </a:cubicBezTo>
                <a:cubicBezTo>
                  <a:pt x="88108" y="27919"/>
                  <a:pt x="88564" y="31108"/>
                  <a:pt x="88564" y="34704"/>
                </a:cubicBezTo>
                <a:moveTo>
                  <a:pt x="80823" y="35051"/>
                </a:moveTo>
                <a:cubicBezTo>
                  <a:pt x="80823" y="32355"/>
                  <a:pt x="80526" y="30000"/>
                  <a:pt x="79932" y="27985"/>
                </a:cubicBezTo>
                <a:cubicBezTo>
                  <a:pt x="79338" y="25970"/>
                  <a:pt x="78490" y="24288"/>
                  <a:pt x="77388" y="22940"/>
                </a:cubicBezTo>
                <a:cubicBezTo>
                  <a:pt x="76286" y="21592"/>
                  <a:pt x="74945" y="20577"/>
                  <a:pt x="73365" y="19896"/>
                </a:cubicBezTo>
                <a:cubicBezTo>
                  <a:pt x="71785" y="19214"/>
                  <a:pt x="70024" y="18874"/>
                  <a:pt x="68081" y="18874"/>
                </a:cubicBezTo>
                <a:cubicBezTo>
                  <a:pt x="65820" y="18874"/>
                  <a:pt x="63885" y="19316"/>
                  <a:pt x="62276" y="20200"/>
                </a:cubicBezTo>
                <a:cubicBezTo>
                  <a:pt x="60667" y="21084"/>
                  <a:pt x="59348" y="22266"/>
                  <a:pt x="58318" y="23745"/>
                </a:cubicBezTo>
                <a:cubicBezTo>
                  <a:pt x="57289" y="25223"/>
                  <a:pt x="56535" y="26941"/>
                  <a:pt x="56057" y="28898"/>
                </a:cubicBezTo>
                <a:cubicBezTo>
                  <a:pt x="55579" y="30855"/>
                  <a:pt x="55339" y="32906"/>
                  <a:pt x="55339" y="35051"/>
                </a:cubicBezTo>
                <a:cubicBezTo>
                  <a:pt x="55339" y="37748"/>
                  <a:pt x="55637" y="40111"/>
                  <a:pt x="56231" y="42140"/>
                </a:cubicBezTo>
                <a:cubicBezTo>
                  <a:pt x="56825" y="44169"/>
                  <a:pt x="57673" y="45858"/>
                  <a:pt x="58775" y="47206"/>
                </a:cubicBezTo>
                <a:cubicBezTo>
                  <a:pt x="59877" y="48554"/>
                  <a:pt x="61210" y="49569"/>
                  <a:pt x="62776" y="50250"/>
                </a:cubicBezTo>
                <a:cubicBezTo>
                  <a:pt x="64341" y="50932"/>
                  <a:pt x="66110" y="51272"/>
                  <a:pt x="68081" y="51272"/>
                </a:cubicBezTo>
                <a:cubicBezTo>
                  <a:pt x="70343" y="51272"/>
                  <a:pt x="72278" y="50830"/>
                  <a:pt x="73887" y="49946"/>
                </a:cubicBezTo>
                <a:cubicBezTo>
                  <a:pt x="75496" y="49062"/>
                  <a:pt x="76815" y="47880"/>
                  <a:pt x="77845" y="46402"/>
                </a:cubicBezTo>
                <a:cubicBezTo>
                  <a:pt x="78874" y="44923"/>
                  <a:pt x="79628" y="43205"/>
                  <a:pt x="80106" y="41248"/>
                </a:cubicBezTo>
                <a:cubicBezTo>
                  <a:pt x="80584" y="39291"/>
                  <a:pt x="80823" y="37226"/>
                  <a:pt x="80823" y="35051"/>
                </a:cubicBezTo>
                <a:close/>
                <a:moveTo>
                  <a:pt x="99329" y="13220"/>
                </a:moveTo>
                <a:lnTo>
                  <a:pt x="106069" y="13220"/>
                </a:lnTo>
                <a:lnTo>
                  <a:pt x="106374" y="20265"/>
                </a:lnTo>
                <a:cubicBezTo>
                  <a:pt x="107649" y="18758"/>
                  <a:pt x="108882" y="17504"/>
                  <a:pt x="110070" y="16504"/>
                </a:cubicBezTo>
                <a:cubicBezTo>
                  <a:pt x="111259" y="15504"/>
                  <a:pt x="112426" y="14699"/>
                  <a:pt x="113571" y="14090"/>
                </a:cubicBezTo>
                <a:cubicBezTo>
                  <a:pt x="114716" y="13481"/>
                  <a:pt x="115883" y="13054"/>
                  <a:pt x="117072" y="12807"/>
                </a:cubicBezTo>
                <a:cubicBezTo>
                  <a:pt x="118261" y="12561"/>
                  <a:pt x="119493" y="12438"/>
                  <a:pt x="120768" y="12438"/>
                </a:cubicBezTo>
                <a:cubicBezTo>
                  <a:pt x="125262" y="12438"/>
                  <a:pt x="128661" y="13764"/>
                  <a:pt x="130966" y="16417"/>
                </a:cubicBezTo>
                <a:cubicBezTo>
                  <a:pt x="133271" y="19070"/>
                  <a:pt x="134424" y="23063"/>
                  <a:pt x="134424" y="28398"/>
                </a:cubicBezTo>
                <a:lnTo>
                  <a:pt x="134424" y="56882"/>
                </a:lnTo>
                <a:lnTo>
                  <a:pt x="126857" y="56882"/>
                </a:lnTo>
                <a:lnTo>
                  <a:pt x="126857" y="29007"/>
                </a:lnTo>
                <a:cubicBezTo>
                  <a:pt x="126857" y="25585"/>
                  <a:pt x="126219" y="23056"/>
                  <a:pt x="124943" y="21418"/>
                </a:cubicBezTo>
                <a:cubicBezTo>
                  <a:pt x="123668" y="19780"/>
                  <a:pt x="121769" y="18961"/>
                  <a:pt x="119246" y="18961"/>
                </a:cubicBezTo>
                <a:cubicBezTo>
                  <a:pt x="118319" y="18961"/>
                  <a:pt x="117413" y="19099"/>
                  <a:pt x="116528" y="19374"/>
                </a:cubicBezTo>
                <a:cubicBezTo>
                  <a:pt x="115644" y="19649"/>
                  <a:pt x="114724" y="20128"/>
                  <a:pt x="113767" y="20809"/>
                </a:cubicBezTo>
                <a:cubicBezTo>
                  <a:pt x="112810" y="21490"/>
                  <a:pt x="111774" y="22411"/>
                  <a:pt x="110657" y="23571"/>
                </a:cubicBezTo>
                <a:cubicBezTo>
                  <a:pt x="109541" y="24730"/>
                  <a:pt x="108287" y="26180"/>
                  <a:pt x="106896" y="27919"/>
                </a:cubicBezTo>
                <a:lnTo>
                  <a:pt x="106896" y="56882"/>
                </a:lnTo>
                <a:lnTo>
                  <a:pt x="99329" y="56882"/>
                </a:lnTo>
                <a:lnTo>
                  <a:pt x="99329" y="13220"/>
                </a:lnTo>
                <a:close/>
                <a:moveTo>
                  <a:pt x="184979" y="32747"/>
                </a:moveTo>
                <a:cubicBezTo>
                  <a:pt x="184979" y="33819"/>
                  <a:pt x="184965" y="34718"/>
                  <a:pt x="184936" y="35443"/>
                </a:cubicBezTo>
                <a:cubicBezTo>
                  <a:pt x="184907" y="36168"/>
                  <a:pt x="184863" y="36849"/>
                  <a:pt x="184805" y="37487"/>
                </a:cubicBezTo>
                <a:lnTo>
                  <a:pt x="154146" y="37487"/>
                </a:lnTo>
                <a:cubicBezTo>
                  <a:pt x="154146" y="41952"/>
                  <a:pt x="155393" y="45380"/>
                  <a:pt x="157886" y="47772"/>
                </a:cubicBezTo>
                <a:cubicBezTo>
                  <a:pt x="160380" y="50164"/>
                  <a:pt x="163975" y="51359"/>
                  <a:pt x="168671" y="51359"/>
                </a:cubicBezTo>
                <a:cubicBezTo>
                  <a:pt x="169947" y="51359"/>
                  <a:pt x="171223" y="51308"/>
                  <a:pt x="172498" y="51205"/>
                </a:cubicBezTo>
                <a:cubicBezTo>
                  <a:pt x="173774" y="51100"/>
                  <a:pt x="175006" y="50959"/>
                  <a:pt x="176195" y="50782"/>
                </a:cubicBezTo>
                <a:cubicBezTo>
                  <a:pt x="177383" y="50603"/>
                  <a:pt x="178521" y="50403"/>
                  <a:pt x="179609" y="50181"/>
                </a:cubicBezTo>
                <a:cubicBezTo>
                  <a:pt x="180696" y="49958"/>
                  <a:pt x="181703" y="49713"/>
                  <a:pt x="182631" y="49446"/>
                </a:cubicBezTo>
                <a:lnTo>
                  <a:pt x="182631" y="55665"/>
                </a:lnTo>
                <a:cubicBezTo>
                  <a:pt x="180573" y="56257"/>
                  <a:pt x="178246" y="56739"/>
                  <a:pt x="175651" y="57109"/>
                </a:cubicBezTo>
                <a:cubicBezTo>
                  <a:pt x="173056" y="57480"/>
                  <a:pt x="170367" y="57665"/>
                  <a:pt x="167584" y="57665"/>
                </a:cubicBezTo>
                <a:cubicBezTo>
                  <a:pt x="163844" y="57665"/>
                  <a:pt x="160626" y="57158"/>
                  <a:pt x="157930" y="56143"/>
                </a:cubicBezTo>
                <a:cubicBezTo>
                  <a:pt x="155233" y="55128"/>
                  <a:pt x="153023" y="53657"/>
                  <a:pt x="151298" y="51729"/>
                </a:cubicBezTo>
                <a:cubicBezTo>
                  <a:pt x="149573" y="49801"/>
                  <a:pt x="148297" y="47438"/>
                  <a:pt x="147471" y="44641"/>
                </a:cubicBezTo>
                <a:cubicBezTo>
                  <a:pt x="146645" y="41843"/>
                  <a:pt x="146231" y="38675"/>
                  <a:pt x="146231" y="35138"/>
                </a:cubicBezTo>
                <a:cubicBezTo>
                  <a:pt x="146231" y="32065"/>
                  <a:pt x="146674" y="29159"/>
                  <a:pt x="147558" y="26419"/>
                </a:cubicBezTo>
                <a:cubicBezTo>
                  <a:pt x="148442" y="23679"/>
                  <a:pt x="149732" y="21273"/>
                  <a:pt x="151428" y="19200"/>
                </a:cubicBezTo>
                <a:cubicBezTo>
                  <a:pt x="153124" y="17127"/>
                  <a:pt x="155204" y="15482"/>
                  <a:pt x="157669" y="14264"/>
                </a:cubicBezTo>
                <a:cubicBezTo>
                  <a:pt x="160133" y="13046"/>
                  <a:pt x="162931" y="12438"/>
                  <a:pt x="166062" y="12438"/>
                </a:cubicBezTo>
                <a:cubicBezTo>
                  <a:pt x="169106" y="12438"/>
                  <a:pt x="171802" y="12916"/>
                  <a:pt x="174151" y="13873"/>
                </a:cubicBezTo>
                <a:cubicBezTo>
                  <a:pt x="176499" y="14829"/>
                  <a:pt x="178478" y="16185"/>
                  <a:pt x="180087" y="17939"/>
                </a:cubicBezTo>
                <a:cubicBezTo>
                  <a:pt x="181696" y="19693"/>
                  <a:pt x="182914" y="21824"/>
                  <a:pt x="183740" y="24332"/>
                </a:cubicBezTo>
                <a:cubicBezTo>
                  <a:pt x="184566" y="26839"/>
                  <a:pt x="184979" y="29644"/>
                  <a:pt x="184979" y="32747"/>
                </a:cubicBezTo>
                <a:moveTo>
                  <a:pt x="177108" y="31659"/>
                </a:moveTo>
                <a:cubicBezTo>
                  <a:pt x="177195" y="29717"/>
                  <a:pt x="177007" y="27941"/>
                  <a:pt x="176543" y="26332"/>
                </a:cubicBezTo>
                <a:cubicBezTo>
                  <a:pt x="176079" y="24723"/>
                  <a:pt x="175361" y="23339"/>
                  <a:pt x="174390" y="22179"/>
                </a:cubicBezTo>
                <a:cubicBezTo>
                  <a:pt x="173419" y="21019"/>
                  <a:pt x="172208" y="20113"/>
                  <a:pt x="170759" y="19461"/>
                </a:cubicBezTo>
                <a:cubicBezTo>
                  <a:pt x="169309" y="18809"/>
                  <a:pt x="167628" y="18482"/>
                  <a:pt x="165714" y="18482"/>
                </a:cubicBezTo>
                <a:cubicBezTo>
                  <a:pt x="164062" y="18482"/>
                  <a:pt x="162554" y="18801"/>
                  <a:pt x="161191" y="19439"/>
                </a:cubicBezTo>
                <a:cubicBezTo>
                  <a:pt x="159829" y="20077"/>
                  <a:pt x="158655" y="20976"/>
                  <a:pt x="157669" y="22135"/>
                </a:cubicBezTo>
                <a:cubicBezTo>
                  <a:pt x="156683" y="23295"/>
                  <a:pt x="155886" y="24687"/>
                  <a:pt x="155277" y="26310"/>
                </a:cubicBezTo>
                <a:cubicBezTo>
                  <a:pt x="154668" y="27934"/>
                  <a:pt x="154291" y="29717"/>
                  <a:pt x="154146" y="31659"/>
                </a:cubicBezTo>
                <a:lnTo>
                  <a:pt x="177108" y="31659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#Convertobservationtoa2D">
            <a:extLst xmlns:a="http://schemas.openxmlformats.org/drawingml/2006/main">
              <a:ext uri="{FF2B5EF4-FFF2-40B4-BE49-F238E27FC236}">
                <a16:creationId xmlns:a16="http://schemas.microsoft.com/office/drawing/2014/main" id="{D1792613-0D7E-47C3-983D-EC88E962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5" y="5351050"/>
            <a:ext cx="1410905" cy="62797"/>
          </a:xfrm>
          <a:custGeom xmlns:a="http://schemas.openxmlformats.org/drawingml/2006/main">
            <a:pathLst>
              <a:path w="1410905" h="62797">
                <a:moveTo>
                  <a:pt x="42923" y="46010"/>
                </a:moveTo>
                <a:lnTo>
                  <a:pt x="33225" y="46010"/>
                </a:lnTo>
                <a:lnTo>
                  <a:pt x="28441" y="62014"/>
                </a:lnTo>
                <a:lnTo>
                  <a:pt x="22005" y="62014"/>
                </a:lnTo>
                <a:lnTo>
                  <a:pt x="26789" y="46010"/>
                </a:lnTo>
                <a:lnTo>
                  <a:pt x="15699" y="46010"/>
                </a:lnTo>
                <a:lnTo>
                  <a:pt x="10916" y="62014"/>
                </a:lnTo>
                <a:lnTo>
                  <a:pt x="4479" y="62014"/>
                </a:lnTo>
                <a:lnTo>
                  <a:pt x="9306" y="46010"/>
                </a:lnTo>
                <a:lnTo>
                  <a:pt x="0" y="46010"/>
                </a:lnTo>
                <a:lnTo>
                  <a:pt x="1174" y="40357"/>
                </a:lnTo>
                <a:lnTo>
                  <a:pt x="11002" y="40357"/>
                </a:lnTo>
                <a:lnTo>
                  <a:pt x="15569" y="25136"/>
                </a:lnTo>
                <a:lnTo>
                  <a:pt x="6436" y="25136"/>
                </a:lnTo>
                <a:lnTo>
                  <a:pt x="7480" y="19483"/>
                </a:lnTo>
                <a:lnTo>
                  <a:pt x="17265" y="19483"/>
                </a:lnTo>
                <a:lnTo>
                  <a:pt x="21570" y="5132"/>
                </a:lnTo>
                <a:lnTo>
                  <a:pt x="28006" y="5132"/>
                </a:lnTo>
                <a:lnTo>
                  <a:pt x="23701" y="19483"/>
                </a:lnTo>
                <a:lnTo>
                  <a:pt x="34790" y="19483"/>
                </a:lnTo>
                <a:lnTo>
                  <a:pt x="39096" y="5132"/>
                </a:lnTo>
                <a:lnTo>
                  <a:pt x="45532" y="5132"/>
                </a:lnTo>
                <a:lnTo>
                  <a:pt x="41227" y="19483"/>
                </a:lnTo>
                <a:lnTo>
                  <a:pt x="50533" y="19483"/>
                </a:lnTo>
                <a:lnTo>
                  <a:pt x="49402" y="25136"/>
                </a:lnTo>
                <a:lnTo>
                  <a:pt x="39531" y="25136"/>
                </a:lnTo>
                <a:lnTo>
                  <a:pt x="34921" y="40357"/>
                </a:lnTo>
                <a:lnTo>
                  <a:pt x="44053" y="40357"/>
                </a:lnTo>
                <a:lnTo>
                  <a:pt x="42923" y="46010"/>
                </a:lnTo>
                <a:moveTo>
                  <a:pt x="28485" y="40357"/>
                </a:moveTo>
                <a:lnTo>
                  <a:pt x="33094" y="25136"/>
                </a:lnTo>
                <a:lnTo>
                  <a:pt x="22005" y="25136"/>
                </a:lnTo>
                <a:lnTo>
                  <a:pt x="17439" y="40357"/>
                </a:lnTo>
                <a:lnTo>
                  <a:pt x="28485" y="40357"/>
                </a:lnTo>
                <a:close/>
                <a:moveTo>
                  <a:pt x="136207" y="59883"/>
                </a:moveTo>
                <a:cubicBezTo>
                  <a:pt x="133743" y="60811"/>
                  <a:pt x="131343" y="61514"/>
                  <a:pt x="129010" y="61992"/>
                </a:cubicBezTo>
                <a:cubicBezTo>
                  <a:pt x="126676" y="62471"/>
                  <a:pt x="124233" y="62710"/>
                  <a:pt x="121682" y="62710"/>
                </a:cubicBezTo>
                <a:cubicBezTo>
                  <a:pt x="115101" y="62710"/>
                  <a:pt x="110027" y="61056"/>
                  <a:pt x="106461" y="57749"/>
                </a:cubicBezTo>
                <a:cubicBezTo>
                  <a:pt x="102895" y="54442"/>
                  <a:pt x="101112" y="49451"/>
                  <a:pt x="101112" y="42777"/>
                </a:cubicBezTo>
                <a:cubicBezTo>
                  <a:pt x="101112" y="39992"/>
                  <a:pt x="101387" y="37113"/>
                  <a:pt x="101938" y="34140"/>
                </a:cubicBezTo>
                <a:cubicBezTo>
                  <a:pt x="102489" y="31165"/>
                  <a:pt x="103337" y="28256"/>
                  <a:pt x="104482" y="25413"/>
                </a:cubicBezTo>
                <a:cubicBezTo>
                  <a:pt x="105627" y="22569"/>
                  <a:pt x="107070" y="19878"/>
                  <a:pt x="108809" y="17340"/>
                </a:cubicBezTo>
                <a:cubicBezTo>
                  <a:pt x="110549" y="14801"/>
                  <a:pt x="112593" y="12574"/>
                  <a:pt x="114941" y="10660"/>
                </a:cubicBezTo>
                <a:cubicBezTo>
                  <a:pt x="117290" y="8745"/>
                  <a:pt x="119957" y="7229"/>
                  <a:pt x="122943" y="6111"/>
                </a:cubicBezTo>
                <a:cubicBezTo>
                  <a:pt x="125929" y="4994"/>
                  <a:pt x="129249" y="4436"/>
                  <a:pt x="132902" y="4436"/>
                </a:cubicBezTo>
                <a:cubicBezTo>
                  <a:pt x="135540" y="4436"/>
                  <a:pt x="138026" y="4660"/>
                  <a:pt x="140360" y="5110"/>
                </a:cubicBezTo>
                <a:cubicBezTo>
                  <a:pt x="142694" y="5559"/>
                  <a:pt x="144817" y="6248"/>
                  <a:pt x="146731" y="7176"/>
                </a:cubicBezTo>
                <a:lnTo>
                  <a:pt x="145209" y="14786"/>
                </a:lnTo>
                <a:cubicBezTo>
                  <a:pt x="143382" y="13655"/>
                  <a:pt x="141454" y="12793"/>
                  <a:pt x="139425" y="12198"/>
                </a:cubicBezTo>
                <a:cubicBezTo>
                  <a:pt x="137396" y="11604"/>
                  <a:pt x="135076" y="11307"/>
                  <a:pt x="132467" y="11307"/>
                </a:cubicBezTo>
                <a:cubicBezTo>
                  <a:pt x="129742" y="11307"/>
                  <a:pt x="127277" y="11771"/>
                  <a:pt x="125074" y="12700"/>
                </a:cubicBezTo>
                <a:cubicBezTo>
                  <a:pt x="122871" y="13629"/>
                  <a:pt x="120921" y="14869"/>
                  <a:pt x="119225" y="16422"/>
                </a:cubicBezTo>
                <a:cubicBezTo>
                  <a:pt x="117529" y="17974"/>
                  <a:pt x="116065" y="19773"/>
                  <a:pt x="114832" y="21820"/>
                </a:cubicBezTo>
                <a:cubicBezTo>
                  <a:pt x="113600" y="23866"/>
                  <a:pt x="112593" y="26014"/>
                  <a:pt x="111810" y="28263"/>
                </a:cubicBezTo>
                <a:cubicBezTo>
                  <a:pt x="111027" y="30512"/>
                  <a:pt x="110447" y="32790"/>
                  <a:pt x="110071" y="35098"/>
                </a:cubicBezTo>
                <a:cubicBezTo>
                  <a:pt x="109694" y="37404"/>
                  <a:pt x="109505" y="39602"/>
                  <a:pt x="109505" y="41691"/>
                </a:cubicBezTo>
                <a:cubicBezTo>
                  <a:pt x="109505" y="51094"/>
                  <a:pt x="114042" y="55795"/>
                  <a:pt x="123117" y="55795"/>
                </a:cubicBezTo>
                <a:cubicBezTo>
                  <a:pt x="125552" y="55795"/>
                  <a:pt x="128024" y="55513"/>
                  <a:pt x="130532" y="54947"/>
                </a:cubicBezTo>
                <a:cubicBezTo>
                  <a:pt x="133039" y="54382"/>
                  <a:pt x="135410" y="53592"/>
                  <a:pt x="137642" y="52577"/>
                </a:cubicBezTo>
                <a:lnTo>
                  <a:pt x="136207" y="59883"/>
                </a:lnTo>
                <a:close/>
                <a:moveTo>
                  <a:pt x="165758" y="62797"/>
                </a:moveTo>
                <a:cubicBezTo>
                  <a:pt x="160539" y="62797"/>
                  <a:pt x="156473" y="61456"/>
                  <a:pt x="153560" y="58774"/>
                </a:cubicBezTo>
                <a:cubicBezTo>
                  <a:pt x="150646" y="56092"/>
                  <a:pt x="149189" y="52070"/>
                  <a:pt x="149189" y="46706"/>
                </a:cubicBezTo>
                <a:cubicBezTo>
                  <a:pt x="149189" y="44300"/>
                  <a:pt x="149443" y="41915"/>
                  <a:pt x="149950" y="39552"/>
                </a:cubicBezTo>
                <a:cubicBezTo>
                  <a:pt x="150457" y="37190"/>
                  <a:pt x="151204" y="34928"/>
                  <a:pt x="152190" y="32768"/>
                </a:cubicBezTo>
                <a:cubicBezTo>
                  <a:pt x="153175" y="30608"/>
                  <a:pt x="154393" y="28601"/>
                  <a:pt x="155843" y="26745"/>
                </a:cubicBezTo>
                <a:cubicBezTo>
                  <a:pt x="157292" y="24890"/>
                  <a:pt x="158959" y="23281"/>
                  <a:pt x="160844" y="21918"/>
                </a:cubicBezTo>
                <a:cubicBezTo>
                  <a:pt x="162728" y="20555"/>
                  <a:pt x="164808" y="19490"/>
                  <a:pt x="167084" y="18722"/>
                </a:cubicBezTo>
                <a:cubicBezTo>
                  <a:pt x="169360" y="17953"/>
                  <a:pt x="171832" y="17569"/>
                  <a:pt x="174499" y="17569"/>
                </a:cubicBezTo>
                <a:cubicBezTo>
                  <a:pt x="177108" y="17569"/>
                  <a:pt x="179435" y="17910"/>
                  <a:pt x="181479" y="18591"/>
                </a:cubicBezTo>
                <a:cubicBezTo>
                  <a:pt x="183523" y="19272"/>
                  <a:pt x="185248" y="20287"/>
                  <a:pt x="186654" y="21635"/>
                </a:cubicBezTo>
                <a:cubicBezTo>
                  <a:pt x="188060" y="22983"/>
                  <a:pt x="189140" y="24665"/>
                  <a:pt x="189894" y="26680"/>
                </a:cubicBezTo>
                <a:cubicBezTo>
                  <a:pt x="190648" y="28695"/>
                  <a:pt x="191025" y="31036"/>
                  <a:pt x="191025" y="33703"/>
                </a:cubicBezTo>
                <a:cubicBezTo>
                  <a:pt x="191025" y="36081"/>
                  <a:pt x="190771" y="38451"/>
                  <a:pt x="190264" y="40814"/>
                </a:cubicBezTo>
                <a:cubicBezTo>
                  <a:pt x="189756" y="43176"/>
                  <a:pt x="189010" y="45438"/>
                  <a:pt x="188024" y="47598"/>
                </a:cubicBezTo>
                <a:cubicBezTo>
                  <a:pt x="187038" y="49758"/>
                  <a:pt x="185820" y="51765"/>
                  <a:pt x="184371" y="53621"/>
                </a:cubicBezTo>
                <a:cubicBezTo>
                  <a:pt x="182921" y="55476"/>
                  <a:pt x="181261" y="57085"/>
                  <a:pt x="179391" y="58448"/>
                </a:cubicBezTo>
                <a:cubicBezTo>
                  <a:pt x="177522" y="59811"/>
                  <a:pt x="175441" y="60876"/>
                  <a:pt x="173151" y="61644"/>
                </a:cubicBezTo>
                <a:cubicBezTo>
                  <a:pt x="170861" y="62413"/>
                  <a:pt x="168396" y="62797"/>
                  <a:pt x="165758" y="62797"/>
                </a:cubicBezTo>
                <a:moveTo>
                  <a:pt x="183284" y="34486"/>
                </a:moveTo>
                <a:cubicBezTo>
                  <a:pt x="183284" y="30978"/>
                  <a:pt x="182457" y="28354"/>
                  <a:pt x="180805" y="26615"/>
                </a:cubicBezTo>
                <a:cubicBezTo>
                  <a:pt x="179152" y="24875"/>
                  <a:pt x="176746" y="24005"/>
                  <a:pt x="173586" y="24005"/>
                </a:cubicBezTo>
                <a:cubicBezTo>
                  <a:pt x="171788" y="24005"/>
                  <a:pt x="170121" y="24317"/>
                  <a:pt x="168585" y="24940"/>
                </a:cubicBezTo>
                <a:cubicBezTo>
                  <a:pt x="167048" y="25564"/>
                  <a:pt x="165664" y="26419"/>
                  <a:pt x="164432" y="27506"/>
                </a:cubicBezTo>
                <a:cubicBezTo>
                  <a:pt x="163199" y="28593"/>
                  <a:pt x="162112" y="29855"/>
                  <a:pt x="161170" y="31290"/>
                </a:cubicBezTo>
                <a:cubicBezTo>
                  <a:pt x="160228" y="32725"/>
                  <a:pt x="159445" y="34247"/>
                  <a:pt x="158822" y="35856"/>
                </a:cubicBezTo>
                <a:cubicBezTo>
                  <a:pt x="158198" y="37465"/>
                  <a:pt x="157727" y="39132"/>
                  <a:pt x="157408" y="40857"/>
                </a:cubicBezTo>
                <a:cubicBezTo>
                  <a:pt x="157089" y="42582"/>
                  <a:pt x="156930" y="44256"/>
                  <a:pt x="156930" y="45880"/>
                </a:cubicBezTo>
                <a:cubicBezTo>
                  <a:pt x="156930" y="49388"/>
                  <a:pt x="157756" y="52019"/>
                  <a:pt x="159409" y="53773"/>
                </a:cubicBezTo>
                <a:cubicBezTo>
                  <a:pt x="161061" y="55527"/>
                  <a:pt x="163468" y="56404"/>
                  <a:pt x="166628" y="56404"/>
                </a:cubicBezTo>
                <a:cubicBezTo>
                  <a:pt x="168454" y="56404"/>
                  <a:pt x="170129" y="56092"/>
                  <a:pt x="171651" y="55469"/>
                </a:cubicBezTo>
                <a:cubicBezTo>
                  <a:pt x="173173" y="54846"/>
                  <a:pt x="174550" y="53990"/>
                  <a:pt x="175782" y="52903"/>
                </a:cubicBezTo>
                <a:cubicBezTo>
                  <a:pt x="177014" y="51816"/>
                  <a:pt x="178101" y="50555"/>
                  <a:pt x="179044" y="49120"/>
                </a:cubicBezTo>
                <a:cubicBezTo>
                  <a:pt x="179986" y="47685"/>
                  <a:pt x="180769" y="46155"/>
                  <a:pt x="181392" y="44532"/>
                </a:cubicBezTo>
                <a:cubicBezTo>
                  <a:pt x="182015" y="42908"/>
                  <a:pt x="182486" y="41234"/>
                  <a:pt x="182805" y="39509"/>
                </a:cubicBezTo>
                <a:cubicBezTo>
                  <a:pt x="183124" y="37784"/>
                  <a:pt x="183284" y="36110"/>
                  <a:pt x="183284" y="34486"/>
                </a:cubicBezTo>
                <a:close/>
                <a:moveTo>
                  <a:pt x="201702" y="38400"/>
                </a:moveTo>
                <a:cubicBezTo>
                  <a:pt x="201818" y="37849"/>
                  <a:pt x="201941" y="37124"/>
                  <a:pt x="202072" y="36226"/>
                </a:cubicBezTo>
                <a:cubicBezTo>
                  <a:pt x="202202" y="35327"/>
                  <a:pt x="202354" y="34116"/>
                  <a:pt x="202528" y="32594"/>
                </a:cubicBezTo>
                <a:cubicBezTo>
                  <a:pt x="202702" y="31072"/>
                  <a:pt x="202920" y="29159"/>
                  <a:pt x="203181" y="26854"/>
                </a:cubicBezTo>
                <a:cubicBezTo>
                  <a:pt x="203441" y="24549"/>
                  <a:pt x="203746" y="21715"/>
                  <a:pt x="204094" y="18352"/>
                </a:cubicBezTo>
                <a:lnTo>
                  <a:pt x="211226" y="18352"/>
                </a:lnTo>
                <a:lnTo>
                  <a:pt x="210139" y="28441"/>
                </a:lnTo>
                <a:cubicBezTo>
                  <a:pt x="212168" y="24933"/>
                  <a:pt x="214596" y="22244"/>
                  <a:pt x="217423" y="20374"/>
                </a:cubicBezTo>
                <a:cubicBezTo>
                  <a:pt x="220250" y="18504"/>
                  <a:pt x="223316" y="17569"/>
                  <a:pt x="226621" y="17569"/>
                </a:cubicBezTo>
                <a:cubicBezTo>
                  <a:pt x="231230" y="17569"/>
                  <a:pt x="234499" y="18961"/>
                  <a:pt x="236427" y="21744"/>
                </a:cubicBezTo>
                <a:cubicBezTo>
                  <a:pt x="238355" y="24527"/>
                  <a:pt x="238768" y="28630"/>
                  <a:pt x="237667" y="34051"/>
                </a:cubicBezTo>
                <a:lnTo>
                  <a:pt x="232057" y="62014"/>
                </a:lnTo>
                <a:lnTo>
                  <a:pt x="224490" y="62014"/>
                </a:lnTo>
                <a:lnTo>
                  <a:pt x="230100" y="34138"/>
                </a:lnTo>
                <a:cubicBezTo>
                  <a:pt x="230825" y="30601"/>
                  <a:pt x="230774" y="28043"/>
                  <a:pt x="229947" y="26463"/>
                </a:cubicBezTo>
                <a:cubicBezTo>
                  <a:pt x="229121" y="24882"/>
                  <a:pt x="227548" y="24092"/>
                  <a:pt x="225229" y="24092"/>
                </a:cubicBezTo>
                <a:cubicBezTo>
                  <a:pt x="223374" y="24092"/>
                  <a:pt x="221525" y="24730"/>
                  <a:pt x="219684" y="26006"/>
                </a:cubicBezTo>
                <a:cubicBezTo>
                  <a:pt x="217843" y="27282"/>
                  <a:pt x="216126" y="28941"/>
                  <a:pt x="214531" y="30985"/>
                </a:cubicBezTo>
                <a:cubicBezTo>
                  <a:pt x="212936" y="33029"/>
                  <a:pt x="211552" y="35327"/>
                  <a:pt x="210378" y="37878"/>
                </a:cubicBezTo>
                <a:cubicBezTo>
                  <a:pt x="209204" y="40429"/>
                  <a:pt x="208356" y="42981"/>
                  <a:pt x="207834" y="45532"/>
                </a:cubicBezTo>
                <a:lnTo>
                  <a:pt x="204529" y="62014"/>
                </a:lnTo>
                <a:lnTo>
                  <a:pt x="196962" y="62014"/>
                </a:lnTo>
                <a:lnTo>
                  <a:pt x="201702" y="38400"/>
                </a:lnTo>
                <a:close/>
                <a:moveTo>
                  <a:pt x="250388" y="18352"/>
                </a:moveTo>
                <a:lnTo>
                  <a:pt x="258564" y="18352"/>
                </a:lnTo>
                <a:lnTo>
                  <a:pt x="263391" y="47315"/>
                </a:lnTo>
                <a:lnTo>
                  <a:pt x="264435" y="54665"/>
                </a:lnTo>
                <a:cubicBezTo>
                  <a:pt x="266986" y="52342"/>
                  <a:pt x="269226" y="49773"/>
                  <a:pt x="271154" y="46958"/>
                </a:cubicBezTo>
                <a:cubicBezTo>
                  <a:pt x="273081" y="44142"/>
                  <a:pt x="274734" y="41174"/>
                  <a:pt x="276111" y="38053"/>
                </a:cubicBezTo>
                <a:cubicBezTo>
                  <a:pt x="277488" y="34933"/>
                  <a:pt x="278583" y="31711"/>
                  <a:pt x="279395" y="28388"/>
                </a:cubicBezTo>
                <a:cubicBezTo>
                  <a:pt x="280206" y="25064"/>
                  <a:pt x="280772" y="21719"/>
                  <a:pt x="281091" y="18352"/>
                </a:cubicBezTo>
                <a:lnTo>
                  <a:pt x="289658" y="18352"/>
                </a:lnTo>
                <a:cubicBezTo>
                  <a:pt x="289194" y="22411"/>
                  <a:pt x="288295" y="26455"/>
                  <a:pt x="286961" y="30485"/>
                </a:cubicBezTo>
                <a:cubicBezTo>
                  <a:pt x="285628" y="34515"/>
                  <a:pt x="283939" y="38414"/>
                  <a:pt x="281895" y="42183"/>
                </a:cubicBezTo>
                <a:cubicBezTo>
                  <a:pt x="279851" y="45952"/>
                  <a:pt x="277474" y="49518"/>
                  <a:pt x="274763" y="52882"/>
                </a:cubicBezTo>
                <a:cubicBezTo>
                  <a:pt x="272052" y="56245"/>
                  <a:pt x="269088" y="59289"/>
                  <a:pt x="265870" y="62014"/>
                </a:cubicBezTo>
                <a:lnTo>
                  <a:pt x="258564" y="62014"/>
                </a:lnTo>
                <a:lnTo>
                  <a:pt x="250388" y="18352"/>
                </a:lnTo>
                <a:close/>
                <a:moveTo>
                  <a:pt x="304597" y="42618"/>
                </a:moveTo>
                <a:cubicBezTo>
                  <a:pt x="304452" y="43372"/>
                  <a:pt x="304343" y="44082"/>
                  <a:pt x="304271" y="44749"/>
                </a:cubicBezTo>
                <a:cubicBezTo>
                  <a:pt x="304198" y="45416"/>
                  <a:pt x="304162" y="46068"/>
                  <a:pt x="304162" y="46706"/>
                </a:cubicBezTo>
                <a:cubicBezTo>
                  <a:pt x="304162" y="49866"/>
                  <a:pt x="305104" y="52287"/>
                  <a:pt x="306989" y="53969"/>
                </a:cubicBezTo>
                <a:cubicBezTo>
                  <a:pt x="308873" y="55650"/>
                  <a:pt x="311787" y="56491"/>
                  <a:pt x="315730" y="56491"/>
                </a:cubicBezTo>
                <a:cubicBezTo>
                  <a:pt x="318281" y="56491"/>
                  <a:pt x="320811" y="56299"/>
                  <a:pt x="323319" y="55913"/>
                </a:cubicBezTo>
                <a:cubicBezTo>
                  <a:pt x="325826" y="55528"/>
                  <a:pt x="328066" y="55082"/>
                  <a:pt x="330037" y="54578"/>
                </a:cubicBezTo>
                <a:lnTo>
                  <a:pt x="330037" y="60796"/>
                </a:lnTo>
                <a:cubicBezTo>
                  <a:pt x="327863" y="61389"/>
                  <a:pt x="325420" y="61870"/>
                  <a:pt x="322710" y="62241"/>
                </a:cubicBezTo>
                <a:cubicBezTo>
                  <a:pt x="319999" y="62612"/>
                  <a:pt x="317252" y="62797"/>
                  <a:pt x="314469" y="62797"/>
                </a:cubicBezTo>
                <a:cubicBezTo>
                  <a:pt x="308322" y="62797"/>
                  <a:pt x="303785" y="61427"/>
                  <a:pt x="300857" y="58687"/>
                </a:cubicBezTo>
                <a:cubicBezTo>
                  <a:pt x="297929" y="55947"/>
                  <a:pt x="296465" y="51983"/>
                  <a:pt x="296465" y="46793"/>
                </a:cubicBezTo>
                <a:cubicBezTo>
                  <a:pt x="296465" y="42792"/>
                  <a:pt x="297088" y="39023"/>
                  <a:pt x="298335" y="35486"/>
                </a:cubicBezTo>
                <a:cubicBezTo>
                  <a:pt x="299581" y="31949"/>
                  <a:pt x="301306" y="28854"/>
                  <a:pt x="303510" y="26202"/>
                </a:cubicBezTo>
                <a:cubicBezTo>
                  <a:pt x="305713" y="23549"/>
                  <a:pt x="308330" y="21447"/>
                  <a:pt x="311359" y="19896"/>
                </a:cubicBezTo>
                <a:cubicBezTo>
                  <a:pt x="314389" y="18345"/>
                  <a:pt x="317687" y="17569"/>
                  <a:pt x="321253" y="17569"/>
                </a:cubicBezTo>
                <a:cubicBezTo>
                  <a:pt x="323717" y="17569"/>
                  <a:pt x="325913" y="17859"/>
                  <a:pt x="327841" y="18439"/>
                </a:cubicBezTo>
                <a:cubicBezTo>
                  <a:pt x="329769" y="19019"/>
                  <a:pt x="331400" y="19816"/>
                  <a:pt x="332734" y="20831"/>
                </a:cubicBezTo>
                <a:cubicBezTo>
                  <a:pt x="334067" y="21846"/>
                  <a:pt x="335082" y="23041"/>
                  <a:pt x="335778" y="24419"/>
                </a:cubicBezTo>
                <a:cubicBezTo>
                  <a:pt x="336474" y="25796"/>
                  <a:pt x="336822" y="27282"/>
                  <a:pt x="336822" y="28876"/>
                </a:cubicBezTo>
                <a:cubicBezTo>
                  <a:pt x="336822" y="30964"/>
                  <a:pt x="336379" y="32848"/>
                  <a:pt x="335495" y="34530"/>
                </a:cubicBezTo>
                <a:cubicBezTo>
                  <a:pt x="334611" y="36211"/>
                  <a:pt x="333205" y="37653"/>
                  <a:pt x="331277" y="38857"/>
                </a:cubicBezTo>
                <a:cubicBezTo>
                  <a:pt x="329349" y="40060"/>
                  <a:pt x="326863" y="40988"/>
                  <a:pt x="323819" y="41640"/>
                </a:cubicBezTo>
                <a:cubicBezTo>
                  <a:pt x="320775" y="42292"/>
                  <a:pt x="317093" y="42618"/>
                  <a:pt x="312773" y="42618"/>
                </a:cubicBezTo>
                <a:lnTo>
                  <a:pt x="304597" y="42618"/>
                </a:lnTo>
                <a:moveTo>
                  <a:pt x="312686" y="36791"/>
                </a:moveTo>
                <a:cubicBezTo>
                  <a:pt x="315904" y="36791"/>
                  <a:pt x="318564" y="36595"/>
                  <a:pt x="320666" y="36204"/>
                </a:cubicBezTo>
                <a:cubicBezTo>
                  <a:pt x="322768" y="35812"/>
                  <a:pt x="324435" y="35283"/>
                  <a:pt x="325667" y="34617"/>
                </a:cubicBezTo>
                <a:cubicBezTo>
                  <a:pt x="326899" y="33950"/>
                  <a:pt x="327762" y="33181"/>
                  <a:pt x="328254" y="32312"/>
                </a:cubicBezTo>
                <a:cubicBezTo>
                  <a:pt x="328747" y="31442"/>
                  <a:pt x="328994" y="30543"/>
                  <a:pt x="328994" y="29615"/>
                </a:cubicBezTo>
                <a:cubicBezTo>
                  <a:pt x="328994" y="28804"/>
                  <a:pt x="328834" y="28035"/>
                  <a:pt x="328515" y="27311"/>
                </a:cubicBezTo>
                <a:cubicBezTo>
                  <a:pt x="328196" y="26586"/>
                  <a:pt x="327696" y="25948"/>
                  <a:pt x="327015" y="25397"/>
                </a:cubicBezTo>
                <a:cubicBezTo>
                  <a:pt x="326334" y="24846"/>
                  <a:pt x="325478" y="24411"/>
                  <a:pt x="324449" y="24092"/>
                </a:cubicBezTo>
                <a:cubicBezTo>
                  <a:pt x="323420" y="23773"/>
                  <a:pt x="322210" y="23614"/>
                  <a:pt x="320818" y="23614"/>
                </a:cubicBezTo>
                <a:cubicBezTo>
                  <a:pt x="318934" y="23614"/>
                  <a:pt x="317216" y="23926"/>
                  <a:pt x="315665" y="24549"/>
                </a:cubicBezTo>
                <a:cubicBezTo>
                  <a:pt x="314114" y="25172"/>
                  <a:pt x="312715" y="26057"/>
                  <a:pt x="311468" y="27202"/>
                </a:cubicBezTo>
                <a:cubicBezTo>
                  <a:pt x="310221" y="28347"/>
                  <a:pt x="309120" y="29731"/>
                  <a:pt x="308163" y="31355"/>
                </a:cubicBezTo>
                <a:cubicBezTo>
                  <a:pt x="307206" y="32978"/>
                  <a:pt x="306394" y="34790"/>
                  <a:pt x="305728" y="36791"/>
                </a:cubicBezTo>
                <a:lnTo>
                  <a:pt x="312686" y="36791"/>
                </a:lnTo>
                <a:close/>
                <a:moveTo>
                  <a:pt x="349804" y="38362"/>
                </a:moveTo>
                <a:cubicBezTo>
                  <a:pt x="349920" y="37810"/>
                  <a:pt x="350043" y="37086"/>
                  <a:pt x="350174" y="36189"/>
                </a:cubicBezTo>
                <a:cubicBezTo>
                  <a:pt x="350304" y="35292"/>
                  <a:pt x="350456" y="34084"/>
                  <a:pt x="350630" y="32566"/>
                </a:cubicBezTo>
                <a:cubicBezTo>
                  <a:pt x="350804" y="31046"/>
                  <a:pt x="351022" y="29137"/>
                  <a:pt x="351282" y="26836"/>
                </a:cubicBezTo>
                <a:cubicBezTo>
                  <a:pt x="351543" y="24536"/>
                  <a:pt x="351848" y="21708"/>
                  <a:pt x="352196" y="18352"/>
                </a:cubicBezTo>
                <a:lnTo>
                  <a:pt x="359328" y="18352"/>
                </a:lnTo>
                <a:lnTo>
                  <a:pt x="358241" y="28415"/>
                </a:lnTo>
                <a:cubicBezTo>
                  <a:pt x="359255" y="26940"/>
                  <a:pt x="360357" y="25545"/>
                  <a:pt x="361546" y="24230"/>
                </a:cubicBezTo>
                <a:cubicBezTo>
                  <a:pt x="362734" y="22913"/>
                  <a:pt x="364039" y="21764"/>
                  <a:pt x="365460" y="20781"/>
                </a:cubicBezTo>
                <a:cubicBezTo>
                  <a:pt x="366880" y="19797"/>
                  <a:pt x="368431" y="19016"/>
                  <a:pt x="370113" y="18438"/>
                </a:cubicBezTo>
                <a:cubicBezTo>
                  <a:pt x="371794" y="17859"/>
                  <a:pt x="373635" y="17569"/>
                  <a:pt x="375636" y="17569"/>
                </a:cubicBezTo>
                <a:cubicBezTo>
                  <a:pt x="380419" y="17569"/>
                  <a:pt x="383725" y="19059"/>
                  <a:pt x="385551" y="22038"/>
                </a:cubicBezTo>
                <a:cubicBezTo>
                  <a:pt x="387378" y="25017"/>
                  <a:pt x="387668" y="29325"/>
                  <a:pt x="386421" y="34964"/>
                </a:cubicBezTo>
                <a:lnTo>
                  <a:pt x="378723" y="34964"/>
                </a:lnTo>
                <a:cubicBezTo>
                  <a:pt x="379158" y="32972"/>
                  <a:pt x="379376" y="31283"/>
                  <a:pt x="379376" y="29897"/>
                </a:cubicBezTo>
                <a:cubicBezTo>
                  <a:pt x="379376" y="28511"/>
                  <a:pt x="379180" y="27392"/>
                  <a:pt x="378789" y="26540"/>
                </a:cubicBezTo>
                <a:cubicBezTo>
                  <a:pt x="378397" y="25688"/>
                  <a:pt x="377817" y="25068"/>
                  <a:pt x="377049" y="24678"/>
                </a:cubicBezTo>
                <a:cubicBezTo>
                  <a:pt x="376281" y="24288"/>
                  <a:pt x="375360" y="24092"/>
                  <a:pt x="374288" y="24092"/>
                </a:cubicBezTo>
                <a:cubicBezTo>
                  <a:pt x="372200" y="24092"/>
                  <a:pt x="370171" y="24722"/>
                  <a:pt x="368199" y="25981"/>
                </a:cubicBezTo>
                <a:cubicBezTo>
                  <a:pt x="366228" y="27240"/>
                  <a:pt x="364423" y="28889"/>
                  <a:pt x="362785" y="30930"/>
                </a:cubicBezTo>
                <a:cubicBezTo>
                  <a:pt x="361147" y="32969"/>
                  <a:pt x="359741" y="35262"/>
                  <a:pt x="358567" y="37809"/>
                </a:cubicBezTo>
                <a:cubicBezTo>
                  <a:pt x="357393" y="40356"/>
                  <a:pt x="356545" y="42921"/>
                  <a:pt x="356023" y="45506"/>
                </a:cubicBezTo>
                <a:lnTo>
                  <a:pt x="352718" y="62014"/>
                </a:lnTo>
                <a:lnTo>
                  <a:pt x="345064" y="62014"/>
                </a:lnTo>
                <a:lnTo>
                  <a:pt x="349804" y="38362"/>
                </a:lnTo>
                <a:close/>
                <a:moveTo>
                  <a:pt x="428062" y="61398"/>
                </a:moveTo>
                <a:cubicBezTo>
                  <a:pt x="426235" y="61836"/>
                  <a:pt x="424431" y="62149"/>
                  <a:pt x="422648" y="62339"/>
                </a:cubicBezTo>
                <a:cubicBezTo>
                  <a:pt x="420865" y="62528"/>
                  <a:pt x="419277" y="62623"/>
                  <a:pt x="417886" y="62623"/>
                </a:cubicBezTo>
                <a:cubicBezTo>
                  <a:pt x="414928" y="62623"/>
                  <a:pt x="412399" y="62297"/>
                  <a:pt x="410297" y="61644"/>
                </a:cubicBezTo>
                <a:cubicBezTo>
                  <a:pt x="408195" y="60992"/>
                  <a:pt x="406535" y="59956"/>
                  <a:pt x="405318" y="58535"/>
                </a:cubicBezTo>
                <a:cubicBezTo>
                  <a:pt x="404100" y="57114"/>
                  <a:pt x="403339" y="55281"/>
                  <a:pt x="403034" y="53034"/>
                </a:cubicBezTo>
                <a:cubicBezTo>
                  <a:pt x="402730" y="50787"/>
                  <a:pt x="402911" y="48054"/>
                  <a:pt x="403578" y="44836"/>
                </a:cubicBezTo>
                <a:lnTo>
                  <a:pt x="407579" y="24701"/>
                </a:lnTo>
                <a:lnTo>
                  <a:pt x="395359" y="24701"/>
                </a:lnTo>
                <a:lnTo>
                  <a:pt x="396620" y="18352"/>
                </a:lnTo>
                <a:lnTo>
                  <a:pt x="408797" y="18352"/>
                </a:lnTo>
                <a:lnTo>
                  <a:pt x="411232" y="6311"/>
                </a:lnTo>
                <a:lnTo>
                  <a:pt x="419234" y="4349"/>
                </a:lnTo>
                <a:lnTo>
                  <a:pt x="416363" y="18352"/>
                </a:lnTo>
                <a:lnTo>
                  <a:pt x="435977" y="18352"/>
                </a:lnTo>
                <a:lnTo>
                  <a:pt x="434715" y="24701"/>
                </a:lnTo>
                <a:lnTo>
                  <a:pt x="415146" y="24701"/>
                </a:lnTo>
                <a:lnTo>
                  <a:pt x="411058" y="45097"/>
                </a:lnTo>
                <a:cubicBezTo>
                  <a:pt x="410652" y="47098"/>
                  <a:pt x="410493" y="48801"/>
                  <a:pt x="410580" y="50207"/>
                </a:cubicBezTo>
                <a:cubicBezTo>
                  <a:pt x="410667" y="51613"/>
                  <a:pt x="411014" y="52766"/>
                  <a:pt x="411623" y="53664"/>
                </a:cubicBezTo>
                <a:cubicBezTo>
                  <a:pt x="412232" y="54563"/>
                  <a:pt x="413116" y="55215"/>
                  <a:pt x="414276" y="55621"/>
                </a:cubicBezTo>
                <a:cubicBezTo>
                  <a:pt x="415436" y="56027"/>
                  <a:pt x="416914" y="56230"/>
                  <a:pt x="418712" y="56230"/>
                </a:cubicBezTo>
                <a:cubicBezTo>
                  <a:pt x="419785" y="56230"/>
                  <a:pt x="421133" y="56118"/>
                  <a:pt x="422756" y="55894"/>
                </a:cubicBezTo>
                <a:cubicBezTo>
                  <a:pt x="424380" y="55670"/>
                  <a:pt x="426148" y="55318"/>
                  <a:pt x="428062" y="54838"/>
                </a:cubicBezTo>
                <a:lnTo>
                  <a:pt x="428062" y="61398"/>
                </a:lnTo>
                <a:close/>
                <a:moveTo>
                  <a:pt x="507169" y="62797"/>
                </a:moveTo>
                <a:cubicBezTo>
                  <a:pt x="501950" y="62797"/>
                  <a:pt x="497884" y="61456"/>
                  <a:pt x="494970" y="58774"/>
                </a:cubicBezTo>
                <a:cubicBezTo>
                  <a:pt x="492057" y="56092"/>
                  <a:pt x="490600" y="52070"/>
                  <a:pt x="490600" y="46706"/>
                </a:cubicBezTo>
                <a:cubicBezTo>
                  <a:pt x="490600" y="44300"/>
                  <a:pt x="490853" y="41915"/>
                  <a:pt x="491361" y="39552"/>
                </a:cubicBezTo>
                <a:cubicBezTo>
                  <a:pt x="491868" y="37190"/>
                  <a:pt x="492615" y="34928"/>
                  <a:pt x="493600" y="32768"/>
                </a:cubicBezTo>
                <a:cubicBezTo>
                  <a:pt x="494586" y="30608"/>
                  <a:pt x="495804" y="28601"/>
                  <a:pt x="497253" y="26745"/>
                </a:cubicBezTo>
                <a:cubicBezTo>
                  <a:pt x="498703" y="24890"/>
                  <a:pt x="500370" y="23281"/>
                  <a:pt x="502255" y="21918"/>
                </a:cubicBezTo>
                <a:cubicBezTo>
                  <a:pt x="504139" y="20555"/>
                  <a:pt x="506219" y="19490"/>
                  <a:pt x="508495" y="18722"/>
                </a:cubicBezTo>
                <a:cubicBezTo>
                  <a:pt x="510771" y="17953"/>
                  <a:pt x="513243" y="17569"/>
                  <a:pt x="515910" y="17569"/>
                </a:cubicBezTo>
                <a:cubicBezTo>
                  <a:pt x="518519" y="17569"/>
                  <a:pt x="520846" y="17910"/>
                  <a:pt x="522890" y="18591"/>
                </a:cubicBezTo>
                <a:cubicBezTo>
                  <a:pt x="524934" y="19272"/>
                  <a:pt x="526659" y="20287"/>
                  <a:pt x="528065" y="21635"/>
                </a:cubicBezTo>
                <a:cubicBezTo>
                  <a:pt x="529471" y="22983"/>
                  <a:pt x="530551" y="24665"/>
                  <a:pt x="531305" y="26680"/>
                </a:cubicBezTo>
                <a:cubicBezTo>
                  <a:pt x="532058" y="28695"/>
                  <a:pt x="532435" y="31036"/>
                  <a:pt x="532435" y="33703"/>
                </a:cubicBezTo>
                <a:cubicBezTo>
                  <a:pt x="532435" y="36081"/>
                  <a:pt x="532182" y="38451"/>
                  <a:pt x="531674" y="40814"/>
                </a:cubicBezTo>
                <a:cubicBezTo>
                  <a:pt x="531167" y="43176"/>
                  <a:pt x="530420" y="45438"/>
                  <a:pt x="529435" y="47598"/>
                </a:cubicBezTo>
                <a:cubicBezTo>
                  <a:pt x="528449" y="49758"/>
                  <a:pt x="527231" y="51765"/>
                  <a:pt x="525782" y="53621"/>
                </a:cubicBezTo>
                <a:cubicBezTo>
                  <a:pt x="524332" y="55476"/>
                  <a:pt x="522672" y="57085"/>
                  <a:pt x="520802" y="58448"/>
                </a:cubicBezTo>
                <a:cubicBezTo>
                  <a:pt x="518932" y="59811"/>
                  <a:pt x="516852" y="60876"/>
                  <a:pt x="514562" y="61644"/>
                </a:cubicBezTo>
                <a:cubicBezTo>
                  <a:pt x="512271" y="62413"/>
                  <a:pt x="509807" y="62797"/>
                  <a:pt x="507169" y="62797"/>
                </a:cubicBezTo>
                <a:moveTo>
                  <a:pt x="524694" y="34486"/>
                </a:moveTo>
                <a:cubicBezTo>
                  <a:pt x="524694" y="30978"/>
                  <a:pt x="523868" y="28354"/>
                  <a:pt x="522216" y="26615"/>
                </a:cubicBezTo>
                <a:cubicBezTo>
                  <a:pt x="520563" y="24875"/>
                  <a:pt x="518157" y="24005"/>
                  <a:pt x="514997" y="24005"/>
                </a:cubicBezTo>
                <a:cubicBezTo>
                  <a:pt x="513199" y="24005"/>
                  <a:pt x="511532" y="24317"/>
                  <a:pt x="509995" y="24940"/>
                </a:cubicBezTo>
                <a:cubicBezTo>
                  <a:pt x="508459" y="25564"/>
                  <a:pt x="507075" y="26419"/>
                  <a:pt x="505842" y="27506"/>
                </a:cubicBezTo>
                <a:cubicBezTo>
                  <a:pt x="504610" y="28593"/>
                  <a:pt x="503523" y="29855"/>
                  <a:pt x="502581" y="31290"/>
                </a:cubicBezTo>
                <a:cubicBezTo>
                  <a:pt x="501639" y="32725"/>
                  <a:pt x="500856" y="34247"/>
                  <a:pt x="500232" y="35856"/>
                </a:cubicBezTo>
                <a:cubicBezTo>
                  <a:pt x="499609" y="37465"/>
                  <a:pt x="499138" y="39132"/>
                  <a:pt x="498819" y="40857"/>
                </a:cubicBezTo>
                <a:cubicBezTo>
                  <a:pt x="498500" y="42582"/>
                  <a:pt x="498341" y="44256"/>
                  <a:pt x="498341" y="45880"/>
                </a:cubicBezTo>
                <a:cubicBezTo>
                  <a:pt x="498341" y="49388"/>
                  <a:pt x="499167" y="52019"/>
                  <a:pt x="500820" y="53773"/>
                </a:cubicBezTo>
                <a:cubicBezTo>
                  <a:pt x="502472" y="55527"/>
                  <a:pt x="504878" y="56404"/>
                  <a:pt x="508039" y="56404"/>
                </a:cubicBezTo>
                <a:cubicBezTo>
                  <a:pt x="509865" y="56404"/>
                  <a:pt x="511539" y="56092"/>
                  <a:pt x="513061" y="55469"/>
                </a:cubicBezTo>
                <a:cubicBezTo>
                  <a:pt x="514583" y="54846"/>
                  <a:pt x="515961" y="53990"/>
                  <a:pt x="517193" y="52903"/>
                </a:cubicBezTo>
                <a:cubicBezTo>
                  <a:pt x="518425" y="51816"/>
                  <a:pt x="519512" y="50555"/>
                  <a:pt x="520454" y="49120"/>
                </a:cubicBezTo>
                <a:cubicBezTo>
                  <a:pt x="521397" y="47685"/>
                  <a:pt x="522179" y="46155"/>
                  <a:pt x="522803" y="44532"/>
                </a:cubicBezTo>
                <a:cubicBezTo>
                  <a:pt x="523426" y="42908"/>
                  <a:pt x="523897" y="41234"/>
                  <a:pt x="524216" y="39509"/>
                </a:cubicBezTo>
                <a:cubicBezTo>
                  <a:pt x="524535" y="37784"/>
                  <a:pt x="524694" y="36110"/>
                  <a:pt x="524694" y="34486"/>
                </a:cubicBezTo>
                <a:close/>
                <a:moveTo>
                  <a:pt x="555420" y="62536"/>
                </a:moveTo>
                <a:cubicBezTo>
                  <a:pt x="552231" y="62536"/>
                  <a:pt x="549303" y="62217"/>
                  <a:pt x="546635" y="61579"/>
                </a:cubicBezTo>
                <a:cubicBezTo>
                  <a:pt x="543968" y="60941"/>
                  <a:pt x="541431" y="60072"/>
                  <a:pt x="539025" y="58970"/>
                </a:cubicBezTo>
                <a:lnTo>
                  <a:pt x="550680" y="522"/>
                </a:lnTo>
                <a:lnTo>
                  <a:pt x="558247" y="522"/>
                </a:lnTo>
                <a:lnTo>
                  <a:pt x="554855" y="17482"/>
                </a:lnTo>
                <a:lnTo>
                  <a:pt x="552028" y="28006"/>
                </a:lnTo>
                <a:cubicBezTo>
                  <a:pt x="552927" y="26383"/>
                  <a:pt x="553956" y="24926"/>
                  <a:pt x="555115" y="23636"/>
                </a:cubicBezTo>
                <a:cubicBezTo>
                  <a:pt x="556275" y="22346"/>
                  <a:pt x="557544" y="21251"/>
                  <a:pt x="558921" y="20352"/>
                </a:cubicBezTo>
                <a:cubicBezTo>
                  <a:pt x="560298" y="19454"/>
                  <a:pt x="561762" y="18765"/>
                  <a:pt x="563313" y="18287"/>
                </a:cubicBezTo>
                <a:cubicBezTo>
                  <a:pt x="564864" y="17808"/>
                  <a:pt x="566466" y="17569"/>
                  <a:pt x="568118" y="17569"/>
                </a:cubicBezTo>
                <a:cubicBezTo>
                  <a:pt x="570206" y="17569"/>
                  <a:pt x="572025" y="17924"/>
                  <a:pt x="573576" y="18635"/>
                </a:cubicBezTo>
                <a:cubicBezTo>
                  <a:pt x="575127" y="19345"/>
                  <a:pt x="576410" y="20338"/>
                  <a:pt x="577425" y="21614"/>
                </a:cubicBezTo>
                <a:cubicBezTo>
                  <a:pt x="578440" y="22889"/>
                  <a:pt x="579193" y="24433"/>
                  <a:pt x="579686" y="26245"/>
                </a:cubicBezTo>
                <a:cubicBezTo>
                  <a:pt x="580179" y="28057"/>
                  <a:pt x="580426" y="30065"/>
                  <a:pt x="580426" y="32268"/>
                </a:cubicBezTo>
                <a:cubicBezTo>
                  <a:pt x="580426" y="36443"/>
                  <a:pt x="579882" y="40364"/>
                  <a:pt x="578795" y="44032"/>
                </a:cubicBezTo>
                <a:cubicBezTo>
                  <a:pt x="577708" y="47699"/>
                  <a:pt x="576106" y="50903"/>
                  <a:pt x="573989" y="53643"/>
                </a:cubicBezTo>
                <a:cubicBezTo>
                  <a:pt x="571873" y="56382"/>
                  <a:pt x="569256" y="58549"/>
                  <a:pt x="566140" y="60144"/>
                </a:cubicBezTo>
                <a:cubicBezTo>
                  <a:pt x="563023" y="61739"/>
                  <a:pt x="559450" y="62536"/>
                  <a:pt x="555420" y="62536"/>
                </a:cubicBezTo>
                <a:moveTo>
                  <a:pt x="572772" y="32964"/>
                </a:moveTo>
                <a:cubicBezTo>
                  <a:pt x="572772" y="30181"/>
                  <a:pt x="572300" y="28021"/>
                  <a:pt x="571358" y="26484"/>
                </a:cubicBezTo>
                <a:cubicBezTo>
                  <a:pt x="570416" y="24948"/>
                  <a:pt x="568872" y="24179"/>
                  <a:pt x="566727" y="24179"/>
                </a:cubicBezTo>
                <a:cubicBezTo>
                  <a:pt x="565480" y="24179"/>
                  <a:pt x="564233" y="24469"/>
                  <a:pt x="562987" y="25049"/>
                </a:cubicBezTo>
                <a:cubicBezTo>
                  <a:pt x="561740" y="25629"/>
                  <a:pt x="560522" y="26426"/>
                  <a:pt x="559334" y="27441"/>
                </a:cubicBezTo>
                <a:cubicBezTo>
                  <a:pt x="558145" y="28456"/>
                  <a:pt x="557022" y="29644"/>
                  <a:pt x="555963" y="31007"/>
                </a:cubicBezTo>
                <a:cubicBezTo>
                  <a:pt x="554905" y="32370"/>
                  <a:pt x="553934" y="33826"/>
                  <a:pt x="553050" y="35378"/>
                </a:cubicBezTo>
                <a:cubicBezTo>
                  <a:pt x="552166" y="36929"/>
                  <a:pt x="551404" y="38530"/>
                  <a:pt x="550767" y="40183"/>
                </a:cubicBezTo>
                <a:cubicBezTo>
                  <a:pt x="550129" y="41836"/>
                  <a:pt x="549650" y="43474"/>
                  <a:pt x="549332" y="45097"/>
                </a:cubicBezTo>
                <a:lnTo>
                  <a:pt x="547462" y="54534"/>
                </a:lnTo>
                <a:cubicBezTo>
                  <a:pt x="548824" y="55114"/>
                  <a:pt x="550230" y="55571"/>
                  <a:pt x="551680" y="55904"/>
                </a:cubicBezTo>
                <a:cubicBezTo>
                  <a:pt x="553129" y="56237"/>
                  <a:pt x="554463" y="56404"/>
                  <a:pt x="555681" y="56404"/>
                </a:cubicBezTo>
                <a:cubicBezTo>
                  <a:pt x="558058" y="56404"/>
                  <a:pt x="560131" y="55998"/>
                  <a:pt x="561900" y="55186"/>
                </a:cubicBezTo>
                <a:cubicBezTo>
                  <a:pt x="563668" y="54375"/>
                  <a:pt x="565183" y="53316"/>
                  <a:pt x="566444" y="52012"/>
                </a:cubicBezTo>
                <a:cubicBezTo>
                  <a:pt x="567705" y="50707"/>
                  <a:pt x="568742" y="49214"/>
                  <a:pt x="569553" y="47532"/>
                </a:cubicBezTo>
                <a:cubicBezTo>
                  <a:pt x="570365" y="45851"/>
                  <a:pt x="571010" y="44140"/>
                  <a:pt x="571489" y="42401"/>
                </a:cubicBezTo>
                <a:cubicBezTo>
                  <a:pt x="571967" y="40661"/>
                  <a:pt x="572300" y="38973"/>
                  <a:pt x="572489" y="37335"/>
                </a:cubicBezTo>
                <a:cubicBezTo>
                  <a:pt x="572677" y="35696"/>
                  <a:pt x="572772" y="34240"/>
                  <a:pt x="572772" y="32964"/>
                </a:cubicBezTo>
                <a:close/>
                <a:moveTo>
                  <a:pt x="626894" y="25701"/>
                </a:moveTo>
                <a:cubicBezTo>
                  <a:pt x="624255" y="25078"/>
                  <a:pt x="621892" y="24618"/>
                  <a:pt x="619805" y="24321"/>
                </a:cubicBezTo>
                <a:cubicBezTo>
                  <a:pt x="617718" y="24024"/>
                  <a:pt x="615862" y="23875"/>
                  <a:pt x="614239" y="23875"/>
                </a:cubicBezTo>
                <a:cubicBezTo>
                  <a:pt x="612238" y="23875"/>
                  <a:pt x="610520" y="24034"/>
                  <a:pt x="609085" y="24353"/>
                </a:cubicBezTo>
                <a:cubicBezTo>
                  <a:pt x="607650" y="24672"/>
                  <a:pt x="606469" y="25122"/>
                  <a:pt x="605541" y="25701"/>
                </a:cubicBezTo>
                <a:cubicBezTo>
                  <a:pt x="604613" y="26281"/>
                  <a:pt x="603932" y="26984"/>
                  <a:pt x="603497" y="27811"/>
                </a:cubicBezTo>
                <a:cubicBezTo>
                  <a:pt x="603062" y="28637"/>
                  <a:pt x="602845" y="29557"/>
                  <a:pt x="602845" y="30572"/>
                </a:cubicBezTo>
                <a:cubicBezTo>
                  <a:pt x="602845" y="31297"/>
                  <a:pt x="603011" y="31942"/>
                  <a:pt x="603345" y="32507"/>
                </a:cubicBezTo>
                <a:cubicBezTo>
                  <a:pt x="603678" y="33073"/>
                  <a:pt x="604207" y="33609"/>
                  <a:pt x="604932" y="34116"/>
                </a:cubicBezTo>
                <a:cubicBezTo>
                  <a:pt x="605657" y="34624"/>
                  <a:pt x="606621" y="35124"/>
                  <a:pt x="607824" y="35617"/>
                </a:cubicBezTo>
                <a:cubicBezTo>
                  <a:pt x="609027" y="36110"/>
                  <a:pt x="610513" y="36631"/>
                  <a:pt x="612282" y="37182"/>
                </a:cubicBezTo>
                <a:cubicBezTo>
                  <a:pt x="614398" y="37878"/>
                  <a:pt x="616203" y="38596"/>
                  <a:pt x="617696" y="39335"/>
                </a:cubicBezTo>
                <a:cubicBezTo>
                  <a:pt x="619189" y="40074"/>
                  <a:pt x="620414" y="40908"/>
                  <a:pt x="621371" y="41836"/>
                </a:cubicBezTo>
                <a:cubicBezTo>
                  <a:pt x="622327" y="42763"/>
                  <a:pt x="623023" y="43793"/>
                  <a:pt x="623458" y="44923"/>
                </a:cubicBezTo>
                <a:cubicBezTo>
                  <a:pt x="623893" y="46054"/>
                  <a:pt x="624110" y="47359"/>
                  <a:pt x="624110" y="48837"/>
                </a:cubicBezTo>
                <a:cubicBezTo>
                  <a:pt x="624110" y="51099"/>
                  <a:pt x="623618" y="53099"/>
                  <a:pt x="622632" y="54838"/>
                </a:cubicBezTo>
                <a:cubicBezTo>
                  <a:pt x="621646" y="56578"/>
                  <a:pt x="620269" y="58035"/>
                  <a:pt x="618500" y="59209"/>
                </a:cubicBezTo>
                <a:cubicBezTo>
                  <a:pt x="616732" y="60383"/>
                  <a:pt x="614608" y="61275"/>
                  <a:pt x="612129" y="61884"/>
                </a:cubicBezTo>
                <a:cubicBezTo>
                  <a:pt x="609651" y="62492"/>
                  <a:pt x="606933" y="62797"/>
                  <a:pt x="603975" y="62797"/>
                </a:cubicBezTo>
                <a:cubicBezTo>
                  <a:pt x="601192" y="62797"/>
                  <a:pt x="598547" y="62677"/>
                  <a:pt x="596039" y="62438"/>
                </a:cubicBezTo>
                <a:cubicBezTo>
                  <a:pt x="593531" y="62200"/>
                  <a:pt x="591190" y="61812"/>
                  <a:pt x="589015" y="61275"/>
                </a:cubicBezTo>
                <a:lnTo>
                  <a:pt x="589015" y="53882"/>
                </a:lnTo>
                <a:cubicBezTo>
                  <a:pt x="591625" y="54737"/>
                  <a:pt x="594220" y="55371"/>
                  <a:pt x="596800" y="55784"/>
                </a:cubicBezTo>
                <a:cubicBezTo>
                  <a:pt x="599380" y="56197"/>
                  <a:pt x="601931" y="56404"/>
                  <a:pt x="604454" y="56404"/>
                </a:cubicBezTo>
                <a:cubicBezTo>
                  <a:pt x="608571" y="56404"/>
                  <a:pt x="611571" y="55824"/>
                  <a:pt x="613456" y="54665"/>
                </a:cubicBezTo>
                <a:cubicBezTo>
                  <a:pt x="615340" y="53505"/>
                  <a:pt x="616283" y="51707"/>
                  <a:pt x="616283" y="49272"/>
                </a:cubicBezTo>
                <a:cubicBezTo>
                  <a:pt x="616283" y="48634"/>
                  <a:pt x="616138" y="48047"/>
                  <a:pt x="615848" y="47511"/>
                </a:cubicBezTo>
                <a:cubicBezTo>
                  <a:pt x="615558" y="46974"/>
                  <a:pt x="615065" y="46467"/>
                  <a:pt x="614369" y="45989"/>
                </a:cubicBezTo>
                <a:cubicBezTo>
                  <a:pt x="613673" y="45510"/>
                  <a:pt x="612717" y="45025"/>
                  <a:pt x="611499" y="44532"/>
                </a:cubicBezTo>
                <a:cubicBezTo>
                  <a:pt x="610281" y="44039"/>
                  <a:pt x="608730" y="43517"/>
                  <a:pt x="606846" y="42966"/>
                </a:cubicBezTo>
                <a:cubicBezTo>
                  <a:pt x="605106" y="42444"/>
                  <a:pt x="603519" y="41857"/>
                  <a:pt x="602084" y="41205"/>
                </a:cubicBezTo>
                <a:cubicBezTo>
                  <a:pt x="600649" y="40553"/>
                  <a:pt x="599409" y="39770"/>
                  <a:pt x="598365" y="38857"/>
                </a:cubicBezTo>
                <a:cubicBezTo>
                  <a:pt x="597322" y="37943"/>
                  <a:pt x="596517" y="36871"/>
                  <a:pt x="595952" y="35638"/>
                </a:cubicBezTo>
                <a:cubicBezTo>
                  <a:pt x="595387" y="34406"/>
                  <a:pt x="595104" y="32978"/>
                  <a:pt x="595104" y="31355"/>
                </a:cubicBezTo>
                <a:cubicBezTo>
                  <a:pt x="595104" y="29412"/>
                  <a:pt x="595495" y="27608"/>
                  <a:pt x="596278" y="25941"/>
                </a:cubicBezTo>
                <a:cubicBezTo>
                  <a:pt x="597061" y="24274"/>
                  <a:pt x="598271" y="22817"/>
                  <a:pt x="599909" y="21570"/>
                </a:cubicBezTo>
                <a:cubicBezTo>
                  <a:pt x="601547" y="20323"/>
                  <a:pt x="603613" y="19345"/>
                  <a:pt x="606106" y="18635"/>
                </a:cubicBezTo>
                <a:cubicBezTo>
                  <a:pt x="608600" y="17924"/>
                  <a:pt x="611542" y="17569"/>
                  <a:pt x="614934" y="17569"/>
                </a:cubicBezTo>
                <a:cubicBezTo>
                  <a:pt x="615746" y="17569"/>
                  <a:pt x="616638" y="17599"/>
                  <a:pt x="617609" y="17659"/>
                </a:cubicBezTo>
                <a:cubicBezTo>
                  <a:pt x="618580" y="17719"/>
                  <a:pt x="619588" y="17816"/>
                  <a:pt x="620631" y="17951"/>
                </a:cubicBezTo>
                <a:cubicBezTo>
                  <a:pt x="621675" y="18085"/>
                  <a:pt x="622726" y="18242"/>
                  <a:pt x="623784" y="18421"/>
                </a:cubicBezTo>
                <a:cubicBezTo>
                  <a:pt x="624842" y="18600"/>
                  <a:pt x="625879" y="18809"/>
                  <a:pt x="626894" y="19048"/>
                </a:cubicBezTo>
                <a:lnTo>
                  <a:pt x="626894" y="25701"/>
                </a:lnTo>
                <a:close/>
                <a:moveTo>
                  <a:pt x="646007" y="42618"/>
                </a:moveTo>
                <a:cubicBezTo>
                  <a:pt x="645863" y="43372"/>
                  <a:pt x="645754" y="44082"/>
                  <a:pt x="645681" y="44749"/>
                </a:cubicBezTo>
                <a:cubicBezTo>
                  <a:pt x="645609" y="45416"/>
                  <a:pt x="645573" y="46068"/>
                  <a:pt x="645573" y="46706"/>
                </a:cubicBezTo>
                <a:cubicBezTo>
                  <a:pt x="645573" y="49866"/>
                  <a:pt x="646515" y="52287"/>
                  <a:pt x="648399" y="53969"/>
                </a:cubicBezTo>
                <a:cubicBezTo>
                  <a:pt x="650284" y="55650"/>
                  <a:pt x="653198" y="56491"/>
                  <a:pt x="657140" y="56491"/>
                </a:cubicBezTo>
                <a:cubicBezTo>
                  <a:pt x="659692" y="56491"/>
                  <a:pt x="662221" y="56299"/>
                  <a:pt x="664729" y="55913"/>
                </a:cubicBezTo>
                <a:cubicBezTo>
                  <a:pt x="667237" y="55528"/>
                  <a:pt x="669477" y="55082"/>
                  <a:pt x="671448" y="54578"/>
                </a:cubicBezTo>
                <a:lnTo>
                  <a:pt x="671448" y="60796"/>
                </a:lnTo>
                <a:cubicBezTo>
                  <a:pt x="669274" y="61389"/>
                  <a:pt x="666831" y="61870"/>
                  <a:pt x="664120" y="62241"/>
                </a:cubicBezTo>
                <a:cubicBezTo>
                  <a:pt x="661410" y="62612"/>
                  <a:pt x="658663" y="62797"/>
                  <a:pt x="655879" y="62797"/>
                </a:cubicBezTo>
                <a:cubicBezTo>
                  <a:pt x="649733" y="62797"/>
                  <a:pt x="645196" y="61427"/>
                  <a:pt x="642267" y="58687"/>
                </a:cubicBezTo>
                <a:cubicBezTo>
                  <a:pt x="639339" y="55947"/>
                  <a:pt x="637875" y="51983"/>
                  <a:pt x="637875" y="46793"/>
                </a:cubicBezTo>
                <a:cubicBezTo>
                  <a:pt x="637875" y="42792"/>
                  <a:pt x="638499" y="39023"/>
                  <a:pt x="639745" y="35486"/>
                </a:cubicBezTo>
                <a:cubicBezTo>
                  <a:pt x="640992" y="31949"/>
                  <a:pt x="642717" y="28854"/>
                  <a:pt x="644920" y="26202"/>
                </a:cubicBezTo>
                <a:cubicBezTo>
                  <a:pt x="647124" y="23549"/>
                  <a:pt x="649740" y="21447"/>
                  <a:pt x="652770" y="19896"/>
                </a:cubicBezTo>
                <a:cubicBezTo>
                  <a:pt x="655800" y="18345"/>
                  <a:pt x="659097" y="17569"/>
                  <a:pt x="662663" y="17569"/>
                </a:cubicBezTo>
                <a:cubicBezTo>
                  <a:pt x="665128" y="17569"/>
                  <a:pt x="667324" y="17859"/>
                  <a:pt x="669252" y="18439"/>
                </a:cubicBezTo>
                <a:cubicBezTo>
                  <a:pt x="671180" y="19019"/>
                  <a:pt x="672811" y="19816"/>
                  <a:pt x="674144" y="20831"/>
                </a:cubicBezTo>
                <a:cubicBezTo>
                  <a:pt x="675478" y="21846"/>
                  <a:pt x="676493" y="23041"/>
                  <a:pt x="677188" y="24419"/>
                </a:cubicBezTo>
                <a:cubicBezTo>
                  <a:pt x="677884" y="25796"/>
                  <a:pt x="678232" y="27282"/>
                  <a:pt x="678232" y="28876"/>
                </a:cubicBezTo>
                <a:cubicBezTo>
                  <a:pt x="678232" y="30964"/>
                  <a:pt x="677790" y="32848"/>
                  <a:pt x="676906" y="34530"/>
                </a:cubicBezTo>
                <a:cubicBezTo>
                  <a:pt x="676022" y="36211"/>
                  <a:pt x="674615" y="37653"/>
                  <a:pt x="672687" y="38857"/>
                </a:cubicBezTo>
                <a:cubicBezTo>
                  <a:pt x="670759" y="40060"/>
                  <a:pt x="668273" y="40988"/>
                  <a:pt x="665229" y="41640"/>
                </a:cubicBezTo>
                <a:cubicBezTo>
                  <a:pt x="662185" y="42292"/>
                  <a:pt x="658503" y="42618"/>
                  <a:pt x="654183" y="42618"/>
                </a:cubicBezTo>
                <a:lnTo>
                  <a:pt x="646007" y="42618"/>
                </a:lnTo>
                <a:moveTo>
                  <a:pt x="654096" y="36791"/>
                </a:moveTo>
                <a:cubicBezTo>
                  <a:pt x="657314" y="36791"/>
                  <a:pt x="659974" y="36595"/>
                  <a:pt x="662076" y="36204"/>
                </a:cubicBezTo>
                <a:cubicBezTo>
                  <a:pt x="664178" y="35812"/>
                  <a:pt x="665845" y="35283"/>
                  <a:pt x="667077" y="34617"/>
                </a:cubicBezTo>
                <a:cubicBezTo>
                  <a:pt x="668310" y="33950"/>
                  <a:pt x="669172" y="33181"/>
                  <a:pt x="669665" y="32312"/>
                </a:cubicBezTo>
                <a:cubicBezTo>
                  <a:pt x="670158" y="31442"/>
                  <a:pt x="670404" y="30543"/>
                  <a:pt x="670404" y="29615"/>
                </a:cubicBezTo>
                <a:cubicBezTo>
                  <a:pt x="670404" y="28804"/>
                  <a:pt x="670245" y="28035"/>
                  <a:pt x="669926" y="27311"/>
                </a:cubicBezTo>
                <a:cubicBezTo>
                  <a:pt x="669607" y="26586"/>
                  <a:pt x="669107" y="25948"/>
                  <a:pt x="668426" y="25397"/>
                </a:cubicBezTo>
                <a:cubicBezTo>
                  <a:pt x="667744" y="24846"/>
                  <a:pt x="666889" y="24411"/>
                  <a:pt x="665860" y="24092"/>
                </a:cubicBezTo>
                <a:cubicBezTo>
                  <a:pt x="664831" y="23773"/>
                  <a:pt x="663620" y="23614"/>
                  <a:pt x="662229" y="23614"/>
                </a:cubicBezTo>
                <a:cubicBezTo>
                  <a:pt x="660344" y="23614"/>
                  <a:pt x="658626" y="23926"/>
                  <a:pt x="657075" y="24549"/>
                </a:cubicBezTo>
                <a:cubicBezTo>
                  <a:pt x="655524" y="25172"/>
                  <a:pt x="654125" y="26057"/>
                  <a:pt x="652879" y="27202"/>
                </a:cubicBezTo>
                <a:cubicBezTo>
                  <a:pt x="651632" y="28347"/>
                  <a:pt x="650530" y="29731"/>
                  <a:pt x="649573" y="31355"/>
                </a:cubicBezTo>
                <a:cubicBezTo>
                  <a:pt x="648617" y="32978"/>
                  <a:pt x="647805" y="34790"/>
                  <a:pt x="647138" y="36791"/>
                </a:cubicBezTo>
                <a:lnTo>
                  <a:pt x="654096" y="36791"/>
                </a:lnTo>
                <a:close/>
                <a:moveTo>
                  <a:pt x="691214" y="38362"/>
                </a:moveTo>
                <a:cubicBezTo>
                  <a:pt x="691330" y="37810"/>
                  <a:pt x="691453" y="37086"/>
                  <a:pt x="691584" y="36189"/>
                </a:cubicBezTo>
                <a:cubicBezTo>
                  <a:pt x="691714" y="35292"/>
                  <a:pt x="691867" y="34084"/>
                  <a:pt x="692041" y="32566"/>
                </a:cubicBezTo>
                <a:cubicBezTo>
                  <a:pt x="692214" y="31046"/>
                  <a:pt x="692432" y="29137"/>
                  <a:pt x="692693" y="26836"/>
                </a:cubicBezTo>
                <a:cubicBezTo>
                  <a:pt x="692954" y="24536"/>
                  <a:pt x="693258" y="21708"/>
                  <a:pt x="693606" y="18352"/>
                </a:cubicBezTo>
                <a:lnTo>
                  <a:pt x="700738" y="18352"/>
                </a:lnTo>
                <a:lnTo>
                  <a:pt x="699651" y="28415"/>
                </a:lnTo>
                <a:cubicBezTo>
                  <a:pt x="700666" y="26940"/>
                  <a:pt x="701767" y="25545"/>
                  <a:pt x="702956" y="24230"/>
                </a:cubicBezTo>
                <a:cubicBezTo>
                  <a:pt x="704145" y="22913"/>
                  <a:pt x="705449" y="21764"/>
                  <a:pt x="706870" y="20781"/>
                </a:cubicBezTo>
                <a:cubicBezTo>
                  <a:pt x="708291" y="19797"/>
                  <a:pt x="709842" y="19016"/>
                  <a:pt x="711523" y="18438"/>
                </a:cubicBezTo>
                <a:cubicBezTo>
                  <a:pt x="713205" y="17859"/>
                  <a:pt x="715046" y="17569"/>
                  <a:pt x="717046" y="17569"/>
                </a:cubicBezTo>
                <a:cubicBezTo>
                  <a:pt x="721830" y="17569"/>
                  <a:pt x="725135" y="19059"/>
                  <a:pt x="726961" y="22038"/>
                </a:cubicBezTo>
                <a:cubicBezTo>
                  <a:pt x="728788" y="25017"/>
                  <a:pt x="729078" y="29325"/>
                  <a:pt x="727831" y="34964"/>
                </a:cubicBezTo>
                <a:lnTo>
                  <a:pt x="720134" y="34964"/>
                </a:lnTo>
                <a:cubicBezTo>
                  <a:pt x="720569" y="32972"/>
                  <a:pt x="720786" y="31283"/>
                  <a:pt x="720786" y="29897"/>
                </a:cubicBezTo>
                <a:cubicBezTo>
                  <a:pt x="720786" y="28511"/>
                  <a:pt x="720590" y="27392"/>
                  <a:pt x="720199" y="26540"/>
                </a:cubicBezTo>
                <a:cubicBezTo>
                  <a:pt x="719808" y="25688"/>
                  <a:pt x="719228" y="25068"/>
                  <a:pt x="718460" y="24678"/>
                </a:cubicBezTo>
                <a:cubicBezTo>
                  <a:pt x="717691" y="24288"/>
                  <a:pt x="716771" y="24092"/>
                  <a:pt x="715698" y="24092"/>
                </a:cubicBezTo>
                <a:cubicBezTo>
                  <a:pt x="713611" y="24092"/>
                  <a:pt x="711581" y="24722"/>
                  <a:pt x="709610" y="25981"/>
                </a:cubicBezTo>
                <a:cubicBezTo>
                  <a:pt x="707638" y="27240"/>
                  <a:pt x="705834" y="28889"/>
                  <a:pt x="704195" y="30930"/>
                </a:cubicBezTo>
                <a:cubicBezTo>
                  <a:pt x="702557" y="32969"/>
                  <a:pt x="701151" y="35262"/>
                  <a:pt x="699977" y="37809"/>
                </a:cubicBezTo>
                <a:cubicBezTo>
                  <a:pt x="698803" y="40356"/>
                  <a:pt x="697955" y="42921"/>
                  <a:pt x="697433" y="45506"/>
                </a:cubicBezTo>
                <a:lnTo>
                  <a:pt x="694128" y="62014"/>
                </a:lnTo>
                <a:lnTo>
                  <a:pt x="686474" y="62014"/>
                </a:lnTo>
                <a:lnTo>
                  <a:pt x="691214" y="38362"/>
                </a:lnTo>
                <a:close/>
                <a:moveTo>
                  <a:pt x="738117" y="18352"/>
                </a:moveTo>
                <a:lnTo>
                  <a:pt x="746293" y="18352"/>
                </a:lnTo>
                <a:lnTo>
                  <a:pt x="751120" y="47315"/>
                </a:lnTo>
                <a:lnTo>
                  <a:pt x="752164" y="54665"/>
                </a:lnTo>
                <a:cubicBezTo>
                  <a:pt x="754715" y="52342"/>
                  <a:pt x="756955" y="49773"/>
                  <a:pt x="758883" y="46958"/>
                </a:cubicBezTo>
                <a:cubicBezTo>
                  <a:pt x="760811" y="44142"/>
                  <a:pt x="762463" y="41174"/>
                  <a:pt x="763840" y="38053"/>
                </a:cubicBezTo>
                <a:cubicBezTo>
                  <a:pt x="765218" y="34933"/>
                  <a:pt x="766312" y="31711"/>
                  <a:pt x="767124" y="28388"/>
                </a:cubicBezTo>
                <a:cubicBezTo>
                  <a:pt x="767936" y="25064"/>
                  <a:pt x="768501" y="21719"/>
                  <a:pt x="768820" y="18352"/>
                </a:cubicBezTo>
                <a:lnTo>
                  <a:pt x="777387" y="18352"/>
                </a:lnTo>
                <a:cubicBezTo>
                  <a:pt x="776923" y="22411"/>
                  <a:pt x="776024" y="26455"/>
                  <a:pt x="774691" y="30485"/>
                </a:cubicBezTo>
                <a:cubicBezTo>
                  <a:pt x="773357" y="34515"/>
                  <a:pt x="771668" y="38414"/>
                  <a:pt x="769624" y="42183"/>
                </a:cubicBezTo>
                <a:cubicBezTo>
                  <a:pt x="767580" y="45952"/>
                  <a:pt x="765203" y="49518"/>
                  <a:pt x="762492" y="52882"/>
                </a:cubicBezTo>
                <a:cubicBezTo>
                  <a:pt x="759782" y="56245"/>
                  <a:pt x="756817" y="59289"/>
                  <a:pt x="753599" y="62014"/>
                </a:cubicBezTo>
                <a:lnTo>
                  <a:pt x="746293" y="62014"/>
                </a:lnTo>
                <a:lnTo>
                  <a:pt x="738117" y="18352"/>
                </a:lnTo>
                <a:close/>
                <a:moveTo>
                  <a:pt x="808808" y="17830"/>
                </a:moveTo>
                <a:cubicBezTo>
                  <a:pt x="810692" y="17830"/>
                  <a:pt x="812490" y="17953"/>
                  <a:pt x="814200" y="18200"/>
                </a:cubicBezTo>
                <a:cubicBezTo>
                  <a:pt x="815911" y="18446"/>
                  <a:pt x="817549" y="18801"/>
                  <a:pt x="819115" y="19265"/>
                </a:cubicBezTo>
                <a:lnTo>
                  <a:pt x="825986" y="17569"/>
                </a:lnTo>
                <a:lnTo>
                  <a:pt x="821072" y="41966"/>
                </a:lnTo>
                <a:cubicBezTo>
                  <a:pt x="820956" y="42517"/>
                  <a:pt x="820832" y="43242"/>
                  <a:pt x="820702" y="44140"/>
                </a:cubicBezTo>
                <a:cubicBezTo>
                  <a:pt x="820572" y="45039"/>
                  <a:pt x="820419" y="46250"/>
                  <a:pt x="820245" y="47772"/>
                </a:cubicBezTo>
                <a:cubicBezTo>
                  <a:pt x="820071" y="49294"/>
                  <a:pt x="819854" y="51207"/>
                  <a:pt x="819593" y="53512"/>
                </a:cubicBezTo>
                <a:cubicBezTo>
                  <a:pt x="819332" y="55817"/>
                  <a:pt x="819028" y="58651"/>
                  <a:pt x="818680" y="62014"/>
                </a:cubicBezTo>
                <a:lnTo>
                  <a:pt x="811548" y="62014"/>
                </a:lnTo>
                <a:lnTo>
                  <a:pt x="812635" y="51968"/>
                </a:lnTo>
                <a:cubicBezTo>
                  <a:pt x="810634" y="55447"/>
                  <a:pt x="808206" y="58122"/>
                  <a:pt x="805351" y="59992"/>
                </a:cubicBezTo>
                <a:cubicBezTo>
                  <a:pt x="802495" y="61862"/>
                  <a:pt x="799400" y="62797"/>
                  <a:pt x="796066" y="62797"/>
                </a:cubicBezTo>
                <a:cubicBezTo>
                  <a:pt x="793979" y="62797"/>
                  <a:pt x="792159" y="62449"/>
                  <a:pt x="790608" y="61753"/>
                </a:cubicBezTo>
                <a:cubicBezTo>
                  <a:pt x="789057" y="61057"/>
                  <a:pt x="787774" y="60064"/>
                  <a:pt x="786760" y="58774"/>
                </a:cubicBezTo>
                <a:cubicBezTo>
                  <a:pt x="785745" y="57484"/>
                  <a:pt x="784991" y="55940"/>
                  <a:pt x="784498" y="54143"/>
                </a:cubicBezTo>
                <a:cubicBezTo>
                  <a:pt x="784005" y="52345"/>
                  <a:pt x="783759" y="50345"/>
                  <a:pt x="783759" y="48141"/>
                </a:cubicBezTo>
                <a:cubicBezTo>
                  <a:pt x="783759" y="43966"/>
                  <a:pt x="784302" y="40045"/>
                  <a:pt x="785390" y="36378"/>
                </a:cubicBezTo>
                <a:cubicBezTo>
                  <a:pt x="786477" y="32710"/>
                  <a:pt x="788079" y="29499"/>
                  <a:pt x="790195" y="26745"/>
                </a:cubicBezTo>
                <a:cubicBezTo>
                  <a:pt x="792311" y="23991"/>
                  <a:pt x="794928" y="21817"/>
                  <a:pt x="798045" y="20222"/>
                </a:cubicBezTo>
                <a:cubicBezTo>
                  <a:pt x="801161" y="18627"/>
                  <a:pt x="804749" y="17830"/>
                  <a:pt x="808808" y="17830"/>
                </a:cubicBezTo>
                <a:moveTo>
                  <a:pt x="791413" y="47402"/>
                </a:moveTo>
                <a:cubicBezTo>
                  <a:pt x="791413" y="50156"/>
                  <a:pt x="791891" y="52316"/>
                  <a:pt x="792848" y="53882"/>
                </a:cubicBezTo>
                <a:cubicBezTo>
                  <a:pt x="793805" y="55447"/>
                  <a:pt x="795356" y="56230"/>
                  <a:pt x="797501" y="56230"/>
                </a:cubicBezTo>
                <a:cubicBezTo>
                  <a:pt x="798748" y="56230"/>
                  <a:pt x="799994" y="55940"/>
                  <a:pt x="801241" y="55360"/>
                </a:cubicBezTo>
                <a:cubicBezTo>
                  <a:pt x="802488" y="54781"/>
                  <a:pt x="803705" y="53983"/>
                  <a:pt x="804894" y="52968"/>
                </a:cubicBezTo>
                <a:cubicBezTo>
                  <a:pt x="806083" y="51954"/>
                  <a:pt x="807206" y="50758"/>
                  <a:pt x="808264" y="49381"/>
                </a:cubicBezTo>
                <a:cubicBezTo>
                  <a:pt x="809323" y="48004"/>
                  <a:pt x="810294" y="46525"/>
                  <a:pt x="811178" y="44945"/>
                </a:cubicBezTo>
                <a:cubicBezTo>
                  <a:pt x="812062" y="43365"/>
                  <a:pt x="812823" y="41712"/>
                  <a:pt x="813461" y="39987"/>
                </a:cubicBezTo>
                <a:cubicBezTo>
                  <a:pt x="814099" y="38262"/>
                  <a:pt x="814592" y="36544"/>
                  <a:pt x="814940" y="34834"/>
                </a:cubicBezTo>
                <a:lnTo>
                  <a:pt x="816723" y="25875"/>
                </a:lnTo>
                <a:cubicBezTo>
                  <a:pt x="815360" y="25296"/>
                  <a:pt x="813961" y="24839"/>
                  <a:pt x="812526" y="24506"/>
                </a:cubicBezTo>
                <a:cubicBezTo>
                  <a:pt x="811091" y="24172"/>
                  <a:pt x="809765" y="24005"/>
                  <a:pt x="808547" y="24005"/>
                </a:cubicBezTo>
                <a:cubicBezTo>
                  <a:pt x="806170" y="24005"/>
                  <a:pt x="804097" y="24411"/>
                  <a:pt x="802328" y="25223"/>
                </a:cubicBezTo>
                <a:cubicBezTo>
                  <a:pt x="800560" y="26035"/>
                  <a:pt x="799038" y="27093"/>
                  <a:pt x="797762" y="28398"/>
                </a:cubicBezTo>
                <a:cubicBezTo>
                  <a:pt x="796486" y="29702"/>
                  <a:pt x="795443" y="31188"/>
                  <a:pt x="794631" y="32855"/>
                </a:cubicBezTo>
                <a:cubicBezTo>
                  <a:pt x="793819" y="34522"/>
                  <a:pt x="793174" y="36226"/>
                  <a:pt x="792696" y="37965"/>
                </a:cubicBezTo>
                <a:cubicBezTo>
                  <a:pt x="792217" y="39705"/>
                  <a:pt x="791884" y="41401"/>
                  <a:pt x="791695" y="43053"/>
                </a:cubicBezTo>
                <a:cubicBezTo>
                  <a:pt x="791507" y="44706"/>
                  <a:pt x="791413" y="46155"/>
                  <a:pt x="791413" y="47402"/>
                </a:cubicBezTo>
                <a:close/>
                <a:moveTo>
                  <a:pt x="864880" y="61398"/>
                </a:moveTo>
                <a:cubicBezTo>
                  <a:pt x="863054" y="61836"/>
                  <a:pt x="861249" y="62149"/>
                  <a:pt x="859466" y="62339"/>
                </a:cubicBezTo>
                <a:cubicBezTo>
                  <a:pt x="857683" y="62528"/>
                  <a:pt x="856096" y="62623"/>
                  <a:pt x="854704" y="62623"/>
                </a:cubicBezTo>
                <a:cubicBezTo>
                  <a:pt x="851747" y="62623"/>
                  <a:pt x="849217" y="62297"/>
                  <a:pt x="847115" y="61644"/>
                </a:cubicBezTo>
                <a:cubicBezTo>
                  <a:pt x="845013" y="60992"/>
                  <a:pt x="843354" y="59956"/>
                  <a:pt x="842136" y="58535"/>
                </a:cubicBezTo>
                <a:cubicBezTo>
                  <a:pt x="840918" y="57114"/>
                  <a:pt x="840157" y="55281"/>
                  <a:pt x="839853" y="53034"/>
                </a:cubicBezTo>
                <a:cubicBezTo>
                  <a:pt x="839548" y="50787"/>
                  <a:pt x="839730" y="48054"/>
                  <a:pt x="840396" y="44836"/>
                </a:cubicBezTo>
                <a:lnTo>
                  <a:pt x="844397" y="24701"/>
                </a:lnTo>
                <a:lnTo>
                  <a:pt x="832177" y="24701"/>
                </a:lnTo>
                <a:lnTo>
                  <a:pt x="833438" y="18352"/>
                </a:lnTo>
                <a:lnTo>
                  <a:pt x="845615" y="18352"/>
                </a:lnTo>
                <a:lnTo>
                  <a:pt x="848050" y="6311"/>
                </a:lnTo>
                <a:lnTo>
                  <a:pt x="856052" y="4349"/>
                </a:lnTo>
                <a:lnTo>
                  <a:pt x="853182" y="18352"/>
                </a:lnTo>
                <a:lnTo>
                  <a:pt x="872795" y="18352"/>
                </a:lnTo>
                <a:lnTo>
                  <a:pt x="871534" y="24701"/>
                </a:lnTo>
                <a:lnTo>
                  <a:pt x="851964" y="24701"/>
                </a:lnTo>
                <a:lnTo>
                  <a:pt x="847876" y="45097"/>
                </a:lnTo>
                <a:cubicBezTo>
                  <a:pt x="847470" y="47098"/>
                  <a:pt x="847311" y="48801"/>
                  <a:pt x="847398" y="50207"/>
                </a:cubicBezTo>
                <a:cubicBezTo>
                  <a:pt x="847485" y="51613"/>
                  <a:pt x="847833" y="52766"/>
                  <a:pt x="848442" y="53664"/>
                </a:cubicBezTo>
                <a:cubicBezTo>
                  <a:pt x="849051" y="54563"/>
                  <a:pt x="849935" y="55215"/>
                  <a:pt x="851094" y="55621"/>
                </a:cubicBezTo>
                <a:cubicBezTo>
                  <a:pt x="852254" y="56027"/>
                  <a:pt x="853733" y="56230"/>
                  <a:pt x="855530" y="56230"/>
                </a:cubicBezTo>
                <a:cubicBezTo>
                  <a:pt x="856603" y="56230"/>
                  <a:pt x="857951" y="56118"/>
                  <a:pt x="859575" y="55894"/>
                </a:cubicBezTo>
                <a:cubicBezTo>
                  <a:pt x="861198" y="55670"/>
                  <a:pt x="862967" y="55318"/>
                  <a:pt x="864880" y="54838"/>
                </a:cubicBezTo>
                <a:lnTo>
                  <a:pt x="864880" y="61398"/>
                </a:lnTo>
                <a:close/>
                <a:moveTo>
                  <a:pt x="898780" y="6219"/>
                </a:moveTo>
                <a:cubicBezTo>
                  <a:pt x="898780" y="5320"/>
                  <a:pt x="898940" y="4494"/>
                  <a:pt x="899259" y="3740"/>
                </a:cubicBezTo>
                <a:cubicBezTo>
                  <a:pt x="899578" y="2986"/>
                  <a:pt x="900020" y="2334"/>
                  <a:pt x="900585" y="1783"/>
                </a:cubicBezTo>
                <a:cubicBezTo>
                  <a:pt x="901150" y="1232"/>
                  <a:pt x="901810" y="797"/>
                  <a:pt x="902564" y="478"/>
                </a:cubicBezTo>
                <a:cubicBezTo>
                  <a:pt x="903317" y="159"/>
                  <a:pt x="904129" y="0"/>
                  <a:pt x="904999" y="0"/>
                </a:cubicBezTo>
                <a:cubicBezTo>
                  <a:pt x="905840" y="0"/>
                  <a:pt x="906608" y="152"/>
                  <a:pt x="907304" y="457"/>
                </a:cubicBezTo>
                <a:cubicBezTo>
                  <a:pt x="908000" y="761"/>
                  <a:pt x="908601" y="1167"/>
                  <a:pt x="909109" y="1674"/>
                </a:cubicBezTo>
                <a:cubicBezTo>
                  <a:pt x="909616" y="2182"/>
                  <a:pt x="910007" y="2783"/>
                  <a:pt x="910283" y="3479"/>
                </a:cubicBezTo>
                <a:cubicBezTo>
                  <a:pt x="910558" y="4175"/>
                  <a:pt x="910696" y="4914"/>
                  <a:pt x="910696" y="5697"/>
                </a:cubicBezTo>
                <a:cubicBezTo>
                  <a:pt x="910696" y="6596"/>
                  <a:pt x="910537" y="7422"/>
                  <a:pt x="910218" y="8176"/>
                </a:cubicBezTo>
                <a:cubicBezTo>
                  <a:pt x="909899" y="8930"/>
                  <a:pt x="909457" y="9582"/>
                  <a:pt x="908891" y="10133"/>
                </a:cubicBezTo>
                <a:cubicBezTo>
                  <a:pt x="908326" y="10684"/>
                  <a:pt x="907666" y="11118"/>
                  <a:pt x="906913" y="11437"/>
                </a:cubicBezTo>
                <a:cubicBezTo>
                  <a:pt x="906159" y="11756"/>
                  <a:pt x="905347" y="11916"/>
                  <a:pt x="904477" y="11916"/>
                </a:cubicBezTo>
                <a:cubicBezTo>
                  <a:pt x="903636" y="11916"/>
                  <a:pt x="902861" y="11764"/>
                  <a:pt x="902151" y="11459"/>
                </a:cubicBezTo>
                <a:cubicBezTo>
                  <a:pt x="901440" y="11155"/>
                  <a:pt x="900839" y="10749"/>
                  <a:pt x="900346" y="10241"/>
                </a:cubicBezTo>
                <a:cubicBezTo>
                  <a:pt x="899853" y="9734"/>
                  <a:pt x="899469" y="9133"/>
                  <a:pt x="899193" y="8437"/>
                </a:cubicBezTo>
                <a:cubicBezTo>
                  <a:pt x="898918" y="7741"/>
                  <a:pt x="898780" y="7002"/>
                  <a:pt x="898780" y="6219"/>
                </a:cubicBezTo>
                <a:moveTo>
                  <a:pt x="916741" y="59274"/>
                </a:moveTo>
                <a:cubicBezTo>
                  <a:pt x="914740" y="60376"/>
                  <a:pt x="912631" y="61238"/>
                  <a:pt x="910413" y="61862"/>
                </a:cubicBezTo>
                <a:cubicBezTo>
                  <a:pt x="908195" y="62485"/>
                  <a:pt x="905825" y="62797"/>
                  <a:pt x="903303" y="62797"/>
                </a:cubicBezTo>
                <a:cubicBezTo>
                  <a:pt x="901245" y="62797"/>
                  <a:pt x="899520" y="62507"/>
                  <a:pt x="898128" y="61927"/>
                </a:cubicBezTo>
                <a:cubicBezTo>
                  <a:pt x="896736" y="61347"/>
                  <a:pt x="895671" y="60427"/>
                  <a:pt x="894932" y="59166"/>
                </a:cubicBezTo>
                <a:cubicBezTo>
                  <a:pt x="894192" y="57904"/>
                  <a:pt x="893779" y="56288"/>
                  <a:pt x="893692" y="54317"/>
                </a:cubicBezTo>
                <a:cubicBezTo>
                  <a:pt x="893605" y="52345"/>
                  <a:pt x="893837" y="49953"/>
                  <a:pt x="894388" y="47141"/>
                </a:cubicBezTo>
                <a:lnTo>
                  <a:pt x="897345" y="32529"/>
                </a:lnTo>
                <a:cubicBezTo>
                  <a:pt x="897693" y="30877"/>
                  <a:pt x="897860" y="29492"/>
                  <a:pt x="897845" y="28376"/>
                </a:cubicBezTo>
                <a:cubicBezTo>
                  <a:pt x="897831" y="27260"/>
                  <a:pt x="897679" y="26368"/>
                  <a:pt x="897389" y="25701"/>
                </a:cubicBezTo>
                <a:cubicBezTo>
                  <a:pt x="897099" y="25035"/>
                  <a:pt x="896671" y="24564"/>
                  <a:pt x="896106" y="24288"/>
                </a:cubicBezTo>
                <a:cubicBezTo>
                  <a:pt x="895540" y="24013"/>
                  <a:pt x="894881" y="23875"/>
                  <a:pt x="894127" y="23875"/>
                </a:cubicBezTo>
                <a:cubicBezTo>
                  <a:pt x="892156" y="23875"/>
                  <a:pt x="890213" y="24264"/>
                  <a:pt x="888300" y="25041"/>
                </a:cubicBezTo>
                <a:cubicBezTo>
                  <a:pt x="886386" y="25817"/>
                  <a:pt x="884444" y="26762"/>
                  <a:pt x="882472" y="27876"/>
                </a:cubicBezTo>
                <a:lnTo>
                  <a:pt x="882472" y="21179"/>
                </a:lnTo>
                <a:cubicBezTo>
                  <a:pt x="884473" y="20063"/>
                  <a:pt x="886582" y="19183"/>
                  <a:pt x="888800" y="18538"/>
                </a:cubicBezTo>
                <a:cubicBezTo>
                  <a:pt x="891018" y="17892"/>
                  <a:pt x="893388" y="17569"/>
                  <a:pt x="895910" y="17569"/>
                </a:cubicBezTo>
                <a:cubicBezTo>
                  <a:pt x="897968" y="17569"/>
                  <a:pt x="899693" y="17859"/>
                  <a:pt x="901085" y="18439"/>
                </a:cubicBezTo>
                <a:cubicBezTo>
                  <a:pt x="902477" y="19019"/>
                  <a:pt x="903542" y="19939"/>
                  <a:pt x="904281" y="21200"/>
                </a:cubicBezTo>
                <a:cubicBezTo>
                  <a:pt x="905021" y="22462"/>
                  <a:pt x="905434" y="24078"/>
                  <a:pt x="905521" y="26049"/>
                </a:cubicBezTo>
                <a:cubicBezTo>
                  <a:pt x="905608" y="28021"/>
                  <a:pt x="905376" y="30413"/>
                  <a:pt x="904825" y="33225"/>
                </a:cubicBezTo>
                <a:lnTo>
                  <a:pt x="901868" y="47837"/>
                </a:lnTo>
                <a:cubicBezTo>
                  <a:pt x="901549" y="49518"/>
                  <a:pt x="901390" y="50910"/>
                  <a:pt x="901390" y="52012"/>
                </a:cubicBezTo>
                <a:cubicBezTo>
                  <a:pt x="901390" y="53113"/>
                  <a:pt x="901542" y="53998"/>
                  <a:pt x="901846" y="54665"/>
                </a:cubicBezTo>
                <a:cubicBezTo>
                  <a:pt x="902151" y="55331"/>
                  <a:pt x="902578" y="55802"/>
                  <a:pt x="903129" y="56078"/>
                </a:cubicBezTo>
                <a:cubicBezTo>
                  <a:pt x="903680" y="56353"/>
                  <a:pt x="904332" y="56491"/>
                  <a:pt x="905086" y="56491"/>
                </a:cubicBezTo>
                <a:cubicBezTo>
                  <a:pt x="907057" y="56491"/>
                  <a:pt x="909000" y="56107"/>
                  <a:pt x="910913" y="55339"/>
                </a:cubicBezTo>
                <a:cubicBezTo>
                  <a:pt x="912827" y="54570"/>
                  <a:pt x="914769" y="53650"/>
                  <a:pt x="916741" y="52577"/>
                </a:cubicBezTo>
                <a:lnTo>
                  <a:pt x="916741" y="59274"/>
                </a:lnTo>
                <a:close/>
                <a:moveTo>
                  <a:pt x="943987" y="62797"/>
                </a:moveTo>
                <a:cubicBezTo>
                  <a:pt x="938768" y="62797"/>
                  <a:pt x="934702" y="61456"/>
                  <a:pt x="931789" y="58774"/>
                </a:cubicBezTo>
                <a:cubicBezTo>
                  <a:pt x="928875" y="56092"/>
                  <a:pt x="927418" y="52070"/>
                  <a:pt x="927418" y="46706"/>
                </a:cubicBezTo>
                <a:cubicBezTo>
                  <a:pt x="927418" y="44300"/>
                  <a:pt x="927672" y="41915"/>
                  <a:pt x="928179" y="39552"/>
                </a:cubicBezTo>
                <a:cubicBezTo>
                  <a:pt x="928686" y="37190"/>
                  <a:pt x="929433" y="34928"/>
                  <a:pt x="930419" y="32768"/>
                </a:cubicBezTo>
                <a:cubicBezTo>
                  <a:pt x="931404" y="30608"/>
                  <a:pt x="932622" y="28601"/>
                  <a:pt x="934072" y="26745"/>
                </a:cubicBezTo>
                <a:cubicBezTo>
                  <a:pt x="935521" y="24890"/>
                  <a:pt x="937188" y="23281"/>
                  <a:pt x="939073" y="21918"/>
                </a:cubicBezTo>
                <a:cubicBezTo>
                  <a:pt x="940957" y="20555"/>
                  <a:pt x="943038" y="19490"/>
                  <a:pt x="945313" y="18722"/>
                </a:cubicBezTo>
                <a:cubicBezTo>
                  <a:pt x="947589" y="17953"/>
                  <a:pt x="950061" y="17569"/>
                  <a:pt x="952728" y="17569"/>
                </a:cubicBezTo>
                <a:cubicBezTo>
                  <a:pt x="955337" y="17569"/>
                  <a:pt x="957664" y="17910"/>
                  <a:pt x="959708" y="18591"/>
                </a:cubicBezTo>
                <a:cubicBezTo>
                  <a:pt x="961752" y="19272"/>
                  <a:pt x="963477" y="20287"/>
                  <a:pt x="964883" y="21635"/>
                </a:cubicBezTo>
                <a:cubicBezTo>
                  <a:pt x="966289" y="22983"/>
                  <a:pt x="967369" y="24665"/>
                  <a:pt x="968123" y="26680"/>
                </a:cubicBezTo>
                <a:cubicBezTo>
                  <a:pt x="968877" y="28695"/>
                  <a:pt x="969254" y="31036"/>
                  <a:pt x="969254" y="33703"/>
                </a:cubicBezTo>
                <a:cubicBezTo>
                  <a:pt x="969254" y="36081"/>
                  <a:pt x="969000" y="38451"/>
                  <a:pt x="968493" y="40814"/>
                </a:cubicBezTo>
                <a:cubicBezTo>
                  <a:pt x="967985" y="43176"/>
                  <a:pt x="967239" y="45438"/>
                  <a:pt x="966253" y="47598"/>
                </a:cubicBezTo>
                <a:cubicBezTo>
                  <a:pt x="965267" y="49758"/>
                  <a:pt x="964050" y="51765"/>
                  <a:pt x="962600" y="53621"/>
                </a:cubicBezTo>
                <a:cubicBezTo>
                  <a:pt x="961150" y="55476"/>
                  <a:pt x="959491" y="57085"/>
                  <a:pt x="957621" y="58448"/>
                </a:cubicBezTo>
                <a:cubicBezTo>
                  <a:pt x="955751" y="59811"/>
                  <a:pt x="953670" y="60876"/>
                  <a:pt x="951380" y="61644"/>
                </a:cubicBezTo>
                <a:cubicBezTo>
                  <a:pt x="949090" y="62413"/>
                  <a:pt x="946625" y="62797"/>
                  <a:pt x="943987" y="62797"/>
                </a:cubicBezTo>
                <a:moveTo>
                  <a:pt x="961513" y="34486"/>
                </a:moveTo>
                <a:cubicBezTo>
                  <a:pt x="961513" y="30978"/>
                  <a:pt x="960686" y="28354"/>
                  <a:pt x="959034" y="26615"/>
                </a:cubicBezTo>
                <a:cubicBezTo>
                  <a:pt x="957381" y="24875"/>
                  <a:pt x="954975" y="24005"/>
                  <a:pt x="951815" y="24005"/>
                </a:cubicBezTo>
                <a:cubicBezTo>
                  <a:pt x="950017" y="24005"/>
                  <a:pt x="948350" y="24317"/>
                  <a:pt x="946814" y="24940"/>
                </a:cubicBezTo>
                <a:cubicBezTo>
                  <a:pt x="945277" y="25564"/>
                  <a:pt x="943893" y="26419"/>
                  <a:pt x="942661" y="27506"/>
                </a:cubicBezTo>
                <a:cubicBezTo>
                  <a:pt x="941428" y="28593"/>
                  <a:pt x="940341" y="29855"/>
                  <a:pt x="939399" y="31290"/>
                </a:cubicBezTo>
                <a:cubicBezTo>
                  <a:pt x="938457" y="32725"/>
                  <a:pt x="937674" y="34247"/>
                  <a:pt x="937051" y="35856"/>
                </a:cubicBezTo>
                <a:cubicBezTo>
                  <a:pt x="936427" y="37465"/>
                  <a:pt x="935956" y="39132"/>
                  <a:pt x="935637" y="40857"/>
                </a:cubicBezTo>
                <a:cubicBezTo>
                  <a:pt x="935318" y="42582"/>
                  <a:pt x="935159" y="44256"/>
                  <a:pt x="935159" y="45880"/>
                </a:cubicBezTo>
                <a:cubicBezTo>
                  <a:pt x="935159" y="49388"/>
                  <a:pt x="935985" y="52019"/>
                  <a:pt x="937638" y="53773"/>
                </a:cubicBezTo>
                <a:cubicBezTo>
                  <a:pt x="939290" y="55527"/>
                  <a:pt x="941697" y="56404"/>
                  <a:pt x="944857" y="56404"/>
                </a:cubicBezTo>
                <a:cubicBezTo>
                  <a:pt x="946683" y="56404"/>
                  <a:pt x="948358" y="56092"/>
                  <a:pt x="949880" y="55469"/>
                </a:cubicBezTo>
                <a:cubicBezTo>
                  <a:pt x="951402" y="54846"/>
                  <a:pt x="952779" y="53990"/>
                  <a:pt x="954011" y="52903"/>
                </a:cubicBezTo>
                <a:cubicBezTo>
                  <a:pt x="955243" y="51816"/>
                  <a:pt x="956330" y="50555"/>
                  <a:pt x="957273" y="49120"/>
                </a:cubicBezTo>
                <a:cubicBezTo>
                  <a:pt x="958215" y="47685"/>
                  <a:pt x="958998" y="46155"/>
                  <a:pt x="959621" y="44532"/>
                </a:cubicBezTo>
                <a:cubicBezTo>
                  <a:pt x="960244" y="42908"/>
                  <a:pt x="960715" y="41234"/>
                  <a:pt x="961034" y="39509"/>
                </a:cubicBezTo>
                <a:cubicBezTo>
                  <a:pt x="961353" y="37784"/>
                  <a:pt x="961513" y="36110"/>
                  <a:pt x="961513" y="34486"/>
                </a:cubicBezTo>
                <a:close/>
                <a:moveTo>
                  <a:pt x="979931" y="38400"/>
                </a:moveTo>
                <a:cubicBezTo>
                  <a:pt x="980047" y="37849"/>
                  <a:pt x="980170" y="37124"/>
                  <a:pt x="980300" y="36226"/>
                </a:cubicBezTo>
                <a:cubicBezTo>
                  <a:pt x="980431" y="35327"/>
                  <a:pt x="980583" y="34116"/>
                  <a:pt x="980757" y="32594"/>
                </a:cubicBezTo>
                <a:cubicBezTo>
                  <a:pt x="980931" y="31072"/>
                  <a:pt x="981148" y="29159"/>
                  <a:pt x="981409" y="26854"/>
                </a:cubicBezTo>
                <a:cubicBezTo>
                  <a:pt x="981670" y="24549"/>
                  <a:pt x="981975" y="21715"/>
                  <a:pt x="982323" y="18352"/>
                </a:cubicBezTo>
                <a:lnTo>
                  <a:pt x="989455" y="18352"/>
                </a:lnTo>
                <a:lnTo>
                  <a:pt x="988367" y="28441"/>
                </a:lnTo>
                <a:cubicBezTo>
                  <a:pt x="990397" y="24933"/>
                  <a:pt x="992825" y="22244"/>
                  <a:pt x="995652" y="20374"/>
                </a:cubicBezTo>
                <a:cubicBezTo>
                  <a:pt x="998478" y="18504"/>
                  <a:pt x="1001544" y="17569"/>
                  <a:pt x="1004849" y="17569"/>
                </a:cubicBezTo>
                <a:cubicBezTo>
                  <a:pt x="1009459" y="17569"/>
                  <a:pt x="1012728" y="18961"/>
                  <a:pt x="1014656" y="21744"/>
                </a:cubicBezTo>
                <a:cubicBezTo>
                  <a:pt x="1016584" y="24527"/>
                  <a:pt x="1016997" y="28630"/>
                  <a:pt x="1015895" y="34051"/>
                </a:cubicBezTo>
                <a:lnTo>
                  <a:pt x="1010285" y="62014"/>
                </a:lnTo>
                <a:lnTo>
                  <a:pt x="1002719" y="62014"/>
                </a:lnTo>
                <a:lnTo>
                  <a:pt x="1008329" y="34138"/>
                </a:lnTo>
                <a:cubicBezTo>
                  <a:pt x="1009053" y="30601"/>
                  <a:pt x="1009003" y="28043"/>
                  <a:pt x="1008176" y="26463"/>
                </a:cubicBezTo>
                <a:cubicBezTo>
                  <a:pt x="1007350" y="24882"/>
                  <a:pt x="1005777" y="24092"/>
                  <a:pt x="1003458" y="24092"/>
                </a:cubicBezTo>
                <a:cubicBezTo>
                  <a:pt x="1001602" y="24092"/>
                  <a:pt x="999754" y="24730"/>
                  <a:pt x="997913" y="26006"/>
                </a:cubicBezTo>
                <a:cubicBezTo>
                  <a:pt x="996072" y="27282"/>
                  <a:pt x="994354" y="28941"/>
                  <a:pt x="992760" y="30985"/>
                </a:cubicBezTo>
                <a:cubicBezTo>
                  <a:pt x="991165" y="33029"/>
                  <a:pt x="989781" y="35327"/>
                  <a:pt x="988607" y="37878"/>
                </a:cubicBezTo>
                <a:cubicBezTo>
                  <a:pt x="987432" y="40429"/>
                  <a:pt x="986584" y="42981"/>
                  <a:pt x="986063" y="45532"/>
                </a:cubicBezTo>
                <a:lnTo>
                  <a:pt x="982758" y="62014"/>
                </a:lnTo>
                <a:lnTo>
                  <a:pt x="975191" y="62014"/>
                </a:lnTo>
                <a:lnTo>
                  <a:pt x="979931" y="38400"/>
                </a:lnTo>
                <a:close/>
                <a:moveTo>
                  <a:pt x="1108744" y="61398"/>
                </a:moveTo>
                <a:cubicBezTo>
                  <a:pt x="1106918" y="61836"/>
                  <a:pt x="1105113" y="62149"/>
                  <a:pt x="1103330" y="62339"/>
                </a:cubicBezTo>
                <a:cubicBezTo>
                  <a:pt x="1101547" y="62528"/>
                  <a:pt x="1099960" y="62623"/>
                  <a:pt x="1098568" y="62623"/>
                </a:cubicBezTo>
                <a:cubicBezTo>
                  <a:pt x="1095611" y="62623"/>
                  <a:pt x="1093081" y="62297"/>
                  <a:pt x="1090980" y="61644"/>
                </a:cubicBezTo>
                <a:cubicBezTo>
                  <a:pt x="1088878" y="60992"/>
                  <a:pt x="1087218" y="59956"/>
                  <a:pt x="1086000" y="58535"/>
                </a:cubicBezTo>
                <a:cubicBezTo>
                  <a:pt x="1084782" y="57114"/>
                  <a:pt x="1084021" y="55281"/>
                  <a:pt x="1083717" y="53034"/>
                </a:cubicBezTo>
                <a:cubicBezTo>
                  <a:pt x="1083413" y="50787"/>
                  <a:pt x="1083594" y="48054"/>
                  <a:pt x="1084261" y="44836"/>
                </a:cubicBezTo>
                <a:lnTo>
                  <a:pt x="1088262" y="24701"/>
                </a:lnTo>
                <a:lnTo>
                  <a:pt x="1076041" y="24701"/>
                </a:lnTo>
                <a:lnTo>
                  <a:pt x="1077303" y="18352"/>
                </a:lnTo>
                <a:lnTo>
                  <a:pt x="1089479" y="18352"/>
                </a:lnTo>
                <a:lnTo>
                  <a:pt x="1091915" y="6311"/>
                </a:lnTo>
                <a:lnTo>
                  <a:pt x="1099916" y="4349"/>
                </a:lnTo>
                <a:lnTo>
                  <a:pt x="1097046" y="18352"/>
                </a:lnTo>
                <a:lnTo>
                  <a:pt x="1116659" y="18352"/>
                </a:lnTo>
                <a:lnTo>
                  <a:pt x="1115398" y="24701"/>
                </a:lnTo>
                <a:lnTo>
                  <a:pt x="1095828" y="24701"/>
                </a:lnTo>
                <a:lnTo>
                  <a:pt x="1091741" y="45097"/>
                </a:lnTo>
                <a:cubicBezTo>
                  <a:pt x="1091335" y="47098"/>
                  <a:pt x="1091175" y="48801"/>
                  <a:pt x="1091262" y="50207"/>
                </a:cubicBezTo>
                <a:cubicBezTo>
                  <a:pt x="1091349" y="51613"/>
                  <a:pt x="1091697" y="52766"/>
                  <a:pt x="1092306" y="53664"/>
                </a:cubicBezTo>
                <a:cubicBezTo>
                  <a:pt x="1092915" y="54563"/>
                  <a:pt x="1093799" y="55215"/>
                  <a:pt x="1094959" y="55621"/>
                </a:cubicBezTo>
                <a:cubicBezTo>
                  <a:pt x="1096118" y="56027"/>
                  <a:pt x="1097597" y="56230"/>
                  <a:pt x="1099394" y="56230"/>
                </a:cubicBezTo>
                <a:cubicBezTo>
                  <a:pt x="1100467" y="56230"/>
                  <a:pt x="1101815" y="56118"/>
                  <a:pt x="1103439" y="55894"/>
                </a:cubicBezTo>
                <a:cubicBezTo>
                  <a:pt x="1105062" y="55670"/>
                  <a:pt x="1106831" y="55318"/>
                  <a:pt x="1108744" y="54838"/>
                </a:cubicBezTo>
                <a:lnTo>
                  <a:pt x="1108744" y="61398"/>
                </a:lnTo>
                <a:close/>
                <a:moveTo>
                  <a:pt x="1139078" y="62797"/>
                </a:moveTo>
                <a:cubicBezTo>
                  <a:pt x="1133860" y="62797"/>
                  <a:pt x="1129794" y="61456"/>
                  <a:pt x="1126880" y="58774"/>
                </a:cubicBezTo>
                <a:cubicBezTo>
                  <a:pt x="1123966" y="56092"/>
                  <a:pt x="1122509" y="52070"/>
                  <a:pt x="1122509" y="46706"/>
                </a:cubicBezTo>
                <a:cubicBezTo>
                  <a:pt x="1122509" y="44300"/>
                  <a:pt x="1122763" y="41915"/>
                  <a:pt x="1123270" y="39552"/>
                </a:cubicBezTo>
                <a:cubicBezTo>
                  <a:pt x="1123778" y="37190"/>
                  <a:pt x="1124524" y="34928"/>
                  <a:pt x="1125510" y="32768"/>
                </a:cubicBezTo>
                <a:cubicBezTo>
                  <a:pt x="1126496" y="30608"/>
                  <a:pt x="1127713" y="28601"/>
                  <a:pt x="1129163" y="26745"/>
                </a:cubicBezTo>
                <a:cubicBezTo>
                  <a:pt x="1130613" y="24890"/>
                  <a:pt x="1132280" y="23281"/>
                  <a:pt x="1134164" y="21918"/>
                </a:cubicBezTo>
                <a:cubicBezTo>
                  <a:pt x="1136049" y="20555"/>
                  <a:pt x="1138129" y="19490"/>
                  <a:pt x="1140405" y="18722"/>
                </a:cubicBezTo>
                <a:cubicBezTo>
                  <a:pt x="1142681" y="17953"/>
                  <a:pt x="1145152" y="17569"/>
                  <a:pt x="1147819" y="17569"/>
                </a:cubicBezTo>
                <a:cubicBezTo>
                  <a:pt x="1150429" y="17569"/>
                  <a:pt x="1152755" y="17910"/>
                  <a:pt x="1154799" y="18591"/>
                </a:cubicBezTo>
                <a:cubicBezTo>
                  <a:pt x="1156843" y="19272"/>
                  <a:pt x="1158568" y="20287"/>
                  <a:pt x="1159974" y="21635"/>
                </a:cubicBezTo>
                <a:cubicBezTo>
                  <a:pt x="1161380" y="22983"/>
                  <a:pt x="1162460" y="24665"/>
                  <a:pt x="1163214" y="26680"/>
                </a:cubicBezTo>
                <a:cubicBezTo>
                  <a:pt x="1163968" y="28695"/>
                  <a:pt x="1164345" y="31036"/>
                  <a:pt x="1164345" y="33703"/>
                </a:cubicBezTo>
                <a:cubicBezTo>
                  <a:pt x="1164345" y="36081"/>
                  <a:pt x="1164091" y="38451"/>
                  <a:pt x="1163584" y="40814"/>
                </a:cubicBezTo>
                <a:cubicBezTo>
                  <a:pt x="1163076" y="43176"/>
                  <a:pt x="1162330" y="45438"/>
                  <a:pt x="1161344" y="47598"/>
                </a:cubicBezTo>
                <a:cubicBezTo>
                  <a:pt x="1160358" y="49758"/>
                  <a:pt x="1159141" y="51765"/>
                  <a:pt x="1157691" y="53621"/>
                </a:cubicBezTo>
                <a:cubicBezTo>
                  <a:pt x="1156242" y="55476"/>
                  <a:pt x="1154582" y="57085"/>
                  <a:pt x="1152712" y="58448"/>
                </a:cubicBezTo>
                <a:cubicBezTo>
                  <a:pt x="1150842" y="59811"/>
                  <a:pt x="1148762" y="60876"/>
                  <a:pt x="1146471" y="61644"/>
                </a:cubicBezTo>
                <a:cubicBezTo>
                  <a:pt x="1144181" y="62413"/>
                  <a:pt x="1141717" y="62797"/>
                  <a:pt x="1139078" y="62797"/>
                </a:cubicBezTo>
                <a:moveTo>
                  <a:pt x="1156604" y="34486"/>
                </a:moveTo>
                <a:cubicBezTo>
                  <a:pt x="1156604" y="30978"/>
                  <a:pt x="1155778" y="28354"/>
                  <a:pt x="1154125" y="26615"/>
                </a:cubicBezTo>
                <a:cubicBezTo>
                  <a:pt x="1152473" y="24875"/>
                  <a:pt x="1150066" y="24005"/>
                  <a:pt x="1146906" y="24005"/>
                </a:cubicBezTo>
                <a:cubicBezTo>
                  <a:pt x="1145109" y="24005"/>
                  <a:pt x="1143442" y="24317"/>
                  <a:pt x="1141905" y="24940"/>
                </a:cubicBezTo>
                <a:cubicBezTo>
                  <a:pt x="1140368" y="25564"/>
                  <a:pt x="1138984" y="26419"/>
                  <a:pt x="1137752" y="27506"/>
                </a:cubicBezTo>
                <a:cubicBezTo>
                  <a:pt x="1136520" y="28593"/>
                  <a:pt x="1135433" y="29855"/>
                  <a:pt x="1134490" y="31290"/>
                </a:cubicBezTo>
                <a:cubicBezTo>
                  <a:pt x="1133548" y="32725"/>
                  <a:pt x="1132765" y="34247"/>
                  <a:pt x="1132142" y="35856"/>
                </a:cubicBezTo>
                <a:cubicBezTo>
                  <a:pt x="1131519" y="37465"/>
                  <a:pt x="1131047" y="39132"/>
                  <a:pt x="1130729" y="40857"/>
                </a:cubicBezTo>
                <a:cubicBezTo>
                  <a:pt x="1130410" y="42582"/>
                  <a:pt x="1130250" y="44256"/>
                  <a:pt x="1130250" y="45880"/>
                </a:cubicBezTo>
                <a:cubicBezTo>
                  <a:pt x="1130250" y="49388"/>
                  <a:pt x="1131076" y="52019"/>
                  <a:pt x="1132729" y="53773"/>
                </a:cubicBezTo>
                <a:cubicBezTo>
                  <a:pt x="1134382" y="55527"/>
                  <a:pt x="1136788" y="56404"/>
                  <a:pt x="1139948" y="56404"/>
                </a:cubicBezTo>
                <a:cubicBezTo>
                  <a:pt x="1141775" y="56404"/>
                  <a:pt x="1143449" y="56092"/>
                  <a:pt x="1144971" y="55469"/>
                </a:cubicBezTo>
                <a:cubicBezTo>
                  <a:pt x="1146493" y="54846"/>
                  <a:pt x="1147870" y="53990"/>
                  <a:pt x="1149102" y="52903"/>
                </a:cubicBezTo>
                <a:cubicBezTo>
                  <a:pt x="1150334" y="51816"/>
                  <a:pt x="1151422" y="50555"/>
                  <a:pt x="1152364" y="49120"/>
                </a:cubicBezTo>
                <a:cubicBezTo>
                  <a:pt x="1153306" y="47685"/>
                  <a:pt x="1154089" y="46155"/>
                  <a:pt x="1154712" y="44532"/>
                </a:cubicBezTo>
                <a:cubicBezTo>
                  <a:pt x="1155336" y="42908"/>
                  <a:pt x="1155807" y="41234"/>
                  <a:pt x="1156126" y="39509"/>
                </a:cubicBezTo>
                <a:cubicBezTo>
                  <a:pt x="1156445" y="37784"/>
                  <a:pt x="1156604" y="36110"/>
                  <a:pt x="1156604" y="34486"/>
                </a:cubicBezTo>
                <a:close/>
                <a:moveTo>
                  <a:pt x="1245626" y="17830"/>
                </a:moveTo>
                <a:cubicBezTo>
                  <a:pt x="1247510" y="17830"/>
                  <a:pt x="1249308" y="17953"/>
                  <a:pt x="1251019" y="18200"/>
                </a:cubicBezTo>
                <a:cubicBezTo>
                  <a:pt x="1252729" y="18446"/>
                  <a:pt x="1254367" y="18801"/>
                  <a:pt x="1255933" y="19265"/>
                </a:cubicBezTo>
                <a:lnTo>
                  <a:pt x="1262804" y="17569"/>
                </a:lnTo>
                <a:lnTo>
                  <a:pt x="1257890" y="41966"/>
                </a:lnTo>
                <a:cubicBezTo>
                  <a:pt x="1257774" y="42517"/>
                  <a:pt x="1257650" y="43242"/>
                  <a:pt x="1257520" y="44140"/>
                </a:cubicBezTo>
                <a:cubicBezTo>
                  <a:pt x="1257390" y="45039"/>
                  <a:pt x="1257237" y="46250"/>
                  <a:pt x="1257063" y="47772"/>
                </a:cubicBezTo>
                <a:cubicBezTo>
                  <a:pt x="1256889" y="49294"/>
                  <a:pt x="1256672" y="51207"/>
                  <a:pt x="1256411" y="53512"/>
                </a:cubicBezTo>
                <a:cubicBezTo>
                  <a:pt x="1256150" y="55817"/>
                  <a:pt x="1255846" y="58651"/>
                  <a:pt x="1255498" y="62014"/>
                </a:cubicBezTo>
                <a:lnTo>
                  <a:pt x="1248366" y="62014"/>
                </a:lnTo>
                <a:lnTo>
                  <a:pt x="1249453" y="51968"/>
                </a:lnTo>
                <a:cubicBezTo>
                  <a:pt x="1247453" y="55447"/>
                  <a:pt x="1245024" y="58122"/>
                  <a:pt x="1242169" y="59992"/>
                </a:cubicBezTo>
                <a:cubicBezTo>
                  <a:pt x="1239313" y="61862"/>
                  <a:pt x="1236218" y="62797"/>
                  <a:pt x="1232884" y="62797"/>
                </a:cubicBezTo>
                <a:cubicBezTo>
                  <a:pt x="1230797" y="62797"/>
                  <a:pt x="1228977" y="62449"/>
                  <a:pt x="1227426" y="61753"/>
                </a:cubicBezTo>
                <a:cubicBezTo>
                  <a:pt x="1225875" y="61057"/>
                  <a:pt x="1224592" y="60064"/>
                  <a:pt x="1223578" y="58774"/>
                </a:cubicBezTo>
                <a:cubicBezTo>
                  <a:pt x="1222563" y="57484"/>
                  <a:pt x="1221809" y="55940"/>
                  <a:pt x="1221316" y="54143"/>
                </a:cubicBezTo>
                <a:cubicBezTo>
                  <a:pt x="1220823" y="52345"/>
                  <a:pt x="1220577" y="50345"/>
                  <a:pt x="1220577" y="48141"/>
                </a:cubicBezTo>
                <a:cubicBezTo>
                  <a:pt x="1220577" y="43966"/>
                  <a:pt x="1221120" y="40045"/>
                  <a:pt x="1222208" y="36378"/>
                </a:cubicBezTo>
                <a:cubicBezTo>
                  <a:pt x="1223295" y="32710"/>
                  <a:pt x="1224897" y="29499"/>
                  <a:pt x="1227013" y="26745"/>
                </a:cubicBezTo>
                <a:cubicBezTo>
                  <a:pt x="1229130" y="23991"/>
                  <a:pt x="1231746" y="21817"/>
                  <a:pt x="1234863" y="20222"/>
                </a:cubicBezTo>
                <a:cubicBezTo>
                  <a:pt x="1237979" y="18627"/>
                  <a:pt x="1241567" y="17830"/>
                  <a:pt x="1245626" y="17830"/>
                </a:cubicBezTo>
                <a:moveTo>
                  <a:pt x="1228231" y="47402"/>
                </a:moveTo>
                <a:cubicBezTo>
                  <a:pt x="1228231" y="50156"/>
                  <a:pt x="1228709" y="52316"/>
                  <a:pt x="1229666" y="53882"/>
                </a:cubicBezTo>
                <a:cubicBezTo>
                  <a:pt x="1230623" y="55447"/>
                  <a:pt x="1232174" y="56230"/>
                  <a:pt x="1234319" y="56230"/>
                </a:cubicBezTo>
                <a:cubicBezTo>
                  <a:pt x="1235566" y="56230"/>
                  <a:pt x="1236812" y="55940"/>
                  <a:pt x="1238059" y="55360"/>
                </a:cubicBezTo>
                <a:cubicBezTo>
                  <a:pt x="1239306" y="54781"/>
                  <a:pt x="1240523" y="53983"/>
                  <a:pt x="1241712" y="52968"/>
                </a:cubicBezTo>
                <a:cubicBezTo>
                  <a:pt x="1242901" y="51954"/>
                  <a:pt x="1244024" y="50758"/>
                  <a:pt x="1245082" y="49381"/>
                </a:cubicBezTo>
                <a:cubicBezTo>
                  <a:pt x="1246141" y="48004"/>
                  <a:pt x="1247112" y="46525"/>
                  <a:pt x="1247996" y="44945"/>
                </a:cubicBezTo>
                <a:cubicBezTo>
                  <a:pt x="1248880" y="43365"/>
                  <a:pt x="1249641" y="41712"/>
                  <a:pt x="1250279" y="39987"/>
                </a:cubicBezTo>
                <a:cubicBezTo>
                  <a:pt x="1250917" y="38262"/>
                  <a:pt x="1251410" y="36544"/>
                  <a:pt x="1251758" y="34834"/>
                </a:cubicBezTo>
                <a:lnTo>
                  <a:pt x="1253541" y="25875"/>
                </a:lnTo>
                <a:cubicBezTo>
                  <a:pt x="1252178" y="25296"/>
                  <a:pt x="1250779" y="24839"/>
                  <a:pt x="1249344" y="24506"/>
                </a:cubicBezTo>
                <a:cubicBezTo>
                  <a:pt x="1247909" y="24172"/>
                  <a:pt x="1246583" y="24005"/>
                  <a:pt x="1245365" y="24005"/>
                </a:cubicBezTo>
                <a:cubicBezTo>
                  <a:pt x="1242988" y="24005"/>
                  <a:pt x="1240915" y="24411"/>
                  <a:pt x="1239146" y="25223"/>
                </a:cubicBezTo>
                <a:cubicBezTo>
                  <a:pt x="1237378" y="26035"/>
                  <a:pt x="1235856" y="27093"/>
                  <a:pt x="1234580" y="28398"/>
                </a:cubicBezTo>
                <a:cubicBezTo>
                  <a:pt x="1233304" y="29702"/>
                  <a:pt x="1232261" y="31188"/>
                  <a:pt x="1231449" y="32855"/>
                </a:cubicBezTo>
                <a:cubicBezTo>
                  <a:pt x="1230637" y="34522"/>
                  <a:pt x="1229992" y="36226"/>
                  <a:pt x="1229514" y="37965"/>
                </a:cubicBezTo>
                <a:cubicBezTo>
                  <a:pt x="1229035" y="39705"/>
                  <a:pt x="1228702" y="41401"/>
                  <a:pt x="1228513" y="43053"/>
                </a:cubicBezTo>
                <a:cubicBezTo>
                  <a:pt x="1228325" y="44706"/>
                  <a:pt x="1228231" y="46155"/>
                  <a:pt x="1228231" y="47402"/>
                </a:cubicBezTo>
                <a:close/>
                <a:moveTo>
                  <a:pt x="1353478" y="62014"/>
                </a:moveTo>
                <a:lnTo>
                  <a:pt x="1316079" y="62014"/>
                </a:lnTo>
                <a:lnTo>
                  <a:pt x="1317427" y="55230"/>
                </a:lnTo>
                <a:lnTo>
                  <a:pt x="1335039" y="40430"/>
                </a:lnTo>
                <a:cubicBezTo>
                  <a:pt x="1338344" y="37644"/>
                  <a:pt x="1341019" y="35207"/>
                  <a:pt x="1343063" y="33118"/>
                </a:cubicBezTo>
                <a:cubicBezTo>
                  <a:pt x="1345107" y="31028"/>
                  <a:pt x="1346694" y="29150"/>
                  <a:pt x="1347825" y="27482"/>
                </a:cubicBezTo>
                <a:cubicBezTo>
                  <a:pt x="1348956" y="25813"/>
                  <a:pt x="1349724" y="24289"/>
                  <a:pt x="1350130" y="22911"/>
                </a:cubicBezTo>
                <a:cubicBezTo>
                  <a:pt x="1350536" y="21532"/>
                  <a:pt x="1350739" y="20161"/>
                  <a:pt x="1350739" y="18798"/>
                </a:cubicBezTo>
                <a:cubicBezTo>
                  <a:pt x="1350739" y="16475"/>
                  <a:pt x="1350086" y="14602"/>
                  <a:pt x="1348782" y="13180"/>
                </a:cubicBezTo>
                <a:cubicBezTo>
                  <a:pt x="1347477" y="11757"/>
                  <a:pt x="1345448" y="11046"/>
                  <a:pt x="1342693" y="11046"/>
                </a:cubicBezTo>
                <a:cubicBezTo>
                  <a:pt x="1340287" y="11046"/>
                  <a:pt x="1337989" y="11586"/>
                  <a:pt x="1335800" y="12667"/>
                </a:cubicBezTo>
                <a:cubicBezTo>
                  <a:pt x="1333612" y="13748"/>
                  <a:pt x="1331517" y="15150"/>
                  <a:pt x="1329516" y="16873"/>
                </a:cubicBezTo>
                <a:lnTo>
                  <a:pt x="1325776" y="11855"/>
                </a:lnTo>
                <a:cubicBezTo>
                  <a:pt x="1327081" y="10720"/>
                  <a:pt x="1328422" y="9695"/>
                  <a:pt x="1329799" y="8779"/>
                </a:cubicBezTo>
                <a:cubicBezTo>
                  <a:pt x="1331176" y="7862"/>
                  <a:pt x="1332611" y="7077"/>
                  <a:pt x="1334104" y="6423"/>
                </a:cubicBezTo>
                <a:cubicBezTo>
                  <a:pt x="1335598" y="5768"/>
                  <a:pt x="1337163" y="5258"/>
                  <a:pt x="1338801" y="4895"/>
                </a:cubicBezTo>
                <a:cubicBezTo>
                  <a:pt x="1340439" y="4531"/>
                  <a:pt x="1342157" y="4349"/>
                  <a:pt x="1343954" y="4349"/>
                </a:cubicBezTo>
                <a:cubicBezTo>
                  <a:pt x="1346187" y="4349"/>
                  <a:pt x="1348216" y="4668"/>
                  <a:pt x="1350043" y="5307"/>
                </a:cubicBezTo>
                <a:cubicBezTo>
                  <a:pt x="1351869" y="5945"/>
                  <a:pt x="1353435" y="6866"/>
                  <a:pt x="1354740" y="8070"/>
                </a:cubicBezTo>
                <a:cubicBezTo>
                  <a:pt x="1356044" y="9274"/>
                  <a:pt x="1357052" y="10718"/>
                  <a:pt x="1357762" y="12401"/>
                </a:cubicBezTo>
                <a:cubicBezTo>
                  <a:pt x="1358472" y="14083"/>
                  <a:pt x="1358827" y="15969"/>
                  <a:pt x="1358827" y="18057"/>
                </a:cubicBezTo>
                <a:cubicBezTo>
                  <a:pt x="1358827" y="20349"/>
                  <a:pt x="1358501" y="22504"/>
                  <a:pt x="1357849" y="24520"/>
                </a:cubicBezTo>
                <a:cubicBezTo>
                  <a:pt x="1357197" y="26537"/>
                  <a:pt x="1356131" y="28576"/>
                  <a:pt x="1354653" y="30636"/>
                </a:cubicBezTo>
                <a:cubicBezTo>
                  <a:pt x="1353174" y="32695"/>
                  <a:pt x="1351246" y="34857"/>
                  <a:pt x="1348869" y="37120"/>
                </a:cubicBezTo>
                <a:cubicBezTo>
                  <a:pt x="1346491" y="39383"/>
                  <a:pt x="1343578" y="41922"/>
                  <a:pt x="1340128" y="44736"/>
                </a:cubicBezTo>
                <a:lnTo>
                  <a:pt x="1327733" y="54795"/>
                </a:lnTo>
                <a:lnTo>
                  <a:pt x="1354913" y="54795"/>
                </a:lnTo>
                <a:lnTo>
                  <a:pt x="1353478" y="62014"/>
                </a:lnTo>
                <a:close/>
                <a:moveTo>
                  <a:pt x="1363155" y="62014"/>
                </a:moveTo>
                <a:lnTo>
                  <a:pt x="1374549" y="5132"/>
                </a:lnTo>
                <a:lnTo>
                  <a:pt x="1388813" y="5132"/>
                </a:lnTo>
                <a:cubicBezTo>
                  <a:pt x="1396119" y="5132"/>
                  <a:pt x="1401628" y="6691"/>
                  <a:pt x="1405339" y="9811"/>
                </a:cubicBezTo>
                <a:cubicBezTo>
                  <a:pt x="1409050" y="12929"/>
                  <a:pt x="1410905" y="17767"/>
                  <a:pt x="1410905" y="24325"/>
                </a:cubicBezTo>
                <a:cubicBezTo>
                  <a:pt x="1410905" y="25485"/>
                  <a:pt x="1410833" y="26922"/>
                  <a:pt x="1410688" y="28634"/>
                </a:cubicBezTo>
                <a:cubicBezTo>
                  <a:pt x="1410543" y="30346"/>
                  <a:pt x="1410267" y="32188"/>
                  <a:pt x="1409862" y="34161"/>
                </a:cubicBezTo>
                <a:cubicBezTo>
                  <a:pt x="1409456" y="36134"/>
                  <a:pt x="1408883" y="38201"/>
                  <a:pt x="1408144" y="40362"/>
                </a:cubicBezTo>
                <a:cubicBezTo>
                  <a:pt x="1407404" y="42524"/>
                  <a:pt x="1406440" y="44635"/>
                  <a:pt x="1405252" y="46695"/>
                </a:cubicBezTo>
                <a:cubicBezTo>
                  <a:pt x="1404063" y="48755"/>
                  <a:pt x="1402614" y="50713"/>
                  <a:pt x="1400903" y="52570"/>
                </a:cubicBezTo>
                <a:cubicBezTo>
                  <a:pt x="1399192" y="54427"/>
                  <a:pt x="1397170" y="56052"/>
                  <a:pt x="1394836" y="57445"/>
                </a:cubicBezTo>
                <a:cubicBezTo>
                  <a:pt x="1392503" y="58838"/>
                  <a:pt x="1389828" y="59947"/>
                  <a:pt x="1386813" y="60775"/>
                </a:cubicBezTo>
                <a:cubicBezTo>
                  <a:pt x="1383798" y="61601"/>
                  <a:pt x="1380362" y="62014"/>
                  <a:pt x="1376506" y="62014"/>
                </a:cubicBezTo>
                <a:lnTo>
                  <a:pt x="1363155" y="62014"/>
                </a:lnTo>
                <a:moveTo>
                  <a:pt x="1402903" y="24671"/>
                </a:moveTo>
                <a:cubicBezTo>
                  <a:pt x="1402903" y="22320"/>
                  <a:pt x="1402592" y="20325"/>
                  <a:pt x="1401968" y="18685"/>
                </a:cubicBezTo>
                <a:cubicBezTo>
                  <a:pt x="1401345" y="17045"/>
                  <a:pt x="1400410" y="15703"/>
                  <a:pt x="1399163" y="14658"/>
                </a:cubicBezTo>
                <a:cubicBezTo>
                  <a:pt x="1397917" y="13614"/>
                  <a:pt x="1396351" y="12852"/>
                  <a:pt x="1394467" y="12374"/>
                </a:cubicBezTo>
                <a:cubicBezTo>
                  <a:pt x="1392582" y="11894"/>
                  <a:pt x="1390393" y="11655"/>
                  <a:pt x="1387900" y="11655"/>
                </a:cubicBezTo>
                <a:lnTo>
                  <a:pt x="1380985" y="11655"/>
                </a:lnTo>
                <a:lnTo>
                  <a:pt x="1372244" y="55317"/>
                </a:lnTo>
                <a:lnTo>
                  <a:pt x="1377506" y="55317"/>
                </a:lnTo>
                <a:cubicBezTo>
                  <a:pt x="1380348" y="55317"/>
                  <a:pt x="1382884" y="54983"/>
                  <a:pt x="1385117" y="54317"/>
                </a:cubicBezTo>
                <a:cubicBezTo>
                  <a:pt x="1387349" y="53649"/>
                  <a:pt x="1389328" y="52742"/>
                  <a:pt x="1391053" y="51596"/>
                </a:cubicBezTo>
                <a:cubicBezTo>
                  <a:pt x="1392778" y="50449"/>
                  <a:pt x="1394264" y="49121"/>
                  <a:pt x="1395510" y="47613"/>
                </a:cubicBezTo>
                <a:cubicBezTo>
                  <a:pt x="1396757" y="46103"/>
                  <a:pt x="1397823" y="44507"/>
                  <a:pt x="1398707" y="42824"/>
                </a:cubicBezTo>
                <a:cubicBezTo>
                  <a:pt x="1399591" y="41140"/>
                  <a:pt x="1400309" y="39428"/>
                  <a:pt x="1400860" y="37687"/>
                </a:cubicBezTo>
                <a:cubicBezTo>
                  <a:pt x="1401410" y="35945"/>
                  <a:pt x="1401838" y="34270"/>
                  <a:pt x="1402142" y="32660"/>
                </a:cubicBezTo>
                <a:cubicBezTo>
                  <a:pt x="1402447" y="31049"/>
                  <a:pt x="1402650" y="29554"/>
                  <a:pt x="1402751" y="28176"/>
                </a:cubicBezTo>
                <a:cubicBezTo>
                  <a:pt x="1402853" y="26797"/>
                  <a:pt x="1402903" y="25629"/>
                  <a:pt x="1402903" y="2467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numpyarrayforeasier">
            <a:extLst xmlns:a="http://schemas.openxmlformats.org/drawingml/2006/main">
              <a:ext uri="{FF2B5EF4-FFF2-40B4-BE49-F238E27FC236}">
                <a16:creationId xmlns:a16="http://schemas.microsoft.com/office/drawing/2014/main" id="{34004818-90DD-4581-94AB-11DD6E50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65" y="5457078"/>
            <a:ext cx="1066445" cy="80279"/>
          </a:xfrm>
          <a:custGeom xmlns:a="http://schemas.openxmlformats.org/drawingml/2006/main">
            <a:pathLst>
              <a:path w="1066445" h="80279">
                <a:moveTo>
                  <a:pt x="4740" y="38400"/>
                </a:moveTo>
                <a:cubicBezTo>
                  <a:pt x="4856" y="37849"/>
                  <a:pt x="4979" y="37124"/>
                  <a:pt x="5110" y="36226"/>
                </a:cubicBezTo>
                <a:cubicBezTo>
                  <a:pt x="5240" y="35327"/>
                  <a:pt x="5393" y="34116"/>
                  <a:pt x="5566" y="32594"/>
                </a:cubicBezTo>
                <a:cubicBezTo>
                  <a:pt x="5740" y="31072"/>
                  <a:pt x="5958" y="29159"/>
                  <a:pt x="6219" y="26854"/>
                </a:cubicBezTo>
                <a:cubicBezTo>
                  <a:pt x="6480" y="24549"/>
                  <a:pt x="6784" y="21715"/>
                  <a:pt x="7132" y="18352"/>
                </a:cubicBezTo>
                <a:lnTo>
                  <a:pt x="14264" y="18352"/>
                </a:lnTo>
                <a:lnTo>
                  <a:pt x="13177" y="28441"/>
                </a:lnTo>
                <a:cubicBezTo>
                  <a:pt x="15206" y="24933"/>
                  <a:pt x="17634" y="22244"/>
                  <a:pt x="20461" y="20374"/>
                </a:cubicBezTo>
                <a:cubicBezTo>
                  <a:pt x="23288" y="18504"/>
                  <a:pt x="26354" y="17569"/>
                  <a:pt x="29659" y="17569"/>
                </a:cubicBezTo>
                <a:cubicBezTo>
                  <a:pt x="34269" y="17569"/>
                  <a:pt x="37537" y="18961"/>
                  <a:pt x="39465" y="21744"/>
                </a:cubicBezTo>
                <a:cubicBezTo>
                  <a:pt x="41393" y="24527"/>
                  <a:pt x="41807" y="28630"/>
                  <a:pt x="40705" y="34051"/>
                </a:cubicBezTo>
                <a:lnTo>
                  <a:pt x="35095" y="62014"/>
                </a:lnTo>
                <a:lnTo>
                  <a:pt x="27528" y="62014"/>
                </a:lnTo>
                <a:lnTo>
                  <a:pt x="33138" y="34138"/>
                </a:lnTo>
                <a:cubicBezTo>
                  <a:pt x="33863" y="30601"/>
                  <a:pt x="33812" y="28043"/>
                  <a:pt x="32986" y="26463"/>
                </a:cubicBezTo>
                <a:cubicBezTo>
                  <a:pt x="32159" y="24882"/>
                  <a:pt x="30587" y="24092"/>
                  <a:pt x="28267" y="24092"/>
                </a:cubicBezTo>
                <a:cubicBezTo>
                  <a:pt x="26412" y="24092"/>
                  <a:pt x="24564" y="24730"/>
                  <a:pt x="22723" y="26006"/>
                </a:cubicBezTo>
                <a:cubicBezTo>
                  <a:pt x="20882" y="27282"/>
                  <a:pt x="19164" y="28941"/>
                  <a:pt x="17569" y="30985"/>
                </a:cubicBezTo>
                <a:cubicBezTo>
                  <a:pt x="15975" y="33029"/>
                  <a:pt x="14590" y="35327"/>
                  <a:pt x="13416" y="37878"/>
                </a:cubicBezTo>
                <a:cubicBezTo>
                  <a:pt x="12242" y="40429"/>
                  <a:pt x="11394" y="42981"/>
                  <a:pt x="10872" y="45532"/>
                </a:cubicBezTo>
                <a:lnTo>
                  <a:pt x="7567" y="62014"/>
                </a:lnTo>
                <a:lnTo>
                  <a:pt x="0" y="62014"/>
                </a:lnTo>
                <a:lnTo>
                  <a:pt x="4740" y="38400"/>
                </a:lnTo>
                <a:close/>
                <a:moveTo>
                  <a:pt x="87869" y="41966"/>
                </a:moveTo>
                <a:cubicBezTo>
                  <a:pt x="87753" y="42517"/>
                  <a:pt x="87630" y="43242"/>
                  <a:pt x="87499" y="44140"/>
                </a:cubicBezTo>
                <a:cubicBezTo>
                  <a:pt x="87369" y="45039"/>
                  <a:pt x="87216" y="46250"/>
                  <a:pt x="87043" y="47772"/>
                </a:cubicBezTo>
                <a:cubicBezTo>
                  <a:pt x="86869" y="49294"/>
                  <a:pt x="86651" y="51207"/>
                  <a:pt x="86390" y="53512"/>
                </a:cubicBezTo>
                <a:cubicBezTo>
                  <a:pt x="86129" y="55817"/>
                  <a:pt x="85825" y="58651"/>
                  <a:pt x="85477" y="62014"/>
                </a:cubicBezTo>
                <a:lnTo>
                  <a:pt x="78345" y="62014"/>
                </a:lnTo>
                <a:lnTo>
                  <a:pt x="79432" y="51968"/>
                </a:lnTo>
                <a:cubicBezTo>
                  <a:pt x="77432" y="55447"/>
                  <a:pt x="75018" y="58122"/>
                  <a:pt x="72191" y="59992"/>
                </a:cubicBezTo>
                <a:cubicBezTo>
                  <a:pt x="69365" y="61862"/>
                  <a:pt x="66284" y="62797"/>
                  <a:pt x="62950" y="62797"/>
                </a:cubicBezTo>
                <a:cubicBezTo>
                  <a:pt x="58340" y="62797"/>
                  <a:pt x="55072" y="61405"/>
                  <a:pt x="53144" y="58622"/>
                </a:cubicBezTo>
                <a:cubicBezTo>
                  <a:pt x="51216" y="55839"/>
                  <a:pt x="50802" y="51751"/>
                  <a:pt x="51904" y="46358"/>
                </a:cubicBezTo>
                <a:lnTo>
                  <a:pt x="57514" y="18352"/>
                </a:lnTo>
                <a:lnTo>
                  <a:pt x="65081" y="18352"/>
                </a:lnTo>
                <a:lnTo>
                  <a:pt x="59471" y="46271"/>
                </a:lnTo>
                <a:cubicBezTo>
                  <a:pt x="58746" y="49779"/>
                  <a:pt x="58797" y="52331"/>
                  <a:pt x="59623" y="53925"/>
                </a:cubicBezTo>
                <a:cubicBezTo>
                  <a:pt x="60450" y="55520"/>
                  <a:pt x="62037" y="56317"/>
                  <a:pt x="64385" y="56317"/>
                </a:cubicBezTo>
                <a:cubicBezTo>
                  <a:pt x="65632" y="56317"/>
                  <a:pt x="66871" y="56027"/>
                  <a:pt x="68103" y="55447"/>
                </a:cubicBezTo>
                <a:cubicBezTo>
                  <a:pt x="69336" y="54867"/>
                  <a:pt x="70539" y="54063"/>
                  <a:pt x="71713" y="53034"/>
                </a:cubicBezTo>
                <a:cubicBezTo>
                  <a:pt x="72887" y="52005"/>
                  <a:pt x="74003" y="50801"/>
                  <a:pt x="75062" y="49424"/>
                </a:cubicBezTo>
                <a:cubicBezTo>
                  <a:pt x="76120" y="48047"/>
                  <a:pt x="77091" y="46561"/>
                  <a:pt x="77975" y="44967"/>
                </a:cubicBezTo>
                <a:cubicBezTo>
                  <a:pt x="78859" y="43372"/>
                  <a:pt x="79621" y="41712"/>
                  <a:pt x="80258" y="39987"/>
                </a:cubicBezTo>
                <a:cubicBezTo>
                  <a:pt x="80896" y="38262"/>
                  <a:pt x="81389" y="36544"/>
                  <a:pt x="81737" y="34834"/>
                </a:cubicBezTo>
                <a:lnTo>
                  <a:pt x="85042" y="18352"/>
                </a:lnTo>
                <a:lnTo>
                  <a:pt x="92609" y="18352"/>
                </a:lnTo>
                <a:lnTo>
                  <a:pt x="87869" y="41966"/>
                </a:lnTo>
                <a:close/>
                <a:moveTo>
                  <a:pt x="128727" y="62014"/>
                </a:moveTo>
                <a:lnTo>
                  <a:pt x="134859" y="31485"/>
                </a:lnTo>
                <a:cubicBezTo>
                  <a:pt x="135178" y="29891"/>
                  <a:pt x="135395" y="28601"/>
                  <a:pt x="135511" y="27615"/>
                </a:cubicBezTo>
                <a:cubicBezTo>
                  <a:pt x="135627" y="26629"/>
                  <a:pt x="135663" y="25861"/>
                  <a:pt x="135620" y="25310"/>
                </a:cubicBezTo>
                <a:cubicBezTo>
                  <a:pt x="135576" y="24759"/>
                  <a:pt x="135460" y="24382"/>
                  <a:pt x="135272" y="24179"/>
                </a:cubicBezTo>
                <a:cubicBezTo>
                  <a:pt x="135083" y="23976"/>
                  <a:pt x="134830" y="23875"/>
                  <a:pt x="134511" y="23875"/>
                </a:cubicBezTo>
                <a:cubicBezTo>
                  <a:pt x="133931" y="23875"/>
                  <a:pt x="133257" y="24208"/>
                  <a:pt x="132489" y="24875"/>
                </a:cubicBezTo>
                <a:cubicBezTo>
                  <a:pt x="131720" y="25542"/>
                  <a:pt x="130916" y="26426"/>
                  <a:pt x="130075" y="27528"/>
                </a:cubicBezTo>
                <a:cubicBezTo>
                  <a:pt x="129234" y="28630"/>
                  <a:pt x="128393" y="29898"/>
                  <a:pt x="127553" y="31333"/>
                </a:cubicBezTo>
                <a:cubicBezTo>
                  <a:pt x="126712" y="32768"/>
                  <a:pt x="125922" y="34261"/>
                  <a:pt x="125183" y="35812"/>
                </a:cubicBezTo>
                <a:cubicBezTo>
                  <a:pt x="124443" y="37364"/>
                  <a:pt x="123798" y="38900"/>
                  <a:pt x="123247" y="40422"/>
                </a:cubicBezTo>
                <a:cubicBezTo>
                  <a:pt x="122697" y="41944"/>
                  <a:pt x="122305" y="43358"/>
                  <a:pt x="122073" y="44662"/>
                </a:cubicBezTo>
                <a:lnTo>
                  <a:pt x="118594" y="62014"/>
                </a:lnTo>
                <a:lnTo>
                  <a:pt x="111636" y="62014"/>
                </a:lnTo>
                <a:lnTo>
                  <a:pt x="117768" y="31485"/>
                </a:lnTo>
                <a:cubicBezTo>
                  <a:pt x="118087" y="29891"/>
                  <a:pt x="118304" y="28601"/>
                  <a:pt x="118420" y="27615"/>
                </a:cubicBezTo>
                <a:cubicBezTo>
                  <a:pt x="118536" y="26629"/>
                  <a:pt x="118572" y="25861"/>
                  <a:pt x="118529" y="25310"/>
                </a:cubicBezTo>
                <a:cubicBezTo>
                  <a:pt x="118485" y="24759"/>
                  <a:pt x="118369" y="24382"/>
                  <a:pt x="118181" y="24179"/>
                </a:cubicBezTo>
                <a:cubicBezTo>
                  <a:pt x="117993" y="23976"/>
                  <a:pt x="117739" y="23875"/>
                  <a:pt x="117420" y="23875"/>
                </a:cubicBezTo>
                <a:cubicBezTo>
                  <a:pt x="116840" y="23875"/>
                  <a:pt x="116166" y="24208"/>
                  <a:pt x="115398" y="24875"/>
                </a:cubicBezTo>
                <a:cubicBezTo>
                  <a:pt x="114630" y="25542"/>
                  <a:pt x="113825" y="26426"/>
                  <a:pt x="112984" y="27528"/>
                </a:cubicBezTo>
                <a:cubicBezTo>
                  <a:pt x="112143" y="28630"/>
                  <a:pt x="111295" y="29898"/>
                  <a:pt x="110440" y="31333"/>
                </a:cubicBezTo>
                <a:cubicBezTo>
                  <a:pt x="109585" y="32768"/>
                  <a:pt x="108795" y="34261"/>
                  <a:pt x="108070" y="35812"/>
                </a:cubicBezTo>
                <a:cubicBezTo>
                  <a:pt x="107345" y="37364"/>
                  <a:pt x="106707" y="38900"/>
                  <a:pt x="106157" y="40422"/>
                </a:cubicBezTo>
                <a:cubicBezTo>
                  <a:pt x="105606" y="41944"/>
                  <a:pt x="105200" y="43358"/>
                  <a:pt x="104939" y="44662"/>
                </a:cubicBezTo>
                <a:lnTo>
                  <a:pt x="101460" y="62014"/>
                </a:lnTo>
                <a:lnTo>
                  <a:pt x="94545" y="62014"/>
                </a:lnTo>
                <a:lnTo>
                  <a:pt x="99242" y="38400"/>
                </a:lnTo>
                <a:cubicBezTo>
                  <a:pt x="99358" y="37849"/>
                  <a:pt x="99481" y="37124"/>
                  <a:pt x="99612" y="36226"/>
                </a:cubicBezTo>
                <a:cubicBezTo>
                  <a:pt x="99742" y="35327"/>
                  <a:pt x="99902" y="34116"/>
                  <a:pt x="100090" y="32594"/>
                </a:cubicBezTo>
                <a:cubicBezTo>
                  <a:pt x="100278" y="31072"/>
                  <a:pt x="100503" y="29159"/>
                  <a:pt x="100764" y="26854"/>
                </a:cubicBezTo>
                <a:cubicBezTo>
                  <a:pt x="101025" y="24549"/>
                  <a:pt x="101329" y="21715"/>
                  <a:pt x="101677" y="18352"/>
                </a:cubicBezTo>
                <a:lnTo>
                  <a:pt x="108157" y="18352"/>
                </a:lnTo>
                <a:lnTo>
                  <a:pt x="107070" y="28441"/>
                </a:lnTo>
                <a:cubicBezTo>
                  <a:pt x="107882" y="26963"/>
                  <a:pt x="108722" y="25571"/>
                  <a:pt x="109592" y="24266"/>
                </a:cubicBezTo>
                <a:cubicBezTo>
                  <a:pt x="110462" y="22962"/>
                  <a:pt x="111368" y="21809"/>
                  <a:pt x="112310" y="20809"/>
                </a:cubicBezTo>
                <a:cubicBezTo>
                  <a:pt x="113252" y="19809"/>
                  <a:pt x="114260" y="19019"/>
                  <a:pt x="115333" y="18439"/>
                </a:cubicBezTo>
                <a:cubicBezTo>
                  <a:pt x="116405" y="17859"/>
                  <a:pt x="117550" y="17569"/>
                  <a:pt x="118768" y="17569"/>
                </a:cubicBezTo>
                <a:cubicBezTo>
                  <a:pt x="120247" y="17569"/>
                  <a:pt x="121472" y="17859"/>
                  <a:pt x="122443" y="18439"/>
                </a:cubicBezTo>
                <a:cubicBezTo>
                  <a:pt x="123414" y="19019"/>
                  <a:pt x="124124" y="19802"/>
                  <a:pt x="124574" y="20787"/>
                </a:cubicBezTo>
                <a:cubicBezTo>
                  <a:pt x="125023" y="21773"/>
                  <a:pt x="125219" y="22925"/>
                  <a:pt x="125161" y="24245"/>
                </a:cubicBezTo>
                <a:cubicBezTo>
                  <a:pt x="125103" y="25564"/>
                  <a:pt x="124784" y="26963"/>
                  <a:pt x="124204" y="28441"/>
                </a:cubicBezTo>
                <a:cubicBezTo>
                  <a:pt x="125016" y="26963"/>
                  <a:pt x="125849" y="25571"/>
                  <a:pt x="126705" y="24266"/>
                </a:cubicBezTo>
                <a:cubicBezTo>
                  <a:pt x="127560" y="22962"/>
                  <a:pt x="128459" y="21809"/>
                  <a:pt x="129401" y="20809"/>
                </a:cubicBezTo>
                <a:cubicBezTo>
                  <a:pt x="130343" y="19809"/>
                  <a:pt x="131351" y="19019"/>
                  <a:pt x="132423" y="18439"/>
                </a:cubicBezTo>
                <a:cubicBezTo>
                  <a:pt x="133496" y="17859"/>
                  <a:pt x="134641" y="17569"/>
                  <a:pt x="135859" y="17569"/>
                </a:cubicBezTo>
                <a:cubicBezTo>
                  <a:pt x="138758" y="17569"/>
                  <a:pt x="140708" y="18664"/>
                  <a:pt x="141708" y="20853"/>
                </a:cubicBezTo>
                <a:cubicBezTo>
                  <a:pt x="142708" y="23041"/>
                  <a:pt x="142745" y="26455"/>
                  <a:pt x="141817" y="31094"/>
                </a:cubicBezTo>
                <a:lnTo>
                  <a:pt x="135685" y="62014"/>
                </a:lnTo>
                <a:lnTo>
                  <a:pt x="128727" y="62014"/>
                </a:lnTo>
                <a:close/>
                <a:moveTo>
                  <a:pt x="163627" y="62536"/>
                </a:moveTo>
                <a:cubicBezTo>
                  <a:pt x="161511" y="62536"/>
                  <a:pt x="159735" y="62449"/>
                  <a:pt x="158300" y="62275"/>
                </a:cubicBezTo>
                <a:cubicBezTo>
                  <a:pt x="156865" y="62101"/>
                  <a:pt x="155524" y="61840"/>
                  <a:pt x="154277" y="61492"/>
                </a:cubicBezTo>
                <a:lnTo>
                  <a:pt x="150624" y="79844"/>
                </a:lnTo>
                <a:lnTo>
                  <a:pt x="143057" y="79844"/>
                </a:lnTo>
                <a:lnTo>
                  <a:pt x="151320" y="38400"/>
                </a:lnTo>
                <a:cubicBezTo>
                  <a:pt x="151436" y="37849"/>
                  <a:pt x="151559" y="37124"/>
                  <a:pt x="151690" y="36226"/>
                </a:cubicBezTo>
                <a:cubicBezTo>
                  <a:pt x="151820" y="35327"/>
                  <a:pt x="151980" y="34116"/>
                  <a:pt x="152168" y="32594"/>
                </a:cubicBezTo>
                <a:cubicBezTo>
                  <a:pt x="152356" y="31072"/>
                  <a:pt x="152574" y="29159"/>
                  <a:pt x="152820" y="26854"/>
                </a:cubicBezTo>
                <a:cubicBezTo>
                  <a:pt x="153067" y="24549"/>
                  <a:pt x="153364" y="21715"/>
                  <a:pt x="153712" y="18352"/>
                </a:cubicBezTo>
                <a:lnTo>
                  <a:pt x="160844" y="18352"/>
                </a:lnTo>
                <a:lnTo>
                  <a:pt x="159800" y="28441"/>
                </a:lnTo>
                <a:cubicBezTo>
                  <a:pt x="161801" y="24933"/>
                  <a:pt x="164221" y="22244"/>
                  <a:pt x="167063" y="20374"/>
                </a:cubicBezTo>
                <a:cubicBezTo>
                  <a:pt x="169904" y="18504"/>
                  <a:pt x="173006" y="17569"/>
                  <a:pt x="176369" y="17569"/>
                </a:cubicBezTo>
                <a:cubicBezTo>
                  <a:pt x="178457" y="17569"/>
                  <a:pt x="180269" y="17924"/>
                  <a:pt x="181805" y="18635"/>
                </a:cubicBezTo>
                <a:cubicBezTo>
                  <a:pt x="183342" y="19345"/>
                  <a:pt x="184617" y="20338"/>
                  <a:pt x="185632" y="21614"/>
                </a:cubicBezTo>
                <a:cubicBezTo>
                  <a:pt x="186647" y="22889"/>
                  <a:pt x="187401" y="24433"/>
                  <a:pt x="187893" y="26245"/>
                </a:cubicBezTo>
                <a:cubicBezTo>
                  <a:pt x="188386" y="28057"/>
                  <a:pt x="188633" y="30065"/>
                  <a:pt x="188633" y="32268"/>
                </a:cubicBezTo>
                <a:cubicBezTo>
                  <a:pt x="188633" y="36443"/>
                  <a:pt x="188089" y="40364"/>
                  <a:pt x="187002" y="44032"/>
                </a:cubicBezTo>
                <a:cubicBezTo>
                  <a:pt x="185915" y="47699"/>
                  <a:pt x="184313" y="50903"/>
                  <a:pt x="182196" y="53643"/>
                </a:cubicBezTo>
                <a:cubicBezTo>
                  <a:pt x="180080" y="56382"/>
                  <a:pt x="177464" y="58549"/>
                  <a:pt x="174347" y="60144"/>
                </a:cubicBezTo>
                <a:cubicBezTo>
                  <a:pt x="171230" y="61739"/>
                  <a:pt x="167657" y="62536"/>
                  <a:pt x="163627" y="62536"/>
                </a:cubicBezTo>
                <a:moveTo>
                  <a:pt x="180979" y="32964"/>
                </a:moveTo>
                <a:cubicBezTo>
                  <a:pt x="180979" y="30181"/>
                  <a:pt x="180508" y="28021"/>
                  <a:pt x="179565" y="26484"/>
                </a:cubicBezTo>
                <a:cubicBezTo>
                  <a:pt x="178623" y="24948"/>
                  <a:pt x="177079" y="24179"/>
                  <a:pt x="174934" y="24179"/>
                </a:cubicBezTo>
                <a:cubicBezTo>
                  <a:pt x="173687" y="24179"/>
                  <a:pt x="172441" y="24469"/>
                  <a:pt x="171194" y="25049"/>
                </a:cubicBezTo>
                <a:cubicBezTo>
                  <a:pt x="169947" y="25629"/>
                  <a:pt x="168730" y="26426"/>
                  <a:pt x="167541" y="27441"/>
                </a:cubicBezTo>
                <a:cubicBezTo>
                  <a:pt x="166352" y="28456"/>
                  <a:pt x="165222" y="29652"/>
                  <a:pt x="164149" y="31029"/>
                </a:cubicBezTo>
                <a:cubicBezTo>
                  <a:pt x="163076" y="32406"/>
                  <a:pt x="162105" y="33884"/>
                  <a:pt x="161235" y="35465"/>
                </a:cubicBezTo>
                <a:cubicBezTo>
                  <a:pt x="160365" y="37045"/>
                  <a:pt x="159604" y="38690"/>
                  <a:pt x="158952" y="40400"/>
                </a:cubicBezTo>
                <a:cubicBezTo>
                  <a:pt x="158300" y="42111"/>
                  <a:pt x="157800" y="43822"/>
                  <a:pt x="157452" y="45532"/>
                </a:cubicBezTo>
                <a:lnTo>
                  <a:pt x="155669" y="54534"/>
                </a:lnTo>
                <a:cubicBezTo>
                  <a:pt x="157031" y="55114"/>
                  <a:pt x="158437" y="55571"/>
                  <a:pt x="159887" y="55904"/>
                </a:cubicBezTo>
                <a:cubicBezTo>
                  <a:pt x="161337" y="56237"/>
                  <a:pt x="162670" y="56404"/>
                  <a:pt x="163888" y="56404"/>
                </a:cubicBezTo>
                <a:cubicBezTo>
                  <a:pt x="166265" y="56404"/>
                  <a:pt x="168338" y="55998"/>
                  <a:pt x="170107" y="55186"/>
                </a:cubicBezTo>
                <a:cubicBezTo>
                  <a:pt x="171875" y="54375"/>
                  <a:pt x="173390" y="53316"/>
                  <a:pt x="174651" y="52012"/>
                </a:cubicBezTo>
                <a:cubicBezTo>
                  <a:pt x="175912" y="50707"/>
                  <a:pt x="176949" y="49214"/>
                  <a:pt x="177761" y="47532"/>
                </a:cubicBezTo>
                <a:cubicBezTo>
                  <a:pt x="178572" y="45851"/>
                  <a:pt x="179218" y="44140"/>
                  <a:pt x="179696" y="42401"/>
                </a:cubicBezTo>
                <a:cubicBezTo>
                  <a:pt x="180174" y="40661"/>
                  <a:pt x="180508" y="38973"/>
                  <a:pt x="180696" y="37335"/>
                </a:cubicBezTo>
                <a:cubicBezTo>
                  <a:pt x="180885" y="35696"/>
                  <a:pt x="180979" y="34240"/>
                  <a:pt x="180979" y="32964"/>
                </a:cubicBezTo>
                <a:close/>
                <a:moveTo>
                  <a:pt x="223881" y="53229"/>
                </a:moveTo>
                <a:cubicBezTo>
                  <a:pt x="221330" y="56889"/>
                  <a:pt x="218996" y="60091"/>
                  <a:pt x="216879" y="62836"/>
                </a:cubicBezTo>
                <a:cubicBezTo>
                  <a:pt x="214763" y="65581"/>
                  <a:pt x="212799" y="67956"/>
                  <a:pt x="210987" y="69960"/>
                </a:cubicBezTo>
                <a:cubicBezTo>
                  <a:pt x="209175" y="71964"/>
                  <a:pt x="207479" y="73612"/>
                  <a:pt x="205899" y="74904"/>
                </a:cubicBezTo>
                <a:cubicBezTo>
                  <a:pt x="204319" y="76197"/>
                  <a:pt x="202789" y="77235"/>
                  <a:pt x="201311" y="78018"/>
                </a:cubicBezTo>
                <a:cubicBezTo>
                  <a:pt x="199832" y="78800"/>
                  <a:pt x="198368" y="79344"/>
                  <a:pt x="196918" y="79648"/>
                </a:cubicBezTo>
                <a:cubicBezTo>
                  <a:pt x="195469" y="79953"/>
                  <a:pt x="193976" y="80105"/>
                  <a:pt x="192439" y="80105"/>
                </a:cubicBezTo>
                <a:cubicBezTo>
                  <a:pt x="191685" y="80105"/>
                  <a:pt x="190975" y="80083"/>
                  <a:pt x="190308" y="80040"/>
                </a:cubicBezTo>
                <a:cubicBezTo>
                  <a:pt x="189641" y="79996"/>
                  <a:pt x="188873" y="79931"/>
                  <a:pt x="188003" y="79844"/>
                </a:cubicBezTo>
                <a:lnTo>
                  <a:pt x="188003" y="72973"/>
                </a:lnTo>
                <a:cubicBezTo>
                  <a:pt x="188786" y="73118"/>
                  <a:pt x="189598" y="73227"/>
                  <a:pt x="190439" y="73299"/>
                </a:cubicBezTo>
                <a:cubicBezTo>
                  <a:pt x="191279" y="73372"/>
                  <a:pt x="192120" y="73408"/>
                  <a:pt x="192961" y="73408"/>
                </a:cubicBezTo>
                <a:cubicBezTo>
                  <a:pt x="194352" y="73408"/>
                  <a:pt x="195664" y="73205"/>
                  <a:pt x="196897" y="72799"/>
                </a:cubicBezTo>
                <a:cubicBezTo>
                  <a:pt x="198129" y="72393"/>
                  <a:pt x="199361" y="71734"/>
                  <a:pt x="200593" y="70820"/>
                </a:cubicBezTo>
                <a:cubicBezTo>
                  <a:pt x="201825" y="69907"/>
                  <a:pt x="203086" y="68726"/>
                  <a:pt x="204376" y="67276"/>
                </a:cubicBezTo>
                <a:cubicBezTo>
                  <a:pt x="205667" y="65826"/>
                  <a:pt x="207066" y="64072"/>
                  <a:pt x="208573" y="62014"/>
                </a:cubicBezTo>
                <a:lnTo>
                  <a:pt x="199745" y="18352"/>
                </a:lnTo>
                <a:lnTo>
                  <a:pt x="207921" y="18352"/>
                </a:lnTo>
                <a:lnTo>
                  <a:pt x="213618" y="47315"/>
                </a:lnTo>
                <a:lnTo>
                  <a:pt x="214705" y="54708"/>
                </a:lnTo>
                <a:cubicBezTo>
                  <a:pt x="216821" y="51664"/>
                  <a:pt x="218655" y="48873"/>
                  <a:pt x="220206" y="46337"/>
                </a:cubicBezTo>
                <a:cubicBezTo>
                  <a:pt x="221757" y="43800"/>
                  <a:pt x="223091" y="41459"/>
                  <a:pt x="224207" y="39313"/>
                </a:cubicBezTo>
                <a:cubicBezTo>
                  <a:pt x="225323" y="37168"/>
                  <a:pt x="226237" y="35175"/>
                  <a:pt x="226947" y="33334"/>
                </a:cubicBezTo>
                <a:cubicBezTo>
                  <a:pt x="227657" y="31493"/>
                  <a:pt x="228237" y="29739"/>
                  <a:pt x="228686" y="28072"/>
                </a:cubicBezTo>
                <a:cubicBezTo>
                  <a:pt x="229136" y="26405"/>
                  <a:pt x="229476" y="24781"/>
                  <a:pt x="229708" y="23201"/>
                </a:cubicBezTo>
                <a:cubicBezTo>
                  <a:pt x="229940" y="21621"/>
                  <a:pt x="230129" y="20005"/>
                  <a:pt x="230274" y="18352"/>
                </a:cubicBezTo>
                <a:lnTo>
                  <a:pt x="238580" y="18352"/>
                </a:lnTo>
                <a:cubicBezTo>
                  <a:pt x="238232" y="21190"/>
                  <a:pt x="237761" y="23904"/>
                  <a:pt x="237167" y="26496"/>
                </a:cubicBezTo>
                <a:cubicBezTo>
                  <a:pt x="236572" y="29088"/>
                  <a:pt x="235724" y="31737"/>
                  <a:pt x="234622" y="34445"/>
                </a:cubicBezTo>
                <a:cubicBezTo>
                  <a:pt x="233521" y="37152"/>
                  <a:pt x="232107" y="40026"/>
                  <a:pt x="230382" y="43067"/>
                </a:cubicBezTo>
                <a:cubicBezTo>
                  <a:pt x="228657" y="46106"/>
                  <a:pt x="226490" y="49494"/>
                  <a:pt x="223881" y="53229"/>
                </a:cubicBezTo>
                <a:close/>
                <a:moveTo>
                  <a:pt x="319173" y="17830"/>
                </a:moveTo>
                <a:cubicBezTo>
                  <a:pt x="321058" y="17830"/>
                  <a:pt x="322855" y="17953"/>
                  <a:pt x="324566" y="18200"/>
                </a:cubicBezTo>
                <a:cubicBezTo>
                  <a:pt x="326276" y="18446"/>
                  <a:pt x="327914" y="18801"/>
                  <a:pt x="329480" y="19265"/>
                </a:cubicBezTo>
                <a:lnTo>
                  <a:pt x="336351" y="17569"/>
                </a:lnTo>
                <a:lnTo>
                  <a:pt x="331437" y="41966"/>
                </a:lnTo>
                <a:cubicBezTo>
                  <a:pt x="331321" y="42517"/>
                  <a:pt x="331198" y="43242"/>
                  <a:pt x="331067" y="44140"/>
                </a:cubicBezTo>
                <a:cubicBezTo>
                  <a:pt x="330937" y="45039"/>
                  <a:pt x="330785" y="46250"/>
                  <a:pt x="330611" y="47772"/>
                </a:cubicBezTo>
                <a:cubicBezTo>
                  <a:pt x="330437" y="49294"/>
                  <a:pt x="330219" y="51207"/>
                  <a:pt x="329958" y="53512"/>
                </a:cubicBezTo>
                <a:cubicBezTo>
                  <a:pt x="329697" y="55817"/>
                  <a:pt x="329393" y="58651"/>
                  <a:pt x="329045" y="62014"/>
                </a:cubicBezTo>
                <a:lnTo>
                  <a:pt x="321913" y="62014"/>
                </a:lnTo>
                <a:lnTo>
                  <a:pt x="323000" y="51968"/>
                </a:lnTo>
                <a:cubicBezTo>
                  <a:pt x="321000" y="55447"/>
                  <a:pt x="318572" y="58122"/>
                  <a:pt x="315716" y="59992"/>
                </a:cubicBezTo>
                <a:cubicBezTo>
                  <a:pt x="312860" y="61862"/>
                  <a:pt x="309765" y="62797"/>
                  <a:pt x="306431" y="62797"/>
                </a:cubicBezTo>
                <a:cubicBezTo>
                  <a:pt x="304344" y="62797"/>
                  <a:pt x="302525" y="62449"/>
                  <a:pt x="300974" y="61753"/>
                </a:cubicBezTo>
                <a:cubicBezTo>
                  <a:pt x="299423" y="61057"/>
                  <a:pt x="298140" y="60064"/>
                  <a:pt x="297125" y="58774"/>
                </a:cubicBezTo>
                <a:cubicBezTo>
                  <a:pt x="296110" y="57484"/>
                  <a:pt x="295356" y="55940"/>
                  <a:pt x="294864" y="54143"/>
                </a:cubicBezTo>
                <a:cubicBezTo>
                  <a:pt x="294371" y="52345"/>
                  <a:pt x="294124" y="50345"/>
                  <a:pt x="294124" y="48141"/>
                </a:cubicBezTo>
                <a:cubicBezTo>
                  <a:pt x="294124" y="43966"/>
                  <a:pt x="294668" y="40045"/>
                  <a:pt x="295755" y="36378"/>
                </a:cubicBezTo>
                <a:cubicBezTo>
                  <a:pt x="296842" y="32710"/>
                  <a:pt x="298444" y="29499"/>
                  <a:pt x="300560" y="26745"/>
                </a:cubicBezTo>
                <a:cubicBezTo>
                  <a:pt x="302677" y="23991"/>
                  <a:pt x="305293" y="21817"/>
                  <a:pt x="308410" y="20222"/>
                </a:cubicBezTo>
                <a:cubicBezTo>
                  <a:pt x="311527" y="18627"/>
                  <a:pt x="315114" y="17830"/>
                  <a:pt x="319173" y="17830"/>
                </a:cubicBezTo>
                <a:moveTo>
                  <a:pt x="301778" y="47402"/>
                </a:moveTo>
                <a:cubicBezTo>
                  <a:pt x="301778" y="50156"/>
                  <a:pt x="302256" y="52316"/>
                  <a:pt x="303213" y="53882"/>
                </a:cubicBezTo>
                <a:cubicBezTo>
                  <a:pt x="304170" y="55447"/>
                  <a:pt x="305721" y="56230"/>
                  <a:pt x="307866" y="56230"/>
                </a:cubicBezTo>
                <a:cubicBezTo>
                  <a:pt x="309113" y="56230"/>
                  <a:pt x="310360" y="55940"/>
                  <a:pt x="311606" y="55360"/>
                </a:cubicBezTo>
                <a:cubicBezTo>
                  <a:pt x="312853" y="54781"/>
                  <a:pt x="314071" y="53983"/>
                  <a:pt x="315259" y="52968"/>
                </a:cubicBezTo>
                <a:cubicBezTo>
                  <a:pt x="316448" y="51954"/>
                  <a:pt x="317572" y="50758"/>
                  <a:pt x="318630" y="49381"/>
                </a:cubicBezTo>
                <a:cubicBezTo>
                  <a:pt x="319688" y="48004"/>
                  <a:pt x="320659" y="46525"/>
                  <a:pt x="321543" y="44945"/>
                </a:cubicBezTo>
                <a:cubicBezTo>
                  <a:pt x="322428" y="43365"/>
                  <a:pt x="323189" y="41712"/>
                  <a:pt x="323827" y="39987"/>
                </a:cubicBezTo>
                <a:cubicBezTo>
                  <a:pt x="324464" y="38262"/>
                  <a:pt x="324957" y="36544"/>
                  <a:pt x="325305" y="34834"/>
                </a:cubicBezTo>
                <a:lnTo>
                  <a:pt x="327088" y="25875"/>
                </a:lnTo>
                <a:cubicBezTo>
                  <a:pt x="325726" y="25296"/>
                  <a:pt x="324327" y="24839"/>
                  <a:pt x="322892" y="24506"/>
                </a:cubicBezTo>
                <a:cubicBezTo>
                  <a:pt x="321456" y="24172"/>
                  <a:pt x="320130" y="24005"/>
                  <a:pt x="318912" y="24005"/>
                </a:cubicBezTo>
                <a:cubicBezTo>
                  <a:pt x="316535" y="24005"/>
                  <a:pt x="314462" y="24411"/>
                  <a:pt x="312694" y="25223"/>
                </a:cubicBezTo>
                <a:cubicBezTo>
                  <a:pt x="310925" y="26035"/>
                  <a:pt x="309403" y="27093"/>
                  <a:pt x="308127" y="28398"/>
                </a:cubicBezTo>
                <a:cubicBezTo>
                  <a:pt x="306852" y="29702"/>
                  <a:pt x="305808" y="31188"/>
                  <a:pt x="304996" y="32855"/>
                </a:cubicBezTo>
                <a:cubicBezTo>
                  <a:pt x="304184" y="34522"/>
                  <a:pt x="303539" y="36226"/>
                  <a:pt x="303061" y="37965"/>
                </a:cubicBezTo>
                <a:cubicBezTo>
                  <a:pt x="302583" y="39705"/>
                  <a:pt x="302249" y="41401"/>
                  <a:pt x="302061" y="43053"/>
                </a:cubicBezTo>
                <a:cubicBezTo>
                  <a:pt x="301872" y="44706"/>
                  <a:pt x="301778" y="46155"/>
                  <a:pt x="301778" y="47402"/>
                </a:cubicBezTo>
                <a:close/>
                <a:moveTo>
                  <a:pt x="347898" y="38362"/>
                </a:moveTo>
                <a:cubicBezTo>
                  <a:pt x="348014" y="37810"/>
                  <a:pt x="348138" y="37086"/>
                  <a:pt x="348268" y="36189"/>
                </a:cubicBezTo>
                <a:cubicBezTo>
                  <a:pt x="348398" y="35292"/>
                  <a:pt x="348551" y="34084"/>
                  <a:pt x="348725" y="32566"/>
                </a:cubicBezTo>
                <a:cubicBezTo>
                  <a:pt x="348899" y="31046"/>
                  <a:pt x="349116" y="29137"/>
                  <a:pt x="349377" y="26836"/>
                </a:cubicBezTo>
                <a:cubicBezTo>
                  <a:pt x="349638" y="24536"/>
                  <a:pt x="349942" y="21708"/>
                  <a:pt x="350290" y="18352"/>
                </a:cubicBezTo>
                <a:lnTo>
                  <a:pt x="357422" y="18352"/>
                </a:lnTo>
                <a:lnTo>
                  <a:pt x="356335" y="28415"/>
                </a:lnTo>
                <a:cubicBezTo>
                  <a:pt x="357350" y="26940"/>
                  <a:pt x="358451" y="25545"/>
                  <a:pt x="359640" y="24230"/>
                </a:cubicBezTo>
                <a:cubicBezTo>
                  <a:pt x="360829" y="22913"/>
                  <a:pt x="362133" y="21764"/>
                  <a:pt x="363554" y="20781"/>
                </a:cubicBezTo>
                <a:cubicBezTo>
                  <a:pt x="364975" y="19797"/>
                  <a:pt x="366526" y="19016"/>
                  <a:pt x="368207" y="18438"/>
                </a:cubicBezTo>
                <a:cubicBezTo>
                  <a:pt x="369889" y="17859"/>
                  <a:pt x="371730" y="17569"/>
                  <a:pt x="373730" y="17569"/>
                </a:cubicBezTo>
                <a:cubicBezTo>
                  <a:pt x="378514" y="17569"/>
                  <a:pt x="381819" y="19059"/>
                  <a:pt x="383646" y="22038"/>
                </a:cubicBezTo>
                <a:cubicBezTo>
                  <a:pt x="385472" y="25017"/>
                  <a:pt x="385762" y="29325"/>
                  <a:pt x="384515" y="34964"/>
                </a:cubicBezTo>
                <a:lnTo>
                  <a:pt x="376818" y="34964"/>
                </a:lnTo>
                <a:cubicBezTo>
                  <a:pt x="377253" y="32972"/>
                  <a:pt x="377470" y="31283"/>
                  <a:pt x="377470" y="29897"/>
                </a:cubicBezTo>
                <a:cubicBezTo>
                  <a:pt x="377470" y="28511"/>
                  <a:pt x="377275" y="27392"/>
                  <a:pt x="376883" y="26540"/>
                </a:cubicBezTo>
                <a:cubicBezTo>
                  <a:pt x="376492" y="25688"/>
                  <a:pt x="375912" y="25068"/>
                  <a:pt x="375144" y="24678"/>
                </a:cubicBezTo>
                <a:cubicBezTo>
                  <a:pt x="374375" y="24288"/>
                  <a:pt x="373455" y="24092"/>
                  <a:pt x="372382" y="24092"/>
                </a:cubicBezTo>
                <a:cubicBezTo>
                  <a:pt x="370295" y="24092"/>
                  <a:pt x="368265" y="24722"/>
                  <a:pt x="366294" y="25981"/>
                </a:cubicBezTo>
                <a:cubicBezTo>
                  <a:pt x="364322" y="27240"/>
                  <a:pt x="362518" y="28889"/>
                  <a:pt x="360880" y="30930"/>
                </a:cubicBezTo>
                <a:cubicBezTo>
                  <a:pt x="359242" y="32969"/>
                  <a:pt x="357835" y="35262"/>
                  <a:pt x="356661" y="37809"/>
                </a:cubicBezTo>
                <a:cubicBezTo>
                  <a:pt x="355487" y="40356"/>
                  <a:pt x="354639" y="42921"/>
                  <a:pt x="354117" y="45506"/>
                </a:cubicBezTo>
                <a:lnTo>
                  <a:pt x="350812" y="62014"/>
                </a:lnTo>
                <a:lnTo>
                  <a:pt x="343158" y="62014"/>
                </a:lnTo>
                <a:lnTo>
                  <a:pt x="347898" y="38362"/>
                </a:lnTo>
                <a:close/>
                <a:moveTo>
                  <a:pt x="396671" y="38362"/>
                </a:moveTo>
                <a:cubicBezTo>
                  <a:pt x="396787" y="37810"/>
                  <a:pt x="396911" y="37086"/>
                  <a:pt x="397041" y="36189"/>
                </a:cubicBezTo>
                <a:cubicBezTo>
                  <a:pt x="397171" y="35292"/>
                  <a:pt x="397324" y="34084"/>
                  <a:pt x="397498" y="32566"/>
                </a:cubicBezTo>
                <a:cubicBezTo>
                  <a:pt x="397672" y="31046"/>
                  <a:pt x="397889" y="29137"/>
                  <a:pt x="398150" y="26836"/>
                </a:cubicBezTo>
                <a:cubicBezTo>
                  <a:pt x="398411" y="24536"/>
                  <a:pt x="398715" y="21708"/>
                  <a:pt x="399063" y="18352"/>
                </a:cubicBezTo>
                <a:lnTo>
                  <a:pt x="406195" y="18352"/>
                </a:lnTo>
                <a:lnTo>
                  <a:pt x="405108" y="28415"/>
                </a:lnTo>
                <a:cubicBezTo>
                  <a:pt x="406123" y="26940"/>
                  <a:pt x="407224" y="25545"/>
                  <a:pt x="408413" y="24230"/>
                </a:cubicBezTo>
                <a:cubicBezTo>
                  <a:pt x="409602" y="22913"/>
                  <a:pt x="410906" y="21764"/>
                  <a:pt x="412327" y="20781"/>
                </a:cubicBezTo>
                <a:cubicBezTo>
                  <a:pt x="413748" y="19797"/>
                  <a:pt x="415299" y="19016"/>
                  <a:pt x="416980" y="18438"/>
                </a:cubicBezTo>
                <a:cubicBezTo>
                  <a:pt x="418662" y="17859"/>
                  <a:pt x="420503" y="17569"/>
                  <a:pt x="422503" y="17569"/>
                </a:cubicBezTo>
                <a:cubicBezTo>
                  <a:pt x="427287" y="17569"/>
                  <a:pt x="430592" y="19059"/>
                  <a:pt x="432419" y="22038"/>
                </a:cubicBezTo>
                <a:cubicBezTo>
                  <a:pt x="434245" y="25017"/>
                  <a:pt x="434535" y="29325"/>
                  <a:pt x="433288" y="34964"/>
                </a:cubicBezTo>
                <a:lnTo>
                  <a:pt x="425591" y="34964"/>
                </a:lnTo>
                <a:cubicBezTo>
                  <a:pt x="426026" y="32972"/>
                  <a:pt x="426243" y="31283"/>
                  <a:pt x="426243" y="29897"/>
                </a:cubicBezTo>
                <a:cubicBezTo>
                  <a:pt x="426243" y="28511"/>
                  <a:pt x="426048" y="27392"/>
                  <a:pt x="425656" y="26540"/>
                </a:cubicBezTo>
                <a:cubicBezTo>
                  <a:pt x="425265" y="25688"/>
                  <a:pt x="424685" y="25068"/>
                  <a:pt x="423917" y="24678"/>
                </a:cubicBezTo>
                <a:cubicBezTo>
                  <a:pt x="423148" y="24288"/>
                  <a:pt x="422228" y="24092"/>
                  <a:pt x="421155" y="24092"/>
                </a:cubicBezTo>
                <a:cubicBezTo>
                  <a:pt x="419068" y="24092"/>
                  <a:pt x="417038" y="24722"/>
                  <a:pt x="415067" y="25981"/>
                </a:cubicBezTo>
                <a:cubicBezTo>
                  <a:pt x="413095" y="27240"/>
                  <a:pt x="411291" y="28889"/>
                  <a:pt x="409653" y="30930"/>
                </a:cubicBezTo>
                <a:cubicBezTo>
                  <a:pt x="408014" y="32969"/>
                  <a:pt x="406608" y="35262"/>
                  <a:pt x="405434" y="37809"/>
                </a:cubicBezTo>
                <a:cubicBezTo>
                  <a:pt x="404260" y="40356"/>
                  <a:pt x="403412" y="42921"/>
                  <a:pt x="402890" y="45506"/>
                </a:cubicBezTo>
                <a:lnTo>
                  <a:pt x="399585" y="62014"/>
                </a:lnTo>
                <a:lnTo>
                  <a:pt x="391931" y="62014"/>
                </a:lnTo>
                <a:lnTo>
                  <a:pt x="396671" y="38362"/>
                </a:lnTo>
                <a:close/>
                <a:moveTo>
                  <a:pt x="465492" y="17830"/>
                </a:moveTo>
                <a:cubicBezTo>
                  <a:pt x="467377" y="17830"/>
                  <a:pt x="469174" y="17953"/>
                  <a:pt x="470885" y="18200"/>
                </a:cubicBezTo>
                <a:cubicBezTo>
                  <a:pt x="472595" y="18446"/>
                  <a:pt x="474233" y="18801"/>
                  <a:pt x="475799" y="19265"/>
                </a:cubicBezTo>
                <a:lnTo>
                  <a:pt x="482670" y="17569"/>
                </a:lnTo>
                <a:lnTo>
                  <a:pt x="477756" y="41966"/>
                </a:lnTo>
                <a:cubicBezTo>
                  <a:pt x="477640" y="42517"/>
                  <a:pt x="477517" y="43242"/>
                  <a:pt x="477386" y="44140"/>
                </a:cubicBezTo>
                <a:cubicBezTo>
                  <a:pt x="477256" y="45039"/>
                  <a:pt x="477104" y="46250"/>
                  <a:pt x="476930" y="47772"/>
                </a:cubicBezTo>
                <a:cubicBezTo>
                  <a:pt x="476756" y="49294"/>
                  <a:pt x="476538" y="51207"/>
                  <a:pt x="476277" y="53512"/>
                </a:cubicBezTo>
                <a:cubicBezTo>
                  <a:pt x="476016" y="55817"/>
                  <a:pt x="475712" y="58651"/>
                  <a:pt x="475364" y="62014"/>
                </a:cubicBezTo>
                <a:lnTo>
                  <a:pt x="468232" y="62014"/>
                </a:lnTo>
                <a:lnTo>
                  <a:pt x="469319" y="51968"/>
                </a:lnTo>
                <a:cubicBezTo>
                  <a:pt x="467319" y="55447"/>
                  <a:pt x="464891" y="58122"/>
                  <a:pt x="462035" y="59992"/>
                </a:cubicBezTo>
                <a:cubicBezTo>
                  <a:pt x="459179" y="61862"/>
                  <a:pt x="456084" y="62797"/>
                  <a:pt x="452750" y="62797"/>
                </a:cubicBezTo>
                <a:cubicBezTo>
                  <a:pt x="450663" y="62797"/>
                  <a:pt x="448844" y="62449"/>
                  <a:pt x="447293" y="61753"/>
                </a:cubicBezTo>
                <a:cubicBezTo>
                  <a:pt x="445741" y="61057"/>
                  <a:pt x="444459" y="60064"/>
                  <a:pt x="443444" y="58774"/>
                </a:cubicBezTo>
                <a:cubicBezTo>
                  <a:pt x="442429" y="57484"/>
                  <a:pt x="441675" y="55940"/>
                  <a:pt x="441182" y="54143"/>
                </a:cubicBezTo>
                <a:cubicBezTo>
                  <a:pt x="440690" y="52345"/>
                  <a:pt x="440443" y="50345"/>
                  <a:pt x="440443" y="48141"/>
                </a:cubicBezTo>
                <a:cubicBezTo>
                  <a:pt x="440443" y="43966"/>
                  <a:pt x="440987" y="40045"/>
                  <a:pt x="442074" y="36378"/>
                </a:cubicBezTo>
                <a:cubicBezTo>
                  <a:pt x="443161" y="32710"/>
                  <a:pt x="444763" y="29499"/>
                  <a:pt x="446879" y="26745"/>
                </a:cubicBezTo>
                <a:cubicBezTo>
                  <a:pt x="448996" y="23991"/>
                  <a:pt x="451612" y="21817"/>
                  <a:pt x="454729" y="20222"/>
                </a:cubicBezTo>
                <a:cubicBezTo>
                  <a:pt x="457846" y="18627"/>
                  <a:pt x="461433" y="17830"/>
                  <a:pt x="465492" y="17830"/>
                </a:cubicBezTo>
                <a:moveTo>
                  <a:pt x="448097" y="47402"/>
                </a:moveTo>
                <a:cubicBezTo>
                  <a:pt x="448097" y="50156"/>
                  <a:pt x="448575" y="52316"/>
                  <a:pt x="449532" y="53882"/>
                </a:cubicBezTo>
                <a:cubicBezTo>
                  <a:pt x="450489" y="55447"/>
                  <a:pt x="452040" y="56230"/>
                  <a:pt x="454185" y="56230"/>
                </a:cubicBezTo>
                <a:cubicBezTo>
                  <a:pt x="455432" y="56230"/>
                  <a:pt x="456679" y="55940"/>
                  <a:pt x="457925" y="55360"/>
                </a:cubicBezTo>
                <a:cubicBezTo>
                  <a:pt x="459172" y="54781"/>
                  <a:pt x="460390" y="53983"/>
                  <a:pt x="461578" y="52968"/>
                </a:cubicBezTo>
                <a:cubicBezTo>
                  <a:pt x="462767" y="51954"/>
                  <a:pt x="463891" y="50758"/>
                  <a:pt x="464949" y="49381"/>
                </a:cubicBezTo>
                <a:cubicBezTo>
                  <a:pt x="466007" y="48004"/>
                  <a:pt x="466978" y="46525"/>
                  <a:pt x="467862" y="44945"/>
                </a:cubicBezTo>
                <a:cubicBezTo>
                  <a:pt x="468747" y="43365"/>
                  <a:pt x="469508" y="41712"/>
                  <a:pt x="470146" y="39987"/>
                </a:cubicBezTo>
                <a:cubicBezTo>
                  <a:pt x="470783" y="38262"/>
                  <a:pt x="471276" y="36544"/>
                  <a:pt x="471624" y="34834"/>
                </a:cubicBezTo>
                <a:lnTo>
                  <a:pt x="473407" y="25875"/>
                </a:lnTo>
                <a:cubicBezTo>
                  <a:pt x="472045" y="25296"/>
                  <a:pt x="470646" y="24839"/>
                  <a:pt x="469211" y="24506"/>
                </a:cubicBezTo>
                <a:cubicBezTo>
                  <a:pt x="467775" y="24172"/>
                  <a:pt x="466449" y="24005"/>
                  <a:pt x="465231" y="24005"/>
                </a:cubicBezTo>
                <a:cubicBezTo>
                  <a:pt x="462854" y="24005"/>
                  <a:pt x="460781" y="24411"/>
                  <a:pt x="459013" y="25223"/>
                </a:cubicBezTo>
                <a:cubicBezTo>
                  <a:pt x="457244" y="26035"/>
                  <a:pt x="455722" y="27093"/>
                  <a:pt x="454446" y="28398"/>
                </a:cubicBezTo>
                <a:cubicBezTo>
                  <a:pt x="453171" y="29702"/>
                  <a:pt x="452127" y="31188"/>
                  <a:pt x="451315" y="32855"/>
                </a:cubicBezTo>
                <a:cubicBezTo>
                  <a:pt x="450503" y="34522"/>
                  <a:pt x="449858" y="36226"/>
                  <a:pt x="449380" y="37965"/>
                </a:cubicBezTo>
                <a:cubicBezTo>
                  <a:pt x="448902" y="39705"/>
                  <a:pt x="448568" y="41401"/>
                  <a:pt x="448380" y="43053"/>
                </a:cubicBezTo>
                <a:cubicBezTo>
                  <a:pt x="448191" y="44706"/>
                  <a:pt x="448097" y="46155"/>
                  <a:pt x="448097" y="47402"/>
                </a:cubicBezTo>
                <a:close/>
                <a:moveTo>
                  <a:pt x="516483" y="53229"/>
                </a:moveTo>
                <a:cubicBezTo>
                  <a:pt x="513932" y="56889"/>
                  <a:pt x="511598" y="60091"/>
                  <a:pt x="509482" y="62836"/>
                </a:cubicBezTo>
                <a:cubicBezTo>
                  <a:pt x="507365" y="65581"/>
                  <a:pt x="505401" y="67956"/>
                  <a:pt x="503589" y="69960"/>
                </a:cubicBezTo>
                <a:cubicBezTo>
                  <a:pt x="501777" y="71964"/>
                  <a:pt x="500081" y="73612"/>
                  <a:pt x="498501" y="74904"/>
                </a:cubicBezTo>
                <a:cubicBezTo>
                  <a:pt x="496921" y="76197"/>
                  <a:pt x="495391" y="77235"/>
                  <a:pt x="493913" y="78018"/>
                </a:cubicBezTo>
                <a:cubicBezTo>
                  <a:pt x="492434" y="78800"/>
                  <a:pt x="490970" y="79344"/>
                  <a:pt x="489521" y="79648"/>
                </a:cubicBezTo>
                <a:cubicBezTo>
                  <a:pt x="488071" y="79953"/>
                  <a:pt x="486578" y="80105"/>
                  <a:pt x="485041" y="80105"/>
                </a:cubicBezTo>
                <a:cubicBezTo>
                  <a:pt x="484287" y="80105"/>
                  <a:pt x="483577" y="80083"/>
                  <a:pt x="482910" y="80040"/>
                </a:cubicBezTo>
                <a:cubicBezTo>
                  <a:pt x="482244" y="79996"/>
                  <a:pt x="481475" y="79931"/>
                  <a:pt x="480605" y="79844"/>
                </a:cubicBezTo>
                <a:lnTo>
                  <a:pt x="480605" y="72973"/>
                </a:lnTo>
                <a:cubicBezTo>
                  <a:pt x="481388" y="73118"/>
                  <a:pt x="482200" y="73227"/>
                  <a:pt x="483041" y="73299"/>
                </a:cubicBezTo>
                <a:cubicBezTo>
                  <a:pt x="483882" y="73372"/>
                  <a:pt x="484722" y="73408"/>
                  <a:pt x="485563" y="73408"/>
                </a:cubicBezTo>
                <a:cubicBezTo>
                  <a:pt x="486955" y="73408"/>
                  <a:pt x="488267" y="73205"/>
                  <a:pt x="489499" y="72799"/>
                </a:cubicBezTo>
                <a:cubicBezTo>
                  <a:pt x="490731" y="72393"/>
                  <a:pt x="491963" y="71734"/>
                  <a:pt x="493195" y="70820"/>
                </a:cubicBezTo>
                <a:cubicBezTo>
                  <a:pt x="494427" y="69907"/>
                  <a:pt x="495689" y="68726"/>
                  <a:pt x="496979" y="67276"/>
                </a:cubicBezTo>
                <a:cubicBezTo>
                  <a:pt x="498269" y="65826"/>
                  <a:pt x="499668" y="64072"/>
                  <a:pt x="501175" y="62014"/>
                </a:cubicBezTo>
                <a:lnTo>
                  <a:pt x="492347" y="18352"/>
                </a:lnTo>
                <a:lnTo>
                  <a:pt x="500523" y="18352"/>
                </a:lnTo>
                <a:lnTo>
                  <a:pt x="506220" y="47315"/>
                </a:lnTo>
                <a:lnTo>
                  <a:pt x="507307" y="54708"/>
                </a:lnTo>
                <a:cubicBezTo>
                  <a:pt x="509424" y="51664"/>
                  <a:pt x="511257" y="48873"/>
                  <a:pt x="512808" y="46337"/>
                </a:cubicBezTo>
                <a:cubicBezTo>
                  <a:pt x="514359" y="43800"/>
                  <a:pt x="515693" y="41459"/>
                  <a:pt x="516809" y="39313"/>
                </a:cubicBezTo>
                <a:cubicBezTo>
                  <a:pt x="517926" y="37168"/>
                  <a:pt x="518839" y="35175"/>
                  <a:pt x="519549" y="33334"/>
                </a:cubicBezTo>
                <a:cubicBezTo>
                  <a:pt x="520259" y="31493"/>
                  <a:pt x="520839" y="29739"/>
                  <a:pt x="521289" y="28072"/>
                </a:cubicBezTo>
                <a:cubicBezTo>
                  <a:pt x="521738" y="26405"/>
                  <a:pt x="522079" y="24781"/>
                  <a:pt x="522311" y="23201"/>
                </a:cubicBezTo>
                <a:cubicBezTo>
                  <a:pt x="522542" y="21621"/>
                  <a:pt x="522731" y="20005"/>
                  <a:pt x="522876" y="18352"/>
                </a:cubicBezTo>
                <a:lnTo>
                  <a:pt x="531182" y="18352"/>
                </a:lnTo>
                <a:cubicBezTo>
                  <a:pt x="530834" y="21190"/>
                  <a:pt x="530363" y="23904"/>
                  <a:pt x="529769" y="26496"/>
                </a:cubicBezTo>
                <a:cubicBezTo>
                  <a:pt x="529174" y="29088"/>
                  <a:pt x="528326" y="31737"/>
                  <a:pt x="527225" y="34445"/>
                </a:cubicBezTo>
                <a:cubicBezTo>
                  <a:pt x="526123" y="37152"/>
                  <a:pt x="524710" y="40026"/>
                  <a:pt x="522985" y="43067"/>
                </a:cubicBezTo>
                <a:cubicBezTo>
                  <a:pt x="521260" y="46106"/>
                  <a:pt x="519092" y="49494"/>
                  <a:pt x="516483" y="53229"/>
                </a:cubicBezTo>
                <a:close/>
                <a:moveTo>
                  <a:pt x="603331" y="62782"/>
                </a:moveTo>
                <a:cubicBezTo>
                  <a:pt x="602722" y="65800"/>
                  <a:pt x="601867" y="68404"/>
                  <a:pt x="600765" y="70595"/>
                </a:cubicBezTo>
                <a:cubicBezTo>
                  <a:pt x="599663" y="72785"/>
                  <a:pt x="598264" y="74599"/>
                  <a:pt x="596568" y="76035"/>
                </a:cubicBezTo>
                <a:cubicBezTo>
                  <a:pt x="594872" y="77472"/>
                  <a:pt x="592857" y="78538"/>
                  <a:pt x="590524" y="79234"/>
                </a:cubicBezTo>
                <a:cubicBezTo>
                  <a:pt x="588190" y="79931"/>
                  <a:pt x="585486" y="80279"/>
                  <a:pt x="582413" y="80279"/>
                </a:cubicBezTo>
                <a:cubicBezTo>
                  <a:pt x="581833" y="80279"/>
                  <a:pt x="581137" y="80265"/>
                  <a:pt x="580326" y="80236"/>
                </a:cubicBezTo>
                <a:cubicBezTo>
                  <a:pt x="579514" y="80207"/>
                  <a:pt x="578818" y="80163"/>
                  <a:pt x="578238" y="80105"/>
                </a:cubicBezTo>
                <a:lnTo>
                  <a:pt x="579456" y="73582"/>
                </a:lnTo>
                <a:cubicBezTo>
                  <a:pt x="580789" y="73756"/>
                  <a:pt x="582036" y="73843"/>
                  <a:pt x="583196" y="73843"/>
                </a:cubicBezTo>
                <a:cubicBezTo>
                  <a:pt x="586646" y="73843"/>
                  <a:pt x="589400" y="72957"/>
                  <a:pt x="591459" y="71185"/>
                </a:cubicBezTo>
                <a:cubicBezTo>
                  <a:pt x="593517" y="69412"/>
                  <a:pt x="594923" y="66611"/>
                  <a:pt x="595677" y="62781"/>
                </a:cubicBezTo>
                <a:lnTo>
                  <a:pt x="602070" y="30964"/>
                </a:lnTo>
                <a:lnTo>
                  <a:pt x="588023" y="30964"/>
                </a:lnTo>
                <a:lnTo>
                  <a:pt x="589284" y="24658"/>
                </a:lnTo>
                <a:lnTo>
                  <a:pt x="603331" y="24658"/>
                </a:lnTo>
                <a:lnTo>
                  <a:pt x="604766" y="17439"/>
                </a:lnTo>
                <a:cubicBezTo>
                  <a:pt x="605926" y="11669"/>
                  <a:pt x="608187" y="7320"/>
                  <a:pt x="611550" y="4392"/>
                </a:cubicBezTo>
                <a:cubicBezTo>
                  <a:pt x="614913" y="1464"/>
                  <a:pt x="619624" y="0"/>
                  <a:pt x="625684" y="0"/>
                </a:cubicBezTo>
                <a:cubicBezTo>
                  <a:pt x="627220" y="0"/>
                  <a:pt x="628909" y="87"/>
                  <a:pt x="630750" y="262"/>
                </a:cubicBezTo>
                <a:cubicBezTo>
                  <a:pt x="632591" y="437"/>
                  <a:pt x="634410" y="699"/>
                  <a:pt x="636208" y="1049"/>
                </a:cubicBezTo>
                <a:lnTo>
                  <a:pt x="634860" y="7523"/>
                </a:lnTo>
                <a:cubicBezTo>
                  <a:pt x="633207" y="7133"/>
                  <a:pt x="631547" y="6833"/>
                  <a:pt x="629880" y="6622"/>
                </a:cubicBezTo>
                <a:cubicBezTo>
                  <a:pt x="628213" y="6411"/>
                  <a:pt x="626553" y="6306"/>
                  <a:pt x="624901" y="6306"/>
                </a:cubicBezTo>
                <a:cubicBezTo>
                  <a:pt x="621451" y="6306"/>
                  <a:pt x="618697" y="7234"/>
                  <a:pt x="616638" y="9089"/>
                </a:cubicBezTo>
                <a:cubicBezTo>
                  <a:pt x="614580" y="10945"/>
                  <a:pt x="613174" y="13728"/>
                  <a:pt x="612420" y="17439"/>
                </a:cubicBezTo>
                <a:lnTo>
                  <a:pt x="610985" y="24658"/>
                </a:lnTo>
                <a:lnTo>
                  <a:pt x="630163" y="24658"/>
                </a:lnTo>
                <a:lnTo>
                  <a:pt x="628902" y="30964"/>
                </a:lnTo>
                <a:lnTo>
                  <a:pt x="609767" y="30964"/>
                </a:lnTo>
                <a:lnTo>
                  <a:pt x="603331" y="62782"/>
                </a:lnTo>
                <a:moveTo>
                  <a:pt x="582761" y="18352"/>
                </a:moveTo>
                <a:lnTo>
                  <a:pt x="582761" y="18352"/>
                </a:lnTo>
                <a:close/>
                <a:moveTo>
                  <a:pt x="651582" y="62797"/>
                </a:moveTo>
                <a:cubicBezTo>
                  <a:pt x="646363" y="62797"/>
                  <a:pt x="642297" y="61456"/>
                  <a:pt x="639384" y="58774"/>
                </a:cubicBezTo>
                <a:cubicBezTo>
                  <a:pt x="636470" y="56092"/>
                  <a:pt x="635013" y="52070"/>
                  <a:pt x="635013" y="46706"/>
                </a:cubicBezTo>
                <a:cubicBezTo>
                  <a:pt x="635013" y="44300"/>
                  <a:pt x="635267" y="41915"/>
                  <a:pt x="635774" y="39552"/>
                </a:cubicBezTo>
                <a:cubicBezTo>
                  <a:pt x="636281" y="37190"/>
                  <a:pt x="637028" y="34928"/>
                  <a:pt x="638014" y="32768"/>
                </a:cubicBezTo>
                <a:cubicBezTo>
                  <a:pt x="638999" y="30608"/>
                  <a:pt x="640217" y="28601"/>
                  <a:pt x="641667" y="26745"/>
                </a:cubicBezTo>
                <a:cubicBezTo>
                  <a:pt x="643116" y="24890"/>
                  <a:pt x="644783" y="23281"/>
                  <a:pt x="646668" y="21918"/>
                </a:cubicBezTo>
                <a:cubicBezTo>
                  <a:pt x="648552" y="20555"/>
                  <a:pt x="650632" y="19490"/>
                  <a:pt x="652908" y="18722"/>
                </a:cubicBezTo>
                <a:cubicBezTo>
                  <a:pt x="655184" y="17953"/>
                  <a:pt x="657656" y="17569"/>
                  <a:pt x="660323" y="17569"/>
                </a:cubicBezTo>
                <a:cubicBezTo>
                  <a:pt x="662932" y="17569"/>
                  <a:pt x="665259" y="17910"/>
                  <a:pt x="667303" y="18591"/>
                </a:cubicBezTo>
                <a:cubicBezTo>
                  <a:pt x="669347" y="19272"/>
                  <a:pt x="671072" y="20287"/>
                  <a:pt x="672478" y="21635"/>
                </a:cubicBezTo>
                <a:cubicBezTo>
                  <a:pt x="673884" y="22983"/>
                  <a:pt x="674964" y="24665"/>
                  <a:pt x="675718" y="26680"/>
                </a:cubicBezTo>
                <a:cubicBezTo>
                  <a:pt x="676472" y="28695"/>
                  <a:pt x="676849" y="31036"/>
                  <a:pt x="676849" y="33703"/>
                </a:cubicBezTo>
                <a:cubicBezTo>
                  <a:pt x="676849" y="36081"/>
                  <a:pt x="676595" y="38451"/>
                  <a:pt x="676087" y="40814"/>
                </a:cubicBezTo>
                <a:cubicBezTo>
                  <a:pt x="675580" y="43176"/>
                  <a:pt x="674834" y="45438"/>
                  <a:pt x="673848" y="47598"/>
                </a:cubicBezTo>
                <a:cubicBezTo>
                  <a:pt x="672862" y="49758"/>
                  <a:pt x="671644" y="51765"/>
                  <a:pt x="670195" y="53621"/>
                </a:cubicBezTo>
                <a:cubicBezTo>
                  <a:pt x="668745" y="55476"/>
                  <a:pt x="667085" y="57085"/>
                  <a:pt x="665215" y="58448"/>
                </a:cubicBezTo>
                <a:cubicBezTo>
                  <a:pt x="663345" y="59811"/>
                  <a:pt x="661265" y="60876"/>
                  <a:pt x="658975" y="61644"/>
                </a:cubicBezTo>
                <a:cubicBezTo>
                  <a:pt x="656685" y="62413"/>
                  <a:pt x="654220" y="62797"/>
                  <a:pt x="651582" y="62797"/>
                </a:cubicBezTo>
                <a:moveTo>
                  <a:pt x="669108" y="34486"/>
                </a:moveTo>
                <a:cubicBezTo>
                  <a:pt x="669108" y="30978"/>
                  <a:pt x="668281" y="28354"/>
                  <a:pt x="666629" y="26615"/>
                </a:cubicBezTo>
                <a:cubicBezTo>
                  <a:pt x="664976" y="24875"/>
                  <a:pt x="662570" y="24005"/>
                  <a:pt x="659410" y="24005"/>
                </a:cubicBezTo>
                <a:cubicBezTo>
                  <a:pt x="657612" y="24005"/>
                  <a:pt x="655945" y="24317"/>
                  <a:pt x="654409" y="24940"/>
                </a:cubicBezTo>
                <a:cubicBezTo>
                  <a:pt x="652872" y="25564"/>
                  <a:pt x="651488" y="26419"/>
                  <a:pt x="650256" y="27506"/>
                </a:cubicBezTo>
                <a:cubicBezTo>
                  <a:pt x="649023" y="28593"/>
                  <a:pt x="647936" y="29855"/>
                  <a:pt x="646994" y="31290"/>
                </a:cubicBezTo>
                <a:cubicBezTo>
                  <a:pt x="646052" y="32725"/>
                  <a:pt x="645269" y="34247"/>
                  <a:pt x="644646" y="35856"/>
                </a:cubicBezTo>
                <a:cubicBezTo>
                  <a:pt x="644022" y="37465"/>
                  <a:pt x="643551" y="39132"/>
                  <a:pt x="643232" y="40857"/>
                </a:cubicBezTo>
                <a:cubicBezTo>
                  <a:pt x="642913" y="42582"/>
                  <a:pt x="642754" y="44256"/>
                  <a:pt x="642754" y="45880"/>
                </a:cubicBezTo>
                <a:cubicBezTo>
                  <a:pt x="642754" y="49388"/>
                  <a:pt x="643580" y="52019"/>
                  <a:pt x="645233" y="53773"/>
                </a:cubicBezTo>
                <a:cubicBezTo>
                  <a:pt x="646885" y="55527"/>
                  <a:pt x="649292" y="56404"/>
                  <a:pt x="652452" y="56404"/>
                </a:cubicBezTo>
                <a:cubicBezTo>
                  <a:pt x="654278" y="56404"/>
                  <a:pt x="655952" y="56092"/>
                  <a:pt x="657475" y="55469"/>
                </a:cubicBezTo>
                <a:cubicBezTo>
                  <a:pt x="658997" y="54846"/>
                  <a:pt x="660374" y="53990"/>
                  <a:pt x="661606" y="52903"/>
                </a:cubicBezTo>
                <a:cubicBezTo>
                  <a:pt x="662838" y="51816"/>
                  <a:pt x="663925" y="50555"/>
                  <a:pt x="664868" y="49120"/>
                </a:cubicBezTo>
                <a:cubicBezTo>
                  <a:pt x="665810" y="47685"/>
                  <a:pt x="666593" y="46155"/>
                  <a:pt x="667216" y="44532"/>
                </a:cubicBezTo>
                <a:cubicBezTo>
                  <a:pt x="667839" y="42908"/>
                  <a:pt x="668310" y="41234"/>
                  <a:pt x="668629" y="39509"/>
                </a:cubicBezTo>
                <a:cubicBezTo>
                  <a:pt x="668948" y="37784"/>
                  <a:pt x="669108" y="36110"/>
                  <a:pt x="669108" y="34486"/>
                </a:cubicBezTo>
                <a:close/>
                <a:moveTo>
                  <a:pt x="689309" y="38362"/>
                </a:moveTo>
                <a:cubicBezTo>
                  <a:pt x="689425" y="37810"/>
                  <a:pt x="689548" y="37086"/>
                  <a:pt x="689678" y="36189"/>
                </a:cubicBezTo>
                <a:cubicBezTo>
                  <a:pt x="689809" y="35292"/>
                  <a:pt x="689961" y="34084"/>
                  <a:pt x="690135" y="32566"/>
                </a:cubicBezTo>
                <a:cubicBezTo>
                  <a:pt x="690309" y="31046"/>
                  <a:pt x="690526" y="29137"/>
                  <a:pt x="690787" y="26836"/>
                </a:cubicBezTo>
                <a:cubicBezTo>
                  <a:pt x="691048" y="24536"/>
                  <a:pt x="691353" y="21708"/>
                  <a:pt x="691701" y="18352"/>
                </a:cubicBezTo>
                <a:lnTo>
                  <a:pt x="698833" y="18352"/>
                </a:lnTo>
                <a:lnTo>
                  <a:pt x="697745" y="28415"/>
                </a:lnTo>
                <a:cubicBezTo>
                  <a:pt x="698760" y="26940"/>
                  <a:pt x="699862" y="25545"/>
                  <a:pt x="701050" y="24230"/>
                </a:cubicBezTo>
                <a:cubicBezTo>
                  <a:pt x="702239" y="22913"/>
                  <a:pt x="703544" y="21764"/>
                  <a:pt x="704964" y="20781"/>
                </a:cubicBezTo>
                <a:cubicBezTo>
                  <a:pt x="706385" y="19797"/>
                  <a:pt x="707936" y="19016"/>
                  <a:pt x="709618" y="18438"/>
                </a:cubicBezTo>
                <a:cubicBezTo>
                  <a:pt x="711299" y="17859"/>
                  <a:pt x="713140" y="17569"/>
                  <a:pt x="715141" y="17569"/>
                </a:cubicBezTo>
                <a:cubicBezTo>
                  <a:pt x="719924" y="17569"/>
                  <a:pt x="723229" y="19059"/>
                  <a:pt x="725056" y="22038"/>
                </a:cubicBezTo>
                <a:cubicBezTo>
                  <a:pt x="726882" y="25017"/>
                  <a:pt x="727172" y="29325"/>
                  <a:pt x="725926" y="34964"/>
                </a:cubicBezTo>
                <a:lnTo>
                  <a:pt x="718228" y="34964"/>
                </a:lnTo>
                <a:cubicBezTo>
                  <a:pt x="718663" y="32972"/>
                  <a:pt x="718881" y="31283"/>
                  <a:pt x="718881" y="29897"/>
                </a:cubicBezTo>
                <a:cubicBezTo>
                  <a:pt x="718881" y="28511"/>
                  <a:pt x="718685" y="27392"/>
                  <a:pt x="718294" y="26540"/>
                </a:cubicBezTo>
                <a:cubicBezTo>
                  <a:pt x="717902" y="25688"/>
                  <a:pt x="717322" y="25068"/>
                  <a:pt x="716554" y="24678"/>
                </a:cubicBezTo>
                <a:cubicBezTo>
                  <a:pt x="715786" y="24288"/>
                  <a:pt x="714865" y="24092"/>
                  <a:pt x="713792" y="24092"/>
                </a:cubicBezTo>
                <a:cubicBezTo>
                  <a:pt x="711705" y="24092"/>
                  <a:pt x="709676" y="24722"/>
                  <a:pt x="707704" y="25981"/>
                </a:cubicBezTo>
                <a:cubicBezTo>
                  <a:pt x="705733" y="27240"/>
                  <a:pt x="703928" y="28889"/>
                  <a:pt x="702290" y="30930"/>
                </a:cubicBezTo>
                <a:cubicBezTo>
                  <a:pt x="700652" y="32969"/>
                  <a:pt x="699246" y="35262"/>
                  <a:pt x="698072" y="37809"/>
                </a:cubicBezTo>
                <a:cubicBezTo>
                  <a:pt x="696897" y="40356"/>
                  <a:pt x="696049" y="42921"/>
                  <a:pt x="695527" y="45506"/>
                </a:cubicBezTo>
                <a:lnTo>
                  <a:pt x="692222" y="62014"/>
                </a:lnTo>
                <a:lnTo>
                  <a:pt x="684568" y="62014"/>
                </a:lnTo>
                <a:lnTo>
                  <a:pt x="689309" y="38362"/>
                </a:lnTo>
                <a:close/>
                <a:moveTo>
                  <a:pt x="790420" y="42618"/>
                </a:moveTo>
                <a:cubicBezTo>
                  <a:pt x="790275" y="43372"/>
                  <a:pt x="790167" y="44082"/>
                  <a:pt x="790094" y="44749"/>
                </a:cubicBezTo>
                <a:cubicBezTo>
                  <a:pt x="790022" y="45416"/>
                  <a:pt x="789986" y="46068"/>
                  <a:pt x="789986" y="46706"/>
                </a:cubicBezTo>
                <a:cubicBezTo>
                  <a:pt x="789986" y="49866"/>
                  <a:pt x="790928" y="52287"/>
                  <a:pt x="792812" y="53969"/>
                </a:cubicBezTo>
                <a:cubicBezTo>
                  <a:pt x="794697" y="55650"/>
                  <a:pt x="797610" y="56491"/>
                  <a:pt x="801553" y="56491"/>
                </a:cubicBezTo>
                <a:cubicBezTo>
                  <a:pt x="804105" y="56491"/>
                  <a:pt x="806634" y="56299"/>
                  <a:pt x="809142" y="55913"/>
                </a:cubicBezTo>
                <a:cubicBezTo>
                  <a:pt x="811650" y="55528"/>
                  <a:pt x="813890" y="55082"/>
                  <a:pt x="815861" y="54578"/>
                </a:cubicBezTo>
                <a:lnTo>
                  <a:pt x="815861" y="60796"/>
                </a:lnTo>
                <a:cubicBezTo>
                  <a:pt x="813687" y="61389"/>
                  <a:pt x="811244" y="61870"/>
                  <a:pt x="808533" y="62241"/>
                </a:cubicBezTo>
                <a:cubicBezTo>
                  <a:pt x="805822" y="62612"/>
                  <a:pt x="803075" y="62797"/>
                  <a:pt x="800292" y="62797"/>
                </a:cubicBezTo>
                <a:cubicBezTo>
                  <a:pt x="794146" y="62797"/>
                  <a:pt x="789609" y="61427"/>
                  <a:pt x="786680" y="58687"/>
                </a:cubicBezTo>
                <a:cubicBezTo>
                  <a:pt x="783752" y="55947"/>
                  <a:pt x="782288" y="51983"/>
                  <a:pt x="782288" y="46793"/>
                </a:cubicBezTo>
                <a:cubicBezTo>
                  <a:pt x="782288" y="42792"/>
                  <a:pt x="782912" y="39023"/>
                  <a:pt x="784158" y="35486"/>
                </a:cubicBezTo>
                <a:cubicBezTo>
                  <a:pt x="785405" y="31949"/>
                  <a:pt x="787130" y="28854"/>
                  <a:pt x="789333" y="26202"/>
                </a:cubicBezTo>
                <a:cubicBezTo>
                  <a:pt x="791537" y="23549"/>
                  <a:pt x="794153" y="21447"/>
                  <a:pt x="797183" y="19896"/>
                </a:cubicBezTo>
                <a:cubicBezTo>
                  <a:pt x="800213" y="18345"/>
                  <a:pt x="803510" y="17569"/>
                  <a:pt x="807076" y="17569"/>
                </a:cubicBezTo>
                <a:cubicBezTo>
                  <a:pt x="809541" y="17569"/>
                  <a:pt x="811737" y="17859"/>
                  <a:pt x="813665" y="18439"/>
                </a:cubicBezTo>
                <a:cubicBezTo>
                  <a:pt x="815593" y="19019"/>
                  <a:pt x="817224" y="19816"/>
                  <a:pt x="818557" y="20831"/>
                </a:cubicBezTo>
                <a:cubicBezTo>
                  <a:pt x="819891" y="21846"/>
                  <a:pt x="820906" y="23041"/>
                  <a:pt x="821601" y="24419"/>
                </a:cubicBezTo>
                <a:cubicBezTo>
                  <a:pt x="822297" y="25796"/>
                  <a:pt x="822645" y="27282"/>
                  <a:pt x="822645" y="28876"/>
                </a:cubicBezTo>
                <a:cubicBezTo>
                  <a:pt x="822645" y="30964"/>
                  <a:pt x="822203" y="32848"/>
                  <a:pt x="821319" y="34530"/>
                </a:cubicBezTo>
                <a:cubicBezTo>
                  <a:pt x="820434" y="36211"/>
                  <a:pt x="819028" y="37653"/>
                  <a:pt x="817100" y="38857"/>
                </a:cubicBezTo>
                <a:cubicBezTo>
                  <a:pt x="815172" y="40060"/>
                  <a:pt x="812686" y="40988"/>
                  <a:pt x="809642" y="41640"/>
                </a:cubicBezTo>
                <a:cubicBezTo>
                  <a:pt x="806598" y="42292"/>
                  <a:pt x="802916" y="42618"/>
                  <a:pt x="798596" y="42618"/>
                </a:cubicBezTo>
                <a:lnTo>
                  <a:pt x="790420" y="42618"/>
                </a:lnTo>
                <a:moveTo>
                  <a:pt x="798509" y="36791"/>
                </a:moveTo>
                <a:cubicBezTo>
                  <a:pt x="801727" y="36791"/>
                  <a:pt x="804387" y="36595"/>
                  <a:pt x="806489" y="36204"/>
                </a:cubicBezTo>
                <a:cubicBezTo>
                  <a:pt x="808591" y="35812"/>
                  <a:pt x="810258" y="35283"/>
                  <a:pt x="811490" y="34617"/>
                </a:cubicBezTo>
                <a:cubicBezTo>
                  <a:pt x="812723" y="33950"/>
                  <a:pt x="813585" y="33181"/>
                  <a:pt x="814078" y="32312"/>
                </a:cubicBezTo>
                <a:cubicBezTo>
                  <a:pt x="814571" y="31442"/>
                  <a:pt x="814817" y="30543"/>
                  <a:pt x="814817" y="29615"/>
                </a:cubicBezTo>
                <a:cubicBezTo>
                  <a:pt x="814817" y="28804"/>
                  <a:pt x="814658" y="28035"/>
                  <a:pt x="814339" y="27311"/>
                </a:cubicBezTo>
                <a:cubicBezTo>
                  <a:pt x="814020" y="26586"/>
                  <a:pt x="813520" y="25948"/>
                  <a:pt x="812839" y="25397"/>
                </a:cubicBezTo>
                <a:cubicBezTo>
                  <a:pt x="812157" y="24846"/>
                  <a:pt x="811302" y="24411"/>
                  <a:pt x="810273" y="24092"/>
                </a:cubicBezTo>
                <a:cubicBezTo>
                  <a:pt x="809244" y="23773"/>
                  <a:pt x="808033" y="23614"/>
                  <a:pt x="806642" y="23614"/>
                </a:cubicBezTo>
                <a:cubicBezTo>
                  <a:pt x="804757" y="23614"/>
                  <a:pt x="803039" y="23926"/>
                  <a:pt x="801488" y="24549"/>
                </a:cubicBezTo>
                <a:cubicBezTo>
                  <a:pt x="799937" y="25172"/>
                  <a:pt x="798538" y="26057"/>
                  <a:pt x="797292" y="27202"/>
                </a:cubicBezTo>
                <a:cubicBezTo>
                  <a:pt x="796045" y="28347"/>
                  <a:pt x="794943" y="29731"/>
                  <a:pt x="793986" y="31355"/>
                </a:cubicBezTo>
                <a:cubicBezTo>
                  <a:pt x="793030" y="32978"/>
                  <a:pt x="792218" y="34790"/>
                  <a:pt x="791551" y="36791"/>
                </a:cubicBezTo>
                <a:lnTo>
                  <a:pt x="798509" y="36791"/>
                </a:lnTo>
                <a:close/>
                <a:moveTo>
                  <a:pt x="853538" y="17830"/>
                </a:moveTo>
                <a:cubicBezTo>
                  <a:pt x="855422" y="17830"/>
                  <a:pt x="857220" y="17953"/>
                  <a:pt x="858930" y="18200"/>
                </a:cubicBezTo>
                <a:cubicBezTo>
                  <a:pt x="860641" y="18446"/>
                  <a:pt x="862279" y="18801"/>
                  <a:pt x="863845" y="19265"/>
                </a:cubicBezTo>
                <a:lnTo>
                  <a:pt x="870716" y="17569"/>
                </a:lnTo>
                <a:lnTo>
                  <a:pt x="865801" y="41966"/>
                </a:lnTo>
                <a:cubicBezTo>
                  <a:pt x="865686" y="42517"/>
                  <a:pt x="865562" y="43242"/>
                  <a:pt x="865432" y="44140"/>
                </a:cubicBezTo>
                <a:cubicBezTo>
                  <a:pt x="865301" y="45039"/>
                  <a:pt x="865149" y="46250"/>
                  <a:pt x="864975" y="47772"/>
                </a:cubicBezTo>
                <a:cubicBezTo>
                  <a:pt x="864801" y="49294"/>
                  <a:pt x="864584" y="51207"/>
                  <a:pt x="864323" y="53512"/>
                </a:cubicBezTo>
                <a:cubicBezTo>
                  <a:pt x="864062" y="55817"/>
                  <a:pt x="863758" y="58651"/>
                  <a:pt x="863410" y="62014"/>
                </a:cubicBezTo>
                <a:lnTo>
                  <a:pt x="856278" y="62014"/>
                </a:lnTo>
                <a:lnTo>
                  <a:pt x="857365" y="51968"/>
                </a:lnTo>
                <a:cubicBezTo>
                  <a:pt x="855364" y="55447"/>
                  <a:pt x="852936" y="58122"/>
                  <a:pt x="850081" y="59992"/>
                </a:cubicBezTo>
                <a:cubicBezTo>
                  <a:pt x="847225" y="61862"/>
                  <a:pt x="844130" y="62797"/>
                  <a:pt x="840796" y="62797"/>
                </a:cubicBezTo>
                <a:cubicBezTo>
                  <a:pt x="838708" y="62797"/>
                  <a:pt x="836889" y="62449"/>
                  <a:pt x="835338" y="61753"/>
                </a:cubicBezTo>
                <a:cubicBezTo>
                  <a:pt x="833787" y="61057"/>
                  <a:pt x="832504" y="60064"/>
                  <a:pt x="831489" y="58774"/>
                </a:cubicBezTo>
                <a:cubicBezTo>
                  <a:pt x="830475" y="57484"/>
                  <a:pt x="829721" y="55940"/>
                  <a:pt x="829228" y="54143"/>
                </a:cubicBezTo>
                <a:cubicBezTo>
                  <a:pt x="828735" y="52345"/>
                  <a:pt x="828489" y="50345"/>
                  <a:pt x="828489" y="48141"/>
                </a:cubicBezTo>
                <a:cubicBezTo>
                  <a:pt x="828489" y="43966"/>
                  <a:pt x="829032" y="40045"/>
                  <a:pt x="830120" y="36378"/>
                </a:cubicBezTo>
                <a:cubicBezTo>
                  <a:pt x="831207" y="32710"/>
                  <a:pt x="832809" y="29499"/>
                  <a:pt x="834925" y="26745"/>
                </a:cubicBezTo>
                <a:cubicBezTo>
                  <a:pt x="837041" y="23991"/>
                  <a:pt x="839658" y="21817"/>
                  <a:pt x="842775" y="20222"/>
                </a:cubicBezTo>
                <a:cubicBezTo>
                  <a:pt x="845891" y="18627"/>
                  <a:pt x="849479" y="17830"/>
                  <a:pt x="853538" y="17830"/>
                </a:cubicBezTo>
                <a:moveTo>
                  <a:pt x="836143" y="47402"/>
                </a:moveTo>
                <a:cubicBezTo>
                  <a:pt x="836143" y="50156"/>
                  <a:pt x="836621" y="52316"/>
                  <a:pt x="837578" y="53882"/>
                </a:cubicBezTo>
                <a:cubicBezTo>
                  <a:pt x="838534" y="55447"/>
                  <a:pt x="840086" y="56230"/>
                  <a:pt x="842231" y="56230"/>
                </a:cubicBezTo>
                <a:cubicBezTo>
                  <a:pt x="843478" y="56230"/>
                  <a:pt x="844724" y="55940"/>
                  <a:pt x="845971" y="55360"/>
                </a:cubicBezTo>
                <a:cubicBezTo>
                  <a:pt x="847218" y="54781"/>
                  <a:pt x="848435" y="53983"/>
                  <a:pt x="849624" y="52968"/>
                </a:cubicBezTo>
                <a:cubicBezTo>
                  <a:pt x="850813" y="51954"/>
                  <a:pt x="851936" y="50758"/>
                  <a:pt x="852994" y="49381"/>
                </a:cubicBezTo>
                <a:cubicBezTo>
                  <a:pt x="854052" y="48004"/>
                  <a:pt x="855024" y="46525"/>
                  <a:pt x="855908" y="44945"/>
                </a:cubicBezTo>
                <a:cubicBezTo>
                  <a:pt x="856792" y="43365"/>
                  <a:pt x="857553" y="41712"/>
                  <a:pt x="858191" y="39987"/>
                </a:cubicBezTo>
                <a:cubicBezTo>
                  <a:pt x="858829" y="38262"/>
                  <a:pt x="859322" y="36544"/>
                  <a:pt x="859670" y="34834"/>
                </a:cubicBezTo>
                <a:lnTo>
                  <a:pt x="861453" y="25875"/>
                </a:lnTo>
                <a:cubicBezTo>
                  <a:pt x="860090" y="25296"/>
                  <a:pt x="858691" y="24839"/>
                  <a:pt x="857256" y="24506"/>
                </a:cubicBezTo>
                <a:cubicBezTo>
                  <a:pt x="855821" y="24172"/>
                  <a:pt x="854495" y="24005"/>
                  <a:pt x="853277" y="24005"/>
                </a:cubicBezTo>
                <a:cubicBezTo>
                  <a:pt x="850900" y="24005"/>
                  <a:pt x="848827" y="24411"/>
                  <a:pt x="847058" y="25223"/>
                </a:cubicBezTo>
                <a:cubicBezTo>
                  <a:pt x="845290" y="26035"/>
                  <a:pt x="843768" y="27093"/>
                  <a:pt x="842492" y="28398"/>
                </a:cubicBezTo>
                <a:cubicBezTo>
                  <a:pt x="841216" y="29702"/>
                  <a:pt x="840172" y="31188"/>
                  <a:pt x="839361" y="32855"/>
                </a:cubicBezTo>
                <a:cubicBezTo>
                  <a:pt x="838549" y="34522"/>
                  <a:pt x="837904" y="36226"/>
                  <a:pt x="837426" y="37965"/>
                </a:cubicBezTo>
                <a:cubicBezTo>
                  <a:pt x="836947" y="39705"/>
                  <a:pt x="836614" y="41401"/>
                  <a:pt x="836425" y="43053"/>
                </a:cubicBezTo>
                <a:cubicBezTo>
                  <a:pt x="836237" y="44706"/>
                  <a:pt x="836143" y="46155"/>
                  <a:pt x="836143" y="47402"/>
                </a:cubicBezTo>
                <a:close/>
                <a:moveTo>
                  <a:pt x="915487" y="25701"/>
                </a:moveTo>
                <a:cubicBezTo>
                  <a:pt x="912849" y="25078"/>
                  <a:pt x="910486" y="24618"/>
                  <a:pt x="908399" y="24321"/>
                </a:cubicBezTo>
                <a:cubicBezTo>
                  <a:pt x="906311" y="24024"/>
                  <a:pt x="904456" y="23875"/>
                  <a:pt x="902832" y="23875"/>
                </a:cubicBezTo>
                <a:cubicBezTo>
                  <a:pt x="900832" y="23875"/>
                  <a:pt x="899114" y="24034"/>
                  <a:pt x="897679" y="24353"/>
                </a:cubicBezTo>
                <a:cubicBezTo>
                  <a:pt x="896244" y="24672"/>
                  <a:pt x="895063" y="25122"/>
                  <a:pt x="894135" y="25701"/>
                </a:cubicBezTo>
                <a:cubicBezTo>
                  <a:pt x="893207" y="26281"/>
                  <a:pt x="892526" y="26984"/>
                  <a:pt x="892091" y="27811"/>
                </a:cubicBezTo>
                <a:cubicBezTo>
                  <a:pt x="891656" y="28637"/>
                  <a:pt x="891439" y="29557"/>
                  <a:pt x="891439" y="30572"/>
                </a:cubicBezTo>
                <a:cubicBezTo>
                  <a:pt x="891439" y="31297"/>
                  <a:pt x="891605" y="31942"/>
                  <a:pt x="891939" y="32507"/>
                </a:cubicBezTo>
                <a:cubicBezTo>
                  <a:pt x="892272" y="33073"/>
                  <a:pt x="892801" y="33609"/>
                  <a:pt x="893526" y="34116"/>
                </a:cubicBezTo>
                <a:cubicBezTo>
                  <a:pt x="894251" y="34624"/>
                  <a:pt x="895215" y="35124"/>
                  <a:pt x="896418" y="35617"/>
                </a:cubicBezTo>
                <a:cubicBezTo>
                  <a:pt x="897621" y="36110"/>
                  <a:pt x="899107" y="36631"/>
                  <a:pt x="900875" y="37182"/>
                </a:cubicBezTo>
                <a:cubicBezTo>
                  <a:pt x="902992" y="37878"/>
                  <a:pt x="904797" y="38596"/>
                  <a:pt x="906290" y="39335"/>
                </a:cubicBezTo>
                <a:cubicBezTo>
                  <a:pt x="907783" y="40074"/>
                  <a:pt x="909008" y="40908"/>
                  <a:pt x="909964" y="41836"/>
                </a:cubicBezTo>
                <a:cubicBezTo>
                  <a:pt x="910921" y="42763"/>
                  <a:pt x="911617" y="43793"/>
                  <a:pt x="912052" y="44923"/>
                </a:cubicBezTo>
                <a:cubicBezTo>
                  <a:pt x="912487" y="46054"/>
                  <a:pt x="912704" y="47359"/>
                  <a:pt x="912704" y="48837"/>
                </a:cubicBezTo>
                <a:cubicBezTo>
                  <a:pt x="912704" y="51099"/>
                  <a:pt x="912211" y="53099"/>
                  <a:pt x="911226" y="54838"/>
                </a:cubicBezTo>
                <a:cubicBezTo>
                  <a:pt x="910240" y="56578"/>
                  <a:pt x="908863" y="58035"/>
                  <a:pt x="907094" y="59209"/>
                </a:cubicBezTo>
                <a:cubicBezTo>
                  <a:pt x="905326" y="60383"/>
                  <a:pt x="903202" y="61275"/>
                  <a:pt x="900723" y="61884"/>
                </a:cubicBezTo>
                <a:cubicBezTo>
                  <a:pt x="898244" y="62492"/>
                  <a:pt x="895526" y="62797"/>
                  <a:pt x="892569" y="62797"/>
                </a:cubicBezTo>
                <a:cubicBezTo>
                  <a:pt x="889786" y="62797"/>
                  <a:pt x="887140" y="62677"/>
                  <a:pt x="884633" y="62438"/>
                </a:cubicBezTo>
                <a:cubicBezTo>
                  <a:pt x="882125" y="62200"/>
                  <a:pt x="879784" y="61812"/>
                  <a:pt x="877609" y="61275"/>
                </a:cubicBezTo>
                <a:lnTo>
                  <a:pt x="877609" y="53882"/>
                </a:lnTo>
                <a:cubicBezTo>
                  <a:pt x="880219" y="54737"/>
                  <a:pt x="882813" y="55371"/>
                  <a:pt x="885394" y="55784"/>
                </a:cubicBezTo>
                <a:cubicBezTo>
                  <a:pt x="887974" y="56197"/>
                  <a:pt x="890525" y="56404"/>
                  <a:pt x="893048" y="56404"/>
                </a:cubicBezTo>
                <a:cubicBezTo>
                  <a:pt x="897164" y="56404"/>
                  <a:pt x="900165" y="55824"/>
                  <a:pt x="902050" y="54665"/>
                </a:cubicBezTo>
                <a:cubicBezTo>
                  <a:pt x="903934" y="53505"/>
                  <a:pt x="904876" y="51707"/>
                  <a:pt x="904876" y="49272"/>
                </a:cubicBezTo>
                <a:cubicBezTo>
                  <a:pt x="904876" y="48634"/>
                  <a:pt x="904731" y="48047"/>
                  <a:pt x="904441" y="47511"/>
                </a:cubicBezTo>
                <a:cubicBezTo>
                  <a:pt x="904152" y="46974"/>
                  <a:pt x="903659" y="46467"/>
                  <a:pt x="902963" y="45989"/>
                </a:cubicBezTo>
                <a:cubicBezTo>
                  <a:pt x="902267" y="45510"/>
                  <a:pt x="901310" y="45025"/>
                  <a:pt x="900093" y="44532"/>
                </a:cubicBezTo>
                <a:cubicBezTo>
                  <a:pt x="898875" y="44039"/>
                  <a:pt x="897324" y="43517"/>
                  <a:pt x="895439" y="42966"/>
                </a:cubicBezTo>
                <a:cubicBezTo>
                  <a:pt x="893700" y="42444"/>
                  <a:pt x="892113" y="41857"/>
                  <a:pt x="890677" y="41205"/>
                </a:cubicBezTo>
                <a:cubicBezTo>
                  <a:pt x="889242" y="40553"/>
                  <a:pt x="888003" y="39770"/>
                  <a:pt x="886959" y="38857"/>
                </a:cubicBezTo>
                <a:cubicBezTo>
                  <a:pt x="885916" y="37943"/>
                  <a:pt x="885111" y="36871"/>
                  <a:pt x="884546" y="35638"/>
                </a:cubicBezTo>
                <a:cubicBezTo>
                  <a:pt x="883980" y="34406"/>
                  <a:pt x="883698" y="32978"/>
                  <a:pt x="883698" y="31355"/>
                </a:cubicBezTo>
                <a:cubicBezTo>
                  <a:pt x="883698" y="29412"/>
                  <a:pt x="884089" y="27608"/>
                  <a:pt x="884872" y="25941"/>
                </a:cubicBezTo>
                <a:cubicBezTo>
                  <a:pt x="885655" y="24274"/>
                  <a:pt x="886865" y="22817"/>
                  <a:pt x="888503" y="21570"/>
                </a:cubicBezTo>
                <a:cubicBezTo>
                  <a:pt x="890141" y="20323"/>
                  <a:pt x="892207" y="19345"/>
                  <a:pt x="894700" y="18635"/>
                </a:cubicBezTo>
                <a:cubicBezTo>
                  <a:pt x="897193" y="17924"/>
                  <a:pt x="900136" y="17569"/>
                  <a:pt x="903528" y="17569"/>
                </a:cubicBezTo>
                <a:cubicBezTo>
                  <a:pt x="904340" y="17569"/>
                  <a:pt x="905231" y="17599"/>
                  <a:pt x="906203" y="17659"/>
                </a:cubicBezTo>
                <a:cubicBezTo>
                  <a:pt x="907174" y="17719"/>
                  <a:pt x="908181" y="17816"/>
                  <a:pt x="909225" y="17951"/>
                </a:cubicBezTo>
                <a:cubicBezTo>
                  <a:pt x="910269" y="18085"/>
                  <a:pt x="911320" y="18242"/>
                  <a:pt x="912378" y="18421"/>
                </a:cubicBezTo>
                <a:cubicBezTo>
                  <a:pt x="913436" y="18600"/>
                  <a:pt x="914473" y="18809"/>
                  <a:pt x="915487" y="19048"/>
                </a:cubicBezTo>
                <a:lnTo>
                  <a:pt x="915487" y="25701"/>
                </a:lnTo>
                <a:close/>
                <a:moveTo>
                  <a:pt x="945647" y="6219"/>
                </a:moveTo>
                <a:cubicBezTo>
                  <a:pt x="945647" y="5320"/>
                  <a:pt x="945807" y="4494"/>
                  <a:pt x="946126" y="3740"/>
                </a:cubicBezTo>
                <a:cubicBezTo>
                  <a:pt x="946445" y="2986"/>
                  <a:pt x="946887" y="2334"/>
                  <a:pt x="947452" y="1783"/>
                </a:cubicBezTo>
                <a:cubicBezTo>
                  <a:pt x="948018" y="1232"/>
                  <a:pt x="948677" y="797"/>
                  <a:pt x="949431" y="478"/>
                </a:cubicBezTo>
                <a:cubicBezTo>
                  <a:pt x="950185" y="159"/>
                  <a:pt x="950997" y="0"/>
                  <a:pt x="951866" y="0"/>
                </a:cubicBezTo>
                <a:cubicBezTo>
                  <a:pt x="952707" y="0"/>
                  <a:pt x="953475" y="152"/>
                  <a:pt x="954171" y="457"/>
                </a:cubicBezTo>
                <a:cubicBezTo>
                  <a:pt x="954867" y="761"/>
                  <a:pt x="955469" y="1167"/>
                  <a:pt x="955976" y="1674"/>
                </a:cubicBezTo>
                <a:cubicBezTo>
                  <a:pt x="956483" y="2182"/>
                  <a:pt x="956875" y="2783"/>
                  <a:pt x="957150" y="3479"/>
                </a:cubicBezTo>
                <a:cubicBezTo>
                  <a:pt x="957426" y="4175"/>
                  <a:pt x="957563" y="4914"/>
                  <a:pt x="957563" y="5697"/>
                </a:cubicBezTo>
                <a:cubicBezTo>
                  <a:pt x="957563" y="6596"/>
                  <a:pt x="957404" y="7422"/>
                  <a:pt x="957085" y="8176"/>
                </a:cubicBezTo>
                <a:cubicBezTo>
                  <a:pt x="956766" y="8930"/>
                  <a:pt x="956324" y="9582"/>
                  <a:pt x="955758" y="10133"/>
                </a:cubicBezTo>
                <a:cubicBezTo>
                  <a:pt x="955193" y="10684"/>
                  <a:pt x="954534" y="11118"/>
                  <a:pt x="953780" y="11437"/>
                </a:cubicBezTo>
                <a:cubicBezTo>
                  <a:pt x="953026" y="11756"/>
                  <a:pt x="952214" y="11916"/>
                  <a:pt x="951344" y="11916"/>
                </a:cubicBezTo>
                <a:cubicBezTo>
                  <a:pt x="950504" y="11916"/>
                  <a:pt x="949728" y="11764"/>
                  <a:pt x="949018" y="11459"/>
                </a:cubicBezTo>
                <a:cubicBezTo>
                  <a:pt x="948308" y="11155"/>
                  <a:pt x="947706" y="10749"/>
                  <a:pt x="947213" y="10241"/>
                </a:cubicBezTo>
                <a:cubicBezTo>
                  <a:pt x="946720" y="9734"/>
                  <a:pt x="946336" y="9133"/>
                  <a:pt x="946061" y="8437"/>
                </a:cubicBezTo>
                <a:cubicBezTo>
                  <a:pt x="945785" y="7741"/>
                  <a:pt x="945647" y="7002"/>
                  <a:pt x="945647" y="6219"/>
                </a:cubicBezTo>
                <a:moveTo>
                  <a:pt x="963608" y="59274"/>
                </a:moveTo>
                <a:cubicBezTo>
                  <a:pt x="961608" y="60376"/>
                  <a:pt x="959498" y="61238"/>
                  <a:pt x="957281" y="61862"/>
                </a:cubicBezTo>
                <a:cubicBezTo>
                  <a:pt x="955063" y="62485"/>
                  <a:pt x="952693" y="62797"/>
                  <a:pt x="950170" y="62797"/>
                </a:cubicBezTo>
                <a:cubicBezTo>
                  <a:pt x="948112" y="62797"/>
                  <a:pt x="946387" y="62507"/>
                  <a:pt x="944995" y="61927"/>
                </a:cubicBezTo>
                <a:cubicBezTo>
                  <a:pt x="943604" y="61347"/>
                  <a:pt x="942538" y="60427"/>
                  <a:pt x="941799" y="59166"/>
                </a:cubicBezTo>
                <a:cubicBezTo>
                  <a:pt x="941059" y="57904"/>
                  <a:pt x="940646" y="56288"/>
                  <a:pt x="940559" y="54317"/>
                </a:cubicBezTo>
                <a:cubicBezTo>
                  <a:pt x="940472" y="52345"/>
                  <a:pt x="940704" y="49953"/>
                  <a:pt x="941255" y="47141"/>
                </a:cubicBezTo>
                <a:lnTo>
                  <a:pt x="944212" y="32529"/>
                </a:lnTo>
                <a:cubicBezTo>
                  <a:pt x="944560" y="30877"/>
                  <a:pt x="944727" y="29492"/>
                  <a:pt x="944712" y="28376"/>
                </a:cubicBezTo>
                <a:cubicBezTo>
                  <a:pt x="944698" y="27260"/>
                  <a:pt x="944546" y="26368"/>
                  <a:pt x="944256" y="25701"/>
                </a:cubicBezTo>
                <a:cubicBezTo>
                  <a:pt x="943966" y="25035"/>
                  <a:pt x="943538" y="24564"/>
                  <a:pt x="942973" y="24288"/>
                </a:cubicBezTo>
                <a:cubicBezTo>
                  <a:pt x="942408" y="24013"/>
                  <a:pt x="941748" y="23875"/>
                  <a:pt x="940994" y="23875"/>
                </a:cubicBezTo>
                <a:cubicBezTo>
                  <a:pt x="939023" y="23875"/>
                  <a:pt x="937080" y="24264"/>
                  <a:pt x="935167" y="25041"/>
                </a:cubicBezTo>
                <a:cubicBezTo>
                  <a:pt x="933253" y="25817"/>
                  <a:pt x="931311" y="26762"/>
                  <a:pt x="929339" y="27876"/>
                </a:cubicBezTo>
                <a:lnTo>
                  <a:pt x="929339" y="21179"/>
                </a:lnTo>
                <a:cubicBezTo>
                  <a:pt x="931340" y="20063"/>
                  <a:pt x="933449" y="19183"/>
                  <a:pt x="935667" y="18538"/>
                </a:cubicBezTo>
                <a:cubicBezTo>
                  <a:pt x="937885" y="17892"/>
                  <a:pt x="940255" y="17569"/>
                  <a:pt x="942777" y="17569"/>
                </a:cubicBezTo>
                <a:cubicBezTo>
                  <a:pt x="944836" y="17569"/>
                  <a:pt x="946561" y="17859"/>
                  <a:pt x="947952" y="18439"/>
                </a:cubicBezTo>
                <a:cubicBezTo>
                  <a:pt x="949344" y="19019"/>
                  <a:pt x="950409" y="19939"/>
                  <a:pt x="951149" y="21200"/>
                </a:cubicBezTo>
                <a:cubicBezTo>
                  <a:pt x="951888" y="22462"/>
                  <a:pt x="952301" y="24078"/>
                  <a:pt x="952388" y="26049"/>
                </a:cubicBezTo>
                <a:cubicBezTo>
                  <a:pt x="952475" y="28021"/>
                  <a:pt x="952243" y="30413"/>
                  <a:pt x="951692" y="33225"/>
                </a:cubicBezTo>
                <a:lnTo>
                  <a:pt x="948735" y="47837"/>
                </a:lnTo>
                <a:cubicBezTo>
                  <a:pt x="948416" y="49518"/>
                  <a:pt x="948257" y="50910"/>
                  <a:pt x="948257" y="52012"/>
                </a:cubicBezTo>
                <a:cubicBezTo>
                  <a:pt x="948257" y="53113"/>
                  <a:pt x="948409" y="53998"/>
                  <a:pt x="948713" y="54665"/>
                </a:cubicBezTo>
                <a:cubicBezTo>
                  <a:pt x="949018" y="55331"/>
                  <a:pt x="949445" y="55802"/>
                  <a:pt x="949996" y="56078"/>
                </a:cubicBezTo>
                <a:cubicBezTo>
                  <a:pt x="950547" y="56353"/>
                  <a:pt x="951199" y="56491"/>
                  <a:pt x="951953" y="56491"/>
                </a:cubicBezTo>
                <a:cubicBezTo>
                  <a:pt x="953925" y="56491"/>
                  <a:pt x="955867" y="56107"/>
                  <a:pt x="957781" y="55339"/>
                </a:cubicBezTo>
                <a:cubicBezTo>
                  <a:pt x="959694" y="54570"/>
                  <a:pt x="961637" y="53650"/>
                  <a:pt x="963608" y="52577"/>
                </a:cubicBezTo>
                <a:lnTo>
                  <a:pt x="963608" y="59274"/>
                </a:lnTo>
                <a:close/>
                <a:moveTo>
                  <a:pt x="983374" y="42618"/>
                </a:moveTo>
                <a:cubicBezTo>
                  <a:pt x="983229" y="43372"/>
                  <a:pt x="983121" y="44082"/>
                  <a:pt x="983048" y="44749"/>
                </a:cubicBezTo>
                <a:cubicBezTo>
                  <a:pt x="982976" y="45416"/>
                  <a:pt x="982939" y="46068"/>
                  <a:pt x="982939" y="46706"/>
                </a:cubicBezTo>
                <a:cubicBezTo>
                  <a:pt x="982939" y="49866"/>
                  <a:pt x="983882" y="52287"/>
                  <a:pt x="985766" y="53969"/>
                </a:cubicBezTo>
                <a:cubicBezTo>
                  <a:pt x="987651" y="55650"/>
                  <a:pt x="990564" y="56491"/>
                  <a:pt x="994507" y="56491"/>
                </a:cubicBezTo>
                <a:cubicBezTo>
                  <a:pt x="997059" y="56491"/>
                  <a:pt x="999588" y="56299"/>
                  <a:pt x="1002096" y="55913"/>
                </a:cubicBezTo>
                <a:cubicBezTo>
                  <a:pt x="1004604" y="55528"/>
                  <a:pt x="1006843" y="55082"/>
                  <a:pt x="1008815" y="54578"/>
                </a:cubicBezTo>
                <a:lnTo>
                  <a:pt x="1008815" y="60796"/>
                </a:lnTo>
                <a:cubicBezTo>
                  <a:pt x="1006640" y="61389"/>
                  <a:pt x="1004198" y="61870"/>
                  <a:pt x="1001487" y="62241"/>
                </a:cubicBezTo>
                <a:cubicBezTo>
                  <a:pt x="998776" y="62612"/>
                  <a:pt x="996029" y="62797"/>
                  <a:pt x="993246" y="62797"/>
                </a:cubicBezTo>
                <a:cubicBezTo>
                  <a:pt x="987100" y="62797"/>
                  <a:pt x="982563" y="61427"/>
                  <a:pt x="979634" y="58687"/>
                </a:cubicBezTo>
                <a:cubicBezTo>
                  <a:pt x="976706" y="55947"/>
                  <a:pt x="975242" y="51983"/>
                  <a:pt x="975242" y="46793"/>
                </a:cubicBezTo>
                <a:cubicBezTo>
                  <a:pt x="975242" y="42792"/>
                  <a:pt x="975865" y="39023"/>
                  <a:pt x="977112" y="35486"/>
                </a:cubicBezTo>
                <a:cubicBezTo>
                  <a:pt x="978359" y="31949"/>
                  <a:pt x="980084" y="28854"/>
                  <a:pt x="982287" y="26202"/>
                </a:cubicBezTo>
                <a:cubicBezTo>
                  <a:pt x="984491" y="23549"/>
                  <a:pt x="987107" y="21447"/>
                  <a:pt x="990137" y="19896"/>
                </a:cubicBezTo>
                <a:cubicBezTo>
                  <a:pt x="993166" y="18345"/>
                  <a:pt x="996464" y="17569"/>
                  <a:pt x="1000030" y="17569"/>
                </a:cubicBezTo>
                <a:cubicBezTo>
                  <a:pt x="1002495" y="17569"/>
                  <a:pt x="1004691" y="17859"/>
                  <a:pt x="1006619" y="18439"/>
                </a:cubicBezTo>
                <a:cubicBezTo>
                  <a:pt x="1008547" y="19019"/>
                  <a:pt x="1010177" y="19816"/>
                  <a:pt x="1011511" y="20831"/>
                </a:cubicBezTo>
                <a:cubicBezTo>
                  <a:pt x="1012845" y="21846"/>
                  <a:pt x="1013859" y="23041"/>
                  <a:pt x="1014555" y="24419"/>
                </a:cubicBezTo>
                <a:cubicBezTo>
                  <a:pt x="1015251" y="25796"/>
                  <a:pt x="1015599" y="27282"/>
                  <a:pt x="1015599" y="28876"/>
                </a:cubicBezTo>
                <a:cubicBezTo>
                  <a:pt x="1015599" y="30964"/>
                  <a:pt x="1015157" y="32848"/>
                  <a:pt x="1014273" y="34530"/>
                </a:cubicBezTo>
                <a:cubicBezTo>
                  <a:pt x="1013388" y="36211"/>
                  <a:pt x="1011982" y="37653"/>
                  <a:pt x="1010054" y="38857"/>
                </a:cubicBezTo>
                <a:cubicBezTo>
                  <a:pt x="1008126" y="40060"/>
                  <a:pt x="1005640" y="40988"/>
                  <a:pt x="1002596" y="41640"/>
                </a:cubicBezTo>
                <a:cubicBezTo>
                  <a:pt x="999552" y="42292"/>
                  <a:pt x="995870" y="42618"/>
                  <a:pt x="991550" y="42618"/>
                </a:cubicBezTo>
                <a:lnTo>
                  <a:pt x="983374" y="42618"/>
                </a:lnTo>
                <a:moveTo>
                  <a:pt x="991463" y="36791"/>
                </a:moveTo>
                <a:cubicBezTo>
                  <a:pt x="994681" y="36791"/>
                  <a:pt x="997341" y="36595"/>
                  <a:pt x="999443" y="36204"/>
                </a:cubicBezTo>
                <a:cubicBezTo>
                  <a:pt x="1001545" y="35812"/>
                  <a:pt x="1003212" y="35283"/>
                  <a:pt x="1004444" y="34617"/>
                </a:cubicBezTo>
                <a:cubicBezTo>
                  <a:pt x="1005676" y="33950"/>
                  <a:pt x="1006539" y="33181"/>
                  <a:pt x="1007032" y="32312"/>
                </a:cubicBezTo>
                <a:cubicBezTo>
                  <a:pt x="1007525" y="31442"/>
                  <a:pt x="1007771" y="30543"/>
                  <a:pt x="1007771" y="29615"/>
                </a:cubicBezTo>
                <a:cubicBezTo>
                  <a:pt x="1007771" y="28804"/>
                  <a:pt x="1007612" y="28035"/>
                  <a:pt x="1007293" y="27311"/>
                </a:cubicBezTo>
                <a:cubicBezTo>
                  <a:pt x="1006974" y="26586"/>
                  <a:pt x="1006474" y="25948"/>
                  <a:pt x="1005792" y="25397"/>
                </a:cubicBezTo>
                <a:cubicBezTo>
                  <a:pt x="1005111" y="24846"/>
                  <a:pt x="1004256" y="24411"/>
                  <a:pt x="1003227" y="24092"/>
                </a:cubicBezTo>
                <a:cubicBezTo>
                  <a:pt x="1002197" y="23773"/>
                  <a:pt x="1000987" y="23614"/>
                  <a:pt x="999595" y="23614"/>
                </a:cubicBezTo>
                <a:cubicBezTo>
                  <a:pt x="997711" y="23614"/>
                  <a:pt x="995993" y="23926"/>
                  <a:pt x="994442" y="24549"/>
                </a:cubicBezTo>
                <a:cubicBezTo>
                  <a:pt x="992891" y="25172"/>
                  <a:pt x="991492" y="26057"/>
                  <a:pt x="990245" y="27202"/>
                </a:cubicBezTo>
                <a:cubicBezTo>
                  <a:pt x="988999" y="28347"/>
                  <a:pt x="987897" y="29731"/>
                  <a:pt x="986940" y="31355"/>
                </a:cubicBezTo>
                <a:cubicBezTo>
                  <a:pt x="985984" y="32978"/>
                  <a:pt x="985172" y="34790"/>
                  <a:pt x="984505" y="36791"/>
                </a:cubicBezTo>
                <a:lnTo>
                  <a:pt x="991463" y="36791"/>
                </a:lnTo>
                <a:close/>
                <a:moveTo>
                  <a:pt x="1028581" y="38362"/>
                </a:moveTo>
                <a:cubicBezTo>
                  <a:pt x="1028697" y="37810"/>
                  <a:pt x="1028820" y="37086"/>
                  <a:pt x="1028951" y="36189"/>
                </a:cubicBezTo>
                <a:cubicBezTo>
                  <a:pt x="1029081" y="35292"/>
                  <a:pt x="1029233" y="34084"/>
                  <a:pt x="1029407" y="32566"/>
                </a:cubicBezTo>
                <a:cubicBezTo>
                  <a:pt x="1029581" y="31046"/>
                  <a:pt x="1029799" y="29137"/>
                  <a:pt x="1030060" y="26836"/>
                </a:cubicBezTo>
                <a:cubicBezTo>
                  <a:pt x="1030321" y="24536"/>
                  <a:pt x="1030625" y="21708"/>
                  <a:pt x="1030973" y="18352"/>
                </a:cubicBezTo>
                <a:lnTo>
                  <a:pt x="1038105" y="18352"/>
                </a:lnTo>
                <a:lnTo>
                  <a:pt x="1037018" y="28415"/>
                </a:lnTo>
                <a:cubicBezTo>
                  <a:pt x="1038032" y="26940"/>
                  <a:pt x="1039134" y="25545"/>
                  <a:pt x="1040323" y="24230"/>
                </a:cubicBezTo>
                <a:cubicBezTo>
                  <a:pt x="1041512" y="22913"/>
                  <a:pt x="1042816" y="21764"/>
                  <a:pt x="1044237" y="20781"/>
                </a:cubicBezTo>
                <a:cubicBezTo>
                  <a:pt x="1045657" y="19797"/>
                  <a:pt x="1047208" y="19016"/>
                  <a:pt x="1048890" y="18438"/>
                </a:cubicBezTo>
                <a:cubicBezTo>
                  <a:pt x="1050572" y="17859"/>
                  <a:pt x="1052413" y="17569"/>
                  <a:pt x="1054413" y="17569"/>
                </a:cubicBezTo>
                <a:cubicBezTo>
                  <a:pt x="1059197" y="17569"/>
                  <a:pt x="1062502" y="19059"/>
                  <a:pt x="1064328" y="22038"/>
                </a:cubicBezTo>
                <a:cubicBezTo>
                  <a:pt x="1066155" y="25017"/>
                  <a:pt x="1066445" y="29325"/>
                  <a:pt x="1065198" y="34964"/>
                </a:cubicBezTo>
                <a:lnTo>
                  <a:pt x="1057501" y="34964"/>
                </a:lnTo>
                <a:cubicBezTo>
                  <a:pt x="1057936" y="32972"/>
                  <a:pt x="1058153" y="31283"/>
                  <a:pt x="1058153" y="29897"/>
                </a:cubicBezTo>
                <a:cubicBezTo>
                  <a:pt x="1058153" y="28511"/>
                  <a:pt x="1057957" y="27392"/>
                  <a:pt x="1057566" y="26540"/>
                </a:cubicBezTo>
                <a:cubicBezTo>
                  <a:pt x="1057174" y="25688"/>
                  <a:pt x="1056595" y="25068"/>
                  <a:pt x="1055826" y="24678"/>
                </a:cubicBezTo>
                <a:cubicBezTo>
                  <a:pt x="1055058" y="24288"/>
                  <a:pt x="1054138" y="24092"/>
                  <a:pt x="1053065" y="24092"/>
                </a:cubicBezTo>
                <a:cubicBezTo>
                  <a:pt x="1050977" y="24092"/>
                  <a:pt x="1048948" y="24722"/>
                  <a:pt x="1046977" y="25981"/>
                </a:cubicBezTo>
                <a:cubicBezTo>
                  <a:pt x="1045005" y="27240"/>
                  <a:pt x="1043200" y="28889"/>
                  <a:pt x="1041562" y="30930"/>
                </a:cubicBezTo>
                <a:cubicBezTo>
                  <a:pt x="1039924" y="32969"/>
                  <a:pt x="1038518" y="35262"/>
                  <a:pt x="1037344" y="37809"/>
                </a:cubicBezTo>
                <a:cubicBezTo>
                  <a:pt x="1036170" y="40356"/>
                  <a:pt x="1035322" y="42921"/>
                  <a:pt x="1034800" y="45506"/>
                </a:cubicBezTo>
                <a:lnTo>
                  <a:pt x="1031495" y="62014"/>
                </a:lnTo>
                <a:lnTo>
                  <a:pt x="1023841" y="62014"/>
                </a:lnTo>
                <a:lnTo>
                  <a:pt x="1028581" y="383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manipulation">
            <a:extLst xmlns:a="http://schemas.openxmlformats.org/drawingml/2006/main">
              <a:ext uri="{FF2B5EF4-FFF2-40B4-BE49-F238E27FC236}">
                <a16:creationId xmlns:a16="http://schemas.microsoft.com/office/drawing/2014/main" id="{645EB906-6A59-407A-BFA8-D6FC765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64" y="5563106"/>
            <a:ext cx="581310" cy="79844"/>
          </a:xfrm>
          <a:custGeom xmlns:a="http://schemas.openxmlformats.org/drawingml/2006/main">
            <a:pathLst>
              <a:path w="581310" h="79844">
                <a:moveTo>
                  <a:pt x="34182" y="62014"/>
                </a:moveTo>
                <a:lnTo>
                  <a:pt x="40313" y="31485"/>
                </a:lnTo>
                <a:cubicBezTo>
                  <a:pt x="40632" y="29891"/>
                  <a:pt x="40850" y="28601"/>
                  <a:pt x="40966" y="27615"/>
                </a:cubicBezTo>
                <a:cubicBezTo>
                  <a:pt x="41082" y="26629"/>
                  <a:pt x="41118" y="25861"/>
                  <a:pt x="41075" y="25310"/>
                </a:cubicBezTo>
                <a:cubicBezTo>
                  <a:pt x="41031" y="24759"/>
                  <a:pt x="40915" y="24382"/>
                  <a:pt x="40727" y="24179"/>
                </a:cubicBezTo>
                <a:cubicBezTo>
                  <a:pt x="40538" y="23976"/>
                  <a:pt x="40284" y="23875"/>
                  <a:pt x="39966" y="23875"/>
                </a:cubicBezTo>
                <a:cubicBezTo>
                  <a:pt x="39386" y="23875"/>
                  <a:pt x="38712" y="24208"/>
                  <a:pt x="37943" y="24875"/>
                </a:cubicBezTo>
                <a:cubicBezTo>
                  <a:pt x="37175" y="25542"/>
                  <a:pt x="36371" y="26426"/>
                  <a:pt x="35530" y="27528"/>
                </a:cubicBezTo>
                <a:cubicBezTo>
                  <a:pt x="34689" y="28630"/>
                  <a:pt x="33848" y="29898"/>
                  <a:pt x="33007" y="31333"/>
                </a:cubicBezTo>
                <a:cubicBezTo>
                  <a:pt x="32167" y="32768"/>
                  <a:pt x="31377" y="34261"/>
                  <a:pt x="30637" y="35812"/>
                </a:cubicBezTo>
                <a:cubicBezTo>
                  <a:pt x="29898" y="37364"/>
                  <a:pt x="29253" y="38900"/>
                  <a:pt x="28702" y="40422"/>
                </a:cubicBezTo>
                <a:cubicBezTo>
                  <a:pt x="28151" y="41944"/>
                  <a:pt x="27760" y="43358"/>
                  <a:pt x="27528" y="44662"/>
                </a:cubicBezTo>
                <a:lnTo>
                  <a:pt x="24049" y="62014"/>
                </a:lnTo>
                <a:lnTo>
                  <a:pt x="17091" y="62014"/>
                </a:lnTo>
                <a:lnTo>
                  <a:pt x="23223" y="31485"/>
                </a:lnTo>
                <a:cubicBezTo>
                  <a:pt x="23542" y="29891"/>
                  <a:pt x="23759" y="28601"/>
                  <a:pt x="23875" y="27615"/>
                </a:cubicBezTo>
                <a:cubicBezTo>
                  <a:pt x="23991" y="26629"/>
                  <a:pt x="24027" y="25861"/>
                  <a:pt x="23984" y="25310"/>
                </a:cubicBezTo>
                <a:cubicBezTo>
                  <a:pt x="23940" y="24759"/>
                  <a:pt x="23824" y="24382"/>
                  <a:pt x="23636" y="24179"/>
                </a:cubicBezTo>
                <a:cubicBezTo>
                  <a:pt x="23447" y="23976"/>
                  <a:pt x="23194" y="23875"/>
                  <a:pt x="22875" y="23875"/>
                </a:cubicBezTo>
                <a:cubicBezTo>
                  <a:pt x="22295" y="23875"/>
                  <a:pt x="21621" y="24208"/>
                  <a:pt x="20853" y="24875"/>
                </a:cubicBezTo>
                <a:cubicBezTo>
                  <a:pt x="20084" y="25542"/>
                  <a:pt x="19280" y="26426"/>
                  <a:pt x="18439" y="27528"/>
                </a:cubicBezTo>
                <a:cubicBezTo>
                  <a:pt x="17598" y="28630"/>
                  <a:pt x="16750" y="29898"/>
                  <a:pt x="15895" y="31333"/>
                </a:cubicBezTo>
                <a:cubicBezTo>
                  <a:pt x="15040" y="32768"/>
                  <a:pt x="14250" y="34261"/>
                  <a:pt x="13525" y="35812"/>
                </a:cubicBezTo>
                <a:cubicBezTo>
                  <a:pt x="12800" y="37364"/>
                  <a:pt x="12162" y="38900"/>
                  <a:pt x="11611" y="40422"/>
                </a:cubicBezTo>
                <a:cubicBezTo>
                  <a:pt x="11060" y="41944"/>
                  <a:pt x="10655" y="43358"/>
                  <a:pt x="10394" y="44662"/>
                </a:cubicBezTo>
                <a:lnTo>
                  <a:pt x="6915" y="62014"/>
                </a:lnTo>
                <a:lnTo>
                  <a:pt x="0" y="62014"/>
                </a:lnTo>
                <a:lnTo>
                  <a:pt x="4697" y="38400"/>
                </a:lnTo>
                <a:cubicBezTo>
                  <a:pt x="4813" y="37849"/>
                  <a:pt x="4936" y="37124"/>
                  <a:pt x="5066" y="36226"/>
                </a:cubicBezTo>
                <a:cubicBezTo>
                  <a:pt x="5197" y="35327"/>
                  <a:pt x="5356" y="34116"/>
                  <a:pt x="5545" y="32594"/>
                </a:cubicBezTo>
                <a:cubicBezTo>
                  <a:pt x="5733" y="31072"/>
                  <a:pt x="5958" y="29159"/>
                  <a:pt x="6219" y="26854"/>
                </a:cubicBezTo>
                <a:cubicBezTo>
                  <a:pt x="6480" y="24549"/>
                  <a:pt x="6784" y="21715"/>
                  <a:pt x="7132" y="18352"/>
                </a:cubicBezTo>
                <a:lnTo>
                  <a:pt x="13612" y="18352"/>
                </a:lnTo>
                <a:lnTo>
                  <a:pt x="12525" y="28441"/>
                </a:lnTo>
                <a:cubicBezTo>
                  <a:pt x="13336" y="26963"/>
                  <a:pt x="14177" y="25571"/>
                  <a:pt x="15047" y="24266"/>
                </a:cubicBezTo>
                <a:cubicBezTo>
                  <a:pt x="15917" y="22962"/>
                  <a:pt x="16823" y="21809"/>
                  <a:pt x="17765" y="20809"/>
                </a:cubicBezTo>
                <a:cubicBezTo>
                  <a:pt x="18707" y="19809"/>
                  <a:pt x="19715" y="19019"/>
                  <a:pt x="20787" y="18439"/>
                </a:cubicBezTo>
                <a:cubicBezTo>
                  <a:pt x="21860" y="17859"/>
                  <a:pt x="23005" y="17569"/>
                  <a:pt x="24223" y="17569"/>
                </a:cubicBezTo>
                <a:cubicBezTo>
                  <a:pt x="25701" y="17569"/>
                  <a:pt x="26926" y="17859"/>
                  <a:pt x="27898" y="18439"/>
                </a:cubicBezTo>
                <a:cubicBezTo>
                  <a:pt x="28869" y="19019"/>
                  <a:pt x="29579" y="19802"/>
                  <a:pt x="30029" y="20787"/>
                </a:cubicBezTo>
                <a:cubicBezTo>
                  <a:pt x="30478" y="21773"/>
                  <a:pt x="30674" y="22925"/>
                  <a:pt x="30616" y="24245"/>
                </a:cubicBezTo>
                <a:cubicBezTo>
                  <a:pt x="30558" y="25564"/>
                  <a:pt x="30239" y="26963"/>
                  <a:pt x="29659" y="28441"/>
                </a:cubicBezTo>
                <a:cubicBezTo>
                  <a:pt x="30471" y="26963"/>
                  <a:pt x="31304" y="25571"/>
                  <a:pt x="32159" y="24266"/>
                </a:cubicBezTo>
                <a:cubicBezTo>
                  <a:pt x="33015" y="22962"/>
                  <a:pt x="33913" y="21809"/>
                  <a:pt x="34856" y="20809"/>
                </a:cubicBezTo>
                <a:cubicBezTo>
                  <a:pt x="35798" y="19809"/>
                  <a:pt x="36805" y="19019"/>
                  <a:pt x="37878" y="18439"/>
                </a:cubicBezTo>
                <a:cubicBezTo>
                  <a:pt x="38951" y="17859"/>
                  <a:pt x="40096" y="17569"/>
                  <a:pt x="41314" y="17569"/>
                </a:cubicBezTo>
                <a:cubicBezTo>
                  <a:pt x="44213" y="17569"/>
                  <a:pt x="46163" y="18664"/>
                  <a:pt x="47163" y="20853"/>
                </a:cubicBezTo>
                <a:cubicBezTo>
                  <a:pt x="48163" y="23041"/>
                  <a:pt x="48199" y="26455"/>
                  <a:pt x="47272" y="31094"/>
                </a:cubicBezTo>
                <a:lnTo>
                  <a:pt x="41140" y="62014"/>
                </a:lnTo>
                <a:lnTo>
                  <a:pt x="34182" y="62014"/>
                </a:lnTo>
                <a:close/>
                <a:moveTo>
                  <a:pt x="78345" y="17830"/>
                </a:moveTo>
                <a:cubicBezTo>
                  <a:pt x="80229" y="17830"/>
                  <a:pt x="82027" y="17953"/>
                  <a:pt x="83737" y="18200"/>
                </a:cubicBezTo>
                <a:cubicBezTo>
                  <a:pt x="85448" y="18446"/>
                  <a:pt x="87086" y="18801"/>
                  <a:pt x="88652" y="19265"/>
                </a:cubicBezTo>
                <a:lnTo>
                  <a:pt x="95523" y="17569"/>
                </a:lnTo>
                <a:lnTo>
                  <a:pt x="90609" y="41966"/>
                </a:lnTo>
                <a:cubicBezTo>
                  <a:pt x="90493" y="42517"/>
                  <a:pt x="90369" y="43242"/>
                  <a:pt x="90239" y="44140"/>
                </a:cubicBezTo>
                <a:cubicBezTo>
                  <a:pt x="90108" y="45039"/>
                  <a:pt x="89956" y="46250"/>
                  <a:pt x="89782" y="47772"/>
                </a:cubicBezTo>
                <a:cubicBezTo>
                  <a:pt x="89608" y="49294"/>
                  <a:pt x="89391" y="51207"/>
                  <a:pt x="89130" y="53512"/>
                </a:cubicBezTo>
                <a:cubicBezTo>
                  <a:pt x="88869" y="55817"/>
                  <a:pt x="88565" y="58651"/>
                  <a:pt x="88217" y="62014"/>
                </a:cubicBezTo>
                <a:lnTo>
                  <a:pt x="81085" y="62014"/>
                </a:lnTo>
                <a:lnTo>
                  <a:pt x="82172" y="51968"/>
                </a:lnTo>
                <a:cubicBezTo>
                  <a:pt x="80171" y="55447"/>
                  <a:pt x="77743" y="58122"/>
                  <a:pt x="74888" y="59992"/>
                </a:cubicBezTo>
                <a:cubicBezTo>
                  <a:pt x="72032" y="61862"/>
                  <a:pt x="68937" y="62797"/>
                  <a:pt x="65603" y="62797"/>
                </a:cubicBezTo>
                <a:cubicBezTo>
                  <a:pt x="63515" y="62797"/>
                  <a:pt x="61696" y="62449"/>
                  <a:pt x="60145" y="61753"/>
                </a:cubicBezTo>
                <a:cubicBezTo>
                  <a:pt x="58594" y="61057"/>
                  <a:pt x="57311" y="60064"/>
                  <a:pt x="56296" y="58774"/>
                </a:cubicBezTo>
                <a:cubicBezTo>
                  <a:pt x="55282" y="57484"/>
                  <a:pt x="54528" y="55940"/>
                  <a:pt x="54035" y="54143"/>
                </a:cubicBezTo>
                <a:cubicBezTo>
                  <a:pt x="53542" y="52345"/>
                  <a:pt x="53296" y="50345"/>
                  <a:pt x="53296" y="48141"/>
                </a:cubicBezTo>
                <a:cubicBezTo>
                  <a:pt x="53296" y="43966"/>
                  <a:pt x="53839" y="40045"/>
                  <a:pt x="54927" y="36378"/>
                </a:cubicBezTo>
                <a:cubicBezTo>
                  <a:pt x="56014" y="32710"/>
                  <a:pt x="57616" y="29499"/>
                  <a:pt x="59732" y="26745"/>
                </a:cubicBezTo>
                <a:cubicBezTo>
                  <a:pt x="61848" y="23991"/>
                  <a:pt x="64465" y="21817"/>
                  <a:pt x="67582" y="20222"/>
                </a:cubicBezTo>
                <a:cubicBezTo>
                  <a:pt x="70698" y="18627"/>
                  <a:pt x="74286" y="17830"/>
                  <a:pt x="78345" y="17830"/>
                </a:cubicBezTo>
                <a:moveTo>
                  <a:pt x="60950" y="47402"/>
                </a:moveTo>
                <a:cubicBezTo>
                  <a:pt x="60950" y="50156"/>
                  <a:pt x="61428" y="52316"/>
                  <a:pt x="62385" y="53882"/>
                </a:cubicBezTo>
                <a:cubicBezTo>
                  <a:pt x="63341" y="55447"/>
                  <a:pt x="64893" y="56230"/>
                  <a:pt x="67038" y="56230"/>
                </a:cubicBezTo>
                <a:cubicBezTo>
                  <a:pt x="68285" y="56230"/>
                  <a:pt x="69531" y="55940"/>
                  <a:pt x="70778" y="55360"/>
                </a:cubicBezTo>
                <a:cubicBezTo>
                  <a:pt x="72025" y="54781"/>
                  <a:pt x="73242" y="53983"/>
                  <a:pt x="74431" y="52968"/>
                </a:cubicBezTo>
                <a:cubicBezTo>
                  <a:pt x="75620" y="51954"/>
                  <a:pt x="76743" y="50758"/>
                  <a:pt x="77801" y="49381"/>
                </a:cubicBezTo>
                <a:cubicBezTo>
                  <a:pt x="78859" y="48004"/>
                  <a:pt x="79831" y="46525"/>
                  <a:pt x="80715" y="44945"/>
                </a:cubicBezTo>
                <a:cubicBezTo>
                  <a:pt x="81599" y="43365"/>
                  <a:pt x="82360" y="41712"/>
                  <a:pt x="82998" y="39987"/>
                </a:cubicBezTo>
                <a:cubicBezTo>
                  <a:pt x="83636" y="38262"/>
                  <a:pt x="84129" y="36544"/>
                  <a:pt x="84477" y="34834"/>
                </a:cubicBezTo>
                <a:lnTo>
                  <a:pt x="86260" y="25875"/>
                </a:lnTo>
                <a:cubicBezTo>
                  <a:pt x="84897" y="25296"/>
                  <a:pt x="83498" y="24839"/>
                  <a:pt x="82063" y="24506"/>
                </a:cubicBezTo>
                <a:cubicBezTo>
                  <a:pt x="80628" y="24172"/>
                  <a:pt x="79302" y="24005"/>
                  <a:pt x="78084" y="24005"/>
                </a:cubicBezTo>
                <a:cubicBezTo>
                  <a:pt x="75707" y="24005"/>
                  <a:pt x="73634" y="24411"/>
                  <a:pt x="71865" y="25223"/>
                </a:cubicBezTo>
                <a:cubicBezTo>
                  <a:pt x="70097" y="26035"/>
                  <a:pt x="68575" y="27093"/>
                  <a:pt x="67299" y="28398"/>
                </a:cubicBezTo>
                <a:cubicBezTo>
                  <a:pt x="66023" y="29702"/>
                  <a:pt x="64980" y="31188"/>
                  <a:pt x="64168" y="32855"/>
                </a:cubicBezTo>
                <a:cubicBezTo>
                  <a:pt x="63356" y="34522"/>
                  <a:pt x="62711" y="36226"/>
                  <a:pt x="62233" y="37965"/>
                </a:cubicBezTo>
                <a:cubicBezTo>
                  <a:pt x="61754" y="39705"/>
                  <a:pt x="61421" y="41401"/>
                  <a:pt x="61232" y="43053"/>
                </a:cubicBezTo>
                <a:cubicBezTo>
                  <a:pt x="61044" y="44706"/>
                  <a:pt x="60950" y="46155"/>
                  <a:pt x="60950" y="47402"/>
                </a:cubicBezTo>
                <a:close/>
                <a:moveTo>
                  <a:pt x="105287" y="38400"/>
                </a:moveTo>
                <a:cubicBezTo>
                  <a:pt x="105403" y="37849"/>
                  <a:pt x="105526" y="37124"/>
                  <a:pt x="105656" y="36226"/>
                </a:cubicBezTo>
                <a:cubicBezTo>
                  <a:pt x="105787" y="35327"/>
                  <a:pt x="105939" y="34116"/>
                  <a:pt x="106113" y="32594"/>
                </a:cubicBezTo>
                <a:cubicBezTo>
                  <a:pt x="106287" y="31072"/>
                  <a:pt x="106504" y="29159"/>
                  <a:pt x="106765" y="26854"/>
                </a:cubicBezTo>
                <a:cubicBezTo>
                  <a:pt x="107026" y="24549"/>
                  <a:pt x="107331" y="21715"/>
                  <a:pt x="107679" y="18352"/>
                </a:cubicBezTo>
                <a:lnTo>
                  <a:pt x="114811" y="18352"/>
                </a:lnTo>
                <a:lnTo>
                  <a:pt x="113724" y="28441"/>
                </a:lnTo>
                <a:cubicBezTo>
                  <a:pt x="115753" y="24933"/>
                  <a:pt x="118181" y="22244"/>
                  <a:pt x="121008" y="20374"/>
                </a:cubicBezTo>
                <a:cubicBezTo>
                  <a:pt x="123834" y="18504"/>
                  <a:pt x="126900" y="17569"/>
                  <a:pt x="130205" y="17569"/>
                </a:cubicBezTo>
                <a:cubicBezTo>
                  <a:pt x="134815" y="17569"/>
                  <a:pt x="138084" y="18961"/>
                  <a:pt x="140012" y="21744"/>
                </a:cubicBezTo>
                <a:cubicBezTo>
                  <a:pt x="141940" y="24527"/>
                  <a:pt x="142353" y="28630"/>
                  <a:pt x="141251" y="34051"/>
                </a:cubicBezTo>
                <a:lnTo>
                  <a:pt x="135642" y="62014"/>
                </a:lnTo>
                <a:lnTo>
                  <a:pt x="128075" y="62014"/>
                </a:lnTo>
                <a:lnTo>
                  <a:pt x="133685" y="34138"/>
                </a:lnTo>
                <a:cubicBezTo>
                  <a:pt x="134409" y="30601"/>
                  <a:pt x="134359" y="28043"/>
                  <a:pt x="133532" y="26463"/>
                </a:cubicBezTo>
                <a:cubicBezTo>
                  <a:pt x="132706" y="24882"/>
                  <a:pt x="131133" y="24092"/>
                  <a:pt x="128814" y="24092"/>
                </a:cubicBezTo>
                <a:cubicBezTo>
                  <a:pt x="126958" y="24092"/>
                  <a:pt x="125110" y="24730"/>
                  <a:pt x="123269" y="26006"/>
                </a:cubicBezTo>
                <a:cubicBezTo>
                  <a:pt x="121428" y="27282"/>
                  <a:pt x="119710" y="28941"/>
                  <a:pt x="118116" y="30985"/>
                </a:cubicBezTo>
                <a:cubicBezTo>
                  <a:pt x="116521" y="33029"/>
                  <a:pt x="115137" y="35327"/>
                  <a:pt x="113963" y="37878"/>
                </a:cubicBezTo>
                <a:cubicBezTo>
                  <a:pt x="112789" y="40429"/>
                  <a:pt x="111940" y="42981"/>
                  <a:pt x="111419" y="45532"/>
                </a:cubicBezTo>
                <a:lnTo>
                  <a:pt x="108114" y="62014"/>
                </a:lnTo>
                <a:lnTo>
                  <a:pt x="100547" y="62014"/>
                </a:lnTo>
                <a:lnTo>
                  <a:pt x="105287" y="38400"/>
                </a:lnTo>
                <a:close/>
                <a:moveTo>
                  <a:pt x="170455" y="6219"/>
                </a:moveTo>
                <a:cubicBezTo>
                  <a:pt x="170455" y="5320"/>
                  <a:pt x="170614" y="4494"/>
                  <a:pt x="170933" y="3740"/>
                </a:cubicBezTo>
                <a:cubicBezTo>
                  <a:pt x="171252" y="2986"/>
                  <a:pt x="171694" y="2334"/>
                  <a:pt x="172259" y="1783"/>
                </a:cubicBezTo>
                <a:cubicBezTo>
                  <a:pt x="172825" y="1232"/>
                  <a:pt x="173484" y="797"/>
                  <a:pt x="174238" y="478"/>
                </a:cubicBezTo>
                <a:cubicBezTo>
                  <a:pt x="174992" y="159"/>
                  <a:pt x="175804" y="0"/>
                  <a:pt x="176673" y="0"/>
                </a:cubicBezTo>
                <a:cubicBezTo>
                  <a:pt x="177514" y="0"/>
                  <a:pt x="178283" y="152"/>
                  <a:pt x="178978" y="457"/>
                </a:cubicBezTo>
                <a:cubicBezTo>
                  <a:pt x="179674" y="761"/>
                  <a:pt x="180276" y="1167"/>
                  <a:pt x="180783" y="1674"/>
                </a:cubicBezTo>
                <a:cubicBezTo>
                  <a:pt x="181290" y="2182"/>
                  <a:pt x="181682" y="2783"/>
                  <a:pt x="181957" y="3479"/>
                </a:cubicBezTo>
                <a:cubicBezTo>
                  <a:pt x="182233" y="4175"/>
                  <a:pt x="182370" y="4914"/>
                  <a:pt x="182370" y="5697"/>
                </a:cubicBezTo>
                <a:cubicBezTo>
                  <a:pt x="182370" y="6596"/>
                  <a:pt x="182211" y="7422"/>
                  <a:pt x="181892" y="8176"/>
                </a:cubicBezTo>
                <a:cubicBezTo>
                  <a:pt x="181573" y="8930"/>
                  <a:pt x="181131" y="9582"/>
                  <a:pt x="180566" y="10133"/>
                </a:cubicBezTo>
                <a:cubicBezTo>
                  <a:pt x="180000" y="10684"/>
                  <a:pt x="179341" y="11118"/>
                  <a:pt x="178587" y="11437"/>
                </a:cubicBezTo>
                <a:cubicBezTo>
                  <a:pt x="177833" y="11756"/>
                  <a:pt x="177021" y="11916"/>
                  <a:pt x="176152" y="11916"/>
                </a:cubicBezTo>
                <a:cubicBezTo>
                  <a:pt x="175311" y="11916"/>
                  <a:pt x="174535" y="11764"/>
                  <a:pt x="173825" y="11459"/>
                </a:cubicBezTo>
                <a:cubicBezTo>
                  <a:pt x="173115" y="11155"/>
                  <a:pt x="172513" y="10749"/>
                  <a:pt x="172020" y="10241"/>
                </a:cubicBezTo>
                <a:cubicBezTo>
                  <a:pt x="171527" y="9734"/>
                  <a:pt x="171143" y="9133"/>
                  <a:pt x="170868" y="8437"/>
                </a:cubicBezTo>
                <a:cubicBezTo>
                  <a:pt x="170592" y="7741"/>
                  <a:pt x="170455" y="7002"/>
                  <a:pt x="170455" y="6219"/>
                </a:cubicBezTo>
                <a:moveTo>
                  <a:pt x="188415" y="59274"/>
                </a:moveTo>
                <a:cubicBezTo>
                  <a:pt x="186415" y="60376"/>
                  <a:pt x="184306" y="61238"/>
                  <a:pt x="182088" y="61862"/>
                </a:cubicBezTo>
                <a:cubicBezTo>
                  <a:pt x="179870" y="62485"/>
                  <a:pt x="177500" y="62797"/>
                  <a:pt x="174977" y="62797"/>
                </a:cubicBezTo>
                <a:cubicBezTo>
                  <a:pt x="172919" y="62797"/>
                  <a:pt x="171194" y="62507"/>
                  <a:pt x="169802" y="61927"/>
                </a:cubicBezTo>
                <a:cubicBezTo>
                  <a:pt x="168411" y="61347"/>
                  <a:pt x="167345" y="60427"/>
                  <a:pt x="166606" y="59166"/>
                </a:cubicBezTo>
                <a:cubicBezTo>
                  <a:pt x="165867" y="57904"/>
                  <a:pt x="165454" y="56288"/>
                  <a:pt x="165367" y="54317"/>
                </a:cubicBezTo>
                <a:cubicBezTo>
                  <a:pt x="165280" y="52345"/>
                  <a:pt x="165512" y="49953"/>
                  <a:pt x="166062" y="47141"/>
                </a:cubicBezTo>
                <a:lnTo>
                  <a:pt x="169020" y="32529"/>
                </a:lnTo>
                <a:cubicBezTo>
                  <a:pt x="169367" y="30877"/>
                  <a:pt x="169534" y="29492"/>
                  <a:pt x="169520" y="28376"/>
                </a:cubicBezTo>
                <a:cubicBezTo>
                  <a:pt x="169505" y="27260"/>
                  <a:pt x="169353" y="26368"/>
                  <a:pt x="169063" y="25701"/>
                </a:cubicBezTo>
                <a:cubicBezTo>
                  <a:pt x="168773" y="25035"/>
                  <a:pt x="168346" y="24564"/>
                  <a:pt x="167780" y="24288"/>
                </a:cubicBezTo>
                <a:cubicBezTo>
                  <a:pt x="167215" y="24013"/>
                  <a:pt x="166555" y="23875"/>
                  <a:pt x="165801" y="23875"/>
                </a:cubicBezTo>
                <a:cubicBezTo>
                  <a:pt x="163830" y="23875"/>
                  <a:pt x="161888" y="24264"/>
                  <a:pt x="159974" y="25041"/>
                </a:cubicBezTo>
                <a:cubicBezTo>
                  <a:pt x="158061" y="25817"/>
                  <a:pt x="156118" y="26762"/>
                  <a:pt x="154147" y="27876"/>
                </a:cubicBezTo>
                <a:lnTo>
                  <a:pt x="154147" y="21179"/>
                </a:lnTo>
                <a:cubicBezTo>
                  <a:pt x="156147" y="20063"/>
                  <a:pt x="158256" y="19183"/>
                  <a:pt x="160474" y="18538"/>
                </a:cubicBezTo>
                <a:cubicBezTo>
                  <a:pt x="162692" y="17892"/>
                  <a:pt x="165062" y="17569"/>
                  <a:pt x="167584" y="17569"/>
                </a:cubicBezTo>
                <a:cubicBezTo>
                  <a:pt x="169643" y="17569"/>
                  <a:pt x="171368" y="17859"/>
                  <a:pt x="172760" y="18439"/>
                </a:cubicBezTo>
                <a:cubicBezTo>
                  <a:pt x="174151" y="19019"/>
                  <a:pt x="175217" y="19939"/>
                  <a:pt x="175956" y="21200"/>
                </a:cubicBezTo>
                <a:cubicBezTo>
                  <a:pt x="176695" y="22462"/>
                  <a:pt x="177108" y="24078"/>
                  <a:pt x="177195" y="26049"/>
                </a:cubicBezTo>
                <a:cubicBezTo>
                  <a:pt x="177282" y="28021"/>
                  <a:pt x="177050" y="30413"/>
                  <a:pt x="176500" y="33225"/>
                </a:cubicBezTo>
                <a:lnTo>
                  <a:pt x="173542" y="47837"/>
                </a:lnTo>
                <a:cubicBezTo>
                  <a:pt x="173223" y="49518"/>
                  <a:pt x="173064" y="50910"/>
                  <a:pt x="173064" y="52012"/>
                </a:cubicBezTo>
                <a:cubicBezTo>
                  <a:pt x="173064" y="53113"/>
                  <a:pt x="173216" y="53998"/>
                  <a:pt x="173521" y="54665"/>
                </a:cubicBezTo>
                <a:cubicBezTo>
                  <a:pt x="173825" y="55331"/>
                  <a:pt x="174253" y="55802"/>
                  <a:pt x="174804" y="56078"/>
                </a:cubicBezTo>
                <a:cubicBezTo>
                  <a:pt x="175354" y="56353"/>
                  <a:pt x="176007" y="56491"/>
                  <a:pt x="176760" y="56491"/>
                </a:cubicBezTo>
                <a:cubicBezTo>
                  <a:pt x="178732" y="56491"/>
                  <a:pt x="180674" y="56107"/>
                  <a:pt x="182588" y="55339"/>
                </a:cubicBezTo>
                <a:cubicBezTo>
                  <a:pt x="184501" y="54570"/>
                  <a:pt x="186444" y="53650"/>
                  <a:pt x="188415" y="52577"/>
                </a:cubicBezTo>
                <a:lnTo>
                  <a:pt x="188415" y="59274"/>
                </a:lnTo>
                <a:close/>
                <a:moveTo>
                  <a:pt x="215401" y="62536"/>
                </a:moveTo>
                <a:cubicBezTo>
                  <a:pt x="213284" y="62536"/>
                  <a:pt x="211509" y="62449"/>
                  <a:pt x="210073" y="62275"/>
                </a:cubicBezTo>
                <a:cubicBezTo>
                  <a:pt x="208638" y="62101"/>
                  <a:pt x="207297" y="61840"/>
                  <a:pt x="206051" y="61492"/>
                </a:cubicBezTo>
                <a:lnTo>
                  <a:pt x="202398" y="79844"/>
                </a:lnTo>
                <a:lnTo>
                  <a:pt x="194831" y="79844"/>
                </a:lnTo>
                <a:lnTo>
                  <a:pt x="203094" y="38400"/>
                </a:lnTo>
                <a:cubicBezTo>
                  <a:pt x="203210" y="37849"/>
                  <a:pt x="203333" y="37124"/>
                  <a:pt x="203463" y="36226"/>
                </a:cubicBezTo>
                <a:cubicBezTo>
                  <a:pt x="203594" y="35327"/>
                  <a:pt x="203753" y="34116"/>
                  <a:pt x="203942" y="32594"/>
                </a:cubicBezTo>
                <a:cubicBezTo>
                  <a:pt x="204130" y="31072"/>
                  <a:pt x="204347" y="29159"/>
                  <a:pt x="204594" y="26854"/>
                </a:cubicBezTo>
                <a:cubicBezTo>
                  <a:pt x="204840" y="24549"/>
                  <a:pt x="205138" y="21715"/>
                  <a:pt x="205485" y="18352"/>
                </a:cubicBezTo>
                <a:lnTo>
                  <a:pt x="212617" y="18352"/>
                </a:lnTo>
                <a:lnTo>
                  <a:pt x="211574" y="28441"/>
                </a:lnTo>
                <a:cubicBezTo>
                  <a:pt x="213574" y="24933"/>
                  <a:pt x="215995" y="22244"/>
                  <a:pt x="218836" y="20374"/>
                </a:cubicBezTo>
                <a:cubicBezTo>
                  <a:pt x="221678" y="18504"/>
                  <a:pt x="224780" y="17569"/>
                  <a:pt x="228143" y="17569"/>
                </a:cubicBezTo>
                <a:cubicBezTo>
                  <a:pt x="230230" y="17569"/>
                  <a:pt x="232042" y="17924"/>
                  <a:pt x="233579" y="18635"/>
                </a:cubicBezTo>
                <a:cubicBezTo>
                  <a:pt x="235115" y="19345"/>
                  <a:pt x="236391" y="20338"/>
                  <a:pt x="237406" y="21614"/>
                </a:cubicBezTo>
                <a:cubicBezTo>
                  <a:pt x="238420" y="22889"/>
                  <a:pt x="239174" y="24433"/>
                  <a:pt x="239667" y="26245"/>
                </a:cubicBezTo>
                <a:cubicBezTo>
                  <a:pt x="240160" y="28057"/>
                  <a:pt x="240406" y="30065"/>
                  <a:pt x="240406" y="32268"/>
                </a:cubicBezTo>
                <a:cubicBezTo>
                  <a:pt x="240406" y="36443"/>
                  <a:pt x="239863" y="40364"/>
                  <a:pt x="238776" y="44032"/>
                </a:cubicBezTo>
                <a:cubicBezTo>
                  <a:pt x="237688" y="47699"/>
                  <a:pt x="236087" y="50903"/>
                  <a:pt x="233970" y="53643"/>
                </a:cubicBezTo>
                <a:cubicBezTo>
                  <a:pt x="231854" y="56382"/>
                  <a:pt x="229237" y="58549"/>
                  <a:pt x="226121" y="60144"/>
                </a:cubicBezTo>
                <a:cubicBezTo>
                  <a:pt x="223004" y="61739"/>
                  <a:pt x="219431" y="62536"/>
                  <a:pt x="215401" y="62536"/>
                </a:cubicBezTo>
                <a:moveTo>
                  <a:pt x="232752" y="32964"/>
                </a:moveTo>
                <a:cubicBezTo>
                  <a:pt x="232752" y="30181"/>
                  <a:pt x="232281" y="28021"/>
                  <a:pt x="231339" y="26484"/>
                </a:cubicBezTo>
                <a:cubicBezTo>
                  <a:pt x="230397" y="24948"/>
                  <a:pt x="228853" y="24179"/>
                  <a:pt x="226708" y="24179"/>
                </a:cubicBezTo>
                <a:cubicBezTo>
                  <a:pt x="225461" y="24179"/>
                  <a:pt x="224214" y="24469"/>
                  <a:pt x="222968" y="25049"/>
                </a:cubicBezTo>
                <a:cubicBezTo>
                  <a:pt x="221721" y="25629"/>
                  <a:pt x="220503" y="26426"/>
                  <a:pt x="219315" y="27441"/>
                </a:cubicBezTo>
                <a:cubicBezTo>
                  <a:pt x="218126" y="28456"/>
                  <a:pt x="216995" y="29652"/>
                  <a:pt x="215923" y="31029"/>
                </a:cubicBezTo>
                <a:cubicBezTo>
                  <a:pt x="214850" y="32406"/>
                  <a:pt x="213879" y="33884"/>
                  <a:pt x="213009" y="35465"/>
                </a:cubicBezTo>
                <a:cubicBezTo>
                  <a:pt x="212139" y="37045"/>
                  <a:pt x="211378" y="38690"/>
                  <a:pt x="210726" y="40400"/>
                </a:cubicBezTo>
                <a:cubicBezTo>
                  <a:pt x="210073" y="42111"/>
                  <a:pt x="209573" y="43822"/>
                  <a:pt x="209225" y="45532"/>
                </a:cubicBezTo>
                <a:lnTo>
                  <a:pt x="207442" y="54534"/>
                </a:lnTo>
                <a:cubicBezTo>
                  <a:pt x="208805" y="55114"/>
                  <a:pt x="210211" y="55571"/>
                  <a:pt x="211661" y="55904"/>
                </a:cubicBezTo>
                <a:cubicBezTo>
                  <a:pt x="213110" y="56237"/>
                  <a:pt x="214444" y="56404"/>
                  <a:pt x="215662" y="56404"/>
                </a:cubicBezTo>
                <a:cubicBezTo>
                  <a:pt x="218039" y="56404"/>
                  <a:pt x="220112" y="55998"/>
                  <a:pt x="221880" y="55186"/>
                </a:cubicBezTo>
                <a:cubicBezTo>
                  <a:pt x="223649" y="54375"/>
                  <a:pt x="225164" y="53316"/>
                  <a:pt x="226425" y="52012"/>
                </a:cubicBezTo>
                <a:cubicBezTo>
                  <a:pt x="227686" y="50707"/>
                  <a:pt x="228723" y="49214"/>
                  <a:pt x="229534" y="47532"/>
                </a:cubicBezTo>
                <a:cubicBezTo>
                  <a:pt x="230346" y="45851"/>
                  <a:pt x="230991" y="44140"/>
                  <a:pt x="231470" y="42401"/>
                </a:cubicBezTo>
                <a:cubicBezTo>
                  <a:pt x="231948" y="40661"/>
                  <a:pt x="232281" y="38973"/>
                  <a:pt x="232470" y="37335"/>
                </a:cubicBezTo>
                <a:cubicBezTo>
                  <a:pt x="232658" y="35696"/>
                  <a:pt x="232752" y="34240"/>
                  <a:pt x="232752" y="32964"/>
                </a:cubicBezTo>
                <a:close/>
                <a:moveTo>
                  <a:pt x="285961" y="41966"/>
                </a:moveTo>
                <a:cubicBezTo>
                  <a:pt x="285845" y="42517"/>
                  <a:pt x="285722" y="43242"/>
                  <a:pt x="285592" y="44140"/>
                </a:cubicBezTo>
                <a:cubicBezTo>
                  <a:pt x="285461" y="45039"/>
                  <a:pt x="285309" y="46250"/>
                  <a:pt x="285135" y="47772"/>
                </a:cubicBezTo>
                <a:cubicBezTo>
                  <a:pt x="284961" y="49294"/>
                  <a:pt x="284744" y="51207"/>
                  <a:pt x="284483" y="53512"/>
                </a:cubicBezTo>
                <a:cubicBezTo>
                  <a:pt x="284222" y="55817"/>
                  <a:pt x="283917" y="58651"/>
                  <a:pt x="283569" y="62014"/>
                </a:cubicBezTo>
                <a:lnTo>
                  <a:pt x="276437" y="62014"/>
                </a:lnTo>
                <a:lnTo>
                  <a:pt x="277525" y="51968"/>
                </a:lnTo>
                <a:cubicBezTo>
                  <a:pt x="275524" y="55447"/>
                  <a:pt x="273110" y="58122"/>
                  <a:pt x="270284" y="59992"/>
                </a:cubicBezTo>
                <a:cubicBezTo>
                  <a:pt x="267457" y="61862"/>
                  <a:pt x="264377" y="62797"/>
                  <a:pt x="261043" y="62797"/>
                </a:cubicBezTo>
                <a:cubicBezTo>
                  <a:pt x="256433" y="62797"/>
                  <a:pt x="253164" y="61405"/>
                  <a:pt x="251236" y="58622"/>
                </a:cubicBezTo>
                <a:cubicBezTo>
                  <a:pt x="249308" y="55839"/>
                  <a:pt x="248895" y="51751"/>
                  <a:pt x="249997" y="46358"/>
                </a:cubicBezTo>
                <a:lnTo>
                  <a:pt x="255607" y="18352"/>
                </a:lnTo>
                <a:lnTo>
                  <a:pt x="263173" y="18352"/>
                </a:lnTo>
                <a:lnTo>
                  <a:pt x="257563" y="46271"/>
                </a:lnTo>
                <a:cubicBezTo>
                  <a:pt x="256839" y="49779"/>
                  <a:pt x="256889" y="52331"/>
                  <a:pt x="257716" y="53925"/>
                </a:cubicBezTo>
                <a:cubicBezTo>
                  <a:pt x="258542" y="55520"/>
                  <a:pt x="260129" y="56317"/>
                  <a:pt x="262478" y="56317"/>
                </a:cubicBezTo>
                <a:cubicBezTo>
                  <a:pt x="263724" y="56317"/>
                  <a:pt x="264964" y="56027"/>
                  <a:pt x="266196" y="55447"/>
                </a:cubicBezTo>
                <a:cubicBezTo>
                  <a:pt x="267428" y="54867"/>
                  <a:pt x="268631" y="54063"/>
                  <a:pt x="269805" y="53034"/>
                </a:cubicBezTo>
                <a:cubicBezTo>
                  <a:pt x="270980" y="52005"/>
                  <a:pt x="272096" y="50801"/>
                  <a:pt x="273154" y="49424"/>
                </a:cubicBezTo>
                <a:cubicBezTo>
                  <a:pt x="274212" y="48047"/>
                  <a:pt x="275183" y="46561"/>
                  <a:pt x="276068" y="44967"/>
                </a:cubicBezTo>
                <a:cubicBezTo>
                  <a:pt x="276952" y="43372"/>
                  <a:pt x="277713" y="41712"/>
                  <a:pt x="278351" y="39987"/>
                </a:cubicBezTo>
                <a:cubicBezTo>
                  <a:pt x="278989" y="38262"/>
                  <a:pt x="279481" y="36544"/>
                  <a:pt x="279829" y="34834"/>
                </a:cubicBezTo>
                <a:lnTo>
                  <a:pt x="283134" y="18352"/>
                </a:lnTo>
                <a:lnTo>
                  <a:pt x="290701" y="18352"/>
                </a:lnTo>
                <a:lnTo>
                  <a:pt x="285961" y="41966"/>
                </a:lnTo>
                <a:close/>
                <a:moveTo>
                  <a:pt x="332690" y="59057"/>
                </a:moveTo>
                <a:cubicBezTo>
                  <a:pt x="329907" y="60188"/>
                  <a:pt x="327131" y="61065"/>
                  <a:pt x="324362" y="61688"/>
                </a:cubicBezTo>
                <a:cubicBezTo>
                  <a:pt x="321594" y="62311"/>
                  <a:pt x="318760" y="62623"/>
                  <a:pt x="315860" y="62623"/>
                </a:cubicBezTo>
                <a:cubicBezTo>
                  <a:pt x="313135" y="62623"/>
                  <a:pt x="310903" y="62289"/>
                  <a:pt x="309163" y="61623"/>
                </a:cubicBezTo>
                <a:cubicBezTo>
                  <a:pt x="307424" y="60955"/>
                  <a:pt x="306119" y="59860"/>
                  <a:pt x="305249" y="58337"/>
                </a:cubicBezTo>
                <a:cubicBezTo>
                  <a:pt x="304380" y="56814"/>
                  <a:pt x="303930" y="54819"/>
                  <a:pt x="303901" y="52353"/>
                </a:cubicBezTo>
                <a:cubicBezTo>
                  <a:pt x="303872" y="49887"/>
                  <a:pt x="304206" y="46869"/>
                  <a:pt x="304901" y="43301"/>
                </a:cubicBezTo>
                <a:lnTo>
                  <a:pt x="313555" y="522"/>
                </a:lnTo>
                <a:lnTo>
                  <a:pt x="321296" y="522"/>
                </a:lnTo>
                <a:lnTo>
                  <a:pt x="312773" y="43301"/>
                </a:lnTo>
                <a:cubicBezTo>
                  <a:pt x="312251" y="45883"/>
                  <a:pt x="311925" y="48001"/>
                  <a:pt x="311794" y="49655"/>
                </a:cubicBezTo>
                <a:cubicBezTo>
                  <a:pt x="311664" y="51310"/>
                  <a:pt x="311758" y="52616"/>
                  <a:pt x="312077" y="53575"/>
                </a:cubicBezTo>
                <a:cubicBezTo>
                  <a:pt x="312396" y="54532"/>
                  <a:pt x="312939" y="55200"/>
                  <a:pt x="313708" y="55578"/>
                </a:cubicBezTo>
                <a:cubicBezTo>
                  <a:pt x="314476" y="55955"/>
                  <a:pt x="315498" y="56143"/>
                  <a:pt x="316774" y="56143"/>
                </a:cubicBezTo>
                <a:cubicBezTo>
                  <a:pt x="318919" y="56143"/>
                  <a:pt x="321304" y="55839"/>
                  <a:pt x="323927" y="55230"/>
                </a:cubicBezTo>
                <a:cubicBezTo>
                  <a:pt x="326551" y="54621"/>
                  <a:pt x="329472" y="53650"/>
                  <a:pt x="332690" y="52316"/>
                </a:cubicBezTo>
                <a:lnTo>
                  <a:pt x="332690" y="59057"/>
                </a:lnTo>
                <a:close/>
                <a:moveTo>
                  <a:pt x="370983" y="17830"/>
                </a:moveTo>
                <a:cubicBezTo>
                  <a:pt x="372867" y="17830"/>
                  <a:pt x="374665" y="17953"/>
                  <a:pt x="376375" y="18200"/>
                </a:cubicBezTo>
                <a:cubicBezTo>
                  <a:pt x="378086" y="18446"/>
                  <a:pt x="379724" y="18801"/>
                  <a:pt x="381289" y="19265"/>
                </a:cubicBezTo>
                <a:lnTo>
                  <a:pt x="388160" y="17569"/>
                </a:lnTo>
                <a:lnTo>
                  <a:pt x="383246" y="41966"/>
                </a:lnTo>
                <a:cubicBezTo>
                  <a:pt x="383130" y="42517"/>
                  <a:pt x="383007" y="43242"/>
                  <a:pt x="382877" y="44140"/>
                </a:cubicBezTo>
                <a:cubicBezTo>
                  <a:pt x="382746" y="45039"/>
                  <a:pt x="382594" y="46250"/>
                  <a:pt x="382420" y="47772"/>
                </a:cubicBezTo>
                <a:cubicBezTo>
                  <a:pt x="382246" y="49294"/>
                  <a:pt x="382029" y="51207"/>
                  <a:pt x="381768" y="53512"/>
                </a:cubicBezTo>
                <a:cubicBezTo>
                  <a:pt x="381507" y="55817"/>
                  <a:pt x="381202" y="58651"/>
                  <a:pt x="380854" y="62014"/>
                </a:cubicBezTo>
                <a:lnTo>
                  <a:pt x="373722" y="62014"/>
                </a:lnTo>
                <a:lnTo>
                  <a:pt x="374810" y="51968"/>
                </a:lnTo>
                <a:cubicBezTo>
                  <a:pt x="372809" y="55447"/>
                  <a:pt x="370381" y="58122"/>
                  <a:pt x="367525" y="59992"/>
                </a:cubicBezTo>
                <a:cubicBezTo>
                  <a:pt x="364670" y="61862"/>
                  <a:pt x="361575" y="62797"/>
                  <a:pt x="358241" y="62797"/>
                </a:cubicBezTo>
                <a:cubicBezTo>
                  <a:pt x="356153" y="62797"/>
                  <a:pt x="354334" y="62449"/>
                  <a:pt x="352783" y="61753"/>
                </a:cubicBezTo>
                <a:cubicBezTo>
                  <a:pt x="351232" y="61057"/>
                  <a:pt x="349949" y="60064"/>
                  <a:pt x="348934" y="58774"/>
                </a:cubicBezTo>
                <a:cubicBezTo>
                  <a:pt x="347919" y="57484"/>
                  <a:pt x="347166" y="55940"/>
                  <a:pt x="346673" y="54143"/>
                </a:cubicBezTo>
                <a:cubicBezTo>
                  <a:pt x="346180" y="52345"/>
                  <a:pt x="345933" y="50345"/>
                  <a:pt x="345933" y="48141"/>
                </a:cubicBezTo>
                <a:cubicBezTo>
                  <a:pt x="345933" y="43966"/>
                  <a:pt x="346477" y="40045"/>
                  <a:pt x="347564" y="36378"/>
                </a:cubicBezTo>
                <a:cubicBezTo>
                  <a:pt x="348651" y="32710"/>
                  <a:pt x="350253" y="29499"/>
                  <a:pt x="352370" y="26745"/>
                </a:cubicBezTo>
                <a:cubicBezTo>
                  <a:pt x="354486" y="23991"/>
                  <a:pt x="357103" y="21817"/>
                  <a:pt x="360219" y="20222"/>
                </a:cubicBezTo>
                <a:cubicBezTo>
                  <a:pt x="363336" y="18627"/>
                  <a:pt x="366924" y="17830"/>
                  <a:pt x="370983" y="17830"/>
                </a:cubicBezTo>
                <a:moveTo>
                  <a:pt x="353587" y="47402"/>
                </a:moveTo>
                <a:cubicBezTo>
                  <a:pt x="353587" y="50156"/>
                  <a:pt x="354066" y="52316"/>
                  <a:pt x="355022" y="53882"/>
                </a:cubicBezTo>
                <a:cubicBezTo>
                  <a:pt x="355979" y="55447"/>
                  <a:pt x="357530" y="56230"/>
                  <a:pt x="359676" y="56230"/>
                </a:cubicBezTo>
                <a:cubicBezTo>
                  <a:pt x="360922" y="56230"/>
                  <a:pt x="362169" y="55940"/>
                  <a:pt x="363416" y="55360"/>
                </a:cubicBezTo>
                <a:cubicBezTo>
                  <a:pt x="364662" y="54781"/>
                  <a:pt x="365880" y="53983"/>
                  <a:pt x="367069" y="52968"/>
                </a:cubicBezTo>
                <a:cubicBezTo>
                  <a:pt x="368257" y="51954"/>
                  <a:pt x="369381" y="50758"/>
                  <a:pt x="370439" y="49381"/>
                </a:cubicBezTo>
                <a:cubicBezTo>
                  <a:pt x="371497" y="48004"/>
                  <a:pt x="372468" y="46525"/>
                  <a:pt x="373353" y="44945"/>
                </a:cubicBezTo>
                <a:cubicBezTo>
                  <a:pt x="374237" y="43365"/>
                  <a:pt x="374998" y="41712"/>
                  <a:pt x="375636" y="39987"/>
                </a:cubicBezTo>
                <a:cubicBezTo>
                  <a:pt x="376274" y="38262"/>
                  <a:pt x="376766" y="36544"/>
                  <a:pt x="377114" y="34834"/>
                </a:cubicBezTo>
                <a:lnTo>
                  <a:pt x="378897" y="25875"/>
                </a:lnTo>
                <a:cubicBezTo>
                  <a:pt x="377535" y="25296"/>
                  <a:pt x="376136" y="24839"/>
                  <a:pt x="374701" y="24506"/>
                </a:cubicBezTo>
                <a:cubicBezTo>
                  <a:pt x="373266" y="24172"/>
                  <a:pt x="371939" y="24005"/>
                  <a:pt x="370722" y="24005"/>
                </a:cubicBezTo>
                <a:cubicBezTo>
                  <a:pt x="368344" y="24005"/>
                  <a:pt x="366271" y="24411"/>
                  <a:pt x="364503" y="25223"/>
                </a:cubicBezTo>
                <a:cubicBezTo>
                  <a:pt x="362734" y="26035"/>
                  <a:pt x="361212" y="27093"/>
                  <a:pt x="359937" y="28398"/>
                </a:cubicBezTo>
                <a:cubicBezTo>
                  <a:pt x="358661" y="29702"/>
                  <a:pt x="357617" y="31188"/>
                  <a:pt x="356805" y="32855"/>
                </a:cubicBezTo>
                <a:cubicBezTo>
                  <a:pt x="355994" y="34522"/>
                  <a:pt x="355349" y="36226"/>
                  <a:pt x="354870" y="37965"/>
                </a:cubicBezTo>
                <a:cubicBezTo>
                  <a:pt x="354392" y="39705"/>
                  <a:pt x="354058" y="41401"/>
                  <a:pt x="353870" y="43053"/>
                </a:cubicBezTo>
                <a:cubicBezTo>
                  <a:pt x="353682" y="44706"/>
                  <a:pt x="353587" y="46155"/>
                  <a:pt x="353587" y="47402"/>
                </a:cubicBezTo>
                <a:close/>
                <a:moveTo>
                  <a:pt x="429192" y="61398"/>
                </a:moveTo>
                <a:cubicBezTo>
                  <a:pt x="427366" y="61836"/>
                  <a:pt x="425561" y="62149"/>
                  <a:pt x="423778" y="62339"/>
                </a:cubicBezTo>
                <a:cubicBezTo>
                  <a:pt x="421995" y="62528"/>
                  <a:pt x="420408" y="62623"/>
                  <a:pt x="419016" y="62623"/>
                </a:cubicBezTo>
                <a:cubicBezTo>
                  <a:pt x="416059" y="62623"/>
                  <a:pt x="413530" y="62297"/>
                  <a:pt x="411428" y="61644"/>
                </a:cubicBezTo>
                <a:cubicBezTo>
                  <a:pt x="409326" y="60992"/>
                  <a:pt x="407666" y="59956"/>
                  <a:pt x="406448" y="58535"/>
                </a:cubicBezTo>
                <a:cubicBezTo>
                  <a:pt x="405231" y="57114"/>
                  <a:pt x="404469" y="55281"/>
                  <a:pt x="404165" y="53034"/>
                </a:cubicBezTo>
                <a:cubicBezTo>
                  <a:pt x="403861" y="50787"/>
                  <a:pt x="404042" y="48054"/>
                  <a:pt x="404709" y="44836"/>
                </a:cubicBezTo>
                <a:lnTo>
                  <a:pt x="408710" y="24701"/>
                </a:lnTo>
                <a:lnTo>
                  <a:pt x="396489" y="24701"/>
                </a:lnTo>
                <a:lnTo>
                  <a:pt x="397751" y="18352"/>
                </a:lnTo>
                <a:lnTo>
                  <a:pt x="409927" y="18352"/>
                </a:lnTo>
                <a:lnTo>
                  <a:pt x="412363" y="6311"/>
                </a:lnTo>
                <a:lnTo>
                  <a:pt x="420364" y="4349"/>
                </a:lnTo>
                <a:lnTo>
                  <a:pt x="417494" y="18352"/>
                </a:lnTo>
                <a:lnTo>
                  <a:pt x="437107" y="18352"/>
                </a:lnTo>
                <a:lnTo>
                  <a:pt x="435846" y="24701"/>
                </a:lnTo>
                <a:lnTo>
                  <a:pt x="416277" y="24701"/>
                </a:lnTo>
                <a:lnTo>
                  <a:pt x="412189" y="45097"/>
                </a:lnTo>
                <a:cubicBezTo>
                  <a:pt x="411783" y="47098"/>
                  <a:pt x="411623" y="48801"/>
                  <a:pt x="411710" y="50207"/>
                </a:cubicBezTo>
                <a:cubicBezTo>
                  <a:pt x="411797" y="51613"/>
                  <a:pt x="412145" y="52766"/>
                  <a:pt x="412754" y="53664"/>
                </a:cubicBezTo>
                <a:cubicBezTo>
                  <a:pt x="413363" y="54563"/>
                  <a:pt x="414247" y="55215"/>
                  <a:pt x="415407" y="55621"/>
                </a:cubicBezTo>
                <a:cubicBezTo>
                  <a:pt x="416566" y="56027"/>
                  <a:pt x="418045" y="56230"/>
                  <a:pt x="419843" y="56230"/>
                </a:cubicBezTo>
                <a:cubicBezTo>
                  <a:pt x="420915" y="56230"/>
                  <a:pt x="422263" y="56118"/>
                  <a:pt x="423887" y="55894"/>
                </a:cubicBezTo>
                <a:cubicBezTo>
                  <a:pt x="425510" y="55670"/>
                  <a:pt x="427279" y="55318"/>
                  <a:pt x="429192" y="54838"/>
                </a:cubicBezTo>
                <a:lnTo>
                  <a:pt x="429192" y="61398"/>
                </a:lnTo>
                <a:close/>
                <a:moveTo>
                  <a:pt x="463092" y="6219"/>
                </a:moveTo>
                <a:cubicBezTo>
                  <a:pt x="463092" y="5320"/>
                  <a:pt x="463252" y="4494"/>
                  <a:pt x="463571" y="3740"/>
                </a:cubicBezTo>
                <a:cubicBezTo>
                  <a:pt x="463890" y="2986"/>
                  <a:pt x="464332" y="2334"/>
                  <a:pt x="464897" y="1783"/>
                </a:cubicBezTo>
                <a:cubicBezTo>
                  <a:pt x="465463" y="1232"/>
                  <a:pt x="466122" y="797"/>
                  <a:pt x="466876" y="478"/>
                </a:cubicBezTo>
                <a:cubicBezTo>
                  <a:pt x="467630" y="159"/>
                  <a:pt x="468442" y="0"/>
                  <a:pt x="469311" y="0"/>
                </a:cubicBezTo>
                <a:cubicBezTo>
                  <a:pt x="470152" y="0"/>
                  <a:pt x="470920" y="152"/>
                  <a:pt x="471616" y="457"/>
                </a:cubicBezTo>
                <a:cubicBezTo>
                  <a:pt x="472312" y="761"/>
                  <a:pt x="472914" y="1167"/>
                  <a:pt x="473421" y="1674"/>
                </a:cubicBezTo>
                <a:cubicBezTo>
                  <a:pt x="473928" y="2182"/>
                  <a:pt x="474320" y="2783"/>
                  <a:pt x="474595" y="3479"/>
                </a:cubicBezTo>
                <a:cubicBezTo>
                  <a:pt x="474871" y="4175"/>
                  <a:pt x="475008" y="4914"/>
                  <a:pt x="475008" y="5697"/>
                </a:cubicBezTo>
                <a:cubicBezTo>
                  <a:pt x="475008" y="6596"/>
                  <a:pt x="474849" y="7422"/>
                  <a:pt x="474530" y="8176"/>
                </a:cubicBezTo>
                <a:cubicBezTo>
                  <a:pt x="474211" y="8930"/>
                  <a:pt x="473769" y="9582"/>
                  <a:pt x="473203" y="10133"/>
                </a:cubicBezTo>
                <a:cubicBezTo>
                  <a:pt x="472638" y="10684"/>
                  <a:pt x="471979" y="11118"/>
                  <a:pt x="471225" y="11437"/>
                </a:cubicBezTo>
                <a:cubicBezTo>
                  <a:pt x="470471" y="11756"/>
                  <a:pt x="469659" y="11916"/>
                  <a:pt x="468789" y="11916"/>
                </a:cubicBezTo>
                <a:cubicBezTo>
                  <a:pt x="467949" y="11916"/>
                  <a:pt x="467173" y="11764"/>
                  <a:pt x="466463" y="11459"/>
                </a:cubicBezTo>
                <a:cubicBezTo>
                  <a:pt x="465753" y="11155"/>
                  <a:pt x="465151" y="10749"/>
                  <a:pt x="464658" y="10241"/>
                </a:cubicBezTo>
                <a:cubicBezTo>
                  <a:pt x="464165" y="9734"/>
                  <a:pt x="463781" y="9133"/>
                  <a:pt x="463506" y="8437"/>
                </a:cubicBezTo>
                <a:cubicBezTo>
                  <a:pt x="463230" y="7741"/>
                  <a:pt x="463092" y="7002"/>
                  <a:pt x="463092" y="6219"/>
                </a:cubicBezTo>
                <a:moveTo>
                  <a:pt x="481053" y="59274"/>
                </a:moveTo>
                <a:cubicBezTo>
                  <a:pt x="479053" y="60376"/>
                  <a:pt x="476943" y="61238"/>
                  <a:pt x="474726" y="61862"/>
                </a:cubicBezTo>
                <a:cubicBezTo>
                  <a:pt x="472508" y="62485"/>
                  <a:pt x="470138" y="62797"/>
                  <a:pt x="467615" y="62797"/>
                </a:cubicBezTo>
                <a:cubicBezTo>
                  <a:pt x="465557" y="62797"/>
                  <a:pt x="463832" y="62507"/>
                  <a:pt x="462440" y="61927"/>
                </a:cubicBezTo>
                <a:cubicBezTo>
                  <a:pt x="461049" y="61347"/>
                  <a:pt x="459983" y="60427"/>
                  <a:pt x="459244" y="59166"/>
                </a:cubicBezTo>
                <a:cubicBezTo>
                  <a:pt x="458505" y="57904"/>
                  <a:pt x="458091" y="56288"/>
                  <a:pt x="458004" y="54317"/>
                </a:cubicBezTo>
                <a:cubicBezTo>
                  <a:pt x="457917" y="52345"/>
                  <a:pt x="458149" y="49953"/>
                  <a:pt x="458700" y="47141"/>
                </a:cubicBezTo>
                <a:lnTo>
                  <a:pt x="461657" y="32529"/>
                </a:lnTo>
                <a:cubicBezTo>
                  <a:pt x="462005" y="30877"/>
                  <a:pt x="462172" y="29492"/>
                  <a:pt x="462158" y="28376"/>
                </a:cubicBezTo>
                <a:cubicBezTo>
                  <a:pt x="462143" y="27260"/>
                  <a:pt x="461991" y="26368"/>
                  <a:pt x="461701" y="25701"/>
                </a:cubicBezTo>
                <a:cubicBezTo>
                  <a:pt x="461411" y="25035"/>
                  <a:pt x="460983" y="24564"/>
                  <a:pt x="460418" y="24288"/>
                </a:cubicBezTo>
                <a:cubicBezTo>
                  <a:pt x="459853" y="24013"/>
                  <a:pt x="459193" y="23875"/>
                  <a:pt x="458439" y="23875"/>
                </a:cubicBezTo>
                <a:cubicBezTo>
                  <a:pt x="456468" y="23875"/>
                  <a:pt x="454525" y="24264"/>
                  <a:pt x="452612" y="25041"/>
                </a:cubicBezTo>
                <a:cubicBezTo>
                  <a:pt x="450698" y="25817"/>
                  <a:pt x="448756" y="26762"/>
                  <a:pt x="446784" y="27876"/>
                </a:cubicBezTo>
                <a:lnTo>
                  <a:pt x="446784" y="21179"/>
                </a:lnTo>
                <a:cubicBezTo>
                  <a:pt x="448785" y="20063"/>
                  <a:pt x="450894" y="19183"/>
                  <a:pt x="453112" y="18538"/>
                </a:cubicBezTo>
                <a:cubicBezTo>
                  <a:pt x="455330" y="17892"/>
                  <a:pt x="457700" y="17569"/>
                  <a:pt x="460222" y="17569"/>
                </a:cubicBezTo>
                <a:cubicBezTo>
                  <a:pt x="462281" y="17569"/>
                  <a:pt x="464006" y="17859"/>
                  <a:pt x="465397" y="18439"/>
                </a:cubicBezTo>
                <a:cubicBezTo>
                  <a:pt x="466789" y="19019"/>
                  <a:pt x="467854" y="19939"/>
                  <a:pt x="468594" y="21200"/>
                </a:cubicBezTo>
                <a:cubicBezTo>
                  <a:pt x="469333" y="22462"/>
                  <a:pt x="469746" y="24078"/>
                  <a:pt x="469833" y="26049"/>
                </a:cubicBezTo>
                <a:cubicBezTo>
                  <a:pt x="469920" y="28021"/>
                  <a:pt x="469688" y="30413"/>
                  <a:pt x="469137" y="33225"/>
                </a:cubicBezTo>
                <a:lnTo>
                  <a:pt x="466180" y="47837"/>
                </a:lnTo>
                <a:cubicBezTo>
                  <a:pt x="465861" y="49518"/>
                  <a:pt x="465702" y="50910"/>
                  <a:pt x="465702" y="52012"/>
                </a:cubicBezTo>
                <a:cubicBezTo>
                  <a:pt x="465702" y="53113"/>
                  <a:pt x="465854" y="53998"/>
                  <a:pt x="466158" y="54665"/>
                </a:cubicBezTo>
                <a:cubicBezTo>
                  <a:pt x="466463" y="55331"/>
                  <a:pt x="466890" y="55802"/>
                  <a:pt x="467441" y="56078"/>
                </a:cubicBezTo>
                <a:cubicBezTo>
                  <a:pt x="467992" y="56353"/>
                  <a:pt x="468644" y="56491"/>
                  <a:pt x="469398" y="56491"/>
                </a:cubicBezTo>
                <a:cubicBezTo>
                  <a:pt x="471370" y="56491"/>
                  <a:pt x="473312" y="56107"/>
                  <a:pt x="475226" y="55339"/>
                </a:cubicBezTo>
                <a:cubicBezTo>
                  <a:pt x="477139" y="54570"/>
                  <a:pt x="479082" y="53650"/>
                  <a:pt x="481053" y="52577"/>
                </a:cubicBezTo>
                <a:lnTo>
                  <a:pt x="481053" y="59274"/>
                </a:lnTo>
                <a:close/>
                <a:moveTo>
                  <a:pt x="508299" y="62797"/>
                </a:moveTo>
                <a:cubicBezTo>
                  <a:pt x="503081" y="62797"/>
                  <a:pt x="499015" y="61456"/>
                  <a:pt x="496101" y="58774"/>
                </a:cubicBezTo>
                <a:cubicBezTo>
                  <a:pt x="493187" y="56092"/>
                  <a:pt x="491730" y="52070"/>
                  <a:pt x="491730" y="46706"/>
                </a:cubicBezTo>
                <a:cubicBezTo>
                  <a:pt x="491730" y="44300"/>
                  <a:pt x="491984" y="41915"/>
                  <a:pt x="492492" y="39552"/>
                </a:cubicBezTo>
                <a:cubicBezTo>
                  <a:pt x="492999" y="37190"/>
                  <a:pt x="493745" y="34928"/>
                  <a:pt x="494731" y="32768"/>
                </a:cubicBezTo>
                <a:cubicBezTo>
                  <a:pt x="495717" y="30608"/>
                  <a:pt x="496935" y="28601"/>
                  <a:pt x="498384" y="26745"/>
                </a:cubicBezTo>
                <a:cubicBezTo>
                  <a:pt x="499834" y="24890"/>
                  <a:pt x="501501" y="23281"/>
                  <a:pt x="503385" y="21918"/>
                </a:cubicBezTo>
                <a:cubicBezTo>
                  <a:pt x="505270" y="20555"/>
                  <a:pt x="507350" y="19490"/>
                  <a:pt x="509626" y="18722"/>
                </a:cubicBezTo>
                <a:cubicBezTo>
                  <a:pt x="511902" y="17953"/>
                  <a:pt x="514373" y="17569"/>
                  <a:pt x="517041" y="17569"/>
                </a:cubicBezTo>
                <a:cubicBezTo>
                  <a:pt x="519650" y="17569"/>
                  <a:pt x="521976" y="17910"/>
                  <a:pt x="524020" y="18591"/>
                </a:cubicBezTo>
                <a:cubicBezTo>
                  <a:pt x="526064" y="19272"/>
                  <a:pt x="527789" y="20287"/>
                  <a:pt x="529195" y="21635"/>
                </a:cubicBezTo>
                <a:cubicBezTo>
                  <a:pt x="530602" y="22983"/>
                  <a:pt x="531682" y="24665"/>
                  <a:pt x="532435" y="26680"/>
                </a:cubicBezTo>
                <a:cubicBezTo>
                  <a:pt x="533189" y="28695"/>
                  <a:pt x="533566" y="31036"/>
                  <a:pt x="533566" y="33703"/>
                </a:cubicBezTo>
                <a:cubicBezTo>
                  <a:pt x="533566" y="36081"/>
                  <a:pt x="533312" y="38451"/>
                  <a:pt x="532805" y="40814"/>
                </a:cubicBezTo>
                <a:cubicBezTo>
                  <a:pt x="532298" y="43176"/>
                  <a:pt x="531551" y="45438"/>
                  <a:pt x="530565" y="47598"/>
                </a:cubicBezTo>
                <a:cubicBezTo>
                  <a:pt x="529580" y="49758"/>
                  <a:pt x="528362" y="51765"/>
                  <a:pt x="526912" y="53621"/>
                </a:cubicBezTo>
                <a:cubicBezTo>
                  <a:pt x="525463" y="55476"/>
                  <a:pt x="523803" y="57085"/>
                  <a:pt x="521933" y="58448"/>
                </a:cubicBezTo>
                <a:cubicBezTo>
                  <a:pt x="520063" y="59811"/>
                  <a:pt x="517983" y="60876"/>
                  <a:pt x="515692" y="61644"/>
                </a:cubicBezTo>
                <a:cubicBezTo>
                  <a:pt x="513402" y="62413"/>
                  <a:pt x="510938" y="62797"/>
                  <a:pt x="508299" y="62797"/>
                </a:cubicBezTo>
                <a:moveTo>
                  <a:pt x="525825" y="34486"/>
                </a:moveTo>
                <a:cubicBezTo>
                  <a:pt x="525825" y="30978"/>
                  <a:pt x="524999" y="28354"/>
                  <a:pt x="523346" y="26615"/>
                </a:cubicBezTo>
                <a:cubicBezTo>
                  <a:pt x="521694" y="24875"/>
                  <a:pt x="519287" y="24005"/>
                  <a:pt x="516127" y="24005"/>
                </a:cubicBezTo>
                <a:cubicBezTo>
                  <a:pt x="514330" y="24005"/>
                  <a:pt x="512663" y="24317"/>
                  <a:pt x="511126" y="24940"/>
                </a:cubicBezTo>
                <a:cubicBezTo>
                  <a:pt x="509590" y="25564"/>
                  <a:pt x="508205" y="26419"/>
                  <a:pt x="506973" y="27506"/>
                </a:cubicBezTo>
                <a:cubicBezTo>
                  <a:pt x="505741" y="28593"/>
                  <a:pt x="504654" y="29855"/>
                  <a:pt x="503711" y="31290"/>
                </a:cubicBezTo>
                <a:cubicBezTo>
                  <a:pt x="502769" y="32725"/>
                  <a:pt x="501986" y="34247"/>
                  <a:pt x="501363" y="35856"/>
                </a:cubicBezTo>
                <a:cubicBezTo>
                  <a:pt x="500740" y="37465"/>
                  <a:pt x="500269" y="39132"/>
                  <a:pt x="499950" y="40857"/>
                </a:cubicBezTo>
                <a:cubicBezTo>
                  <a:pt x="499631" y="42582"/>
                  <a:pt x="499471" y="44256"/>
                  <a:pt x="499471" y="45880"/>
                </a:cubicBezTo>
                <a:cubicBezTo>
                  <a:pt x="499471" y="49388"/>
                  <a:pt x="500298" y="52019"/>
                  <a:pt x="501950" y="53773"/>
                </a:cubicBezTo>
                <a:cubicBezTo>
                  <a:pt x="503603" y="55527"/>
                  <a:pt x="506009" y="56404"/>
                  <a:pt x="509169" y="56404"/>
                </a:cubicBezTo>
                <a:cubicBezTo>
                  <a:pt x="510996" y="56404"/>
                  <a:pt x="512670" y="56092"/>
                  <a:pt x="514192" y="55469"/>
                </a:cubicBezTo>
                <a:cubicBezTo>
                  <a:pt x="515714" y="54846"/>
                  <a:pt x="517091" y="53990"/>
                  <a:pt x="518323" y="52903"/>
                </a:cubicBezTo>
                <a:cubicBezTo>
                  <a:pt x="519556" y="51816"/>
                  <a:pt x="520643" y="50555"/>
                  <a:pt x="521585" y="49120"/>
                </a:cubicBezTo>
                <a:cubicBezTo>
                  <a:pt x="522527" y="47685"/>
                  <a:pt x="523310" y="46155"/>
                  <a:pt x="523933" y="44532"/>
                </a:cubicBezTo>
                <a:cubicBezTo>
                  <a:pt x="524557" y="42908"/>
                  <a:pt x="525028" y="41234"/>
                  <a:pt x="525347" y="39509"/>
                </a:cubicBezTo>
                <a:cubicBezTo>
                  <a:pt x="525666" y="37784"/>
                  <a:pt x="525825" y="36110"/>
                  <a:pt x="525825" y="34486"/>
                </a:cubicBezTo>
                <a:close/>
                <a:moveTo>
                  <a:pt x="544243" y="38400"/>
                </a:moveTo>
                <a:cubicBezTo>
                  <a:pt x="544359" y="37849"/>
                  <a:pt x="544483" y="37124"/>
                  <a:pt x="544613" y="36226"/>
                </a:cubicBezTo>
                <a:cubicBezTo>
                  <a:pt x="544744" y="35327"/>
                  <a:pt x="544896" y="34116"/>
                  <a:pt x="545070" y="32594"/>
                </a:cubicBezTo>
                <a:cubicBezTo>
                  <a:pt x="545244" y="31072"/>
                  <a:pt x="545461" y="29159"/>
                  <a:pt x="545722" y="26854"/>
                </a:cubicBezTo>
                <a:cubicBezTo>
                  <a:pt x="545983" y="24549"/>
                  <a:pt x="546287" y="21715"/>
                  <a:pt x="546635" y="18352"/>
                </a:cubicBezTo>
                <a:lnTo>
                  <a:pt x="553767" y="18352"/>
                </a:lnTo>
                <a:lnTo>
                  <a:pt x="552680" y="28441"/>
                </a:lnTo>
                <a:cubicBezTo>
                  <a:pt x="554710" y="24933"/>
                  <a:pt x="557138" y="22244"/>
                  <a:pt x="559964" y="20374"/>
                </a:cubicBezTo>
                <a:cubicBezTo>
                  <a:pt x="562791" y="18504"/>
                  <a:pt x="565857" y="17569"/>
                  <a:pt x="569162" y="17569"/>
                </a:cubicBezTo>
                <a:cubicBezTo>
                  <a:pt x="573772" y="17569"/>
                  <a:pt x="577041" y="18961"/>
                  <a:pt x="578969" y="21744"/>
                </a:cubicBezTo>
                <a:cubicBezTo>
                  <a:pt x="580897" y="24527"/>
                  <a:pt x="581310" y="28630"/>
                  <a:pt x="580208" y="34051"/>
                </a:cubicBezTo>
                <a:lnTo>
                  <a:pt x="574598" y="62014"/>
                </a:lnTo>
                <a:lnTo>
                  <a:pt x="567031" y="62014"/>
                </a:lnTo>
                <a:lnTo>
                  <a:pt x="572641" y="34138"/>
                </a:lnTo>
                <a:cubicBezTo>
                  <a:pt x="573366" y="30601"/>
                  <a:pt x="573315" y="28043"/>
                  <a:pt x="572489" y="26463"/>
                </a:cubicBezTo>
                <a:cubicBezTo>
                  <a:pt x="571663" y="24882"/>
                  <a:pt x="570090" y="24092"/>
                  <a:pt x="567770" y="24092"/>
                </a:cubicBezTo>
                <a:cubicBezTo>
                  <a:pt x="565915" y="24092"/>
                  <a:pt x="564067" y="24730"/>
                  <a:pt x="562226" y="26006"/>
                </a:cubicBezTo>
                <a:cubicBezTo>
                  <a:pt x="560385" y="27282"/>
                  <a:pt x="558667" y="28941"/>
                  <a:pt x="557072" y="30985"/>
                </a:cubicBezTo>
                <a:cubicBezTo>
                  <a:pt x="555478" y="33029"/>
                  <a:pt x="554093" y="35327"/>
                  <a:pt x="552919" y="37878"/>
                </a:cubicBezTo>
                <a:cubicBezTo>
                  <a:pt x="551745" y="40429"/>
                  <a:pt x="550897" y="42981"/>
                  <a:pt x="550375" y="45532"/>
                </a:cubicBezTo>
                <a:lnTo>
                  <a:pt x="547070" y="62014"/>
                </a:lnTo>
                <a:lnTo>
                  <a:pt x="539503" y="62014"/>
                </a:lnTo>
                <a:lnTo>
                  <a:pt x="544243" y="384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board">
            <a:extLst xmlns:a="http://schemas.openxmlformats.org/drawingml/2006/main">
              <a:ext uri="{FF2B5EF4-FFF2-40B4-BE49-F238E27FC236}">
                <a16:creationId xmlns:a16="http://schemas.microsoft.com/office/drawing/2014/main" id="{AC99FC43-86DF-4CFC-8019-9B6DD59C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44" y="5669656"/>
            <a:ext cx="229926" cy="62275"/>
          </a:xfrm>
          <a:custGeom xmlns:a="http://schemas.openxmlformats.org/drawingml/2006/main">
            <a:pathLst>
              <a:path w="229926" h="62275">
                <a:moveTo>
                  <a:pt x="37313" y="38878"/>
                </a:moveTo>
                <a:cubicBezTo>
                  <a:pt x="37313" y="42502"/>
                  <a:pt x="36813" y="45742"/>
                  <a:pt x="35812" y="48598"/>
                </a:cubicBezTo>
                <a:cubicBezTo>
                  <a:pt x="34812" y="51454"/>
                  <a:pt x="33392" y="53875"/>
                  <a:pt x="31551" y="55860"/>
                </a:cubicBezTo>
                <a:cubicBezTo>
                  <a:pt x="29710" y="57846"/>
                  <a:pt x="27470" y="59368"/>
                  <a:pt x="24832" y="60427"/>
                </a:cubicBezTo>
                <a:cubicBezTo>
                  <a:pt x="22193" y="61485"/>
                  <a:pt x="19222" y="62014"/>
                  <a:pt x="15917" y="62014"/>
                </a:cubicBezTo>
                <a:cubicBezTo>
                  <a:pt x="13336" y="62014"/>
                  <a:pt x="10698" y="61768"/>
                  <a:pt x="8002" y="61275"/>
                </a:cubicBezTo>
                <a:cubicBezTo>
                  <a:pt x="5306" y="60782"/>
                  <a:pt x="2638" y="59999"/>
                  <a:pt x="0" y="58926"/>
                </a:cubicBezTo>
                <a:lnTo>
                  <a:pt x="0" y="0"/>
                </a:lnTo>
                <a:lnTo>
                  <a:pt x="7567" y="0"/>
                </a:lnTo>
                <a:lnTo>
                  <a:pt x="7567" y="16947"/>
                </a:lnTo>
                <a:lnTo>
                  <a:pt x="7219" y="25049"/>
                </a:lnTo>
                <a:cubicBezTo>
                  <a:pt x="9393" y="22121"/>
                  <a:pt x="11720" y="20055"/>
                  <a:pt x="14199" y="18852"/>
                </a:cubicBezTo>
                <a:cubicBezTo>
                  <a:pt x="16678" y="17649"/>
                  <a:pt x="19338" y="17047"/>
                  <a:pt x="22179" y="17047"/>
                </a:cubicBezTo>
                <a:cubicBezTo>
                  <a:pt x="24672" y="17047"/>
                  <a:pt x="26861" y="17569"/>
                  <a:pt x="28746" y="18613"/>
                </a:cubicBezTo>
                <a:cubicBezTo>
                  <a:pt x="30630" y="19657"/>
                  <a:pt x="32210" y="21128"/>
                  <a:pt x="33486" y="23027"/>
                </a:cubicBezTo>
                <a:cubicBezTo>
                  <a:pt x="34761" y="24926"/>
                  <a:pt x="35718" y="27216"/>
                  <a:pt x="36356" y="29898"/>
                </a:cubicBezTo>
                <a:cubicBezTo>
                  <a:pt x="36994" y="32580"/>
                  <a:pt x="37313" y="35573"/>
                  <a:pt x="37313" y="38878"/>
                </a:cubicBezTo>
                <a:moveTo>
                  <a:pt x="29572" y="39226"/>
                </a:moveTo>
                <a:cubicBezTo>
                  <a:pt x="29572" y="36936"/>
                  <a:pt x="29405" y="34834"/>
                  <a:pt x="29072" y="32920"/>
                </a:cubicBezTo>
                <a:cubicBezTo>
                  <a:pt x="28738" y="31007"/>
                  <a:pt x="28209" y="29369"/>
                  <a:pt x="27484" y="28006"/>
                </a:cubicBezTo>
                <a:cubicBezTo>
                  <a:pt x="26760" y="26644"/>
                  <a:pt x="25832" y="25578"/>
                  <a:pt x="24701" y="24810"/>
                </a:cubicBezTo>
                <a:cubicBezTo>
                  <a:pt x="23571" y="24042"/>
                  <a:pt x="22222" y="23658"/>
                  <a:pt x="20657" y="23658"/>
                </a:cubicBezTo>
                <a:cubicBezTo>
                  <a:pt x="19700" y="23658"/>
                  <a:pt x="18729" y="23810"/>
                  <a:pt x="17743" y="24114"/>
                </a:cubicBezTo>
                <a:cubicBezTo>
                  <a:pt x="16757" y="24419"/>
                  <a:pt x="15735" y="24926"/>
                  <a:pt x="14677" y="25636"/>
                </a:cubicBezTo>
                <a:cubicBezTo>
                  <a:pt x="13619" y="26347"/>
                  <a:pt x="12503" y="27289"/>
                  <a:pt x="11329" y="28463"/>
                </a:cubicBezTo>
                <a:cubicBezTo>
                  <a:pt x="10154" y="29637"/>
                  <a:pt x="8901" y="31094"/>
                  <a:pt x="7567" y="32834"/>
                </a:cubicBezTo>
                <a:lnTo>
                  <a:pt x="7567" y="54012"/>
                </a:lnTo>
                <a:cubicBezTo>
                  <a:pt x="9046" y="54592"/>
                  <a:pt x="10553" y="55049"/>
                  <a:pt x="12090" y="55382"/>
                </a:cubicBezTo>
                <a:cubicBezTo>
                  <a:pt x="13626" y="55715"/>
                  <a:pt x="15090" y="55882"/>
                  <a:pt x="16482" y="55882"/>
                </a:cubicBezTo>
                <a:cubicBezTo>
                  <a:pt x="18222" y="55882"/>
                  <a:pt x="19881" y="55607"/>
                  <a:pt x="21461" y="55056"/>
                </a:cubicBezTo>
                <a:cubicBezTo>
                  <a:pt x="23041" y="54505"/>
                  <a:pt x="24433" y="53585"/>
                  <a:pt x="25636" y="52294"/>
                </a:cubicBezTo>
                <a:cubicBezTo>
                  <a:pt x="26839" y="51004"/>
                  <a:pt x="27796" y="49294"/>
                  <a:pt x="28506" y="47163"/>
                </a:cubicBezTo>
                <a:cubicBezTo>
                  <a:pt x="29217" y="45032"/>
                  <a:pt x="29572" y="42386"/>
                  <a:pt x="29572" y="39226"/>
                </a:cubicBezTo>
                <a:close/>
                <a:moveTo>
                  <a:pt x="86782" y="39313"/>
                </a:moveTo>
                <a:cubicBezTo>
                  <a:pt x="86782" y="42705"/>
                  <a:pt x="86303" y="45815"/>
                  <a:pt x="85346" y="48641"/>
                </a:cubicBezTo>
                <a:cubicBezTo>
                  <a:pt x="84390" y="51468"/>
                  <a:pt x="83013" y="53889"/>
                  <a:pt x="81215" y="55904"/>
                </a:cubicBezTo>
                <a:cubicBezTo>
                  <a:pt x="79418" y="57919"/>
                  <a:pt x="77229" y="59484"/>
                  <a:pt x="74648" y="60601"/>
                </a:cubicBezTo>
                <a:cubicBezTo>
                  <a:pt x="72068" y="61717"/>
                  <a:pt x="69140" y="62275"/>
                  <a:pt x="65864" y="62275"/>
                </a:cubicBezTo>
                <a:cubicBezTo>
                  <a:pt x="62733" y="62275"/>
                  <a:pt x="59928" y="61789"/>
                  <a:pt x="57449" y="60818"/>
                </a:cubicBezTo>
                <a:cubicBezTo>
                  <a:pt x="54970" y="59847"/>
                  <a:pt x="52868" y="58419"/>
                  <a:pt x="51143" y="56535"/>
                </a:cubicBezTo>
                <a:cubicBezTo>
                  <a:pt x="49418" y="54650"/>
                  <a:pt x="48099" y="52316"/>
                  <a:pt x="47186" y="49533"/>
                </a:cubicBezTo>
                <a:cubicBezTo>
                  <a:pt x="46272" y="46750"/>
                  <a:pt x="45816" y="43546"/>
                  <a:pt x="45816" y="39922"/>
                </a:cubicBezTo>
                <a:cubicBezTo>
                  <a:pt x="45816" y="36530"/>
                  <a:pt x="46294" y="33435"/>
                  <a:pt x="47251" y="30637"/>
                </a:cubicBezTo>
                <a:cubicBezTo>
                  <a:pt x="48208" y="27840"/>
                  <a:pt x="49585" y="25433"/>
                  <a:pt x="51382" y="23418"/>
                </a:cubicBezTo>
                <a:cubicBezTo>
                  <a:pt x="53180" y="21403"/>
                  <a:pt x="55369" y="19838"/>
                  <a:pt x="57949" y="18722"/>
                </a:cubicBezTo>
                <a:cubicBezTo>
                  <a:pt x="60529" y="17605"/>
                  <a:pt x="63457" y="17047"/>
                  <a:pt x="66734" y="17047"/>
                </a:cubicBezTo>
                <a:cubicBezTo>
                  <a:pt x="69865" y="17047"/>
                  <a:pt x="72670" y="17533"/>
                  <a:pt x="75149" y="18504"/>
                </a:cubicBezTo>
                <a:cubicBezTo>
                  <a:pt x="77627" y="19475"/>
                  <a:pt x="79729" y="20896"/>
                  <a:pt x="81454" y="22766"/>
                </a:cubicBezTo>
                <a:cubicBezTo>
                  <a:pt x="83179" y="24636"/>
                  <a:pt x="84498" y="26963"/>
                  <a:pt x="85412" y="29746"/>
                </a:cubicBezTo>
                <a:cubicBezTo>
                  <a:pt x="86325" y="32529"/>
                  <a:pt x="86782" y="35718"/>
                  <a:pt x="86782" y="39313"/>
                </a:cubicBezTo>
                <a:moveTo>
                  <a:pt x="79041" y="39661"/>
                </a:moveTo>
                <a:cubicBezTo>
                  <a:pt x="79041" y="36965"/>
                  <a:pt x="78744" y="34609"/>
                  <a:pt x="78149" y="32594"/>
                </a:cubicBezTo>
                <a:cubicBezTo>
                  <a:pt x="77555" y="30579"/>
                  <a:pt x="76707" y="28898"/>
                  <a:pt x="75605" y="27550"/>
                </a:cubicBezTo>
                <a:cubicBezTo>
                  <a:pt x="74503" y="26202"/>
                  <a:pt x="73163" y="25187"/>
                  <a:pt x="71582" y="24506"/>
                </a:cubicBezTo>
                <a:cubicBezTo>
                  <a:pt x="70002" y="23824"/>
                  <a:pt x="68241" y="23484"/>
                  <a:pt x="66299" y="23484"/>
                </a:cubicBezTo>
                <a:cubicBezTo>
                  <a:pt x="64037" y="23484"/>
                  <a:pt x="62102" y="23926"/>
                  <a:pt x="60493" y="24810"/>
                </a:cubicBezTo>
                <a:cubicBezTo>
                  <a:pt x="58884" y="25694"/>
                  <a:pt x="57565" y="26876"/>
                  <a:pt x="56536" y="28354"/>
                </a:cubicBezTo>
                <a:cubicBezTo>
                  <a:pt x="55506" y="29833"/>
                  <a:pt x="54753" y="31551"/>
                  <a:pt x="54274" y="33508"/>
                </a:cubicBezTo>
                <a:cubicBezTo>
                  <a:pt x="53796" y="35465"/>
                  <a:pt x="53557" y="37516"/>
                  <a:pt x="53557" y="39661"/>
                </a:cubicBezTo>
                <a:cubicBezTo>
                  <a:pt x="53557" y="42357"/>
                  <a:pt x="53854" y="44720"/>
                  <a:pt x="54448" y="46750"/>
                </a:cubicBezTo>
                <a:cubicBezTo>
                  <a:pt x="55043" y="48779"/>
                  <a:pt x="55891" y="50468"/>
                  <a:pt x="56992" y="51816"/>
                </a:cubicBezTo>
                <a:cubicBezTo>
                  <a:pt x="58094" y="53164"/>
                  <a:pt x="59428" y="54179"/>
                  <a:pt x="60993" y="54860"/>
                </a:cubicBezTo>
                <a:cubicBezTo>
                  <a:pt x="62559" y="55542"/>
                  <a:pt x="64327" y="55882"/>
                  <a:pt x="66299" y="55882"/>
                </a:cubicBezTo>
                <a:cubicBezTo>
                  <a:pt x="68560" y="55882"/>
                  <a:pt x="70495" y="55440"/>
                  <a:pt x="72104" y="54556"/>
                </a:cubicBezTo>
                <a:cubicBezTo>
                  <a:pt x="73713" y="53672"/>
                  <a:pt x="75033" y="52490"/>
                  <a:pt x="76062" y="51012"/>
                </a:cubicBezTo>
                <a:cubicBezTo>
                  <a:pt x="77091" y="49533"/>
                  <a:pt x="77845" y="47815"/>
                  <a:pt x="78323" y="45858"/>
                </a:cubicBezTo>
                <a:cubicBezTo>
                  <a:pt x="78802" y="43901"/>
                  <a:pt x="79041" y="41836"/>
                  <a:pt x="79041" y="39661"/>
                </a:cubicBezTo>
                <a:close/>
                <a:moveTo>
                  <a:pt x="125596" y="61492"/>
                </a:moveTo>
                <a:lnTo>
                  <a:pt x="125422" y="55609"/>
                </a:lnTo>
                <a:cubicBezTo>
                  <a:pt x="123044" y="57962"/>
                  <a:pt x="120631" y="59661"/>
                  <a:pt x="118181" y="60707"/>
                </a:cubicBezTo>
                <a:cubicBezTo>
                  <a:pt x="115731" y="61752"/>
                  <a:pt x="113158" y="62275"/>
                  <a:pt x="110462" y="62275"/>
                </a:cubicBezTo>
                <a:cubicBezTo>
                  <a:pt x="107969" y="62275"/>
                  <a:pt x="105838" y="61956"/>
                  <a:pt x="104069" y="61317"/>
                </a:cubicBezTo>
                <a:cubicBezTo>
                  <a:pt x="102301" y="60678"/>
                  <a:pt x="100844" y="59800"/>
                  <a:pt x="99699" y="58682"/>
                </a:cubicBezTo>
                <a:cubicBezTo>
                  <a:pt x="98553" y="57564"/>
                  <a:pt x="97713" y="56250"/>
                  <a:pt x="97176" y="54739"/>
                </a:cubicBezTo>
                <a:cubicBezTo>
                  <a:pt x="96640" y="53229"/>
                  <a:pt x="96372" y="51588"/>
                  <a:pt x="96372" y="49817"/>
                </a:cubicBezTo>
                <a:cubicBezTo>
                  <a:pt x="96372" y="45432"/>
                  <a:pt x="98003" y="41998"/>
                  <a:pt x="101264" y="39516"/>
                </a:cubicBezTo>
                <a:cubicBezTo>
                  <a:pt x="104526" y="37032"/>
                  <a:pt x="109346" y="35791"/>
                  <a:pt x="115724" y="35791"/>
                </a:cubicBezTo>
                <a:lnTo>
                  <a:pt x="124769" y="35791"/>
                </a:lnTo>
                <a:lnTo>
                  <a:pt x="124769" y="31977"/>
                </a:lnTo>
                <a:cubicBezTo>
                  <a:pt x="124769" y="29406"/>
                  <a:pt x="123943" y="27348"/>
                  <a:pt x="122291" y="25802"/>
                </a:cubicBezTo>
                <a:cubicBezTo>
                  <a:pt x="120638" y="24256"/>
                  <a:pt x="118116" y="23484"/>
                  <a:pt x="114724" y="23484"/>
                </a:cubicBezTo>
                <a:cubicBezTo>
                  <a:pt x="112259" y="23484"/>
                  <a:pt x="109831" y="23763"/>
                  <a:pt x="107439" y="24322"/>
                </a:cubicBezTo>
                <a:cubicBezTo>
                  <a:pt x="105048" y="24880"/>
                  <a:pt x="102576" y="25673"/>
                  <a:pt x="100025" y="26702"/>
                </a:cubicBezTo>
                <a:lnTo>
                  <a:pt x="100025" y="19874"/>
                </a:lnTo>
                <a:cubicBezTo>
                  <a:pt x="100981" y="19521"/>
                  <a:pt x="102047" y="19175"/>
                  <a:pt x="103221" y="18836"/>
                </a:cubicBezTo>
                <a:cubicBezTo>
                  <a:pt x="104395" y="18497"/>
                  <a:pt x="105635" y="18195"/>
                  <a:pt x="106939" y="17931"/>
                </a:cubicBezTo>
                <a:cubicBezTo>
                  <a:pt x="108244" y="17665"/>
                  <a:pt x="109607" y="17452"/>
                  <a:pt x="111027" y="17291"/>
                </a:cubicBezTo>
                <a:cubicBezTo>
                  <a:pt x="112448" y="17128"/>
                  <a:pt x="113883" y="17047"/>
                  <a:pt x="115333" y="17047"/>
                </a:cubicBezTo>
                <a:cubicBezTo>
                  <a:pt x="117971" y="17047"/>
                  <a:pt x="120348" y="17337"/>
                  <a:pt x="122465" y="17917"/>
                </a:cubicBezTo>
                <a:cubicBezTo>
                  <a:pt x="124581" y="18497"/>
                  <a:pt x="126371" y="19381"/>
                  <a:pt x="127835" y="20570"/>
                </a:cubicBezTo>
                <a:cubicBezTo>
                  <a:pt x="129299" y="21759"/>
                  <a:pt x="130423" y="23252"/>
                  <a:pt x="131206" y="25049"/>
                </a:cubicBezTo>
                <a:cubicBezTo>
                  <a:pt x="131989" y="26847"/>
                  <a:pt x="132380" y="28963"/>
                  <a:pt x="132380" y="31398"/>
                </a:cubicBezTo>
                <a:lnTo>
                  <a:pt x="132380" y="61492"/>
                </a:lnTo>
                <a:lnTo>
                  <a:pt x="125596" y="61492"/>
                </a:lnTo>
                <a:moveTo>
                  <a:pt x="124769" y="41575"/>
                </a:moveTo>
                <a:lnTo>
                  <a:pt x="115159" y="41575"/>
                </a:lnTo>
                <a:cubicBezTo>
                  <a:pt x="113274" y="41575"/>
                  <a:pt x="111651" y="41764"/>
                  <a:pt x="110288" y="42143"/>
                </a:cubicBezTo>
                <a:cubicBezTo>
                  <a:pt x="108925" y="42520"/>
                  <a:pt x="107809" y="43058"/>
                  <a:pt x="106939" y="43756"/>
                </a:cubicBezTo>
                <a:cubicBezTo>
                  <a:pt x="106070" y="44453"/>
                  <a:pt x="105425" y="45290"/>
                  <a:pt x="105004" y="46265"/>
                </a:cubicBezTo>
                <a:cubicBezTo>
                  <a:pt x="104584" y="47238"/>
                  <a:pt x="104374" y="48336"/>
                  <a:pt x="104374" y="49557"/>
                </a:cubicBezTo>
                <a:cubicBezTo>
                  <a:pt x="104374" y="50401"/>
                  <a:pt x="104504" y="51208"/>
                  <a:pt x="104765" y="51979"/>
                </a:cubicBezTo>
                <a:cubicBezTo>
                  <a:pt x="105026" y="52749"/>
                  <a:pt x="105446" y="53432"/>
                  <a:pt x="106026" y="54029"/>
                </a:cubicBezTo>
                <a:cubicBezTo>
                  <a:pt x="106606" y="54625"/>
                  <a:pt x="107360" y="55097"/>
                  <a:pt x="108287" y="55446"/>
                </a:cubicBezTo>
                <a:cubicBezTo>
                  <a:pt x="109215" y="55795"/>
                  <a:pt x="110346" y="55969"/>
                  <a:pt x="111680" y="55969"/>
                </a:cubicBezTo>
                <a:cubicBezTo>
                  <a:pt x="113419" y="55969"/>
                  <a:pt x="115412" y="55439"/>
                  <a:pt x="117659" y="54378"/>
                </a:cubicBezTo>
                <a:cubicBezTo>
                  <a:pt x="119906" y="53316"/>
                  <a:pt x="122276" y="51636"/>
                  <a:pt x="124769" y="49339"/>
                </a:cubicBezTo>
                <a:lnTo>
                  <a:pt x="124769" y="41575"/>
                </a:lnTo>
                <a:close/>
                <a:moveTo>
                  <a:pt x="148102" y="17830"/>
                </a:moveTo>
                <a:lnTo>
                  <a:pt x="155016" y="17830"/>
                </a:lnTo>
                <a:lnTo>
                  <a:pt x="155234" y="25855"/>
                </a:lnTo>
                <a:cubicBezTo>
                  <a:pt x="157814" y="22760"/>
                  <a:pt x="160358" y="20519"/>
                  <a:pt x="162866" y="19131"/>
                </a:cubicBezTo>
                <a:cubicBezTo>
                  <a:pt x="165374" y="17742"/>
                  <a:pt x="167903" y="17047"/>
                  <a:pt x="170455" y="17047"/>
                </a:cubicBezTo>
                <a:cubicBezTo>
                  <a:pt x="174977" y="17047"/>
                  <a:pt x="178406" y="18508"/>
                  <a:pt x="180740" y="21429"/>
                </a:cubicBezTo>
                <a:cubicBezTo>
                  <a:pt x="183073" y="24350"/>
                  <a:pt x="184153" y="28688"/>
                  <a:pt x="183979" y="34443"/>
                </a:cubicBezTo>
                <a:lnTo>
                  <a:pt x="176326" y="34443"/>
                </a:lnTo>
                <a:cubicBezTo>
                  <a:pt x="176413" y="30631"/>
                  <a:pt x="175854" y="27866"/>
                  <a:pt x="174651" y="26149"/>
                </a:cubicBezTo>
                <a:cubicBezTo>
                  <a:pt x="173448" y="24430"/>
                  <a:pt x="171687" y="23571"/>
                  <a:pt x="169367" y="23571"/>
                </a:cubicBezTo>
                <a:cubicBezTo>
                  <a:pt x="168353" y="23571"/>
                  <a:pt x="167331" y="23751"/>
                  <a:pt x="166302" y="24113"/>
                </a:cubicBezTo>
                <a:cubicBezTo>
                  <a:pt x="165272" y="24473"/>
                  <a:pt x="164214" y="25051"/>
                  <a:pt x="163127" y="25844"/>
                </a:cubicBezTo>
                <a:cubicBezTo>
                  <a:pt x="162040" y="26638"/>
                  <a:pt x="160887" y="27656"/>
                  <a:pt x="159670" y="28898"/>
                </a:cubicBezTo>
                <a:cubicBezTo>
                  <a:pt x="158452" y="30139"/>
                  <a:pt x="157147" y="31640"/>
                  <a:pt x="155756" y="33402"/>
                </a:cubicBezTo>
                <a:lnTo>
                  <a:pt x="155756" y="61492"/>
                </a:lnTo>
                <a:lnTo>
                  <a:pt x="148102" y="61492"/>
                </a:lnTo>
                <a:lnTo>
                  <a:pt x="148102" y="17830"/>
                </a:lnTo>
                <a:close/>
                <a:moveTo>
                  <a:pt x="192874" y="40574"/>
                </a:moveTo>
                <a:cubicBezTo>
                  <a:pt x="192874" y="36863"/>
                  <a:pt x="193381" y="33566"/>
                  <a:pt x="194396" y="30681"/>
                </a:cubicBezTo>
                <a:cubicBezTo>
                  <a:pt x="195411" y="27796"/>
                  <a:pt x="196853" y="25361"/>
                  <a:pt x="198723" y="23375"/>
                </a:cubicBezTo>
                <a:cubicBezTo>
                  <a:pt x="200593" y="21389"/>
                  <a:pt x="202840" y="19881"/>
                  <a:pt x="205464" y="18852"/>
                </a:cubicBezTo>
                <a:cubicBezTo>
                  <a:pt x="208087" y="17823"/>
                  <a:pt x="211008" y="17308"/>
                  <a:pt x="214227" y="17308"/>
                </a:cubicBezTo>
                <a:cubicBezTo>
                  <a:pt x="215618" y="17308"/>
                  <a:pt x="216988" y="17395"/>
                  <a:pt x="218336" y="17569"/>
                </a:cubicBezTo>
                <a:cubicBezTo>
                  <a:pt x="219684" y="17743"/>
                  <a:pt x="221011" y="18019"/>
                  <a:pt x="222315" y="18395"/>
                </a:cubicBezTo>
                <a:lnTo>
                  <a:pt x="222315" y="0"/>
                </a:lnTo>
                <a:lnTo>
                  <a:pt x="229926" y="0"/>
                </a:lnTo>
                <a:lnTo>
                  <a:pt x="229926" y="61492"/>
                </a:lnTo>
                <a:lnTo>
                  <a:pt x="223142" y="61492"/>
                </a:lnTo>
                <a:lnTo>
                  <a:pt x="222881" y="53229"/>
                </a:lnTo>
                <a:cubicBezTo>
                  <a:pt x="220764" y="56303"/>
                  <a:pt x="218474" y="58578"/>
                  <a:pt x="216010" y="60057"/>
                </a:cubicBezTo>
                <a:cubicBezTo>
                  <a:pt x="213545" y="61536"/>
                  <a:pt x="210878" y="62275"/>
                  <a:pt x="208008" y="62275"/>
                </a:cubicBezTo>
                <a:cubicBezTo>
                  <a:pt x="205514" y="62275"/>
                  <a:pt x="203318" y="61753"/>
                  <a:pt x="201419" y="60709"/>
                </a:cubicBezTo>
                <a:cubicBezTo>
                  <a:pt x="199520" y="59666"/>
                  <a:pt x="197940" y="58194"/>
                  <a:pt x="196679" y="56295"/>
                </a:cubicBezTo>
                <a:cubicBezTo>
                  <a:pt x="195418" y="54396"/>
                  <a:pt x="194468" y="52113"/>
                  <a:pt x="193831" y="49446"/>
                </a:cubicBezTo>
                <a:cubicBezTo>
                  <a:pt x="193193" y="46779"/>
                  <a:pt x="192874" y="43822"/>
                  <a:pt x="192874" y="40574"/>
                </a:cubicBezTo>
                <a:moveTo>
                  <a:pt x="200615" y="40096"/>
                </a:moveTo>
                <a:cubicBezTo>
                  <a:pt x="200615" y="45373"/>
                  <a:pt x="201390" y="49308"/>
                  <a:pt x="202941" y="51903"/>
                </a:cubicBezTo>
                <a:cubicBezTo>
                  <a:pt x="204492" y="54498"/>
                  <a:pt x="206689" y="55795"/>
                  <a:pt x="209530" y="55795"/>
                </a:cubicBezTo>
                <a:cubicBezTo>
                  <a:pt x="211443" y="55795"/>
                  <a:pt x="213466" y="54940"/>
                  <a:pt x="215596" y="53229"/>
                </a:cubicBezTo>
                <a:cubicBezTo>
                  <a:pt x="217727" y="51519"/>
                  <a:pt x="219967" y="48982"/>
                  <a:pt x="222315" y="45619"/>
                </a:cubicBezTo>
                <a:lnTo>
                  <a:pt x="222315" y="25354"/>
                </a:lnTo>
                <a:cubicBezTo>
                  <a:pt x="221069" y="24774"/>
                  <a:pt x="219692" y="24332"/>
                  <a:pt x="218184" y="24027"/>
                </a:cubicBezTo>
                <a:cubicBezTo>
                  <a:pt x="216676" y="23723"/>
                  <a:pt x="215183" y="23571"/>
                  <a:pt x="213705" y="23571"/>
                </a:cubicBezTo>
                <a:cubicBezTo>
                  <a:pt x="209588" y="23571"/>
                  <a:pt x="206377" y="24904"/>
                  <a:pt x="204072" y="27571"/>
                </a:cubicBezTo>
                <a:cubicBezTo>
                  <a:pt x="201767" y="30239"/>
                  <a:pt x="200615" y="34414"/>
                  <a:pt x="200615" y="40096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=">
            <a:extLst xmlns:a="http://schemas.openxmlformats.org/drawingml/2006/main">
              <a:ext uri="{FF2B5EF4-FFF2-40B4-BE49-F238E27FC236}">
                <a16:creationId xmlns:a16="http://schemas.microsoft.com/office/drawing/2014/main" id="{2A47CEF9-2874-4E3C-8AAE-BC09FB7E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70" y="5802690"/>
            <a:ext cx="37400" cy="21570"/>
          </a:xfrm>
          <a:custGeom xmlns:a="http://schemas.openxmlformats.org/drawingml/2006/main">
            <a:pathLst>
              <a:path w="37400" h="21570">
                <a:moveTo>
                  <a:pt x="37400" y="6393"/>
                </a:moveTo>
                <a:lnTo>
                  <a:pt x="0" y="6393"/>
                </a:lnTo>
                <a:lnTo>
                  <a:pt x="0" y="0"/>
                </a:lnTo>
                <a:lnTo>
                  <a:pt x="37400" y="0"/>
                </a:lnTo>
                <a:lnTo>
                  <a:pt x="37400" y="6393"/>
                </a:lnTo>
                <a:moveTo>
                  <a:pt x="37400" y="21570"/>
                </a:moveTo>
                <a:lnTo>
                  <a:pt x="0" y="21570"/>
                </a:lnTo>
                <a:lnTo>
                  <a:pt x="0" y="15177"/>
                </a:lnTo>
                <a:lnTo>
                  <a:pt x="37400" y="15177"/>
                </a:lnTo>
                <a:lnTo>
                  <a:pt x="37400" y="21570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np">
            <a:extLst xmlns:a="http://schemas.openxmlformats.org/drawingml/2006/main">
              <a:ext uri="{FF2B5EF4-FFF2-40B4-BE49-F238E27FC236}">
                <a16:creationId xmlns:a16="http://schemas.microsoft.com/office/drawing/2014/main" id="{8815012E-16D2-47A6-9B40-746CB0F5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7" y="5792732"/>
            <a:ext cx="86086" cy="62275"/>
          </a:xfrm>
          <a:custGeom xmlns:a="http://schemas.openxmlformats.org/drawingml/2006/main">
            <a:pathLst>
              <a:path w="86086" h="62275">
                <a:moveTo>
                  <a:pt x="0" y="783"/>
                </a:moveTo>
                <a:lnTo>
                  <a:pt x="6741" y="783"/>
                </a:lnTo>
                <a:lnTo>
                  <a:pt x="7045" y="7828"/>
                </a:lnTo>
                <a:cubicBezTo>
                  <a:pt x="8321" y="6320"/>
                  <a:pt x="9553" y="5066"/>
                  <a:pt x="10742" y="4066"/>
                </a:cubicBezTo>
                <a:cubicBezTo>
                  <a:pt x="11930" y="3066"/>
                  <a:pt x="13097" y="2261"/>
                  <a:pt x="14242" y="1653"/>
                </a:cubicBezTo>
                <a:cubicBezTo>
                  <a:pt x="15388" y="1044"/>
                  <a:pt x="16554" y="616"/>
                  <a:pt x="17743" y="370"/>
                </a:cubicBezTo>
                <a:cubicBezTo>
                  <a:pt x="18932" y="123"/>
                  <a:pt x="20164" y="0"/>
                  <a:pt x="21440" y="0"/>
                </a:cubicBezTo>
                <a:cubicBezTo>
                  <a:pt x="25933" y="0"/>
                  <a:pt x="29333" y="1326"/>
                  <a:pt x="31638" y="3979"/>
                </a:cubicBezTo>
                <a:cubicBezTo>
                  <a:pt x="33942" y="6632"/>
                  <a:pt x="35095" y="10626"/>
                  <a:pt x="35095" y="15960"/>
                </a:cubicBezTo>
                <a:lnTo>
                  <a:pt x="35095" y="44445"/>
                </a:lnTo>
                <a:lnTo>
                  <a:pt x="27528" y="44445"/>
                </a:lnTo>
                <a:lnTo>
                  <a:pt x="27528" y="16569"/>
                </a:lnTo>
                <a:cubicBezTo>
                  <a:pt x="27528" y="13148"/>
                  <a:pt x="26890" y="10618"/>
                  <a:pt x="25614" y="8980"/>
                </a:cubicBezTo>
                <a:cubicBezTo>
                  <a:pt x="24339" y="7342"/>
                  <a:pt x="22440" y="6523"/>
                  <a:pt x="19918" y="6523"/>
                </a:cubicBezTo>
                <a:cubicBezTo>
                  <a:pt x="18990" y="6523"/>
                  <a:pt x="18084" y="6661"/>
                  <a:pt x="17200" y="6936"/>
                </a:cubicBezTo>
                <a:cubicBezTo>
                  <a:pt x="16315" y="7212"/>
                  <a:pt x="15395" y="7690"/>
                  <a:pt x="14438" y="8371"/>
                </a:cubicBezTo>
                <a:cubicBezTo>
                  <a:pt x="13481" y="9053"/>
                  <a:pt x="12445" y="9973"/>
                  <a:pt x="11329" y="11133"/>
                </a:cubicBezTo>
                <a:cubicBezTo>
                  <a:pt x="10212" y="12293"/>
                  <a:pt x="8959" y="13742"/>
                  <a:pt x="7567" y="15482"/>
                </a:cubicBezTo>
                <a:lnTo>
                  <a:pt x="7567" y="44445"/>
                </a:lnTo>
                <a:lnTo>
                  <a:pt x="0" y="44445"/>
                </a:lnTo>
                <a:lnTo>
                  <a:pt x="0" y="783"/>
                </a:lnTo>
                <a:close/>
                <a:moveTo>
                  <a:pt x="86086" y="21831"/>
                </a:moveTo>
                <a:cubicBezTo>
                  <a:pt x="86086" y="25716"/>
                  <a:pt x="85542" y="29108"/>
                  <a:pt x="84455" y="32007"/>
                </a:cubicBezTo>
                <a:cubicBezTo>
                  <a:pt x="83368" y="34906"/>
                  <a:pt x="81867" y="37313"/>
                  <a:pt x="79954" y="39226"/>
                </a:cubicBezTo>
                <a:cubicBezTo>
                  <a:pt x="78040" y="41140"/>
                  <a:pt x="75779" y="42575"/>
                  <a:pt x="73170" y="43532"/>
                </a:cubicBezTo>
                <a:cubicBezTo>
                  <a:pt x="70560" y="44488"/>
                  <a:pt x="67734" y="44967"/>
                  <a:pt x="64690" y="44967"/>
                </a:cubicBezTo>
                <a:cubicBezTo>
                  <a:pt x="63298" y="44967"/>
                  <a:pt x="61914" y="44894"/>
                  <a:pt x="60536" y="44749"/>
                </a:cubicBezTo>
                <a:cubicBezTo>
                  <a:pt x="59159" y="44604"/>
                  <a:pt x="57760" y="44358"/>
                  <a:pt x="56340" y="44010"/>
                </a:cubicBezTo>
                <a:lnTo>
                  <a:pt x="56340" y="62275"/>
                </a:lnTo>
                <a:lnTo>
                  <a:pt x="48773" y="62275"/>
                </a:lnTo>
                <a:lnTo>
                  <a:pt x="48773" y="783"/>
                </a:lnTo>
                <a:lnTo>
                  <a:pt x="55514" y="783"/>
                </a:lnTo>
                <a:lnTo>
                  <a:pt x="55992" y="8089"/>
                </a:lnTo>
                <a:cubicBezTo>
                  <a:pt x="58166" y="5103"/>
                  <a:pt x="60486" y="3008"/>
                  <a:pt x="62950" y="1805"/>
                </a:cubicBezTo>
                <a:cubicBezTo>
                  <a:pt x="65414" y="602"/>
                  <a:pt x="68082" y="0"/>
                  <a:pt x="70952" y="0"/>
                </a:cubicBezTo>
                <a:cubicBezTo>
                  <a:pt x="73445" y="0"/>
                  <a:pt x="75634" y="522"/>
                  <a:pt x="77519" y="1566"/>
                </a:cubicBezTo>
                <a:cubicBezTo>
                  <a:pt x="79403" y="2609"/>
                  <a:pt x="80983" y="4081"/>
                  <a:pt x="82259" y="5980"/>
                </a:cubicBezTo>
                <a:cubicBezTo>
                  <a:pt x="83534" y="7879"/>
                  <a:pt x="84491" y="10169"/>
                  <a:pt x="85129" y="12851"/>
                </a:cubicBezTo>
                <a:cubicBezTo>
                  <a:pt x="85767" y="15532"/>
                  <a:pt x="86086" y="18526"/>
                  <a:pt x="86086" y="21831"/>
                </a:cubicBezTo>
                <a:moveTo>
                  <a:pt x="78345" y="22179"/>
                </a:moveTo>
                <a:cubicBezTo>
                  <a:pt x="78345" y="19889"/>
                  <a:pt x="78178" y="17787"/>
                  <a:pt x="77845" y="15873"/>
                </a:cubicBezTo>
                <a:cubicBezTo>
                  <a:pt x="77511" y="13960"/>
                  <a:pt x="76982" y="12322"/>
                  <a:pt x="76257" y="10959"/>
                </a:cubicBezTo>
                <a:cubicBezTo>
                  <a:pt x="75533" y="9596"/>
                  <a:pt x="74605" y="8531"/>
                  <a:pt x="73474" y="7763"/>
                </a:cubicBezTo>
                <a:cubicBezTo>
                  <a:pt x="72344" y="6994"/>
                  <a:pt x="70995" y="6610"/>
                  <a:pt x="69430" y="6610"/>
                </a:cubicBezTo>
                <a:cubicBezTo>
                  <a:pt x="68473" y="6610"/>
                  <a:pt x="67502" y="6762"/>
                  <a:pt x="66516" y="7067"/>
                </a:cubicBezTo>
                <a:cubicBezTo>
                  <a:pt x="65530" y="7371"/>
                  <a:pt x="64508" y="7879"/>
                  <a:pt x="63450" y="8589"/>
                </a:cubicBezTo>
                <a:cubicBezTo>
                  <a:pt x="62392" y="9299"/>
                  <a:pt x="61276" y="10241"/>
                  <a:pt x="60102" y="11416"/>
                </a:cubicBezTo>
                <a:cubicBezTo>
                  <a:pt x="58927" y="12590"/>
                  <a:pt x="57674" y="14047"/>
                  <a:pt x="56340" y="15786"/>
                </a:cubicBezTo>
                <a:lnTo>
                  <a:pt x="56340" y="36965"/>
                </a:lnTo>
                <a:cubicBezTo>
                  <a:pt x="57732" y="37545"/>
                  <a:pt x="59196" y="38001"/>
                  <a:pt x="60732" y="38335"/>
                </a:cubicBezTo>
                <a:cubicBezTo>
                  <a:pt x="62269" y="38668"/>
                  <a:pt x="63776" y="38835"/>
                  <a:pt x="65255" y="38835"/>
                </a:cubicBezTo>
                <a:cubicBezTo>
                  <a:pt x="69343" y="38835"/>
                  <a:pt x="72546" y="37450"/>
                  <a:pt x="74866" y="34682"/>
                </a:cubicBezTo>
                <a:cubicBezTo>
                  <a:pt x="77185" y="31913"/>
                  <a:pt x="78345" y="27745"/>
                  <a:pt x="78345" y="22179"/>
                </a:cubicBezTo>
                <a:close/>
              </a:path>
            </a:pathLst>
          </a:custGeom>
          <a:solidFill xmlns:a="http://schemas.openxmlformats.org/drawingml/2006/main">
            <a:srgbClr val="D1D1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.">
            <a:extLst xmlns:a="http://schemas.openxmlformats.org/drawingml/2006/main">
              <a:ext uri="{FF2B5EF4-FFF2-40B4-BE49-F238E27FC236}">
                <a16:creationId xmlns:a16="http://schemas.microsoft.com/office/drawing/2014/main" id="{1ABC6FC3-F8A9-47AD-873D-1E8566A1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86" y="5823478"/>
            <a:ext cx="14438" cy="14482"/>
          </a:xfrm>
          <a:custGeom xmlns:a="http://schemas.openxmlformats.org/drawingml/2006/main">
            <a:pathLst>
              <a:path w="14438" h="14482">
                <a:moveTo>
                  <a:pt x="7219" y="0"/>
                </a:moveTo>
                <a:cubicBezTo>
                  <a:pt x="8205" y="0"/>
                  <a:pt x="9140" y="188"/>
                  <a:pt x="10024" y="565"/>
                </a:cubicBezTo>
                <a:cubicBezTo>
                  <a:pt x="10908" y="942"/>
                  <a:pt x="11677" y="1464"/>
                  <a:pt x="12329" y="2131"/>
                </a:cubicBezTo>
                <a:cubicBezTo>
                  <a:pt x="12981" y="2798"/>
                  <a:pt x="13496" y="3573"/>
                  <a:pt x="13873" y="4458"/>
                </a:cubicBezTo>
                <a:cubicBezTo>
                  <a:pt x="14250" y="5342"/>
                  <a:pt x="14438" y="6291"/>
                  <a:pt x="14438" y="7306"/>
                </a:cubicBezTo>
                <a:cubicBezTo>
                  <a:pt x="14438" y="8292"/>
                  <a:pt x="14250" y="9219"/>
                  <a:pt x="13873" y="10089"/>
                </a:cubicBezTo>
                <a:cubicBezTo>
                  <a:pt x="13496" y="10959"/>
                  <a:pt x="12981" y="11720"/>
                  <a:pt x="12329" y="12372"/>
                </a:cubicBezTo>
                <a:cubicBezTo>
                  <a:pt x="11677" y="13025"/>
                  <a:pt x="10908" y="13539"/>
                  <a:pt x="10024" y="13916"/>
                </a:cubicBezTo>
                <a:cubicBezTo>
                  <a:pt x="9140" y="14293"/>
                  <a:pt x="8205" y="14482"/>
                  <a:pt x="7219" y="14482"/>
                </a:cubicBezTo>
                <a:cubicBezTo>
                  <a:pt x="6204" y="14482"/>
                  <a:pt x="5262" y="14293"/>
                  <a:pt x="4392" y="13916"/>
                </a:cubicBezTo>
                <a:cubicBezTo>
                  <a:pt x="3523" y="13539"/>
                  <a:pt x="2761" y="13025"/>
                  <a:pt x="2109" y="12372"/>
                </a:cubicBezTo>
                <a:cubicBezTo>
                  <a:pt x="1457" y="11720"/>
                  <a:pt x="942" y="10959"/>
                  <a:pt x="565" y="10089"/>
                </a:cubicBezTo>
                <a:cubicBezTo>
                  <a:pt x="188" y="9219"/>
                  <a:pt x="0" y="8292"/>
                  <a:pt x="0" y="7306"/>
                </a:cubicBezTo>
                <a:cubicBezTo>
                  <a:pt x="0" y="6291"/>
                  <a:pt x="188" y="5342"/>
                  <a:pt x="565" y="4458"/>
                </a:cubicBezTo>
                <a:cubicBezTo>
                  <a:pt x="942" y="3573"/>
                  <a:pt x="1457" y="2798"/>
                  <a:pt x="2109" y="2131"/>
                </a:cubicBezTo>
                <a:cubicBezTo>
                  <a:pt x="2761" y="1464"/>
                  <a:pt x="3523" y="942"/>
                  <a:pt x="4392" y="565"/>
                </a:cubicBezTo>
                <a:cubicBezTo>
                  <a:pt x="5262" y="188"/>
                  <a:pt x="6204" y="0"/>
                  <a:pt x="7219" y="0"/>
                </a:cubicBez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array">
            <a:extLst xmlns:a="http://schemas.openxmlformats.org/drawingml/2006/main">
              <a:ext uri="{FF2B5EF4-FFF2-40B4-BE49-F238E27FC236}">
                <a16:creationId xmlns:a16="http://schemas.microsoft.com/office/drawing/2014/main" id="{4C6BDAD5-AFE1-4773-90E7-6985D065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26" y="5792732"/>
            <a:ext cx="235101" cy="62536"/>
          </a:xfrm>
          <a:custGeom xmlns:a="http://schemas.openxmlformats.org/drawingml/2006/main">
            <a:pathLst>
              <a:path w="235101" h="62536">
                <a:moveTo>
                  <a:pt x="29224" y="44445"/>
                </a:moveTo>
                <a:lnTo>
                  <a:pt x="29050" y="38562"/>
                </a:lnTo>
                <a:cubicBezTo>
                  <a:pt x="26673" y="40915"/>
                  <a:pt x="24259" y="42614"/>
                  <a:pt x="21809" y="43659"/>
                </a:cubicBezTo>
                <a:cubicBezTo>
                  <a:pt x="19359" y="44705"/>
                  <a:pt x="16786" y="45228"/>
                  <a:pt x="14090" y="45228"/>
                </a:cubicBezTo>
                <a:cubicBezTo>
                  <a:pt x="11597" y="45228"/>
                  <a:pt x="9466" y="44908"/>
                  <a:pt x="7697" y="44270"/>
                </a:cubicBezTo>
                <a:cubicBezTo>
                  <a:pt x="5929" y="43631"/>
                  <a:pt x="4472" y="42752"/>
                  <a:pt x="3327" y="41634"/>
                </a:cubicBezTo>
                <a:cubicBezTo>
                  <a:pt x="2182" y="40516"/>
                  <a:pt x="1341" y="39202"/>
                  <a:pt x="805" y="37692"/>
                </a:cubicBezTo>
                <a:cubicBezTo>
                  <a:pt x="268" y="36182"/>
                  <a:pt x="0" y="34541"/>
                  <a:pt x="0" y="32770"/>
                </a:cubicBezTo>
                <a:cubicBezTo>
                  <a:pt x="0" y="28385"/>
                  <a:pt x="1631" y="24951"/>
                  <a:pt x="4892" y="22468"/>
                </a:cubicBezTo>
                <a:cubicBezTo>
                  <a:pt x="8154" y="19985"/>
                  <a:pt x="12974" y="18743"/>
                  <a:pt x="19352" y="18743"/>
                </a:cubicBezTo>
                <a:lnTo>
                  <a:pt x="28398" y="18743"/>
                </a:lnTo>
                <a:lnTo>
                  <a:pt x="28398" y="14930"/>
                </a:lnTo>
                <a:cubicBezTo>
                  <a:pt x="28398" y="12359"/>
                  <a:pt x="27571" y="10300"/>
                  <a:pt x="25919" y="8755"/>
                </a:cubicBezTo>
                <a:cubicBezTo>
                  <a:pt x="24266" y="7209"/>
                  <a:pt x="21744" y="6436"/>
                  <a:pt x="18352" y="6436"/>
                </a:cubicBezTo>
                <a:cubicBezTo>
                  <a:pt x="15888" y="6436"/>
                  <a:pt x="13460" y="6716"/>
                  <a:pt x="11068" y="7275"/>
                </a:cubicBezTo>
                <a:cubicBezTo>
                  <a:pt x="8676" y="7833"/>
                  <a:pt x="6204" y="8626"/>
                  <a:pt x="3653" y="9654"/>
                </a:cubicBezTo>
                <a:lnTo>
                  <a:pt x="3653" y="2827"/>
                </a:lnTo>
                <a:cubicBezTo>
                  <a:pt x="4610" y="2473"/>
                  <a:pt x="5675" y="2127"/>
                  <a:pt x="6849" y="1788"/>
                </a:cubicBezTo>
                <a:cubicBezTo>
                  <a:pt x="8024" y="1450"/>
                  <a:pt x="9263" y="1148"/>
                  <a:pt x="10568" y="883"/>
                </a:cubicBezTo>
                <a:cubicBezTo>
                  <a:pt x="11872" y="618"/>
                  <a:pt x="13235" y="405"/>
                  <a:pt x="14655" y="243"/>
                </a:cubicBezTo>
                <a:cubicBezTo>
                  <a:pt x="16076" y="81"/>
                  <a:pt x="17511" y="0"/>
                  <a:pt x="18961" y="0"/>
                </a:cubicBezTo>
                <a:cubicBezTo>
                  <a:pt x="21599" y="0"/>
                  <a:pt x="23976" y="290"/>
                  <a:pt x="26093" y="870"/>
                </a:cubicBezTo>
                <a:cubicBezTo>
                  <a:pt x="28209" y="1450"/>
                  <a:pt x="30000" y="2334"/>
                  <a:pt x="31464" y="3523"/>
                </a:cubicBezTo>
                <a:cubicBezTo>
                  <a:pt x="32928" y="4711"/>
                  <a:pt x="34051" y="6204"/>
                  <a:pt x="34834" y="8002"/>
                </a:cubicBezTo>
                <a:cubicBezTo>
                  <a:pt x="35617" y="9799"/>
                  <a:pt x="36008" y="11916"/>
                  <a:pt x="36008" y="14351"/>
                </a:cubicBezTo>
                <a:lnTo>
                  <a:pt x="36008" y="44445"/>
                </a:lnTo>
                <a:lnTo>
                  <a:pt x="29224" y="44445"/>
                </a:lnTo>
                <a:moveTo>
                  <a:pt x="28398" y="24527"/>
                </a:moveTo>
                <a:lnTo>
                  <a:pt x="18787" y="24527"/>
                </a:lnTo>
                <a:cubicBezTo>
                  <a:pt x="16902" y="24527"/>
                  <a:pt x="15279" y="24717"/>
                  <a:pt x="13916" y="25095"/>
                </a:cubicBezTo>
                <a:cubicBezTo>
                  <a:pt x="12554" y="25473"/>
                  <a:pt x="11437" y="26011"/>
                  <a:pt x="10568" y="26708"/>
                </a:cubicBezTo>
                <a:cubicBezTo>
                  <a:pt x="9698" y="27406"/>
                  <a:pt x="9053" y="28242"/>
                  <a:pt x="8632" y="29217"/>
                </a:cubicBezTo>
                <a:cubicBezTo>
                  <a:pt x="8212" y="30191"/>
                  <a:pt x="8002" y="31289"/>
                  <a:pt x="8002" y="32510"/>
                </a:cubicBezTo>
                <a:cubicBezTo>
                  <a:pt x="8002" y="33354"/>
                  <a:pt x="8132" y="34161"/>
                  <a:pt x="8393" y="34932"/>
                </a:cubicBezTo>
                <a:cubicBezTo>
                  <a:pt x="8654" y="35702"/>
                  <a:pt x="9075" y="36385"/>
                  <a:pt x="9654" y="36981"/>
                </a:cubicBezTo>
                <a:cubicBezTo>
                  <a:pt x="10234" y="37577"/>
                  <a:pt x="10988" y="38050"/>
                  <a:pt x="11916" y="38399"/>
                </a:cubicBezTo>
                <a:cubicBezTo>
                  <a:pt x="12843" y="38747"/>
                  <a:pt x="13974" y="38922"/>
                  <a:pt x="15308" y="38922"/>
                </a:cubicBezTo>
                <a:cubicBezTo>
                  <a:pt x="17047" y="38922"/>
                  <a:pt x="19041" y="38391"/>
                  <a:pt x="21287" y="37330"/>
                </a:cubicBezTo>
                <a:cubicBezTo>
                  <a:pt x="23534" y="36269"/>
                  <a:pt x="25904" y="34589"/>
                  <a:pt x="28398" y="32291"/>
                </a:cubicBezTo>
                <a:lnTo>
                  <a:pt x="28398" y="24527"/>
                </a:lnTo>
                <a:close/>
                <a:moveTo>
                  <a:pt x="51730" y="783"/>
                </a:moveTo>
                <a:lnTo>
                  <a:pt x="58645" y="783"/>
                </a:lnTo>
                <a:lnTo>
                  <a:pt x="58862" y="8808"/>
                </a:lnTo>
                <a:cubicBezTo>
                  <a:pt x="61442" y="5713"/>
                  <a:pt x="63987" y="3471"/>
                  <a:pt x="66494" y="2083"/>
                </a:cubicBezTo>
                <a:cubicBezTo>
                  <a:pt x="69002" y="694"/>
                  <a:pt x="71532" y="0"/>
                  <a:pt x="74083" y="0"/>
                </a:cubicBezTo>
                <a:cubicBezTo>
                  <a:pt x="78606" y="0"/>
                  <a:pt x="82034" y="1460"/>
                  <a:pt x="84368" y="4381"/>
                </a:cubicBezTo>
                <a:cubicBezTo>
                  <a:pt x="86702" y="7302"/>
                  <a:pt x="87782" y="11640"/>
                  <a:pt x="87608" y="17395"/>
                </a:cubicBezTo>
                <a:lnTo>
                  <a:pt x="79954" y="17395"/>
                </a:lnTo>
                <a:cubicBezTo>
                  <a:pt x="80041" y="13584"/>
                  <a:pt x="79483" y="10819"/>
                  <a:pt x="78280" y="9101"/>
                </a:cubicBezTo>
                <a:cubicBezTo>
                  <a:pt x="77076" y="7383"/>
                  <a:pt x="75315" y="6523"/>
                  <a:pt x="72996" y="6523"/>
                </a:cubicBezTo>
                <a:cubicBezTo>
                  <a:pt x="71981" y="6523"/>
                  <a:pt x="70959" y="6704"/>
                  <a:pt x="69930" y="7065"/>
                </a:cubicBezTo>
                <a:cubicBezTo>
                  <a:pt x="68901" y="7426"/>
                  <a:pt x="67842" y="8003"/>
                  <a:pt x="66755" y="8797"/>
                </a:cubicBezTo>
                <a:cubicBezTo>
                  <a:pt x="65668" y="9590"/>
                  <a:pt x="64516" y="10608"/>
                  <a:pt x="63298" y="11851"/>
                </a:cubicBezTo>
                <a:cubicBezTo>
                  <a:pt x="62080" y="13092"/>
                  <a:pt x="60776" y="14593"/>
                  <a:pt x="59384" y="16354"/>
                </a:cubicBezTo>
                <a:lnTo>
                  <a:pt x="59384" y="44445"/>
                </a:lnTo>
                <a:lnTo>
                  <a:pt x="51730" y="44445"/>
                </a:lnTo>
                <a:lnTo>
                  <a:pt x="51730" y="783"/>
                </a:lnTo>
                <a:close/>
                <a:moveTo>
                  <a:pt x="100503" y="783"/>
                </a:moveTo>
                <a:lnTo>
                  <a:pt x="107418" y="783"/>
                </a:lnTo>
                <a:lnTo>
                  <a:pt x="107635" y="8808"/>
                </a:lnTo>
                <a:cubicBezTo>
                  <a:pt x="110215" y="5713"/>
                  <a:pt x="112759" y="3471"/>
                  <a:pt x="115267" y="2083"/>
                </a:cubicBezTo>
                <a:cubicBezTo>
                  <a:pt x="117775" y="694"/>
                  <a:pt x="120305" y="0"/>
                  <a:pt x="122856" y="0"/>
                </a:cubicBezTo>
                <a:cubicBezTo>
                  <a:pt x="127379" y="0"/>
                  <a:pt x="130807" y="1460"/>
                  <a:pt x="133141" y="4381"/>
                </a:cubicBezTo>
                <a:cubicBezTo>
                  <a:pt x="135475" y="7302"/>
                  <a:pt x="136555" y="11640"/>
                  <a:pt x="136381" y="17395"/>
                </a:cubicBezTo>
                <a:lnTo>
                  <a:pt x="128727" y="17395"/>
                </a:lnTo>
                <a:cubicBezTo>
                  <a:pt x="128814" y="13584"/>
                  <a:pt x="128256" y="10819"/>
                  <a:pt x="127053" y="9101"/>
                </a:cubicBezTo>
                <a:cubicBezTo>
                  <a:pt x="125849" y="7383"/>
                  <a:pt x="124088" y="6523"/>
                  <a:pt x="121769" y="6523"/>
                </a:cubicBezTo>
                <a:cubicBezTo>
                  <a:pt x="120754" y="6523"/>
                  <a:pt x="119732" y="6704"/>
                  <a:pt x="118703" y="7065"/>
                </a:cubicBezTo>
                <a:cubicBezTo>
                  <a:pt x="117674" y="7426"/>
                  <a:pt x="116615" y="8003"/>
                  <a:pt x="115528" y="8797"/>
                </a:cubicBezTo>
                <a:cubicBezTo>
                  <a:pt x="114441" y="9590"/>
                  <a:pt x="113289" y="10608"/>
                  <a:pt x="112071" y="11851"/>
                </a:cubicBezTo>
                <a:cubicBezTo>
                  <a:pt x="110853" y="13092"/>
                  <a:pt x="109549" y="14593"/>
                  <a:pt x="108157" y="16354"/>
                </a:cubicBezTo>
                <a:lnTo>
                  <a:pt x="108157" y="44445"/>
                </a:lnTo>
                <a:lnTo>
                  <a:pt x="100503" y="44445"/>
                </a:lnTo>
                <a:lnTo>
                  <a:pt x="100503" y="783"/>
                </a:lnTo>
                <a:close/>
                <a:moveTo>
                  <a:pt x="175543" y="44445"/>
                </a:moveTo>
                <a:lnTo>
                  <a:pt x="175369" y="38562"/>
                </a:lnTo>
                <a:cubicBezTo>
                  <a:pt x="172992" y="40915"/>
                  <a:pt x="170578" y="42614"/>
                  <a:pt x="168128" y="43659"/>
                </a:cubicBezTo>
                <a:cubicBezTo>
                  <a:pt x="165678" y="44705"/>
                  <a:pt x="163105" y="45228"/>
                  <a:pt x="160409" y="45228"/>
                </a:cubicBezTo>
                <a:cubicBezTo>
                  <a:pt x="157916" y="45228"/>
                  <a:pt x="155785" y="44908"/>
                  <a:pt x="154016" y="44270"/>
                </a:cubicBezTo>
                <a:cubicBezTo>
                  <a:pt x="152248" y="43631"/>
                  <a:pt x="150791" y="42752"/>
                  <a:pt x="149646" y="41634"/>
                </a:cubicBezTo>
                <a:cubicBezTo>
                  <a:pt x="148501" y="40516"/>
                  <a:pt x="147660" y="39202"/>
                  <a:pt x="147123" y="37692"/>
                </a:cubicBezTo>
                <a:cubicBezTo>
                  <a:pt x="146587" y="36182"/>
                  <a:pt x="146319" y="34541"/>
                  <a:pt x="146319" y="32770"/>
                </a:cubicBezTo>
                <a:cubicBezTo>
                  <a:pt x="146319" y="28385"/>
                  <a:pt x="147950" y="24951"/>
                  <a:pt x="151211" y="22468"/>
                </a:cubicBezTo>
                <a:cubicBezTo>
                  <a:pt x="154473" y="19985"/>
                  <a:pt x="159293" y="18743"/>
                  <a:pt x="165671" y="18743"/>
                </a:cubicBezTo>
                <a:lnTo>
                  <a:pt x="174717" y="18743"/>
                </a:lnTo>
                <a:lnTo>
                  <a:pt x="174717" y="14930"/>
                </a:lnTo>
                <a:cubicBezTo>
                  <a:pt x="174717" y="12359"/>
                  <a:pt x="173890" y="10300"/>
                  <a:pt x="172238" y="8755"/>
                </a:cubicBezTo>
                <a:cubicBezTo>
                  <a:pt x="170585" y="7209"/>
                  <a:pt x="168063" y="6436"/>
                  <a:pt x="164671" y="6436"/>
                </a:cubicBezTo>
                <a:cubicBezTo>
                  <a:pt x="162207" y="6436"/>
                  <a:pt x="159778" y="6716"/>
                  <a:pt x="157387" y="7275"/>
                </a:cubicBezTo>
                <a:cubicBezTo>
                  <a:pt x="154995" y="7833"/>
                  <a:pt x="152523" y="8626"/>
                  <a:pt x="149972" y="9654"/>
                </a:cubicBezTo>
                <a:lnTo>
                  <a:pt x="149972" y="2827"/>
                </a:lnTo>
                <a:cubicBezTo>
                  <a:pt x="150929" y="2473"/>
                  <a:pt x="151994" y="2127"/>
                  <a:pt x="153168" y="1788"/>
                </a:cubicBezTo>
                <a:cubicBezTo>
                  <a:pt x="154342" y="1450"/>
                  <a:pt x="155582" y="1148"/>
                  <a:pt x="156887" y="883"/>
                </a:cubicBezTo>
                <a:cubicBezTo>
                  <a:pt x="158191" y="618"/>
                  <a:pt x="159554" y="405"/>
                  <a:pt x="160974" y="243"/>
                </a:cubicBezTo>
                <a:cubicBezTo>
                  <a:pt x="162395" y="81"/>
                  <a:pt x="163830" y="0"/>
                  <a:pt x="165280" y="0"/>
                </a:cubicBezTo>
                <a:cubicBezTo>
                  <a:pt x="167918" y="0"/>
                  <a:pt x="170295" y="290"/>
                  <a:pt x="172412" y="870"/>
                </a:cubicBezTo>
                <a:cubicBezTo>
                  <a:pt x="174528" y="1450"/>
                  <a:pt x="176318" y="2334"/>
                  <a:pt x="177783" y="3523"/>
                </a:cubicBezTo>
                <a:cubicBezTo>
                  <a:pt x="179247" y="4711"/>
                  <a:pt x="180370" y="6204"/>
                  <a:pt x="181153" y="8002"/>
                </a:cubicBezTo>
                <a:cubicBezTo>
                  <a:pt x="181936" y="9799"/>
                  <a:pt x="182327" y="11916"/>
                  <a:pt x="182327" y="14351"/>
                </a:cubicBezTo>
                <a:lnTo>
                  <a:pt x="182327" y="44445"/>
                </a:lnTo>
                <a:lnTo>
                  <a:pt x="175543" y="44445"/>
                </a:lnTo>
                <a:moveTo>
                  <a:pt x="174717" y="24527"/>
                </a:moveTo>
                <a:lnTo>
                  <a:pt x="165106" y="24527"/>
                </a:lnTo>
                <a:cubicBezTo>
                  <a:pt x="163221" y="24527"/>
                  <a:pt x="161598" y="24717"/>
                  <a:pt x="160235" y="25095"/>
                </a:cubicBezTo>
                <a:cubicBezTo>
                  <a:pt x="158872" y="25473"/>
                  <a:pt x="157756" y="26011"/>
                  <a:pt x="156887" y="26708"/>
                </a:cubicBezTo>
                <a:cubicBezTo>
                  <a:pt x="156017" y="27406"/>
                  <a:pt x="155372" y="28242"/>
                  <a:pt x="154951" y="29217"/>
                </a:cubicBezTo>
                <a:cubicBezTo>
                  <a:pt x="154531" y="30191"/>
                  <a:pt x="154321" y="31289"/>
                  <a:pt x="154321" y="32510"/>
                </a:cubicBezTo>
                <a:cubicBezTo>
                  <a:pt x="154321" y="33354"/>
                  <a:pt x="154451" y="34161"/>
                  <a:pt x="154712" y="34932"/>
                </a:cubicBezTo>
                <a:cubicBezTo>
                  <a:pt x="154973" y="35702"/>
                  <a:pt x="155393" y="36385"/>
                  <a:pt x="155973" y="36981"/>
                </a:cubicBezTo>
                <a:cubicBezTo>
                  <a:pt x="156553" y="37577"/>
                  <a:pt x="157307" y="38050"/>
                  <a:pt x="158235" y="38399"/>
                </a:cubicBezTo>
                <a:cubicBezTo>
                  <a:pt x="159162" y="38747"/>
                  <a:pt x="160293" y="38922"/>
                  <a:pt x="161627" y="38922"/>
                </a:cubicBezTo>
                <a:cubicBezTo>
                  <a:pt x="163366" y="38922"/>
                  <a:pt x="165359" y="38391"/>
                  <a:pt x="167606" y="37330"/>
                </a:cubicBezTo>
                <a:cubicBezTo>
                  <a:pt x="169853" y="36269"/>
                  <a:pt x="172223" y="34589"/>
                  <a:pt x="174717" y="32291"/>
                </a:cubicBezTo>
                <a:lnTo>
                  <a:pt x="174717" y="24527"/>
                </a:lnTo>
                <a:close/>
                <a:moveTo>
                  <a:pt x="235101" y="783"/>
                </a:moveTo>
                <a:lnTo>
                  <a:pt x="220228" y="39835"/>
                </a:lnTo>
                <a:cubicBezTo>
                  <a:pt x="218691" y="43807"/>
                  <a:pt x="217104" y="47228"/>
                  <a:pt x="215466" y="50098"/>
                </a:cubicBezTo>
                <a:cubicBezTo>
                  <a:pt x="213828" y="52968"/>
                  <a:pt x="212038" y="55324"/>
                  <a:pt x="210095" y="57165"/>
                </a:cubicBezTo>
                <a:cubicBezTo>
                  <a:pt x="208153" y="59006"/>
                  <a:pt x="206022" y="60361"/>
                  <a:pt x="203703" y="61231"/>
                </a:cubicBezTo>
                <a:cubicBezTo>
                  <a:pt x="201383" y="62101"/>
                  <a:pt x="198788" y="62536"/>
                  <a:pt x="195918" y="62536"/>
                </a:cubicBezTo>
                <a:cubicBezTo>
                  <a:pt x="195164" y="62536"/>
                  <a:pt x="194483" y="62521"/>
                  <a:pt x="193874" y="62492"/>
                </a:cubicBezTo>
                <a:cubicBezTo>
                  <a:pt x="193265" y="62463"/>
                  <a:pt x="192599" y="62420"/>
                  <a:pt x="191874" y="62362"/>
                </a:cubicBezTo>
                <a:lnTo>
                  <a:pt x="191874" y="55491"/>
                </a:lnTo>
                <a:cubicBezTo>
                  <a:pt x="192512" y="55578"/>
                  <a:pt x="193207" y="55658"/>
                  <a:pt x="193961" y="55730"/>
                </a:cubicBezTo>
                <a:cubicBezTo>
                  <a:pt x="194715" y="55802"/>
                  <a:pt x="195512" y="55839"/>
                  <a:pt x="196353" y="55839"/>
                </a:cubicBezTo>
                <a:cubicBezTo>
                  <a:pt x="197745" y="55839"/>
                  <a:pt x="199042" y="55636"/>
                  <a:pt x="200245" y="55230"/>
                </a:cubicBezTo>
                <a:cubicBezTo>
                  <a:pt x="201448" y="54824"/>
                  <a:pt x="202586" y="54164"/>
                  <a:pt x="203659" y="53251"/>
                </a:cubicBezTo>
                <a:cubicBezTo>
                  <a:pt x="204732" y="52338"/>
                  <a:pt x="205761" y="51156"/>
                  <a:pt x="206747" y="49707"/>
                </a:cubicBezTo>
                <a:cubicBezTo>
                  <a:pt x="207732" y="48257"/>
                  <a:pt x="208689" y="46503"/>
                  <a:pt x="209617" y="44445"/>
                </a:cubicBezTo>
                <a:lnTo>
                  <a:pt x="192178" y="783"/>
                </a:lnTo>
                <a:lnTo>
                  <a:pt x="200789" y="783"/>
                </a:lnTo>
                <a:lnTo>
                  <a:pt x="211835" y="29659"/>
                </a:lnTo>
                <a:lnTo>
                  <a:pt x="214053" y="36443"/>
                </a:lnTo>
                <a:lnTo>
                  <a:pt x="216575" y="29485"/>
                </a:lnTo>
                <a:lnTo>
                  <a:pt x="226795" y="783"/>
                </a:lnTo>
                <a:lnTo>
                  <a:pt x="235101" y="783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(observation).">
            <a:extLst xmlns:a="http://schemas.openxmlformats.org/drawingml/2006/main">
              <a:ext uri="{FF2B5EF4-FFF2-40B4-BE49-F238E27FC236}">
                <a16:creationId xmlns:a16="http://schemas.microsoft.com/office/drawing/2014/main" id="{212E943B-3C78-472F-B5EC-48C17075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53" y="5772379"/>
            <a:ext cx="650766" cy="83062"/>
          </a:xfrm>
          <a:custGeom xmlns:a="http://schemas.openxmlformats.org/drawingml/2006/main">
            <a:pathLst>
              <a:path w="650766" h="83062">
                <a:moveTo>
                  <a:pt x="20048" y="83062"/>
                </a:moveTo>
                <a:cubicBezTo>
                  <a:pt x="6683" y="70676"/>
                  <a:pt x="0" y="56985"/>
                  <a:pt x="0" y="41988"/>
                </a:cubicBezTo>
                <a:cubicBezTo>
                  <a:pt x="0" y="38478"/>
                  <a:pt x="355" y="34975"/>
                  <a:pt x="1065" y="31480"/>
                </a:cubicBezTo>
                <a:cubicBezTo>
                  <a:pt x="1776" y="27985"/>
                  <a:pt x="2921" y="24482"/>
                  <a:pt x="4501" y="20972"/>
                </a:cubicBezTo>
                <a:cubicBezTo>
                  <a:pt x="6081" y="17462"/>
                  <a:pt x="8169" y="13952"/>
                  <a:pt x="10763" y="10443"/>
                </a:cubicBezTo>
                <a:cubicBezTo>
                  <a:pt x="13358" y="6933"/>
                  <a:pt x="16511" y="3452"/>
                  <a:pt x="20222" y="0"/>
                </a:cubicBezTo>
                <a:lnTo>
                  <a:pt x="24614" y="4482"/>
                </a:lnTo>
                <a:cubicBezTo>
                  <a:pt x="13365" y="15591"/>
                  <a:pt x="7741" y="27905"/>
                  <a:pt x="7741" y="41422"/>
                </a:cubicBezTo>
                <a:cubicBezTo>
                  <a:pt x="7741" y="48152"/>
                  <a:pt x="9161" y="54621"/>
                  <a:pt x="12003" y="60829"/>
                </a:cubicBezTo>
                <a:cubicBezTo>
                  <a:pt x="14844" y="67036"/>
                  <a:pt x="19048" y="72895"/>
                  <a:pt x="24614" y="78406"/>
                </a:cubicBezTo>
                <a:lnTo>
                  <a:pt x="20048" y="83062"/>
                </a:lnTo>
                <a:close/>
                <a:moveTo>
                  <a:pt x="55775" y="65580"/>
                </a:moveTo>
                <a:cubicBezTo>
                  <a:pt x="50556" y="65580"/>
                  <a:pt x="46490" y="64239"/>
                  <a:pt x="43576" y="61557"/>
                </a:cubicBezTo>
                <a:cubicBezTo>
                  <a:pt x="40662" y="58876"/>
                  <a:pt x="39206" y="54853"/>
                  <a:pt x="39206" y="49489"/>
                </a:cubicBezTo>
                <a:cubicBezTo>
                  <a:pt x="39206" y="47083"/>
                  <a:pt x="39459" y="44699"/>
                  <a:pt x="39967" y="42336"/>
                </a:cubicBezTo>
                <a:cubicBezTo>
                  <a:pt x="40474" y="39973"/>
                  <a:pt x="41221" y="37711"/>
                  <a:pt x="42206" y="35552"/>
                </a:cubicBezTo>
                <a:cubicBezTo>
                  <a:pt x="43192" y="33392"/>
                  <a:pt x="44410" y="31384"/>
                  <a:pt x="45859" y="29528"/>
                </a:cubicBezTo>
                <a:cubicBezTo>
                  <a:pt x="47309" y="27673"/>
                  <a:pt x="48976" y="26064"/>
                  <a:pt x="50860" y="24701"/>
                </a:cubicBezTo>
                <a:cubicBezTo>
                  <a:pt x="52745" y="23339"/>
                  <a:pt x="54825" y="22273"/>
                  <a:pt x="57101" y="21505"/>
                </a:cubicBezTo>
                <a:cubicBezTo>
                  <a:pt x="59377" y="20737"/>
                  <a:pt x="61848" y="20352"/>
                  <a:pt x="64516" y="20352"/>
                </a:cubicBezTo>
                <a:cubicBezTo>
                  <a:pt x="67125" y="20352"/>
                  <a:pt x="69452" y="20693"/>
                  <a:pt x="71496" y="21374"/>
                </a:cubicBezTo>
                <a:cubicBezTo>
                  <a:pt x="73539" y="22056"/>
                  <a:pt x="75264" y="23070"/>
                  <a:pt x="76671" y="24419"/>
                </a:cubicBezTo>
                <a:cubicBezTo>
                  <a:pt x="78077" y="25767"/>
                  <a:pt x="79157" y="27448"/>
                  <a:pt x="79910" y="29463"/>
                </a:cubicBezTo>
                <a:cubicBezTo>
                  <a:pt x="80664" y="31478"/>
                  <a:pt x="81041" y="33819"/>
                  <a:pt x="81041" y="36487"/>
                </a:cubicBezTo>
                <a:cubicBezTo>
                  <a:pt x="81041" y="38864"/>
                  <a:pt x="80787" y="41234"/>
                  <a:pt x="80280" y="43597"/>
                </a:cubicBezTo>
                <a:cubicBezTo>
                  <a:pt x="79773" y="45960"/>
                  <a:pt x="79026" y="48221"/>
                  <a:pt x="78040" y="50381"/>
                </a:cubicBezTo>
                <a:cubicBezTo>
                  <a:pt x="77055" y="52541"/>
                  <a:pt x="75837" y="54549"/>
                  <a:pt x="74387" y="56404"/>
                </a:cubicBezTo>
                <a:cubicBezTo>
                  <a:pt x="72938" y="58260"/>
                  <a:pt x="71278" y="59869"/>
                  <a:pt x="69408" y="61231"/>
                </a:cubicBezTo>
                <a:cubicBezTo>
                  <a:pt x="67538" y="62594"/>
                  <a:pt x="65458" y="63659"/>
                  <a:pt x="63168" y="64428"/>
                </a:cubicBezTo>
                <a:cubicBezTo>
                  <a:pt x="60877" y="65196"/>
                  <a:pt x="58413" y="65580"/>
                  <a:pt x="55775" y="65580"/>
                </a:cubicBezTo>
                <a:moveTo>
                  <a:pt x="73300" y="37269"/>
                </a:moveTo>
                <a:cubicBezTo>
                  <a:pt x="73300" y="33761"/>
                  <a:pt x="72474" y="31137"/>
                  <a:pt x="70821" y="29398"/>
                </a:cubicBezTo>
                <a:cubicBezTo>
                  <a:pt x="69169" y="27658"/>
                  <a:pt x="66763" y="26789"/>
                  <a:pt x="63602" y="26789"/>
                </a:cubicBezTo>
                <a:cubicBezTo>
                  <a:pt x="61805" y="26789"/>
                  <a:pt x="60138" y="27100"/>
                  <a:pt x="58601" y="27724"/>
                </a:cubicBezTo>
                <a:cubicBezTo>
                  <a:pt x="57065" y="28347"/>
                  <a:pt x="55680" y="29202"/>
                  <a:pt x="54448" y="30289"/>
                </a:cubicBezTo>
                <a:cubicBezTo>
                  <a:pt x="53216" y="31377"/>
                  <a:pt x="52129" y="32638"/>
                  <a:pt x="51187" y="34073"/>
                </a:cubicBezTo>
                <a:cubicBezTo>
                  <a:pt x="50244" y="35508"/>
                  <a:pt x="49462" y="37030"/>
                  <a:pt x="48838" y="38639"/>
                </a:cubicBezTo>
                <a:cubicBezTo>
                  <a:pt x="48215" y="40248"/>
                  <a:pt x="47744" y="41915"/>
                  <a:pt x="47425" y="43640"/>
                </a:cubicBezTo>
                <a:cubicBezTo>
                  <a:pt x="47106" y="45365"/>
                  <a:pt x="46946" y="47040"/>
                  <a:pt x="46946" y="48663"/>
                </a:cubicBezTo>
                <a:cubicBezTo>
                  <a:pt x="46946" y="52171"/>
                  <a:pt x="47773" y="54802"/>
                  <a:pt x="49425" y="56556"/>
                </a:cubicBezTo>
                <a:cubicBezTo>
                  <a:pt x="51078" y="58310"/>
                  <a:pt x="53484" y="59187"/>
                  <a:pt x="56644" y="59187"/>
                </a:cubicBezTo>
                <a:cubicBezTo>
                  <a:pt x="58471" y="59187"/>
                  <a:pt x="60145" y="58876"/>
                  <a:pt x="61667" y="58252"/>
                </a:cubicBezTo>
                <a:cubicBezTo>
                  <a:pt x="63189" y="57629"/>
                  <a:pt x="64566" y="56774"/>
                  <a:pt x="65799" y="55687"/>
                </a:cubicBezTo>
                <a:cubicBezTo>
                  <a:pt x="67031" y="54599"/>
                  <a:pt x="68118" y="53338"/>
                  <a:pt x="69060" y="51903"/>
                </a:cubicBezTo>
                <a:cubicBezTo>
                  <a:pt x="70002" y="50468"/>
                  <a:pt x="70785" y="48939"/>
                  <a:pt x="71409" y="47315"/>
                </a:cubicBezTo>
                <a:cubicBezTo>
                  <a:pt x="72032" y="45691"/>
                  <a:pt x="72503" y="44017"/>
                  <a:pt x="72822" y="42292"/>
                </a:cubicBezTo>
                <a:cubicBezTo>
                  <a:pt x="73141" y="40567"/>
                  <a:pt x="73300" y="38893"/>
                  <a:pt x="73300" y="37269"/>
                </a:cubicBezTo>
                <a:close/>
                <a:moveTo>
                  <a:pt x="104238" y="65319"/>
                </a:moveTo>
                <a:cubicBezTo>
                  <a:pt x="101049" y="65319"/>
                  <a:pt x="98120" y="65000"/>
                  <a:pt x="95453" y="64362"/>
                </a:cubicBezTo>
                <a:cubicBezTo>
                  <a:pt x="92786" y="63725"/>
                  <a:pt x="90249" y="62855"/>
                  <a:pt x="87843" y="61753"/>
                </a:cubicBezTo>
                <a:lnTo>
                  <a:pt x="99498" y="3305"/>
                </a:lnTo>
                <a:lnTo>
                  <a:pt x="107064" y="3305"/>
                </a:lnTo>
                <a:lnTo>
                  <a:pt x="103672" y="20265"/>
                </a:lnTo>
                <a:lnTo>
                  <a:pt x="100846" y="30790"/>
                </a:lnTo>
                <a:cubicBezTo>
                  <a:pt x="101744" y="29166"/>
                  <a:pt x="102774" y="27709"/>
                  <a:pt x="103933" y="26419"/>
                </a:cubicBezTo>
                <a:cubicBezTo>
                  <a:pt x="105093" y="25129"/>
                  <a:pt x="106361" y="24034"/>
                  <a:pt x="107739" y="23136"/>
                </a:cubicBezTo>
                <a:cubicBezTo>
                  <a:pt x="109116" y="22237"/>
                  <a:pt x="110580" y="21548"/>
                  <a:pt x="112131" y="21070"/>
                </a:cubicBezTo>
                <a:cubicBezTo>
                  <a:pt x="113682" y="20592"/>
                  <a:pt x="115284" y="20352"/>
                  <a:pt x="116936" y="20352"/>
                </a:cubicBezTo>
                <a:cubicBezTo>
                  <a:pt x="119024" y="20352"/>
                  <a:pt x="120843" y="20708"/>
                  <a:pt x="122394" y="21418"/>
                </a:cubicBezTo>
                <a:cubicBezTo>
                  <a:pt x="123945" y="22128"/>
                  <a:pt x="125228" y="23121"/>
                  <a:pt x="126243" y="24397"/>
                </a:cubicBezTo>
                <a:cubicBezTo>
                  <a:pt x="127257" y="25672"/>
                  <a:pt x="128011" y="27216"/>
                  <a:pt x="128504" y="29028"/>
                </a:cubicBezTo>
                <a:cubicBezTo>
                  <a:pt x="128997" y="30840"/>
                  <a:pt x="129243" y="32848"/>
                  <a:pt x="129243" y="35051"/>
                </a:cubicBezTo>
                <a:cubicBezTo>
                  <a:pt x="129243" y="39226"/>
                  <a:pt x="128700" y="43147"/>
                  <a:pt x="127613" y="46815"/>
                </a:cubicBezTo>
                <a:cubicBezTo>
                  <a:pt x="126525" y="50482"/>
                  <a:pt x="124924" y="53686"/>
                  <a:pt x="122807" y="56426"/>
                </a:cubicBezTo>
                <a:cubicBezTo>
                  <a:pt x="120691" y="59166"/>
                  <a:pt x="118074" y="61333"/>
                  <a:pt x="114958" y="62927"/>
                </a:cubicBezTo>
                <a:cubicBezTo>
                  <a:pt x="111841" y="64522"/>
                  <a:pt x="108268" y="65319"/>
                  <a:pt x="104238" y="65319"/>
                </a:cubicBezTo>
                <a:moveTo>
                  <a:pt x="121590" y="35747"/>
                </a:moveTo>
                <a:cubicBezTo>
                  <a:pt x="121590" y="32964"/>
                  <a:pt x="121118" y="30804"/>
                  <a:pt x="120176" y="29267"/>
                </a:cubicBezTo>
                <a:cubicBezTo>
                  <a:pt x="119234" y="27731"/>
                  <a:pt x="117690" y="26963"/>
                  <a:pt x="115545" y="26963"/>
                </a:cubicBezTo>
                <a:cubicBezTo>
                  <a:pt x="114298" y="26963"/>
                  <a:pt x="113051" y="27253"/>
                  <a:pt x="111805" y="27832"/>
                </a:cubicBezTo>
                <a:cubicBezTo>
                  <a:pt x="110558" y="28412"/>
                  <a:pt x="109340" y="29210"/>
                  <a:pt x="108152" y="30224"/>
                </a:cubicBezTo>
                <a:cubicBezTo>
                  <a:pt x="106963" y="31239"/>
                  <a:pt x="105840" y="32428"/>
                  <a:pt x="104781" y="33790"/>
                </a:cubicBezTo>
                <a:cubicBezTo>
                  <a:pt x="103723" y="35153"/>
                  <a:pt x="102752" y="36610"/>
                  <a:pt x="101868" y="38161"/>
                </a:cubicBezTo>
                <a:cubicBezTo>
                  <a:pt x="100983" y="39712"/>
                  <a:pt x="100222" y="41314"/>
                  <a:pt x="99585" y="42966"/>
                </a:cubicBezTo>
                <a:cubicBezTo>
                  <a:pt x="98947" y="44619"/>
                  <a:pt x="98468" y="46257"/>
                  <a:pt x="98149" y="47880"/>
                </a:cubicBezTo>
                <a:lnTo>
                  <a:pt x="96279" y="57317"/>
                </a:lnTo>
                <a:cubicBezTo>
                  <a:pt x="97642" y="57897"/>
                  <a:pt x="99048" y="58354"/>
                  <a:pt x="100498" y="58687"/>
                </a:cubicBezTo>
                <a:cubicBezTo>
                  <a:pt x="101947" y="59021"/>
                  <a:pt x="103281" y="59187"/>
                  <a:pt x="104499" y="59187"/>
                </a:cubicBezTo>
                <a:cubicBezTo>
                  <a:pt x="106876" y="59187"/>
                  <a:pt x="108949" y="58781"/>
                  <a:pt x="110717" y="57970"/>
                </a:cubicBezTo>
                <a:cubicBezTo>
                  <a:pt x="112486" y="57158"/>
                  <a:pt x="114001" y="56100"/>
                  <a:pt x="115262" y="54795"/>
                </a:cubicBezTo>
                <a:cubicBezTo>
                  <a:pt x="116523" y="53490"/>
                  <a:pt x="117560" y="51997"/>
                  <a:pt x="118371" y="50316"/>
                </a:cubicBezTo>
                <a:cubicBezTo>
                  <a:pt x="119183" y="48634"/>
                  <a:pt x="119828" y="46924"/>
                  <a:pt x="120307" y="45184"/>
                </a:cubicBezTo>
                <a:cubicBezTo>
                  <a:pt x="120785" y="43445"/>
                  <a:pt x="121118" y="41756"/>
                  <a:pt x="121307" y="40118"/>
                </a:cubicBezTo>
                <a:cubicBezTo>
                  <a:pt x="121495" y="38480"/>
                  <a:pt x="121590" y="37023"/>
                  <a:pt x="121590" y="35747"/>
                </a:cubicBezTo>
                <a:close/>
                <a:moveTo>
                  <a:pt x="175478" y="28485"/>
                </a:moveTo>
                <a:cubicBezTo>
                  <a:pt x="172840" y="27861"/>
                  <a:pt x="170477" y="27401"/>
                  <a:pt x="168390" y="27104"/>
                </a:cubicBezTo>
                <a:cubicBezTo>
                  <a:pt x="166302" y="26807"/>
                  <a:pt x="164447" y="26658"/>
                  <a:pt x="162823" y="26658"/>
                </a:cubicBezTo>
                <a:cubicBezTo>
                  <a:pt x="160823" y="26658"/>
                  <a:pt x="159105" y="26818"/>
                  <a:pt x="157670" y="27137"/>
                </a:cubicBezTo>
                <a:cubicBezTo>
                  <a:pt x="156235" y="27455"/>
                  <a:pt x="155053" y="27905"/>
                  <a:pt x="154126" y="28485"/>
                </a:cubicBezTo>
                <a:cubicBezTo>
                  <a:pt x="153198" y="29065"/>
                  <a:pt x="152517" y="29768"/>
                  <a:pt x="152082" y="30594"/>
                </a:cubicBezTo>
                <a:cubicBezTo>
                  <a:pt x="151647" y="31420"/>
                  <a:pt x="151429" y="32341"/>
                  <a:pt x="151429" y="33355"/>
                </a:cubicBezTo>
                <a:cubicBezTo>
                  <a:pt x="151429" y="34080"/>
                  <a:pt x="151596" y="34725"/>
                  <a:pt x="151929" y="35291"/>
                </a:cubicBezTo>
                <a:cubicBezTo>
                  <a:pt x="152263" y="35856"/>
                  <a:pt x="152792" y="36392"/>
                  <a:pt x="153517" y="36900"/>
                </a:cubicBezTo>
                <a:cubicBezTo>
                  <a:pt x="154242" y="37407"/>
                  <a:pt x="155206" y="37907"/>
                  <a:pt x="156409" y="38400"/>
                </a:cubicBezTo>
                <a:cubicBezTo>
                  <a:pt x="157612" y="38893"/>
                  <a:pt x="159098" y="39415"/>
                  <a:pt x="160866" y="39966"/>
                </a:cubicBezTo>
                <a:cubicBezTo>
                  <a:pt x="162983" y="40661"/>
                  <a:pt x="164787" y="41379"/>
                  <a:pt x="166281" y="42118"/>
                </a:cubicBezTo>
                <a:cubicBezTo>
                  <a:pt x="167774" y="42858"/>
                  <a:pt x="168999" y="43691"/>
                  <a:pt x="169955" y="44619"/>
                </a:cubicBezTo>
                <a:cubicBezTo>
                  <a:pt x="170912" y="45547"/>
                  <a:pt x="171608" y="46576"/>
                  <a:pt x="172043" y="47706"/>
                </a:cubicBezTo>
                <a:cubicBezTo>
                  <a:pt x="172478" y="48837"/>
                  <a:pt x="172695" y="50142"/>
                  <a:pt x="172695" y="51620"/>
                </a:cubicBezTo>
                <a:cubicBezTo>
                  <a:pt x="172695" y="53882"/>
                  <a:pt x="172202" y="55882"/>
                  <a:pt x="171216" y="57622"/>
                </a:cubicBezTo>
                <a:cubicBezTo>
                  <a:pt x="170231" y="59361"/>
                  <a:pt x="168854" y="60818"/>
                  <a:pt x="167085" y="61992"/>
                </a:cubicBezTo>
                <a:cubicBezTo>
                  <a:pt x="165317" y="63166"/>
                  <a:pt x="163193" y="64058"/>
                  <a:pt x="160714" y="64667"/>
                </a:cubicBezTo>
                <a:cubicBezTo>
                  <a:pt x="158235" y="65276"/>
                  <a:pt x="155517" y="65580"/>
                  <a:pt x="152560" y="65580"/>
                </a:cubicBezTo>
                <a:cubicBezTo>
                  <a:pt x="149777" y="65580"/>
                  <a:pt x="147131" y="65460"/>
                  <a:pt x="144623" y="65221"/>
                </a:cubicBezTo>
                <a:cubicBezTo>
                  <a:pt x="142116" y="64983"/>
                  <a:pt x="139775" y="64595"/>
                  <a:pt x="137600" y="64058"/>
                </a:cubicBezTo>
                <a:lnTo>
                  <a:pt x="137600" y="56665"/>
                </a:lnTo>
                <a:cubicBezTo>
                  <a:pt x="140209" y="57520"/>
                  <a:pt x="142804" y="58154"/>
                  <a:pt x="145385" y="58568"/>
                </a:cubicBezTo>
                <a:cubicBezTo>
                  <a:pt x="147965" y="58981"/>
                  <a:pt x="150516" y="59187"/>
                  <a:pt x="153038" y="59187"/>
                </a:cubicBezTo>
                <a:cubicBezTo>
                  <a:pt x="157155" y="59187"/>
                  <a:pt x="160156" y="58607"/>
                  <a:pt x="162040" y="57448"/>
                </a:cubicBezTo>
                <a:cubicBezTo>
                  <a:pt x="163925" y="56288"/>
                  <a:pt x="164867" y="54491"/>
                  <a:pt x="164867" y="52055"/>
                </a:cubicBezTo>
                <a:cubicBezTo>
                  <a:pt x="164867" y="51417"/>
                  <a:pt x="164722" y="50830"/>
                  <a:pt x="164432" y="50294"/>
                </a:cubicBezTo>
                <a:cubicBezTo>
                  <a:pt x="164142" y="49758"/>
                  <a:pt x="163650" y="49250"/>
                  <a:pt x="162954" y="48772"/>
                </a:cubicBezTo>
                <a:cubicBezTo>
                  <a:pt x="162258" y="48294"/>
                  <a:pt x="161301" y="47808"/>
                  <a:pt x="160083" y="47315"/>
                </a:cubicBezTo>
                <a:cubicBezTo>
                  <a:pt x="158866" y="46822"/>
                  <a:pt x="157315" y="46300"/>
                  <a:pt x="155430" y="45749"/>
                </a:cubicBezTo>
                <a:cubicBezTo>
                  <a:pt x="153691" y="45228"/>
                  <a:pt x="152103" y="44641"/>
                  <a:pt x="150668" y="43988"/>
                </a:cubicBezTo>
                <a:cubicBezTo>
                  <a:pt x="149233" y="43336"/>
                  <a:pt x="147994" y="42553"/>
                  <a:pt x="146950" y="41640"/>
                </a:cubicBezTo>
                <a:cubicBezTo>
                  <a:pt x="145906" y="40727"/>
                  <a:pt x="145102" y="39654"/>
                  <a:pt x="144537" y="38422"/>
                </a:cubicBezTo>
                <a:cubicBezTo>
                  <a:pt x="143971" y="37190"/>
                  <a:pt x="143688" y="35762"/>
                  <a:pt x="143688" y="34138"/>
                </a:cubicBezTo>
                <a:cubicBezTo>
                  <a:pt x="143688" y="32196"/>
                  <a:pt x="144080" y="30391"/>
                  <a:pt x="144863" y="28724"/>
                </a:cubicBezTo>
                <a:cubicBezTo>
                  <a:pt x="145645" y="27057"/>
                  <a:pt x="146856" y="25600"/>
                  <a:pt x="148494" y="24353"/>
                </a:cubicBezTo>
                <a:cubicBezTo>
                  <a:pt x="150132" y="23107"/>
                  <a:pt x="152198" y="22128"/>
                  <a:pt x="154691" y="21418"/>
                </a:cubicBezTo>
                <a:cubicBezTo>
                  <a:pt x="157184" y="20708"/>
                  <a:pt x="160127" y="20352"/>
                  <a:pt x="163519" y="20352"/>
                </a:cubicBezTo>
                <a:cubicBezTo>
                  <a:pt x="164331" y="20352"/>
                  <a:pt x="165222" y="20382"/>
                  <a:pt x="166194" y="20442"/>
                </a:cubicBezTo>
                <a:cubicBezTo>
                  <a:pt x="167165" y="20502"/>
                  <a:pt x="168172" y="20599"/>
                  <a:pt x="169216" y="20734"/>
                </a:cubicBezTo>
                <a:cubicBezTo>
                  <a:pt x="170260" y="20868"/>
                  <a:pt x="171311" y="21025"/>
                  <a:pt x="172369" y="21205"/>
                </a:cubicBezTo>
                <a:cubicBezTo>
                  <a:pt x="173427" y="21383"/>
                  <a:pt x="174464" y="21592"/>
                  <a:pt x="175478" y="21831"/>
                </a:cubicBezTo>
                <a:lnTo>
                  <a:pt x="175478" y="28485"/>
                </a:lnTo>
                <a:close/>
                <a:moveTo>
                  <a:pt x="194804" y="45402"/>
                </a:moveTo>
                <a:cubicBezTo>
                  <a:pt x="194659" y="46155"/>
                  <a:pt x="194551" y="46866"/>
                  <a:pt x="194478" y="47532"/>
                </a:cubicBezTo>
                <a:cubicBezTo>
                  <a:pt x="194406" y="48199"/>
                  <a:pt x="194369" y="48852"/>
                  <a:pt x="194369" y="49489"/>
                </a:cubicBezTo>
                <a:cubicBezTo>
                  <a:pt x="194369" y="52650"/>
                  <a:pt x="195312" y="55070"/>
                  <a:pt x="197196" y="56752"/>
                </a:cubicBezTo>
                <a:cubicBezTo>
                  <a:pt x="199081" y="58434"/>
                  <a:pt x="201994" y="59274"/>
                  <a:pt x="205937" y="59274"/>
                </a:cubicBezTo>
                <a:cubicBezTo>
                  <a:pt x="208489" y="59274"/>
                  <a:pt x="211018" y="59082"/>
                  <a:pt x="213526" y="58697"/>
                </a:cubicBezTo>
                <a:cubicBezTo>
                  <a:pt x="216034" y="58311"/>
                  <a:pt x="218273" y="57865"/>
                  <a:pt x="220245" y="57361"/>
                </a:cubicBezTo>
                <a:lnTo>
                  <a:pt x="220245" y="63580"/>
                </a:lnTo>
                <a:cubicBezTo>
                  <a:pt x="218070" y="64172"/>
                  <a:pt x="215628" y="64654"/>
                  <a:pt x="212917" y="65024"/>
                </a:cubicBezTo>
                <a:cubicBezTo>
                  <a:pt x="210206" y="65395"/>
                  <a:pt x="207459" y="65580"/>
                  <a:pt x="204676" y="65580"/>
                </a:cubicBezTo>
                <a:cubicBezTo>
                  <a:pt x="198530" y="65580"/>
                  <a:pt x="193992" y="64210"/>
                  <a:pt x="191064" y="61470"/>
                </a:cubicBezTo>
                <a:cubicBezTo>
                  <a:pt x="188136" y="58731"/>
                  <a:pt x="186672" y="54766"/>
                  <a:pt x="186672" y="49576"/>
                </a:cubicBezTo>
                <a:cubicBezTo>
                  <a:pt x="186672" y="45576"/>
                  <a:pt x="187295" y="41807"/>
                  <a:pt x="188542" y="38270"/>
                </a:cubicBezTo>
                <a:cubicBezTo>
                  <a:pt x="189789" y="34732"/>
                  <a:pt x="191514" y="31638"/>
                  <a:pt x="193717" y="28985"/>
                </a:cubicBezTo>
                <a:cubicBezTo>
                  <a:pt x="195920" y="26332"/>
                  <a:pt x="198537" y="24230"/>
                  <a:pt x="201567" y="22679"/>
                </a:cubicBezTo>
                <a:cubicBezTo>
                  <a:pt x="204596" y="21128"/>
                  <a:pt x="207894" y="20352"/>
                  <a:pt x="211460" y="20352"/>
                </a:cubicBezTo>
                <a:cubicBezTo>
                  <a:pt x="213925" y="20352"/>
                  <a:pt x="216121" y="20642"/>
                  <a:pt x="218049" y="21222"/>
                </a:cubicBezTo>
                <a:cubicBezTo>
                  <a:pt x="219977" y="21802"/>
                  <a:pt x="221607" y="22599"/>
                  <a:pt x="222941" y="23614"/>
                </a:cubicBezTo>
                <a:cubicBezTo>
                  <a:pt x="224275" y="24629"/>
                  <a:pt x="225289" y="25825"/>
                  <a:pt x="225985" y="27202"/>
                </a:cubicBezTo>
                <a:cubicBezTo>
                  <a:pt x="226681" y="28579"/>
                  <a:pt x="227029" y="30065"/>
                  <a:pt x="227029" y="31659"/>
                </a:cubicBezTo>
                <a:cubicBezTo>
                  <a:pt x="227029" y="33747"/>
                  <a:pt x="226587" y="35631"/>
                  <a:pt x="225703" y="37313"/>
                </a:cubicBezTo>
                <a:cubicBezTo>
                  <a:pt x="224818" y="38994"/>
                  <a:pt x="223412" y="40437"/>
                  <a:pt x="221484" y="41640"/>
                </a:cubicBezTo>
                <a:cubicBezTo>
                  <a:pt x="219556" y="42843"/>
                  <a:pt x="217070" y="43771"/>
                  <a:pt x="214026" y="44423"/>
                </a:cubicBezTo>
                <a:cubicBezTo>
                  <a:pt x="210982" y="45075"/>
                  <a:pt x="207300" y="45402"/>
                  <a:pt x="202980" y="45402"/>
                </a:cubicBezTo>
                <a:lnTo>
                  <a:pt x="194804" y="45402"/>
                </a:lnTo>
                <a:moveTo>
                  <a:pt x="202893" y="39574"/>
                </a:moveTo>
                <a:cubicBezTo>
                  <a:pt x="206111" y="39574"/>
                  <a:pt x="208771" y="39378"/>
                  <a:pt x="210873" y="38987"/>
                </a:cubicBezTo>
                <a:cubicBezTo>
                  <a:pt x="212975" y="38596"/>
                  <a:pt x="214642" y="38067"/>
                  <a:pt x="215874" y="37400"/>
                </a:cubicBezTo>
                <a:cubicBezTo>
                  <a:pt x="217106" y="36733"/>
                  <a:pt x="217969" y="35965"/>
                  <a:pt x="218462" y="35095"/>
                </a:cubicBezTo>
                <a:cubicBezTo>
                  <a:pt x="218955" y="34225"/>
                  <a:pt x="219201" y="33326"/>
                  <a:pt x="219201" y="32399"/>
                </a:cubicBezTo>
                <a:cubicBezTo>
                  <a:pt x="219201" y="31587"/>
                  <a:pt x="219042" y="30819"/>
                  <a:pt x="218723" y="30094"/>
                </a:cubicBezTo>
                <a:cubicBezTo>
                  <a:pt x="218404" y="29369"/>
                  <a:pt x="217904" y="28731"/>
                  <a:pt x="217222" y="28180"/>
                </a:cubicBezTo>
                <a:cubicBezTo>
                  <a:pt x="216541" y="27629"/>
                  <a:pt x="215686" y="27195"/>
                  <a:pt x="214657" y="26876"/>
                </a:cubicBezTo>
                <a:cubicBezTo>
                  <a:pt x="213627" y="26557"/>
                  <a:pt x="212417" y="26397"/>
                  <a:pt x="211025" y="26397"/>
                </a:cubicBezTo>
                <a:cubicBezTo>
                  <a:pt x="209141" y="26397"/>
                  <a:pt x="207423" y="26709"/>
                  <a:pt x="205872" y="27332"/>
                </a:cubicBezTo>
                <a:cubicBezTo>
                  <a:pt x="204321" y="27956"/>
                  <a:pt x="202922" y="28840"/>
                  <a:pt x="201675" y="29985"/>
                </a:cubicBezTo>
                <a:cubicBezTo>
                  <a:pt x="200429" y="31130"/>
                  <a:pt x="199327" y="32515"/>
                  <a:pt x="198370" y="34138"/>
                </a:cubicBezTo>
                <a:cubicBezTo>
                  <a:pt x="197414" y="35762"/>
                  <a:pt x="196602" y="37574"/>
                  <a:pt x="195935" y="39574"/>
                </a:cubicBezTo>
                <a:lnTo>
                  <a:pt x="202893" y="39574"/>
                </a:lnTo>
                <a:close/>
                <a:moveTo>
                  <a:pt x="239778" y="41145"/>
                </a:moveTo>
                <a:cubicBezTo>
                  <a:pt x="239894" y="40593"/>
                  <a:pt x="240017" y="39869"/>
                  <a:pt x="240148" y="38972"/>
                </a:cubicBezTo>
                <a:cubicBezTo>
                  <a:pt x="240278" y="38075"/>
                  <a:pt x="240430" y="36867"/>
                  <a:pt x="240604" y="35349"/>
                </a:cubicBezTo>
                <a:cubicBezTo>
                  <a:pt x="240778" y="33830"/>
                  <a:pt x="240996" y="31920"/>
                  <a:pt x="241257" y="29619"/>
                </a:cubicBezTo>
                <a:cubicBezTo>
                  <a:pt x="241517" y="27319"/>
                  <a:pt x="241822" y="24491"/>
                  <a:pt x="242170" y="21135"/>
                </a:cubicBezTo>
                <a:lnTo>
                  <a:pt x="249302" y="21135"/>
                </a:lnTo>
                <a:lnTo>
                  <a:pt x="248215" y="31199"/>
                </a:lnTo>
                <a:cubicBezTo>
                  <a:pt x="249229" y="29724"/>
                  <a:pt x="250331" y="28328"/>
                  <a:pt x="251520" y="27013"/>
                </a:cubicBezTo>
                <a:cubicBezTo>
                  <a:pt x="252708" y="25696"/>
                  <a:pt x="254013" y="24547"/>
                  <a:pt x="255434" y="23564"/>
                </a:cubicBezTo>
                <a:cubicBezTo>
                  <a:pt x="256854" y="22580"/>
                  <a:pt x="258405" y="21799"/>
                  <a:pt x="260087" y="21221"/>
                </a:cubicBezTo>
                <a:cubicBezTo>
                  <a:pt x="261768" y="20642"/>
                  <a:pt x="263609" y="20352"/>
                  <a:pt x="265610" y="20352"/>
                </a:cubicBezTo>
                <a:cubicBezTo>
                  <a:pt x="270394" y="20352"/>
                  <a:pt x="273699" y="21842"/>
                  <a:pt x="275525" y="24821"/>
                </a:cubicBezTo>
                <a:cubicBezTo>
                  <a:pt x="277352" y="27800"/>
                  <a:pt x="277642" y="32109"/>
                  <a:pt x="276395" y="37748"/>
                </a:cubicBezTo>
                <a:lnTo>
                  <a:pt x="268698" y="37748"/>
                </a:lnTo>
                <a:cubicBezTo>
                  <a:pt x="269132" y="35755"/>
                  <a:pt x="269350" y="34066"/>
                  <a:pt x="269350" y="32680"/>
                </a:cubicBezTo>
                <a:cubicBezTo>
                  <a:pt x="269350" y="31294"/>
                  <a:pt x="269154" y="30175"/>
                  <a:pt x="268763" y="29323"/>
                </a:cubicBezTo>
                <a:cubicBezTo>
                  <a:pt x="268371" y="28472"/>
                  <a:pt x="267792" y="27851"/>
                  <a:pt x="267023" y="27461"/>
                </a:cubicBezTo>
                <a:cubicBezTo>
                  <a:pt x="266255" y="27071"/>
                  <a:pt x="265334" y="26876"/>
                  <a:pt x="264262" y="26876"/>
                </a:cubicBezTo>
                <a:cubicBezTo>
                  <a:pt x="262174" y="26876"/>
                  <a:pt x="260145" y="27505"/>
                  <a:pt x="258173" y="28765"/>
                </a:cubicBezTo>
                <a:cubicBezTo>
                  <a:pt x="256202" y="30023"/>
                  <a:pt x="254397" y="31672"/>
                  <a:pt x="252759" y="33713"/>
                </a:cubicBezTo>
                <a:cubicBezTo>
                  <a:pt x="251121" y="35752"/>
                  <a:pt x="249715" y="38045"/>
                  <a:pt x="248541" y="40592"/>
                </a:cubicBezTo>
                <a:cubicBezTo>
                  <a:pt x="247367" y="43139"/>
                  <a:pt x="246519" y="45705"/>
                  <a:pt x="245997" y="48289"/>
                </a:cubicBezTo>
                <a:lnTo>
                  <a:pt x="242692" y="64797"/>
                </a:lnTo>
                <a:lnTo>
                  <a:pt x="235038" y="64797"/>
                </a:lnTo>
                <a:lnTo>
                  <a:pt x="239778" y="41145"/>
                </a:lnTo>
                <a:close/>
                <a:moveTo>
                  <a:pt x="286893" y="21135"/>
                </a:moveTo>
                <a:lnTo>
                  <a:pt x="295069" y="21135"/>
                </a:lnTo>
                <a:lnTo>
                  <a:pt x="299896" y="50098"/>
                </a:lnTo>
                <a:lnTo>
                  <a:pt x="300940" y="57448"/>
                </a:lnTo>
                <a:cubicBezTo>
                  <a:pt x="303491" y="55126"/>
                  <a:pt x="305731" y="52557"/>
                  <a:pt x="307659" y="49741"/>
                </a:cubicBezTo>
                <a:cubicBezTo>
                  <a:pt x="309587" y="46925"/>
                  <a:pt x="311239" y="43957"/>
                  <a:pt x="312616" y="40837"/>
                </a:cubicBezTo>
                <a:cubicBezTo>
                  <a:pt x="313993" y="37716"/>
                  <a:pt x="315088" y="34495"/>
                  <a:pt x="315900" y="31171"/>
                </a:cubicBezTo>
                <a:cubicBezTo>
                  <a:pt x="316711" y="27847"/>
                  <a:pt x="317277" y="24502"/>
                  <a:pt x="317596" y="21135"/>
                </a:cubicBezTo>
                <a:lnTo>
                  <a:pt x="326163" y="21135"/>
                </a:lnTo>
                <a:cubicBezTo>
                  <a:pt x="325699" y="25194"/>
                  <a:pt x="324800" y="29238"/>
                  <a:pt x="323467" y="33268"/>
                </a:cubicBezTo>
                <a:cubicBezTo>
                  <a:pt x="322133" y="37298"/>
                  <a:pt x="320444" y="41198"/>
                  <a:pt x="318400" y="44967"/>
                </a:cubicBezTo>
                <a:cubicBezTo>
                  <a:pt x="316356" y="48736"/>
                  <a:pt x="313979" y="52302"/>
                  <a:pt x="311268" y="55665"/>
                </a:cubicBezTo>
                <a:cubicBezTo>
                  <a:pt x="308557" y="59028"/>
                  <a:pt x="305593" y="62072"/>
                  <a:pt x="302375" y="64797"/>
                </a:cubicBezTo>
                <a:lnTo>
                  <a:pt x="295069" y="64797"/>
                </a:lnTo>
                <a:lnTo>
                  <a:pt x="286893" y="21135"/>
                </a:lnTo>
                <a:close/>
                <a:moveTo>
                  <a:pt x="357351" y="20613"/>
                </a:moveTo>
                <a:cubicBezTo>
                  <a:pt x="359235" y="20613"/>
                  <a:pt x="361033" y="20737"/>
                  <a:pt x="362743" y="20983"/>
                </a:cubicBezTo>
                <a:cubicBezTo>
                  <a:pt x="364454" y="21229"/>
                  <a:pt x="366092" y="21585"/>
                  <a:pt x="367657" y="22048"/>
                </a:cubicBezTo>
                <a:lnTo>
                  <a:pt x="374528" y="20352"/>
                </a:lnTo>
                <a:lnTo>
                  <a:pt x="369614" y="44749"/>
                </a:lnTo>
                <a:cubicBezTo>
                  <a:pt x="369498" y="45300"/>
                  <a:pt x="369375" y="46025"/>
                  <a:pt x="369245" y="46924"/>
                </a:cubicBezTo>
                <a:cubicBezTo>
                  <a:pt x="369114" y="47822"/>
                  <a:pt x="368962" y="49033"/>
                  <a:pt x="368788" y="50555"/>
                </a:cubicBezTo>
                <a:cubicBezTo>
                  <a:pt x="368614" y="52077"/>
                  <a:pt x="368397" y="53990"/>
                  <a:pt x="368136" y="56295"/>
                </a:cubicBezTo>
                <a:cubicBezTo>
                  <a:pt x="367875" y="58600"/>
                  <a:pt x="367570" y="61434"/>
                  <a:pt x="367222" y="64797"/>
                </a:cubicBezTo>
                <a:lnTo>
                  <a:pt x="360090" y="64797"/>
                </a:lnTo>
                <a:lnTo>
                  <a:pt x="361177" y="54752"/>
                </a:lnTo>
                <a:cubicBezTo>
                  <a:pt x="359177" y="58231"/>
                  <a:pt x="356749" y="60905"/>
                  <a:pt x="353893" y="62775"/>
                </a:cubicBezTo>
                <a:cubicBezTo>
                  <a:pt x="351038" y="64645"/>
                  <a:pt x="347943" y="65580"/>
                  <a:pt x="344609" y="65580"/>
                </a:cubicBezTo>
                <a:cubicBezTo>
                  <a:pt x="342521" y="65580"/>
                  <a:pt x="340702" y="65232"/>
                  <a:pt x="339151" y="64536"/>
                </a:cubicBezTo>
                <a:cubicBezTo>
                  <a:pt x="337600" y="63841"/>
                  <a:pt x="336317" y="62848"/>
                  <a:pt x="335302" y="61557"/>
                </a:cubicBezTo>
                <a:cubicBezTo>
                  <a:pt x="334287" y="60267"/>
                  <a:pt x="333534" y="58723"/>
                  <a:pt x="333041" y="56926"/>
                </a:cubicBezTo>
                <a:cubicBezTo>
                  <a:pt x="332548" y="55128"/>
                  <a:pt x="332301" y="53128"/>
                  <a:pt x="332301" y="50925"/>
                </a:cubicBezTo>
                <a:cubicBezTo>
                  <a:pt x="332301" y="46750"/>
                  <a:pt x="332845" y="42829"/>
                  <a:pt x="333932" y="39161"/>
                </a:cubicBezTo>
                <a:cubicBezTo>
                  <a:pt x="335019" y="35494"/>
                  <a:pt x="336621" y="32283"/>
                  <a:pt x="338738" y="29528"/>
                </a:cubicBezTo>
                <a:cubicBezTo>
                  <a:pt x="340854" y="26774"/>
                  <a:pt x="343471" y="24600"/>
                  <a:pt x="346587" y="23005"/>
                </a:cubicBezTo>
                <a:cubicBezTo>
                  <a:pt x="349704" y="21411"/>
                  <a:pt x="353292" y="20613"/>
                  <a:pt x="357351" y="20613"/>
                </a:cubicBezTo>
                <a:moveTo>
                  <a:pt x="339955" y="50185"/>
                </a:moveTo>
                <a:cubicBezTo>
                  <a:pt x="339955" y="52940"/>
                  <a:pt x="340434" y="55099"/>
                  <a:pt x="341390" y="56665"/>
                </a:cubicBezTo>
                <a:cubicBezTo>
                  <a:pt x="342347" y="58231"/>
                  <a:pt x="343898" y="59013"/>
                  <a:pt x="346044" y="59013"/>
                </a:cubicBezTo>
                <a:cubicBezTo>
                  <a:pt x="347290" y="59013"/>
                  <a:pt x="348537" y="58723"/>
                  <a:pt x="349784" y="58144"/>
                </a:cubicBezTo>
                <a:cubicBezTo>
                  <a:pt x="351030" y="57564"/>
                  <a:pt x="352248" y="56766"/>
                  <a:pt x="353437" y="55752"/>
                </a:cubicBezTo>
                <a:cubicBezTo>
                  <a:pt x="354625" y="54737"/>
                  <a:pt x="355749" y="53541"/>
                  <a:pt x="356807" y="52164"/>
                </a:cubicBezTo>
                <a:cubicBezTo>
                  <a:pt x="357865" y="50787"/>
                  <a:pt x="358836" y="49308"/>
                  <a:pt x="359721" y="47728"/>
                </a:cubicBezTo>
                <a:cubicBezTo>
                  <a:pt x="360605" y="46148"/>
                  <a:pt x="361366" y="44496"/>
                  <a:pt x="362004" y="42771"/>
                </a:cubicBezTo>
                <a:cubicBezTo>
                  <a:pt x="362642" y="41046"/>
                  <a:pt x="363134" y="39328"/>
                  <a:pt x="363482" y="37617"/>
                </a:cubicBezTo>
                <a:lnTo>
                  <a:pt x="365265" y="28659"/>
                </a:lnTo>
                <a:cubicBezTo>
                  <a:pt x="363903" y="28079"/>
                  <a:pt x="362504" y="27622"/>
                  <a:pt x="361069" y="27289"/>
                </a:cubicBezTo>
                <a:cubicBezTo>
                  <a:pt x="359634" y="26955"/>
                  <a:pt x="358307" y="26789"/>
                  <a:pt x="357090" y="26789"/>
                </a:cubicBezTo>
                <a:cubicBezTo>
                  <a:pt x="354712" y="26789"/>
                  <a:pt x="352639" y="27195"/>
                  <a:pt x="350871" y="28006"/>
                </a:cubicBezTo>
                <a:cubicBezTo>
                  <a:pt x="349102" y="28818"/>
                  <a:pt x="347580" y="29876"/>
                  <a:pt x="346305" y="31181"/>
                </a:cubicBezTo>
                <a:cubicBezTo>
                  <a:pt x="345029" y="32486"/>
                  <a:pt x="343985" y="33971"/>
                  <a:pt x="343173" y="35638"/>
                </a:cubicBezTo>
                <a:cubicBezTo>
                  <a:pt x="342362" y="37306"/>
                  <a:pt x="341717" y="39009"/>
                  <a:pt x="341238" y="40748"/>
                </a:cubicBezTo>
                <a:cubicBezTo>
                  <a:pt x="340760" y="42488"/>
                  <a:pt x="340426" y="44184"/>
                  <a:pt x="340238" y="45836"/>
                </a:cubicBezTo>
                <a:cubicBezTo>
                  <a:pt x="340050" y="47489"/>
                  <a:pt x="339955" y="48939"/>
                  <a:pt x="339955" y="50185"/>
                </a:cubicBezTo>
                <a:close/>
                <a:moveTo>
                  <a:pt x="413457" y="64182"/>
                </a:moveTo>
                <a:cubicBezTo>
                  <a:pt x="411630" y="64619"/>
                  <a:pt x="409826" y="64933"/>
                  <a:pt x="408043" y="65122"/>
                </a:cubicBezTo>
                <a:cubicBezTo>
                  <a:pt x="406260" y="65311"/>
                  <a:pt x="404672" y="65406"/>
                  <a:pt x="403281" y="65406"/>
                </a:cubicBezTo>
                <a:cubicBezTo>
                  <a:pt x="400323" y="65406"/>
                  <a:pt x="397794" y="65080"/>
                  <a:pt x="395692" y="64428"/>
                </a:cubicBezTo>
                <a:cubicBezTo>
                  <a:pt x="393590" y="63775"/>
                  <a:pt x="391930" y="62739"/>
                  <a:pt x="390713" y="61318"/>
                </a:cubicBezTo>
                <a:cubicBezTo>
                  <a:pt x="389495" y="59898"/>
                  <a:pt x="388734" y="58064"/>
                  <a:pt x="388429" y="55817"/>
                </a:cubicBezTo>
                <a:cubicBezTo>
                  <a:pt x="388125" y="53570"/>
                  <a:pt x="388306" y="50838"/>
                  <a:pt x="388973" y="47619"/>
                </a:cubicBezTo>
                <a:lnTo>
                  <a:pt x="392974" y="27484"/>
                </a:lnTo>
                <a:lnTo>
                  <a:pt x="380754" y="27484"/>
                </a:lnTo>
                <a:lnTo>
                  <a:pt x="382015" y="21135"/>
                </a:lnTo>
                <a:lnTo>
                  <a:pt x="394192" y="21135"/>
                </a:lnTo>
                <a:lnTo>
                  <a:pt x="396627" y="9094"/>
                </a:lnTo>
                <a:lnTo>
                  <a:pt x="404629" y="7132"/>
                </a:lnTo>
                <a:lnTo>
                  <a:pt x="401759" y="21135"/>
                </a:lnTo>
                <a:lnTo>
                  <a:pt x="421372" y="21135"/>
                </a:lnTo>
                <a:lnTo>
                  <a:pt x="420111" y="27484"/>
                </a:lnTo>
                <a:lnTo>
                  <a:pt x="400541" y="27484"/>
                </a:lnTo>
                <a:lnTo>
                  <a:pt x="396453" y="47880"/>
                </a:lnTo>
                <a:cubicBezTo>
                  <a:pt x="396047" y="49881"/>
                  <a:pt x="395888" y="51584"/>
                  <a:pt x="395975" y="52990"/>
                </a:cubicBezTo>
                <a:cubicBezTo>
                  <a:pt x="396062" y="54396"/>
                  <a:pt x="396410" y="55549"/>
                  <a:pt x="397018" y="56448"/>
                </a:cubicBezTo>
                <a:cubicBezTo>
                  <a:pt x="397627" y="57346"/>
                  <a:pt x="398511" y="57999"/>
                  <a:pt x="399671" y="58405"/>
                </a:cubicBezTo>
                <a:cubicBezTo>
                  <a:pt x="400831" y="58810"/>
                  <a:pt x="402309" y="59013"/>
                  <a:pt x="404107" y="59013"/>
                </a:cubicBezTo>
                <a:cubicBezTo>
                  <a:pt x="405180" y="59013"/>
                  <a:pt x="406528" y="58901"/>
                  <a:pt x="408151" y="58678"/>
                </a:cubicBezTo>
                <a:cubicBezTo>
                  <a:pt x="409775" y="58453"/>
                  <a:pt x="411543" y="58101"/>
                  <a:pt x="413457" y="57622"/>
                </a:cubicBezTo>
                <a:lnTo>
                  <a:pt x="413457" y="64182"/>
                </a:lnTo>
                <a:close/>
                <a:moveTo>
                  <a:pt x="447569" y="9002"/>
                </a:moveTo>
                <a:cubicBezTo>
                  <a:pt x="447569" y="8103"/>
                  <a:pt x="447728" y="7277"/>
                  <a:pt x="448047" y="6523"/>
                </a:cubicBezTo>
                <a:cubicBezTo>
                  <a:pt x="448366" y="5769"/>
                  <a:pt x="448808" y="5117"/>
                  <a:pt x="449374" y="4566"/>
                </a:cubicBezTo>
                <a:cubicBezTo>
                  <a:pt x="449939" y="4015"/>
                  <a:pt x="450599" y="3581"/>
                  <a:pt x="451352" y="3262"/>
                </a:cubicBezTo>
                <a:cubicBezTo>
                  <a:pt x="452106" y="2943"/>
                  <a:pt x="452918" y="2783"/>
                  <a:pt x="453788" y="2783"/>
                </a:cubicBezTo>
                <a:cubicBezTo>
                  <a:pt x="454629" y="2783"/>
                  <a:pt x="455397" y="2935"/>
                  <a:pt x="456093" y="3240"/>
                </a:cubicBezTo>
                <a:cubicBezTo>
                  <a:pt x="456788" y="3544"/>
                  <a:pt x="457390" y="3950"/>
                  <a:pt x="457897" y="4458"/>
                </a:cubicBezTo>
                <a:cubicBezTo>
                  <a:pt x="458405" y="4965"/>
                  <a:pt x="458796" y="5566"/>
                  <a:pt x="459072" y="6262"/>
                </a:cubicBezTo>
                <a:cubicBezTo>
                  <a:pt x="459347" y="6958"/>
                  <a:pt x="459485" y="7697"/>
                  <a:pt x="459485" y="8480"/>
                </a:cubicBezTo>
                <a:cubicBezTo>
                  <a:pt x="459485" y="9379"/>
                  <a:pt x="459325" y="10205"/>
                  <a:pt x="459006" y="10959"/>
                </a:cubicBezTo>
                <a:cubicBezTo>
                  <a:pt x="458687" y="11713"/>
                  <a:pt x="458245" y="12365"/>
                  <a:pt x="457680" y="12916"/>
                </a:cubicBezTo>
                <a:cubicBezTo>
                  <a:pt x="457115" y="13467"/>
                  <a:pt x="456455" y="13902"/>
                  <a:pt x="455701" y="14221"/>
                </a:cubicBezTo>
                <a:cubicBezTo>
                  <a:pt x="454947" y="14540"/>
                  <a:pt x="454136" y="14699"/>
                  <a:pt x="453266" y="14699"/>
                </a:cubicBezTo>
                <a:cubicBezTo>
                  <a:pt x="452425" y="14699"/>
                  <a:pt x="451650" y="14547"/>
                  <a:pt x="450939" y="14242"/>
                </a:cubicBezTo>
                <a:cubicBezTo>
                  <a:pt x="450229" y="13938"/>
                  <a:pt x="449627" y="13532"/>
                  <a:pt x="449135" y="13025"/>
                </a:cubicBezTo>
                <a:cubicBezTo>
                  <a:pt x="448642" y="12517"/>
                  <a:pt x="448258" y="11916"/>
                  <a:pt x="447982" y="11220"/>
                </a:cubicBezTo>
                <a:cubicBezTo>
                  <a:pt x="447707" y="10524"/>
                  <a:pt x="447569" y="9785"/>
                  <a:pt x="447569" y="9002"/>
                </a:cubicBezTo>
                <a:moveTo>
                  <a:pt x="465530" y="62058"/>
                </a:moveTo>
                <a:cubicBezTo>
                  <a:pt x="463529" y="63159"/>
                  <a:pt x="461420" y="64022"/>
                  <a:pt x="459202" y="64645"/>
                </a:cubicBezTo>
                <a:cubicBezTo>
                  <a:pt x="456984" y="65268"/>
                  <a:pt x="454614" y="65580"/>
                  <a:pt x="452092" y="65580"/>
                </a:cubicBezTo>
                <a:cubicBezTo>
                  <a:pt x="450033" y="65580"/>
                  <a:pt x="448308" y="65290"/>
                  <a:pt x="446917" y="64710"/>
                </a:cubicBezTo>
                <a:cubicBezTo>
                  <a:pt x="445525" y="64130"/>
                  <a:pt x="444460" y="63210"/>
                  <a:pt x="443720" y="61949"/>
                </a:cubicBezTo>
                <a:cubicBezTo>
                  <a:pt x="442981" y="60688"/>
                  <a:pt x="442568" y="59071"/>
                  <a:pt x="442481" y="57100"/>
                </a:cubicBezTo>
                <a:cubicBezTo>
                  <a:pt x="442394" y="55128"/>
                  <a:pt x="442626" y="52737"/>
                  <a:pt x="443177" y="49924"/>
                </a:cubicBezTo>
                <a:lnTo>
                  <a:pt x="446134" y="35312"/>
                </a:lnTo>
                <a:cubicBezTo>
                  <a:pt x="446482" y="33660"/>
                  <a:pt x="446648" y="32275"/>
                  <a:pt x="446634" y="31159"/>
                </a:cubicBezTo>
                <a:cubicBezTo>
                  <a:pt x="446619" y="30043"/>
                  <a:pt x="446467" y="29152"/>
                  <a:pt x="446177" y="28485"/>
                </a:cubicBezTo>
                <a:cubicBezTo>
                  <a:pt x="445887" y="27818"/>
                  <a:pt x="445460" y="27347"/>
                  <a:pt x="444894" y="27071"/>
                </a:cubicBezTo>
                <a:cubicBezTo>
                  <a:pt x="444329" y="26796"/>
                  <a:pt x="443670" y="26658"/>
                  <a:pt x="442916" y="26658"/>
                </a:cubicBezTo>
                <a:cubicBezTo>
                  <a:pt x="440944" y="26658"/>
                  <a:pt x="439002" y="27047"/>
                  <a:pt x="437088" y="27824"/>
                </a:cubicBezTo>
                <a:cubicBezTo>
                  <a:pt x="435175" y="28601"/>
                  <a:pt x="433232" y="29546"/>
                  <a:pt x="431261" y="30659"/>
                </a:cubicBezTo>
                <a:lnTo>
                  <a:pt x="431261" y="23962"/>
                </a:lnTo>
                <a:cubicBezTo>
                  <a:pt x="433261" y="22847"/>
                  <a:pt x="435371" y="21966"/>
                  <a:pt x="437588" y="21321"/>
                </a:cubicBezTo>
                <a:cubicBezTo>
                  <a:pt x="439806" y="20675"/>
                  <a:pt x="442176" y="20352"/>
                  <a:pt x="444699" y="20352"/>
                </a:cubicBezTo>
                <a:cubicBezTo>
                  <a:pt x="446757" y="20352"/>
                  <a:pt x="448482" y="20642"/>
                  <a:pt x="449874" y="21222"/>
                </a:cubicBezTo>
                <a:cubicBezTo>
                  <a:pt x="451265" y="21802"/>
                  <a:pt x="452331" y="22723"/>
                  <a:pt x="453070" y="23984"/>
                </a:cubicBezTo>
                <a:cubicBezTo>
                  <a:pt x="453809" y="25245"/>
                  <a:pt x="454223" y="26861"/>
                  <a:pt x="454310" y="28833"/>
                </a:cubicBezTo>
                <a:cubicBezTo>
                  <a:pt x="454397" y="30804"/>
                  <a:pt x="454165" y="33196"/>
                  <a:pt x="453614" y="36008"/>
                </a:cubicBezTo>
                <a:lnTo>
                  <a:pt x="450657" y="50620"/>
                </a:lnTo>
                <a:cubicBezTo>
                  <a:pt x="450338" y="52302"/>
                  <a:pt x="450178" y="53693"/>
                  <a:pt x="450178" y="54795"/>
                </a:cubicBezTo>
                <a:cubicBezTo>
                  <a:pt x="450178" y="55897"/>
                  <a:pt x="450330" y="56781"/>
                  <a:pt x="450635" y="57448"/>
                </a:cubicBezTo>
                <a:cubicBezTo>
                  <a:pt x="450939" y="58115"/>
                  <a:pt x="451367" y="58586"/>
                  <a:pt x="451918" y="58861"/>
                </a:cubicBezTo>
                <a:cubicBezTo>
                  <a:pt x="452469" y="59137"/>
                  <a:pt x="453121" y="59274"/>
                  <a:pt x="453875" y="59274"/>
                </a:cubicBezTo>
                <a:cubicBezTo>
                  <a:pt x="455846" y="59274"/>
                  <a:pt x="457789" y="58890"/>
                  <a:pt x="459702" y="58122"/>
                </a:cubicBezTo>
                <a:cubicBezTo>
                  <a:pt x="461616" y="57354"/>
                  <a:pt x="463558" y="56433"/>
                  <a:pt x="465530" y="55360"/>
                </a:cubicBezTo>
                <a:lnTo>
                  <a:pt x="465530" y="62058"/>
                </a:lnTo>
                <a:close/>
                <a:moveTo>
                  <a:pt x="492542" y="65580"/>
                </a:moveTo>
                <a:cubicBezTo>
                  <a:pt x="487324" y="65580"/>
                  <a:pt x="483258" y="64239"/>
                  <a:pt x="480344" y="61557"/>
                </a:cubicBezTo>
                <a:cubicBezTo>
                  <a:pt x="477430" y="58876"/>
                  <a:pt x="475973" y="54853"/>
                  <a:pt x="475973" y="49489"/>
                </a:cubicBezTo>
                <a:cubicBezTo>
                  <a:pt x="475973" y="47083"/>
                  <a:pt x="476227" y="44699"/>
                  <a:pt x="476734" y="42336"/>
                </a:cubicBezTo>
                <a:cubicBezTo>
                  <a:pt x="477242" y="39973"/>
                  <a:pt x="477988" y="37711"/>
                  <a:pt x="478974" y="35552"/>
                </a:cubicBezTo>
                <a:cubicBezTo>
                  <a:pt x="479960" y="33392"/>
                  <a:pt x="481178" y="31384"/>
                  <a:pt x="482627" y="29528"/>
                </a:cubicBezTo>
                <a:cubicBezTo>
                  <a:pt x="484077" y="27673"/>
                  <a:pt x="485744" y="26064"/>
                  <a:pt x="487628" y="24701"/>
                </a:cubicBezTo>
                <a:cubicBezTo>
                  <a:pt x="489513" y="23339"/>
                  <a:pt x="491593" y="22273"/>
                  <a:pt x="493869" y="21505"/>
                </a:cubicBezTo>
                <a:cubicBezTo>
                  <a:pt x="496145" y="20737"/>
                  <a:pt x="498616" y="20352"/>
                  <a:pt x="501284" y="20352"/>
                </a:cubicBezTo>
                <a:cubicBezTo>
                  <a:pt x="503893" y="20352"/>
                  <a:pt x="506219" y="20693"/>
                  <a:pt x="508263" y="21374"/>
                </a:cubicBezTo>
                <a:cubicBezTo>
                  <a:pt x="510307" y="22056"/>
                  <a:pt x="512032" y="23070"/>
                  <a:pt x="513438" y="24419"/>
                </a:cubicBezTo>
                <a:cubicBezTo>
                  <a:pt x="514845" y="25767"/>
                  <a:pt x="515925" y="27448"/>
                  <a:pt x="516678" y="29463"/>
                </a:cubicBezTo>
                <a:cubicBezTo>
                  <a:pt x="517432" y="31478"/>
                  <a:pt x="517809" y="33819"/>
                  <a:pt x="517809" y="36487"/>
                </a:cubicBezTo>
                <a:cubicBezTo>
                  <a:pt x="517809" y="38864"/>
                  <a:pt x="517555" y="41234"/>
                  <a:pt x="517048" y="43597"/>
                </a:cubicBezTo>
                <a:cubicBezTo>
                  <a:pt x="516541" y="45960"/>
                  <a:pt x="515794" y="48221"/>
                  <a:pt x="514808" y="50381"/>
                </a:cubicBezTo>
                <a:cubicBezTo>
                  <a:pt x="513823" y="52541"/>
                  <a:pt x="512605" y="54549"/>
                  <a:pt x="511155" y="56404"/>
                </a:cubicBezTo>
                <a:cubicBezTo>
                  <a:pt x="509706" y="58260"/>
                  <a:pt x="508046" y="59869"/>
                  <a:pt x="506176" y="61231"/>
                </a:cubicBezTo>
                <a:cubicBezTo>
                  <a:pt x="504306" y="62594"/>
                  <a:pt x="502226" y="63659"/>
                  <a:pt x="499935" y="64428"/>
                </a:cubicBezTo>
                <a:cubicBezTo>
                  <a:pt x="497645" y="65196"/>
                  <a:pt x="495181" y="65580"/>
                  <a:pt x="492542" y="65580"/>
                </a:cubicBezTo>
                <a:moveTo>
                  <a:pt x="510068" y="37269"/>
                </a:moveTo>
                <a:cubicBezTo>
                  <a:pt x="510068" y="33761"/>
                  <a:pt x="509242" y="31137"/>
                  <a:pt x="507589" y="29398"/>
                </a:cubicBezTo>
                <a:cubicBezTo>
                  <a:pt x="505937" y="27658"/>
                  <a:pt x="503530" y="26789"/>
                  <a:pt x="500370" y="26789"/>
                </a:cubicBezTo>
                <a:cubicBezTo>
                  <a:pt x="498573" y="26789"/>
                  <a:pt x="496906" y="27100"/>
                  <a:pt x="495369" y="27724"/>
                </a:cubicBezTo>
                <a:cubicBezTo>
                  <a:pt x="493833" y="28347"/>
                  <a:pt x="492448" y="29202"/>
                  <a:pt x="491216" y="30289"/>
                </a:cubicBezTo>
                <a:cubicBezTo>
                  <a:pt x="489984" y="31377"/>
                  <a:pt x="488897" y="32638"/>
                  <a:pt x="487954" y="34073"/>
                </a:cubicBezTo>
                <a:cubicBezTo>
                  <a:pt x="487012" y="35508"/>
                  <a:pt x="486229" y="37030"/>
                  <a:pt x="485606" y="38639"/>
                </a:cubicBezTo>
                <a:cubicBezTo>
                  <a:pt x="484983" y="40248"/>
                  <a:pt x="484512" y="41915"/>
                  <a:pt x="484193" y="43640"/>
                </a:cubicBezTo>
                <a:cubicBezTo>
                  <a:pt x="483874" y="45365"/>
                  <a:pt x="483714" y="47040"/>
                  <a:pt x="483714" y="48663"/>
                </a:cubicBezTo>
                <a:cubicBezTo>
                  <a:pt x="483714" y="52171"/>
                  <a:pt x="484541" y="54802"/>
                  <a:pt x="486193" y="56556"/>
                </a:cubicBezTo>
                <a:cubicBezTo>
                  <a:pt x="487846" y="58310"/>
                  <a:pt x="490252" y="59187"/>
                  <a:pt x="493412" y="59187"/>
                </a:cubicBezTo>
                <a:cubicBezTo>
                  <a:pt x="495239" y="59187"/>
                  <a:pt x="496913" y="58876"/>
                  <a:pt x="498435" y="58252"/>
                </a:cubicBezTo>
                <a:cubicBezTo>
                  <a:pt x="499957" y="57629"/>
                  <a:pt x="501334" y="56774"/>
                  <a:pt x="502566" y="55687"/>
                </a:cubicBezTo>
                <a:cubicBezTo>
                  <a:pt x="503799" y="54599"/>
                  <a:pt x="504886" y="53338"/>
                  <a:pt x="505828" y="51903"/>
                </a:cubicBezTo>
                <a:cubicBezTo>
                  <a:pt x="506770" y="50468"/>
                  <a:pt x="507553" y="48939"/>
                  <a:pt x="508176" y="47315"/>
                </a:cubicBezTo>
                <a:cubicBezTo>
                  <a:pt x="508800" y="45691"/>
                  <a:pt x="509271" y="44017"/>
                  <a:pt x="509590" y="42292"/>
                </a:cubicBezTo>
                <a:cubicBezTo>
                  <a:pt x="509909" y="40567"/>
                  <a:pt x="510068" y="38893"/>
                  <a:pt x="510068" y="37269"/>
                </a:cubicBezTo>
                <a:close/>
                <a:moveTo>
                  <a:pt x="528699" y="41183"/>
                </a:moveTo>
                <a:cubicBezTo>
                  <a:pt x="528815" y="40632"/>
                  <a:pt x="528938" y="39908"/>
                  <a:pt x="529068" y="39009"/>
                </a:cubicBezTo>
                <a:cubicBezTo>
                  <a:pt x="529199" y="38110"/>
                  <a:pt x="529351" y="36900"/>
                  <a:pt x="529525" y="35378"/>
                </a:cubicBezTo>
                <a:cubicBezTo>
                  <a:pt x="529699" y="33855"/>
                  <a:pt x="529916" y="31942"/>
                  <a:pt x="530177" y="29637"/>
                </a:cubicBezTo>
                <a:cubicBezTo>
                  <a:pt x="530438" y="27332"/>
                  <a:pt x="530743" y="24498"/>
                  <a:pt x="531090" y="21135"/>
                </a:cubicBezTo>
                <a:lnTo>
                  <a:pt x="538222" y="21135"/>
                </a:lnTo>
                <a:lnTo>
                  <a:pt x="537135" y="31224"/>
                </a:lnTo>
                <a:cubicBezTo>
                  <a:pt x="539165" y="27716"/>
                  <a:pt x="541593" y="25027"/>
                  <a:pt x="544420" y="23157"/>
                </a:cubicBezTo>
                <a:cubicBezTo>
                  <a:pt x="547246" y="21287"/>
                  <a:pt x="550312" y="20352"/>
                  <a:pt x="553617" y="20352"/>
                </a:cubicBezTo>
                <a:cubicBezTo>
                  <a:pt x="558227" y="20352"/>
                  <a:pt x="561496" y="21744"/>
                  <a:pt x="563424" y="24527"/>
                </a:cubicBezTo>
                <a:cubicBezTo>
                  <a:pt x="565352" y="27311"/>
                  <a:pt x="565765" y="31413"/>
                  <a:pt x="564663" y="36834"/>
                </a:cubicBezTo>
                <a:lnTo>
                  <a:pt x="559053" y="64797"/>
                </a:lnTo>
                <a:lnTo>
                  <a:pt x="551486" y="64797"/>
                </a:lnTo>
                <a:lnTo>
                  <a:pt x="557096" y="36921"/>
                </a:lnTo>
                <a:cubicBezTo>
                  <a:pt x="557821" y="33384"/>
                  <a:pt x="557770" y="30826"/>
                  <a:pt x="556944" y="29246"/>
                </a:cubicBezTo>
                <a:cubicBezTo>
                  <a:pt x="556118" y="27666"/>
                  <a:pt x="554545" y="26876"/>
                  <a:pt x="552226" y="26876"/>
                </a:cubicBezTo>
                <a:cubicBezTo>
                  <a:pt x="550370" y="26876"/>
                  <a:pt x="548522" y="27513"/>
                  <a:pt x="546681" y="28789"/>
                </a:cubicBezTo>
                <a:cubicBezTo>
                  <a:pt x="544840" y="30065"/>
                  <a:pt x="543122" y="31725"/>
                  <a:pt x="541528" y="33769"/>
                </a:cubicBezTo>
                <a:cubicBezTo>
                  <a:pt x="539933" y="35812"/>
                  <a:pt x="538549" y="38110"/>
                  <a:pt x="537374" y="40661"/>
                </a:cubicBezTo>
                <a:cubicBezTo>
                  <a:pt x="536200" y="43213"/>
                  <a:pt x="535352" y="45764"/>
                  <a:pt x="534830" y="48315"/>
                </a:cubicBezTo>
                <a:lnTo>
                  <a:pt x="531525" y="64797"/>
                </a:lnTo>
                <a:lnTo>
                  <a:pt x="523958" y="64797"/>
                </a:lnTo>
                <a:lnTo>
                  <a:pt x="528699" y="41183"/>
                </a:lnTo>
                <a:close/>
                <a:moveTo>
                  <a:pt x="586512" y="0"/>
                </a:moveTo>
                <a:cubicBezTo>
                  <a:pt x="599877" y="12386"/>
                  <a:pt x="606560" y="26164"/>
                  <a:pt x="606560" y="41335"/>
                </a:cubicBezTo>
                <a:cubicBezTo>
                  <a:pt x="606560" y="44468"/>
                  <a:pt x="606241" y="47717"/>
                  <a:pt x="605603" y="51082"/>
                </a:cubicBezTo>
                <a:cubicBezTo>
                  <a:pt x="604965" y="54447"/>
                  <a:pt x="603878" y="57892"/>
                  <a:pt x="602341" y="61416"/>
                </a:cubicBezTo>
                <a:cubicBezTo>
                  <a:pt x="600805" y="64940"/>
                  <a:pt x="598739" y="68515"/>
                  <a:pt x="596144" y="72141"/>
                </a:cubicBezTo>
                <a:cubicBezTo>
                  <a:pt x="593550" y="75767"/>
                  <a:pt x="590281" y="79407"/>
                  <a:pt x="586338" y="83062"/>
                </a:cubicBezTo>
                <a:lnTo>
                  <a:pt x="581946" y="78580"/>
                </a:lnTo>
                <a:cubicBezTo>
                  <a:pt x="587599" y="72982"/>
                  <a:pt x="591817" y="67137"/>
                  <a:pt x="594601" y="61046"/>
                </a:cubicBezTo>
                <a:cubicBezTo>
                  <a:pt x="597384" y="54954"/>
                  <a:pt x="598775" y="48573"/>
                  <a:pt x="598775" y="41901"/>
                </a:cubicBezTo>
                <a:cubicBezTo>
                  <a:pt x="598775" y="28093"/>
                  <a:pt x="593165" y="15678"/>
                  <a:pt x="581946" y="4656"/>
                </a:cubicBezTo>
                <a:lnTo>
                  <a:pt x="586512" y="0"/>
                </a:lnTo>
                <a:close/>
                <a:moveTo>
                  <a:pt x="643547" y="51099"/>
                </a:moveTo>
                <a:cubicBezTo>
                  <a:pt x="644533" y="51099"/>
                  <a:pt x="645468" y="51287"/>
                  <a:pt x="646352" y="51664"/>
                </a:cubicBezTo>
                <a:cubicBezTo>
                  <a:pt x="647236" y="52041"/>
                  <a:pt x="648005" y="52563"/>
                  <a:pt x="648657" y="53229"/>
                </a:cubicBezTo>
                <a:cubicBezTo>
                  <a:pt x="649309" y="53896"/>
                  <a:pt x="649824" y="54672"/>
                  <a:pt x="650201" y="55556"/>
                </a:cubicBezTo>
                <a:cubicBezTo>
                  <a:pt x="650578" y="56440"/>
                  <a:pt x="650766" y="57390"/>
                  <a:pt x="650766" y="58405"/>
                </a:cubicBezTo>
                <a:cubicBezTo>
                  <a:pt x="650766" y="59390"/>
                  <a:pt x="650578" y="60318"/>
                  <a:pt x="650201" y="61188"/>
                </a:cubicBezTo>
                <a:cubicBezTo>
                  <a:pt x="649824" y="62058"/>
                  <a:pt x="649309" y="62819"/>
                  <a:pt x="648657" y="63471"/>
                </a:cubicBezTo>
                <a:cubicBezTo>
                  <a:pt x="648005" y="64123"/>
                  <a:pt x="647236" y="64638"/>
                  <a:pt x="646352" y="65015"/>
                </a:cubicBezTo>
                <a:cubicBezTo>
                  <a:pt x="645468" y="65392"/>
                  <a:pt x="644533" y="65580"/>
                  <a:pt x="643547" y="65580"/>
                </a:cubicBezTo>
                <a:cubicBezTo>
                  <a:pt x="642533" y="65580"/>
                  <a:pt x="641590" y="65392"/>
                  <a:pt x="640720" y="65015"/>
                </a:cubicBezTo>
                <a:cubicBezTo>
                  <a:pt x="639851" y="64638"/>
                  <a:pt x="639090" y="64123"/>
                  <a:pt x="638437" y="63471"/>
                </a:cubicBezTo>
                <a:cubicBezTo>
                  <a:pt x="637785" y="62819"/>
                  <a:pt x="637270" y="62058"/>
                  <a:pt x="636894" y="61188"/>
                </a:cubicBezTo>
                <a:cubicBezTo>
                  <a:pt x="636517" y="60318"/>
                  <a:pt x="636328" y="59390"/>
                  <a:pt x="636328" y="58405"/>
                </a:cubicBezTo>
                <a:cubicBezTo>
                  <a:pt x="636328" y="57390"/>
                  <a:pt x="636517" y="56440"/>
                  <a:pt x="636894" y="55556"/>
                </a:cubicBezTo>
                <a:cubicBezTo>
                  <a:pt x="637270" y="54672"/>
                  <a:pt x="637785" y="53896"/>
                  <a:pt x="638437" y="53229"/>
                </a:cubicBezTo>
                <a:cubicBezTo>
                  <a:pt x="639090" y="52563"/>
                  <a:pt x="639851" y="52041"/>
                  <a:pt x="640720" y="51664"/>
                </a:cubicBezTo>
                <a:cubicBezTo>
                  <a:pt x="641590" y="51287"/>
                  <a:pt x="642533" y="51099"/>
                  <a:pt x="643547" y="51099"/>
                </a:cubicBez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reshape">
            <a:extLst xmlns:a="http://schemas.openxmlformats.org/drawingml/2006/main">
              <a:ext uri="{FF2B5EF4-FFF2-40B4-BE49-F238E27FC236}">
                <a16:creationId xmlns:a16="http://schemas.microsoft.com/office/drawing/2014/main" id="{51F6D898-706D-475F-8FAA-D79A1013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078" y="5775684"/>
            <a:ext cx="325531" cy="79322"/>
          </a:xfrm>
          <a:custGeom xmlns:a="http://schemas.openxmlformats.org/drawingml/2006/main">
            <a:pathLst>
              <a:path w="325531" h="79322">
                <a:moveTo>
                  <a:pt x="0" y="17830"/>
                </a:moveTo>
                <a:lnTo>
                  <a:pt x="6915" y="17830"/>
                </a:lnTo>
                <a:lnTo>
                  <a:pt x="7132" y="25855"/>
                </a:lnTo>
                <a:cubicBezTo>
                  <a:pt x="9712" y="22760"/>
                  <a:pt x="12256" y="20519"/>
                  <a:pt x="14764" y="19131"/>
                </a:cubicBezTo>
                <a:cubicBezTo>
                  <a:pt x="17272" y="17742"/>
                  <a:pt x="19802" y="17047"/>
                  <a:pt x="22353" y="17047"/>
                </a:cubicBezTo>
                <a:cubicBezTo>
                  <a:pt x="26876" y="17047"/>
                  <a:pt x="30304" y="18508"/>
                  <a:pt x="32638" y="21429"/>
                </a:cubicBezTo>
                <a:cubicBezTo>
                  <a:pt x="34972" y="24350"/>
                  <a:pt x="36052" y="28688"/>
                  <a:pt x="35878" y="34443"/>
                </a:cubicBezTo>
                <a:lnTo>
                  <a:pt x="28224" y="34443"/>
                </a:lnTo>
                <a:cubicBezTo>
                  <a:pt x="28311" y="30631"/>
                  <a:pt x="27753" y="27866"/>
                  <a:pt x="26549" y="26149"/>
                </a:cubicBezTo>
                <a:cubicBezTo>
                  <a:pt x="25346" y="24430"/>
                  <a:pt x="23585" y="23571"/>
                  <a:pt x="21266" y="23571"/>
                </a:cubicBezTo>
                <a:cubicBezTo>
                  <a:pt x="20251" y="23571"/>
                  <a:pt x="19229" y="23751"/>
                  <a:pt x="18200" y="24113"/>
                </a:cubicBezTo>
                <a:cubicBezTo>
                  <a:pt x="17171" y="24473"/>
                  <a:pt x="16112" y="25051"/>
                  <a:pt x="15025" y="25844"/>
                </a:cubicBezTo>
                <a:cubicBezTo>
                  <a:pt x="13938" y="26638"/>
                  <a:pt x="12785" y="27656"/>
                  <a:pt x="11568" y="28898"/>
                </a:cubicBezTo>
                <a:cubicBezTo>
                  <a:pt x="10350" y="30139"/>
                  <a:pt x="9046" y="31640"/>
                  <a:pt x="7654" y="33402"/>
                </a:cubicBezTo>
                <a:lnTo>
                  <a:pt x="7654" y="61492"/>
                </a:lnTo>
                <a:lnTo>
                  <a:pt x="0" y="61492"/>
                </a:lnTo>
                <a:lnTo>
                  <a:pt x="0" y="17830"/>
                </a:lnTo>
                <a:close/>
                <a:moveTo>
                  <a:pt x="84080" y="37356"/>
                </a:moveTo>
                <a:cubicBezTo>
                  <a:pt x="84080" y="38429"/>
                  <a:pt x="84065" y="39328"/>
                  <a:pt x="84036" y="40053"/>
                </a:cubicBezTo>
                <a:cubicBezTo>
                  <a:pt x="84008" y="40777"/>
                  <a:pt x="83964" y="41459"/>
                  <a:pt x="83906" y="42096"/>
                </a:cubicBezTo>
                <a:lnTo>
                  <a:pt x="53247" y="42096"/>
                </a:lnTo>
                <a:cubicBezTo>
                  <a:pt x="53247" y="46561"/>
                  <a:pt x="54494" y="49990"/>
                  <a:pt x="56987" y="52381"/>
                </a:cubicBezTo>
                <a:cubicBezTo>
                  <a:pt x="59480" y="54773"/>
                  <a:pt x="63075" y="55969"/>
                  <a:pt x="67772" y="55969"/>
                </a:cubicBezTo>
                <a:cubicBezTo>
                  <a:pt x="69048" y="55969"/>
                  <a:pt x="70323" y="55918"/>
                  <a:pt x="71599" y="55814"/>
                </a:cubicBezTo>
                <a:cubicBezTo>
                  <a:pt x="72875" y="55710"/>
                  <a:pt x="74107" y="55569"/>
                  <a:pt x="75295" y="55392"/>
                </a:cubicBezTo>
                <a:cubicBezTo>
                  <a:pt x="76484" y="55213"/>
                  <a:pt x="77622" y="55013"/>
                  <a:pt x="78709" y="54791"/>
                </a:cubicBezTo>
                <a:cubicBezTo>
                  <a:pt x="79796" y="54568"/>
                  <a:pt x="80804" y="54323"/>
                  <a:pt x="81732" y="54056"/>
                </a:cubicBezTo>
                <a:lnTo>
                  <a:pt x="81732" y="60274"/>
                </a:lnTo>
                <a:cubicBezTo>
                  <a:pt x="79673" y="60867"/>
                  <a:pt x="77347" y="61349"/>
                  <a:pt x="74752" y="61719"/>
                </a:cubicBezTo>
                <a:cubicBezTo>
                  <a:pt x="72157" y="62090"/>
                  <a:pt x="69468" y="62275"/>
                  <a:pt x="66685" y="62275"/>
                </a:cubicBezTo>
                <a:cubicBezTo>
                  <a:pt x="62945" y="62275"/>
                  <a:pt x="59727" y="61768"/>
                  <a:pt x="57030" y="60753"/>
                </a:cubicBezTo>
                <a:cubicBezTo>
                  <a:pt x="54334" y="59738"/>
                  <a:pt x="52123" y="58267"/>
                  <a:pt x="50398" y="56339"/>
                </a:cubicBezTo>
                <a:cubicBezTo>
                  <a:pt x="48673" y="54411"/>
                  <a:pt x="47398" y="52048"/>
                  <a:pt x="46572" y="49250"/>
                </a:cubicBezTo>
                <a:cubicBezTo>
                  <a:pt x="45745" y="46453"/>
                  <a:pt x="45332" y="43285"/>
                  <a:pt x="45332" y="39748"/>
                </a:cubicBezTo>
                <a:cubicBezTo>
                  <a:pt x="45332" y="36675"/>
                  <a:pt x="45774" y="33769"/>
                  <a:pt x="46658" y="31029"/>
                </a:cubicBezTo>
                <a:cubicBezTo>
                  <a:pt x="47543" y="28289"/>
                  <a:pt x="48833" y="25883"/>
                  <a:pt x="50529" y="23810"/>
                </a:cubicBezTo>
                <a:cubicBezTo>
                  <a:pt x="52225" y="21737"/>
                  <a:pt x="54305" y="20091"/>
                  <a:pt x="56769" y="18874"/>
                </a:cubicBezTo>
                <a:cubicBezTo>
                  <a:pt x="59234" y="17656"/>
                  <a:pt x="62032" y="17047"/>
                  <a:pt x="65163" y="17047"/>
                </a:cubicBezTo>
                <a:cubicBezTo>
                  <a:pt x="68207" y="17047"/>
                  <a:pt x="70903" y="17526"/>
                  <a:pt x="73251" y="18482"/>
                </a:cubicBezTo>
                <a:cubicBezTo>
                  <a:pt x="75600" y="19439"/>
                  <a:pt x="77579" y="20795"/>
                  <a:pt x="79188" y="22549"/>
                </a:cubicBezTo>
                <a:cubicBezTo>
                  <a:pt x="80797" y="24303"/>
                  <a:pt x="82014" y="26434"/>
                  <a:pt x="82841" y="28941"/>
                </a:cubicBezTo>
                <a:cubicBezTo>
                  <a:pt x="83667" y="31449"/>
                  <a:pt x="84080" y="34254"/>
                  <a:pt x="84080" y="37356"/>
                </a:cubicBezTo>
                <a:moveTo>
                  <a:pt x="76209" y="36269"/>
                </a:moveTo>
                <a:cubicBezTo>
                  <a:pt x="76296" y="34327"/>
                  <a:pt x="76107" y="32551"/>
                  <a:pt x="75643" y="30942"/>
                </a:cubicBezTo>
                <a:cubicBezTo>
                  <a:pt x="75179" y="29333"/>
                  <a:pt x="74462" y="27948"/>
                  <a:pt x="73491" y="26789"/>
                </a:cubicBezTo>
                <a:cubicBezTo>
                  <a:pt x="72519" y="25629"/>
                  <a:pt x="71309" y="24723"/>
                  <a:pt x="69859" y="24071"/>
                </a:cubicBezTo>
                <a:cubicBezTo>
                  <a:pt x="68410" y="23418"/>
                  <a:pt x="66728" y="23092"/>
                  <a:pt x="64815" y="23092"/>
                </a:cubicBezTo>
                <a:cubicBezTo>
                  <a:pt x="63162" y="23092"/>
                  <a:pt x="61655" y="23411"/>
                  <a:pt x="60292" y="24049"/>
                </a:cubicBezTo>
                <a:cubicBezTo>
                  <a:pt x="58929" y="24687"/>
                  <a:pt x="57755" y="25585"/>
                  <a:pt x="56769" y="26745"/>
                </a:cubicBezTo>
                <a:cubicBezTo>
                  <a:pt x="55784" y="27905"/>
                  <a:pt x="54986" y="29296"/>
                  <a:pt x="54378" y="30920"/>
                </a:cubicBezTo>
                <a:cubicBezTo>
                  <a:pt x="53769" y="32544"/>
                  <a:pt x="53392" y="34327"/>
                  <a:pt x="53247" y="36269"/>
                </a:cubicBezTo>
                <a:lnTo>
                  <a:pt x="76209" y="36269"/>
                </a:lnTo>
                <a:close/>
                <a:moveTo>
                  <a:pt x="130315" y="49576"/>
                </a:moveTo>
                <a:cubicBezTo>
                  <a:pt x="130315" y="51113"/>
                  <a:pt x="130054" y="52490"/>
                  <a:pt x="129532" y="53708"/>
                </a:cubicBezTo>
                <a:cubicBezTo>
                  <a:pt x="129010" y="54925"/>
                  <a:pt x="128300" y="56005"/>
                  <a:pt x="127401" y="56948"/>
                </a:cubicBezTo>
                <a:cubicBezTo>
                  <a:pt x="126502" y="57890"/>
                  <a:pt x="125459" y="58694"/>
                  <a:pt x="124270" y="59361"/>
                </a:cubicBezTo>
                <a:cubicBezTo>
                  <a:pt x="123081" y="60028"/>
                  <a:pt x="121813" y="60579"/>
                  <a:pt x="120465" y="61014"/>
                </a:cubicBezTo>
                <a:cubicBezTo>
                  <a:pt x="119117" y="61449"/>
                  <a:pt x="117732" y="61768"/>
                  <a:pt x="116312" y="61971"/>
                </a:cubicBezTo>
                <a:cubicBezTo>
                  <a:pt x="114891" y="62173"/>
                  <a:pt x="113499" y="62275"/>
                  <a:pt x="112137" y="62275"/>
                </a:cubicBezTo>
                <a:cubicBezTo>
                  <a:pt x="109180" y="62275"/>
                  <a:pt x="106462" y="62144"/>
                  <a:pt x="103983" y="61884"/>
                </a:cubicBezTo>
                <a:cubicBezTo>
                  <a:pt x="101504" y="61623"/>
                  <a:pt x="99076" y="61202"/>
                  <a:pt x="96699" y="60622"/>
                </a:cubicBezTo>
                <a:lnTo>
                  <a:pt x="96699" y="53664"/>
                </a:lnTo>
                <a:cubicBezTo>
                  <a:pt x="99250" y="54389"/>
                  <a:pt x="101787" y="54940"/>
                  <a:pt x="104309" y="55317"/>
                </a:cubicBezTo>
                <a:cubicBezTo>
                  <a:pt x="106831" y="55694"/>
                  <a:pt x="109339" y="55882"/>
                  <a:pt x="111832" y="55882"/>
                </a:cubicBezTo>
                <a:cubicBezTo>
                  <a:pt x="115456" y="55882"/>
                  <a:pt x="118138" y="55389"/>
                  <a:pt x="119878" y="54404"/>
                </a:cubicBezTo>
                <a:cubicBezTo>
                  <a:pt x="121617" y="53418"/>
                  <a:pt x="122487" y="52012"/>
                  <a:pt x="122487" y="50185"/>
                </a:cubicBezTo>
                <a:cubicBezTo>
                  <a:pt x="122487" y="49402"/>
                  <a:pt x="122349" y="48699"/>
                  <a:pt x="122074" y="48076"/>
                </a:cubicBezTo>
                <a:cubicBezTo>
                  <a:pt x="121798" y="47453"/>
                  <a:pt x="121298" y="46858"/>
                  <a:pt x="120573" y="46293"/>
                </a:cubicBezTo>
                <a:cubicBezTo>
                  <a:pt x="119849" y="45728"/>
                  <a:pt x="118725" y="45141"/>
                  <a:pt x="117203" y="44532"/>
                </a:cubicBezTo>
                <a:cubicBezTo>
                  <a:pt x="115681" y="43923"/>
                  <a:pt x="113601" y="43227"/>
                  <a:pt x="110963" y="42444"/>
                </a:cubicBezTo>
                <a:cubicBezTo>
                  <a:pt x="108991" y="41865"/>
                  <a:pt x="107172" y="41205"/>
                  <a:pt x="105505" y="40466"/>
                </a:cubicBezTo>
                <a:cubicBezTo>
                  <a:pt x="103838" y="39726"/>
                  <a:pt x="102395" y="38849"/>
                  <a:pt x="101178" y="37835"/>
                </a:cubicBezTo>
                <a:cubicBezTo>
                  <a:pt x="99960" y="36820"/>
                  <a:pt x="99003" y="35631"/>
                  <a:pt x="98308" y="34269"/>
                </a:cubicBezTo>
                <a:cubicBezTo>
                  <a:pt x="97612" y="32906"/>
                  <a:pt x="97264" y="31297"/>
                  <a:pt x="97264" y="29441"/>
                </a:cubicBezTo>
                <a:cubicBezTo>
                  <a:pt x="97264" y="28224"/>
                  <a:pt x="97547" y="26890"/>
                  <a:pt x="98112" y="25441"/>
                </a:cubicBezTo>
                <a:cubicBezTo>
                  <a:pt x="98677" y="23991"/>
                  <a:pt x="99641" y="22643"/>
                  <a:pt x="101004" y="21396"/>
                </a:cubicBezTo>
                <a:cubicBezTo>
                  <a:pt x="102366" y="20149"/>
                  <a:pt x="104207" y="19113"/>
                  <a:pt x="106527" y="18287"/>
                </a:cubicBezTo>
                <a:cubicBezTo>
                  <a:pt x="108846" y="17460"/>
                  <a:pt x="111745" y="17047"/>
                  <a:pt x="115224" y="17047"/>
                </a:cubicBezTo>
                <a:cubicBezTo>
                  <a:pt x="116935" y="17047"/>
                  <a:pt x="118834" y="17142"/>
                  <a:pt x="120921" y="17330"/>
                </a:cubicBezTo>
                <a:cubicBezTo>
                  <a:pt x="123009" y="17518"/>
                  <a:pt x="125183" y="17845"/>
                  <a:pt x="127445" y="18308"/>
                </a:cubicBezTo>
                <a:lnTo>
                  <a:pt x="127445" y="25049"/>
                </a:lnTo>
                <a:cubicBezTo>
                  <a:pt x="125067" y="24469"/>
                  <a:pt x="122813" y="24042"/>
                  <a:pt x="120682" y="23766"/>
                </a:cubicBezTo>
                <a:cubicBezTo>
                  <a:pt x="118551" y="23491"/>
                  <a:pt x="116703" y="23353"/>
                  <a:pt x="115137" y="23353"/>
                </a:cubicBezTo>
                <a:cubicBezTo>
                  <a:pt x="113253" y="23353"/>
                  <a:pt x="111666" y="23498"/>
                  <a:pt x="110376" y="23788"/>
                </a:cubicBezTo>
                <a:cubicBezTo>
                  <a:pt x="109085" y="24078"/>
                  <a:pt x="108042" y="24477"/>
                  <a:pt x="107244" y="24984"/>
                </a:cubicBezTo>
                <a:cubicBezTo>
                  <a:pt x="106447" y="25491"/>
                  <a:pt x="105875" y="26086"/>
                  <a:pt x="105527" y="26767"/>
                </a:cubicBezTo>
                <a:cubicBezTo>
                  <a:pt x="105179" y="27448"/>
                  <a:pt x="105005" y="28180"/>
                  <a:pt x="105005" y="28963"/>
                </a:cubicBezTo>
                <a:cubicBezTo>
                  <a:pt x="105005" y="29746"/>
                  <a:pt x="105157" y="30456"/>
                  <a:pt x="105461" y="31094"/>
                </a:cubicBezTo>
                <a:cubicBezTo>
                  <a:pt x="105766" y="31732"/>
                  <a:pt x="106331" y="32348"/>
                  <a:pt x="107157" y="32942"/>
                </a:cubicBezTo>
                <a:cubicBezTo>
                  <a:pt x="107984" y="33537"/>
                  <a:pt x="109136" y="34131"/>
                  <a:pt x="110615" y="34725"/>
                </a:cubicBezTo>
                <a:cubicBezTo>
                  <a:pt x="112093" y="35320"/>
                  <a:pt x="114021" y="35965"/>
                  <a:pt x="116399" y="36660"/>
                </a:cubicBezTo>
                <a:cubicBezTo>
                  <a:pt x="118979" y="37414"/>
                  <a:pt x="121153" y="38204"/>
                  <a:pt x="122922" y="39031"/>
                </a:cubicBezTo>
                <a:cubicBezTo>
                  <a:pt x="124690" y="39857"/>
                  <a:pt x="126125" y="40777"/>
                  <a:pt x="127227" y="41792"/>
                </a:cubicBezTo>
                <a:cubicBezTo>
                  <a:pt x="128329" y="42807"/>
                  <a:pt x="129119" y="43952"/>
                  <a:pt x="129597" y="45228"/>
                </a:cubicBezTo>
                <a:cubicBezTo>
                  <a:pt x="130076" y="46503"/>
                  <a:pt x="130315" y="47953"/>
                  <a:pt x="130315" y="49576"/>
                </a:cubicBezTo>
                <a:close/>
                <a:moveTo>
                  <a:pt x="179822" y="61492"/>
                </a:moveTo>
                <a:lnTo>
                  <a:pt x="172255" y="61492"/>
                </a:lnTo>
                <a:lnTo>
                  <a:pt x="172255" y="33616"/>
                </a:lnTo>
                <a:cubicBezTo>
                  <a:pt x="172255" y="30253"/>
                  <a:pt x="171624" y="27738"/>
                  <a:pt x="170363" y="26071"/>
                </a:cubicBezTo>
                <a:cubicBezTo>
                  <a:pt x="169102" y="24404"/>
                  <a:pt x="167297" y="23571"/>
                  <a:pt x="164949" y="23571"/>
                </a:cubicBezTo>
                <a:cubicBezTo>
                  <a:pt x="163934" y="23571"/>
                  <a:pt x="162985" y="23708"/>
                  <a:pt x="162100" y="23984"/>
                </a:cubicBezTo>
                <a:cubicBezTo>
                  <a:pt x="161216" y="24259"/>
                  <a:pt x="160296" y="24737"/>
                  <a:pt x="159339" y="25419"/>
                </a:cubicBezTo>
                <a:cubicBezTo>
                  <a:pt x="158382" y="26100"/>
                  <a:pt x="157338" y="27021"/>
                  <a:pt x="156208" y="28180"/>
                </a:cubicBezTo>
                <a:cubicBezTo>
                  <a:pt x="155077" y="29340"/>
                  <a:pt x="153772" y="30790"/>
                  <a:pt x="152294" y="32529"/>
                </a:cubicBezTo>
                <a:lnTo>
                  <a:pt x="152294" y="61492"/>
                </a:lnTo>
                <a:lnTo>
                  <a:pt x="144727" y="61492"/>
                </a:lnTo>
                <a:lnTo>
                  <a:pt x="144727" y="0"/>
                </a:lnTo>
                <a:lnTo>
                  <a:pt x="152294" y="0"/>
                </a:lnTo>
                <a:lnTo>
                  <a:pt x="152294" y="17818"/>
                </a:lnTo>
                <a:lnTo>
                  <a:pt x="152033" y="24701"/>
                </a:lnTo>
                <a:cubicBezTo>
                  <a:pt x="153222" y="23281"/>
                  <a:pt x="154388" y="22085"/>
                  <a:pt x="155534" y="21113"/>
                </a:cubicBezTo>
                <a:cubicBezTo>
                  <a:pt x="156679" y="20142"/>
                  <a:pt x="157824" y="19352"/>
                  <a:pt x="158969" y="18743"/>
                </a:cubicBezTo>
                <a:cubicBezTo>
                  <a:pt x="160114" y="18135"/>
                  <a:pt x="161281" y="17700"/>
                  <a:pt x="162470" y="17439"/>
                </a:cubicBezTo>
                <a:cubicBezTo>
                  <a:pt x="163659" y="17178"/>
                  <a:pt x="164891" y="17047"/>
                  <a:pt x="166167" y="17047"/>
                </a:cubicBezTo>
                <a:cubicBezTo>
                  <a:pt x="170515" y="17047"/>
                  <a:pt x="173878" y="18374"/>
                  <a:pt x="176256" y="21026"/>
                </a:cubicBezTo>
                <a:cubicBezTo>
                  <a:pt x="178633" y="23679"/>
                  <a:pt x="179822" y="27673"/>
                  <a:pt x="179822" y="33007"/>
                </a:cubicBezTo>
                <a:lnTo>
                  <a:pt x="179822" y="61492"/>
                </a:lnTo>
                <a:close/>
                <a:moveTo>
                  <a:pt x="221316" y="61492"/>
                </a:moveTo>
                <a:lnTo>
                  <a:pt x="221142" y="55609"/>
                </a:lnTo>
                <a:cubicBezTo>
                  <a:pt x="218765" y="57962"/>
                  <a:pt x="216351" y="59661"/>
                  <a:pt x="213901" y="60707"/>
                </a:cubicBezTo>
                <a:cubicBezTo>
                  <a:pt x="211452" y="61752"/>
                  <a:pt x="208879" y="62275"/>
                  <a:pt x="206182" y="62275"/>
                </a:cubicBezTo>
                <a:cubicBezTo>
                  <a:pt x="203689" y="62275"/>
                  <a:pt x="201558" y="61956"/>
                  <a:pt x="199790" y="61317"/>
                </a:cubicBezTo>
                <a:cubicBezTo>
                  <a:pt x="198021" y="60678"/>
                  <a:pt x="196564" y="59800"/>
                  <a:pt x="195419" y="58682"/>
                </a:cubicBezTo>
                <a:cubicBezTo>
                  <a:pt x="194274" y="57564"/>
                  <a:pt x="193433" y="56250"/>
                  <a:pt x="192897" y="54739"/>
                </a:cubicBezTo>
                <a:cubicBezTo>
                  <a:pt x="192360" y="53229"/>
                  <a:pt x="192092" y="51588"/>
                  <a:pt x="192092" y="49817"/>
                </a:cubicBezTo>
                <a:cubicBezTo>
                  <a:pt x="192092" y="45432"/>
                  <a:pt x="193723" y="41998"/>
                  <a:pt x="196985" y="39516"/>
                </a:cubicBezTo>
                <a:cubicBezTo>
                  <a:pt x="200246" y="37032"/>
                  <a:pt x="205066" y="35791"/>
                  <a:pt x="211444" y="35791"/>
                </a:cubicBezTo>
                <a:lnTo>
                  <a:pt x="220490" y="35791"/>
                </a:lnTo>
                <a:lnTo>
                  <a:pt x="220490" y="31977"/>
                </a:lnTo>
                <a:cubicBezTo>
                  <a:pt x="220490" y="29406"/>
                  <a:pt x="219664" y="27348"/>
                  <a:pt x="218011" y="25802"/>
                </a:cubicBezTo>
                <a:cubicBezTo>
                  <a:pt x="216359" y="24256"/>
                  <a:pt x="213836" y="23484"/>
                  <a:pt x="210444" y="23484"/>
                </a:cubicBezTo>
                <a:cubicBezTo>
                  <a:pt x="207980" y="23484"/>
                  <a:pt x="205552" y="23763"/>
                  <a:pt x="203160" y="24322"/>
                </a:cubicBezTo>
                <a:cubicBezTo>
                  <a:pt x="200768" y="24880"/>
                  <a:pt x="198296" y="25673"/>
                  <a:pt x="195745" y="26702"/>
                </a:cubicBezTo>
                <a:lnTo>
                  <a:pt x="195745" y="19874"/>
                </a:lnTo>
                <a:cubicBezTo>
                  <a:pt x="196702" y="19521"/>
                  <a:pt x="197767" y="19175"/>
                  <a:pt x="198942" y="18836"/>
                </a:cubicBezTo>
                <a:cubicBezTo>
                  <a:pt x="200116" y="18497"/>
                  <a:pt x="201355" y="18195"/>
                  <a:pt x="202660" y="17931"/>
                </a:cubicBezTo>
                <a:cubicBezTo>
                  <a:pt x="203964" y="17665"/>
                  <a:pt x="205327" y="17452"/>
                  <a:pt x="206748" y="17291"/>
                </a:cubicBezTo>
                <a:cubicBezTo>
                  <a:pt x="208168" y="17128"/>
                  <a:pt x="209603" y="17047"/>
                  <a:pt x="211053" y="17047"/>
                </a:cubicBezTo>
                <a:cubicBezTo>
                  <a:pt x="213691" y="17047"/>
                  <a:pt x="216069" y="17337"/>
                  <a:pt x="218185" y="17917"/>
                </a:cubicBezTo>
                <a:cubicBezTo>
                  <a:pt x="220301" y="18497"/>
                  <a:pt x="222092" y="19381"/>
                  <a:pt x="223556" y="20570"/>
                </a:cubicBezTo>
                <a:cubicBezTo>
                  <a:pt x="225020" y="21759"/>
                  <a:pt x="226143" y="23252"/>
                  <a:pt x="226926" y="25049"/>
                </a:cubicBezTo>
                <a:cubicBezTo>
                  <a:pt x="227709" y="26847"/>
                  <a:pt x="228100" y="28963"/>
                  <a:pt x="228100" y="31398"/>
                </a:cubicBezTo>
                <a:lnTo>
                  <a:pt x="228100" y="61492"/>
                </a:lnTo>
                <a:lnTo>
                  <a:pt x="221316" y="61492"/>
                </a:lnTo>
                <a:moveTo>
                  <a:pt x="220490" y="41575"/>
                </a:moveTo>
                <a:lnTo>
                  <a:pt x="210879" y="41575"/>
                </a:lnTo>
                <a:cubicBezTo>
                  <a:pt x="208995" y="41575"/>
                  <a:pt x="207371" y="41764"/>
                  <a:pt x="206008" y="42143"/>
                </a:cubicBezTo>
                <a:cubicBezTo>
                  <a:pt x="204646" y="42520"/>
                  <a:pt x="203530" y="43058"/>
                  <a:pt x="202660" y="43756"/>
                </a:cubicBezTo>
                <a:cubicBezTo>
                  <a:pt x="201790" y="44453"/>
                  <a:pt x="201145" y="45290"/>
                  <a:pt x="200725" y="46265"/>
                </a:cubicBezTo>
                <a:cubicBezTo>
                  <a:pt x="200304" y="47238"/>
                  <a:pt x="200094" y="48336"/>
                  <a:pt x="200094" y="49557"/>
                </a:cubicBezTo>
                <a:cubicBezTo>
                  <a:pt x="200094" y="50401"/>
                  <a:pt x="200224" y="51208"/>
                  <a:pt x="200485" y="51979"/>
                </a:cubicBezTo>
                <a:cubicBezTo>
                  <a:pt x="200746" y="52749"/>
                  <a:pt x="201167" y="53432"/>
                  <a:pt x="201747" y="54029"/>
                </a:cubicBezTo>
                <a:cubicBezTo>
                  <a:pt x="202326" y="54625"/>
                  <a:pt x="203080" y="55097"/>
                  <a:pt x="204008" y="55446"/>
                </a:cubicBezTo>
                <a:cubicBezTo>
                  <a:pt x="204936" y="55795"/>
                  <a:pt x="206066" y="55969"/>
                  <a:pt x="207400" y="55969"/>
                </a:cubicBezTo>
                <a:cubicBezTo>
                  <a:pt x="209139" y="55969"/>
                  <a:pt x="211133" y="55439"/>
                  <a:pt x="213380" y="54378"/>
                </a:cubicBezTo>
                <a:cubicBezTo>
                  <a:pt x="215626" y="53316"/>
                  <a:pt x="217997" y="51636"/>
                  <a:pt x="220490" y="49339"/>
                </a:cubicBezTo>
                <a:lnTo>
                  <a:pt x="220490" y="41575"/>
                </a:lnTo>
                <a:close/>
                <a:moveTo>
                  <a:pt x="279564" y="38878"/>
                </a:moveTo>
                <a:cubicBezTo>
                  <a:pt x="279564" y="42763"/>
                  <a:pt x="279021" y="46155"/>
                  <a:pt x="277933" y="49055"/>
                </a:cubicBezTo>
                <a:cubicBezTo>
                  <a:pt x="276846" y="51954"/>
                  <a:pt x="275346" y="54360"/>
                  <a:pt x="273432" y="56274"/>
                </a:cubicBezTo>
                <a:cubicBezTo>
                  <a:pt x="271519" y="58187"/>
                  <a:pt x="269257" y="59622"/>
                  <a:pt x="266648" y="60579"/>
                </a:cubicBezTo>
                <a:cubicBezTo>
                  <a:pt x="264039" y="61536"/>
                  <a:pt x="261212" y="62014"/>
                  <a:pt x="258168" y="62014"/>
                </a:cubicBezTo>
                <a:cubicBezTo>
                  <a:pt x="256776" y="62014"/>
                  <a:pt x="255392" y="61942"/>
                  <a:pt x="254015" y="61797"/>
                </a:cubicBezTo>
                <a:cubicBezTo>
                  <a:pt x="252638" y="61652"/>
                  <a:pt x="251239" y="61405"/>
                  <a:pt x="249818" y="61057"/>
                </a:cubicBezTo>
                <a:lnTo>
                  <a:pt x="249818" y="79322"/>
                </a:lnTo>
                <a:lnTo>
                  <a:pt x="242251" y="79322"/>
                </a:lnTo>
                <a:lnTo>
                  <a:pt x="242251" y="17830"/>
                </a:lnTo>
                <a:lnTo>
                  <a:pt x="248992" y="17830"/>
                </a:lnTo>
                <a:lnTo>
                  <a:pt x="249470" y="25136"/>
                </a:lnTo>
                <a:cubicBezTo>
                  <a:pt x="251645" y="22150"/>
                  <a:pt x="253964" y="20055"/>
                  <a:pt x="256428" y="18852"/>
                </a:cubicBezTo>
                <a:cubicBezTo>
                  <a:pt x="258893" y="17649"/>
                  <a:pt x="261560" y="17047"/>
                  <a:pt x="264430" y="17047"/>
                </a:cubicBezTo>
                <a:cubicBezTo>
                  <a:pt x="266924" y="17047"/>
                  <a:pt x="269113" y="17569"/>
                  <a:pt x="270997" y="18613"/>
                </a:cubicBezTo>
                <a:cubicBezTo>
                  <a:pt x="272881" y="19657"/>
                  <a:pt x="274462" y="21128"/>
                  <a:pt x="275737" y="23027"/>
                </a:cubicBezTo>
                <a:cubicBezTo>
                  <a:pt x="277013" y="24926"/>
                  <a:pt x="277970" y="27216"/>
                  <a:pt x="278607" y="29898"/>
                </a:cubicBezTo>
                <a:cubicBezTo>
                  <a:pt x="279245" y="32580"/>
                  <a:pt x="279564" y="35573"/>
                  <a:pt x="279564" y="38878"/>
                </a:cubicBezTo>
                <a:moveTo>
                  <a:pt x="271823" y="39226"/>
                </a:moveTo>
                <a:cubicBezTo>
                  <a:pt x="271823" y="36936"/>
                  <a:pt x="271657" y="34834"/>
                  <a:pt x="271323" y="32920"/>
                </a:cubicBezTo>
                <a:cubicBezTo>
                  <a:pt x="270990" y="31007"/>
                  <a:pt x="270461" y="29369"/>
                  <a:pt x="269736" y="28006"/>
                </a:cubicBezTo>
                <a:cubicBezTo>
                  <a:pt x="269011" y="26644"/>
                  <a:pt x="268083" y="25578"/>
                  <a:pt x="266953" y="24810"/>
                </a:cubicBezTo>
                <a:cubicBezTo>
                  <a:pt x="265822" y="24042"/>
                  <a:pt x="264474" y="23658"/>
                  <a:pt x="262908" y="23658"/>
                </a:cubicBezTo>
                <a:cubicBezTo>
                  <a:pt x="261951" y="23658"/>
                  <a:pt x="260980" y="23810"/>
                  <a:pt x="259995" y="24114"/>
                </a:cubicBezTo>
                <a:cubicBezTo>
                  <a:pt x="259009" y="24419"/>
                  <a:pt x="257987" y="24926"/>
                  <a:pt x="256929" y="25636"/>
                </a:cubicBezTo>
                <a:cubicBezTo>
                  <a:pt x="255870" y="26347"/>
                  <a:pt x="254754" y="27289"/>
                  <a:pt x="253580" y="28463"/>
                </a:cubicBezTo>
                <a:cubicBezTo>
                  <a:pt x="252406" y="29637"/>
                  <a:pt x="251152" y="31094"/>
                  <a:pt x="249818" y="32834"/>
                </a:cubicBezTo>
                <a:lnTo>
                  <a:pt x="249818" y="54012"/>
                </a:lnTo>
                <a:cubicBezTo>
                  <a:pt x="251210" y="54592"/>
                  <a:pt x="252674" y="55049"/>
                  <a:pt x="254211" y="55382"/>
                </a:cubicBezTo>
                <a:cubicBezTo>
                  <a:pt x="255747" y="55715"/>
                  <a:pt x="257255" y="55882"/>
                  <a:pt x="258733" y="55882"/>
                </a:cubicBezTo>
                <a:cubicBezTo>
                  <a:pt x="262821" y="55882"/>
                  <a:pt x="266025" y="54498"/>
                  <a:pt x="268344" y="51729"/>
                </a:cubicBezTo>
                <a:cubicBezTo>
                  <a:pt x="270664" y="48960"/>
                  <a:pt x="271823" y="44793"/>
                  <a:pt x="271823" y="39226"/>
                </a:cubicBezTo>
                <a:close/>
                <a:moveTo>
                  <a:pt x="325531" y="37356"/>
                </a:moveTo>
                <a:cubicBezTo>
                  <a:pt x="325531" y="38429"/>
                  <a:pt x="325517" y="39328"/>
                  <a:pt x="325488" y="40053"/>
                </a:cubicBezTo>
                <a:cubicBezTo>
                  <a:pt x="325459" y="40777"/>
                  <a:pt x="325415" y="41459"/>
                  <a:pt x="325357" y="42096"/>
                </a:cubicBezTo>
                <a:lnTo>
                  <a:pt x="294698" y="42096"/>
                </a:lnTo>
                <a:cubicBezTo>
                  <a:pt x="294698" y="46561"/>
                  <a:pt x="295945" y="49990"/>
                  <a:pt x="298438" y="52381"/>
                </a:cubicBezTo>
                <a:cubicBezTo>
                  <a:pt x="300932" y="54773"/>
                  <a:pt x="304527" y="55969"/>
                  <a:pt x="309223" y="55969"/>
                </a:cubicBezTo>
                <a:cubicBezTo>
                  <a:pt x="310499" y="55969"/>
                  <a:pt x="311775" y="55918"/>
                  <a:pt x="313050" y="55814"/>
                </a:cubicBezTo>
                <a:cubicBezTo>
                  <a:pt x="314326" y="55710"/>
                  <a:pt x="315558" y="55569"/>
                  <a:pt x="316747" y="55392"/>
                </a:cubicBezTo>
                <a:cubicBezTo>
                  <a:pt x="317935" y="55213"/>
                  <a:pt x="319073" y="55013"/>
                  <a:pt x="320161" y="54791"/>
                </a:cubicBezTo>
                <a:cubicBezTo>
                  <a:pt x="321248" y="54568"/>
                  <a:pt x="322255" y="54323"/>
                  <a:pt x="323183" y="54056"/>
                </a:cubicBezTo>
                <a:lnTo>
                  <a:pt x="323183" y="60274"/>
                </a:lnTo>
                <a:cubicBezTo>
                  <a:pt x="321125" y="60867"/>
                  <a:pt x="318798" y="61349"/>
                  <a:pt x="316203" y="61719"/>
                </a:cubicBezTo>
                <a:cubicBezTo>
                  <a:pt x="313608" y="62090"/>
                  <a:pt x="310919" y="62275"/>
                  <a:pt x="308136" y="62275"/>
                </a:cubicBezTo>
                <a:cubicBezTo>
                  <a:pt x="304396" y="62275"/>
                  <a:pt x="301178" y="61768"/>
                  <a:pt x="298482" y="60753"/>
                </a:cubicBezTo>
                <a:cubicBezTo>
                  <a:pt x="295786" y="59738"/>
                  <a:pt x="293575" y="58267"/>
                  <a:pt x="291850" y="56339"/>
                </a:cubicBezTo>
                <a:cubicBezTo>
                  <a:pt x="290125" y="54411"/>
                  <a:pt x="288849" y="52048"/>
                  <a:pt x="288023" y="49250"/>
                </a:cubicBezTo>
                <a:cubicBezTo>
                  <a:pt x="287197" y="46453"/>
                  <a:pt x="286783" y="43285"/>
                  <a:pt x="286783" y="39748"/>
                </a:cubicBezTo>
                <a:cubicBezTo>
                  <a:pt x="286783" y="36675"/>
                  <a:pt x="287226" y="33769"/>
                  <a:pt x="288110" y="31029"/>
                </a:cubicBezTo>
                <a:cubicBezTo>
                  <a:pt x="288994" y="28289"/>
                  <a:pt x="290284" y="25883"/>
                  <a:pt x="291980" y="23810"/>
                </a:cubicBezTo>
                <a:cubicBezTo>
                  <a:pt x="293676" y="21737"/>
                  <a:pt x="295757" y="20091"/>
                  <a:pt x="298221" y="18874"/>
                </a:cubicBezTo>
                <a:cubicBezTo>
                  <a:pt x="300685" y="17656"/>
                  <a:pt x="303483" y="17047"/>
                  <a:pt x="306614" y="17047"/>
                </a:cubicBezTo>
                <a:cubicBezTo>
                  <a:pt x="309658" y="17047"/>
                  <a:pt x="312354" y="17526"/>
                  <a:pt x="314703" y="18482"/>
                </a:cubicBezTo>
                <a:cubicBezTo>
                  <a:pt x="317051" y="19439"/>
                  <a:pt x="319030" y="20795"/>
                  <a:pt x="320639" y="22549"/>
                </a:cubicBezTo>
                <a:cubicBezTo>
                  <a:pt x="322248" y="24303"/>
                  <a:pt x="323466" y="26434"/>
                  <a:pt x="324292" y="28941"/>
                </a:cubicBezTo>
                <a:cubicBezTo>
                  <a:pt x="325118" y="31449"/>
                  <a:pt x="325531" y="34254"/>
                  <a:pt x="325531" y="37356"/>
                </a:cubicBezTo>
                <a:moveTo>
                  <a:pt x="317660" y="36269"/>
                </a:moveTo>
                <a:cubicBezTo>
                  <a:pt x="317747" y="34327"/>
                  <a:pt x="317559" y="32551"/>
                  <a:pt x="317095" y="30942"/>
                </a:cubicBezTo>
                <a:cubicBezTo>
                  <a:pt x="316631" y="29333"/>
                  <a:pt x="315913" y="27948"/>
                  <a:pt x="314942" y="26789"/>
                </a:cubicBezTo>
                <a:cubicBezTo>
                  <a:pt x="313971" y="25629"/>
                  <a:pt x="312760" y="24723"/>
                  <a:pt x="311311" y="24071"/>
                </a:cubicBezTo>
                <a:cubicBezTo>
                  <a:pt x="309861" y="23418"/>
                  <a:pt x="308180" y="23092"/>
                  <a:pt x="306266" y="23092"/>
                </a:cubicBezTo>
                <a:cubicBezTo>
                  <a:pt x="304614" y="23092"/>
                  <a:pt x="303106" y="23411"/>
                  <a:pt x="301743" y="24049"/>
                </a:cubicBezTo>
                <a:cubicBezTo>
                  <a:pt x="300381" y="24687"/>
                  <a:pt x="299207" y="25585"/>
                  <a:pt x="298221" y="26745"/>
                </a:cubicBezTo>
                <a:cubicBezTo>
                  <a:pt x="297235" y="27905"/>
                  <a:pt x="296438" y="29296"/>
                  <a:pt x="295829" y="30920"/>
                </a:cubicBezTo>
                <a:cubicBezTo>
                  <a:pt x="295220" y="32544"/>
                  <a:pt x="294843" y="34327"/>
                  <a:pt x="294698" y="36269"/>
                </a:cubicBezTo>
                <a:lnTo>
                  <a:pt x="317660" y="36269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(">
            <a:extLst xmlns:a="http://schemas.openxmlformats.org/drawingml/2006/main">
              <a:ext uri="{FF2B5EF4-FFF2-40B4-BE49-F238E27FC236}">
                <a16:creationId xmlns:a16="http://schemas.microsoft.com/office/drawing/2014/main" id="{4968AAD3-ECC2-4C9D-9005-614E0D1D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74" y="5772379"/>
            <a:ext cx="24614" cy="83062"/>
          </a:xfrm>
          <a:custGeom xmlns:a="http://schemas.openxmlformats.org/drawingml/2006/main">
            <a:pathLst>
              <a:path w="24614" h="83062">
                <a:moveTo>
                  <a:pt x="20048" y="83062"/>
                </a:moveTo>
                <a:cubicBezTo>
                  <a:pt x="6683" y="70676"/>
                  <a:pt x="0" y="56985"/>
                  <a:pt x="0" y="41988"/>
                </a:cubicBezTo>
                <a:cubicBezTo>
                  <a:pt x="0" y="38478"/>
                  <a:pt x="355" y="34975"/>
                  <a:pt x="1065" y="31480"/>
                </a:cubicBezTo>
                <a:cubicBezTo>
                  <a:pt x="1776" y="27985"/>
                  <a:pt x="2921" y="24482"/>
                  <a:pt x="4501" y="20972"/>
                </a:cubicBezTo>
                <a:cubicBezTo>
                  <a:pt x="6081" y="17462"/>
                  <a:pt x="8169" y="13952"/>
                  <a:pt x="10763" y="10443"/>
                </a:cubicBezTo>
                <a:cubicBezTo>
                  <a:pt x="13358" y="6933"/>
                  <a:pt x="16511" y="3452"/>
                  <a:pt x="20222" y="0"/>
                </a:cubicBezTo>
                <a:lnTo>
                  <a:pt x="24614" y="4482"/>
                </a:lnTo>
                <a:cubicBezTo>
                  <a:pt x="13365" y="15591"/>
                  <a:pt x="7741" y="27905"/>
                  <a:pt x="7741" y="41422"/>
                </a:cubicBezTo>
                <a:cubicBezTo>
                  <a:pt x="7741" y="48152"/>
                  <a:pt x="9161" y="54621"/>
                  <a:pt x="12003" y="60829"/>
                </a:cubicBezTo>
                <a:cubicBezTo>
                  <a:pt x="14844" y="67036"/>
                  <a:pt x="19048" y="72895"/>
                  <a:pt x="24614" y="78406"/>
                </a:cubicBezTo>
                <a:lnTo>
                  <a:pt x="20048" y="83062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8">
            <a:extLst xmlns:a="http://schemas.openxmlformats.org/drawingml/2006/main">
              <a:ext uri="{FF2B5EF4-FFF2-40B4-BE49-F238E27FC236}">
                <a16:creationId xmlns:a16="http://schemas.microsoft.com/office/drawing/2014/main" id="{9AABAC3A-6DD9-40F7-A427-83094C7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75" y="5779511"/>
            <a:ext cx="38661" cy="58448"/>
          </a:xfrm>
          <a:custGeom xmlns:a="http://schemas.openxmlformats.org/drawingml/2006/main">
            <a:pathLst>
              <a:path w="38661" h="58448">
                <a:moveTo>
                  <a:pt x="38661" y="43401"/>
                </a:moveTo>
                <a:cubicBezTo>
                  <a:pt x="38661" y="45807"/>
                  <a:pt x="38168" y="47946"/>
                  <a:pt x="37182" y="49816"/>
                </a:cubicBezTo>
                <a:cubicBezTo>
                  <a:pt x="36197" y="51686"/>
                  <a:pt x="34819" y="53258"/>
                  <a:pt x="33051" y="54534"/>
                </a:cubicBezTo>
                <a:cubicBezTo>
                  <a:pt x="31282" y="55810"/>
                  <a:pt x="29195" y="56781"/>
                  <a:pt x="26789" y="57448"/>
                </a:cubicBezTo>
                <a:cubicBezTo>
                  <a:pt x="24382" y="58115"/>
                  <a:pt x="21773" y="58448"/>
                  <a:pt x="18961" y="58448"/>
                </a:cubicBezTo>
                <a:cubicBezTo>
                  <a:pt x="15859" y="58448"/>
                  <a:pt x="13126" y="58100"/>
                  <a:pt x="10763" y="57404"/>
                </a:cubicBezTo>
                <a:cubicBezTo>
                  <a:pt x="8400" y="56708"/>
                  <a:pt x="6422" y="55737"/>
                  <a:pt x="4827" y="54491"/>
                </a:cubicBezTo>
                <a:cubicBezTo>
                  <a:pt x="3233" y="53244"/>
                  <a:pt x="2029" y="51765"/>
                  <a:pt x="1218" y="50055"/>
                </a:cubicBezTo>
                <a:cubicBezTo>
                  <a:pt x="406" y="48344"/>
                  <a:pt x="0" y="46460"/>
                  <a:pt x="0" y="44401"/>
                </a:cubicBezTo>
                <a:cubicBezTo>
                  <a:pt x="0" y="40922"/>
                  <a:pt x="971" y="37922"/>
                  <a:pt x="2914" y="35399"/>
                </a:cubicBezTo>
                <a:cubicBezTo>
                  <a:pt x="4856" y="32877"/>
                  <a:pt x="7857" y="30587"/>
                  <a:pt x="11916" y="28528"/>
                </a:cubicBezTo>
                <a:cubicBezTo>
                  <a:pt x="8205" y="26641"/>
                  <a:pt x="5494" y="24543"/>
                  <a:pt x="3783" y="22235"/>
                </a:cubicBezTo>
                <a:cubicBezTo>
                  <a:pt x="2073" y="19926"/>
                  <a:pt x="1218" y="17277"/>
                  <a:pt x="1218" y="14286"/>
                </a:cubicBezTo>
                <a:cubicBezTo>
                  <a:pt x="1218" y="12457"/>
                  <a:pt x="1595" y="10685"/>
                  <a:pt x="2348" y="8972"/>
                </a:cubicBezTo>
                <a:cubicBezTo>
                  <a:pt x="3102" y="7259"/>
                  <a:pt x="4240" y="5735"/>
                  <a:pt x="5762" y="4399"/>
                </a:cubicBezTo>
                <a:cubicBezTo>
                  <a:pt x="7284" y="3064"/>
                  <a:pt x="9190" y="1997"/>
                  <a:pt x="11481" y="1199"/>
                </a:cubicBezTo>
                <a:cubicBezTo>
                  <a:pt x="13771" y="400"/>
                  <a:pt x="16467" y="0"/>
                  <a:pt x="19570" y="0"/>
                </a:cubicBezTo>
                <a:cubicBezTo>
                  <a:pt x="22498" y="0"/>
                  <a:pt x="25071" y="312"/>
                  <a:pt x="27289" y="936"/>
                </a:cubicBezTo>
                <a:cubicBezTo>
                  <a:pt x="29507" y="1561"/>
                  <a:pt x="31369" y="2453"/>
                  <a:pt x="32877" y="3615"/>
                </a:cubicBezTo>
                <a:cubicBezTo>
                  <a:pt x="34385" y="4776"/>
                  <a:pt x="35515" y="6185"/>
                  <a:pt x="36269" y="7840"/>
                </a:cubicBezTo>
                <a:cubicBezTo>
                  <a:pt x="37023" y="9495"/>
                  <a:pt x="37400" y="11339"/>
                  <a:pt x="37400" y="13371"/>
                </a:cubicBezTo>
                <a:cubicBezTo>
                  <a:pt x="37400" y="16682"/>
                  <a:pt x="36479" y="19499"/>
                  <a:pt x="34638" y="21822"/>
                </a:cubicBezTo>
                <a:cubicBezTo>
                  <a:pt x="32797" y="24145"/>
                  <a:pt x="30181" y="26177"/>
                  <a:pt x="26789" y="27919"/>
                </a:cubicBezTo>
                <a:cubicBezTo>
                  <a:pt x="28470" y="28760"/>
                  <a:pt x="30036" y="29688"/>
                  <a:pt x="31485" y="30703"/>
                </a:cubicBezTo>
                <a:cubicBezTo>
                  <a:pt x="32935" y="31717"/>
                  <a:pt x="34196" y="32848"/>
                  <a:pt x="35269" y="34095"/>
                </a:cubicBezTo>
                <a:cubicBezTo>
                  <a:pt x="36342" y="35341"/>
                  <a:pt x="37175" y="36733"/>
                  <a:pt x="37769" y="38270"/>
                </a:cubicBezTo>
                <a:cubicBezTo>
                  <a:pt x="38364" y="39806"/>
                  <a:pt x="38661" y="41517"/>
                  <a:pt x="38661" y="43401"/>
                </a:cubicBezTo>
                <a:moveTo>
                  <a:pt x="29659" y="13960"/>
                </a:moveTo>
                <a:cubicBezTo>
                  <a:pt x="29659" y="11379"/>
                  <a:pt x="28753" y="9459"/>
                  <a:pt x="26941" y="8198"/>
                </a:cubicBezTo>
                <a:cubicBezTo>
                  <a:pt x="25129" y="6936"/>
                  <a:pt x="22585" y="6306"/>
                  <a:pt x="19309" y="6306"/>
                </a:cubicBezTo>
                <a:cubicBezTo>
                  <a:pt x="16062" y="6306"/>
                  <a:pt x="13532" y="6929"/>
                  <a:pt x="11720" y="8176"/>
                </a:cubicBezTo>
                <a:cubicBezTo>
                  <a:pt x="9908" y="9422"/>
                  <a:pt x="9002" y="11292"/>
                  <a:pt x="9002" y="13786"/>
                </a:cubicBezTo>
                <a:cubicBezTo>
                  <a:pt x="9002" y="14921"/>
                  <a:pt x="9219" y="15969"/>
                  <a:pt x="9654" y="16930"/>
                </a:cubicBezTo>
                <a:cubicBezTo>
                  <a:pt x="10089" y="17891"/>
                  <a:pt x="10763" y="18793"/>
                  <a:pt x="11677" y="19638"/>
                </a:cubicBezTo>
                <a:cubicBezTo>
                  <a:pt x="12590" y="20481"/>
                  <a:pt x="13728" y="21311"/>
                  <a:pt x="15090" y="22126"/>
                </a:cubicBezTo>
                <a:cubicBezTo>
                  <a:pt x="16453" y="22940"/>
                  <a:pt x="18077" y="23770"/>
                  <a:pt x="19961" y="24614"/>
                </a:cubicBezTo>
                <a:cubicBezTo>
                  <a:pt x="23237" y="23071"/>
                  <a:pt x="25672" y="21463"/>
                  <a:pt x="27267" y="19790"/>
                </a:cubicBezTo>
                <a:cubicBezTo>
                  <a:pt x="28862" y="18116"/>
                  <a:pt x="29659" y="16172"/>
                  <a:pt x="29659" y="13960"/>
                </a:cubicBezTo>
                <a:moveTo>
                  <a:pt x="30442" y="43945"/>
                </a:moveTo>
                <a:cubicBezTo>
                  <a:pt x="30442" y="42874"/>
                  <a:pt x="30268" y="41832"/>
                  <a:pt x="29920" y="40819"/>
                </a:cubicBezTo>
                <a:cubicBezTo>
                  <a:pt x="29572" y="39806"/>
                  <a:pt x="28949" y="38808"/>
                  <a:pt x="28050" y="37824"/>
                </a:cubicBezTo>
                <a:cubicBezTo>
                  <a:pt x="27151" y="36840"/>
                  <a:pt x="25948" y="35856"/>
                  <a:pt x="24440" y="34872"/>
                </a:cubicBezTo>
                <a:cubicBezTo>
                  <a:pt x="22933" y="33888"/>
                  <a:pt x="21019" y="32875"/>
                  <a:pt x="18700" y="31833"/>
                </a:cubicBezTo>
                <a:cubicBezTo>
                  <a:pt x="16728" y="32788"/>
                  <a:pt x="15069" y="33736"/>
                  <a:pt x="13720" y="34676"/>
                </a:cubicBezTo>
                <a:cubicBezTo>
                  <a:pt x="12372" y="35617"/>
                  <a:pt x="11285" y="36572"/>
                  <a:pt x="10459" y="37541"/>
                </a:cubicBezTo>
                <a:cubicBezTo>
                  <a:pt x="9633" y="38511"/>
                  <a:pt x="9046" y="39516"/>
                  <a:pt x="8698" y="40558"/>
                </a:cubicBezTo>
                <a:cubicBezTo>
                  <a:pt x="8350" y="41600"/>
                  <a:pt x="8176" y="42700"/>
                  <a:pt x="8176" y="43858"/>
                </a:cubicBezTo>
                <a:cubicBezTo>
                  <a:pt x="8176" y="45166"/>
                  <a:pt x="8458" y="46322"/>
                  <a:pt x="9024" y="47325"/>
                </a:cubicBezTo>
                <a:cubicBezTo>
                  <a:pt x="9589" y="48328"/>
                  <a:pt x="10365" y="49178"/>
                  <a:pt x="11350" y="49875"/>
                </a:cubicBezTo>
                <a:cubicBezTo>
                  <a:pt x="12336" y="50573"/>
                  <a:pt x="13510" y="51096"/>
                  <a:pt x="14873" y="51445"/>
                </a:cubicBezTo>
                <a:cubicBezTo>
                  <a:pt x="16236" y="51794"/>
                  <a:pt x="17714" y="51968"/>
                  <a:pt x="19309" y="51968"/>
                </a:cubicBezTo>
                <a:cubicBezTo>
                  <a:pt x="20845" y="51968"/>
                  <a:pt x="22295" y="51808"/>
                  <a:pt x="23658" y="51489"/>
                </a:cubicBezTo>
                <a:cubicBezTo>
                  <a:pt x="25020" y="51169"/>
                  <a:pt x="26202" y="50682"/>
                  <a:pt x="27202" y="50028"/>
                </a:cubicBezTo>
                <a:cubicBezTo>
                  <a:pt x="28202" y="49373"/>
                  <a:pt x="28992" y="48545"/>
                  <a:pt x="29572" y="47542"/>
                </a:cubicBezTo>
                <a:cubicBezTo>
                  <a:pt x="30152" y="46539"/>
                  <a:pt x="30442" y="45340"/>
                  <a:pt x="30442" y="43945"/>
                </a:cubicBez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,">
            <a:extLst xmlns:a="http://schemas.openxmlformats.org/drawingml/2006/main">
              <a:ext uri="{FF2B5EF4-FFF2-40B4-BE49-F238E27FC236}">
                <a16:creationId xmlns:a16="http://schemas.microsoft.com/office/drawing/2014/main" id="{C1A6C5E6-A8FA-4E4F-8BC1-BD965AB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523" y="5823130"/>
            <a:ext cx="21005" cy="28920"/>
          </a:xfrm>
          <a:custGeom xmlns:a="http://schemas.openxmlformats.org/drawingml/2006/main">
            <a:pathLst>
              <a:path w="21005" h="28920">
                <a:moveTo>
                  <a:pt x="0" y="22962"/>
                </a:moveTo>
                <a:cubicBezTo>
                  <a:pt x="1479" y="23020"/>
                  <a:pt x="2914" y="22888"/>
                  <a:pt x="4305" y="22568"/>
                </a:cubicBezTo>
                <a:cubicBezTo>
                  <a:pt x="5697" y="22248"/>
                  <a:pt x="6922" y="21774"/>
                  <a:pt x="7980" y="21147"/>
                </a:cubicBezTo>
                <a:cubicBezTo>
                  <a:pt x="9038" y="20521"/>
                  <a:pt x="9886" y="19742"/>
                  <a:pt x="10524" y="18810"/>
                </a:cubicBezTo>
                <a:cubicBezTo>
                  <a:pt x="11162" y="17879"/>
                  <a:pt x="11481" y="16815"/>
                  <a:pt x="11481" y="15620"/>
                </a:cubicBezTo>
                <a:cubicBezTo>
                  <a:pt x="11481" y="14397"/>
                  <a:pt x="11271" y="13409"/>
                  <a:pt x="10850" y="12655"/>
                </a:cubicBezTo>
                <a:cubicBezTo>
                  <a:pt x="10430" y="11901"/>
                  <a:pt x="9959" y="11205"/>
                  <a:pt x="9437" y="10568"/>
                </a:cubicBezTo>
                <a:cubicBezTo>
                  <a:pt x="8915" y="9930"/>
                  <a:pt x="8444" y="9248"/>
                  <a:pt x="8024" y="8524"/>
                </a:cubicBezTo>
                <a:cubicBezTo>
                  <a:pt x="7603" y="7799"/>
                  <a:pt x="7393" y="6828"/>
                  <a:pt x="7393" y="5610"/>
                </a:cubicBezTo>
                <a:cubicBezTo>
                  <a:pt x="7393" y="5001"/>
                  <a:pt x="7509" y="4363"/>
                  <a:pt x="7741" y="3696"/>
                </a:cubicBezTo>
                <a:cubicBezTo>
                  <a:pt x="7973" y="3030"/>
                  <a:pt x="8328" y="2421"/>
                  <a:pt x="8806" y="1870"/>
                </a:cubicBezTo>
                <a:cubicBezTo>
                  <a:pt x="9285" y="1319"/>
                  <a:pt x="9894" y="870"/>
                  <a:pt x="10633" y="522"/>
                </a:cubicBezTo>
                <a:cubicBezTo>
                  <a:pt x="11372" y="174"/>
                  <a:pt x="12249" y="0"/>
                  <a:pt x="13264" y="0"/>
                </a:cubicBezTo>
                <a:cubicBezTo>
                  <a:pt x="14279" y="0"/>
                  <a:pt x="15257" y="211"/>
                  <a:pt x="16199" y="632"/>
                </a:cubicBezTo>
                <a:cubicBezTo>
                  <a:pt x="17142" y="1052"/>
                  <a:pt x="17968" y="1698"/>
                  <a:pt x="18678" y="2570"/>
                </a:cubicBezTo>
                <a:cubicBezTo>
                  <a:pt x="19388" y="3441"/>
                  <a:pt x="19954" y="4530"/>
                  <a:pt x="20374" y="5837"/>
                </a:cubicBezTo>
                <a:cubicBezTo>
                  <a:pt x="20795" y="7143"/>
                  <a:pt x="21005" y="8682"/>
                  <a:pt x="21005" y="10453"/>
                </a:cubicBezTo>
                <a:cubicBezTo>
                  <a:pt x="21005" y="12863"/>
                  <a:pt x="20563" y="15179"/>
                  <a:pt x="19678" y="17399"/>
                </a:cubicBezTo>
                <a:cubicBezTo>
                  <a:pt x="18794" y="19621"/>
                  <a:pt x="17475" y="21588"/>
                  <a:pt x="15721" y="23301"/>
                </a:cubicBezTo>
                <a:cubicBezTo>
                  <a:pt x="13967" y="25015"/>
                  <a:pt x="11778" y="26379"/>
                  <a:pt x="9154" y="27395"/>
                </a:cubicBezTo>
                <a:cubicBezTo>
                  <a:pt x="6530" y="28411"/>
                  <a:pt x="3479" y="28920"/>
                  <a:pt x="0" y="28920"/>
                </a:cubicBezTo>
                <a:lnTo>
                  <a:pt x="0" y="22962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8">
            <a:extLst xmlns:a="http://schemas.openxmlformats.org/drawingml/2006/main">
              <a:ext uri="{FF2B5EF4-FFF2-40B4-BE49-F238E27FC236}">
                <a16:creationId xmlns:a16="http://schemas.microsoft.com/office/drawing/2014/main" id="{FDBACA24-7380-48B4-836B-3A78EE07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1" y="5885539"/>
            <a:ext cx="38661" cy="58448"/>
          </a:xfrm>
          <a:custGeom xmlns:a="http://schemas.openxmlformats.org/drawingml/2006/main">
            <a:pathLst>
              <a:path w="38661" h="58448">
                <a:moveTo>
                  <a:pt x="38661" y="43401"/>
                </a:moveTo>
                <a:cubicBezTo>
                  <a:pt x="38661" y="45807"/>
                  <a:pt x="38168" y="47946"/>
                  <a:pt x="37182" y="49816"/>
                </a:cubicBezTo>
                <a:cubicBezTo>
                  <a:pt x="36197" y="51686"/>
                  <a:pt x="34819" y="53258"/>
                  <a:pt x="33051" y="54534"/>
                </a:cubicBezTo>
                <a:cubicBezTo>
                  <a:pt x="31282" y="55810"/>
                  <a:pt x="29195" y="56781"/>
                  <a:pt x="26789" y="57448"/>
                </a:cubicBezTo>
                <a:cubicBezTo>
                  <a:pt x="24382" y="58115"/>
                  <a:pt x="21773" y="58448"/>
                  <a:pt x="18961" y="58448"/>
                </a:cubicBezTo>
                <a:cubicBezTo>
                  <a:pt x="15859" y="58448"/>
                  <a:pt x="13126" y="58100"/>
                  <a:pt x="10763" y="57404"/>
                </a:cubicBezTo>
                <a:cubicBezTo>
                  <a:pt x="8400" y="56708"/>
                  <a:pt x="6422" y="55737"/>
                  <a:pt x="4827" y="54491"/>
                </a:cubicBezTo>
                <a:cubicBezTo>
                  <a:pt x="3233" y="53244"/>
                  <a:pt x="2029" y="51765"/>
                  <a:pt x="1218" y="50055"/>
                </a:cubicBezTo>
                <a:cubicBezTo>
                  <a:pt x="406" y="48344"/>
                  <a:pt x="0" y="46460"/>
                  <a:pt x="0" y="44401"/>
                </a:cubicBezTo>
                <a:cubicBezTo>
                  <a:pt x="0" y="40922"/>
                  <a:pt x="971" y="37922"/>
                  <a:pt x="2914" y="35399"/>
                </a:cubicBezTo>
                <a:cubicBezTo>
                  <a:pt x="4856" y="32877"/>
                  <a:pt x="7857" y="30587"/>
                  <a:pt x="11916" y="28528"/>
                </a:cubicBezTo>
                <a:cubicBezTo>
                  <a:pt x="8205" y="26641"/>
                  <a:pt x="5494" y="24543"/>
                  <a:pt x="3783" y="22235"/>
                </a:cubicBezTo>
                <a:cubicBezTo>
                  <a:pt x="2073" y="19926"/>
                  <a:pt x="1218" y="17277"/>
                  <a:pt x="1218" y="14286"/>
                </a:cubicBezTo>
                <a:cubicBezTo>
                  <a:pt x="1218" y="12457"/>
                  <a:pt x="1595" y="10685"/>
                  <a:pt x="2348" y="8972"/>
                </a:cubicBezTo>
                <a:cubicBezTo>
                  <a:pt x="3102" y="7259"/>
                  <a:pt x="4240" y="5735"/>
                  <a:pt x="5762" y="4399"/>
                </a:cubicBezTo>
                <a:cubicBezTo>
                  <a:pt x="7284" y="3064"/>
                  <a:pt x="9190" y="1997"/>
                  <a:pt x="11481" y="1199"/>
                </a:cubicBezTo>
                <a:cubicBezTo>
                  <a:pt x="13771" y="400"/>
                  <a:pt x="16467" y="0"/>
                  <a:pt x="19570" y="0"/>
                </a:cubicBezTo>
                <a:cubicBezTo>
                  <a:pt x="22498" y="0"/>
                  <a:pt x="25071" y="312"/>
                  <a:pt x="27289" y="936"/>
                </a:cubicBezTo>
                <a:cubicBezTo>
                  <a:pt x="29507" y="1561"/>
                  <a:pt x="31369" y="2453"/>
                  <a:pt x="32877" y="3615"/>
                </a:cubicBezTo>
                <a:cubicBezTo>
                  <a:pt x="34385" y="4776"/>
                  <a:pt x="35515" y="6185"/>
                  <a:pt x="36269" y="7840"/>
                </a:cubicBezTo>
                <a:cubicBezTo>
                  <a:pt x="37023" y="9495"/>
                  <a:pt x="37400" y="11339"/>
                  <a:pt x="37400" y="13371"/>
                </a:cubicBezTo>
                <a:cubicBezTo>
                  <a:pt x="37400" y="16682"/>
                  <a:pt x="36479" y="19499"/>
                  <a:pt x="34638" y="21822"/>
                </a:cubicBezTo>
                <a:cubicBezTo>
                  <a:pt x="32797" y="24145"/>
                  <a:pt x="30181" y="26177"/>
                  <a:pt x="26789" y="27919"/>
                </a:cubicBezTo>
                <a:cubicBezTo>
                  <a:pt x="28470" y="28760"/>
                  <a:pt x="30036" y="29688"/>
                  <a:pt x="31485" y="30703"/>
                </a:cubicBezTo>
                <a:cubicBezTo>
                  <a:pt x="32935" y="31717"/>
                  <a:pt x="34196" y="32848"/>
                  <a:pt x="35269" y="34095"/>
                </a:cubicBezTo>
                <a:cubicBezTo>
                  <a:pt x="36342" y="35341"/>
                  <a:pt x="37175" y="36733"/>
                  <a:pt x="37769" y="38270"/>
                </a:cubicBezTo>
                <a:cubicBezTo>
                  <a:pt x="38364" y="39806"/>
                  <a:pt x="38661" y="41517"/>
                  <a:pt x="38661" y="43401"/>
                </a:cubicBezTo>
                <a:moveTo>
                  <a:pt x="29659" y="13960"/>
                </a:moveTo>
                <a:cubicBezTo>
                  <a:pt x="29659" y="11379"/>
                  <a:pt x="28753" y="9459"/>
                  <a:pt x="26941" y="8198"/>
                </a:cubicBezTo>
                <a:cubicBezTo>
                  <a:pt x="25129" y="6936"/>
                  <a:pt x="22585" y="6306"/>
                  <a:pt x="19309" y="6306"/>
                </a:cubicBezTo>
                <a:cubicBezTo>
                  <a:pt x="16062" y="6306"/>
                  <a:pt x="13532" y="6929"/>
                  <a:pt x="11720" y="8176"/>
                </a:cubicBezTo>
                <a:cubicBezTo>
                  <a:pt x="9908" y="9422"/>
                  <a:pt x="9002" y="11292"/>
                  <a:pt x="9002" y="13786"/>
                </a:cubicBezTo>
                <a:cubicBezTo>
                  <a:pt x="9002" y="14921"/>
                  <a:pt x="9219" y="15969"/>
                  <a:pt x="9654" y="16930"/>
                </a:cubicBezTo>
                <a:cubicBezTo>
                  <a:pt x="10089" y="17891"/>
                  <a:pt x="10763" y="18793"/>
                  <a:pt x="11677" y="19638"/>
                </a:cubicBezTo>
                <a:cubicBezTo>
                  <a:pt x="12590" y="20481"/>
                  <a:pt x="13728" y="21311"/>
                  <a:pt x="15090" y="22126"/>
                </a:cubicBezTo>
                <a:cubicBezTo>
                  <a:pt x="16453" y="22940"/>
                  <a:pt x="18077" y="23770"/>
                  <a:pt x="19961" y="24614"/>
                </a:cubicBezTo>
                <a:cubicBezTo>
                  <a:pt x="23237" y="23071"/>
                  <a:pt x="25672" y="21463"/>
                  <a:pt x="27267" y="19790"/>
                </a:cubicBezTo>
                <a:cubicBezTo>
                  <a:pt x="28862" y="18116"/>
                  <a:pt x="29659" y="16172"/>
                  <a:pt x="29659" y="13960"/>
                </a:cubicBezTo>
                <a:moveTo>
                  <a:pt x="30442" y="43945"/>
                </a:moveTo>
                <a:cubicBezTo>
                  <a:pt x="30442" y="42874"/>
                  <a:pt x="30268" y="41832"/>
                  <a:pt x="29920" y="40819"/>
                </a:cubicBezTo>
                <a:cubicBezTo>
                  <a:pt x="29572" y="39806"/>
                  <a:pt x="28949" y="38808"/>
                  <a:pt x="28050" y="37824"/>
                </a:cubicBezTo>
                <a:cubicBezTo>
                  <a:pt x="27151" y="36840"/>
                  <a:pt x="25948" y="35856"/>
                  <a:pt x="24440" y="34872"/>
                </a:cubicBezTo>
                <a:cubicBezTo>
                  <a:pt x="22933" y="33888"/>
                  <a:pt x="21019" y="32875"/>
                  <a:pt x="18700" y="31833"/>
                </a:cubicBezTo>
                <a:cubicBezTo>
                  <a:pt x="16728" y="32788"/>
                  <a:pt x="15069" y="33736"/>
                  <a:pt x="13720" y="34676"/>
                </a:cubicBezTo>
                <a:cubicBezTo>
                  <a:pt x="12372" y="35617"/>
                  <a:pt x="11285" y="36572"/>
                  <a:pt x="10459" y="37541"/>
                </a:cubicBezTo>
                <a:cubicBezTo>
                  <a:pt x="9633" y="38511"/>
                  <a:pt x="9046" y="39516"/>
                  <a:pt x="8698" y="40558"/>
                </a:cubicBezTo>
                <a:cubicBezTo>
                  <a:pt x="8350" y="41600"/>
                  <a:pt x="8176" y="42700"/>
                  <a:pt x="8176" y="43858"/>
                </a:cubicBezTo>
                <a:cubicBezTo>
                  <a:pt x="8176" y="45166"/>
                  <a:pt x="8458" y="46322"/>
                  <a:pt x="9024" y="47325"/>
                </a:cubicBezTo>
                <a:cubicBezTo>
                  <a:pt x="9589" y="48328"/>
                  <a:pt x="10365" y="49178"/>
                  <a:pt x="11350" y="49875"/>
                </a:cubicBezTo>
                <a:cubicBezTo>
                  <a:pt x="12336" y="50573"/>
                  <a:pt x="13510" y="51096"/>
                  <a:pt x="14873" y="51445"/>
                </a:cubicBezTo>
                <a:cubicBezTo>
                  <a:pt x="16236" y="51794"/>
                  <a:pt x="17714" y="51968"/>
                  <a:pt x="19309" y="51968"/>
                </a:cubicBezTo>
                <a:cubicBezTo>
                  <a:pt x="20845" y="51968"/>
                  <a:pt x="22295" y="51808"/>
                  <a:pt x="23658" y="51489"/>
                </a:cubicBezTo>
                <a:cubicBezTo>
                  <a:pt x="25020" y="51169"/>
                  <a:pt x="26202" y="50682"/>
                  <a:pt x="27202" y="50028"/>
                </a:cubicBezTo>
                <a:cubicBezTo>
                  <a:pt x="28202" y="49373"/>
                  <a:pt x="28992" y="48545"/>
                  <a:pt x="29572" y="47542"/>
                </a:cubicBezTo>
                <a:cubicBezTo>
                  <a:pt x="30152" y="46539"/>
                  <a:pt x="30442" y="45340"/>
                  <a:pt x="30442" y="43945"/>
                </a:cubicBez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)">
            <a:extLst xmlns:a="http://schemas.openxmlformats.org/drawingml/2006/main">
              <a:ext uri="{FF2B5EF4-FFF2-40B4-BE49-F238E27FC236}">
                <a16:creationId xmlns:a16="http://schemas.microsoft.com/office/drawing/2014/main" id="{6823BDB1-9D4F-4EF4-94D8-49A18609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65" y="5878407"/>
            <a:ext cx="24614" cy="83062"/>
          </a:xfrm>
          <a:custGeom xmlns:a="http://schemas.openxmlformats.org/drawingml/2006/main">
            <a:pathLst>
              <a:path w="24614" h="83062">
                <a:moveTo>
                  <a:pt x="4566" y="0"/>
                </a:moveTo>
                <a:cubicBezTo>
                  <a:pt x="17932" y="12386"/>
                  <a:pt x="24614" y="26164"/>
                  <a:pt x="24614" y="41335"/>
                </a:cubicBezTo>
                <a:cubicBezTo>
                  <a:pt x="24614" y="44468"/>
                  <a:pt x="24295" y="47717"/>
                  <a:pt x="23658" y="51082"/>
                </a:cubicBezTo>
                <a:cubicBezTo>
                  <a:pt x="23020" y="54447"/>
                  <a:pt x="21932" y="57892"/>
                  <a:pt x="20396" y="61416"/>
                </a:cubicBezTo>
                <a:cubicBezTo>
                  <a:pt x="18859" y="64940"/>
                  <a:pt x="16794" y="68515"/>
                  <a:pt x="14199" y="72141"/>
                </a:cubicBezTo>
                <a:cubicBezTo>
                  <a:pt x="11604" y="75767"/>
                  <a:pt x="8335" y="79407"/>
                  <a:pt x="4392" y="83062"/>
                </a:cubicBezTo>
                <a:lnTo>
                  <a:pt x="0" y="78580"/>
                </a:lnTo>
                <a:cubicBezTo>
                  <a:pt x="5653" y="72982"/>
                  <a:pt x="9872" y="67137"/>
                  <a:pt x="12655" y="61046"/>
                </a:cubicBezTo>
                <a:cubicBezTo>
                  <a:pt x="15438" y="54954"/>
                  <a:pt x="16830" y="48573"/>
                  <a:pt x="16830" y="41901"/>
                </a:cubicBezTo>
                <a:cubicBezTo>
                  <a:pt x="16830" y="28093"/>
                  <a:pt x="11220" y="15678"/>
                  <a:pt x="0" y="4656"/>
                </a:cubicBezTo>
                <a:lnTo>
                  <a:pt x="4566" y="0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...">
            <a:extLst xmlns:a="http://schemas.openxmlformats.org/drawingml/2006/main">
              <a:ext uri="{FF2B5EF4-FFF2-40B4-BE49-F238E27FC236}">
                <a16:creationId xmlns:a16="http://schemas.microsoft.com/office/drawing/2014/main" id="{835CCC97-C506-4FD2-98A9-E4E6F25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52" y="6035533"/>
            <a:ext cx="111984" cy="14482"/>
          </a:xfrm>
          <a:custGeom xmlns:a="http://schemas.openxmlformats.org/drawingml/2006/main">
            <a:pathLst>
              <a:path w="111984" h="14482">
                <a:moveTo>
                  <a:pt x="7219" y="0"/>
                </a:moveTo>
                <a:cubicBezTo>
                  <a:pt x="8205" y="0"/>
                  <a:pt x="9140" y="188"/>
                  <a:pt x="10024" y="565"/>
                </a:cubicBezTo>
                <a:cubicBezTo>
                  <a:pt x="10908" y="942"/>
                  <a:pt x="11677" y="1464"/>
                  <a:pt x="12329" y="2131"/>
                </a:cubicBezTo>
                <a:cubicBezTo>
                  <a:pt x="12981" y="2798"/>
                  <a:pt x="13496" y="3573"/>
                  <a:pt x="13873" y="4458"/>
                </a:cubicBezTo>
                <a:cubicBezTo>
                  <a:pt x="14250" y="5342"/>
                  <a:pt x="14438" y="6291"/>
                  <a:pt x="14438" y="7306"/>
                </a:cubicBezTo>
                <a:cubicBezTo>
                  <a:pt x="14438" y="8292"/>
                  <a:pt x="14250" y="9219"/>
                  <a:pt x="13873" y="10089"/>
                </a:cubicBezTo>
                <a:cubicBezTo>
                  <a:pt x="13496" y="10959"/>
                  <a:pt x="12981" y="11720"/>
                  <a:pt x="12329" y="12372"/>
                </a:cubicBezTo>
                <a:cubicBezTo>
                  <a:pt x="11677" y="13025"/>
                  <a:pt x="10908" y="13539"/>
                  <a:pt x="10024" y="13916"/>
                </a:cubicBezTo>
                <a:cubicBezTo>
                  <a:pt x="9140" y="14293"/>
                  <a:pt x="8205" y="14482"/>
                  <a:pt x="7219" y="14482"/>
                </a:cubicBezTo>
                <a:cubicBezTo>
                  <a:pt x="6204" y="14482"/>
                  <a:pt x="5262" y="14293"/>
                  <a:pt x="4392" y="13916"/>
                </a:cubicBezTo>
                <a:cubicBezTo>
                  <a:pt x="3523" y="13539"/>
                  <a:pt x="2761" y="13025"/>
                  <a:pt x="2109" y="12372"/>
                </a:cubicBezTo>
                <a:cubicBezTo>
                  <a:pt x="1457" y="11720"/>
                  <a:pt x="942" y="10959"/>
                  <a:pt x="565" y="10089"/>
                </a:cubicBezTo>
                <a:cubicBezTo>
                  <a:pt x="188" y="9219"/>
                  <a:pt x="0" y="8292"/>
                  <a:pt x="0" y="7306"/>
                </a:cubicBezTo>
                <a:cubicBezTo>
                  <a:pt x="0" y="6291"/>
                  <a:pt x="188" y="5342"/>
                  <a:pt x="565" y="4458"/>
                </a:cubicBezTo>
                <a:cubicBezTo>
                  <a:pt x="942" y="3573"/>
                  <a:pt x="1457" y="2798"/>
                  <a:pt x="2109" y="2131"/>
                </a:cubicBezTo>
                <a:cubicBezTo>
                  <a:pt x="2761" y="1464"/>
                  <a:pt x="3523" y="942"/>
                  <a:pt x="4392" y="565"/>
                </a:cubicBezTo>
                <a:cubicBezTo>
                  <a:pt x="5262" y="188"/>
                  <a:pt x="6204" y="0"/>
                  <a:pt x="7219" y="0"/>
                </a:cubicBezTo>
                <a:close/>
                <a:moveTo>
                  <a:pt x="55992" y="0"/>
                </a:moveTo>
                <a:cubicBezTo>
                  <a:pt x="56978" y="0"/>
                  <a:pt x="57913" y="188"/>
                  <a:pt x="58797" y="565"/>
                </a:cubicBezTo>
                <a:cubicBezTo>
                  <a:pt x="59681" y="942"/>
                  <a:pt x="60449" y="1464"/>
                  <a:pt x="61102" y="2131"/>
                </a:cubicBezTo>
                <a:cubicBezTo>
                  <a:pt x="61754" y="2798"/>
                  <a:pt x="62269" y="3573"/>
                  <a:pt x="62645" y="4458"/>
                </a:cubicBezTo>
                <a:cubicBezTo>
                  <a:pt x="63022" y="5342"/>
                  <a:pt x="63211" y="6291"/>
                  <a:pt x="63211" y="7306"/>
                </a:cubicBezTo>
                <a:cubicBezTo>
                  <a:pt x="63211" y="8292"/>
                  <a:pt x="63022" y="9219"/>
                  <a:pt x="62645" y="10089"/>
                </a:cubicBezTo>
                <a:cubicBezTo>
                  <a:pt x="62269" y="10959"/>
                  <a:pt x="61754" y="11720"/>
                  <a:pt x="61102" y="12372"/>
                </a:cubicBezTo>
                <a:cubicBezTo>
                  <a:pt x="60449" y="13025"/>
                  <a:pt x="59681" y="13539"/>
                  <a:pt x="58797" y="13916"/>
                </a:cubicBezTo>
                <a:cubicBezTo>
                  <a:pt x="57913" y="14293"/>
                  <a:pt x="56978" y="14482"/>
                  <a:pt x="55992" y="14482"/>
                </a:cubicBezTo>
                <a:cubicBezTo>
                  <a:pt x="54977" y="14482"/>
                  <a:pt x="54035" y="14293"/>
                  <a:pt x="53165" y="13916"/>
                </a:cubicBezTo>
                <a:cubicBezTo>
                  <a:pt x="52295" y="13539"/>
                  <a:pt x="51534" y="13025"/>
                  <a:pt x="50882" y="12372"/>
                </a:cubicBezTo>
                <a:cubicBezTo>
                  <a:pt x="50230" y="11720"/>
                  <a:pt x="49715" y="10959"/>
                  <a:pt x="49338" y="10089"/>
                </a:cubicBezTo>
                <a:cubicBezTo>
                  <a:pt x="48961" y="9219"/>
                  <a:pt x="48773" y="8292"/>
                  <a:pt x="48773" y="7306"/>
                </a:cubicBezTo>
                <a:cubicBezTo>
                  <a:pt x="48773" y="6291"/>
                  <a:pt x="48961" y="5342"/>
                  <a:pt x="49338" y="4458"/>
                </a:cubicBezTo>
                <a:cubicBezTo>
                  <a:pt x="49715" y="3573"/>
                  <a:pt x="50230" y="2798"/>
                  <a:pt x="50882" y="2131"/>
                </a:cubicBezTo>
                <a:cubicBezTo>
                  <a:pt x="51534" y="1464"/>
                  <a:pt x="52295" y="942"/>
                  <a:pt x="53165" y="565"/>
                </a:cubicBezTo>
                <a:cubicBezTo>
                  <a:pt x="54035" y="188"/>
                  <a:pt x="54977" y="0"/>
                  <a:pt x="55992" y="0"/>
                </a:cubicBezTo>
                <a:close/>
                <a:moveTo>
                  <a:pt x="104765" y="0"/>
                </a:moveTo>
                <a:cubicBezTo>
                  <a:pt x="105750" y="0"/>
                  <a:pt x="106685" y="188"/>
                  <a:pt x="107570" y="565"/>
                </a:cubicBezTo>
                <a:cubicBezTo>
                  <a:pt x="108454" y="942"/>
                  <a:pt x="109222" y="1464"/>
                  <a:pt x="109875" y="2131"/>
                </a:cubicBezTo>
                <a:cubicBezTo>
                  <a:pt x="110527" y="2798"/>
                  <a:pt x="111042" y="3573"/>
                  <a:pt x="111418" y="4458"/>
                </a:cubicBezTo>
                <a:cubicBezTo>
                  <a:pt x="111795" y="5342"/>
                  <a:pt x="111984" y="6291"/>
                  <a:pt x="111984" y="7306"/>
                </a:cubicBezTo>
                <a:cubicBezTo>
                  <a:pt x="111984" y="8292"/>
                  <a:pt x="111795" y="9219"/>
                  <a:pt x="111418" y="10089"/>
                </a:cubicBezTo>
                <a:cubicBezTo>
                  <a:pt x="111042" y="10959"/>
                  <a:pt x="110527" y="11720"/>
                  <a:pt x="109875" y="12372"/>
                </a:cubicBezTo>
                <a:cubicBezTo>
                  <a:pt x="109222" y="13025"/>
                  <a:pt x="108454" y="13539"/>
                  <a:pt x="107570" y="13916"/>
                </a:cubicBezTo>
                <a:cubicBezTo>
                  <a:pt x="106685" y="14293"/>
                  <a:pt x="105750" y="14482"/>
                  <a:pt x="104765" y="14482"/>
                </a:cubicBezTo>
                <a:cubicBezTo>
                  <a:pt x="103750" y="14482"/>
                  <a:pt x="102808" y="14293"/>
                  <a:pt x="101938" y="13916"/>
                </a:cubicBezTo>
                <a:cubicBezTo>
                  <a:pt x="101068" y="13539"/>
                  <a:pt x="100307" y="13025"/>
                  <a:pt x="99655" y="12372"/>
                </a:cubicBezTo>
                <a:cubicBezTo>
                  <a:pt x="99003" y="11720"/>
                  <a:pt x="98488" y="10959"/>
                  <a:pt x="98111" y="10089"/>
                </a:cubicBezTo>
                <a:cubicBezTo>
                  <a:pt x="97734" y="9219"/>
                  <a:pt x="97546" y="8292"/>
                  <a:pt x="97546" y="7306"/>
                </a:cubicBezTo>
                <a:cubicBezTo>
                  <a:pt x="97546" y="6291"/>
                  <a:pt x="97734" y="5342"/>
                  <a:pt x="98111" y="4458"/>
                </a:cubicBezTo>
                <a:cubicBezTo>
                  <a:pt x="98488" y="3573"/>
                  <a:pt x="99003" y="2798"/>
                  <a:pt x="99655" y="2131"/>
                </a:cubicBezTo>
                <a:cubicBezTo>
                  <a:pt x="100307" y="1464"/>
                  <a:pt x="101068" y="942"/>
                  <a:pt x="101938" y="565"/>
                </a:cubicBezTo>
                <a:cubicBezTo>
                  <a:pt x="102808" y="188"/>
                  <a:pt x="103750" y="0"/>
                  <a:pt x="104765" y="0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70BF7-7C2C-4D9E-B971-FD805B3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738" y="4175186"/>
            <a:ext cx="1948267" cy="2137173"/>
          </a:xfrm>
          <a:custGeom xmlns:a="http://schemas.openxmlformats.org/drawingml/2006/main">
            <a:pathLst>
              <a:path w="1948267" h="2137173">
                <a:moveTo>
                  <a:pt x="0" y="164697"/>
                </a:moveTo>
                <a:cubicBezTo>
                  <a:pt x="0" y="73690"/>
                  <a:pt x="73866" y="0"/>
                  <a:pt x="164697" y="0"/>
                </a:cubicBezTo>
                <a:lnTo>
                  <a:pt x="1783570" y="0"/>
                </a:lnTo>
                <a:cubicBezTo>
                  <a:pt x="1874577" y="0"/>
                  <a:pt x="1948267" y="73690"/>
                  <a:pt x="1948267" y="164697"/>
                </a:cubicBezTo>
                <a:lnTo>
                  <a:pt x="1948267" y="1972476"/>
                </a:lnTo>
                <a:cubicBezTo>
                  <a:pt x="1948267" y="2063307"/>
                  <a:pt x="1874577" y="2137173"/>
                  <a:pt x="1783570" y="2137173"/>
                </a:cubicBezTo>
                <a:lnTo>
                  <a:pt x="164697" y="2137173"/>
                </a:lnTo>
                <a:cubicBezTo>
                  <a:pt x="73866" y="2137173"/>
                  <a:pt x="0" y="2063307"/>
                  <a:pt x="0" y="1972476"/>
                </a:cubicBezTo>
                <a:lnTo>
                  <a:pt x="0" y="16469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443C9-BA0A-4AFF-B89D-F2AC93C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738" y="4175186"/>
            <a:ext cx="1948267" cy="2137173"/>
          </a:xfrm>
          <a:custGeom xmlns:a="http://schemas.openxmlformats.org/drawingml/2006/main">
            <a:pathLst>
              <a:path w="1948267" h="2137173" fill="none">
                <a:moveTo>
                  <a:pt x="0" y="164697"/>
                </a:moveTo>
                <a:cubicBezTo>
                  <a:pt x="0" y="73690"/>
                  <a:pt x="73866" y="0"/>
                  <a:pt x="164697" y="0"/>
                </a:cubicBezTo>
                <a:lnTo>
                  <a:pt x="1783570" y="0"/>
                </a:lnTo>
                <a:cubicBezTo>
                  <a:pt x="1874577" y="0"/>
                  <a:pt x="1948267" y="73690"/>
                  <a:pt x="1948267" y="164697"/>
                </a:cubicBezTo>
                <a:lnTo>
                  <a:pt x="1948267" y="1972476"/>
                </a:lnTo>
                <a:cubicBezTo>
                  <a:pt x="1948267" y="2063307"/>
                  <a:pt x="1874577" y="2137173"/>
                  <a:pt x="1783570" y="2137173"/>
                </a:cubicBezTo>
                <a:lnTo>
                  <a:pt x="164697" y="2137173"/>
                </a:lnTo>
                <a:cubicBezTo>
                  <a:pt x="73866" y="2137173"/>
                  <a:pt x="0" y="2063307"/>
                  <a:pt x="0" y="1972476"/>
                </a:cubicBezTo>
                <a:lnTo>
                  <a:pt x="0" y="1646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0D0D0D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CEFDA-EA42-4D8F-8BF9-CA7B4BCC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660" y="6170282"/>
            <a:ext cx="350423" cy="350246"/>
          </a:xfrm>
          <a:custGeom xmlns:a="http://schemas.openxmlformats.org/drawingml/2006/main">
            <a:pathLst>
              <a:path w="350423" h="350246">
                <a:moveTo>
                  <a:pt x="0" y="175123"/>
                </a:moveTo>
                <a:cubicBezTo>
                  <a:pt x="0" y="78461"/>
                  <a:pt x="78461" y="0"/>
                  <a:pt x="175300" y="0"/>
                </a:cubicBezTo>
                <a:cubicBezTo>
                  <a:pt x="271962" y="0"/>
                  <a:pt x="350423" y="78461"/>
                  <a:pt x="350423" y="175123"/>
                </a:cubicBezTo>
                <a:cubicBezTo>
                  <a:pt x="350423" y="271962"/>
                  <a:pt x="271962" y="350246"/>
                  <a:pt x="175300" y="350246"/>
                </a:cubicBezTo>
                <a:cubicBezTo>
                  <a:pt x="78461" y="350246"/>
                  <a:pt x="0" y="271962"/>
                  <a:pt x="0" y="175123"/>
                </a:cubicBezTo>
                <a:close/>
              </a:path>
            </a:pathLst>
          </a:custGeom>
          <a:solidFill xmlns:a="http://schemas.openxmlformats.org/drawingml/2006/main">
            <a:srgbClr val="61CB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7694E-DF63-4A1F-B795-BB2A2096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660" y="6170282"/>
            <a:ext cx="350423" cy="350246"/>
          </a:xfrm>
          <a:custGeom xmlns:a="http://schemas.openxmlformats.org/drawingml/2006/main">
            <a:pathLst>
              <a:path w="350423" h="350246" fill="none">
                <a:moveTo>
                  <a:pt x="0" y="175123"/>
                </a:moveTo>
                <a:cubicBezTo>
                  <a:pt x="0" y="78461"/>
                  <a:pt x="78461" y="0"/>
                  <a:pt x="175300" y="0"/>
                </a:cubicBezTo>
                <a:cubicBezTo>
                  <a:pt x="271962" y="0"/>
                  <a:pt x="350423" y="78461"/>
                  <a:pt x="350423" y="175123"/>
                </a:cubicBezTo>
                <a:cubicBezTo>
                  <a:pt x="350423" y="271962"/>
                  <a:pt x="271962" y="350246"/>
                  <a:pt x="175300" y="350246"/>
                </a:cubicBezTo>
                <a:cubicBezTo>
                  <a:pt x="78461" y="350246"/>
                  <a:pt x="0" y="271962"/>
                  <a:pt x="0" y="1751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0B76A0"/>
            </a:solidFill>
            <a:miter/>
          </a:ln>
        </p:spPr>
      </p:sp>
      <p:sp>
        <p:nvSpPr>
          <p:cNvPr id="157" name="Text B">
            <a:extLst xmlns:a="http://schemas.openxmlformats.org/drawingml/2006/main">
              <a:ext uri="{FF2B5EF4-FFF2-40B4-BE49-F238E27FC236}">
                <a16:creationId xmlns:a16="http://schemas.microsoft.com/office/drawing/2014/main" id="{42620034-276B-43A7-8A45-0D250399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596" y="6287710"/>
            <a:ext cx="88977" cy="117070"/>
          </a:xfrm>
          <a:custGeom xmlns:a="http://schemas.openxmlformats.org/drawingml/2006/main">
            <a:pathLst>
              <a:path w="88977" h="117070">
                <a:moveTo>
                  <a:pt x="0" y="117070"/>
                </a:moveTo>
                <a:lnTo>
                  <a:pt x="0" y="0"/>
                </a:lnTo>
                <a:lnTo>
                  <a:pt x="40009" y="0"/>
                </a:lnTo>
                <a:cubicBezTo>
                  <a:pt x="52650" y="0"/>
                  <a:pt x="62652" y="2392"/>
                  <a:pt x="70016" y="7176"/>
                </a:cubicBezTo>
                <a:cubicBezTo>
                  <a:pt x="77380" y="11959"/>
                  <a:pt x="81062" y="19309"/>
                  <a:pt x="81062" y="29224"/>
                </a:cubicBezTo>
                <a:cubicBezTo>
                  <a:pt x="81062" y="35428"/>
                  <a:pt x="79511" y="40690"/>
                  <a:pt x="76409" y="45010"/>
                </a:cubicBezTo>
                <a:cubicBezTo>
                  <a:pt x="73306" y="49330"/>
                  <a:pt x="69175" y="52447"/>
                  <a:pt x="64014" y="54360"/>
                </a:cubicBezTo>
                <a:cubicBezTo>
                  <a:pt x="72132" y="55984"/>
                  <a:pt x="78322" y="59289"/>
                  <a:pt x="82584" y="64275"/>
                </a:cubicBezTo>
                <a:cubicBezTo>
                  <a:pt x="86846" y="69262"/>
                  <a:pt x="88977" y="75408"/>
                  <a:pt x="88977" y="82714"/>
                </a:cubicBezTo>
                <a:cubicBezTo>
                  <a:pt x="88977" y="90542"/>
                  <a:pt x="87194" y="96993"/>
                  <a:pt x="83628" y="102067"/>
                </a:cubicBezTo>
                <a:cubicBezTo>
                  <a:pt x="80062" y="107140"/>
                  <a:pt x="74959" y="110909"/>
                  <a:pt x="68320" y="113373"/>
                </a:cubicBezTo>
                <a:cubicBezTo>
                  <a:pt x="61681" y="115838"/>
                  <a:pt x="53722" y="117070"/>
                  <a:pt x="44445" y="117070"/>
                </a:cubicBezTo>
                <a:lnTo>
                  <a:pt x="0" y="117070"/>
                </a:lnTo>
                <a:moveTo>
                  <a:pt x="24440" y="96805"/>
                </a:moveTo>
                <a:lnTo>
                  <a:pt x="43575" y="96805"/>
                </a:lnTo>
                <a:cubicBezTo>
                  <a:pt x="47402" y="96805"/>
                  <a:pt x="50881" y="96326"/>
                  <a:pt x="54012" y="95369"/>
                </a:cubicBezTo>
                <a:cubicBezTo>
                  <a:pt x="57143" y="94413"/>
                  <a:pt x="59622" y="92731"/>
                  <a:pt x="61449" y="90325"/>
                </a:cubicBezTo>
                <a:cubicBezTo>
                  <a:pt x="63275" y="87918"/>
                  <a:pt x="64188" y="84686"/>
                  <a:pt x="64188" y="80627"/>
                </a:cubicBezTo>
                <a:cubicBezTo>
                  <a:pt x="64188" y="75408"/>
                  <a:pt x="62246" y="71683"/>
                  <a:pt x="58361" y="69450"/>
                </a:cubicBezTo>
                <a:cubicBezTo>
                  <a:pt x="54476" y="67218"/>
                  <a:pt x="49547" y="66102"/>
                  <a:pt x="43575" y="66102"/>
                </a:cubicBezTo>
                <a:lnTo>
                  <a:pt x="24440" y="66102"/>
                </a:lnTo>
                <a:lnTo>
                  <a:pt x="24440" y="96805"/>
                </a:lnTo>
                <a:moveTo>
                  <a:pt x="24440" y="47402"/>
                </a:moveTo>
                <a:lnTo>
                  <a:pt x="39661" y="47402"/>
                </a:lnTo>
                <a:cubicBezTo>
                  <a:pt x="44358" y="47402"/>
                  <a:pt x="48301" y="46184"/>
                  <a:pt x="51490" y="43749"/>
                </a:cubicBezTo>
                <a:cubicBezTo>
                  <a:pt x="54679" y="41314"/>
                  <a:pt x="56274" y="37748"/>
                  <a:pt x="56274" y="33051"/>
                </a:cubicBezTo>
                <a:cubicBezTo>
                  <a:pt x="56274" y="29746"/>
                  <a:pt x="55549" y="27122"/>
                  <a:pt x="54099" y="25180"/>
                </a:cubicBezTo>
                <a:cubicBezTo>
                  <a:pt x="52650" y="23237"/>
                  <a:pt x="50678" y="21846"/>
                  <a:pt x="48185" y="21005"/>
                </a:cubicBezTo>
                <a:cubicBezTo>
                  <a:pt x="45691" y="20164"/>
                  <a:pt x="42850" y="19744"/>
                  <a:pt x="39661" y="19744"/>
                </a:cubicBezTo>
                <a:lnTo>
                  <a:pt x="24440" y="19744"/>
                </a:lnTo>
                <a:lnTo>
                  <a:pt x="24440" y="474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ProxyB">
            <a:extLst xmlns:a="http://schemas.openxmlformats.org/drawingml/2006/main">
              <a:ext uri="{FF2B5EF4-FFF2-40B4-BE49-F238E27FC236}">
                <a16:creationId xmlns:a16="http://schemas.microsoft.com/office/drawing/2014/main" id="{037D35E5-AC67-4C7E-A341-360FCC80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532" y="6641104"/>
            <a:ext cx="681021" cy="176437"/>
          </a:xfrm>
          <a:custGeom xmlns:a="http://schemas.openxmlformats.org/drawingml/2006/main">
            <a:pathLst>
              <a:path w="681021" h="176437">
                <a:moveTo>
                  <a:pt x="307262" y="37068"/>
                </a:moveTo>
                <a:lnTo>
                  <a:pt x="339442" y="85794"/>
                </a:lnTo>
                <a:lnTo>
                  <a:pt x="303845" y="139369"/>
                </a:lnTo>
                <a:lnTo>
                  <a:pt x="333045" y="139369"/>
                </a:lnTo>
                <a:lnTo>
                  <a:pt x="355932" y="102716"/>
                </a:lnTo>
                <a:lnTo>
                  <a:pt x="378914" y="139369"/>
                </a:lnTo>
                <a:lnTo>
                  <a:pt x="408217" y="139369"/>
                </a:lnTo>
                <a:lnTo>
                  <a:pt x="372730" y="86238"/>
                </a:lnTo>
                <a:lnTo>
                  <a:pt x="405110" y="37068"/>
                </a:lnTo>
                <a:lnTo>
                  <a:pt x="375808" y="37068"/>
                </a:lnTo>
                <a:lnTo>
                  <a:pt x="356309" y="69999"/>
                </a:lnTo>
                <a:lnTo>
                  <a:pt x="336565" y="37068"/>
                </a:lnTo>
                <a:lnTo>
                  <a:pt x="307262" y="37068"/>
                </a:lnTo>
                <a:close/>
                <a:moveTo>
                  <a:pt x="54671" y="89668"/>
                </a:moveTo>
                <a:lnTo>
                  <a:pt x="55814" y="89660"/>
                </a:lnTo>
                <a:lnTo>
                  <a:pt x="56949" y="89635"/>
                </a:lnTo>
                <a:lnTo>
                  <a:pt x="58076" y="89593"/>
                </a:lnTo>
                <a:lnTo>
                  <a:pt x="59194" y="89535"/>
                </a:lnTo>
                <a:lnTo>
                  <a:pt x="60303" y="89460"/>
                </a:lnTo>
                <a:lnTo>
                  <a:pt x="61404" y="89368"/>
                </a:lnTo>
                <a:lnTo>
                  <a:pt x="62497" y="89259"/>
                </a:lnTo>
                <a:lnTo>
                  <a:pt x="63581" y="89134"/>
                </a:lnTo>
                <a:lnTo>
                  <a:pt x="64657" y="88992"/>
                </a:lnTo>
                <a:lnTo>
                  <a:pt x="65724" y="88834"/>
                </a:lnTo>
                <a:lnTo>
                  <a:pt x="66783" y="88658"/>
                </a:lnTo>
                <a:lnTo>
                  <a:pt x="67834" y="88466"/>
                </a:lnTo>
                <a:lnTo>
                  <a:pt x="68876" y="88258"/>
                </a:lnTo>
                <a:lnTo>
                  <a:pt x="69909" y="88032"/>
                </a:lnTo>
                <a:lnTo>
                  <a:pt x="70934" y="87790"/>
                </a:lnTo>
                <a:lnTo>
                  <a:pt x="71951" y="87531"/>
                </a:lnTo>
                <a:lnTo>
                  <a:pt x="72959" y="87256"/>
                </a:lnTo>
                <a:lnTo>
                  <a:pt x="73959" y="86964"/>
                </a:lnTo>
                <a:lnTo>
                  <a:pt x="74950" y="86655"/>
                </a:lnTo>
                <a:lnTo>
                  <a:pt x="75933" y="86329"/>
                </a:lnTo>
                <a:lnTo>
                  <a:pt x="76907" y="85987"/>
                </a:lnTo>
                <a:lnTo>
                  <a:pt x="77873" y="85628"/>
                </a:lnTo>
                <a:lnTo>
                  <a:pt x="78831" y="85252"/>
                </a:lnTo>
                <a:lnTo>
                  <a:pt x="79780" y="84860"/>
                </a:lnTo>
                <a:lnTo>
                  <a:pt x="80717" y="84450"/>
                </a:lnTo>
                <a:lnTo>
                  <a:pt x="81638" y="84023"/>
                </a:lnTo>
                <a:lnTo>
                  <a:pt x="82542" y="83577"/>
                </a:lnTo>
                <a:lnTo>
                  <a:pt x="83431" y="83114"/>
                </a:lnTo>
                <a:lnTo>
                  <a:pt x="84304" y="82633"/>
                </a:lnTo>
                <a:lnTo>
                  <a:pt x="85161" y="82135"/>
                </a:lnTo>
                <a:lnTo>
                  <a:pt x="86002" y="81618"/>
                </a:lnTo>
                <a:lnTo>
                  <a:pt x="86827" y="81084"/>
                </a:lnTo>
                <a:lnTo>
                  <a:pt x="87635" y="80532"/>
                </a:lnTo>
                <a:lnTo>
                  <a:pt x="88428" y="79962"/>
                </a:lnTo>
                <a:lnTo>
                  <a:pt x="89205" y="79375"/>
                </a:lnTo>
                <a:lnTo>
                  <a:pt x="89966" y="78770"/>
                </a:lnTo>
                <a:lnTo>
                  <a:pt x="90711" y="78147"/>
                </a:lnTo>
                <a:lnTo>
                  <a:pt x="91440" y="77506"/>
                </a:lnTo>
                <a:lnTo>
                  <a:pt x="92153" y="76847"/>
                </a:lnTo>
                <a:lnTo>
                  <a:pt x="92849" y="76171"/>
                </a:lnTo>
                <a:lnTo>
                  <a:pt x="93530" y="75477"/>
                </a:lnTo>
                <a:lnTo>
                  <a:pt x="94195" y="74765"/>
                </a:lnTo>
                <a:lnTo>
                  <a:pt x="94844" y="74036"/>
                </a:lnTo>
                <a:lnTo>
                  <a:pt x="95477" y="73288"/>
                </a:lnTo>
                <a:lnTo>
                  <a:pt x="96094" y="72523"/>
                </a:lnTo>
                <a:lnTo>
                  <a:pt x="96694" y="71740"/>
                </a:lnTo>
                <a:lnTo>
                  <a:pt x="97279" y="70940"/>
                </a:lnTo>
                <a:lnTo>
                  <a:pt x="97848" y="70121"/>
                </a:lnTo>
                <a:lnTo>
                  <a:pt x="98397" y="69285"/>
                </a:lnTo>
                <a:lnTo>
                  <a:pt x="98923" y="68430"/>
                </a:lnTo>
                <a:lnTo>
                  <a:pt x="99426" y="67557"/>
                </a:lnTo>
                <a:lnTo>
                  <a:pt x="99905" y="66666"/>
                </a:lnTo>
                <a:lnTo>
                  <a:pt x="100360" y="65756"/>
                </a:lnTo>
                <a:lnTo>
                  <a:pt x="100793" y="64828"/>
                </a:lnTo>
                <a:lnTo>
                  <a:pt x="101202" y="63882"/>
                </a:lnTo>
                <a:lnTo>
                  <a:pt x="101587" y="62917"/>
                </a:lnTo>
                <a:lnTo>
                  <a:pt x="101949" y="61934"/>
                </a:lnTo>
                <a:lnTo>
                  <a:pt x="102288" y="60932"/>
                </a:lnTo>
                <a:lnTo>
                  <a:pt x="102604" y="59913"/>
                </a:lnTo>
                <a:lnTo>
                  <a:pt x="102896" y="58875"/>
                </a:lnTo>
                <a:lnTo>
                  <a:pt x="103165" y="57818"/>
                </a:lnTo>
                <a:lnTo>
                  <a:pt x="103410" y="56744"/>
                </a:lnTo>
                <a:lnTo>
                  <a:pt x="103632" y="55651"/>
                </a:lnTo>
                <a:lnTo>
                  <a:pt x="103831" y="54540"/>
                </a:lnTo>
                <a:lnTo>
                  <a:pt x="104006" y="53410"/>
                </a:lnTo>
                <a:lnTo>
                  <a:pt x="104158" y="52262"/>
                </a:lnTo>
                <a:lnTo>
                  <a:pt x="104286" y="51096"/>
                </a:lnTo>
                <a:lnTo>
                  <a:pt x="104392" y="49911"/>
                </a:lnTo>
                <a:lnTo>
                  <a:pt x="104473" y="48708"/>
                </a:lnTo>
                <a:lnTo>
                  <a:pt x="104532" y="47487"/>
                </a:lnTo>
                <a:lnTo>
                  <a:pt x="104567" y="46247"/>
                </a:lnTo>
                <a:lnTo>
                  <a:pt x="104579" y="44989"/>
                </a:lnTo>
                <a:lnTo>
                  <a:pt x="104567" y="43715"/>
                </a:lnTo>
                <a:lnTo>
                  <a:pt x="104532" y="42459"/>
                </a:lnTo>
                <a:lnTo>
                  <a:pt x="104473" y="41222"/>
                </a:lnTo>
                <a:lnTo>
                  <a:pt x="104392" y="40005"/>
                </a:lnTo>
                <a:lnTo>
                  <a:pt x="104286" y="38806"/>
                </a:lnTo>
                <a:lnTo>
                  <a:pt x="104158" y="37626"/>
                </a:lnTo>
                <a:lnTo>
                  <a:pt x="104006" y="36466"/>
                </a:lnTo>
                <a:lnTo>
                  <a:pt x="103831" y="35324"/>
                </a:lnTo>
                <a:lnTo>
                  <a:pt x="103632" y="34202"/>
                </a:lnTo>
                <a:lnTo>
                  <a:pt x="103410" y="33099"/>
                </a:lnTo>
                <a:lnTo>
                  <a:pt x="103165" y="32014"/>
                </a:lnTo>
                <a:lnTo>
                  <a:pt x="102896" y="30949"/>
                </a:lnTo>
                <a:lnTo>
                  <a:pt x="102604" y="29903"/>
                </a:lnTo>
                <a:lnTo>
                  <a:pt x="102288" y="28875"/>
                </a:lnTo>
                <a:lnTo>
                  <a:pt x="101949" y="27867"/>
                </a:lnTo>
                <a:lnTo>
                  <a:pt x="101587" y="26878"/>
                </a:lnTo>
                <a:lnTo>
                  <a:pt x="101202" y="25908"/>
                </a:lnTo>
                <a:lnTo>
                  <a:pt x="100793" y="24957"/>
                </a:lnTo>
                <a:lnTo>
                  <a:pt x="100360" y="24025"/>
                </a:lnTo>
                <a:lnTo>
                  <a:pt x="99905" y="23112"/>
                </a:lnTo>
                <a:lnTo>
                  <a:pt x="99426" y="22218"/>
                </a:lnTo>
                <a:lnTo>
                  <a:pt x="98923" y="21343"/>
                </a:lnTo>
                <a:lnTo>
                  <a:pt x="98397" y="20487"/>
                </a:lnTo>
                <a:lnTo>
                  <a:pt x="97848" y="19651"/>
                </a:lnTo>
                <a:lnTo>
                  <a:pt x="97279" y="18832"/>
                </a:lnTo>
                <a:lnTo>
                  <a:pt x="96694" y="18031"/>
                </a:lnTo>
                <a:lnTo>
                  <a:pt x="96094" y="17248"/>
                </a:lnTo>
                <a:lnTo>
                  <a:pt x="95477" y="16482"/>
                </a:lnTo>
                <a:lnTo>
                  <a:pt x="94844" y="15734"/>
                </a:lnTo>
                <a:lnTo>
                  <a:pt x="94195" y="15004"/>
                </a:lnTo>
                <a:lnTo>
                  <a:pt x="93530" y="14291"/>
                </a:lnTo>
                <a:lnTo>
                  <a:pt x="92849" y="13595"/>
                </a:lnTo>
                <a:lnTo>
                  <a:pt x="92153" y="12918"/>
                </a:lnTo>
                <a:lnTo>
                  <a:pt x="91440" y="12258"/>
                </a:lnTo>
                <a:lnTo>
                  <a:pt x="90711" y="11615"/>
                </a:lnTo>
                <a:lnTo>
                  <a:pt x="89966" y="10990"/>
                </a:lnTo>
                <a:lnTo>
                  <a:pt x="89205" y="10383"/>
                </a:lnTo>
                <a:lnTo>
                  <a:pt x="88428" y="9793"/>
                </a:lnTo>
                <a:lnTo>
                  <a:pt x="87635" y="9221"/>
                </a:lnTo>
                <a:lnTo>
                  <a:pt x="86827" y="8666"/>
                </a:lnTo>
                <a:lnTo>
                  <a:pt x="86002" y="8129"/>
                </a:lnTo>
                <a:lnTo>
                  <a:pt x="85161" y="7610"/>
                </a:lnTo>
                <a:lnTo>
                  <a:pt x="84304" y="7108"/>
                </a:lnTo>
                <a:lnTo>
                  <a:pt x="83431" y="6624"/>
                </a:lnTo>
                <a:lnTo>
                  <a:pt x="82542" y="6157"/>
                </a:lnTo>
                <a:lnTo>
                  <a:pt x="81638" y="5708"/>
                </a:lnTo>
                <a:lnTo>
                  <a:pt x="80717" y="5277"/>
                </a:lnTo>
                <a:lnTo>
                  <a:pt x="79780" y="4863"/>
                </a:lnTo>
                <a:lnTo>
                  <a:pt x="78831" y="4466"/>
                </a:lnTo>
                <a:lnTo>
                  <a:pt x="77873" y="4087"/>
                </a:lnTo>
                <a:lnTo>
                  <a:pt x="76907" y="3723"/>
                </a:lnTo>
                <a:lnTo>
                  <a:pt x="75933" y="3377"/>
                </a:lnTo>
                <a:lnTo>
                  <a:pt x="74950" y="3048"/>
                </a:lnTo>
                <a:lnTo>
                  <a:pt x="73959" y="2736"/>
                </a:lnTo>
                <a:lnTo>
                  <a:pt x="72959" y="2440"/>
                </a:lnTo>
                <a:lnTo>
                  <a:pt x="71951" y="2161"/>
                </a:lnTo>
                <a:lnTo>
                  <a:pt x="70934" y="1900"/>
                </a:lnTo>
                <a:lnTo>
                  <a:pt x="69909" y="1655"/>
                </a:lnTo>
                <a:lnTo>
                  <a:pt x="68876" y="1427"/>
                </a:lnTo>
                <a:lnTo>
                  <a:pt x="67834" y="1216"/>
                </a:lnTo>
                <a:lnTo>
                  <a:pt x="66783" y="1022"/>
                </a:lnTo>
                <a:lnTo>
                  <a:pt x="65724" y="844"/>
                </a:lnTo>
                <a:lnTo>
                  <a:pt x="64657" y="684"/>
                </a:lnTo>
                <a:lnTo>
                  <a:pt x="63581" y="540"/>
                </a:lnTo>
                <a:lnTo>
                  <a:pt x="62497" y="414"/>
                </a:lnTo>
                <a:lnTo>
                  <a:pt x="61404" y="304"/>
                </a:lnTo>
                <a:lnTo>
                  <a:pt x="60303" y="211"/>
                </a:lnTo>
                <a:lnTo>
                  <a:pt x="59194" y="135"/>
                </a:lnTo>
                <a:lnTo>
                  <a:pt x="58076" y="76"/>
                </a:lnTo>
                <a:lnTo>
                  <a:pt x="56949" y="34"/>
                </a:lnTo>
                <a:lnTo>
                  <a:pt x="55814" y="8"/>
                </a:lnTo>
                <a:lnTo>
                  <a:pt x="54671" y="0"/>
                </a:lnTo>
                <a:lnTo>
                  <a:pt x="0" y="0"/>
                </a:lnTo>
                <a:lnTo>
                  <a:pt x="0" y="139369"/>
                </a:lnTo>
                <a:lnTo>
                  <a:pt x="29096" y="139369"/>
                </a:lnTo>
                <a:lnTo>
                  <a:pt x="29096" y="89668"/>
                </a:lnTo>
                <a:lnTo>
                  <a:pt x="54671" y="89668"/>
                </a:lnTo>
                <a:close/>
                <a:moveTo>
                  <a:pt x="52792" y="23513"/>
                </a:moveTo>
                <a:lnTo>
                  <a:pt x="53594" y="23541"/>
                </a:lnTo>
                <a:lnTo>
                  <a:pt x="54384" y="23587"/>
                </a:lnTo>
                <a:lnTo>
                  <a:pt x="55163" y="23651"/>
                </a:lnTo>
                <a:lnTo>
                  <a:pt x="55929" y="23733"/>
                </a:lnTo>
                <a:lnTo>
                  <a:pt x="56683" y="23834"/>
                </a:lnTo>
                <a:lnTo>
                  <a:pt x="57426" y="23952"/>
                </a:lnTo>
                <a:lnTo>
                  <a:pt x="58157" y="24090"/>
                </a:lnTo>
                <a:lnTo>
                  <a:pt x="58876" y="24245"/>
                </a:lnTo>
                <a:lnTo>
                  <a:pt x="59583" y="24419"/>
                </a:lnTo>
                <a:lnTo>
                  <a:pt x="60278" y="24611"/>
                </a:lnTo>
                <a:lnTo>
                  <a:pt x="60961" y="24821"/>
                </a:lnTo>
                <a:lnTo>
                  <a:pt x="61632" y="25050"/>
                </a:lnTo>
                <a:lnTo>
                  <a:pt x="62292" y="25297"/>
                </a:lnTo>
                <a:lnTo>
                  <a:pt x="62940" y="25562"/>
                </a:lnTo>
                <a:lnTo>
                  <a:pt x="63575" y="25846"/>
                </a:lnTo>
                <a:lnTo>
                  <a:pt x="64199" y="26147"/>
                </a:lnTo>
                <a:lnTo>
                  <a:pt x="64811" y="26467"/>
                </a:lnTo>
                <a:lnTo>
                  <a:pt x="65412" y="26806"/>
                </a:lnTo>
                <a:lnTo>
                  <a:pt x="66000" y="27162"/>
                </a:lnTo>
                <a:lnTo>
                  <a:pt x="66577" y="27537"/>
                </a:lnTo>
                <a:lnTo>
                  <a:pt x="67141" y="27931"/>
                </a:lnTo>
                <a:lnTo>
                  <a:pt x="67694" y="28342"/>
                </a:lnTo>
                <a:lnTo>
                  <a:pt x="68235" y="28772"/>
                </a:lnTo>
                <a:lnTo>
                  <a:pt x="68759" y="29221"/>
                </a:lnTo>
                <a:lnTo>
                  <a:pt x="69260" y="29689"/>
                </a:lnTo>
                <a:lnTo>
                  <a:pt x="69739" y="30178"/>
                </a:lnTo>
                <a:lnTo>
                  <a:pt x="70196" y="30686"/>
                </a:lnTo>
                <a:lnTo>
                  <a:pt x="70631" y="31214"/>
                </a:lnTo>
                <a:lnTo>
                  <a:pt x="71043" y="31761"/>
                </a:lnTo>
                <a:lnTo>
                  <a:pt x="71434" y="32328"/>
                </a:lnTo>
                <a:lnTo>
                  <a:pt x="71801" y="32915"/>
                </a:lnTo>
                <a:lnTo>
                  <a:pt x="72147" y="33522"/>
                </a:lnTo>
                <a:lnTo>
                  <a:pt x="72470" y="34148"/>
                </a:lnTo>
                <a:lnTo>
                  <a:pt x="72771" y="34794"/>
                </a:lnTo>
                <a:lnTo>
                  <a:pt x="73050" y="35460"/>
                </a:lnTo>
                <a:lnTo>
                  <a:pt x="73306" y="36146"/>
                </a:lnTo>
                <a:lnTo>
                  <a:pt x="73540" y="36851"/>
                </a:lnTo>
                <a:lnTo>
                  <a:pt x="73752" y="37576"/>
                </a:lnTo>
                <a:lnTo>
                  <a:pt x="73941" y="38321"/>
                </a:lnTo>
                <a:lnTo>
                  <a:pt x="74108" y="39086"/>
                </a:lnTo>
                <a:lnTo>
                  <a:pt x="74253" y="39870"/>
                </a:lnTo>
                <a:lnTo>
                  <a:pt x="74376" y="40674"/>
                </a:lnTo>
                <a:lnTo>
                  <a:pt x="74476" y="41497"/>
                </a:lnTo>
                <a:lnTo>
                  <a:pt x="74554" y="42341"/>
                </a:lnTo>
                <a:lnTo>
                  <a:pt x="74610" y="43204"/>
                </a:lnTo>
                <a:lnTo>
                  <a:pt x="74643" y="44087"/>
                </a:lnTo>
                <a:lnTo>
                  <a:pt x="74655" y="44989"/>
                </a:lnTo>
                <a:lnTo>
                  <a:pt x="74644" y="45858"/>
                </a:lnTo>
                <a:lnTo>
                  <a:pt x="74611" y="46710"/>
                </a:lnTo>
                <a:lnTo>
                  <a:pt x="74557" y="47543"/>
                </a:lnTo>
                <a:lnTo>
                  <a:pt x="74481" y="48358"/>
                </a:lnTo>
                <a:lnTo>
                  <a:pt x="74383" y="49155"/>
                </a:lnTo>
                <a:lnTo>
                  <a:pt x="74263" y="49934"/>
                </a:lnTo>
                <a:lnTo>
                  <a:pt x="74122" y="50696"/>
                </a:lnTo>
                <a:lnTo>
                  <a:pt x="73959" y="51439"/>
                </a:lnTo>
                <a:lnTo>
                  <a:pt x="73774" y="52165"/>
                </a:lnTo>
                <a:lnTo>
                  <a:pt x="73567" y="52872"/>
                </a:lnTo>
                <a:lnTo>
                  <a:pt x="73339" y="53562"/>
                </a:lnTo>
                <a:lnTo>
                  <a:pt x="73088" y="54234"/>
                </a:lnTo>
                <a:lnTo>
                  <a:pt x="72817" y="54888"/>
                </a:lnTo>
                <a:lnTo>
                  <a:pt x="72523" y="55524"/>
                </a:lnTo>
                <a:lnTo>
                  <a:pt x="72208" y="56142"/>
                </a:lnTo>
                <a:lnTo>
                  <a:pt x="71870" y="56742"/>
                </a:lnTo>
                <a:lnTo>
                  <a:pt x="71512" y="57324"/>
                </a:lnTo>
                <a:lnTo>
                  <a:pt x="71131" y="57888"/>
                </a:lnTo>
                <a:lnTo>
                  <a:pt x="70728" y="58434"/>
                </a:lnTo>
                <a:lnTo>
                  <a:pt x="70304" y="58962"/>
                </a:lnTo>
                <a:lnTo>
                  <a:pt x="69858" y="59473"/>
                </a:lnTo>
                <a:lnTo>
                  <a:pt x="69391" y="59965"/>
                </a:lnTo>
                <a:lnTo>
                  <a:pt x="68901" y="60440"/>
                </a:lnTo>
                <a:lnTo>
                  <a:pt x="68390" y="60896"/>
                </a:lnTo>
                <a:lnTo>
                  <a:pt x="67861" y="61335"/>
                </a:lnTo>
                <a:lnTo>
                  <a:pt x="67319" y="61754"/>
                </a:lnTo>
                <a:lnTo>
                  <a:pt x="66763" y="62155"/>
                </a:lnTo>
                <a:lnTo>
                  <a:pt x="66194" y="62538"/>
                </a:lnTo>
                <a:lnTo>
                  <a:pt x="65612" y="62901"/>
                </a:lnTo>
                <a:lnTo>
                  <a:pt x="65015" y="63246"/>
                </a:lnTo>
                <a:lnTo>
                  <a:pt x="64406" y="63573"/>
                </a:lnTo>
                <a:lnTo>
                  <a:pt x="63783" y="63880"/>
                </a:lnTo>
                <a:lnTo>
                  <a:pt x="63146" y="64169"/>
                </a:lnTo>
                <a:lnTo>
                  <a:pt x="62496" y="64440"/>
                </a:lnTo>
                <a:lnTo>
                  <a:pt x="61832" y="64692"/>
                </a:lnTo>
                <a:lnTo>
                  <a:pt x="61155" y="64925"/>
                </a:lnTo>
                <a:lnTo>
                  <a:pt x="60465" y="65139"/>
                </a:lnTo>
                <a:lnTo>
                  <a:pt x="59761" y="65335"/>
                </a:lnTo>
                <a:lnTo>
                  <a:pt x="59043" y="65512"/>
                </a:lnTo>
                <a:lnTo>
                  <a:pt x="58312" y="65671"/>
                </a:lnTo>
                <a:lnTo>
                  <a:pt x="57568" y="65811"/>
                </a:lnTo>
                <a:lnTo>
                  <a:pt x="56810" y="65932"/>
                </a:lnTo>
                <a:lnTo>
                  <a:pt x="56038" y="66034"/>
                </a:lnTo>
                <a:lnTo>
                  <a:pt x="55253" y="66118"/>
                </a:lnTo>
                <a:lnTo>
                  <a:pt x="54455" y="66184"/>
                </a:lnTo>
                <a:lnTo>
                  <a:pt x="53643" y="66230"/>
                </a:lnTo>
                <a:lnTo>
                  <a:pt x="52817" y="66258"/>
                </a:lnTo>
                <a:lnTo>
                  <a:pt x="51979" y="66268"/>
                </a:lnTo>
                <a:lnTo>
                  <a:pt x="29096" y="66268"/>
                </a:lnTo>
                <a:lnTo>
                  <a:pt x="29096" y="23504"/>
                </a:lnTo>
                <a:lnTo>
                  <a:pt x="51979" y="23504"/>
                </a:lnTo>
                <a:lnTo>
                  <a:pt x="52792" y="23513"/>
                </a:lnTo>
                <a:close/>
                <a:moveTo>
                  <a:pt x="632075" y="139300"/>
                </a:moveTo>
                <a:lnTo>
                  <a:pt x="633398" y="139247"/>
                </a:lnTo>
                <a:lnTo>
                  <a:pt x="634705" y="139178"/>
                </a:lnTo>
                <a:lnTo>
                  <a:pt x="635996" y="139094"/>
                </a:lnTo>
                <a:lnTo>
                  <a:pt x="637270" y="138995"/>
                </a:lnTo>
                <a:lnTo>
                  <a:pt x="638528" y="138880"/>
                </a:lnTo>
                <a:lnTo>
                  <a:pt x="639770" y="138750"/>
                </a:lnTo>
                <a:lnTo>
                  <a:pt x="640995" y="138605"/>
                </a:lnTo>
                <a:lnTo>
                  <a:pt x="642204" y="138445"/>
                </a:lnTo>
                <a:lnTo>
                  <a:pt x="643396" y="138269"/>
                </a:lnTo>
                <a:lnTo>
                  <a:pt x="644572" y="138078"/>
                </a:lnTo>
                <a:lnTo>
                  <a:pt x="645732" y="137872"/>
                </a:lnTo>
                <a:lnTo>
                  <a:pt x="646875" y="137650"/>
                </a:lnTo>
                <a:lnTo>
                  <a:pt x="648002" y="137413"/>
                </a:lnTo>
                <a:lnTo>
                  <a:pt x="649113" y="137161"/>
                </a:lnTo>
                <a:lnTo>
                  <a:pt x="650207" y="136894"/>
                </a:lnTo>
                <a:lnTo>
                  <a:pt x="651285" y="136611"/>
                </a:lnTo>
                <a:lnTo>
                  <a:pt x="652347" y="136313"/>
                </a:lnTo>
                <a:lnTo>
                  <a:pt x="653392" y="136000"/>
                </a:lnTo>
                <a:lnTo>
                  <a:pt x="654421" y="135671"/>
                </a:lnTo>
                <a:lnTo>
                  <a:pt x="655433" y="135327"/>
                </a:lnTo>
                <a:lnTo>
                  <a:pt x="656430" y="134968"/>
                </a:lnTo>
                <a:lnTo>
                  <a:pt x="657408" y="134594"/>
                </a:lnTo>
                <a:lnTo>
                  <a:pt x="658367" y="134203"/>
                </a:lnTo>
                <a:lnTo>
                  <a:pt x="659308" y="133795"/>
                </a:lnTo>
                <a:lnTo>
                  <a:pt x="660229" y="133372"/>
                </a:lnTo>
                <a:lnTo>
                  <a:pt x="661131" y="132933"/>
                </a:lnTo>
                <a:lnTo>
                  <a:pt x="662014" y="132477"/>
                </a:lnTo>
                <a:lnTo>
                  <a:pt x="662879" y="132005"/>
                </a:lnTo>
                <a:lnTo>
                  <a:pt x="663724" y="131517"/>
                </a:lnTo>
                <a:lnTo>
                  <a:pt x="664550" y="131013"/>
                </a:lnTo>
                <a:lnTo>
                  <a:pt x="665357" y="130492"/>
                </a:lnTo>
                <a:lnTo>
                  <a:pt x="666144" y="129956"/>
                </a:lnTo>
                <a:lnTo>
                  <a:pt x="666913" y="129403"/>
                </a:lnTo>
                <a:lnTo>
                  <a:pt x="667663" y="128834"/>
                </a:lnTo>
                <a:lnTo>
                  <a:pt x="668394" y="128249"/>
                </a:lnTo>
                <a:lnTo>
                  <a:pt x="669105" y="127648"/>
                </a:lnTo>
                <a:lnTo>
                  <a:pt x="669798" y="127030"/>
                </a:lnTo>
                <a:lnTo>
                  <a:pt x="670472" y="126396"/>
                </a:lnTo>
                <a:lnTo>
                  <a:pt x="671126" y="125747"/>
                </a:lnTo>
                <a:lnTo>
                  <a:pt x="671762" y="125081"/>
                </a:lnTo>
                <a:lnTo>
                  <a:pt x="672378" y="124398"/>
                </a:lnTo>
                <a:lnTo>
                  <a:pt x="672975" y="123700"/>
                </a:lnTo>
                <a:lnTo>
                  <a:pt x="673554" y="122985"/>
                </a:lnTo>
                <a:lnTo>
                  <a:pt x="674113" y="122255"/>
                </a:lnTo>
                <a:lnTo>
                  <a:pt x="674653" y="121508"/>
                </a:lnTo>
                <a:lnTo>
                  <a:pt x="675173" y="120744"/>
                </a:lnTo>
                <a:lnTo>
                  <a:pt x="675670" y="119964"/>
                </a:lnTo>
                <a:lnTo>
                  <a:pt x="676146" y="119166"/>
                </a:lnTo>
                <a:lnTo>
                  <a:pt x="676599" y="118351"/>
                </a:lnTo>
                <a:lnTo>
                  <a:pt x="677030" y="117519"/>
                </a:lnTo>
                <a:lnTo>
                  <a:pt x="677439" y="116670"/>
                </a:lnTo>
                <a:lnTo>
                  <a:pt x="677826" y="115804"/>
                </a:lnTo>
                <a:lnTo>
                  <a:pt x="678191" y="114921"/>
                </a:lnTo>
                <a:lnTo>
                  <a:pt x="678534" y="114021"/>
                </a:lnTo>
                <a:lnTo>
                  <a:pt x="678854" y="113104"/>
                </a:lnTo>
                <a:lnTo>
                  <a:pt x="679153" y="112170"/>
                </a:lnTo>
                <a:lnTo>
                  <a:pt x="679429" y="111218"/>
                </a:lnTo>
                <a:lnTo>
                  <a:pt x="679683" y="110250"/>
                </a:lnTo>
                <a:lnTo>
                  <a:pt x="679915" y="109264"/>
                </a:lnTo>
                <a:lnTo>
                  <a:pt x="680126" y="108262"/>
                </a:lnTo>
                <a:lnTo>
                  <a:pt x="680313" y="107242"/>
                </a:lnTo>
                <a:lnTo>
                  <a:pt x="680479" y="106205"/>
                </a:lnTo>
                <a:lnTo>
                  <a:pt x="680623" y="105151"/>
                </a:lnTo>
                <a:lnTo>
                  <a:pt x="680745" y="104080"/>
                </a:lnTo>
                <a:lnTo>
                  <a:pt x="680844" y="102992"/>
                </a:lnTo>
                <a:lnTo>
                  <a:pt x="680922" y="101887"/>
                </a:lnTo>
                <a:lnTo>
                  <a:pt x="680977" y="100765"/>
                </a:lnTo>
                <a:lnTo>
                  <a:pt x="681010" y="99626"/>
                </a:lnTo>
                <a:lnTo>
                  <a:pt x="681021" y="98469"/>
                </a:lnTo>
                <a:lnTo>
                  <a:pt x="681008" y="97389"/>
                </a:lnTo>
                <a:lnTo>
                  <a:pt x="680968" y="96324"/>
                </a:lnTo>
                <a:lnTo>
                  <a:pt x="680902" y="95273"/>
                </a:lnTo>
                <a:lnTo>
                  <a:pt x="680810" y="94236"/>
                </a:lnTo>
                <a:lnTo>
                  <a:pt x="680691" y="93213"/>
                </a:lnTo>
                <a:lnTo>
                  <a:pt x="680545" y="92205"/>
                </a:lnTo>
                <a:lnTo>
                  <a:pt x="680374" y="91211"/>
                </a:lnTo>
                <a:lnTo>
                  <a:pt x="680175" y="90232"/>
                </a:lnTo>
                <a:lnTo>
                  <a:pt x="679951" y="89267"/>
                </a:lnTo>
                <a:lnTo>
                  <a:pt x="679700" y="88316"/>
                </a:lnTo>
                <a:lnTo>
                  <a:pt x="679422" y="87380"/>
                </a:lnTo>
                <a:lnTo>
                  <a:pt x="679118" y="86458"/>
                </a:lnTo>
                <a:lnTo>
                  <a:pt x="678788" y="85551"/>
                </a:lnTo>
                <a:lnTo>
                  <a:pt x="678431" y="84658"/>
                </a:lnTo>
                <a:lnTo>
                  <a:pt x="678048" y="83779"/>
                </a:lnTo>
                <a:lnTo>
                  <a:pt x="677639" y="82915"/>
                </a:lnTo>
                <a:lnTo>
                  <a:pt x="677203" y="82065"/>
                </a:lnTo>
                <a:lnTo>
                  <a:pt x="676740" y="81230"/>
                </a:lnTo>
                <a:lnTo>
                  <a:pt x="676251" y="80408"/>
                </a:lnTo>
                <a:lnTo>
                  <a:pt x="675736" y="79602"/>
                </a:lnTo>
                <a:lnTo>
                  <a:pt x="675194" y="78809"/>
                </a:lnTo>
                <a:lnTo>
                  <a:pt x="674626" y="78031"/>
                </a:lnTo>
                <a:lnTo>
                  <a:pt x="674032" y="77268"/>
                </a:lnTo>
                <a:lnTo>
                  <a:pt x="673411" y="76518"/>
                </a:lnTo>
                <a:lnTo>
                  <a:pt x="672764" y="75787"/>
                </a:lnTo>
                <a:lnTo>
                  <a:pt x="672094" y="75076"/>
                </a:lnTo>
                <a:lnTo>
                  <a:pt x="671400" y="74386"/>
                </a:lnTo>
                <a:lnTo>
                  <a:pt x="670683" y="73717"/>
                </a:lnTo>
                <a:lnTo>
                  <a:pt x="669941" y="73069"/>
                </a:lnTo>
                <a:lnTo>
                  <a:pt x="669175" y="72441"/>
                </a:lnTo>
                <a:lnTo>
                  <a:pt x="668385" y="71835"/>
                </a:lnTo>
                <a:lnTo>
                  <a:pt x="667572" y="71249"/>
                </a:lnTo>
                <a:lnTo>
                  <a:pt x="666734" y="70684"/>
                </a:lnTo>
                <a:lnTo>
                  <a:pt x="665873" y="70140"/>
                </a:lnTo>
                <a:lnTo>
                  <a:pt x="664988" y="69617"/>
                </a:lnTo>
                <a:lnTo>
                  <a:pt x="664079" y="69115"/>
                </a:lnTo>
                <a:lnTo>
                  <a:pt x="663146" y="68634"/>
                </a:lnTo>
                <a:lnTo>
                  <a:pt x="662189" y="68173"/>
                </a:lnTo>
                <a:lnTo>
                  <a:pt x="661208" y="67733"/>
                </a:lnTo>
                <a:lnTo>
                  <a:pt x="660203" y="67315"/>
                </a:lnTo>
                <a:lnTo>
                  <a:pt x="659174" y="66917"/>
                </a:lnTo>
                <a:lnTo>
                  <a:pt x="658122" y="66539"/>
                </a:lnTo>
                <a:lnTo>
                  <a:pt x="657045" y="66183"/>
                </a:lnTo>
                <a:lnTo>
                  <a:pt x="655945" y="65848"/>
                </a:lnTo>
                <a:lnTo>
                  <a:pt x="654821" y="65533"/>
                </a:lnTo>
                <a:lnTo>
                  <a:pt x="653672" y="65239"/>
                </a:lnTo>
                <a:lnTo>
                  <a:pt x="652500" y="64966"/>
                </a:lnTo>
                <a:lnTo>
                  <a:pt x="651304" y="64714"/>
                </a:lnTo>
                <a:lnTo>
                  <a:pt x="652066" y="64422"/>
                </a:lnTo>
                <a:lnTo>
                  <a:pt x="652815" y="64115"/>
                </a:lnTo>
                <a:lnTo>
                  <a:pt x="653551" y="63793"/>
                </a:lnTo>
                <a:lnTo>
                  <a:pt x="654274" y="63456"/>
                </a:lnTo>
                <a:lnTo>
                  <a:pt x="654984" y="63104"/>
                </a:lnTo>
                <a:lnTo>
                  <a:pt x="655682" y="62737"/>
                </a:lnTo>
                <a:lnTo>
                  <a:pt x="656367" y="62356"/>
                </a:lnTo>
                <a:lnTo>
                  <a:pt x="657039" y="61959"/>
                </a:lnTo>
                <a:lnTo>
                  <a:pt x="657699" y="61547"/>
                </a:lnTo>
                <a:lnTo>
                  <a:pt x="658345" y="61121"/>
                </a:lnTo>
                <a:lnTo>
                  <a:pt x="658979" y="60680"/>
                </a:lnTo>
                <a:lnTo>
                  <a:pt x="659601" y="60223"/>
                </a:lnTo>
                <a:lnTo>
                  <a:pt x="660209" y="59752"/>
                </a:lnTo>
                <a:lnTo>
                  <a:pt x="660805" y="59266"/>
                </a:lnTo>
                <a:lnTo>
                  <a:pt x="661387" y="58765"/>
                </a:lnTo>
                <a:lnTo>
                  <a:pt x="661958" y="58249"/>
                </a:lnTo>
                <a:lnTo>
                  <a:pt x="662515" y="57718"/>
                </a:lnTo>
                <a:lnTo>
                  <a:pt x="663060" y="57172"/>
                </a:lnTo>
                <a:lnTo>
                  <a:pt x="663591" y="56611"/>
                </a:lnTo>
                <a:lnTo>
                  <a:pt x="664110" y="56036"/>
                </a:lnTo>
                <a:lnTo>
                  <a:pt x="664617" y="55445"/>
                </a:lnTo>
                <a:lnTo>
                  <a:pt x="665110" y="54839"/>
                </a:lnTo>
                <a:lnTo>
                  <a:pt x="665591" y="54219"/>
                </a:lnTo>
                <a:lnTo>
                  <a:pt x="666059" y="53584"/>
                </a:lnTo>
                <a:lnTo>
                  <a:pt x="666511" y="52935"/>
                </a:lnTo>
                <a:lnTo>
                  <a:pt x="666944" y="52275"/>
                </a:lnTo>
                <a:lnTo>
                  <a:pt x="667357" y="51602"/>
                </a:lnTo>
                <a:lnTo>
                  <a:pt x="667752" y="50919"/>
                </a:lnTo>
                <a:lnTo>
                  <a:pt x="668127" y="50223"/>
                </a:lnTo>
                <a:lnTo>
                  <a:pt x="668483" y="49516"/>
                </a:lnTo>
                <a:lnTo>
                  <a:pt x="668819" y="48797"/>
                </a:lnTo>
                <a:lnTo>
                  <a:pt x="669137" y="48067"/>
                </a:lnTo>
                <a:lnTo>
                  <a:pt x="669435" y="47325"/>
                </a:lnTo>
                <a:lnTo>
                  <a:pt x="669714" y="46571"/>
                </a:lnTo>
                <a:lnTo>
                  <a:pt x="669973" y="45805"/>
                </a:lnTo>
                <a:lnTo>
                  <a:pt x="670214" y="45028"/>
                </a:lnTo>
                <a:lnTo>
                  <a:pt x="670435" y="44239"/>
                </a:lnTo>
                <a:lnTo>
                  <a:pt x="670637" y="43439"/>
                </a:lnTo>
                <a:lnTo>
                  <a:pt x="670820" y="42627"/>
                </a:lnTo>
                <a:lnTo>
                  <a:pt x="670983" y="41803"/>
                </a:lnTo>
                <a:lnTo>
                  <a:pt x="671127" y="40967"/>
                </a:lnTo>
                <a:lnTo>
                  <a:pt x="671252" y="40120"/>
                </a:lnTo>
                <a:lnTo>
                  <a:pt x="671358" y="39261"/>
                </a:lnTo>
                <a:lnTo>
                  <a:pt x="671445" y="38390"/>
                </a:lnTo>
                <a:lnTo>
                  <a:pt x="671512" y="37508"/>
                </a:lnTo>
                <a:lnTo>
                  <a:pt x="671560" y="36614"/>
                </a:lnTo>
                <a:lnTo>
                  <a:pt x="671589" y="35708"/>
                </a:lnTo>
                <a:lnTo>
                  <a:pt x="671599" y="34790"/>
                </a:lnTo>
                <a:lnTo>
                  <a:pt x="671576" y="33331"/>
                </a:lnTo>
                <a:lnTo>
                  <a:pt x="671507" y="31903"/>
                </a:lnTo>
                <a:lnTo>
                  <a:pt x="671393" y="30507"/>
                </a:lnTo>
                <a:lnTo>
                  <a:pt x="671233" y="29143"/>
                </a:lnTo>
                <a:lnTo>
                  <a:pt x="671028" y="27811"/>
                </a:lnTo>
                <a:lnTo>
                  <a:pt x="670777" y="26510"/>
                </a:lnTo>
                <a:lnTo>
                  <a:pt x="670480" y="25242"/>
                </a:lnTo>
                <a:lnTo>
                  <a:pt x="670137" y="24005"/>
                </a:lnTo>
                <a:lnTo>
                  <a:pt x="669749" y="22800"/>
                </a:lnTo>
                <a:lnTo>
                  <a:pt x="669316" y="21626"/>
                </a:lnTo>
                <a:lnTo>
                  <a:pt x="668836" y="20485"/>
                </a:lnTo>
                <a:lnTo>
                  <a:pt x="668311" y="19376"/>
                </a:lnTo>
                <a:lnTo>
                  <a:pt x="667740" y="18298"/>
                </a:lnTo>
                <a:lnTo>
                  <a:pt x="667124" y="17252"/>
                </a:lnTo>
                <a:lnTo>
                  <a:pt x="666462" y="16238"/>
                </a:lnTo>
                <a:lnTo>
                  <a:pt x="665754" y="15255"/>
                </a:lnTo>
                <a:lnTo>
                  <a:pt x="665001" y="14305"/>
                </a:lnTo>
                <a:lnTo>
                  <a:pt x="664202" y="13386"/>
                </a:lnTo>
                <a:lnTo>
                  <a:pt x="663357" y="12499"/>
                </a:lnTo>
                <a:lnTo>
                  <a:pt x="662467" y="11644"/>
                </a:lnTo>
                <a:lnTo>
                  <a:pt x="661531" y="10821"/>
                </a:lnTo>
                <a:lnTo>
                  <a:pt x="660549" y="10030"/>
                </a:lnTo>
                <a:lnTo>
                  <a:pt x="659522" y="9270"/>
                </a:lnTo>
                <a:lnTo>
                  <a:pt x="658449" y="8542"/>
                </a:lnTo>
                <a:lnTo>
                  <a:pt x="657336" y="7845"/>
                </a:lnTo>
                <a:lnTo>
                  <a:pt x="656192" y="7178"/>
                </a:lnTo>
                <a:lnTo>
                  <a:pt x="655014" y="6540"/>
                </a:lnTo>
                <a:lnTo>
                  <a:pt x="653804" y="5932"/>
                </a:lnTo>
                <a:lnTo>
                  <a:pt x="652561" y="5354"/>
                </a:lnTo>
                <a:lnTo>
                  <a:pt x="651285" y="4805"/>
                </a:lnTo>
                <a:lnTo>
                  <a:pt x="649976" y="4286"/>
                </a:lnTo>
                <a:lnTo>
                  <a:pt x="648635" y="3797"/>
                </a:lnTo>
                <a:lnTo>
                  <a:pt x="647261" y="3337"/>
                </a:lnTo>
                <a:lnTo>
                  <a:pt x="645854" y="2907"/>
                </a:lnTo>
                <a:lnTo>
                  <a:pt x="644415" y="2506"/>
                </a:lnTo>
                <a:lnTo>
                  <a:pt x="642943" y="2136"/>
                </a:lnTo>
                <a:lnTo>
                  <a:pt x="641438" y="1794"/>
                </a:lnTo>
                <a:lnTo>
                  <a:pt x="639901" y="1483"/>
                </a:lnTo>
                <a:lnTo>
                  <a:pt x="638331" y="1201"/>
                </a:lnTo>
                <a:lnTo>
                  <a:pt x="636728" y="949"/>
                </a:lnTo>
                <a:lnTo>
                  <a:pt x="635092" y="727"/>
                </a:lnTo>
                <a:lnTo>
                  <a:pt x="633424" y="534"/>
                </a:lnTo>
                <a:lnTo>
                  <a:pt x="631722" y="371"/>
                </a:lnTo>
                <a:lnTo>
                  <a:pt x="629989" y="237"/>
                </a:lnTo>
                <a:lnTo>
                  <a:pt x="628222" y="133"/>
                </a:lnTo>
                <a:lnTo>
                  <a:pt x="626423" y="59"/>
                </a:lnTo>
                <a:lnTo>
                  <a:pt x="624591" y="15"/>
                </a:lnTo>
                <a:lnTo>
                  <a:pt x="622726" y="0"/>
                </a:lnTo>
                <a:lnTo>
                  <a:pt x="575096" y="0"/>
                </a:lnTo>
                <a:lnTo>
                  <a:pt x="575096" y="139369"/>
                </a:lnTo>
                <a:lnTo>
                  <a:pt x="628007" y="139369"/>
                </a:lnTo>
                <a:lnTo>
                  <a:pt x="629379" y="139361"/>
                </a:lnTo>
                <a:lnTo>
                  <a:pt x="630735" y="139338"/>
                </a:lnTo>
                <a:lnTo>
                  <a:pt x="632075" y="139300"/>
                </a:lnTo>
                <a:close/>
                <a:moveTo>
                  <a:pt x="628723" y="78720"/>
                </a:moveTo>
                <a:lnTo>
                  <a:pt x="629580" y="78755"/>
                </a:lnTo>
                <a:lnTo>
                  <a:pt x="630423" y="78803"/>
                </a:lnTo>
                <a:lnTo>
                  <a:pt x="631253" y="78866"/>
                </a:lnTo>
                <a:lnTo>
                  <a:pt x="632071" y="78942"/>
                </a:lnTo>
                <a:lnTo>
                  <a:pt x="632876" y="79032"/>
                </a:lnTo>
                <a:lnTo>
                  <a:pt x="633667" y="79136"/>
                </a:lnTo>
                <a:lnTo>
                  <a:pt x="634446" y="79253"/>
                </a:lnTo>
                <a:lnTo>
                  <a:pt x="635212" y="79385"/>
                </a:lnTo>
                <a:lnTo>
                  <a:pt x="635965" y="79530"/>
                </a:lnTo>
                <a:lnTo>
                  <a:pt x="636705" y="79689"/>
                </a:lnTo>
                <a:lnTo>
                  <a:pt x="637432" y="79862"/>
                </a:lnTo>
                <a:lnTo>
                  <a:pt x="638146" y="80049"/>
                </a:lnTo>
                <a:lnTo>
                  <a:pt x="638847" y="80250"/>
                </a:lnTo>
                <a:lnTo>
                  <a:pt x="639535" y="80464"/>
                </a:lnTo>
                <a:lnTo>
                  <a:pt x="640210" y="80693"/>
                </a:lnTo>
                <a:lnTo>
                  <a:pt x="640872" y="80935"/>
                </a:lnTo>
                <a:lnTo>
                  <a:pt x="641521" y="81191"/>
                </a:lnTo>
                <a:lnTo>
                  <a:pt x="642158" y="81461"/>
                </a:lnTo>
                <a:lnTo>
                  <a:pt x="642781" y="81745"/>
                </a:lnTo>
                <a:lnTo>
                  <a:pt x="643392" y="82042"/>
                </a:lnTo>
                <a:lnTo>
                  <a:pt x="643989" y="82354"/>
                </a:lnTo>
                <a:lnTo>
                  <a:pt x="644574" y="82679"/>
                </a:lnTo>
                <a:lnTo>
                  <a:pt x="645140" y="83021"/>
                </a:lnTo>
                <a:lnTo>
                  <a:pt x="645682" y="83381"/>
                </a:lnTo>
                <a:lnTo>
                  <a:pt x="646200" y="83759"/>
                </a:lnTo>
                <a:lnTo>
                  <a:pt x="646694" y="84156"/>
                </a:lnTo>
                <a:lnTo>
                  <a:pt x="647163" y="84572"/>
                </a:lnTo>
                <a:lnTo>
                  <a:pt x="647609" y="85006"/>
                </a:lnTo>
                <a:lnTo>
                  <a:pt x="648031" y="85458"/>
                </a:lnTo>
                <a:lnTo>
                  <a:pt x="648428" y="85929"/>
                </a:lnTo>
                <a:lnTo>
                  <a:pt x="648801" y="86419"/>
                </a:lnTo>
                <a:lnTo>
                  <a:pt x="649151" y="86927"/>
                </a:lnTo>
                <a:lnTo>
                  <a:pt x="649476" y="87454"/>
                </a:lnTo>
                <a:lnTo>
                  <a:pt x="649777" y="87999"/>
                </a:lnTo>
                <a:lnTo>
                  <a:pt x="650054" y="88562"/>
                </a:lnTo>
                <a:lnTo>
                  <a:pt x="650307" y="89144"/>
                </a:lnTo>
                <a:lnTo>
                  <a:pt x="650536" y="89745"/>
                </a:lnTo>
                <a:lnTo>
                  <a:pt x="650740" y="90364"/>
                </a:lnTo>
                <a:lnTo>
                  <a:pt x="650921" y="91002"/>
                </a:lnTo>
                <a:lnTo>
                  <a:pt x="651078" y="91658"/>
                </a:lnTo>
                <a:lnTo>
                  <a:pt x="651210" y="92333"/>
                </a:lnTo>
                <a:lnTo>
                  <a:pt x="651319" y="93026"/>
                </a:lnTo>
                <a:lnTo>
                  <a:pt x="651403" y="93738"/>
                </a:lnTo>
                <a:lnTo>
                  <a:pt x="651463" y="94468"/>
                </a:lnTo>
                <a:lnTo>
                  <a:pt x="651499" y="95217"/>
                </a:lnTo>
                <a:lnTo>
                  <a:pt x="651511" y="95984"/>
                </a:lnTo>
                <a:lnTo>
                  <a:pt x="651506" y="96583"/>
                </a:lnTo>
                <a:lnTo>
                  <a:pt x="651489" y="97172"/>
                </a:lnTo>
                <a:lnTo>
                  <a:pt x="651460" y="97750"/>
                </a:lnTo>
                <a:lnTo>
                  <a:pt x="651421" y="98318"/>
                </a:lnTo>
                <a:lnTo>
                  <a:pt x="651370" y="98876"/>
                </a:lnTo>
                <a:lnTo>
                  <a:pt x="651307" y="99424"/>
                </a:lnTo>
                <a:lnTo>
                  <a:pt x="651234" y="99961"/>
                </a:lnTo>
                <a:lnTo>
                  <a:pt x="651149" y="100489"/>
                </a:lnTo>
                <a:lnTo>
                  <a:pt x="651053" y="101005"/>
                </a:lnTo>
                <a:lnTo>
                  <a:pt x="650945" y="101512"/>
                </a:lnTo>
                <a:lnTo>
                  <a:pt x="650826" y="102009"/>
                </a:lnTo>
                <a:lnTo>
                  <a:pt x="650696" y="102495"/>
                </a:lnTo>
                <a:lnTo>
                  <a:pt x="650554" y="102971"/>
                </a:lnTo>
                <a:lnTo>
                  <a:pt x="650401" y="103436"/>
                </a:lnTo>
                <a:lnTo>
                  <a:pt x="650237" y="103892"/>
                </a:lnTo>
                <a:lnTo>
                  <a:pt x="650062" y="104337"/>
                </a:lnTo>
                <a:lnTo>
                  <a:pt x="649875" y="104772"/>
                </a:lnTo>
                <a:lnTo>
                  <a:pt x="649677" y="105197"/>
                </a:lnTo>
                <a:lnTo>
                  <a:pt x="649467" y="105611"/>
                </a:lnTo>
                <a:lnTo>
                  <a:pt x="649246" y="106015"/>
                </a:lnTo>
                <a:lnTo>
                  <a:pt x="649014" y="106409"/>
                </a:lnTo>
                <a:lnTo>
                  <a:pt x="648771" y="106793"/>
                </a:lnTo>
                <a:lnTo>
                  <a:pt x="648516" y="107166"/>
                </a:lnTo>
                <a:lnTo>
                  <a:pt x="648250" y="107529"/>
                </a:lnTo>
                <a:lnTo>
                  <a:pt x="647974" y="107883"/>
                </a:lnTo>
                <a:lnTo>
                  <a:pt x="647690" y="108228"/>
                </a:lnTo>
                <a:lnTo>
                  <a:pt x="647398" y="108563"/>
                </a:lnTo>
                <a:lnTo>
                  <a:pt x="647098" y="108890"/>
                </a:lnTo>
                <a:lnTo>
                  <a:pt x="646790" y="109208"/>
                </a:lnTo>
                <a:lnTo>
                  <a:pt x="646473" y="109516"/>
                </a:lnTo>
                <a:lnTo>
                  <a:pt x="646149" y="109816"/>
                </a:lnTo>
                <a:lnTo>
                  <a:pt x="645816" y="110107"/>
                </a:lnTo>
                <a:lnTo>
                  <a:pt x="645476" y="110388"/>
                </a:lnTo>
                <a:lnTo>
                  <a:pt x="645127" y="110661"/>
                </a:lnTo>
                <a:lnTo>
                  <a:pt x="644770" y="110925"/>
                </a:lnTo>
                <a:lnTo>
                  <a:pt x="644406" y="111179"/>
                </a:lnTo>
                <a:lnTo>
                  <a:pt x="644033" y="111425"/>
                </a:lnTo>
                <a:lnTo>
                  <a:pt x="643652" y="111662"/>
                </a:lnTo>
                <a:lnTo>
                  <a:pt x="643263" y="111890"/>
                </a:lnTo>
                <a:lnTo>
                  <a:pt x="642865" y="112108"/>
                </a:lnTo>
                <a:lnTo>
                  <a:pt x="642460" y="112318"/>
                </a:lnTo>
                <a:lnTo>
                  <a:pt x="642047" y="112519"/>
                </a:lnTo>
                <a:lnTo>
                  <a:pt x="641625" y="112711"/>
                </a:lnTo>
                <a:lnTo>
                  <a:pt x="641196" y="112894"/>
                </a:lnTo>
                <a:lnTo>
                  <a:pt x="640758" y="113067"/>
                </a:lnTo>
                <a:lnTo>
                  <a:pt x="640312" y="113232"/>
                </a:lnTo>
                <a:lnTo>
                  <a:pt x="639859" y="113388"/>
                </a:lnTo>
                <a:lnTo>
                  <a:pt x="639397" y="113535"/>
                </a:lnTo>
                <a:lnTo>
                  <a:pt x="638929" y="113674"/>
                </a:lnTo>
                <a:lnTo>
                  <a:pt x="638456" y="113808"/>
                </a:lnTo>
                <a:lnTo>
                  <a:pt x="637979" y="113935"/>
                </a:lnTo>
                <a:lnTo>
                  <a:pt x="637498" y="114057"/>
                </a:lnTo>
                <a:lnTo>
                  <a:pt x="637013" y="114173"/>
                </a:lnTo>
                <a:lnTo>
                  <a:pt x="636523" y="114282"/>
                </a:lnTo>
                <a:lnTo>
                  <a:pt x="636029" y="114386"/>
                </a:lnTo>
                <a:lnTo>
                  <a:pt x="635531" y="114484"/>
                </a:lnTo>
                <a:lnTo>
                  <a:pt x="635028" y="114576"/>
                </a:lnTo>
                <a:lnTo>
                  <a:pt x="634522" y="114662"/>
                </a:lnTo>
                <a:lnTo>
                  <a:pt x="634010" y="114742"/>
                </a:lnTo>
                <a:lnTo>
                  <a:pt x="633495" y="114816"/>
                </a:lnTo>
                <a:lnTo>
                  <a:pt x="632975" y="114885"/>
                </a:lnTo>
                <a:lnTo>
                  <a:pt x="632451" y="114947"/>
                </a:lnTo>
                <a:lnTo>
                  <a:pt x="631922" y="115003"/>
                </a:lnTo>
                <a:lnTo>
                  <a:pt x="631389" y="115054"/>
                </a:lnTo>
                <a:lnTo>
                  <a:pt x="630852" y="115098"/>
                </a:lnTo>
                <a:lnTo>
                  <a:pt x="630311" y="115137"/>
                </a:lnTo>
                <a:lnTo>
                  <a:pt x="629765" y="115169"/>
                </a:lnTo>
                <a:lnTo>
                  <a:pt x="629215" y="115196"/>
                </a:lnTo>
                <a:lnTo>
                  <a:pt x="628661" y="115217"/>
                </a:lnTo>
                <a:lnTo>
                  <a:pt x="628102" y="115232"/>
                </a:lnTo>
                <a:lnTo>
                  <a:pt x="627539" y="115240"/>
                </a:lnTo>
                <a:lnTo>
                  <a:pt x="626972" y="115243"/>
                </a:lnTo>
                <a:lnTo>
                  <a:pt x="604192" y="115243"/>
                </a:lnTo>
                <a:lnTo>
                  <a:pt x="604192" y="78693"/>
                </a:lnTo>
                <a:lnTo>
                  <a:pt x="626972" y="78693"/>
                </a:lnTo>
                <a:lnTo>
                  <a:pt x="627854" y="78700"/>
                </a:lnTo>
                <a:lnTo>
                  <a:pt x="628723" y="78720"/>
                </a:lnTo>
                <a:close/>
                <a:moveTo>
                  <a:pt x="623253" y="23515"/>
                </a:moveTo>
                <a:lnTo>
                  <a:pt x="623716" y="23528"/>
                </a:lnTo>
                <a:lnTo>
                  <a:pt x="624176" y="23546"/>
                </a:lnTo>
                <a:lnTo>
                  <a:pt x="624631" y="23569"/>
                </a:lnTo>
                <a:lnTo>
                  <a:pt x="625082" y="23598"/>
                </a:lnTo>
                <a:lnTo>
                  <a:pt x="625528" y="23632"/>
                </a:lnTo>
                <a:lnTo>
                  <a:pt x="625971" y="23671"/>
                </a:lnTo>
                <a:lnTo>
                  <a:pt x="626409" y="23715"/>
                </a:lnTo>
                <a:lnTo>
                  <a:pt x="626842" y="23765"/>
                </a:lnTo>
                <a:lnTo>
                  <a:pt x="627271" y="23820"/>
                </a:lnTo>
                <a:lnTo>
                  <a:pt x="627696" y="23880"/>
                </a:lnTo>
                <a:lnTo>
                  <a:pt x="628117" y="23945"/>
                </a:lnTo>
                <a:lnTo>
                  <a:pt x="628533" y="24015"/>
                </a:lnTo>
                <a:lnTo>
                  <a:pt x="628945" y="24091"/>
                </a:lnTo>
                <a:lnTo>
                  <a:pt x="629353" y="24172"/>
                </a:lnTo>
                <a:lnTo>
                  <a:pt x="629756" y="24258"/>
                </a:lnTo>
                <a:lnTo>
                  <a:pt x="630155" y="24349"/>
                </a:lnTo>
                <a:lnTo>
                  <a:pt x="630550" y="24445"/>
                </a:lnTo>
                <a:lnTo>
                  <a:pt x="630941" y="24547"/>
                </a:lnTo>
                <a:lnTo>
                  <a:pt x="631327" y="24654"/>
                </a:lnTo>
                <a:lnTo>
                  <a:pt x="631709" y="24766"/>
                </a:lnTo>
                <a:lnTo>
                  <a:pt x="632086" y="24883"/>
                </a:lnTo>
                <a:lnTo>
                  <a:pt x="632459" y="25006"/>
                </a:lnTo>
                <a:lnTo>
                  <a:pt x="632827" y="25134"/>
                </a:lnTo>
                <a:lnTo>
                  <a:pt x="633188" y="25270"/>
                </a:lnTo>
                <a:lnTo>
                  <a:pt x="633543" y="25412"/>
                </a:lnTo>
                <a:lnTo>
                  <a:pt x="633892" y="25561"/>
                </a:lnTo>
                <a:lnTo>
                  <a:pt x="634234" y="25717"/>
                </a:lnTo>
                <a:lnTo>
                  <a:pt x="634569" y="25879"/>
                </a:lnTo>
                <a:lnTo>
                  <a:pt x="634898" y="26049"/>
                </a:lnTo>
                <a:lnTo>
                  <a:pt x="635220" y="26225"/>
                </a:lnTo>
                <a:lnTo>
                  <a:pt x="635536" y="26408"/>
                </a:lnTo>
                <a:lnTo>
                  <a:pt x="635846" y="26598"/>
                </a:lnTo>
                <a:lnTo>
                  <a:pt x="636149" y="26795"/>
                </a:lnTo>
                <a:lnTo>
                  <a:pt x="636446" y="26999"/>
                </a:lnTo>
                <a:lnTo>
                  <a:pt x="636736" y="27209"/>
                </a:lnTo>
                <a:lnTo>
                  <a:pt x="637020" y="27427"/>
                </a:lnTo>
                <a:lnTo>
                  <a:pt x="637297" y="27651"/>
                </a:lnTo>
                <a:lnTo>
                  <a:pt x="637567" y="27882"/>
                </a:lnTo>
                <a:lnTo>
                  <a:pt x="637832" y="28120"/>
                </a:lnTo>
                <a:lnTo>
                  <a:pt x="638089" y="28364"/>
                </a:lnTo>
                <a:lnTo>
                  <a:pt x="638341" y="28616"/>
                </a:lnTo>
                <a:lnTo>
                  <a:pt x="638586" y="28874"/>
                </a:lnTo>
                <a:lnTo>
                  <a:pt x="638824" y="29139"/>
                </a:lnTo>
                <a:lnTo>
                  <a:pt x="639056" y="29411"/>
                </a:lnTo>
                <a:lnTo>
                  <a:pt x="639281" y="29690"/>
                </a:lnTo>
                <a:lnTo>
                  <a:pt x="639500" y="29976"/>
                </a:lnTo>
                <a:lnTo>
                  <a:pt x="639711" y="30269"/>
                </a:lnTo>
                <a:lnTo>
                  <a:pt x="639914" y="30571"/>
                </a:lnTo>
                <a:lnTo>
                  <a:pt x="640107" y="30881"/>
                </a:lnTo>
                <a:lnTo>
                  <a:pt x="640291" y="31200"/>
                </a:lnTo>
                <a:lnTo>
                  <a:pt x="640466" y="31527"/>
                </a:lnTo>
                <a:lnTo>
                  <a:pt x="640633" y="31862"/>
                </a:lnTo>
                <a:lnTo>
                  <a:pt x="640790" y="32206"/>
                </a:lnTo>
                <a:lnTo>
                  <a:pt x="640938" y="32559"/>
                </a:lnTo>
                <a:lnTo>
                  <a:pt x="641078" y="32919"/>
                </a:lnTo>
                <a:lnTo>
                  <a:pt x="641208" y="33289"/>
                </a:lnTo>
                <a:lnTo>
                  <a:pt x="641329" y="33667"/>
                </a:lnTo>
                <a:lnTo>
                  <a:pt x="641442" y="34053"/>
                </a:lnTo>
                <a:lnTo>
                  <a:pt x="641545" y="34447"/>
                </a:lnTo>
                <a:lnTo>
                  <a:pt x="641639" y="34851"/>
                </a:lnTo>
                <a:lnTo>
                  <a:pt x="641725" y="35262"/>
                </a:lnTo>
                <a:lnTo>
                  <a:pt x="641801" y="35682"/>
                </a:lnTo>
                <a:lnTo>
                  <a:pt x="641869" y="36111"/>
                </a:lnTo>
                <a:lnTo>
                  <a:pt x="641927" y="36547"/>
                </a:lnTo>
                <a:lnTo>
                  <a:pt x="641976" y="36993"/>
                </a:lnTo>
                <a:lnTo>
                  <a:pt x="642017" y="37447"/>
                </a:lnTo>
                <a:lnTo>
                  <a:pt x="642048" y="37909"/>
                </a:lnTo>
                <a:lnTo>
                  <a:pt x="642071" y="38380"/>
                </a:lnTo>
                <a:lnTo>
                  <a:pt x="642084" y="38859"/>
                </a:lnTo>
                <a:lnTo>
                  <a:pt x="642089" y="39346"/>
                </a:lnTo>
                <a:lnTo>
                  <a:pt x="642079" y="40038"/>
                </a:lnTo>
                <a:lnTo>
                  <a:pt x="642049" y="40716"/>
                </a:lnTo>
                <a:lnTo>
                  <a:pt x="642000" y="41380"/>
                </a:lnTo>
                <a:lnTo>
                  <a:pt x="641931" y="42030"/>
                </a:lnTo>
                <a:lnTo>
                  <a:pt x="641842" y="42666"/>
                </a:lnTo>
                <a:lnTo>
                  <a:pt x="641733" y="43287"/>
                </a:lnTo>
                <a:lnTo>
                  <a:pt x="641604" y="43895"/>
                </a:lnTo>
                <a:lnTo>
                  <a:pt x="641456" y="44489"/>
                </a:lnTo>
                <a:lnTo>
                  <a:pt x="641288" y="45069"/>
                </a:lnTo>
                <a:lnTo>
                  <a:pt x="641100" y="45634"/>
                </a:lnTo>
                <a:lnTo>
                  <a:pt x="640893" y="46186"/>
                </a:lnTo>
                <a:lnTo>
                  <a:pt x="640665" y="46724"/>
                </a:lnTo>
                <a:lnTo>
                  <a:pt x="640418" y="47247"/>
                </a:lnTo>
                <a:lnTo>
                  <a:pt x="640151" y="47757"/>
                </a:lnTo>
                <a:lnTo>
                  <a:pt x="639864" y="48253"/>
                </a:lnTo>
                <a:lnTo>
                  <a:pt x="639558" y="48734"/>
                </a:lnTo>
                <a:lnTo>
                  <a:pt x="639232" y="49202"/>
                </a:lnTo>
                <a:lnTo>
                  <a:pt x="638885" y="49655"/>
                </a:lnTo>
                <a:lnTo>
                  <a:pt x="638520" y="50095"/>
                </a:lnTo>
                <a:lnTo>
                  <a:pt x="638134" y="50520"/>
                </a:lnTo>
                <a:lnTo>
                  <a:pt x="637729" y="50932"/>
                </a:lnTo>
                <a:lnTo>
                  <a:pt x="637304" y="51329"/>
                </a:lnTo>
                <a:lnTo>
                  <a:pt x="636859" y="51713"/>
                </a:lnTo>
                <a:lnTo>
                  <a:pt x="636394" y="52082"/>
                </a:lnTo>
                <a:lnTo>
                  <a:pt x="635915" y="52437"/>
                </a:lnTo>
                <a:lnTo>
                  <a:pt x="635426" y="52777"/>
                </a:lnTo>
                <a:lnTo>
                  <a:pt x="634928" y="53101"/>
                </a:lnTo>
                <a:lnTo>
                  <a:pt x="634421" y="53411"/>
                </a:lnTo>
                <a:lnTo>
                  <a:pt x="633904" y="53705"/>
                </a:lnTo>
                <a:lnTo>
                  <a:pt x="633378" y="53985"/>
                </a:lnTo>
                <a:lnTo>
                  <a:pt x="632843" y="54249"/>
                </a:lnTo>
                <a:lnTo>
                  <a:pt x="632298" y="54498"/>
                </a:lnTo>
                <a:lnTo>
                  <a:pt x="631744" y="54732"/>
                </a:lnTo>
                <a:lnTo>
                  <a:pt x="631181" y="54951"/>
                </a:lnTo>
                <a:lnTo>
                  <a:pt x="630608" y="55155"/>
                </a:lnTo>
                <a:lnTo>
                  <a:pt x="630026" y="55344"/>
                </a:lnTo>
                <a:lnTo>
                  <a:pt x="629435" y="55517"/>
                </a:lnTo>
                <a:lnTo>
                  <a:pt x="628834" y="55676"/>
                </a:lnTo>
                <a:lnTo>
                  <a:pt x="628224" y="55819"/>
                </a:lnTo>
                <a:lnTo>
                  <a:pt x="627604" y="55948"/>
                </a:lnTo>
                <a:lnTo>
                  <a:pt x="626975" y="56061"/>
                </a:lnTo>
                <a:lnTo>
                  <a:pt x="626337" y="56159"/>
                </a:lnTo>
                <a:lnTo>
                  <a:pt x="625690" y="56242"/>
                </a:lnTo>
                <a:lnTo>
                  <a:pt x="625033" y="56310"/>
                </a:lnTo>
                <a:lnTo>
                  <a:pt x="624367" y="56363"/>
                </a:lnTo>
                <a:lnTo>
                  <a:pt x="623691" y="56401"/>
                </a:lnTo>
                <a:lnTo>
                  <a:pt x="623006" y="56423"/>
                </a:lnTo>
                <a:lnTo>
                  <a:pt x="622312" y="56431"/>
                </a:lnTo>
                <a:lnTo>
                  <a:pt x="604192" y="56431"/>
                </a:lnTo>
                <a:lnTo>
                  <a:pt x="604192" y="23504"/>
                </a:lnTo>
                <a:lnTo>
                  <a:pt x="622312" y="23504"/>
                </a:lnTo>
                <a:lnTo>
                  <a:pt x="622785" y="23507"/>
                </a:lnTo>
                <a:lnTo>
                  <a:pt x="623253" y="23515"/>
                </a:lnTo>
                <a:close/>
                <a:moveTo>
                  <a:pt x="152984" y="70548"/>
                </a:moveTo>
                <a:lnTo>
                  <a:pt x="153267" y="70164"/>
                </a:lnTo>
                <a:lnTo>
                  <a:pt x="153554" y="69786"/>
                </a:lnTo>
                <a:lnTo>
                  <a:pt x="153845" y="69416"/>
                </a:lnTo>
                <a:lnTo>
                  <a:pt x="154140" y="69053"/>
                </a:lnTo>
                <a:lnTo>
                  <a:pt x="154440" y="68697"/>
                </a:lnTo>
                <a:lnTo>
                  <a:pt x="154744" y="68348"/>
                </a:lnTo>
                <a:lnTo>
                  <a:pt x="155053" y="68006"/>
                </a:lnTo>
                <a:lnTo>
                  <a:pt x="155366" y="67671"/>
                </a:lnTo>
                <a:lnTo>
                  <a:pt x="155683" y="67344"/>
                </a:lnTo>
                <a:lnTo>
                  <a:pt x="156004" y="67023"/>
                </a:lnTo>
                <a:lnTo>
                  <a:pt x="156330" y="66710"/>
                </a:lnTo>
                <a:lnTo>
                  <a:pt x="156660" y="66404"/>
                </a:lnTo>
                <a:lnTo>
                  <a:pt x="156994" y="66105"/>
                </a:lnTo>
                <a:lnTo>
                  <a:pt x="157333" y="65813"/>
                </a:lnTo>
                <a:lnTo>
                  <a:pt x="157676" y="65528"/>
                </a:lnTo>
                <a:lnTo>
                  <a:pt x="158023" y="65251"/>
                </a:lnTo>
                <a:lnTo>
                  <a:pt x="158375" y="64980"/>
                </a:lnTo>
                <a:lnTo>
                  <a:pt x="158731" y="64717"/>
                </a:lnTo>
                <a:lnTo>
                  <a:pt x="159091" y="64461"/>
                </a:lnTo>
                <a:lnTo>
                  <a:pt x="159455" y="64212"/>
                </a:lnTo>
                <a:lnTo>
                  <a:pt x="159824" y="63970"/>
                </a:lnTo>
                <a:lnTo>
                  <a:pt x="160198" y="63735"/>
                </a:lnTo>
                <a:lnTo>
                  <a:pt x="160575" y="63508"/>
                </a:lnTo>
                <a:lnTo>
                  <a:pt x="160957" y="63286"/>
                </a:lnTo>
                <a:lnTo>
                  <a:pt x="161342" y="63070"/>
                </a:lnTo>
                <a:lnTo>
                  <a:pt x="161730" y="62860"/>
                </a:lnTo>
                <a:lnTo>
                  <a:pt x="162122" y="62655"/>
                </a:lnTo>
                <a:lnTo>
                  <a:pt x="162518" y="62456"/>
                </a:lnTo>
                <a:lnTo>
                  <a:pt x="162918" y="62262"/>
                </a:lnTo>
                <a:lnTo>
                  <a:pt x="163321" y="62074"/>
                </a:lnTo>
                <a:lnTo>
                  <a:pt x="163727" y="61891"/>
                </a:lnTo>
                <a:lnTo>
                  <a:pt x="164138" y="61713"/>
                </a:lnTo>
                <a:lnTo>
                  <a:pt x="164551" y="61541"/>
                </a:lnTo>
                <a:lnTo>
                  <a:pt x="164969" y="61375"/>
                </a:lnTo>
                <a:lnTo>
                  <a:pt x="165390" y="61214"/>
                </a:lnTo>
                <a:lnTo>
                  <a:pt x="165814" y="61059"/>
                </a:lnTo>
                <a:lnTo>
                  <a:pt x="166243" y="60909"/>
                </a:lnTo>
                <a:lnTo>
                  <a:pt x="166674" y="60764"/>
                </a:lnTo>
                <a:lnTo>
                  <a:pt x="167110" y="60626"/>
                </a:lnTo>
                <a:lnTo>
                  <a:pt x="167549" y="60492"/>
                </a:lnTo>
                <a:lnTo>
                  <a:pt x="167991" y="60364"/>
                </a:lnTo>
                <a:lnTo>
                  <a:pt x="168438" y="60242"/>
                </a:lnTo>
                <a:lnTo>
                  <a:pt x="168887" y="60125"/>
                </a:lnTo>
                <a:lnTo>
                  <a:pt x="169341" y="60013"/>
                </a:lnTo>
                <a:lnTo>
                  <a:pt x="169798" y="59907"/>
                </a:lnTo>
                <a:lnTo>
                  <a:pt x="170258" y="59807"/>
                </a:lnTo>
                <a:lnTo>
                  <a:pt x="170722" y="59712"/>
                </a:lnTo>
                <a:lnTo>
                  <a:pt x="171189" y="59622"/>
                </a:lnTo>
                <a:lnTo>
                  <a:pt x="171658" y="59535"/>
                </a:lnTo>
                <a:lnTo>
                  <a:pt x="172128" y="59453"/>
                </a:lnTo>
                <a:lnTo>
                  <a:pt x="172600" y="59374"/>
                </a:lnTo>
                <a:lnTo>
                  <a:pt x="173074" y="59299"/>
                </a:lnTo>
                <a:lnTo>
                  <a:pt x="173550" y="59228"/>
                </a:lnTo>
                <a:lnTo>
                  <a:pt x="174028" y="59161"/>
                </a:lnTo>
                <a:lnTo>
                  <a:pt x="174507" y="59097"/>
                </a:lnTo>
                <a:lnTo>
                  <a:pt x="174989" y="59038"/>
                </a:lnTo>
                <a:lnTo>
                  <a:pt x="175472" y="58982"/>
                </a:lnTo>
                <a:lnTo>
                  <a:pt x="175956" y="58930"/>
                </a:lnTo>
                <a:lnTo>
                  <a:pt x="176443" y="58882"/>
                </a:lnTo>
                <a:lnTo>
                  <a:pt x="176931" y="58838"/>
                </a:lnTo>
                <a:lnTo>
                  <a:pt x="177422" y="58798"/>
                </a:lnTo>
                <a:lnTo>
                  <a:pt x="177914" y="58761"/>
                </a:lnTo>
                <a:lnTo>
                  <a:pt x="178407" y="58728"/>
                </a:lnTo>
                <a:lnTo>
                  <a:pt x="178903" y="58700"/>
                </a:lnTo>
                <a:lnTo>
                  <a:pt x="179400" y="58675"/>
                </a:lnTo>
                <a:lnTo>
                  <a:pt x="179900" y="58653"/>
                </a:lnTo>
                <a:lnTo>
                  <a:pt x="180401" y="58636"/>
                </a:lnTo>
                <a:lnTo>
                  <a:pt x="180903" y="58623"/>
                </a:lnTo>
                <a:lnTo>
                  <a:pt x="181408" y="58613"/>
                </a:lnTo>
                <a:lnTo>
                  <a:pt x="181914" y="58607"/>
                </a:lnTo>
                <a:lnTo>
                  <a:pt x="182423" y="58605"/>
                </a:lnTo>
                <a:lnTo>
                  <a:pt x="185011" y="58605"/>
                </a:lnTo>
                <a:lnTo>
                  <a:pt x="185011" y="35515"/>
                </a:lnTo>
                <a:lnTo>
                  <a:pt x="182940" y="35515"/>
                </a:lnTo>
                <a:lnTo>
                  <a:pt x="182014" y="35524"/>
                </a:lnTo>
                <a:lnTo>
                  <a:pt x="181100" y="35549"/>
                </a:lnTo>
                <a:lnTo>
                  <a:pt x="180196" y="35591"/>
                </a:lnTo>
                <a:lnTo>
                  <a:pt x="179305" y="35650"/>
                </a:lnTo>
                <a:lnTo>
                  <a:pt x="178425" y="35727"/>
                </a:lnTo>
                <a:lnTo>
                  <a:pt x="177556" y="35819"/>
                </a:lnTo>
                <a:lnTo>
                  <a:pt x="176699" y="35929"/>
                </a:lnTo>
                <a:lnTo>
                  <a:pt x="175853" y="36056"/>
                </a:lnTo>
                <a:lnTo>
                  <a:pt x="175019" y="36200"/>
                </a:lnTo>
                <a:lnTo>
                  <a:pt x="174197" y="36360"/>
                </a:lnTo>
                <a:lnTo>
                  <a:pt x="173386" y="36538"/>
                </a:lnTo>
                <a:lnTo>
                  <a:pt x="172586" y="36732"/>
                </a:lnTo>
                <a:lnTo>
                  <a:pt x="171798" y="36943"/>
                </a:lnTo>
                <a:lnTo>
                  <a:pt x="171021" y="37171"/>
                </a:lnTo>
                <a:lnTo>
                  <a:pt x="170256" y="37416"/>
                </a:lnTo>
                <a:lnTo>
                  <a:pt x="169503" y="37678"/>
                </a:lnTo>
                <a:lnTo>
                  <a:pt x="168761" y="37957"/>
                </a:lnTo>
                <a:lnTo>
                  <a:pt x="168030" y="38253"/>
                </a:lnTo>
                <a:lnTo>
                  <a:pt x="167311" y="38565"/>
                </a:lnTo>
                <a:lnTo>
                  <a:pt x="166604" y="38895"/>
                </a:lnTo>
                <a:lnTo>
                  <a:pt x="165908" y="39241"/>
                </a:lnTo>
                <a:lnTo>
                  <a:pt x="165223" y="39605"/>
                </a:lnTo>
                <a:lnTo>
                  <a:pt x="164550" y="39985"/>
                </a:lnTo>
                <a:lnTo>
                  <a:pt x="163888" y="40382"/>
                </a:lnTo>
                <a:lnTo>
                  <a:pt x="163239" y="40795"/>
                </a:lnTo>
                <a:lnTo>
                  <a:pt x="162604" y="41222"/>
                </a:lnTo>
                <a:lnTo>
                  <a:pt x="161983" y="41665"/>
                </a:lnTo>
                <a:lnTo>
                  <a:pt x="161375" y="42122"/>
                </a:lnTo>
                <a:lnTo>
                  <a:pt x="160780" y="42594"/>
                </a:lnTo>
                <a:lnTo>
                  <a:pt x="160200" y="43080"/>
                </a:lnTo>
                <a:lnTo>
                  <a:pt x="159633" y="43582"/>
                </a:lnTo>
                <a:lnTo>
                  <a:pt x="159079" y="44098"/>
                </a:lnTo>
                <a:lnTo>
                  <a:pt x="158540" y="44629"/>
                </a:lnTo>
                <a:lnTo>
                  <a:pt x="158014" y="45174"/>
                </a:lnTo>
                <a:lnTo>
                  <a:pt x="157501" y="45735"/>
                </a:lnTo>
                <a:lnTo>
                  <a:pt x="157003" y="46310"/>
                </a:lnTo>
                <a:lnTo>
                  <a:pt x="156518" y="46899"/>
                </a:lnTo>
                <a:lnTo>
                  <a:pt x="156046" y="47504"/>
                </a:lnTo>
                <a:lnTo>
                  <a:pt x="155589" y="48123"/>
                </a:lnTo>
                <a:lnTo>
                  <a:pt x="155145" y="48757"/>
                </a:lnTo>
                <a:lnTo>
                  <a:pt x="154714" y="49406"/>
                </a:lnTo>
                <a:lnTo>
                  <a:pt x="154298" y="50070"/>
                </a:lnTo>
                <a:lnTo>
                  <a:pt x="153895" y="50748"/>
                </a:lnTo>
                <a:lnTo>
                  <a:pt x="153505" y="51441"/>
                </a:lnTo>
                <a:lnTo>
                  <a:pt x="153130" y="52149"/>
                </a:lnTo>
                <a:lnTo>
                  <a:pt x="152768" y="52871"/>
                </a:lnTo>
                <a:lnTo>
                  <a:pt x="152419" y="53608"/>
                </a:lnTo>
                <a:lnTo>
                  <a:pt x="152085" y="54360"/>
                </a:lnTo>
                <a:lnTo>
                  <a:pt x="151567" y="37068"/>
                </a:lnTo>
                <a:lnTo>
                  <a:pt x="125267" y="37068"/>
                </a:lnTo>
                <a:lnTo>
                  <a:pt x="125267" y="139369"/>
                </a:lnTo>
                <a:lnTo>
                  <a:pt x="152706" y="139369"/>
                </a:lnTo>
                <a:lnTo>
                  <a:pt x="152706" y="70940"/>
                </a:lnTo>
                <a:lnTo>
                  <a:pt x="152984" y="70548"/>
                </a:lnTo>
                <a:close/>
                <a:moveTo>
                  <a:pt x="251297" y="141136"/>
                </a:moveTo>
                <a:lnTo>
                  <a:pt x="252543" y="141061"/>
                </a:lnTo>
                <a:lnTo>
                  <a:pt x="253775" y="140965"/>
                </a:lnTo>
                <a:lnTo>
                  <a:pt x="254993" y="140846"/>
                </a:lnTo>
                <a:lnTo>
                  <a:pt x="256197" y="140707"/>
                </a:lnTo>
                <a:lnTo>
                  <a:pt x="257388" y="140546"/>
                </a:lnTo>
                <a:lnTo>
                  <a:pt x="258565" y="140364"/>
                </a:lnTo>
                <a:lnTo>
                  <a:pt x="259727" y="140160"/>
                </a:lnTo>
                <a:lnTo>
                  <a:pt x="260876" y="139934"/>
                </a:lnTo>
                <a:lnTo>
                  <a:pt x="262011" y="139688"/>
                </a:lnTo>
                <a:lnTo>
                  <a:pt x="263133" y="139419"/>
                </a:lnTo>
                <a:lnTo>
                  <a:pt x="264240" y="139130"/>
                </a:lnTo>
                <a:lnTo>
                  <a:pt x="265334" y="138819"/>
                </a:lnTo>
                <a:lnTo>
                  <a:pt x="266413" y="138486"/>
                </a:lnTo>
                <a:lnTo>
                  <a:pt x="267479" y="138132"/>
                </a:lnTo>
                <a:lnTo>
                  <a:pt x="268531" y="137756"/>
                </a:lnTo>
                <a:lnTo>
                  <a:pt x="269570" y="137359"/>
                </a:lnTo>
                <a:lnTo>
                  <a:pt x="270594" y="136941"/>
                </a:lnTo>
                <a:lnTo>
                  <a:pt x="271605" y="136501"/>
                </a:lnTo>
                <a:lnTo>
                  <a:pt x="272601" y="136040"/>
                </a:lnTo>
                <a:lnTo>
                  <a:pt x="273584" y="135557"/>
                </a:lnTo>
                <a:lnTo>
                  <a:pt x="274553" y="135053"/>
                </a:lnTo>
                <a:lnTo>
                  <a:pt x="275506" y="134528"/>
                </a:lnTo>
                <a:lnTo>
                  <a:pt x="276442" y="133983"/>
                </a:lnTo>
                <a:lnTo>
                  <a:pt x="277359" y="133420"/>
                </a:lnTo>
                <a:lnTo>
                  <a:pt x="278259" y="132837"/>
                </a:lnTo>
                <a:lnTo>
                  <a:pt x="279141" y="132235"/>
                </a:lnTo>
                <a:lnTo>
                  <a:pt x="280005" y="131614"/>
                </a:lnTo>
                <a:lnTo>
                  <a:pt x="280852" y="130973"/>
                </a:lnTo>
                <a:lnTo>
                  <a:pt x="281680" y="130314"/>
                </a:lnTo>
                <a:lnTo>
                  <a:pt x="282491" y="129635"/>
                </a:lnTo>
                <a:lnTo>
                  <a:pt x="283284" y="128936"/>
                </a:lnTo>
                <a:lnTo>
                  <a:pt x="284059" y="128219"/>
                </a:lnTo>
                <a:lnTo>
                  <a:pt x="284817" y="127482"/>
                </a:lnTo>
                <a:lnTo>
                  <a:pt x="285556" y="126726"/>
                </a:lnTo>
                <a:lnTo>
                  <a:pt x="286278" y="125950"/>
                </a:lnTo>
                <a:lnTo>
                  <a:pt x="286982" y="125156"/>
                </a:lnTo>
                <a:lnTo>
                  <a:pt x="287669" y="124342"/>
                </a:lnTo>
                <a:lnTo>
                  <a:pt x="288337" y="123508"/>
                </a:lnTo>
                <a:lnTo>
                  <a:pt x="288988" y="122656"/>
                </a:lnTo>
                <a:lnTo>
                  <a:pt x="289620" y="121784"/>
                </a:lnTo>
                <a:lnTo>
                  <a:pt x="290236" y="120893"/>
                </a:lnTo>
                <a:lnTo>
                  <a:pt x="290833" y="119983"/>
                </a:lnTo>
                <a:lnTo>
                  <a:pt x="291412" y="119053"/>
                </a:lnTo>
                <a:lnTo>
                  <a:pt x="291974" y="118104"/>
                </a:lnTo>
                <a:lnTo>
                  <a:pt x="292518" y="117136"/>
                </a:lnTo>
                <a:lnTo>
                  <a:pt x="293042" y="116150"/>
                </a:lnTo>
                <a:lnTo>
                  <a:pt x="293543" y="115146"/>
                </a:lnTo>
                <a:lnTo>
                  <a:pt x="294022" y="114125"/>
                </a:lnTo>
                <a:lnTo>
                  <a:pt x="294479" y="113088"/>
                </a:lnTo>
                <a:lnTo>
                  <a:pt x="294914" y="112033"/>
                </a:lnTo>
                <a:lnTo>
                  <a:pt x="295326" y="110961"/>
                </a:lnTo>
                <a:lnTo>
                  <a:pt x="295716" y="109871"/>
                </a:lnTo>
                <a:lnTo>
                  <a:pt x="296084" y="108765"/>
                </a:lnTo>
                <a:lnTo>
                  <a:pt x="296430" y="107642"/>
                </a:lnTo>
                <a:lnTo>
                  <a:pt x="296753" y="106501"/>
                </a:lnTo>
                <a:lnTo>
                  <a:pt x="297054" y="105344"/>
                </a:lnTo>
                <a:lnTo>
                  <a:pt x="297333" y="104169"/>
                </a:lnTo>
                <a:lnTo>
                  <a:pt x="297589" y="102977"/>
                </a:lnTo>
                <a:lnTo>
                  <a:pt x="297823" y="101769"/>
                </a:lnTo>
                <a:lnTo>
                  <a:pt x="298035" y="100543"/>
                </a:lnTo>
                <a:lnTo>
                  <a:pt x="298224" y="99300"/>
                </a:lnTo>
                <a:lnTo>
                  <a:pt x="298391" y="98039"/>
                </a:lnTo>
                <a:lnTo>
                  <a:pt x="298536" y="96762"/>
                </a:lnTo>
                <a:lnTo>
                  <a:pt x="298659" y="95468"/>
                </a:lnTo>
                <a:lnTo>
                  <a:pt x="298759" y="94156"/>
                </a:lnTo>
                <a:lnTo>
                  <a:pt x="298837" y="92828"/>
                </a:lnTo>
                <a:lnTo>
                  <a:pt x="298893" y="91482"/>
                </a:lnTo>
                <a:lnTo>
                  <a:pt x="298926" y="90120"/>
                </a:lnTo>
                <a:lnTo>
                  <a:pt x="298937" y="88740"/>
                </a:lnTo>
                <a:lnTo>
                  <a:pt x="298926" y="87334"/>
                </a:lnTo>
                <a:lnTo>
                  <a:pt x="298893" y="85946"/>
                </a:lnTo>
                <a:lnTo>
                  <a:pt x="298837" y="84576"/>
                </a:lnTo>
                <a:lnTo>
                  <a:pt x="298759" y="83224"/>
                </a:lnTo>
                <a:lnTo>
                  <a:pt x="298659" y="81889"/>
                </a:lnTo>
                <a:lnTo>
                  <a:pt x="298536" y="80571"/>
                </a:lnTo>
                <a:lnTo>
                  <a:pt x="298391" y="79272"/>
                </a:lnTo>
                <a:lnTo>
                  <a:pt x="298224" y="77990"/>
                </a:lnTo>
                <a:lnTo>
                  <a:pt x="298035" y="76726"/>
                </a:lnTo>
                <a:lnTo>
                  <a:pt x="297823" y="75479"/>
                </a:lnTo>
                <a:lnTo>
                  <a:pt x="297589" y="74250"/>
                </a:lnTo>
                <a:lnTo>
                  <a:pt x="297333" y="73038"/>
                </a:lnTo>
                <a:lnTo>
                  <a:pt x="297054" y="71845"/>
                </a:lnTo>
                <a:lnTo>
                  <a:pt x="296753" y="70668"/>
                </a:lnTo>
                <a:lnTo>
                  <a:pt x="296430" y="69510"/>
                </a:lnTo>
                <a:lnTo>
                  <a:pt x="296084" y="68369"/>
                </a:lnTo>
                <a:lnTo>
                  <a:pt x="295716" y="67246"/>
                </a:lnTo>
                <a:lnTo>
                  <a:pt x="295326" y="66140"/>
                </a:lnTo>
                <a:lnTo>
                  <a:pt x="294914" y="65052"/>
                </a:lnTo>
                <a:lnTo>
                  <a:pt x="294479" y="63982"/>
                </a:lnTo>
                <a:lnTo>
                  <a:pt x="294022" y="62929"/>
                </a:lnTo>
                <a:lnTo>
                  <a:pt x="293543" y="61894"/>
                </a:lnTo>
                <a:lnTo>
                  <a:pt x="293042" y="60877"/>
                </a:lnTo>
                <a:lnTo>
                  <a:pt x="292518" y="59877"/>
                </a:lnTo>
                <a:lnTo>
                  <a:pt x="291974" y="58896"/>
                </a:lnTo>
                <a:lnTo>
                  <a:pt x="291412" y="57934"/>
                </a:lnTo>
                <a:lnTo>
                  <a:pt x="290833" y="56992"/>
                </a:lnTo>
                <a:lnTo>
                  <a:pt x="290236" y="56069"/>
                </a:lnTo>
                <a:lnTo>
                  <a:pt x="289620" y="55167"/>
                </a:lnTo>
                <a:lnTo>
                  <a:pt x="288988" y="54284"/>
                </a:lnTo>
                <a:lnTo>
                  <a:pt x="288337" y="53420"/>
                </a:lnTo>
                <a:lnTo>
                  <a:pt x="287669" y="52577"/>
                </a:lnTo>
                <a:lnTo>
                  <a:pt x="286982" y="51752"/>
                </a:lnTo>
                <a:lnTo>
                  <a:pt x="286278" y="50948"/>
                </a:lnTo>
                <a:lnTo>
                  <a:pt x="285556" y="50163"/>
                </a:lnTo>
                <a:lnTo>
                  <a:pt x="284817" y="49398"/>
                </a:lnTo>
                <a:lnTo>
                  <a:pt x="284059" y="48653"/>
                </a:lnTo>
                <a:lnTo>
                  <a:pt x="283284" y="47927"/>
                </a:lnTo>
                <a:lnTo>
                  <a:pt x="282491" y="47221"/>
                </a:lnTo>
                <a:lnTo>
                  <a:pt x="281680" y="46534"/>
                </a:lnTo>
                <a:lnTo>
                  <a:pt x="280852" y="45868"/>
                </a:lnTo>
                <a:lnTo>
                  <a:pt x="280005" y="45220"/>
                </a:lnTo>
                <a:lnTo>
                  <a:pt x="279141" y="44593"/>
                </a:lnTo>
                <a:lnTo>
                  <a:pt x="278259" y="43985"/>
                </a:lnTo>
                <a:lnTo>
                  <a:pt x="277359" y="43397"/>
                </a:lnTo>
                <a:lnTo>
                  <a:pt x="276442" y="42829"/>
                </a:lnTo>
                <a:lnTo>
                  <a:pt x="275506" y="42280"/>
                </a:lnTo>
                <a:lnTo>
                  <a:pt x="274553" y="41751"/>
                </a:lnTo>
                <a:lnTo>
                  <a:pt x="273584" y="41242"/>
                </a:lnTo>
                <a:lnTo>
                  <a:pt x="272601" y="40755"/>
                </a:lnTo>
                <a:lnTo>
                  <a:pt x="271605" y="40289"/>
                </a:lnTo>
                <a:lnTo>
                  <a:pt x="270594" y="39845"/>
                </a:lnTo>
                <a:lnTo>
                  <a:pt x="269570" y="39423"/>
                </a:lnTo>
                <a:lnTo>
                  <a:pt x="268531" y="39023"/>
                </a:lnTo>
                <a:lnTo>
                  <a:pt x="267479" y="38644"/>
                </a:lnTo>
                <a:lnTo>
                  <a:pt x="266413" y="38286"/>
                </a:lnTo>
                <a:lnTo>
                  <a:pt x="265334" y="37951"/>
                </a:lnTo>
                <a:lnTo>
                  <a:pt x="264240" y="37637"/>
                </a:lnTo>
                <a:lnTo>
                  <a:pt x="263133" y="37345"/>
                </a:lnTo>
                <a:lnTo>
                  <a:pt x="262011" y="37074"/>
                </a:lnTo>
                <a:lnTo>
                  <a:pt x="260876" y="36825"/>
                </a:lnTo>
                <a:lnTo>
                  <a:pt x="259727" y="36598"/>
                </a:lnTo>
                <a:lnTo>
                  <a:pt x="258565" y="36392"/>
                </a:lnTo>
                <a:lnTo>
                  <a:pt x="257388" y="36208"/>
                </a:lnTo>
                <a:lnTo>
                  <a:pt x="256197" y="36046"/>
                </a:lnTo>
                <a:lnTo>
                  <a:pt x="254993" y="35905"/>
                </a:lnTo>
                <a:lnTo>
                  <a:pt x="253775" y="35786"/>
                </a:lnTo>
                <a:lnTo>
                  <a:pt x="252543" y="35688"/>
                </a:lnTo>
                <a:lnTo>
                  <a:pt x="251297" y="35613"/>
                </a:lnTo>
                <a:lnTo>
                  <a:pt x="250037" y="35559"/>
                </a:lnTo>
                <a:lnTo>
                  <a:pt x="248764" y="35526"/>
                </a:lnTo>
                <a:lnTo>
                  <a:pt x="247477" y="35515"/>
                </a:lnTo>
                <a:lnTo>
                  <a:pt x="246206" y="35526"/>
                </a:lnTo>
                <a:lnTo>
                  <a:pt x="244949" y="35559"/>
                </a:lnTo>
                <a:lnTo>
                  <a:pt x="243705" y="35613"/>
                </a:lnTo>
                <a:lnTo>
                  <a:pt x="242473" y="35688"/>
                </a:lnTo>
                <a:lnTo>
                  <a:pt x="241255" y="35786"/>
                </a:lnTo>
                <a:lnTo>
                  <a:pt x="240051" y="35905"/>
                </a:lnTo>
                <a:lnTo>
                  <a:pt x="238859" y="36046"/>
                </a:lnTo>
                <a:lnTo>
                  <a:pt x="237680" y="36208"/>
                </a:lnTo>
                <a:lnTo>
                  <a:pt x="236515" y="36392"/>
                </a:lnTo>
                <a:lnTo>
                  <a:pt x="235362" y="36598"/>
                </a:lnTo>
                <a:lnTo>
                  <a:pt x="234223" y="36825"/>
                </a:lnTo>
                <a:lnTo>
                  <a:pt x="233097" y="37074"/>
                </a:lnTo>
                <a:lnTo>
                  <a:pt x="231984" y="37345"/>
                </a:lnTo>
                <a:lnTo>
                  <a:pt x="230884" y="37637"/>
                </a:lnTo>
                <a:lnTo>
                  <a:pt x="229797" y="37951"/>
                </a:lnTo>
                <a:lnTo>
                  <a:pt x="228724" y="38286"/>
                </a:lnTo>
                <a:lnTo>
                  <a:pt x="227663" y="38644"/>
                </a:lnTo>
                <a:lnTo>
                  <a:pt x="226616" y="39023"/>
                </a:lnTo>
                <a:lnTo>
                  <a:pt x="225582" y="39423"/>
                </a:lnTo>
                <a:lnTo>
                  <a:pt x="224560" y="39845"/>
                </a:lnTo>
                <a:lnTo>
                  <a:pt x="223552" y="40289"/>
                </a:lnTo>
                <a:lnTo>
                  <a:pt x="222558" y="40755"/>
                </a:lnTo>
                <a:lnTo>
                  <a:pt x="221576" y="41242"/>
                </a:lnTo>
                <a:lnTo>
                  <a:pt x="220607" y="41751"/>
                </a:lnTo>
                <a:lnTo>
                  <a:pt x="219654" y="42280"/>
                </a:lnTo>
                <a:lnTo>
                  <a:pt x="218719" y="42829"/>
                </a:lnTo>
                <a:lnTo>
                  <a:pt x="217803" y="43397"/>
                </a:lnTo>
                <a:lnTo>
                  <a:pt x="216904" y="43985"/>
                </a:lnTo>
                <a:lnTo>
                  <a:pt x="216024" y="44593"/>
                </a:lnTo>
                <a:lnTo>
                  <a:pt x="215161" y="45220"/>
                </a:lnTo>
                <a:lnTo>
                  <a:pt x="214317" y="45868"/>
                </a:lnTo>
                <a:lnTo>
                  <a:pt x="213491" y="46534"/>
                </a:lnTo>
                <a:lnTo>
                  <a:pt x="212684" y="47221"/>
                </a:lnTo>
                <a:lnTo>
                  <a:pt x="211894" y="47927"/>
                </a:lnTo>
                <a:lnTo>
                  <a:pt x="211123" y="48653"/>
                </a:lnTo>
                <a:lnTo>
                  <a:pt x="210369" y="49398"/>
                </a:lnTo>
                <a:lnTo>
                  <a:pt x="209634" y="50163"/>
                </a:lnTo>
                <a:lnTo>
                  <a:pt x="208917" y="50948"/>
                </a:lnTo>
                <a:lnTo>
                  <a:pt x="208218" y="51752"/>
                </a:lnTo>
                <a:lnTo>
                  <a:pt x="207538" y="52577"/>
                </a:lnTo>
                <a:lnTo>
                  <a:pt x="206875" y="53420"/>
                </a:lnTo>
                <a:lnTo>
                  <a:pt x="206231" y="54284"/>
                </a:lnTo>
                <a:lnTo>
                  <a:pt x="205605" y="55167"/>
                </a:lnTo>
                <a:lnTo>
                  <a:pt x="204997" y="56069"/>
                </a:lnTo>
                <a:lnTo>
                  <a:pt x="204407" y="56992"/>
                </a:lnTo>
                <a:lnTo>
                  <a:pt x="203835" y="57934"/>
                </a:lnTo>
                <a:lnTo>
                  <a:pt x="203281" y="58896"/>
                </a:lnTo>
                <a:lnTo>
                  <a:pt x="202746" y="59877"/>
                </a:lnTo>
                <a:lnTo>
                  <a:pt x="202231" y="60877"/>
                </a:lnTo>
                <a:lnTo>
                  <a:pt x="201737" y="61894"/>
                </a:lnTo>
                <a:lnTo>
                  <a:pt x="201266" y="62929"/>
                </a:lnTo>
                <a:lnTo>
                  <a:pt x="200816" y="63982"/>
                </a:lnTo>
                <a:lnTo>
                  <a:pt x="200388" y="65052"/>
                </a:lnTo>
                <a:lnTo>
                  <a:pt x="199983" y="66140"/>
                </a:lnTo>
                <a:lnTo>
                  <a:pt x="199599" y="67246"/>
                </a:lnTo>
                <a:lnTo>
                  <a:pt x="199237" y="68369"/>
                </a:lnTo>
                <a:lnTo>
                  <a:pt x="198897" y="69510"/>
                </a:lnTo>
                <a:lnTo>
                  <a:pt x="198579" y="70668"/>
                </a:lnTo>
                <a:lnTo>
                  <a:pt x="198283" y="71845"/>
                </a:lnTo>
                <a:lnTo>
                  <a:pt x="198009" y="73038"/>
                </a:lnTo>
                <a:lnTo>
                  <a:pt x="197757" y="74250"/>
                </a:lnTo>
                <a:lnTo>
                  <a:pt x="197526" y="75479"/>
                </a:lnTo>
                <a:lnTo>
                  <a:pt x="197318" y="76726"/>
                </a:lnTo>
                <a:lnTo>
                  <a:pt x="197132" y="77990"/>
                </a:lnTo>
                <a:lnTo>
                  <a:pt x="196967" y="79272"/>
                </a:lnTo>
                <a:lnTo>
                  <a:pt x="196825" y="80571"/>
                </a:lnTo>
                <a:lnTo>
                  <a:pt x="196704" y="81889"/>
                </a:lnTo>
                <a:lnTo>
                  <a:pt x="196605" y="83224"/>
                </a:lnTo>
                <a:lnTo>
                  <a:pt x="196529" y="84576"/>
                </a:lnTo>
                <a:lnTo>
                  <a:pt x="196474" y="85946"/>
                </a:lnTo>
                <a:lnTo>
                  <a:pt x="196441" y="87334"/>
                </a:lnTo>
                <a:lnTo>
                  <a:pt x="196430" y="88740"/>
                </a:lnTo>
                <a:lnTo>
                  <a:pt x="196441" y="90120"/>
                </a:lnTo>
                <a:lnTo>
                  <a:pt x="196474" y="91482"/>
                </a:lnTo>
                <a:lnTo>
                  <a:pt x="196529" y="92828"/>
                </a:lnTo>
                <a:lnTo>
                  <a:pt x="196605" y="94156"/>
                </a:lnTo>
                <a:lnTo>
                  <a:pt x="196704" y="95468"/>
                </a:lnTo>
                <a:lnTo>
                  <a:pt x="196825" y="96762"/>
                </a:lnTo>
                <a:lnTo>
                  <a:pt x="196967" y="98039"/>
                </a:lnTo>
                <a:lnTo>
                  <a:pt x="197132" y="99300"/>
                </a:lnTo>
                <a:lnTo>
                  <a:pt x="197318" y="100543"/>
                </a:lnTo>
                <a:lnTo>
                  <a:pt x="197526" y="101769"/>
                </a:lnTo>
                <a:lnTo>
                  <a:pt x="197757" y="102977"/>
                </a:lnTo>
                <a:lnTo>
                  <a:pt x="198009" y="104169"/>
                </a:lnTo>
                <a:lnTo>
                  <a:pt x="198283" y="105344"/>
                </a:lnTo>
                <a:lnTo>
                  <a:pt x="198579" y="106501"/>
                </a:lnTo>
                <a:lnTo>
                  <a:pt x="198897" y="107642"/>
                </a:lnTo>
                <a:lnTo>
                  <a:pt x="199237" y="108765"/>
                </a:lnTo>
                <a:lnTo>
                  <a:pt x="199599" y="109871"/>
                </a:lnTo>
                <a:lnTo>
                  <a:pt x="199983" y="110961"/>
                </a:lnTo>
                <a:lnTo>
                  <a:pt x="200388" y="112033"/>
                </a:lnTo>
                <a:lnTo>
                  <a:pt x="200816" y="113088"/>
                </a:lnTo>
                <a:lnTo>
                  <a:pt x="201266" y="114125"/>
                </a:lnTo>
                <a:lnTo>
                  <a:pt x="201737" y="115146"/>
                </a:lnTo>
                <a:lnTo>
                  <a:pt x="202231" y="116150"/>
                </a:lnTo>
                <a:lnTo>
                  <a:pt x="202746" y="117136"/>
                </a:lnTo>
                <a:lnTo>
                  <a:pt x="203281" y="118104"/>
                </a:lnTo>
                <a:lnTo>
                  <a:pt x="203835" y="119053"/>
                </a:lnTo>
                <a:lnTo>
                  <a:pt x="204407" y="119983"/>
                </a:lnTo>
                <a:lnTo>
                  <a:pt x="204997" y="120893"/>
                </a:lnTo>
                <a:lnTo>
                  <a:pt x="205605" y="121784"/>
                </a:lnTo>
                <a:lnTo>
                  <a:pt x="206231" y="122656"/>
                </a:lnTo>
                <a:lnTo>
                  <a:pt x="206875" y="123508"/>
                </a:lnTo>
                <a:lnTo>
                  <a:pt x="207538" y="124342"/>
                </a:lnTo>
                <a:lnTo>
                  <a:pt x="208218" y="125156"/>
                </a:lnTo>
                <a:lnTo>
                  <a:pt x="208917" y="125950"/>
                </a:lnTo>
                <a:lnTo>
                  <a:pt x="209634" y="126726"/>
                </a:lnTo>
                <a:lnTo>
                  <a:pt x="210369" y="127482"/>
                </a:lnTo>
                <a:lnTo>
                  <a:pt x="211123" y="128219"/>
                </a:lnTo>
                <a:lnTo>
                  <a:pt x="211894" y="128936"/>
                </a:lnTo>
                <a:lnTo>
                  <a:pt x="212684" y="129635"/>
                </a:lnTo>
                <a:lnTo>
                  <a:pt x="213491" y="130314"/>
                </a:lnTo>
                <a:lnTo>
                  <a:pt x="214317" y="130973"/>
                </a:lnTo>
                <a:lnTo>
                  <a:pt x="215161" y="131614"/>
                </a:lnTo>
                <a:lnTo>
                  <a:pt x="216024" y="132235"/>
                </a:lnTo>
                <a:lnTo>
                  <a:pt x="216904" y="132837"/>
                </a:lnTo>
                <a:lnTo>
                  <a:pt x="217803" y="133420"/>
                </a:lnTo>
                <a:lnTo>
                  <a:pt x="218719" y="133983"/>
                </a:lnTo>
                <a:lnTo>
                  <a:pt x="219654" y="134528"/>
                </a:lnTo>
                <a:lnTo>
                  <a:pt x="220607" y="135053"/>
                </a:lnTo>
                <a:lnTo>
                  <a:pt x="221576" y="135557"/>
                </a:lnTo>
                <a:lnTo>
                  <a:pt x="222558" y="136040"/>
                </a:lnTo>
                <a:lnTo>
                  <a:pt x="223552" y="136501"/>
                </a:lnTo>
                <a:lnTo>
                  <a:pt x="224560" y="136941"/>
                </a:lnTo>
                <a:lnTo>
                  <a:pt x="225582" y="137359"/>
                </a:lnTo>
                <a:lnTo>
                  <a:pt x="226616" y="137756"/>
                </a:lnTo>
                <a:lnTo>
                  <a:pt x="227663" y="138132"/>
                </a:lnTo>
                <a:lnTo>
                  <a:pt x="228724" y="138486"/>
                </a:lnTo>
                <a:lnTo>
                  <a:pt x="229797" y="138819"/>
                </a:lnTo>
                <a:lnTo>
                  <a:pt x="230884" y="139130"/>
                </a:lnTo>
                <a:lnTo>
                  <a:pt x="231984" y="139419"/>
                </a:lnTo>
                <a:lnTo>
                  <a:pt x="233097" y="139688"/>
                </a:lnTo>
                <a:lnTo>
                  <a:pt x="234223" y="139934"/>
                </a:lnTo>
                <a:lnTo>
                  <a:pt x="235362" y="140160"/>
                </a:lnTo>
                <a:lnTo>
                  <a:pt x="236515" y="140364"/>
                </a:lnTo>
                <a:lnTo>
                  <a:pt x="237680" y="140546"/>
                </a:lnTo>
                <a:lnTo>
                  <a:pt x="238859" y="140707"/>
                </a:lnTo>
                <a:lnTo>
                  <a:pt x="240051" y="140846"/>
                </a:lnTo>
                <a:lnTo>
                  <a:pt x="241255" y="140965"/>
                </a:lnTo>
                <a:lnTo>
                  <a:pt x="242473" y="141061"/>
                </a:lnTo>
                <a:lnTo>
                  <a:pt x="243705" y="141136"/>
                </a:lnTo>
                <a:lnTo>
                  <a:pt x="244949" y="141190"/>
                </a:lnTo>
                <a:lnTo>
                  <a:pt x="246206" y="141222"/>
                </a:lnTo>
                <a:lnTo>
                  <a:pt x="247477" y="141233"/>
                </a:lnTo>
                <a:lnTo>
                  <a:pt x="248764" y="141222"/>
                </a:lnTo>
                <a:lnTo>
                  <a:pt x="250037" y="141190"/>
                </a:lnTo>
                <a:lnTo>
                  <a:pt x="251297" y="141136"/>
                </a:lnTo>
                <a:close/>
                <a:moveTo>
                  <a:pt x="245335" y="120250"/>
                </a:moveTo>
                <a:lnTo>
                  <a:pt x="244648" y="120198"/>
                </a:lnTo>
                <a:lnTo>
                  <a:pt x="243973" y="120131"/>
                </a:lnTo>
                <a:lnTo>
                  <a:pt x="243312" y="120050"/>
                </a:lnTo>
                <a:lnTo>
                  <a:pt x="242664" y="119953"/>
                </a:lnTo>
                <a:lnTo>
                  <a:pt x="242029" y="119842"/>
                </a:lnTo>
                <a:lnTo>
                  <a:pt x="241407" y="119716"/>
                </a:lnTo>
                <a:lnTo>
                  <a:pt x="240798" y="119574"/>
                </a:lnTo>
                <a:lnTo>
                  <a:pt x="240203" y="119418"/>
                </a:lnTo>
                <a:lnTo>
                  <a:pt x="239620" y="119248"/>
                </a:lnTo>
                <a:lnTo>
                  <a:pt x="239051" y="119062"/>
                </a:lnTo>
                <a:lnTo>
                  <a:pt x="238495" y="118861"/>
                </a:lnTo>
                <a:lnTo>
                  <a:pt x="237951" y="118646"/>
                </a:lnTo>
                <a:lnTo>
                  <a:pt x="237421" y="118416"/>
                </a:lnTo>
                <a:lnTo>
                  <a:pt x="236904" y="118171"/>
                </a:lnTo>
                <a:lnTo>
                  <a:pt x="236401" y="117911"/>
                </a:lnTo>
                <a:lnTo>
                  <a:pt x="235910" y="117636"/>
                </a:lnTo>
                <a:lnTo>
                  <a:pt x="235432" y="117346"/>
                </a:lnTo>
                <a:lnTo>
                  <a:pt x="234968" y="117042"/>
                </a:lnTo>
                <a:lnTo>
                  <a:pt x="234517" y="116723"/>
                </a:lnTo>
                <a:lnTo>
                  <a:pt x="234079" y="116388"/>
                </a:lnTo>
                <a:lnTo>
                  <a:pt x="233654" y="116039"/>
                </a:lnTo>
                <a:lnTo>
                  <a:pt x="233240" y="115678"/>
                </a:lnTo>
                <a:lnTo>
                  <a:pt x="232837" y="115306"/>
                </a:lnTo>
                <a:lnTo>
                  <a:pt x="232444" y="114925"/>
                </a:lnTo>
                <a:lnTo>
                  <a:pt x="232062" y="114533"/>
                </a:lnTo>
                <a:lnTo>
                  <a:pt x="231689" y="114131"/>
                </a:lnTo>
                <a:lnTo>
                  <a:pt x="231327" y="113719"/>
                </a:lnTo>
                <a:lnTo>
                  <a:pt x="230975" y="113297"/>
                </a:lnTo>
                <a:lnTo>
                  <a:pt x="230634" y="112865"/>
                </a:lnTo>
                <a:lnTo>
                  <a:pt x="230302" y="112423"/>
                </a:lnTo>
                <a:lnTo>
                  <a:pt x="229981" y="111971"/>
                </a:lnTo>
                <a:lnTo>
                  <a:pt x="229670" y="111509"/>
                </a:lnTo>
                <a:lnTo>
                  <a:pt x="229369" y="111036"/>
                </a:lnTo>
                <a:lnTo>
                  <a:pt x="229079" y="110554"/>
                </a:lnTo>
                <a:lnTo>
                  <a:pt x="228799" y="110061"/>
                </a:lnTo>
                <a:lnTo>
                  <a:pt x="228529" y="109559"/>
                </a:lnTo>
                <a:lnTo>
                  <a:pt x="228269" y="109046"/>
                </a:lnTo>
                <a:lnTo>
                  <a:pt x="228020" y="108523"/>
                </a:lnTo>
                <a:lnTo>
                  <a:pt x="227781" y="107990"/>
                </a:lnTo>
                <a:lnTo>
                  <a:pt x="227552" y="107447"/>
                </a:lnTo>
                <a:lnTo>
                  <a:pt x="227333" y="106894"/>
                </a:lnTo>
                <a:lnTo>
                  <a:pt x="227125" y="106331"/>
                </a:lnTo>
                <a:lnTo>
                  <a:pt x="226927" y="105758"/>
                </a:lnTo>
                <a:lnTo>
                  <a:pt x="226739" y="105175"/>
                </a:lnTo>
                <a:lnTo>
                  <a:pt x="226561" y="104582"/>
                </a:lnTo>
                <a:lnTo>
                  <a:pt x="226392" y="103981"/>
                </a:lnTo>
                <a:lnTo>
                  <a:pt x="226230" y="103375"/>
                </a:lnTo>
                <a:lnTo>
                  <a:pt x="226076" y="102764"/>
                </a:lnTo>
                <a:lnTo>
                  <a:pt x="225928" y="102147"/>
                </a:lnTo>
                <a:lnTo>
                  <a:pt x="225788" y="101526"/>
                </a:lnTo>
                <a:lnTo>
                  <a:pt x="225655" y="100899"/>
                </a:lnTo>
                <a:lnTo>
                  <a:pt x="225529" y="100268"/>
                </a:lnTo>
                <a:lnTo>
                  <a:pt x="225410" y="99631"/>
                </a:lnTo>
                <a:lnTo>
                  <a:pt x="225299" y="98989"/>
                </a:lnTo>
                <a:lnTo>
                  <a:pt x="225195" y="98342"/>
                </a:lnTo>
                <a:lnTo>
                  <a:pt x="225098" y="97689"/>
                </a:lnTo>
                <a:lnTo>
                  <a:pt x="225008" y="97032"/>
                </a:lnTo>
                <a:lnTo>
                  <a:pt x="224925" y="96369"/>
                </a:lnTo>
                <a:lnTo>
                  <a:pt x="224850" y="95702"/>
                </a:lnTo>
                <a:lnTo>
                  <a:pt x="224781" y="95029"/>
                </a:lnTo>
                <a:lnTo>
                  <a:pt x="224720" y="94351"/>
                </a:lnTo>
                <a:lnTo>
                  <a:pt x="224666" y="93668"/>
                </a:lnTo>
                <a:lnTo>
                  <a:pt x="224619" y="92980"/>
                </a:lnTo>
                <a:lnTo>
                  <a:pt x="224580" y="92287"/>
                </a:lnTo>
                <a:lnTo>
                  <a:pt x="224548" y="91588"/>
                </a:lnTo>
                <a:lnTo>
                  <a:pt x="224522" y="90884"/>
                </a:lnTo>
                <a:lnTo>
                  <a:pt x="224504" y="90176"/>
                </a:lnTo>
                <a:lnTo>
                  <a:pt x="224494" y="89462"/>
                </a:lnTo>
                <a:lnTo>
                  <a:pt x="224490" y="88743"/>
                </a:lnTo>
                <a:lnTo>
                  <a:pt x="224494" y="88006"/>
                </a:lnTo>
                <a:lnTo>
                  <a:pt x="224504" y="87275"/>
                </a:lnTo>
                <a:lnTo>
                  <a:pt x="224522" y="86550"/>
                </a:lnTo>
                <a:lnTo>
                  <a:pt x="224548" y="85829"/>
                </a:lnTo>
                <a:lnTo>
                  <a:pt x="224580" y="85115"/>
                </a:lnTo>
                <a:lnTo>
                  <a:pt x="224619" y="84406"/>
                </a:lnTo>
                <a:lnTo>
                  <a:pt x="224666" y="83702"/>
                </a:lnTo>
                <a:lnTo>
                  <a:pt x="224720" y="83004"/>
                </a:lnTo>
                <a:lnTo>
                  <a:pt x="224781" y="82312"/>
                </a:lnTo>
                <a:lnTo>
                  <a:pt x="224850" y="81625"/>
                </a:lnTo>
                <a:lnTo>
                  <a:pt x="224925" y="80943"/>
                </a:lnTo>
                <a:lnTo>
                  <a:pt x="225008" y="80267"/>
                </a:lnTo>
                <a:lnTo>
                  <a:pt x="225098" y="79596"/>
                </a:lnTo>
                <a:lnTo>
                  <a:pt x="225195" y="78931"/>
                </a:lnTo>
                <a:lnTo>
                  <a:pt x="225299" y="78272"/>
                </a:lnTo>
                <a:lnTo>
                  <a:pt x="225410" y="77618"/>
                </a:lnTo>
                <a:lnTo>
                  <a:pt x="225529" y="76969"/>
                </a:lnTo>
                <a:lnTo>
                  <a:pt x="225655" y="76326"/>
                </a:lnTo>
                <a:lnTo>
                  <a:pt x="225788" y="75689"/>
                </a:lnTo>
                <a:lnTo>
                  <a:pt x="225928" y="75057"/>
                </a:lnTo>
                <a:lnTo>
                  <a:pt x="226076" y="74430"/>
                </a:lnTo>
                <a:lnTo>
                  <a:pt x="226230" y="73809"/>
                </a:lnTo>
                <a:lnTo>
                  <a:pt x="226392" y="73194"/>
                </a:lnTo>
                <a:lnTo>
                  <a:pt x="226561" y="72584"/>
                </a:lnTo>
                <a:lnTo>
                  <a:pt x="226739" y="71982"/>
                </a:lnTo>
                <a:lnTo>
                  <a:pt x="226927" y="71390"/>
                </a:lnTo>
                <a:lnTo>
                  <a:pt x="227125" y="70808"/>
                </a:lnTo>
                <a:lnTo>
                  <a:pt x="227333" y="70237"/>
                </a:lnTo>
                <a:lnTo>
                  <a:pt x="227552" y="69676"/>
                </a:lnTo>
                <a:lnTo>
                  <a:pt x="227781" y="69125"/>
                </a:lnTo>
                <a:lnTo>
                  <a:pt x="228020" y="68585"/>
                </a:lnTo>
                <a:lnTo>
                  <a:pt x="228269" y="68054"/>
                </a:lnTo>
                <a:lnTo>
                  <a:pt x="228529" y="67534"/>
                </a:lnTo>
                <a:lnTo>
                  <a:pt x="228799" y="67025"/>
                </a:lnTo>
                <a:lnTo>
                  <a:pt x="229079" y="66525"/>
                </a:lnTo>
                <a:lnTo>
                  <a:pt x="229369" y="66036"/>
                </a:lnTo>
                <a:lnTo>
                  <a:pt x="229670" y="65557"/>
                </a:lnTo>
                <a:lnTo>
                  <a:pt x="229981" y="65089"/>
                </a:lnTo>
                <a:lnTo>
                  <a:pt x="230302" y="64630"/>
                </a:lnTo>
                <a:lnTo>
                  <a:pt x="230634" y="64182"/>
                </a:lnTo>
                <a:lnTo>
                  <a:pt x="230975" y="63745"/>
                </a:lnTo>
                <a:lnTo>
                  <a:pt x="231327" y="63317"/>
                </a:lnTo>
                <a:lnTo>
                  <a:pt x="231689" y="62900"/>
                </a:lnTo>
                <a:lnTo>
                  <a:pt x="232062" y="62493"/>
                </a:lnTo>
                <a:lnTo>
                  <a:pt x="232444" y="62096"/>
                </a:lnTo>
                <a:lnTo>
                  <a:pt x="232837" y="61710"/>
                </a:lnTo>
                <a:lnTo>
                  <a:pt x="233240" y="61333"/>
                </a:lnTo>
                <a:lnTo>
                  <a:pt x="233654" y="60967"/>
                </a:lnTo>
                <a:lnTo>
                  <a:pt x="234079" y="60614"/>
                </a:lnTo>
                <a:lnTo>
                  <a:pt x="234517" y="60276"/>
                </a:lnTo>
                <a:lnTo>
                  <a:pt x="234968" y="59953"/>
                </a:lnTo>
                <a:lnTo>
                  <a:pt x="235432" y="59645"/>
                </a:lnTo>
                <a:lnTo>
                  <a:pt x="235910" y="59351"/>
                </a:lnTo>
                <a:lnTo>
                  <a:pt x="236401" y="59073"/>
                </a:lnTo>
                <a:lnTo>
                  <a:pt x="236904" y="58810"/>
                </a:lnTo>
                <a:lnTo>
                  <a:pt x="237421" y="58562"/>
                </a:lnTo>
                <a:lnTo>
                  <a:pt x="237951" y="58329"/>
                </a:lnTo>
                <a:lnTo>
                  <a:pt x="238495" y="58111"/>
                </a:lnTo>
                <a:lnTo>
                  <a:pt x="239051" y="57908"/>
                </a:lnTo>
                <a:lnTo>
                  <a:pt x="239620" y="57720"/>
                </a:lnTo>
                <a:lnTo>
                  <a:pt x="240203" y="57548"/>
                </a:lnTo>
                <a:lnTo>
                  <a:pt x="240798" y="57390"/>
                </a:lnTo>
                <a:lnTo>
                  <a:pt x="241407" y="57247"/>
                </a:lnTo>
                <a:lnTo>
                  <a:pt x="242029" y="57119"/>
                </a:lnTo>
                <a:lnTo>
                  <a:pt x="242664" y="57006"/>
                </a:lnTo>
                <a:lnTo>
                  <a:pt x="243312" y="56909"/>
                </a:lnTo>
                <a:lnTo>
                  <a:pt x="243973" y="56826"/>
                </a:lnTo>
                <a:lnTo>
                  <a:pt x="244648" y="56758"/>
                </a:lnTo>
                <a:lnTo>
                  <a:pt x="245335" y="56706"/>
                </a:lnTo>
                <a:lnTo>
                  <a:pt x="246036" y="56668"/>
                </a:lnTo>
                <a:lnTo>
                  <a:pt x="246750" y="56646"/>
                </a:lnTo>
                <a:lnTo>
                  <a:pt x="247477" y="56638"/>
                </a:lnTo>
                <a:lnTo>
                  <a:pt x="248221" y="56646"/>
                </a:lnTo>
                <a:lnTo>
                  <a:pt x="248951" y="56668"/>
                </a:lnTo>
                <a:lnTo>
                  <a:pt x="249668" y="56706"/>
                </a:lnTo>
                <a:lnTo>
                  <a:pt x="250371" y="56758"/>
                </a:lnTo>
                <a:lnTo>
                  <a:pt x="251061" y="56826"/>
                </a:lnTo>
                <a:lnTo>
                  <a:pt x="251738" y="56909"/>
                </a:lnTo>
                <a:lnTo>
                  <a:pt x="252401" y="57006"/>
                </a:lnTo>
                <a:lnTo>
                  <a:pt x="253051" y="57119"/>
                </a:lnTo>
                <a:lnTo>
                  <a:pt x="253687" y="57247"/>
                </a:lnTo>
                <a:lnTo>
                  <a:pt x="254309" y="57390"/>
                </a:lnTo>
                <a:lnTo>
                  <a:pt x="254918" y="57548"/>
                </a:lnTo>
                <a:lnTo>
                  <a:pt x="255514" y="57720"/>
                </a:lnTo>
                <a:lnTo>
                  <a:pt x="256096" y="57908"/>
                </a:lnTo>
                <a:lnTo>
                  <a:pt x="256665" y="58111"/>
                </a:lnTo>
                <a:lnTo>
                  <a:pt x="257220" y="58329"/>
                </a:lnTo>
                <a:lnTo>
                  <a:pt x="257762" y="58562"/>
                </a:lnTo>
                <a:lnTo>
                  <a:pt x="258290" y="58810"/>
                </a:lnTo>
                <a:lnTo>
                  <a:pt x="258805" y="59073"/>
                </a:lnTo>
                <a:lnTo>
                  <a:pt x="259306" y="59351"/>
                </a:lnTo>
                <a:lnTo>
                  <a:pt x="259794" y="59645"/>
                </a:lnTo>
                <a:lnTo>
                  <a:pt x="260268" y="59953"/>
                </a:lnTo>
                <a:lnTo>
                  <a:pt x="260729" y="60276"/>
                </a:lnTo>
                <a:lnTo>
                  <a:pt x="261176" y="60614"/>
                </a:lnTo>
                <a:lnTo>
                  <a:pt x="261610" y="60967"/>
                </a:lnTo>
                <a:lnTo>
                  <a:pt x="262032" y="61333"/>
                </a:lnTo>
                <a:lnTo>
                  <a:pt x="262444" y="61710"/>
                </a:lnTo>
                <a:lnTo>
                  <a:pt x="262845" y="62096"/>
                </a:lnTo>
                <a:lnTo>
                  <a:pt x="263235" y="62493"/>
                </a:lnTo>
                <a:lnTo>
                  <a:pt x="263615" y="62900"/>
                </a:lnTo>
                <a:lnTo>
                  <a:pt x="263985" y="63317"/>
                </a:lnTo>
                <a:lnTo>
                  <a:pt x="264345" y="63745"/>
                </a:lnTo>
                <a:lnTo>
                  <a:pt x="264693" y="64182"/>
                </a:lnTo>
                <a:lnTo>
                  <a:pt x="265032" y="64630"/>
                </a:lnTo>
                <a:lnTo>
                  <a:pt x="265360" y="65089"/>
                </a:lnTo>
                <a:lnTo>
                  <a:pt x="265678" y="65557"/>
                </a:lnTo>
                <a:lnTo>
                  <a:pt x="265985" y="66036"/>
                </a:lnTo>
                <a:lnTo>
                  <a:pt x="266282" y="66525"/>
                </a:lnTo>
                <a:lnTo>
                  <a:pt x="266568" y="67025"/>
                </a:lnTo>
                <a:lnTo>
                  <a:pt x="266844" y="67534"/>
                </a:lnTo>
                <a:lnTo>
                  <a:pt x="267109" y="68054"/>
                </a:lnTo>
                <a:lnTo>
                  <a:pt x="267365" y="68585"/>
                </a:lnTo>
                <a:lnTo>
                  <a:pt x="267609" y="69125"/>
                </a:lnTo>
                <a:lnTo>
                  <a:pt x="267843" y="69676"/>
                </a:lnTo>
                <a:lnTo>
                  <a:pt x="268067" y="70237"/>
                </a:lnTo>
                <a:lnTo>
                  <a:pt x="268281" y="70808"/>
                </a:lnTo>
                <a:lnTo>
                  <a:pt x="268484" y="71390"/>
                </a:lnTo>
                <a:lnTo>
                  <a:pt x="268676" y="71982"/>
                </a:lnTo>
                <a:lnTo>
                  <a:pt x="268858" y="72584"/>
                </a:lnTo>
                <a:lnTo>
                  <a:pt x="269031" y="73194"/>
                </a:lnTo>
                <a:lnTo>
                  <a:pt x="269197" y="73809"/>
                </a:lnTo>
                <a:lnTo>
                  <a:pt x="269356" y="74430"/>
                </a:lnTo>
                <a:lnTo>
                  <a:pt x="269507" y="75057"/>
                </a:lnTo>
                <a:lnTo>
                  <a:pt x="269651" y="75689"/>
                </a:lnTo>
                <a:lnTo>
                  <a:pt x="269787" y="76326"/>
                </a:lnTo>
                <a:lnTo>
                  <a:pt x="269916" y="76969"/>
                </a:lnTo>
                <a:lnTo>
                  <a:pt x="270037" y="77618"/>
                </a:lnTo>
                <a:lnTo>
                  <a:pt x="270152" y="78272"/>
                </a:lnTo>
                <a:lnTo>
                  <a:pt x="270259" y="78931"/>
                </a:lnTo>
                <a:lnTo>
                  <a:pt x="270358" y="79596"/>
                </a:lnTo>
                <a:lnTo>
                  <a:pt x="270450" y="80267"/>
                </a:lnTo>
                <a:lnTo>
                  <a:pt x="270535" y="80943"/>
                </a:lnTo>
                <a:lnTo>
                  <a:pt x="270612" y="81625"/>
                </a:lnTo>
                <a:lnTo>
                  <a:pt x="270682" y="82312"/>
                </a:lnTo>
                <a:lnTo>
                  <a:pt x="270745" y="83004"/>
                </a:lnTo>
                <a:lnTo>
                  <a:pt x="270800" y="83702"/>
                </a:lnTo>
                <a:lnTo>
                  <a:pt x="270848" y="84406"/>
                </a:lnTo>
                <a:lnTo>
                  <a:pt x="270889" y="85115"/>
                </a:lnTo>
                <a:lnTo>
                  <a:pt x="270922" y="85829"/>
                </a:lnTo>
                <a:lnTo>
                  <a:pt x="270948" y="86550"/>
                </a:lnTo>
                <a:lnTo>
                  <a:pt x="270966" y="87275"/>
                </a:lnTo>
                <a:lnTo>
                  <a:pt x="270977" y="88006"/>
                </a:lnTo>
                <a:lnTo>
                  <a:pt x="270981" y="88743"/>
                </a:lnTo>
                <a:lnTo>
                  <a:pt x="270977" y="89462"/>
                </a:lnTo>
                <a:lnTo>
                  <a:pt x="270966" y="90176"/>
                </a:lnTo>
                <a:lnTo>
                  <a:pt x="270948" y="90884"/>
                </a:lnTo>
                <a:lnTo>
                  <a:pt x="270922" y="91588"/>
                </a:lnTo>
                <a:lnTo>
                  <a:pt x="270889" y="92287"/>
                </a:lnTo>
                <a:lnTo>
                  <a:pt x="270848" y="92980"/>
                </a:lnTo>
                <a:lnTo>
                  <a:pt x="270800" y="93668"/>
                </a:lnTo>
                <a:lnTo>
                  <a:pt x="270745" y="94351"/>
                </a:lnTo>
                <a:lnTo>
                  <a:pt x="270682" y="95029"/>
                </a:lnTo>
                <a:lnTo>
                  <a:pt x="270612" y="95702"/>
                </a:lnTo>
                <a:lnTo>
                  <a:pt x="270535" y="96369"/>
                </a:lnTo>
                <a:lnTo>
                  <a:pt x="270450" y="97032"/>
                </a:lnTo>
                <a:lnTo>
                  <a:pt x="270358" y="97689"/>
                </a:lnTo>
                <a:lnTo>
                  <a:pt x="270259" y="98342"/>
                </a:lnTo>
                <a:lnTo>
                  <a:pt x="270152" y="98989"/>
                </a:lnTo>
                <a:lnTo>
                  <a:pt x="270037" y="99631"/>
                </a:lnTo>
                <a:lnTo>
                  <a:pt x="269916" y="100268"/>
                </a:lnTo>
                <a:lnTo>
                  <a:pt x="269787" y="100899"/>
                </a:lnTo>
                <a:lnTo>
                  <a:pt x="269651" y="101526"/>
                </a:lnTo>
                <a:lnTo>
                  <a:pt x="269507" y="102147"/>
                </a:lnTo>
                <a:lnTo>
                  <a:pt x="269356" y="102764"/>
                </a:lnTo>
                <a:lnTo>
                  <a:pt x="269197" y="103375"/>
                </a:lnTo>
                <a:lnTo>
                  <a:pt x="269031" y="103981"/>
                </a:lnTo>
                <a:lnTo>
                  <a:pt x="268858" y="104582"/>
                </a:lnTo>
                <a:lnTo>
                  <a:pt x="268676" y="105175"/>
                </a:lnTo>
                <a:lnTo>
                  <a:pt x="268484" y="105758"/>
                </a:lnTo>
                <a:lnTo>
                  <a:pt x="268281" y="106331"/>
                </a:lnTo>
                <a:lnTo>
                  <a:pt x="268067" y="106894"/>
                </a:lnTo>
                <a:lnTo>
                  <a:pt x="267843" y="107447"/>
                </a:lnTo>
                <a:lnTo>
                  <a:pt x="267609" y="107990"/>
                </a:lnTo>
                <a:lnTo>
                  <a:pt x="267365" y="108523"/>
                </a:lnTo>
                <a:lnTo>
                  <a:pt x="267109" y="109046"/>
                </a:lnTo>
                <a:lnTo>
                  <a:pt x="266844" y="109559"/>
                </a:lnTo>
                <a:lnTo>
                  <a:pt x="266568" y="110061"/>
                </a:lnTo>
                <a:lnTo>
                  <a:pt x="266282" y="110554"/>
                </a:lnTo>
                <a:lnTo>
                  <a:pt x="265985" y="111036"/>
                </a:lnTo>
                <a:lnTo>
                  <a:pt x="265678" y="111509"/>
                </a:lnTo>
                <a:lnTo>
                  <a:pt x="265360" y="111971"/>
                </a:lnTo>
                <a:lnTo>
                  <a:pt x="265032" y="112423"/>
                </a:lnTo>
                <a:lnTo>
                  <a:pt x="264693" y="112865"/>
                </a:lnTo>
                <a:lnTo>
                  <a:pt x="264345" y="113297"/>
                </a:lnTo>
                <a:lnTo>
                  <a:pt x="263985" y="113719"/>
                </a:lnTo>
                <a:lnTo>
                  <a:pt x="263615" y="114131"/>
                </a:lnTo>
                <a:lnTo>
                  <a:pt x="263235" y="114533"/>
                </a:lnTo>
                <a:lnTo>
                  <a:pt x="262845" y="114925"/>
                </a:lnTo>
                <a:lnTo>
                  <a:pt x="262444" y="115306"/>
                </a:lnTo>
                <a:lnTo>
                  <a:pt x="262032" y="115678"/>
                </a:lnTo>
                <a:lnTo>
                  <a:pt x="261610" y="116039"/>
                </a:lnTo>
                <a:lnTo>
                  <a:pt x="261176" y="116388"/>
                </a:lnTo>
                <a:lnTo>
                  <a:pt x="260729" y="116723"/>
                </a:lnTo>
                <a:lnTo>
                  <a:pt x="260268" y="117042"/>
                </a:lnTo>
                <a:lnTo>
                  <a:pt x="259794" y="117346"/>
                </a:lnTo>
                <a:lnTo>
                  <a:pt x="259306" y="117636"/>
                </a:lnTo>
                <a:lnTo>
                  <a:pt x="258805" y="117911"/>
                </a:lnTo>
                <a:lnTo>
                  <a:pt x="258290" y="118171"/>
                </a:lnTo>
                <a:lnTo>
                  <a:pt x="257762" y="118416"/>
                </a:lnTo>
                <a:lnTo>
                  <a:pt x="257220" y="118646"/>
                </a:lnTo>
                <a:lnTo>
                  <a:pt x="256665" y="118861"/>
                </a:lnTo>
                <a:lnTo>
                  <a:pt x="256096" y="119062"/>
                </a:lnTo>
                <a:lnTo>
                  <a:pt x="255514" y="119248"/>
                </a:lnTo>
                <a:lnTo>
                  <a:pt x="254918" y="119418"/>
                </a:lnTo>
                <a:lnTo>
                  <a:pt x="254309" y="119574"/>
                </a:lnTo>
                <a:lnTo>
                  <a:pt x="253687" y="119716"/>
                </a:lnTo>
                <a:lnTo>
                  <a:pt x="253051" y="119842"/>
                </a:lnTo>
                <a:lnTo>
                  <a:pt x="252401" y="119953"/>
                </a:lnTo>
                <a:lnTo>
                  <a:pt x="251738" y="120050"/>
                </a:lnTo>
                <a:lnTo>
                  <a:pt x="251061" y="120131"/>
                </a:lnTo>
                <a:lnTo>
                  <a:pt x="250371" y="120198"/>
                </a:lnTo>
                <a:lnTo>
                  <a:pt x="249668" y="120250"/>
                </a:lnTo>
                <a:lnTo>
                  <a:pt x="248951" y="120287"/>
                </a:lnTo>
                <a:lnTo>
                  <a:pt x="248221" y="120310"/>
                </a:lnTo>
                <a:lnTo>
                  <a:pt x="247477" y="120317"/>
                </a:lnTo>
                <a:lnTo>
                  <a:pt x="246750" y="120310"/>
                </a:lnTo>
                <a:lnTo>
                  <a:pt x="246036" y="120287"/>
                </a:lnTo>
                <a:lnTo>
                  <a:pt x="245335" y="120250"/>
                </a:lnTo>
                <a:close/>
                <a:moveTo>
                  <a:pt x="437435" y="176421"/>
                </a:moveTo>
                <a:lnTo>
                  <a:pt x="438335" y="176401"/>
                </a:lnTo>
                <a:lnTo>
                  <a:pt x="439222" y="176374"/>
                </a:lnTo>
                <a:lnTo>
                  <a:pt x="440097" y="176338"/>
                </a:lnTo>
                <a:lnTo>
                  <a:pt x="440958" y="176294"/>
                </a:lnTo>
                <a:lnTo>
                  <a:pt x="441807" y="176242"/>
                </a:lnTo>
                <a:lnTo>
                  <a:pt x="442644" y="176182"/>
                </a:lnTo>
                <a:lnTo>
                  <a:pt x="443467" y="176114"/>
                </a:lnTo>
                <a:lnTo>
                  <a:pt x="444278" y="176038"/>
                </a:lnTo>
                <a:lnTo>
                  <a:pt x="445075" y="175954"/>
                </a:lnTo>
                <a:lnTo>
                  <a:pt x="445861" y="175862"/>
                </a:lnTo>
                <a:lnTo>
                  <a:pt x="446633" y="175762"/>
                </a:lnTo>
                <a:lnTo>
                  <a:pt x="447393" y="175655"/>
                </a:lnTo>
                <a:lnTo>
                  <a:pt x="448139" y="175539"/>
                </a:lnTo>
                <a:lnTo>
                  <a:pt x="448873" y="175415"/>
                </a:lnTo>
                <a:lnTo>
                  <a:pt x="449595" y="175283"/>
                </a:lnTo>
                <a:lnTo>
                  <a:pt x="450303" y="175143"/>
                </a:lnTo>
                <a:lnTo>
                  <a:pt x="450999" y="174996"/>
                </a:lnTo>
                <a:lnTo>
                  <a:pt x="451682" y="174840"/>
                </a:lnTo>
                <a:lnTo>
                  <a:pt x="452352" y="174676"/>
                </a:lnTo>
                <a:lnTo>
                  <a:pt x="453010" y="174504"/>
                </a:lnTo>
                <a:lnTo>
                  <a:pt x="453654" y="174325"/>
                </a:lnTo>
                <a:lnTo>
                  <a:pt x="454286" y="174137"/>
                </a:lnTo>
                <a:lnTo>
                  <a:pt x="454908" y="173939"/>
                </a:lnTo>
                <a:lnTo>
                  <a:pt x="455521" y="173729"/>
                </a:lnTo>
                <a:lnTo>
                  <a:pt x="456127" y="173505"/>
                </a:lnTo>
                <a:lnTo>
                  <a:pt x="456724" y="173269"/>
                </a:lnTo>
                <a:lnTo>
                  <a:pt x="457313" y="173021"/>
                </a:lnTo>
                <a:lnTo>
                  <a:pt x="457894" y="172760"/>
                </a:lnTo>
                <a:lnTo>
                  <a:pt x="458467" y="172486"/>
                </a:lnTo>
                <a:lnTo>
                  <a:pt x="459032" y="172199"/>
                </a:lnTo>
                <a:lnTo>
                  <a:pt x="459589" y="171900"/>
                </a:lnTo>
                <a:lnTo>
                  <a:pt x="460138" y="171588"/>
                </a:lnTo>
                <a:lnTo>
                  <a:pt x="460678" y="171263"/>
                </a:lnTo>
                <a:lnTo>
                  <a:pt x="461211" y="170925"/>
                </a:lnTo>
                <a:lnTo>
                  <a:pt x="461735" y="170575"/>
                </a:lnTo>
                <a:lnTo>
                  <a:pt x="462252" y="170212"/>
                </a:lnTo>
                <a:lnTo>
                  <a:pt x="462760" y="169837"/>
                </a:lnTo>
                <a:lnTo>
                  <a:pt x="463260" y="169449"/>
                </a:lnTo>
                <a:lnTo>
                  <a:pt x="463752" y="169048"/>
                </a:lnTo>
                <a:lnTo>
                  <a:pt x="464236" y="168634"/>
                </a:lnTo>
                <a:lnTo>
                  <a:pt x="464712" y="168208"/>
                </a:lnTo>
                <a:lnTo>
                  <a:pt x="465180" y="167769"/>
                </a:lnTo>
                <a:lnTo>
                  <a:pt x="465640" y="167317"/>
                </a:lnTo>
                <a:lnTo>
                  <a:pt x="466091" y="166853"/>
                </a:lnTo>
                <a:lnTo>
                  <a:pt x="466535" y="166376"/>
                </a:lnTo>
                <a:lnTo>
                  <a:pt x="466970" y="165886"/>
                </a:lnTo>
                <a:lnTo>
                  <a:pt x="467400" y="165381"/>
                </a:lnTo>
                <a:lnTo>
                  <a:pt x="467825" y="164860"/>
                </a:lnTo>
                <a:lnTo>
                  <a:pt x="468245" y="164322"/>
                </a:lnTo>
                <a:lnTo>
                  <a:pt x="468662" y="163768"/>
                </a:lnTo>
                <a:lnTo>
                  <a:pt x="469074" y="163196"/>
                </a:lnTo>
                <a:lnTo>
                  <a:pt x="469481" y="162608"/>
                </a:lnTo>
                <a:lnTo>
                  <a:pt x="469885" y="162004"/>
                </a:lnTo>
                <a:lnTo>
                  <a:pt x="470284" y="161382"/>
                </a:lnTo>
                <a:lnTo>
                  <a:pt x="470679" y="160744"/>
                </a:lnTo>
                <a:lnTo>
                  <a:pt x="471069" y="160090"/>
                </a:lnTo>
                <a:lnTo>
                  <a:pt x="471455" y="159418"/>
                </a:lnTo>
                <a:lnTo>
                  <a:pt x="471837" y="158730"/>
                </a:lnTo>
                <a:lnTo>
                  <a:pt x="472214" y="158025"/>
                </a:lnTo>
                <a:lnTo>
                  <a:pt x="472588" y="157304"/>
                </a:lnTo>
                <a:lnTo>
                  <a:pt x="472957" y="156565"/>
                </a:lnTo>
                <a:lnTo>
                  <a:pt x="473321" y="155810"/>
                </a:lnTo>
                <a:lnTo>
                  <a:pt x="473681" y="155039"/>
                </a:lnTo>
                <a:lnTo>
                  <a:pt x="474037" y="154250"/>
                </a:lnTo>
                <a:lnTo>
                  <a:pt x="474389" y="153445"/>
                </a:lnTo>
                <a:lnTo>
                  <a:pt x="474736" y="152624"/>
                </a:lnTo>
                <a:lnTo>
                  <a:pt x="475079" y="151785"/>
                </a:lnTo>
                <a:lnTo>
                  <a:pt x="475418" y="150930"/>
                </a:lnTo>
                <a:lnTo>
                  <a:pt x="475752" y="150058"/>
                </a:lnTo>
                <a:lnTo>
                  <a:pt x="476082" y="149170"/>
                </a:lnTo>
                <a:lnTo>
                  <a:pt x="479810" y="139036"/>
                </a:lnTo>
                <a:lnTo>
                  <a:pt x="516153" y="37068"/>
                </a:lnTo>
                <a:lnTo>
                  <a:pt x="488404" y="37068"/>
                </a:lnTo>
                <a:lnTo>
                  <a:pt x="465624" y="112745"/>
                </a:lnTo>
                <a:lnTo>
                  <a:pt x="440049" y="37068"/>
                </a:lnTo>
                <a:lnTo>
                  <a:pt x="411471" y="37068"/>
                </a:lnTo>
                <a:lnTo>
                  <a:pt x="450818" y="139369"/>
                </a:lnTo>
                <a:lnTo>
                  <a:pt x="448540" y="144857"/>
                </a:lnTo>
                <a:lnTo>
                  <a:pt x="448381" y="145266"/>
                </a:lnTo>
                <a:lnTo>
                  <a:pt x="448214" y="145666"/>
                </a:lnTo>
                <a:lnTo>
                  <a:pt x="448039" y="146056"/>
                </a:lnTo>
                <a:lnTo>
                  <a:pt x="447857" y="146436"/>
                </a:lnTo>
                <a:lnTo>
                  <a:pt x="447667" y="146806"/>
                </a:lnTo>
                <a:lnTo>
                  <a:pt x="447469" y="147167"/>
                </a:lnTo>
                <a:lnTo>
                  <a:pt x="447263" y="147518"/>
                </a:lnTo>
                <a:lnTo>
                  <a:pt x="447050" y="147860"/>
                </a:lnTo>
                <a:lnTo>
                  <a:pt x="446829" y="148191"/>
                </a:lnTo>
                <a:lnTo>
                  <a:pt x="446600" y="148513"/>
                </a:lnTo>
                <a:lnTo>
                  <a:pt x="446364" y="148825"/>
                </a:lnTo>
                <a:lnTo>
                  <a:pt x="446119" y="149128"/>
                </a:lnTo>
                <a:lnTo>
                  <a:pt x="445868" y="149421"/>
                </a:lnTo>
                <a:lnTo>
                  <a:pt x="445608" y="149704"/>
                </a:lnTo>
                <a:lnTo>
                  <a:pt x="445340" y="149977"/>
                </a:lnTo>
                <a:lnTo>
                  <a:pt x="445065" y="150241"/>
                </a:lnTo>
                <a:lnTo>
                  <a:pt x="444782" y="150495"/>
                </a:lnTo>
                <a:lnTo>
                  <a:pt x="444492" y="150739"/>
                </a:lnTo>
                <a:lnTo>
                  <a:pt x="444194" y="150974"/>
                </a:lnTo>
                <a:lnTo>
                  <a:pt x="443888" y="151199"/>
                </a:lnTo>
                <a:lnTo>
                  <a:pt x="443574" y="151414"/>
                </a:lnTo>
                <a:lnTo>
                  <a:pt x="443252" y="151619"/>
                </a:lnTo>
                <a:lnTo>
                  <a:pt x="442923" y="151815"/>
                </a:lnTo>
                <a:lnTo>
                  <a:pt x="442586" y="152001"/>
                </a:lnTo>
                <a:lnTo>
                  <a:pt x="442242" y="152179"/>
                </a:lnTo>
                <a:lnTo>
                  <a:pt x="441890" y="152349"/>
                </a:lnTo>
                <a:lnTo>
                  <a:pt x="441532" y="152511"/>
                </a:lnTo>
                <a:lnTo>
                  <a:pt x="441167" y="152666"/>
                </a:lnTo>
                <a:lnTo>
                  <a:pt x="440794" y="152813"/>
                </a:lnTo>
                <a:lnTo>
                  <a:pt x="440415" y="152953"/>
                </a:lnTo>
                <a:lnTo>
                  <a:pt x="440028" y="153085"/>
                </a:lnTo>
                <a:lnTo>
                  <a:pt x="439635" y="153209"/>
                </a:lnTo>
                <a:lnTo>
                  <a:pt x="439235" y="153326"/>
                </a:lnTo>
                <a:lnTo>
                  <a:pt x="438827" y="153436"/>
                </a:lnTo>
                <a:lnTo>
                  <a:pt x="438413" y="153538"/>
                </a:lnTo>
                <a:lnTo>
                  <a:pt x="437991" y="153632"/>
                </a:lnTo>
                <a:lnTo>
                  <a:pt x="437563" y="153719"/>
                </a:lnTo>
                <a:lnTo>
                  <a:pt x="437127" y="153798"/>
                </a:lnTo>
                <a:lnTo>
                  <a:pt x="436685" y="153870"/>
                </a:lnTo>
                <a:lnTo>
                  <a:pt x="436235" y="153934"/>
                </a:lnTo>
                <a:lnTo>
                  <a:pt x="435779" y="153991"/>
                </a:lnTo>
                <a:lnTo>
                  <a:pt x="435315" y="154040"/>
                </a:lnTo>
                <a:lnTo>
                  <a:pt x="434845" y="154081"/>
                </a:lnTo>
                <a:lnTo>
                  <a:pt x="434367" y="154115"/>
                </a:lnTo>
                <a:lnTo>
                  <a:pt x="433883" y="154142"/>
                </a:lnTo>
                <a:lnTo>
                  <a:pt x="433391" y="154161"/>
                </a:lnTo>
                <a:lnTo>
                  <a:pt x="432893" y="154172"/>
                </a:lnTo>
                <a:lnTo>
                  <a:pt x="432387" y="154176"/>
                </a:lnTo>
                <a:lnTo>
                  <a:pt x="423275" y="154176"/>
                </a:lnTo>
                <a:lnTo>
                  <a:pt x="423275" y="176437"/>
                </a:lnTo>
                <a:lnTo>
                  <a:pt x="435597" y="176437"/>
                </a:lnTo>
                <a:lnTo>
                  <a:pt x="436522" y="176433"/>
                </a:lnTo>
                <a:lnTo>
                  <a:pt x="437435" y="176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def">
            <a:extLst xmlns:a="http://schemas.openxmlformats.org/drawingml/2006/main">
              <a:ext uri="{FF2B5EF4-FFF2-40B4-BE49-F238E27FC236}">
                <a16:creationId xmlns:a16="http://schemas.microsoft.com/office/drawing/2014/main" id="{A5B3699C-1D05-4131-8F3E-CDCED9BA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9" y="4290769"/>
            <a:ext cx="138512" cy="62797"/>
          </a:xfrm>
          <a:custGeom xmlns:a="http://schemas.openxmlformats.org/drawingml/2006/main">
            <a:pathLst>
              <a:path w="138512" h="62797">
                <a:moveTo>
                  <a:pt x="0" y="41096"/>
                </a:moveTo>
                <a:cubicBezTo>
                  <a:pt x="0" y="37385"/>
                  <a:pt x="507" y="34087"/>
                  <a:pt x="1522" y="31203"/>
                </a:cubicBezTo>
                <a:cubicBezTo>
                  <a:pt x="2537" y="28318"/>
                  <a:pt x="3979" y="25883"/>
                  <a:pt x="5849" y="23897"/>
                </a:cubicBezTo>
                <a:cubicBezTo>
                  <a:pt x="7719" y="21911"/>
                  <a:pt x="9966" y="20403"/>
                  <a:pt x="12590" y="19374"/>
                </a:cubicBezTo>
                <a:cubicBezTo>
                  <a:pt x="15214" y="18345"/>
                  <a:pt x="18135" y="17830"/>
                  <a:pt x="21353" y="17830"/>
                </a:cubicBezTo>
                <a:cubicBezTo>
                  <a:pt x="22744" y="17830"/>
                  <a:pt x="24114" y="17917"/>
                  <a:pt x="25462" y="18091"/>
                </a:cubicBezTo>
                <a:cubicBezTo>
                  <a:pt x="26810" y="18265"/>
                  <a:pt x="28137" y="18540"/>
                  <a:pt x="29441" y="18917"/>
                </a:cubicBezTo>
                <a:lnTo>
                  <a:pt x="29441" y="522"/>
                </a:lnTo>
                <a:lnTo>
                  <a:pt x="37052" y="522"/>
                </a:lnTo>
                <a:lnTo>
                  <a:pt x="37052" y="62014"/>
                </a:lnTo>
                <a:lnTo>
                  <a:pt x="30268" y="62014"/>
                </a:lnTo>
                <a:lnTo>
                  <a:pt x="30007" y="53751"/>
                </a:lnTo>
                <a:cubicBezTo>
                  <a:pt x="27890" y="56824"/>
                  <a:pt x="25600" y="59100"/>
                  <a:pt x="23136" y="60579"/>
                </a:cubicBezTo>
                <a:cubicBezTo>
                  <a:pt x="20671" y="62058"/>
                  <a:pt x="18004" y="62797"/>
                  <a:pt x="15134" y="62797"/>
                </a:cubicBezTo>
                <a:cubicBezTo>
                  <a:pt x="12641" y="62797"/>
                  <a:pt x="10444" y="62275"/>
                  <a:pt x="8545" y="61231"/>
                </a:cubicBezTo>
                <a:cubicBezTo>
                  <a:pt x="6646" y="60188"/>
                  <a:pt x="5066" y="58716"/>
                  <a:pt x="3805" y="56817"/>
                </a:cubicBezTo>
                <a:cubicBezTo>
                  <a:pt x="2544" y="54918"/>
                  <a:pt x="1595" y="52635"/>
                  <a:pt x="957" y="49968"/>
                </a:cubicBezTo>
                <a:cubicBezTo>
                  <a:pt x="319" y="47301"/>
                  <a:pt x="0" y="44343"/>
                  <a:pt x="0" y="41096"/>
                </a:cubicBezTo>
                <a:moveTo>
                  <a:pt x="7741" y="40618"/>
                </a:moveTo>
                <a:cubicBezTo>
                  <a:pt x="7741" y="45894"/>
                  <a:pt x="8516" y="49830"/>
                  <a:pt x="10067" y="52425"/>
                </a:cubicBezTo>
                <a:cubicBezTo>
                  <a:pt x="11619" y="55020"/>
                  <a:pt x="13815" y="56317"/>
                  <a:pt x="16656" y="56317"/>
                </a:cubicBezTo>
                <a:cubicBezTo>
                  <a:pt x="18569" y="56317"/>
                  <a:pt x="20592" y="55462"/>
                  <a:pt x="22723" y="53751"/>
                </a:cubicBezTo>
                <a:cubicBezTo>
                  <a:pt x="24853" y="52041"/>
                  <a:pt x="27093" y="49504"/>
                  <a:pt x="29441" y="46141"/>
                </a:cubicBezTo>
                <a:lnTo>
                  <a:pt x="29441" y="25875"/>
                </a:lnTo>
                <a:cubicBezTo>
                  <a:pt x="28195" y="25296"/>
                  <a:pt x="26818" y="24853"/>
                  <a:pt x="25310" y="24549"/>
                </a:cubicBezTo>
                <a:cubicBezTo>
                  <a:pt x="23802" y="24245"/>
                  <a:pt x="22309" y="24092"/>
                  <a:pt x="20831" y="24092"/>
                </a:cubicBezTo>
                <a:cubicBezTo>
                  <a:pt x="16714" y="24092"/>
                  <a:pt x="13503" y="25426"/>
                  <a:pt x="11198" y="28093"/>
                </a:cubicBezTo>
                <a:cubicBezTo>
                  <a:pt x="8893" y="30761"/>
                  <a:pt x="7741" y="34935"/>
                  <a:pt x="7741" y="40618"/>
                </a:cubicBezTo>
                <a:close/>
                <a:moveTo>
                  <a:pt x="87869" y="37878"/>
                </a:moveTo>
                <a:cubicBezTo>
                  <a:pt x="87869" y="38951"/>
                  <a:pt x="87854" y="39850"/>
                  <a:pt x="87825" y="40574"/>
                </a:cubicBezTo>
                <a:cubicBezTo>
                  <a:pt x="87796" y="41299"/>
                  <a:pt x="87753" y="41981"/>
                  <a:pt x="87695" y="42618"/>
                </a:cubicBezTo>
                <a:lnTo>
                  <a:pt x="57036" y="42618"/>
                </a:lnTo>
                <a:cubicBezTo>
                  <a:pt x="57036" y="47083"/>
                  <a:pt x="58282" y="50511"/>
                  <a:pt x="60776" y="52903"/>
                </a:cubicBezTo>
                <a:cubicBezTo>
                  <a:pt x="63269" y="55295"/>
                  <a:pt x="66864" y="56491"/>
                  <a:pt x="71561" y="56491"/>
                </a:cubicBezTo>
                <a:cubicBezTo>
                  <a:pt x="72836" y="56491"/>
                  <a:pt x="74112" y="56439"/>
                  <a:pt x="75388" y="56336"/>
                </a:cubicBezTo>
                <a:cubicBezTo>
                  <a:pt x="76663" y="56232"/>
                  <a:pt x="77895" y="56091"/>
                  <a:pt x="79084" y="55913"/>
                </a:cubicBezTo>
                <a:cubicBezTo>
                  <a:pt x="80273" y="55735"/>
                  <a:pt x="81411" y="55535"/>
                  <a:pt x="82498" y="55313"/>
                </a:cubicBezTo>
                <a:cubicBezTo>
                  <a:pt x="83585" y="55090"/>
                  <a:pt x="84593" y="54845"/>
                  <a:pt x="85520" y="54578"/>
                </a:cubicBezTo>
                <a:lnTo>
                  <a:pt x="85520" y="60796"/>
                </a:lnTo>
                <a:cubicBezTo>
                  <a:pt x="83462" y="61389"/>
                  <a:pt x="81135" y="61870"/>
                  <a:pt x="78541" y="62241"/>
                </a:cubicBezTo>
                <a:cubicBezTo>
                  <a:pt x="75946" y="62612"/>
                  <a:pt x="73257" y="62797"/>
                  <a:pt x="70474" y="62797"/>
                </a:cubicBezTo>
                <a:cubicBezTo>
                  <a:pt x="66734" y="62797"/>
                  <a:pt x="63515" y="62289"/>
                  <a:pt x="60819" y="61275"/>
                </a:cubicBezTo>
                <a:cubicBezTo>
                  <a:pt x="58123" y="60260"/>
                  <a:pt x="55912" y="58789"/>
                  <a:pt x="54187" y="56861"/>
                </a:cubicBezTo>
                <a:cubicBezTo>
                  <a:pt x="52462" y="54933"/>
                  <a:pt x="51187" y="52570"/>
                  <a:pt x="50360" y="49772"/>
                </a:cubicBezTo>
                <a:cubicBezTo>
                  <a:pt x="49534" y="46974"/>
                  <a:pt x="49121" y="43807"/>
                  <a:pt x="49121" y="40270"/>
                </a:cubicBezTo>
                <a:cubicBezTo>
                  <a:pt x="49121" y="37197"/>
                  <a:pt x="49563" y="34290"/>
                  <a:pt x="50447" y="31551"/>
                </a:cubicBezTo>
                <a:cubicBezTo>
                  <a:pt x="51332" y="28811"/>
                  <a:pt x="52622" y="26405"/>
                  <a:pt x="54318" y="24332"/>
                </a:cubicBezTo>
                <a:cubicBezTo>
                  <a:pt x="56014" y="22259"/>
                  <a:pt x="58094" y="20613"/>
                  <a:pt x="60558" y="19396"/>
                </a:cubicBezTo>
                <a:cubicBezTo>
                  <a:pt x="63023" y="18178"/>
                  <a:pt x="65820" y="17569"/>
                  <a:pt x="68951" y="17569"/>
                </a:cubicBezTo>
                <a:cubicBezTo>
                  <a:pt x="71996" y="17569"/>
                  <a:pt x="74692" y="18048"/>
                  <a:pt x="77040" y="19004"/>
                </a:cubicBezTo>
                <a:cubicBezTo>
                  <a:pt x="79389" y="19961"/>
                  <a:pt x="81367" y="21316"/>
                  <a:pt x="82976" y="23070"/>
                </a:cubicBezTo>
                <a:cubicBezTo>
                  <a:pt x="84585" y="24824"/>
                  <a:pt x="85803" y="26955"/>
                  <a:pt x="86629" y="29463"/>
                </a:cubicBezTo>
                <a:cubicBezTo>
                  <a:pt x="87456" y="31971"/>
                  <a:pt x="87869" y="34776"/>
                  <a:pt x="87869" y="37878"/>
                </a:cubicBezTo>
                <a:moveTo>
                  <a:pt x="79997" y="36791"/>
                </a:moveTo>
                <a:cubicBezTo>
                  <a:pt x="80084" y="34848"/>
                  <a:pt x="79896" y="33073"/>
                  <a:pt x="79432" y="31464"/>
                </a:cubicBezTo>
                <a:cubicBezTo>
                  <a:pt x="78968" y="29855"/>
                  <a:pt x="78251" y="28470"/>
                  <a:pt x="77279" y="27311"/>
                </a:cubicBezTo>
                <a:cubicBezTo>
                  <a:pt x="76308" y="26151"/>
                  <a:pt x="75098" y="25245"/>
                  <a:pt x="73648" y="24593"/>
                </a:cubicBezTo>
                <a:cubicBezTo>
                  <a:pt x="72199" y="23940"/>
                  <a:pt x="70517" y="23614"/>
                  <a:pt x="68604" y="23614"/>
                </a:cubicBezTo>
                <a:cubicBezTo>
                  <a:pt x="66951" y="23614"/>
                  <a:pt x="65443" y="23933"/>
                  <a:pt x="64081" y="24571"/>
                </a:cubicBezTo>
                <a:cubicBezTo>
                  <a:pt x="62718" y="25209"/>
                  <a:pt x="61544" y="26107"/>
                  <a:pt x="60558" y="27267"/>
                </a:cubicBezTo>
                <a:cubicBezTo>
                  <a:pt x="59572" y="28427"/>
                  <a:pt x="58775" y="29818"/>
                  <a:pt x="58166" y="31442"/>
                </a:cubicBezTo>
                <a:cubicBezTo>
                  <a:pt x="57558" y="33065"/>
                  <a:pt x="57181" y="34848"/>
                  <a:pt x="57036" y="36791"/>
                </a:cubicBezTo>
                <a:lnTo>
                  <a:pt x="79997" y="36791"/>
                </a:lnTo>
                <a:close/>
                <a:moveTo>
                  <a:pt x="138512" y="7567"/>
                </a:moveTo>
                <a:cubicBezTo>
                  <a:pt x="134540" y="6726"/>
                  <a:pt x="131119" y="6306"/>
                  <a:pt x="128249" y="6306"/>
                </a:cubicBezTo>
                <a:cubicBezTo>
                  <a:pt x="121436" y="6306"/>
                  <a:pt x="118029" y="9872"/>
                  <a:pt x="118029" y="17004"/>
                </a:cubicBezTo>
                <a:lnTo>
                  <a:pt x="118029" y="24658"/>
                </a:lnTo>
                <a:lnTo>
                  <a:pt x="137164" y="24658"/>
                </a:lnTo>
                <a:lnTo>
                  <a:pt x="137164" y="30964"/>
                </a:lnTo>
                <a:lnTo>
                  <a:pt x="118029" y="30964"/>
                </a:lnTo>
                <a:lnTo>
                  <a:pt x="118029" y="62014"/>
                </a:lnTo>
                <a:lnTo>
                  <a:pt x="110332" y="62014"/>
                </a:lnTo>
                <a:lnTo>
                  <a:pt x="110332" y="30964"/>
                </a:lnTo>
                <a:lnTo>
                  <a:pt x="96285" y="30964"/>
                </a:lnTo>
                <a:lnTo>
                  <a:pt x="96285" y="24658"/>
                </a:lnTo>
                <a:lnTo>
                  <a:pt x="110332" y="24658"/>
                </a:lnTo>
                <a:lnTo>
                  <a:pt x="110332" y="17439"/>
                </a:lnTo>
                <a:cubicBezTo>
                  <a:pt x="110332" y="5813"/>
                  <a:pt x="116391" y="0"/>
                  <a:pt x="128510" y="0"/>
                </a:cubicBezTo>
                <a:cubicBezTo>
                  <a:pt x="131525" y="0"/>
                  <a:pt x="134859" y="348"/>
                  <a:pt x="138512" y="1044"/>
                </a:cubicBezTo>
                <a:lnTo>
                  <a:pt x="138512" y="7567"/>
                </a:lnTo>
                <a:moveTo>
                  <a:pt x="92806" y="18352"/>
                </a:moveTo>
                <a:lnTo>
                  <a:pt x="92806" y="18352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select_action">
            <a:extLst xmlns:a="http://schemas.openxmlformats.org/drawingml/2006/main">
              <a:ext uri="{FF2B5EF4-FFF2-40B4-BE49-F238E27FC236}">
                <a16:creationId xmlns:a16="http://schemas.microsoft.com/office/drawing/2014/main" id="{8CF8F33E-AAF5-45C2-AF2C-D43A7122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746" y="4290769"/>
            <a:ext cx="619416" cy="79844"/>
          </a:xfrm>
          <a:custGeom xmlns:a="http://schemas.openxmlformats.org/drawingml/2006/main">
            <a:pathLst>
              <a:path w="619416" h="79844">
                <a:moveTo>
                  <a:pt x="33616" y="50098"/>
                </a:moveTo>
                <a:cubicBezTo>
                  <a:pt x="33616" y="51635"/>
                  <a:pt x="33355" y="53012"/>
                  <a:pt x="32834" y="54230"/>
                </a:cubicBezTo>
                <a:cubicBezTo>
                  <a:pt x="32312" y="55447"/>
                  <a:pt x="31601" y="56527"/>
                  <a:pt x="30703" y="57470"/>
                </a:cubicBezTo>
                <a:cubicBezTo>
                  <a:pt x="29804" y="58412"/>
                  <a:pt x="28760" y="59216"/>
                  <a:pt x="27571" y="59883"/>
                </a:cubicBezTo>
                <a:cubicBezTo>
                  <a:pt x="26383" y="60550"/>
                  <a:pt x="25114" y="61101"/>
                  <a:pt x="23766" y="61536"/>
                </a:cubicBezTo>
                <a:cubicBezTo>
                  <a:pt x="22418" y="61971"/>
                  <a:pt x="21034" y="62289"/>
                  <a:pt x="19613" y="62492"/>
                </a:cubicBezTo>
                <a:cubicBezTo>
                  <a:pt x="18193" y="62695"/>
                  <a:pt x="16801" y="62797"/>
                  <a:pt x="15438" y="62797"/>
                </a:cubicBezTo>
                <a:cubicBezTo>
                  <a:pt x="12481" y="62797"/>
                  <a:pt x="9763" y="62666"/>
                  <a:pt x="7284" y="62405"/>
                </a:cubicBezTo>
                <a:cubicBezTo>
                  <a:pt x="4805" y="62144"/>
                  <a:pt x="2377" y="61724"/>
                  <a:pt x="0" y="61144"/>
                </a:cubicBezTo>
                <a:lnTo>
                  <a:pt x="0" y="54186"/>
                </a:lnTo>
                <a:cubicBezTo>
                  <a:pt x="2551" y="54911"/>
                  <a:pt x="5088" y="55462"/>
                  <a:pt x="7610" y="55839"/>
                </a:cubicBezTo>
                <a:cubicBezTo>
                  <a:pt x="10133" y="56216"/>
                  <a:pt x="12641" y="56404"/>
                  <a:pt x="15134" y="56404"/>
                </a:cubicBezTo>
                <a:cubicBezTo>
                  <a:pt x="18758" y="56404"/>
                  <a:pt x="21440" y="55911"/>
                  <a:pt x="23179" y="54925"/>
                </a:cubicBezTo>
                <a:cubicBezTo>
                  <a:pt x="24919" y="53940"/>
                  <a:pt x="25788" y="52534"/>
                  <a:pt x="25788" y="50707"/>
                </a:cubicBezTo>
                <a:cubicBezTo>
                  <a:pt x="25788" y="49924"/>
                  <a:pt x="25651" y="49221"/>
                  <a:pt x="25375" y="48598"/>
                </a:cubicBezTo>
                <a:cubicBezTo>
                  <a:pt x="25100" y="47975"/>
                  <a:pt x="24600" y="47380"/>
                  <a:pt x="23875" y="46815"/>
                </a:cubicBezTo>
                <a:cubicBezTo>
                  <a:pt x="23150" y="46250"/>
                  <a:pt x="22027" y="45663"/>
                  <a:pt x="20505" y="45054"/>
                </a:cubicBezTo>
                <a:cubicBezTo>
                  <a:pt x="18983" y="44445"/>
                  <a:pt x="16902" y="43749"/>
                  <a:pt x="14264" y="42966"/>
                </a:cubicBezTo>
                <a:cubicBezTo>
                  <a:pt x="12293" y="42386"/>
                  <a:pt x="10473" y="41727"/>
                  <a:pt x="8806" y="40988"/>
                </a:cubicBezTo>
                <a:cubicBezTo>
                  <a:pt x="7139" y="40248"/>
                  <a:pt x="5697" y="39371"/>
                  <a:pt x="4479" y="38357"/>
                </a:cubicBezTo>
                <a:cubicBezTo>
                  <a:pt x="3262" y="37342"/>
                  <a:pt x="2305" y="36153"/>
                  <a:pt x="1609" y="34790"/>
                </a:cubicBezTo>
                <a:cubicBezTo>
                  <a:pt x="913" y="33428"/>
                  <a:pt x="565" y="31819"/>
                  <a:pt x="565" y="29963"/>
                </a:cubicBezTo>
                <a:cubicBezTo>
                  <a:pt x="565" y="28746"/>
                  <a:pt x="848" y="27412"/>
                  <a:pt x="1413" y="25962"/>
                </a:cubicBezTo>
                <a:cubicBezTo>
                  <a:pt x="1979" y="24513"/>
                  <a:pt x="2943" y="23165"/>
                  <a:pt x="4305" y="21918"/>
                </a:cubicBezTo>
                <a:cubicBezTo>
                  <a:pt x="5668" y="20671"/>
                  <a:pt x="7509" y="19635"/>
                  <a:pt x="9828" y="18809"/>
                </a:cubicBezTo>
                <a:cubicBezTo>
                  <a:pt x="12148" y="17982"/>
                  <a:pt x="15047" y="17569"/>
                  <a:pt x="18526" y="17569"/>
                </a:cubicBezTo>
                <a:cubicBezTo>
                  <a:pt x="20236" y="17569"/>
                  <a:pt x="22135" y="17663"/>
                  <a:pt x="24223" y="17852"/>
                </a:cubicBezTo>
                <a:cubicBezTo>
                  <a:pt x="26310" y="18040"/>
                  <a:pt x="28485" y="18366"/>
                  <a:pt x="30746" y="18830"/>
                </a:cubicBezTo>
                <a:lnTo>
                  <a:pt x="30746" y="25571"/>
                </a:lnTo>
                <a:cubicBezTo>
                  <a:pt x="28369" y="24991"/>
                  <a:pt x="26115" y="24564"/>
                  <a:pt x="23984" y="24288"/>
                </a:cubicBezTo>
                <a:cubicBezTo>
                  <a:pt x="21853" y="24013"/>
                  <a:pt x="20005" y="23875"/>
                  <a:pt x="18439" y="23875"/>
                </a:cubicBezTo>
                <a:cubicBezTo>
                  <a:pt x="16554" y="23875"/>
                  <a:pt x="14967" y="24020"/>
                  <a:pt x="13677" y="24310"/>
                </a:cubicBezTo>
                <a:cubicBezTo>
                  <a:pt x="12387" y="24600"/>
                  <a:pt x="11343" y="24998"/>
                  <a:pt x="10546" y="25506"/>
                </a:cubicBezTo>
                <a:cubicBezTo>
                  <a:pt x="9749" y="26013"/>
                  <a:pt x="9176" y="26607"/>
                  <a:pt x="8828" y="27289"/>
                </a:cubicBezTo>
                <a:cubicBezTo>
                  <a:pt x="8480" y="27970"/>
                  <a:pt x="8306" y="28702"/>
                  <a:pt x="8306" y="29485"/>
                </a:cubicBezTo>
                <a:cubicBezTo>
                  <a:pt x="8306" y="30268"/>
                  <a:pt x="8458" y="30978"/>
                  <a:pt x="8763" y="31616"/>
                </a:cubicBezTo>
                <a:cubicBezTo>
                  <a:pt x="9067" y="32254"/>
                  <a:pt x="9633" y="32870"/>
                  <a:pt x="10459" y="33464"/>
                </a:cubicBezTo>
                <a:cubicBezTo>
                  <a:pt x="11285" y="34058"/>
                  <a:pt x="12438" y="34653"/>
                  <a:pt x="13916" y="35247"/>
                </a:cubicBezTo>
                <a:cubicBezTo>
                  <a:pt x="15395" y="35841"/>
                  <a:pt x="17323" y="36487"/>
                  <a:pt x="19700" y="37182"/>
                </a:cubicBezTo>
                <a:cubicBezTo>
                  <a:pt x="22280" y="37936"/>
                  <a:pt x="24455" y="38726"/>
                  <a:pt x="26223" y="39552"/>
                </a:cubicBezTo>
                <a:cubicBezTo>
                  <a:pt x="27992" y="40379"/>
                  <a:pt x="29427" y="41299"/>
                  <a:pt x="30529" y="42314"/>
                </a:cubicBezTo>
                <a:cubicBezTo>
                  <a:pt x="31630" y="43329"/>
                  <a:pt x="32420" y="44474"/>
                  <a:pt x="32899" y="45749"/>
                </a:cubicBezTo>
                <a:cubicBezTo>
                  <a:pt x="33377" y="47025"/>
                  <a:pt x="33616" y="48475"/>
                  <a:pt x="33616" y="50098"/>
                </a:cubicBezTo>
                <a:close/>
                <a:moveTo>
                  <a:pt x="84694" y="37878"/>
                </a:moveTo>
                <a:cubicBezTo>
                  <a:pt x="84694" y="38951"/>
                  <a:pt x="84680" y="39850"/>
                  <a:pt x="84651" y="40574"/>
                </a:cubicBezTo>
                <a:cubicBezTo>
                  <a:pt x="84622" y="41299"/>
                  <a:pt x="84578" y="41981"/>
                  <a:pt x="84520" y="42618"/>
                </a:cubicBezTo>
                <a:lnTo>
                  <a:pt x="53861" y="42618"/>
                </a:lnTo>
                <a:cubicBezTo>
                  <a:pt x="53861" y="47083"/>
                  <a:pt x="55108" y="50511"/>
                  <a:pt x="57601" y="52903"/>
                </a:cubicBezTo>
                <a:cubicBezTo>
                  <a:pt x="60095" y="55295"/>
                  <a:pt x="63690" y="56491"/>
                  <a:pt x="68386" y="56491"/>
                </a:cubicBezTo>
                <a:cubicBezTo>
                  <a:pt x="69662" y="56491"/>
                  <a:pt x="70938" y="56439"/>
                  <a:pt x="72213" y="56336"/>
                </a:cubicBezTo>
                <a:cubicBezTo>
                  <a:pt x="73489" y="56232"/>
                  <a:pt x="74721" y="56091"/>
                  <a:pt x="75910" y="55913"/>
                </a:cubicBezTo>
                <a:cubicBezTo>
                  <a:pt x="77098" y="55735"/>
                  <a:pt x="78236" y="55535"/>
                  <a:pt x="79324" y="55313"/>
                </a:cubicBezTo>
                <a:cubicBezTo>
                  <a:pt x="80411" y="55090"/>
                  <a:pt x="81418" y="54845"/>
                  <a:pt x="82346" y="54578"/>
                </a:cubicBezTo>
                <a:lnTo>
                  <a:pt x="82346" y="60796"/>
                </a:lnTo>
                <a:cubicBezTo>
                  <a:pt x="80288" y="61389"/>
                  <a:pt x="77961" y="61870"/>
                  <a:pt x="75366" y="62241"/>
                </a:cubicBezTo>
                <a:cubicBezTo>
                  <a:pt x="72771" y="62612"/>
                  <a:pt x="70082" y="62797"/>
                  <a:pt x="67299" y="62797"/>
                </a:cubicBezTo>
                <a:cubicBezTo>
                  <a:pt x="63559" y="62797"/>
                  <a:pt x="60341" y="62289"/>
                  <a:pt x="57645" y="61275"/>
                </a:cubicBezTo>
                <a:cubicBezTo>
                  <a:pt x="54949" y="60260"/>
                  <a:pt x="52738" y="58789"/>
                  <a:pt x="51013" y="56861"/>
                </a:cubicBezTo>
                <a:cubicBezTo>
                  <a:pt x="49288" y="54933"/>
                  <a:pt x="48012" y="52570"/>
                  <a:pt x="47186" y="49772"/>
                </a:cubicBezTo>
                <a:cubicBezTo>
                  <a:pt x="46360" y="46974"/>
                  <a:pt x="45947" y="43807"/>
                  <a:pt x="45947" y="40270"/>
                </a:cubicBezTo>
                <a:cubicBezTo>
                  <a:pt x="45947" y="37197"/>
                  <a:pt x="46389" y="34290"/>
                  <a:pt x="47273" y="31551"/>
                </a:cubicBezTo>
                <a:cubicBezTo>
                  <a:pt x="48157" y="28811"/>
                  <a:pt x="49447" y="26405"/>
                  <a:pt x="51143" y="24332"/>
                </a:cubicBezTo>
                <a:cubicBezTo>
                  <a:pt x="52839" y="22259"/>
                  <a:pt x="54920" y="20613"/>
                  <a:pt x="57384" y="19396"/>
                </a:cubicBezTo>
                <a:cubicBezTo>
                  <a:pt x="59848" y="18178"/>
                  <a:pt x="62646" y="17569"/>
                  <a:pt x="65777" y="17569"/>
                </a:cubicBezTo>
                <a:cubicBezTo>
                  <a:pt x="68821" y="17569"/>
                  <a:pt x="71518" y="18048"/>
                  <a:pt x="73866" y="19004"/>
                </a:cubicBezTo>
                <a:cubicBezTo>
                  <a:pt x="76214" y="19961"/>
                  <a:pt x="78193" y="21316"/>
                  <a:pt x="79802" y="23070"/>
                </a:cubicBezTo>
                <a:cubicBezTo>
                  <a:pt x="81411" y="24824"/>
                  <a:pt x="82629" y="26955"/>
                  <a:pt x="83455" y="29463"/>
                </a:cubicBezTo>
                <a:cubicBezTo>
                  <a:pt x="84281" y="31971"/>
                  <a:pt x="84694" y="34776"/>
                  <a:pt x="84694" y="37878"/>
                </a:cubicBezTo>
                <a:moveTo>
                  <a:pt x="76823" y="36791"/>
                </a:moveTo>
                <a:cubicBezTo>
                  <a:pt x="76910" y="34848"/>
                  <a:pt x="76722" y="33073"/>
                  <a:pt x="76258" y="31464"/>
                </a:cubicBezTo>
                <a:cubicBezTo>
                  <a:pt x="75794" y="29855"/>
                  <a:pt x="75076" y="28470"/>
                  <a:pt x="74105" y="27311"/>
                </a:cubicBezTo>
                <a:cubicBezTo>
                  <a:pt x="73134" y="26151"/>
                  <a:pt x="71923" y="25245"/>
                  <a:pt x="70474" y="24593"/>
                </a:cubicBezTo>
                <a:cubicBezTo>
                  <a:pt x="69024" y="23940"/>
                  <a:pt x="67343" y="23614"/>
                  <a:pt x="65429" y="23614"/>
                </a:cubicBezTo>
                <a:cubicBezTo>
                  <a:pt x="63777" y="23614"/>
                  <a:pt x="62269" y="23933"/>
                  <a:pt x="60906" y="24571"/>
                </a:cubicBezTo>
                <a:cubicBezTo>
                  <a:pt x="59544" y="25209"/>
                  <a:pt x="58370" y="26107"/>
                  <a:pt x="57384" y="27267"/>
                </a:cubicBezTo>
                <a:cubicBezTo>
                  <a:pt x="56398" y="28427"/>
                  <a:pt x="55601" y="29818"/>
                  <a:pt x="54992" y="31442"/>
                </a:cubicBezTo>
                <a:cubicBezTo>
                  <a:pt x="54383" y="33065"/>
                  <a:pt x="54006" y="34848"/>
                  <a:pt x="53861" y="36791"/>
                </a:cubicBezTo>
                <a:lnTo>
                  <a:pt x="76823" y="36791"/>
                </a:lnTo>
                <a:close/>
                <a:moveTo>
                  <a:pt x="111462" y="6741"/>
                </a:moveTo>
                <a:lnTo>
                  <a:pt x="98546" y="6741"/>
                </a:lnTo>
                <a:lnTo>
                  <a:pt x="98546" y="522"/>
                </a:lnTo>
                <a:lnTo>
                  <a:pt x="119116" y="522"/>
                </a:lnTo>
                <a:lnTo>
                  <a:pt x="119116" y="55708"/>
                </a:lnTo>
                <a:lnTo>
                  <a:pt x="132119" y="55708"/>
                </a:lnTo>
                <a:lnTo>
                  <a:pt x="132119" y="62014"/>
                </a:lnTo>
                <a:lnTo>
                  <a:pt x="97111" y="62014"/>
                </a:lnTo>
                <a:lnTo>
                  <a:pt x="97111" y="55708"/>
                </a:lnTo>
                <a:lnTo>
                  <a:pt x="111462" y="55708"/>
                </a:lnTo>
                <a:lnTo>
                  <a:pt x="111462" y="6741"/>
                </a:lnTo>
                <a:close/>
                <a:moveTo>
                  <a:pt x="182241" y="37878"/>
                </a:moveTo>
                <a:cubicBezTo>
                  <a:pt x="182241" y="38951"/>
                  <a:pt x="182226" y="39850"/>
                  <a:pt x="182197" y="40574"/>
                </a:cubicBezTo>
                <a:cubicBezTo>
                  <a:pt x="182168" y="41299"/>
                  <a:pt x="182125" y="41981"/>
                  <a:pt x="182067" y="42618"/>
                </a:cubicBezTo>
                <a:lnTo>
                  <a:pt x="151408" y="42618"/>
                </a:lnTo>
                <a:cubicBezTo>
                  <a:pt x="151408" y="47083"/>
                  <a:pt x="152654" y="50511"/>
                  <a:pt x="155148" y="52903"/>
                </a:cubicBezTo>
                <a:cubicBezTo>
                  <a:pt x="157641" y="55295"/>
                  <a:pt x="161236" y="56491"/>
                  <a:pt x="165933" y="56491"/>
                </a:cubicBezTo>
                <a:cubicBezTo>
                  <a:pt x="167208" y="56491"/>
                  <a:pt x="168484" y="56439"/>
                  <a:pt x="169760" y="56336"/>
                </a:cubicBezTo>
                <a:cubicBezTo>
                  <a:pt x="171035" y="56232"/>
                  <a:pt x="172267" y="56091"/>
                  <a:pt x="173456" y="55913"/>
                </a:cubicBezTo>
                <a:cubicBezTo>
                  <a:pt x="174645" y="55735"/>
                  <a:pt x="175783" y="55535"/>
                  <a:pt x="176870" y="55313"/>
                </a:cubicBezTo>
                <a:cubicBezTo>
                  <a:pt x="177957" y="55090"/>
                  <a:pt x="178964" y="54845"/>
                  <a:pt x="179892" y="54578"/>
                </a:cubicBezTo>
                <a:lnTo>
                  <a:pt x="179892" y="60796"/>
                </a:lnTo>
                <a:cubicBezTo>
                  <a:pt x="177834" y="61389"/>
                  <a:pt x="175507" y="61870"/>
                  <a:pt x="172912" y="62241"/>
                </a:cubicBezTo>
                <a:cubicBezTo>
                  <a:pt x="170318" y="62612"/>
                  <a:pt x="167629" y="62797"/>
                  <a:pt x="164845" y="62797"/>
                </a:cubicBezTo>
                <a:cubicBezTo>
                  <a:pt x="161105" y="62797"/>
                  <a:pt x="157887" y="62289"/>
                  <a:pt x="155191" y="61275"/>
                </a:cubicBezTo>
                <a:cubicBezTo>
                  <a:pt x="152495" y="60260"/>
                  <a:pt x="150284" y="58789"/>
                  <a:pt x="148559" y="56861"/>
                </a:cubicBezTo>
                <a:cubicBezTo>
                  <a:pt x="146834" y="54933"/>
                  <a:pt x="145558" y="52570"/>
                  <a:pt x="144732" y="49772"/>
                </a:cubicBezTo>
                <a:cubicBezTo>
                  <a:pt x="143906" y="46974"/>
                  <a:pt x="143493" y="43807"/>
                  <a:pt x="143493" y="40270"/>
                </a:cubicBezTo>
                <a:cubicBezTo>
                  <a:pt x="143493" y="37197"/>
                  <a:pt x="143935" y="34290"/>
                  <a:pt x="144819" y="31551"/>
                </a:cubicBezTo>
                <a:cubicBezTo>
                  <a:pt x="145703" y="28811"/>
                  <a:pt x="146993" y="26405"/>
                  <a:pt x="148690" y="24332"/>
                </a:cubicBezTo>
                <a:cubicBezTo>
                  <a:pt x="150386" y="22259"/>
                  <a:pt x="152466" y="20613"/>
                  <a:pt x="154930" y="19396"/>
                </a:cubicBezTo>
                <a:cubicBezTo>
                  <a:pt x="157394" y="18178"/>
                  <a:pt x="160192" y="17569"/>
                  <a:pt x="163323" y="17569"/>
                </a:cubicBezTo>
                <a:cubicBezTo>
                  <a:pt x="166367" y="17569"/>
                  <a:pt x="169064" y="18048"/>
                  <a:pt x="171412" y="19004"/>
                </a:cubicBezTo>
                <a:cubicBezTo>
                  <a:pt x="173760" y="19961"/>
                  <a:pt x="175739" y="21316"/>
                  <a:pt x="177348" y="23070"/>
                </a:cubicBezTo>
                <a:cubicBezTo>
                  <a:pt x="178957" y="24824"/>
                  <a:pt x="180175" y="26955"/>
                  <a:pt x="181001" y="29463"/>
                </a:cubicBezTo>
                <a:cubicBezTo>
                  <a:pt x="181827" y="31971"/>
                  <a:pt x="182241" y="34776"/>
                  <a:pt x="182241" y="37878"/>
                </a:cubicBezTo>
                <a:moveTo>
                  <a:pt x="174369" y="36791"/>
                </a:moveTo>
                <a:cubicBezTo>
                  <a:pt x="174456" y="34848"/>
                  <a:pt x="174268" y="33073"/>
                  <a:pt x="173804" y="31464"/>
                </a:cubicBezTo>
                <a:cubicBezTo>
                  <a:pt x="173340" y="29855"/>
                  <a:pt x="172622" y="28470"/>
                  <a:pt x="171651" y="27311"/>
                </a:cubicBezTo>
                <a:cubicBezTo>
                  <a:pt x="170680" y="26151"/>
                  <a:pt x="169470" y="25245"/>
                  <a:pt x="168020" y="24593"/>
                </a:cubicBezTo>
                <a:cubicBezTo>
                  <a:pt x="166570" y="23940"/>
                  <a:pt x="164889" y="23614"/>
                  <a:pt x="162975" y="23614"/>
                </a:cubicBezTo>
                <a:cubicBezTo>
                  <a:pt x="161323" y="23614"/>
                  <a:pt x="159815" y="23933"/>
                  <a:pt x="158453" y="24571"/>
                </a:cubicBezTo>
                <a:cubicBezTo>
                  <a:pt x="157090" y="25209"/>
                  <a:pt x="155916" y="26107"/>
                  <a:pt x="154930" y="27267"/>
                </a:cubicBezTo>
                <a:cubicBezTo>
                  <a:pt x="153944" y="28427"/>
                  <a:pt x="153147" y="29818"/>
                  <a:pt x="152538" y="31442"/>
                </a:cubicBezTo>
                <a:cubicBezTo>
                  <a:pt x="151929" y="33065"/>
                  <a:pt x="151552" y="34848"/>
                  <a:pt x="151408" y="36791"/>
                </a:cubicBezTo>
                <a:lnTo>
                  <a:pt x="174369" y="36791"/>
                </a:lnTo>
                <a:close/>
                <a:moveTo>
                  <a:pt x="228057" y="60405"/>
                </a:moveTo>
                <a:cubicBezTo>
                  <a:pt x="226085" y="61159"/>
                  <a:pt x="224063" y="61717"/>
                  <a:pt x="221990" y="62079"/>
                </a:cubicBezTo>
                <a:cubicBezTo>
                  <a:pt x="219917" y="62442"/>
                  <a:pt x="217779" y="62623"/>
                  <a:pt x="215576" y="62623"/>
                </a:cubicBezTo>
                <a:cubicBezTo>
                  <a:pt x="208675" y="62623"/>
                  <a:pt x="203363" y="60753"/>
                  <a:pt x="199637" y="57013"/>
                </a:cubicBezTo>
                <a:cubicBezTo>
                  <a:pt x="195912" y="53273"/>
                  <a:pt x="194049" y="47808"/>
                  <a:pt x="194049" y="40618"/>
                </a:cubicBezTo>
                <a:cubicBezTo>
                  <a:pt x="194049" y="37168"/>
                  <a:pt x="194585" y="34037"/>
                  <a:pt x="195658" y="31224"/>
                </a:cubicBezTo>
                <a:cubicBezTo>
                  <a:pt x="196731" y="28412"/>
                  <a:pt x="198238" y="26006"/>
                  <a:pt x="200181" y="24005"/>
                </a:cubicBezTo>
                <a:cubicBezTo>
                  <a:pt x="202123" y="22005"/>
                  <a:pt x="204443" y="20461"/>
                  <a:pt x="207139" y="19374"/>
                </a:cubicBezTo>
                <a:cubicBezTo>
                  <a:pt x="209835" y="18287"/>
                  <a:pt x="212807" y="17743"/>
                  <a:pt x="216054" y="17743"/>
                </a:cubicBezTo>
                <a:cubicBezTo>
                  <a:pt x="218315" y="17743"/>
                  <a:pt x="220432" y="17906"/>
                  <a:pt x="222403" y="18232"/>
                </a:cubicBezTo>
                <a:cubicBezTo>
                  <a:pt x="224375" y="18558"/>
                  <a:pt x="226259" y="19090"/>
                  <a:pt x="228057" y="19831"/>
                </a:cubicBezTo>
                <a:lnTo>
                  <a:pt x="228057" y="27050"/>
                </a:lnTo>
                <a:cubicBezTo>
                  <a:pt x="226172" y="26048"/>
                  <a:pt x="224251" y="25320"/>
                  <a:pt x="222294" y="24864"/>
                </a:cubicBezTo>
                <a:cubicBezTo>
                  <a:pt x="220338" y="24408"/>
                  <a:pt x="218315" y="24179"/>
                  <a:pt x="216228" y="24179"/>
                </a:cubicBezTo>
                <a:cubicBezTo>
                  <a:pt x="214285" y="24179"/>
                  <a:pt x="212452" y="24549"/>
                  <a:pt x="210727" y="25288"/>
                </a:cubicBezTo>
                <a:cubicBezTo>
                  <a:pt x="209002" y="26028"/>
                  <a:pt x="207487" y="27093"/>
                  <a:pt x="206182" y="28485"/>
                </a:cubicBezTo>
                <a:cubicBezTo>
                  <a:pt x="204877" y="29876"/>
                  <a:pt x="203848" y="31572"/>
                  <a:pt x="203094" y="33573"/>
                </a:cubicBezTo>
                <a:cubicBezTo>
                  <a:pt x="202341" y="35573"/>
                  <a:pt x="201964" y="37835"/>
                  <a:pt x="201964" y="40357"/>
                </a:cubicBezTo>
                <a:cubicBezTo>
                  <a:pt x="201964" y="45634"/>
                  <a:pt x="203247" y="49584"/>
                  <a:pt x="205812" y="52207"/>
                </a:cubicBezTo>
                <a:cubicBezTo>
                  <a:pt x="208378" y="54831"/>
                  <a:pt x="211937" y="56143"/>
                  <a:pt x="216489" y="56143"/>
                </a:cubicBezTo>
                <a:cubicBezTo>
                  <a:pt x="218547" y="56143"/>
                  <a:pt x="220540" y="55911"/>
                  <a:pt x="222468" y="55447"/>
                </a:cubicBezTo>
                <a:cubicBezTo>
                  <a:pt x="224396" y="54983"/>
                  <a:pt x="226259" y="54288"/>
                  <a:pt x="228057" y="53360"/>
                </a:cubicBezTo>
                <a:lnTo>
                  <a:pt x="228057" y="60405"/>
                </a:lnTo>
                <a:close/>
                <a:moveTo>
                  <a:pt x="278090" y="61362"/>
                </a:moveTo>
                <a:cubicBezTo>
                  <a:pt x="276380" y="61812"/>
                  <a:pt x="274611" y="62135"/>
                  <a:pt x="272785" y="62329"/>
                </a:cubicBezTo>
                <a:cubicBezTo>
                  <a:pt x="270958" y="62525"/>
                  <a:pt x="269103" y="62623"/>
                  <a:pt x="267218" y="62623"/>
                </a:cubicBezTo>
                <a:cubicBezTo>
                  <a:pt x="261739" y="62623"/>
                  <a:pt x="257651" y="61383"/>
                  <a:pt x="254955" y="58905"/>
                </a:cubicBezTo>
                <a:cubicBezTo>
                  <a:pt x="252259" y="56426"/>
                  <a:pt x="250910" y="52621"/>
                  <a:pt x="250910" y="47489"/>
                </a:cubicBezTo>
                <a:lnTo>
                  <a:pt x="250910" y="24701"/>
                </a:lnTo>
                <a:lnTo>
                  <a:pt x="238690" y="24701"/>
                </a:lnTo>
                <a:lnTo>
                  <a:pt x="238690" y="18352"/>
                </a:lnTo>
                <a:lnTo>
                  <a:pt x="250910" y="18352"/>
                </a:lnTo>
                <a:lnTo>
                  <a:pt x="250910" y="6311"/>
                </a:lnTo>
                <a:lnTo>
                  <a:pt x="258477" y="4349"/>
                </a:lnTo>
                <a:lnTo>
                  <a:pt x="258477" y="18352"/>
                </a:lnTo>
                <a:lnTo>
                  <a:pt x="278090" y="18352"/>
                </a:lnTo>
                <a:lnTo>
                  <a:pt x="278090" y="24701"/>
                </a:lnTo>
                <a:lnTo>
                  <a:pt x="258477" y="24701"/>
                </a:lnTo>
                <a:lnTo>
                  <a:pt x="258477" y="46880"/>
                </a:lnTo>
                <a:cubicBezTo>
                  <a:pt x="258477" y="50011"/>
                  <a:pt x="259311" y="52352"/>
                  <a:pt x="260978" y="53903"/>
                </a:cubicBezTo>
                <a:cubicBezTo>
                  <a:pt x="262645" y="55455"/>
                  <a:pt x="265102" y="56230"/>
                  <a:pt x="268349" y="56230"/>
                </a:cubicBezTo>
                <a:cubicBezTo>
                  <a:pt x="269741" y="56230"/>
                  <a:pt x="271263" y="56118"/>
                  <a:pt x="272915" y="55894"/>
                </a:cubicBezTo>
                <a:cubicBezTo>
                  <a:pt x="274568" y="55670"/>
                  <a:pt x="276293" y="55318"/>
                  <a:pt x="278090" y="54838"/>
                </a:cubicBezTo>
                <a:lnTo>
                  <a:pt x="278090" y="61362"/>
                </a:lnTo>
                <a:close/>
                <a:moveTo>
                  <a:pt x="333691" y="79844"/>
                </a:moveTo>
                <a:lnTo>
                  <a:pt x="284724" y="79844"/>
                </a:lnTo>
                <a:lnTo>
                  <a:pt x="284724" y="73582"/>
                </a:lnTo>
                <a:lnTo>
                  <a:pt x="333691" y="73582"/>
                </a:lnTo>
                <a:lnTo>
                  <a:pt x="333691" y="79844"/>
                </a:lnTo>
                <a:close/>
                <a:moveTo>
                  <a:pt x="368505" y="62014"/>
                </a:moveTo>
                <a:lnTo>
                  <a:pt x="368331" y="56131"/>
                </a:lnTo>
                <a:cubicBezTo>
                  <a:pt x="365954" y="58484"/>
                  <a:pt x="363540" y="60183"/>
                  <a:pt x="361090" y="61229"/>
                </a:cubicBezTo>
                <a:cubicBezTo>
                  <a:pt x="358640" y="62274"/>
                  <a:pt x="356067" y="62797"/>
                  <a:pt x="353371" y="62797"/>
                </a:cubicBezTo>
                <a:cubicBezTo>
                  <a:pt x="350878" y="62797"/>
                  <a:pt x="348747" y="62477"/>
                  <a:pt x="346978" y="61839"/>
                </a:cubicBezTo>
                <a:cubicBezTo>
                  <a:pt x="345210" y="61200"/>
                  <a:pt x="343753" y="60322"/>
                  <a:pt x="342608" y="59204"/>
                </a:cubicBezTo>
                <a:cubicBezTo>
                  <a:pt x="341463" y="58086"/>
                  <a:pt x="340622" y="56771"/>
                  <a:pt x="340085" y="55261"/>
                </a:cubicBezTo>
                <a:cubicBezTo>
                  <a:pt x="339549" y="53751"/>
                  <a:pt x="339281" y="52110"/>
                  <a:pt x="339281" y="50339"/>
                </a:cubicBezTo>
                <a:cubicBezTo>
                  <a:pt x="339281" y="45954"/>
                  <a:pt x="340912" y="42520"/>
                  <a:pt x="344173" y="40038"/>
                </a:cubicBezTo>
                <a:cubicBezTo>
                  <a:pt x="347435" y="37554"/>
                  <a:pt x="352255" y="36313"/>
                  <a:pt x="358633" y="36313"/>
                </a:cubicBezTo>
                <a:lnTo>
                  <a:pt x="367679" y="36313"/>
                </a:lnTo>
                <a:lnTo>
                  <a:pt x="367679" y="32499"/>
                </a:lnTo>
                <a:cubicBezTo>
                  <a:pt x="367679" y="29928"/>
                  <a:pt x="366852" y="27870"/>
                  <a:pt x="365200" y="26324"/>
                </a:cubicBezTo>
                <a:cubicBezTo>
                  <a:pt x="363547" y="24778"/>
                  <a:pt x="361025" y="24005"/>
                  <a:pt x="357633" y="24005"/>
                </a:cubicBezTo>
                <a:cubicBezTo>
                  <a:pt x="355169" y="24005"/>
                  <a:pt x="352740" y="24285"/>
                  <a:pt x="350349" y="24844"/>
                </a:cubicBezTo>
                <a:cubicBezTo>
                  <a:pt x="347957" y="25402"/>
                  <a:pt x="345485" y="26195"/>
                  <a:pt x="342934" y="27224"/>
                </a:cubicBezTo>
                <a:lnTo>
                  <a:pt x="342934" y="20396"/>
                </a:lnTo>
                <a:cubicBezTo>
                  <a:pt x="343891" y="20043"/>
                  <a:pt x="344956" y="19696"/>
                  <a:pt x="346130" y="19358"/>
                </a:cubicBezTo>
                <a:cubicBezTo>
                  <a:pt x="347304" y="19019"/>
                  <a:pt x="348544" y="18717"/>
                  <a:pt x="349849" y="18453"/>
                </a:cubicBezTo>
                <a:cubicBezTo>
                  <a:pt x="351153" y="18187"/>
                  <a:pt x="352516" y="17974"/>
                  <a:pt x="353936" y="17812"/>
                </a:cubicBezTo>
                <a:cubicBezTo>
                  <a:pt x="355357" y="17650"/>
                  <a:pt x="356792" y="17569"/>
                  <a:pt x="358242" y="17569"/>
                </a:cubicBezTo>
                <a:cubicBezTo>
                  <a:pt x="360880" y="17569"/>
                  <a:pt x="363257" y="17859"/>
                  <a:pt x="365374" y="18439"/>
                </a:cubicBezTo>
                <a:cubicBezTo>
                  <a:pt x="367490" y="19019"/>
                  <a:pt x="369280" y="19903"/>
                  <a:pt x="370745" y="21092"/>
                </a:cubicBezTo>
                <a:cubicBezTo>
                  <a:pt x="372209" y="22280"/>
                  <a:pt x="373332" y="23773"/>
                  <a:pt x="374115" y="25571"/>
                </a:cubicBezTo>
                <a:cubicBezTo>
                  <a:pt x="374898" y="27369"/>
                  <a:pt x="375289" y="29485"/>
                  <a:pt x="375289" y="31920"/>
                </a:cubicBezTo>
                <a:lnTo>
                  <a:pt x="375289" y="62014"/>
                </a:lnTo>
                <a:lnTo>
                  <a:pt x="368505" y="62014"/>
                </a:lnTo>
                <a:moveTo>
                  <a:pt x="367679" y="42096"/>
                </a:moveTo>
                <a:lnTo>
                  <a:pt x="358068" y="42096"/>
                </a:lnTo>
                <a:cubicBezTo>
                  <a:pt x="356183" y="42096"/>
                  <a:pt x="354560" y="42286"/>
                  <a:pt x="353197" y="42665"/>
                </a:cubicBezTo>
                <a:cubicBezTo>
                  <a:pt x="351834" y="43042"/>
                  <a:pt x="350718" y="43580"/>
                  <a:pt x="349849" y="44278"/>
                </a:cubicBezTo>
                <a:cubicBezTo>
                  <a:pt x="348979" y="44975"/>
                  <a:pt x="348334" y="45812"/>
                  <a:pt x="347913" y="46786"/>
                </a:cubicBezTo>
                <a:cubicBezTo>
                  <a:pt x="347493" y="47760"/>
                  <a:pt x="347283" y="48858"/>
                  <a:pt x="347283" y="50079"/>
                </a:cubicBezTo>
                <a:cubicBezTo>
                  <a:pt x="347283" y="50923"/>
                  <a:pt x="347413" y="51730"/>
                  <a:pt x="347674" y="52501"/>
                </a:cubicBezTo>
                <a:cubicBezTo>
                  <a:pt x="347935" y="53271"/>
                  <a:pt x="348355" y="53954"/>
                  <a:pt x="348935" y="54550"/>
                </a:cubicBezTo>
                <a:cubicBezTo>
                  <a:pt x="349515" y="55147"/>
                  <a:pt x="350269" y="55619"/>
                  <a:pt x="351197" y="55968"/>
                </a:cubicBezTo>
                <a:cubicBezTo>
                  <a:pt x="352124" y="56317"/>
                  <a:pt x="353255" y="56491"/>
                  <a:pt x="354589" y="56491"/>
                </a:cubicBezTo>
                <a:cubicBezTo>
                  <a:pt x="356328" y="56491"/>
                  <a:pt x="358321" y="55961"/>
                  <a:pt x="360568" y="54900"/>
                </a:cubicBezTo>
                <a:cubicBezTo>
                  <a:pt x="362815" y="53838"/>
                  <a:pt x="365185" y="52158"/>
                  <a:pt x="367679" y="49860"/>
                </a:cubicBezTo>
                <a:lnTo>
                  <a:pt x="367679" y="42096"/>
                </a:lnTo>
                <a:close/>
                <a:moveTo>
                  <a:pt x="423149" y="60405"/>
                </a:moveTo>
                <a:cubicBezTo>
                  <a:pt x="421178" y="61159"/>
                  <a:pt x="419155" y="61717"/>
                  <a:pt x="417082" y="62079"/>
                </a:cubicBezTo>
                <a:cubicBezTo>
                  <a:pt x="415010" y="62442"/>
                  <a:pt x="412871" y="62623"/>
                  <a:pt x="410668" y="62623"/>
                </a:cubicBezTo>
                <a:cubicBezTo>
                  <a:pt x="403768" y="62623"/>
                  <a:pt x="398455" y="60753"/>
                  <a:pt x="394730" y="57013"/>
                </a:cubicBezTo>
                <a:cubicBezTo>
                  <a:pt x="391004" y="53273"/>
                  <a:pt x="389141" y="47808"/>
                  <a:pt x="389141" y="40618"/>
                </a:cubicBezTo>
                <a:cubicBezTo>
                  <a:pt x="389141" y="37168"/>
                  <a:pt x="389678" y="34037"/>
                  <a:pt x="390750" y="31224"/>
                </a:cubicBezTo>
                <a:cubicBezTo>
                  <a:pt x="391823" y="28412"/>
                  <a:pt x="393331" y="26006"/>
                  <a:pt x="395273" y="24005"/>
                </a:cubicBezTo>
                <a:cubicBezTo>
                  <a:pt x="397216" y="22005"/>
                  <a:pt x="399535" y="20461"/>
                  <a:pt x="402231" y="19374"/>
                </a:cubicBezTo>
                <a:cubicBezTo>
                  <a:pt x="404928" y="18287"/>
                  <a:pt x="407899" y="17743"/>
                  <a:pt x="411146" y="17743"/>
                </a:cubicBezTo>
                <a:cubicBezTo>
                  <a:pt x="413408" y="17743"/>
                  <a:pt x="415524" y="17906"/>
                  <a:pt x="417496" y="18232"/>
                </a:cubicBezTo>
                <a:cubicBezTo>
                  <a:pt x="419467" y="18558"/>
                  <a:pt x="421352" y="19090"/>
                  <a:pt x="423149" y="19831"/>
                </a:cubicBezTo>
                <a:lnTo>
                  <a:pt x="423149" y="27050"/>
                </a:lnTo>
                <a:cubicBezTo>
                  <a:pt x="421265" y="26048"/>
                  <a:pt x="419344" y="25320"/>
                  <a:pt x="417387" y="24864"/>
                </a:cubicBezTo>
                <a:cubicBezTo>
                  <a:pt x="415430" y="24408"/>
                  <a:pt x="413408" y="24179"/>
                  <a:pt x="411320" y="24179"/>
                </a:cubicBezTo>
                <a:cubicBezTo>
                  <a:pt x="409378" y="24179"/>
                  <a:pt x="407544" y="24549"/>
                  <a:pt x="405819" y="25288"/>
                </a:cubicBezTo>
                <a:cubicBezTo>
                  <a:pt x="404094" y="26028"/>
                  <a:pt x="402579" y="27093"/>
                  <a:pt x="401275" y="28485"/>
                </a:cubicBezTo>
                <a:cubicBezTo>
                  <a:pt x="399970" y="29876"/>
                  <a:pt x="398941" y="31572"/>
                  <a:pt x="398187" y="33573"/>
                </a:cubicBezTo>
                <a:cubicBezTo>
                  <a:pt x="397433" y="35573"/>
                  <a:pt x="397056" y="37835"/>
                  <a:pt x="397056" y="40357"/>
                </a:cubicBezTo>
                <a:cubicBezTo>
                  <a:pt x="397056" y="45634"/>
                  <a:pt x="398339" y="49584"/>
                  <a:pt x="400905" y="52207"/>
                </a:cubicBezTo>
                <a:cubicBezTo>
                  <a:pt x="403471" y="54831"/>
                  <a:pt x="407029" y="56143"/>
                  <a:pt x="411581" y="56143"/>
                </a:cubicBezTo>
                <a:cubicBezTo>
                  <a:pt x="413640" y="56143"/>
                  <a:pt x="415633" y="55911"/>
                  <a:pt x="417561" y="55447"/>
                </a:cubicBezTo>
                <a:cubicBezTo>
                  <a:pt x="419489" y="54983"/>
                  <a:pt x="421352" y="54288"/>
                  <a:pt x="423149" y="53360"/>
                </a:cubicBezTo>
                <a:lnTo>
                  <a:pt x="423149" y="60405"/>
                </a:lnTo>
                <a:close/>
                <a:moveTo>
                  <a:pt x="473183" y="61362"/>
                </a:moveTo>
                <a:cubicBezTo>
                  <a:pt x="471473" y="61812"/>
                  <a:pt x="469704" y="62135"/>
                  <a:pt x="467878" y="62329"/>
                </a:cubicBezTo>
                <a:cubicBezTo>
                  <a:pt x="466051" y="62525"/>
                  <a:pt x="464196" y="62623"/>
                  <a:pt x="462311" y="62623"/>
                </a:cubicBezTo>
                <a:cubicBezTo>
                  <a:pt x="456832" y="62623"/>
                  <a:pt x="452744" y="61383"/>
                  <a:pt x="450048" y="58905"/>
                </a:cubicBezTo>
                <a:cubicBezTo>
                  <a:pt x="447351" y="56426"/>
                  <a:pt x="446003" y="52621"/>
                  <a:pt x="446003" y="47489"/>
                </a:cubicBezTo>
                <a:lnTo>
                  <a:pt x="446003" y="24701"/>
                </a:lnTo>
                <a:lnTo>
                  <a:pt x="433783" y="24701"/>
                </a:lnTo>
                <a:lnTo>
                  <a:pt x="433783" y="18352"/>
                </a:lnTo>
                <a:lnTo>
                  <a:pt x="446003" y="18352"/>
                </a:lnTo>
                <a:lnTo>
                  <a:pt x="446003" y="6311"/>
                </a:lnTo>
                <a:lnTo>
                  <a:pt x="453570" y="4349"/>
                </a:lnTo>
                <a:lnTo>
                  <a:pt x="453570" y="18352"/>
                </a:lnTo>
                <a:lnTo>
                  <a:pt x="473183" y="18352"/>
                </a:lnTo>
                <a:lnTo>
                  <a:pt x="473183" y="24701"/>
                </a:lnTo>
                <a:lnTo>
                  <a:pt x="453570" y="24701"/>
                </a:lnTo>
                <a:lnTo>
                  <a:pt x="453570" y="46880"/>
                </a:lnTo>
                <a:cubicBezTo>
                  <a:pt x="453570" y="50011"/>
                  <a:pt x="454404" y="52352"/>
                  <a:pt x="456071" y="53903"/>
                </a:cubicBezTo>
                <a:cubicBezTo>
                  <a:pt x="457738" y="55455"/>
                  <a:pt x="460195" y="56230"/>
                  <a:pt x="463442" y="56230"/>
                </a:cubicBezTo>
                <a:cubicBezTo>
                  <a:pt x="464834" y="56230"/>
                  <a:pt x="466356" y="56118"/>
                  <a:pt x="468008" y="55894"/>
                </a:cubicBezTo>
                <a:cubicBezTo>
                  <a:pt x="469661" y="55670"/>
                  <a:pt x="471386" y="55318"/>
                  <a:pt x="473183" y="54838"/>
                </a:cubicBezTo>
                <a:lnTo>
                  <a:pt x="473183" y="61362"/>
                </a:lnTo>
                <a:close/>
                <a:moveTo>
                  <a:pt x="501647" y="24614"/>
                </a:moveTo>
                <a:lnTo>
                  <a:pt x="488731" y="24614"/>
                </a:lnTo>
                <a:lnTo>
                  <a:pt x="488731" y="18352"/>
                </a:lnTo>
                <a:lnTo>
                  <a:pt x="509301" y="18352"/>
                </a:lnTo>
                <a:lnTo>
                  <a:pt x="509301" y="55708"/>
                </a:lnTo>
                <a:lnTo>
                  <a:pt x="522304" y="55708"/>
                </a:lnTo>
                <a:lnTo>
                  <a:pt x="522304" y="62014"/>
                </a:lnTo>
                <a:lnTo>
                  <a:pt x="487296" y="62014"/>
                </a:lnTo>
                <a:lnTo>
                  <a:pt x="487296" y="55708"/>
                </a:lnTo>
                <a:lnTo>
                  <a:pt x="501647" y="55708"/>
                </a:lnTo>
                <a:lnTo>
                  <a:pt x="501647" y="24614"/>
                </a:lnTo>
                <a:moveTo>
                  <a:pt x="504300" y="0"/>
                </a:moveTo>
                <a:cubicBezTo>
                  <a:pt x="505141" y="0"/>
                  <a:pt x="505923" y="152"/>
                  <a:pt x="506648" y="457"/>
                </a:cubicBezTo>
                <a:cubicBezTo>
                  <a:pt x="507373" y="761"/>
                  <a:pt x="508004" y="1189"/>
                  <a:pt x="508540" y="1740"/>
                </a:cubicBezTo>
                <a:cubicBezTo>
                  <a:pt x="509076" y="2290"/>
                  <a:pt x="509497" y="2921"/>
                  <a:pt x="509801" y="3631"/>
                </a:cubicBezTo>
                <a:cubicBezTo>
                  <a:pt x="510106" y="4342"/>
                  <a:pt x="510258" y="5117"/>
                  <a:pt x="510258" y="5958"/>
                </a:cubicBezTo>
                <a:cubicBezTo>
                  <a:pt x="510258" y="6770"/>
                  <a:pt x="510106" y="7538"/>
                  <a:pt x="509801" y="8263"/>
                </a:cubicBezTo>
                <a:cubicBezTo>
                  <a:pt x="509497" y="8988"/>
                  <a:pt x="509076" y="9625"/>
                  <a:pt x="508540" y="10176"/>
                </a:cubicBezTo>
                <a:cubicBezTo>
                  <a:pt x="508004" y="10727"/>
                  <a:pt x="507373" y="11155"/>
                  <a:pt x="506648" y="11459"/>
                </a:cubicBezTo>
                <a:cubicBezTo>
                  <a:pt x="505923" y="11764"/>
                  <a:pt x="505141" y="11916"/>
                  <a:pt x="504300" y="11916"/>
                </a:cubicBezTo>
                <a:cubicBezTo>
                  <a:pt x="503459" y="11916"/>
                  <a:pt x="502676" y="11764"/>
                  <a:pt x="501952" y="11459"/>
                </a:cubicBezTo>
                <a:cubicBezTo>
                  <a:pt x="501227" y="11155"/>
                  <a:pt x="500596" y="10727"/>
                  <a:pt x="500060" y="10176"/>
                </a:cubicBezTo>
                <a:cubicBezTo>
                  <a:pt x="499523" y="9625"/>
                  <a:pt x="499103" y="8988"/>
                  <a:pt x="498799" y="8263"/>
                </a:cubicBezTo>
                <a:cubicBezTo>
                  <a:pt x="498494" y="7538"/>
                  <a:pt x="498342" y="6770"/>
                  <a:pt x="498342" y="5958"/>
                </a:cubicBezTo>
                <a:cubicBezTo>
                  <a:pt x="498342" y="5117"/>
                  <a:pt x="498494" y="4342"/>
                  <a:pt x="498799" y="3631"/>
                </a:cubicBezTo>
                <a:cubicBezTo>
                  <a:pt x="499103" y="2921"/>
                  <a:pt x="499523" y="2290"/>
                  <a:pt x="500060" y="1740"/>
                </a:cubicBezTo>
                <a:cubicBezTo>
                  <a:pt x="500596" y="1189"/>
                  <a:pt x="501227" y="761"/>
                  <a:pt x="501952" y="457"/>
                </a:cubicBezTo>
                <a:cubicBezTo>
                  <a:pt x="502676" y="152"/>
                  <a:pt x="503459" y="0"/>
                  <a:pt x="504300" y="0"/>
                </a:cubicBezTo>
                <a:close/>
                <a:moveTo>
                  <a:pt x="573556" y="39835"/>
                </a:moveTo>
                <a:cubicBezTo>
                  <a:pt x="573556" y="43227"/>
                  <a:pt x="573078" y="46337"/>
                  <a:pt x="572121" y="49163"/>
                </a:cubicBezTo>
                <a:cubicBezTo>
                  <a:pt x="571164" y="51990"/>
                  <a:pt x="569787" y="54411"/>
                  <a:pt x="567990" y="56426"/>
                </a:cubicBezTo>
                <a:cubicBezTo>
                  <a:pt x="566192" y="58441"/>
                  <a:pt x="564003" y="60006"/>
                  <a:pt x="561423" y="61123"/>
                </a:cubicBezTo>
                <a:cubicBezTo>
                  <a:pt x="558843" y="62239"/>
                  <a:pt x="555914" y="62797"/>
                  <a:pt x="552638" y="62797"/>
                </a:cubicBezTo>
                <a:cubicBezTo>
                  <a:pt x="549507" y="62797"/>
                  <a:pt x="546702" y="62311"/>
                  <a:pt x="544223" y="61340"/>
                </a:cubicBezTo>
                <a:cubicBezTo>
                  <a:pt x="541745" y="60369"/>
                  <a:pt x="539643" y="58941"/>
                  <a:pt x="537918" y="57056"/>
                </a:cubicBezTo>
                <a:cubicBezTo>
                  <a:pt x="536193" y="55172"/>
                  <a:pt x="534873" y="52838"/>
                  <a:pt x="533960" y="50055"/>
                </a:cubicBezTo>
                <a:cubicBezTo>
                  <a:pt x="533047" y="47272"/>
                  <a:pt x="532590" y="44068"/>
                  <a:pt x="532590" y="40444"/>
                </a:cubicBezTo>
                <a:cubicBezTo>
                  <a:pt x="532590" y="37052"/>
                  <a:pt x="533069" y="33957"/>
                  <a:pt x="534025" y="31159"/>
                </a:cubicBezTo>
                <a:cubicBezTo>
                  <a:pt x="534982" y="28361"/>
                  <a:pt x="536359" y="25955"/>
                  <a:pt x="538157" y="23940"/>
                </a:cubicBezTo>
                <a:cubicBezTo>
                  <a:pt x="539954" y="21925"/>
                  <a:pt x="542143" y="20360"/>
                  <a:pt x="544723" y="19243"/>
                </a:cubicBezTo>
                <a:cubicBezTo>
                  <a:pt x="547304" y="18127"/>
                  <a:pt x="550232" y="17569"/>
                  <a:pt x="553508" y="17569"/>
                </a:cubicBezTo>
                <a:cubicBezTo>
                  <a:pt x="556639" y="17569"/>
                  <a:pt x="559444" y="18055"/>
                  <a:pt x="561923" y="19026"/>
                </a:cubicBezTo>
                <a:cubicBezTo>
                  <a:pt x="564402" y="19997"/>
                  <a:pt x="566504" y="21418"/>
                  <a:pt x="568229" y="23288"/>
                </a:cubicBezTo>
                <a:cubicBezTo>
                  <a:pt x="569954" y="25158"/>
                  <a:pt x="571273" y="27484"/>
                  <a:pt x="572186" y="30268"/>
                </a:cubicBezTo>
                <a:cubicBezTo>
                  <a:pt x="573099" y="33051"/>
                  <a:pt x="573556" y="36240"/>
                  <a:pt x="573556" y="39835"/>
                </a:cubicBezTo>
                <a:moveTo>
                  <a:pt x="565815" y="40183"/>
                </a:moveTo>
                <a:cubicBezTo>
                  <a:pt x="565815" y="37487"/>
                  <a:pt x="565518" y="35131"/>
                  <a:pt x="564924" y="33116"/>
                </a:cubicBezTo>
                <a:cubicBezTo>
                  <a:pt x="564329" y="31101"/>
                  <a:pt x="563481" y="29420"/>
                  <a:pt x="562380" y="28072"/>
                </a:cubicBezTo>
                <a:cubicBezTo>
                  <a:pt x="561278" y="26723"/>
                  <a:pt x="559937" y="25709"/>
                  <a:pt x="558357" y="25027"/>
                </a:cubicBezTo>
                <a:cubicBezTo>
                  <a:pt x="556777" y="24346"/>
                  <a:pt x="555016" y="24005"/>
                  <a:pt x="553073" y="24005"/>
                </a:cubicBezTo>
                <a:cubicBezTo>
                  <a:pt x="550812" y="24005"/>
                  <a:pt x="548877" y="24448"/>
                  <a:pt x="547268" y="25332"/>
                </a:cubicBezTo>
                <a:cubicBezTo>
                  <a:pt x="545658" y="26216"/>
                  <a:pt x="544339" y="27398"/>
                  <a:pt x="543310" y="28876"/>
                </a:cubicBezTo>
                <a:cubicBezTo>
                  <a:pt x="542281" y="30355"/>
                  <a:pt x="541527" y="32072"/>
                  <a:pt x="541049" y="34029"/>
                </a:cubicBezTo>
                <a:cubicBezTo>
                  <a:pt x="540570" y="35986"/>
                  <a:pt x="540331" y="38038"/>
                  <a:pt x="540331" y="40183"/>
                </a:cubicBezTo>
                <a:cubicBezTo>
                  <a:pt x="540331" y="42879"/>
                  <a:pt x="540628" y="45242"/>
                  <a:pt x="541223" y="47272"/>
                </a:cubicBezTo>
                <a:cubicBezTo>
                  <a:pt x="541817" y="49301"/>
                  <a:pt x="542665" y="50990"/>
                  <a:pt x="543767" y="52338"/>
                </a:cubicBezTo>
                <a:cubicBezTo>
                  <a:pt x="544868" y="53686"/>
                  <a:pt x="546202" y="54701"/>
                  <a:pt x="547768" y="55382"/>
                </a:cubicBezTo>
                <a:cubicBezTo>
                  <a:pt x="549333" y="56063"/>
                  <a:pt x="551102" y="56404"/>
                  <a:pt x="553073" y="56404"/>
                </a:cubicBezTo>
                <a:cubicBezTo>
                  <a:pt x="555335" y="56404"/>
                  <a:pt x="557270" y="55962"/>
                  <a:pt x="558879" y="55078"/>
                </a:cubicBezTo>
                <a:cubicBezTo>
                  <a:pt x="560488" y="54193"/>
                  <a:pt x="561807" y="53012"/>
                  <a:pt x="562836" y="51533"/>
                </a:cubicBezTo>
                <a:cubicBezTo>
                  <a:pt x="563865" y="50055"/>
                  <a:pt x="564619" y="48337"/>
                  <a:pt x="565098" y="46380"/>
                </a:cubicBezTo>
                <a:cubicBezTo>
                  <a:pt x="565576" y="44423"/>
                  <a:pt x="565815" y="42357"/>
                  <a:pt x="565815" y="40183"/>
                </a:cubicBezTo>
                <a:close/>
                <a:moveTo>
                  <a:pt x="584321" y="18352"/>
                </a:moveTo>
                <a:lnTo>
                  <a:pt x="591061" y="18352"/>
                </a:lnTo>
                <a:lnTo>
                  <a:pt x="591366" y="25397"/>
                </a:lnTo>
                <a:cubicBezTo>
                  <a:pt x="592641" y="23889"/>
                  <a:pt x="593874" y="22636"/>
                  <a:pt x="595062" y="21635"/>
                </a:cubicBezTo>
                <a:cubicBezTo>
                  <a:pt x="596251" y="20635"/>
                  <a:pt x="597418" y="19831"/>
                  <a:pt x="598563" y="19222"/>
                </a:cubicBezTo>
                <a:cubicBezTo>
                  <a:pt x="599708" y="18613"/>
                  <a:pt x="600875" y="18185"/>
                  <a:pt x="602064" y="17939"/>
                </a:cubicBezTo>
                <a:cubicBezTo>
                  <a:pt x="603253" y="17692"/>
                  <a:pt x="604485" y="17569"/>
                  <a:pt x="605760" y="17569"/>
                </a:cubicBezTo>
                <a:cubicBezTo>
                  <a:pt x="610254" y="17569"/>
                  <a:pt x="613653" y="18896"/>
                  <a:pt x="615958" y="21548"/>
                </a:cubicBezTo>
                <a:cubicBezTo>
                  <a:pt x="618263" y="24201"/>
                  <a:pt x="619416" y="28195"/>
                  <a:pt x="619416" y="33529"/>
                </a:cubicBezTo>
                <a:lnTo>
                  <a:pt x="619416" y="62014"/>
                </a:lnTo>
                <a:lnTo>
                  <a:pt x="611849" y="62014"/>
                </a:lnTo>
                <a:lnTo>
                  <a:pt x="611849" y="34138"/>
                </a:lnTo>
                <a:cubicBezTo>
                  <a:pt x="611849" y="30717"/>
                  <a:pt x="611211" y="28188"/>
                  <a:pt x="609935" y="26549"/>
                </a:cubicBezTo>
                <a:cubicBezTo>
                  <a:pt x="608660" y="24911"/>
                  <a:pt x="606761" y="24092"/>
                  <a:pt x="604238" y="24092"/>
                </a:cubicBezTo>
                <a:cubicBezTo>
                  <a:pt x="603311" y="24092"/>
                  <a:pt x="602404" y="24230"/>
                  <a:pt x="601520" y="24506"/>
                </a:cubicBezTo>
                <a:cubicBezTo>
                  <a:pt x="600636" y="24781"/>
                  <a:pt x="599715" y="25259"/>
                  <a:pt x="598759" y="25941"/>
                </a:cubicBezTo>
                <a:cubicBezTo>
                  <a:pt x="597802" y="26622"/>
                  <a:pt x="596766" y="27542"/>
                  <a:pt x="595649" y="28702"/>
                </a:cubicBezTo>
                <a:cubicBezTo>
                  <a:pt x="594533" y="29862"/>
                  <a:pt x="593279" y="31311"/>
                  <a:pt x="591888" y="33051"/>
                </a:cubicBezTo>
                <a:lnTo>
                  <a:pt x="591888" y="62014"/>
                </a:lnTo>
                <a:lnTo>
                  <a:pt x="584321" y="62014"/>
                </a:lnTo>
                <a:lnTo>
                  <a:pt x="584321" y="18352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(">
            <a:extLst xmlns:a="http://schemas.openxmlformats.org/drawingml/2006/main">
              <a:ext uri="{FF2B5EF4-FFF2-40B4-BE49-F238E27FC236}">
                <a16:creationId xmlns:a16="http://schemas.microsoft.com/office/drawing/2014/main" id="{3122A479-BAAA-47A9-A295-DDAE0390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805" y="4287986"/>
            <a:ext cx="24614" cy="83062"/>
          </a:xfrm>
          <a:custGeom xmlns:a="http://schemas.openxmlformats.org/drawingml/2006/main">
            <a:pathLst>
              <a:path w="24614" h="83062">
                <a:moveTo>
                  <a:pt x="20048" y="83062"/>
                </a:moveTo>
                <a:cubicBezTo>
                  <a:pt x="6683" y="70676"/>
                  <a:pt x="0" y="56985"/>
                  <a:pt x="0" y="41988"/>
                </a:cubicBezTo>
                <a:cubicBezTo>
                  <a:pt x="0" y="38478"/>
                  <a:pt x="355" y="34975"/>
                  <a:pt x="1065" y="31480"/>
                </a:cubicBezTo>
                <a:cubicBezTo>
                  <a:pt x="1776" y="27985"/>
                  <a:pt x="2921" y="24482"/>
                  <a:pt x="4501" y="20972"/>
                </a:cubicBezTo>
                <a:cubicBezTo>
                  <a:pt x="6081" y="17462"/>
                  <a:pt x="8169" y="13952"/>
                  <a:pt x="10763" y="10443"/>
                </a:cubicBezTo>
                <a:cubicBezTo>
                  <a:pt x="13358" y="6933"/>
                  <a:pt x="16511" y="3452"/>
                  <a:pt x="20222" y="0"/>
                </a:cubicBezTo>
                <a:lnTo>
                  <a:pt x="24614" y="4482"/>
                </a:lnTo>
                <a:cubicBezTo>
                  <a:pt x="13365" y="15591"/>
                  <a:pt x="7741" y="27905"/>
                  <a:pt x="7741" y="41422"/>
                </a:cubicBezTo>
                <a:cubicBezTo>
                  <a:pt x="7741" y="48152"/>
                  <a:pt x="9161" y="54621"/>
                  <a:pt x="12003" y="60829"/>
                </a:cubicBezTo>
                <a:cubicBezTo>
                  <a:pt x="14844" y="67036"/>
                  <a:pt x="19048" y="72895"/>
                  <a:pt x="24614" y="78406"/>
                </a:cubicBezTo>
                <a:lnTo>
                  <a:pt x="20048" y="83062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self">
            <a:extLst xmlns:a="http://schemas.openxmlformats.org/drawingml/2006/main">
              <a:ext uri="{FF2B5EF4-FFF2-40B4-BE49-F238E27FC236}">
                <a16:creationId xmlns:a16="http://schemas.microsoft.com/office/drawing/2014/main" id="{76194059-5F9A-4497-8ABD-E9D7CF4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880" y="4290769"/>
            <a:ext cx="195417" cy="80279"/>
          </a:xfrm>
          <a:custGeom xmlns:a="http://schemas.openxmlformats.org/drawingml/2006/main">
            <a:pathLst>
              <a:path w="195417" h="80279">
                <a:moveTo>
                  <a:pt x="37878" y="25701"/>
                </a:moveTo>
                <a:cubicBezTo>
                  <a:pt x="35240" y="25078"/>
                  <a:pt x="32877" y="24618"/>
                  <a:pt x="30790" y="24321"/>
                </a:cubicBezTo>
                <a:cubicBezTo>
                  <a:pt x="28702" y="24024"/>
                  <a:pt x="26847" y="23875"/>
                  <a:pt x="25223" y="23875"/>
                </a:cubicBezTo>
                <a:cubicBezTo>
                  <a:pt x="23223" y="23875"/>
                  <a:pt x="21505" y="24034"/>
                  <a:pt x="20070" y="24353"/>
                </a:cubicBezTo>
                <a:cubicBezTo>
                  <a:pt x="18635" y="24672"/>
                  <a:pt x="17453" y="25122"/>
                  <a:pt x="16525" y="25701"/>
                </a:cubicBezTo>
                <a:cubicBezTo>
                  <a:pt x="15598" y="26281"/>
                  <a:pt x="14916" y="26984"/>
                  <a:pt x="14482" y="27811"/>
                </a:cubicBezTo>
                <a:cubicBezTo>
                  <a:pt x="14047" y="28637"/>
                  <a:pt x="13829" y="29557"/>
                  <a:pt x="13829" y="30572"/>
                </a:cubicBezTo>
                <a:cubicBezTo>
                  <a:pt x="13829" y="31297"/>
                  <a:pt x="13996" y="31942"/>
                  <a:pt x="14329" y="32507"/>
                </a:cubicBezTo>
                <a:cubicBezTo>
                  <a:pt x="14663" y="33073"/>
                  <a:pt x="15192" y="33609"/>
                  <a:pt x="15917" y="34116"/>
                </a:cubicBezTo>
                <a:cubicBezTo>
                  <a:pt x="16641" y="34624"/>
                  <a:pt x="17605" y="35124"/>
                  <a:pt x="18809" y="35617"/>
                </a:cubicBezTo>
                <a:cubicBezTo>
                  <a:pt x="20012" y="36110"/>
                  <a:pt x="21498" y="36631"/>
                  <a:pt x="23266" y="37182"/>
                </a:cubicBezTo>
                <a:cubicBezTo>
                  <a:pt x="25383" y="37878"/>
                  <a:pt x="27187" y="38596"/>
                  <a:pt x="28680" y="39335"/>
                </a:cubicBezTo>
                <a:cubicBezTo>
                  <a:pt x="30173" y="40074"/>
                  <a:pt x="31398" y="40908"/>
                  <a:pt x="32355" y="41836"/>
                </a:cubicBezTo>
                <a:cubicBezTo>
                  <a:pt x="33312" y="42763"/>
                  <a:pt x="34008" y="43793"/>
                  <a:pt x="34443" y="44923"/>
                </a:cubicBezTo>
                <a:cubicBezTo>
                  <a:pt x="34877" y="46054"/>
                  <a:pt x="35095" y="47359"/>
                  <a:pt x="35095" y="48837"/>
                </a:cubicBezTo>
                <a:cubicBezTo>
                  <a:pt x="35095" y="51099"/>
                  <a:pt x="34602" y="53099"/>
                  <a:pt x="33616" y="54838"/>
                </a:cubicBezTo>
                <a:cubicBezTo>
                  <a:pt x="32631" y="56578"/>
                  <a:pt x="31253" y="58035"/>
                  <a:pt x="29485" y="59209"/>
                </a:cubicBezTo>
                <a:cubicBezTo>
                  <a:pt x="27716" y="60383"/>
                  <a:pt x="25593" y="61275"/>
                  <a:pt x="23114" y="61884"/>
                </a:cubicBezTo>
                <a:cubicBezTo>
                  <a:pt x="20635" y="62492"/>
                  <a:pt x="17917" y="62797"/>
                  <a:pt x="14960" y="62797"/>
                </a:cubicBezTo>
                <a:cubicBezTo>
                  <a:pt x="12177" y="62797"/>
                  <a:pt x="9531" y="62677"/>
                  <a:pt x="7023" y="62438"/>
                </a:cubicBezTo>
                <a:cubicBezTo>
                  <a:pt x="4516" y="62200"/>
                  <a:pt x="2174" y="61812"/>
                  <a:pt x="0" y="61275"/>
                </a:cubicBezTo>
                <a:lnTo>
                  <a:pt x="0" y="53882"/>
                </a:lnTo>
                <a:cubicBezTo>
                  <a:pt x="2609" y="54737"/>
                  <a:pt x="5204" y="55371"/>
                  <a:pt x="7784" y="55784"/>
                </a:cubicBezTo>
                <a:cubicBezTo>
                  <a:pt x="10365" y="56197"/>
                  <a:pt x="12916" y="56404"/>
                  <a:pt x="15438" y="56404"/>
                </a:cubicBezTo>
                <a:cubicBezTo>
                  <a:pt x="19555" y="56404"/>
                  <a:pt x="22556" y="55824"/>
                  <a:pt x="24440" y="54665"/>
                </a:cubicBezTo>
                <a:cubicBezTo>
                  <a:pt x="26325" y="53505"/>
                  <a:pt x="27267" y="51707"/>
                  <a:pt x="27267" y="49272"/>
                </a:cubicBezTo>
                <a:cubicBezTo>
                  <a:pt x="27267" y="48634"/>
                  <a:pt x="27122" y="48047"/>
                  <a:pt x="26832" y="47511"/>
                </a:cubicBezTo>
                <a:cubicBezTo>
                  <a:pt x="26542" y="46974"/>
                  <a:pt x="26049" y="46467"/>
                  <a:pt x="25354" y="45989"/>
                </a:cubicBezTo>
                <a:cubicBezTo>
                  <a:pt x="24658" y="45510"/>
                  <a:pt x="23701" y="45025"/>
                  <a:pt x="22483" y="44532"/>
                </a:cubicBezTo>
                <a:cubicBezTo>
                  <a:pt x="21266" y="44039"/>
                  <a:pt x="19715" y="43517"/>
                  <a:pt x="17830" y="42966"/>
                </a:cubicBezTo>
                <a:cubicBezTo>
                  <a:pt x="16091" y="42444"/>
                  <a:pt x="14503" y="41857"/>
                  <a:pt x="13068" y="41205"/>
                </a:cubicBezTo>
                <a:cubicBezTo>
                  <a:pt x="11633" y="40553"/>
                  <a:pt x="10394" y="39770"/>
                  <a:pt x="9350" y="38857"/>
                </a:cubicBezTo>
                <a:cubicBezTo>
                  <a:pt x="8306" y="37943"/>
                  <a:pt x="7502" y="36871"/>
                  <a:pt x="6936" y="35638"/>
                </a:cubicBezTo>
                <a:cubicBezTo>
                  <a:pt x="6371" y="34406"/>
                  <a:pt x="6088" y="32978"/>
                  <a:pt x="6088" y="31355"/>
                </a:cubicBezTo>
                <a:cubicBezTo>
                  <a:pt x="6088" y="29412"/>
                  <a:pt x="6480" y="27608"/>
                  <a:pt x="7263" y="25941"/>
                </a:cubicBezTo>
                <a:cubicBezTo>
                  <a:pt x="8045" y="24274"/>
                  <a:pt x="9256" y="22817"/>
                  <a:pt x="10894" y="21570"/>
                </a:cubicBezTo>
                <a:cubicBezTo>
                  <a:pt x="12532" y="20323"/>
                  <a:pt x="14598" y="19345"/>
                  <a:pt x="17091" y="18635"/>
                </a:cubicBezTo>
                <a:cubicBezTo>
                  <a:pt x="19584" y="17924"/>
                  <a:pt x="22527" y="17569"/>
                  <a:pt x="25919" y="17569"/>
                </a:cubicBezTo>
                <a:cubicBezTo>
                  <a:pt x="26731" y="17569"/>
                  <a:pt x="27622" y="17599"/>
                  <a:pt x="28593" y="17659"/>
                </a:cubicBezTo>
                <a:cubicBezTo>
                  <a:pt x="29565" y="17719"/>
                  <a:pt x="30572" y="17816"/>
                  <a:pt x="31616" y="17951"/>
                </a:cubicBezTo>
                <a:cubicBezTo>
                  <a:pt x="32660" y="18085"/>
                  <a:pt x="33711" y="18242"/>
                  <a:pt x="34769" y="18421"/>
                </a:cubicBezTo>
                <a:cubicBezTo>
                  <a:pt x="35827" y="18600"/>
                  <a:pt x="36863" y="18809"/>
                  <a:pt x="37878" y="19048"/>
                </a:cubicBezTo>
                <a:lnTo>
                  <a:pt x="37878" y="25701"/>
                </a:lnTo>
                <a:close/>
                <a:moveTo>
                  <a:pt x="56992" y="42618"/>
                </a:moveTo>
                <a:cubicBezTo>
                  <a:pt x="56848" y="43372"/>
                  <a:pt x="56739" y="44082"/>
                  <a:pt x="56666" y="44749"/>
                </a:cubicBezTo>
                <a:cubicBezTo>
                  <a:pt x="56594" y="45416"/>
                  <a:pt x="56558" y="46068"/>
                  <a:pt x="56558" y="46706"/>
                </a:cubicBezTo>
                <a:cubicBezTo>
                  <a:pt x="56558" y="49866"/>
                  <a:pt x="57500" y="52287"/>
                  <a:pt x="59384" y="53969"/>
                </a:cubicBezTo>
                <a:cubicBezTo>
                  <a:pt x="61269" y="55650"/>
                  <a:pt x="64183" y="56491"/>
                  <a:pt x="68125" y="56491"/>
                </a:cubicBezTo>
                <a:cubicBezTo>
                  <a:pt x="70677" y="56491"/>
                  <a:pt x="73206" y="56299"/>
                  <a:pt x="75714" y="55913"/>
                </a:cubicBezTo>
                <a:cubicBezTo>
                  <a:pt x="78222" y="55528"/>
                  <a:pt x="80462" y="55082"/>
                  <a:pt x="82433" y="54578"/>
                </a:cubicBezTo>
                <a:lnTo>
                  <a:pt x="82433" y="60796"/>
                </a:lnTo>
                <a:cubicBezTo>
                  <a:pt x="80259" y="61389"/>
                  <a:pt x="77816" y="61870"/>
                  <a:pt x="75105" y="62241"/>
                </a:cubicBezTo>
                <a:cubicBezTo>
                  <a:pt x="72395" y="62612"/>
                  <a:pt x="69648" y="62797"/>
                  <a:pt x="66864" y="62797"/>
                </a:cubicBezTo>
                <a:cubicBezTo>
                  <a:pt x="60718" y="62797"/>
                  <a:pt x="56181" y="61427"/>
                  <a:pt x="53253" y="58687"/>
                </a:cubicBezTo>
                <a:cubicBezTo>
                  <a:pt x="50324" y="55947"/>
                  <a:pt x="48860" y="51983"/>
                  <a:pt x="48860" y="46793"/>
                </a:cubicBezTo>
                <a:cubicBezTo>
                  <a:pt x="48860" y="42792"/>
                  <a:pt x="49484" y="39023"/>
                  <a:pt x="50730" y="35486"/>
                </a:cubicBezTo>
                <a:cubicBezTo>
                  <a:pt x="51977" y="31949"/>
                  <a:pt x="53702" y="28854"/>
                  <a:pt x="55905" y="26202"/>
                </a:cubicBezTo>
                <a:cubicBezTo>
                  <a:pt x="58109" y="23549"/>
                  <a:pt x="60725" y="21447"/>
                  <a:pt x="63755" y="19896"/>
                </a:cubicBezTo>
                <a:cubicBezTo>
                  <a:pt x="66785" y="18345"/>
                  <a:pt x="70082" y="17569"/>
                  <a:pt x="73648" y="17569"/>
                </a:cubicBezTo>
                <a:cubicBezTo>
                  <a:pt x="76113" y="17569"/>
                  <a:pt x="78309" y="17859"/>
                  <a:pt x="80237" y="18439"/>
                </a:cubicBezTo>
                <a:cubicBezTo>
                  <a:pt x="82165" y="19019"/>
                  <a:pt x="83796" y="19816"/>
                  <a:pt x="85129" y="20831"/>
                </a:cubicBezTo>
                <a:cubicBezTo>
                  <a:pt x="86463" y="21846"/>
                  <a:pt x="87478" y="23041"/>
                  <a:pt x="88173" y="24419"/>
                </a:cubicBezTo>
                <a:cubicBezTo>
                  <a:pt x="88869" y="25796"/>
                  <a:pt x="89217" y="27282"/>
                  <a:pt x="89217" y="28876"/>
                </a:cubicBezTo>
                <a:cubicBezTo>
                  <a:pt x="89217" y="30964"/>
                  <a:pt x="88775" y="32848"/>
                  <a:pt x="87891" y="34530"/>
                </a:cubicBezTo>
                <a:cubicBezTo>
                  <a:pt x="87007" y="36211"/>
                  <a:pt x="85600" y="37653"/>
                  <a:pt x="83672" y="38857"/>
                </a:cubicBezTo>
                <a:cubicBezTo>
                  <a:pt x="81744" y="40060"/>
                  <a:pt x="79258" y="40988"/>
                  <a:pt x="76214" y="41640"/>
                </a:cubicBezTo>
                <a:cubicBezTo>
                  <a:pt x="73170" y="42292"/>
                  <a:pt x="69488" y="42618"/>
                  <a:pt x="65168" y="42618"/>
                </a:cubicBezTo>
                <a:lnTo>
                  <a:pt x="56992" y="42618"/>
                </a:lnTo>
                <a:moveTo>
                  <a:pt x="65081" y="36791"/>
                </a:moveTo>
                <a:cubicBezTo>
                  <a:pt x="68299" y="36791"/>
                  <a:pt x="70959" y="36595"/>
                  <a:pt x="73061" y="36204"/>
                </a:cubicBezTo>
                <a:cubicBezTo>
                  <a:pt x="75163" y="35812"/>
                  <a:pt x="76830" y="35283"/>
                  <a:pt x="78062" y="34617"/>
                </a:cubicBezTo>
                <a:cubicBezTo>
                  <a:pt x="79295" y="33950"/>
                  <a:pt x="80157" y="33181"/>
                  <a:pt x="80650" y="32312"/>
                </a:cubicBezTo>
                <a:cubicBezTo>
                  <a:pt x="81143" y="31442"/>
                  <a:pt x="81389" y="30543"/>
                  <a:pt x="81389" y="29615"/>
                </a:cubicBezTo>
                <a:cubicBezTo>
                  <a:pt x="81389" y="28804"/>
                  <a:pt x="81230" y="28035"/>
                  <a:pt x="80911" y="27311"/>
                </a:cubicBezTo>
                <a:cubicBezTo>
                  <a:pt x="80592" y="26586"/>
                  <a:pt x="80092" y="25948"/>
                  <a:pt x="79411" y="25397"/>
                </a:cubicBezTo>
                <a:cubicBezTo>
                  <a:pt x="78729" y="24846"/>
                  <a:pt x="77874" y="24411"/>
                  <a:pt x="76845" y="24092"/>
                </a:cubicBezTo>
                <a:cubicBezTo>
                  <a:pt x="75816" y="23773"/>
                  <a:pt x="74605" y="23614"/>
                  <a:pt x="73214" y="23614"/>
                </a:cubicBezTo>
                <a:cubicBezTo>
                  <a:pt x="71329" y="23614"/>
                  <a:pt x="69611" y="23926"/>
                  <a:pt x="68060" y="24549"/>
                </a:cubicBezTo>
                <a:cubicBezTo>
                  <a:pt x="66509" y="25172"/>
                  <a:pt x="65110" y="26057"/>
                  <a:pt x="63864" y="27202"/>
                </a:cubicBezTo>
                <a:cubicBezTo>
                  <a:pt x="62617" y="28347"/>
                  <a:pt x="61515" y="29731"/>
                  <a:pt x="60559" y="31355"/>
                </a:cubicBezTo>
                <a:cubicBezTo>
                  <a:pt x="59602" y="32978"/>
                  <a:pt x="58790" y="34790"/>
                  <a:pt x="58123" y="36791"/>
                </a:cubicBezTo>
                <a:lnTo>
                  <a:pt x="65081" y="36791"/>
                </a:lnTo>
                <a:close/>
                <a:moveTo>
                  <a:pt x="132728" y="59057"/>
                </a:moveTo>
                <a:cubicBezTo>
                  <a:pt x="129945" y="60188"/>
                  <a:pt x="127169" y="61065"/>
                  <a:pt x="124400" y="61688"/>
                </a:cubicBezTo>
                <a:cubicBezTo>
                  <a:pt x="121631" y="62311"/>
                  <a:pt x="118797" y="62623"/>
                  <a:pt x="115898" y="62623"/>
                </a:cubicBezTo>
                <a:cubicBezTo>
                  <a:pt x="113173" y="62623"/>
                  <a:pt x="110941" y="62289"/>
                  <a:pt x="109201" y="61623"/>
                </a:cubicBezTo>
                <a:cubicBezTo>
                  <a:pt x="107461" y="60955"/>
                  <a:pt x="106157" y="59860"/>
                  <a:pt x="105287" y="58337"/>
                </a:cubicBezTo>
                <a:cubicBezTo>
                  <a:pt x="104417" y="56814"/>
                  <a:pt x="103968" y="54819"/>
                  <a:pt x="103939" y="52353"/>
                </a:cubicBezTo>
                <a:cubicBezTo>
                  <a:pt x="103910" y="49887"/>
                  <a:pt x="104243" y="46869"/>
                  <a:pt x="104939" y="43301"/>
                </a:cubicBezTo>
                <a:lnTo>
                  <a:pt x="113593" y="522"/>
                </a:lnTo>
                <a:lnTo>
                  <a:pt x="121334" y="522"/>
                </a:lnTo>
                <a:lnTo>
                  <a:pt x="112811" y="43301"/>
                </a:lnTo>
                <a:cubicBezTo>
                  <a:pt x="112289" y="45883"/>
                  <a:pt x="111962" y="48001"/>
                  <a:pt x="111832" y="49655"/>
                </a:cubicBezTo>
                <a:cubicBezTo>
                  <a:pt x="111702" y="51310"/>
                  <a:pt x="111796" y="52616"/>
                  <a:pt x="112115" y="53575"/>
                </a:cubicBezTo>
                <a:cubicBezTo>
                  <a:pt x="112434" y="54532"/>
                  <a:pt x="112977" y="55200"/>
                  <a:pt x="113746" y="55578"/>
                </a:cubicBezTo>
                <a:cubicBezTo>
                  <a:pt x="114514" y="55955"/>
                  <a:pt x="115536" y="56143"/>
                  <a:pt x="116811" y="56143"/>
                </a:cubicBezTo>
                <a:cubicBezTo>
                  <a:pt x="118957" y="56143"/>
                  <a:pt x="121341" y="55839"/>
                  <a:pt x="123965" y="55230"/>
                </a:cubicBezTo>
                <a:cubicBezTo>
                  <a:pt x="126589" y="54621"/>
                  <a:pt x="129510" y="53650"/>
                  <a:pt x="132728" y="52316"/>
                </a:cubicBezTo>
                <a:lnTo>
                  <a:pt x="132728" y="59057"/>
                </a:lnTo>
                <a:close/>
                <a:moveTo>
                  <a:pt x="162540" y="62782"/>
                </a:moveTo>
                <a:cubicBezTo>
                  <a:pt x="161931" y="65800"/>
                  <a:pt x="161076" y="68404"/>
                  <a:pt x="159974" y="70595"/>
                </a:cubicBezTo>
                <a:cubicBezTo>
                  <a:pt x="158873" y="72785"/>
                  <a:pt x="157474" y="74599"/>
                  <a:pt x="155778" y="76035"/>
                </a:cubicBezTo>
                <a:cubicBezTo>
                  <a:pt x="154082" y="77472"/>
                  <a:pt x="152067" y="78538"/>
                  <a:pt x="149733" y="79234"/>
                </a:cubicBezTo>
                <a:cubicBezTo>
                  <a:pt x="147399" y="79931"/>
                  <a:pt x="144696" y="80279"/>
                  <a:pt x="141622" y="80279"/>
                </a:cubicBezTo>
                <a:cubicBezTo>
                  <a:pt x="141043" y="80279"/>
                  <a:pt x="140347" y="80265"/>
                  <a:pt x="139535" y="80236"/>
                </a:cubicBezTo>
                <a:cubicBezTo>
                  <a:pt x="138723" y="80207"/>
                  <a:pt x="138027" y="80163"/>
                  <a:pt x="137448" y="80105"/>
                </a:cubicBezTo>
                <a:lnTo>
                  <a:pt x="138665" y="73582"/>
                </a:lnTo>
                <a:cubicBezTo>
                  <a:pt x="139999" y="73756"/>
                  <a:pt x="141246" y="73843"/>
                  <a:pt x="142405" y="73843"/>
                </a:cubicBezTo>
                <a:cubicBezTo>
                  <a:pt x="145855" y="73843"/>
                  <a:pt x="148610" y="72957"/>
                  <a:pt x="150668" y="71185"/>
                </a:cubicBezTo>
                <a:cubicBezTo>
                  <a:pt x="152726" y="69412"/>
                  <a:pt x="154133" y="66611"/>
                  <a:pt x="154886" y="62781"/>
                </a:cubicBezTo>
                <a:lnTo>
                  <a:pt x="161279" y="30964"/>
                </a:lnTo>
                <a:lnTo>
                  <a:pt x="147232" y="30964"/>
                </a:lnTo>
                <a:lnTo>
                  <a:pt x="148494" y="24658"/>
                </a:lnTo>
                <a:lnTo>
                  <a:pt x="162540" y="24658"/>
                </a:lnTo>
                <a:lnTo>
                  <a:pt x="163975" y="17439"/>
                </a:lnTo>
                <a:cubicBezTo>
                  <a:pt x="165135" y="11669"/>
                  <a:pt x="167396" y="7320"/>
                  <a:pt x="170759" y="4392"/>
                </a:cubicBezTo>
                <a:cubicBezTo>
                  <a:pt x="174123" y="1464"/>
                  <a:pt x="178834" y="0"/>
                  <a:pt x="184893" y="0"/>
                </a:cubicBezTo>
                <a:cubicBezTo>
                  <a:pt x="186430" y="0"/>
                  <a:pt x="188118" y="87"/>
                  <a:pt x="189959" y="262"/>
                </a:cubicBezTo>
                <a:cubicBezTo>
                  <a:pt x="191800" y="437"/>
                  <a:pt x="193620" y="699"/>
                  <a:pt x="195417" y="1049"/>
                </a:cubicBezTo>
                <a:lnTo>
                  <a:pt x="194069" y="7523"/>
                </a:lnTo>
                <a:cubicBezTo>
                  <a:pt x="192417" y="7133"/>
                  <a:pt x="190757" y="6833"/>
                  <a:pt x="189090" y="6622"/>
                </a:cubicBezTo>
                <a:cubicBezTo>
                  <a:pt x="187423" y="6411"/>
                  <a:pt x="185763" y="6306"/>
                  <a:pt x="184110" y="6306"/>
                </a:cubicBezTo>
                <a:cubicBezTo>
                  <a:pt x="180660" y="6306"/>
                  <a:pt x="177906" y="7234"/>
                  <a:pt x="175848" y="9089"/>
                </a:cubicBezTo>
                <a:cubicBezTo>
                  <a:pt x="173789" y="10945"/>
                  <a:pt x="172383" y="13728"/>
                  <a:pt x="171629" y="17439"/>
                </a:cubicBezTo>
                <a:lnTo>
                  <a:pt x="170194" y="24658"/>
                </a:lnTo>
                <a:lnTo>
                  <a:pt x="189372" y="24658"/>
                </a:lnTo>
                <a:lnTo>
                  <a:pt x="188111" y="30964"/>
                </a:lnTo>
                <a:lnTo>
                  <a:pt x="168976" y="30964"/>
                </a:lnTo>
                <a:lnTo>
                  <a:pt x="162540" y="62782"/>
                </a:lnTo>
                <a:moveTo>
                  <a:pt x="141970" y="18352"/>
                </a:moveTo>
                <a:lnTo>
                  <a:pt x="141970" y="18352"/>
                </a:lnTo>
                <a:close/>
              </a:path>
            </a:pathLst>
          </a:custGeom>
          <a:solidFill xmlns:a="http://schemas.openxmlformats.org/drawingml/2006/main">
            <a:srgbClr val="CC7C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,">
            <a:extLst xmlns:a="http://schemas.openxmlformats.org/drawingml/2006/main">
              <a:ext uri="{FF2B5EF4-FFF2-40B4-BE49-F238E27FC236}">
                <a16:creationId xmlns:a16="http://schemas.microsoft.com/office/drawing/2014/main" id="{F768E520-7506-417A-8DCA-32C1F223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974" y="4338737"/>
            <a:ext cx="21005" cy="28920"/>
          </a:xfrm>
          <a:custGeom xmlns:a="http://schemas.openxmlformats.org/drawingml/2006/main">
            <a:pathLst>
              <a:path w="21005" h="28920">
                <a:moveTo>
                  <a:pt x="0" y="22962"/>
                </a:moveTo>
                <a:cubicBezTo>
                  <a:pt x="1479" y="23020"/>
                  <a:pt x="2914" y="22888"/>
                  <a:pt x="4305" y="22568"/>
                </a:cubicBezTo>
                <a:cubicBezTo>
                  <a:pt x="5697" y="22248"/>
                  <a:pt x="6922" y="21774"/>
                  <a:pt x="7980" y="21147"/>
                </a:cubicBezTo>
                <a:cubicBezTo>
                  <a:pt x="9038" y="20521"/>
                  <a:pt x="9886" y="19742"/>
                  <a:pt x="10524" y="18810"/>
                </a:cubicBezTo>
                <a:cubicBezTo>
                  <a:pt x="11162" y="17879"/>
                  <a:pt x="11481" y="16815"/>
                  <a:pt x="11481" y="15620"/>
                </a:cubicBezTo>
                <a:cubicBezTo>
                  <a:pt x="11481" y="14397"/>
                  <a:pt x="11271" y="13409"/>
                  <a:pt x="10850" y="12655"/>
                </a:cubicBezTo>
                <a:cubicBezTo>
                  <a:pt x="10430" y="11901"/>
                  <a:pt x="9959" y="11205"/>
                  <a:pt x="9437" y="10568"/>
                </a:cubicBezTo>
                <a:cubicBezTo>
                  <a:pt x="8915" y="9930"/>
                  <a:pt x="8444" y="9248"/>
                  <a:pt x="8024" y="8524"/>
                </a:cubicBezTo>
                <a:cubicBezTo>
                  <a:pt x="7603" y="7799"/>
                  <a:pt x="7393" y="6828"/>
                  <a:pt x="7393" y="5610"/>
                </a:cubicBezTo>
                <a:cubicBezTo>
                  <a:pt x="7393" y="5001"/>
                  <a:pt x="7509" y="4363"/>
                  <a:pt x="7741" y="3696"/>
                </a:cubicBezTo>
                <a:cubicBezTo>
                  <a:pt x="7973" y="3030"/>
                  <a:pt x="8328" y="2421"/>
                  <a:pt x="8806" y="1870"/>
                </a:cubicBezTo>
                <a:cubicBezTo>
                  <a:pt x="9285" y="1319"/>
                  <a:pt x="9894" y="870"/>
                  <a:pt x="10633" y="522"/>
                </a:cubicBezTo>
                <a:cubicBezTo>
                  <a:pt x="11372" y="174"/>
                  <a:pt x="12249" y="0"/>
                  <a:pt x="13264" y="0"/>
                </a:cubicBezTo>
                <a:cubicBezTo>
                  <a:pt x="14279" y="0"/>
                  <a:pt x="15257" y="211"/>
                  <a:pt x="16199" y="632"/>
                </a:cubicBezTo>
                <a:cubicBezTo>
                  <a:pt x="17142" y="1052"/>
                  <a:pt x="17968" y="1698"/>
                  <a:pt x="18678" y="2570"/>
                </a:cubicBezTo>
                <a:cubicBezTo>
                  <a:pt x="19388" y="3441"/>
                  <a:pt x="19954" y="4530"/>
                  <a:pt x="20374" y="5837"/>
                </a:cubicBezTo>
                <a:cubicBezTo>
                  <a:pt x="20795" y="7143"/>
                  <a:pt x="21005" y="8682"/>
                  <a:pt x="21005" y="10453"/>
                </a:cubicBezTo>
                <a:cubicBezTo>
                  <a:pt x="21005" y="12863"/>
                  <a:pt x="20563" y="15179"/>
                  <a:pt x="19678" y="17399"/>
                </a:cubicBezTo>
                <a:cubicBezTo>
                  <a:pt x="18794" y="19621"/>
                  <a:pt x="17475" y="21588"/>
                  <a:pt x="15721" y="23301"/>
                </a:cubicBezTo>
                <a:cubicBezTo>
                  <a:pt x="13967" y="25015"/>
                  <a:pt x="11778" y="26379"/>
                  <a:pt x="9154" y="27395"/>
                </a:cubicBezTo>
                <a:cubicBezTo>
                  <a:pt x="6530" y="28411"/>
                  <a:pt x="3479" y="28920"/>
                  <a:pt x="0" y="28920"/>
                </a:cubicBezTo>
                <a:lnTo>
                  <a:pt x="0" y="22962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observation">
            <a:extLst xmlns:a="http://schemas.openxmlformats.org/drawingml/2006/main">
              <a:ext uri="{FF2B5EF4-FFF2-40B4-BE49-F238E27FC236}">
                <a16:creationId xmlns:a16="http://schemas.microsoft.com/office/drawing/2014/main" id="{B3F9279B-8172-4771-A17A-39E27023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218" y="4396797"/>
            <a:ext cx="528537" cy="62797"/>
          </a:xfrm>
          <a:custGeom xmlns:a="http://schemas.openxmlformats.org/drawingml/2006/main">
            <a:pathLst>
              <a:path w="528537" h="62797">
                <a:moveTo>
                  <a:pt x="16569" y="62797"/>
                </a:moveTo>
                <a:cubicBezTo>
                  <a:pt x="11350" y="62797"/>
                  <a:pt x="7284" y="61456"/>
                  <a:pt x="4371" y="58774"/>
                </a:cubicBezTo>
                <a:cubicBezTo>
                  <a:pt x="1457" y="56092"/>
                  <a:pt x="0" y="52070"/>
                  <a:pt x="0" y="46706"/>
                </a:cubicBezTo>
                <a:cubicBezTo>
                  <a:pt x="0" y="44300"/>
                  <a:pt x="254" y="41915"/>
                  <a:pt x="761" y="39552"/>
                </a:cubicBezTo>
                <a:cubicBezTo>
                  <a:pt x="1268" y="37190"/>
                  <a:pt x="2015" y="34928"/>
                  <a:pt x="3001" y="32768"/>
                </a:cubicBezTo>
                <a:cubicBezTo>
                  <a:pt x="3986" y="30608"/>
                  <a:pt x="5204" y="28601"/>
                  <a:pt x="6654" y="26745"/>
                </a:cubicBezTo>
                <a:cubicBezTo>
                  <a:pt x="8103" y="24890"/>
                  <a:pt x="9770" y="23281"/>
                  <a:pt x="11655" y="21918"/>
                </a:cubicBezTo>
                <a:cubicBezTo>
                  <a:pt x="13539" y="20555"/>
                  <a:pt x="15619" y="19490"/>
                  <a:pt x="17895" y="18722"/>
                </a:cubicBezTo>
                <a:cubicBezTo>
                  <a:pt x="20171" y="17953"/>
                  <a:pt x="22643" y="17569"/>
                  <a:pt x="25310" y="17569"/>
                </a:cubicBezTo>
                <a:cubicBezTo>
                  <a:pt x="27919" y="17569"/>
                  <a:pt x="30246" y="17910"/>
                  <a:pt x="32290" y="18591"/>
                </a:cubicBezTo>
                <a:cubicBezTo>
                  <a:pt x="34334" y="19272"/>
                  <a:pt x="36059" y="20287"/>
                  <a:pt x="37465" y="21635"/>
                </a:cubicBezTo>
                <a:cubicBezTo>
                  <a:pt x="38871" y="22983"/>
                  <a:pt x="39951" y="24665"/>
                  <a:pt x="40705" y="26680"/>
                </a:cubicBezTo>
                <a:cubicBezTo>
                  <a:pt x="41459" y="28695"/>
                  <a:pt x="41836" y="31036"/>
                  <a:pt x="41836" y="33703"/>
                </a:cubicBezTo>
                <a:cubicBezTo>
                  <a:pt x="41836" y="36081"/>
                  <a:pt x="41582" y="38451"/>
                  <a:pt x="41075" y="40814"/>
                </a:cubicBezTo>
                <a:cubicBezTo>
                  <a:pt x="40567" y="43176"/>
                  <a:pt x="39821" y="45438"/>
                  <a:pt x="38835" y="47598"/>
                </a:cubicBezTo>
                <a:cubicBezTo>
                  <a:pt x="37849" y="49758"/>
                  <a:pt x="36631" y="51765"/>
                  <a:pt x="35182" y="53621"/>
                </a:cubicBezTo>
                <a:cubicBezTo>
                  <a:pt x="33732" y="55476"/>
                  <a:pt x="32072" y="57085"/>
                  <a:pt x="30202" y="58448"/>
                </a:cubicBezTo>
                <a:cubicBezTo>
                  <a:pt x="28332" y="59811"/>
                  <a:pt x="26252" y="60876"/>
                  <a:pt x="23962" y="61644"/>
                </a:cubicBezTo>
                <a:cubicBezTo>
                  <a:pt x="21672" y="62413"/>
                  <a:pt x="19207" y="62797"/>
                  <a:pt x="16569" y="62797"/>
                </a:cubicBezTo>
                <a:moveTo>
                  <a:pt x="34095" y="34486"/>
                </a:moveTo>
                <a:cubicBezTo>
                  <a:pt x="34095" y="30978"/>
                  <a:pt x="33268" y="28354"/>
                  <a:pt x="31616" y="26615"/>
                </a:cubicBezTo>
                <a:cubicBezTo>
                  <a:pt x="29963" y="24875"/>
                  <a:pt x="27557" y="24005"/>
                  <a:pt x="24397" y="24005"/>
                </a:cubicBezTo>
                <a:cubicBezTo>
                  <a:pt x="22599" y="24005"/>
                  <a:pt x="20932" y="24317"/>
                  <a:pt x="19396" y="24940"/>
                </a:cubicBezTo>
                <a:cubicBezTo>
                  <a:pt x="17859" y="25564"/>
                  <a:pt x="16475" y="26419"/>
                  <a:pt x="15243" y="27506"/>
                </a:cubicBezTo>
                <a:cubicBezTo>
                  <a:pt x="14010" y="28593"/>
                  <a:pt x="12923" y="29855"/>
                  <a:pt x="11981" y="31290"/>
                </a:cubicBezTo>
                <a:cubicBezTo>
                  <a:pt x="11039" y="32725"/>
                  <a:pt x="10256" y="34247"/>
                  <a:pt x="9633" y="35856"/>
                </a:cubicBezTo>
                <a:cubicBezTo>
                  <a:pt x="9009" y="37465"/>
                  <a:pt x="8538" y="39132"/>
                  <a:pt x="8219" y="40857"/>
                </a:cubicBezTo>
                <a:cubicBezTo>
                  <a:pt x="7900" y="42582"/>
                  <a:pt x="7741" y="44256"/>
                  <a:pt x="7741" y="45880"/>
                </a:cubicBezTo>
                <a:cubicBezTo>
                  <a:pt x="7741" y="49388"/>
                  <a:pt x="8567" y="52019"/>
                  <a:pt x="10220" y="53773"/>
                </a:cubicBezTo>
                <a:cubicBezTo>
                  <a:pt x="11872" y="55527"/>
                  <a:pt x="14279" y="56404"/>
                  <a:pt x="17439" y="56404"/>
                </a:cubicBezTo>
                <a:cubicBezTo>
                  <a:pt x="19265" y="56404"/>
                  <a:pt x="20940" y="56092"/>
                  <a:pt x="22462" y="55469"/>
                </a:cubicBezTo>
                <a:cubicBezTo>
                  <a:pt x="23984" y="54846"/>
                  <a:pt x="25361" y="53990"/>
                  <a:pt x="26593" y="52903"/>
                </a:cubicBezTo>
                <a:cubicBezTo>
                  <a:pt x="27825" y="51816"/>
                  <a:pt x="28912" y="50555"/>
                  <a:pt x="29855" y="49120"/>
                </a:cubicBezTo>
                <a:cubicBezTo>
                  <a:pt x="30797" y="47685"/>
                  <a:pt x="31580" y="46155"/>
                  <a:pt x="32203" y="44532"/>
                </a:cubicBezTo>
                <a:cubicBezTo>
                  <a:pt x="32826" y="42908"/>
                  <a:pt x="33297" y="41234"/>
                  <a:pt x="33616" y="39509"/>
                </a:cubicBezTo>
                <a:cubicBezTo>
                  <a:pt x="33935" y="37784"/>
                  <a:pt x="34095" y="36110"/>
                  <a:pt x="34095" y="34486"/>
                </a:cubicBezTo>
                <a:close/>
                <a:moveTo>
                  <a:pt x="64820" y="62536"/>
                </a:moveTo>
                <a:cubicBezTo>
                  <a:pt x="61631" y="62536"/>
                  <a:pt x="58703" y="62217"/>
                  <a:pt x="56035" y="61579"/>
                </a:cubicBezTo>
                <a:cubicBezTo>
                  <a:pt x="53368" y="60941"/>
                  <a:pt x="50831" y="60072"/>
                  <a:pt x="48425" y="58970"/>
                </a:cubicBezTo>
                <a:lnTo>
                  <a:pt x="60080" y="522"/>
                </a:lnTo>
                <a:lnTo>
                  <a:pt x="67647" y="522"/>
                </a:lnTo>
                <a:lnTo>
                  <a:pt x="64255" y="17482"/>
                </a:lnTo>
                <a:lnTo>
                  <a:pt x="61428" y="28006"/>
                </a:lnTo>
                <a:cubicBezTo>
                  <a:pt x="62327" y="26383"/>
                  <a:pt x="63356" y="24926"/>
                  <a:pt x="64516" y="23636"/>
                </a:cubicBezTo>
                <a:cubicBezTo>
                  <a:pt x="65675" y="22346"/>
                  <a:pt x="66944" y="21251"/>
                  <a:pt x="68321" y="20352"/>
                </a:cubicBezTo>
                <a:cubicBezTo>
                  <a:pt x="69698" y="19454"/>
                  <a:pt x="71162" y="18765"/>
                  <a:pt x="72713" y="18287"/>
                </a:cubicBezTo>
                <a:cubicBezTo>
                  <a:pt x="74264" y="17808"/>
                  <a:pt x="75866" y="17569"/>
                  <a:pt x="77519" y="17569"/>
                </a:cubicBezTo>
                <a:cubicBezTo>
                  <a:pt x="79606" y="17569"/>
                  <a:pt x="81425" y="17924"/>
                  <a:pt x="82976" y="18635"/>
                </a:cubicBezTo>
                <a:cubicBezTo>
                  <a:pt x="84527" y="19345"/>
                  <a:pt x="85810" y="20338"/>
                  <a:pt x="86825" y="21614"/>
                </a:cubicBezTo>
                <a:cubicBezTo>
                  <a:pt x="87840" y="22889"/>
                  <a:pt x="88594" y="24433"/>
                  <a:pt x="89086" y="26245"/>
                </a:cubicBezTo>
                <a:cubicBezTo>
                  <a:pt x="89579" y="28057"/>
                  <a:pt x="89826" y="30065"/>
                  <a:pt x="89826" y="32268"/>
                </a:cubicBezTo>
                <a:cubicBezTo>
                  <a:pt x="89826" y="36443"/>
                  <a:pt x="89282" y="40364"/>
                  <a:pt x="88195" y="44032"/>
                </a:cubicBezTo>
                <a:cubicBezTo>
                  <a:pt x="87108" y="47699"/>
                  <a:pt x="85506" y="50903"/>
                  <a:pt x="83389" y="53643"/>
                </a:cubicBezTo>
                <a:cubicBezTo>
                  <a:pt x="81273" y="56382"/>
                  <a:pt x="78657" y="58549"/>
                  <a:pt x="75540" y="60144"/>
                </a:cubicBezTo>
                <a:cubicBezTo>
                  <a:pt x="72423" y="61739"/>
                  <a:pt x="68850" y="62536"/>
                  <a:pt x="64820" y="62536"/>
                </a:cubicBezTo>
                <a:moveTo>
                  <a:pt x="82172" y="32964"/>
                </a:moveTo>
                <a:cubicBezTo>
                  <a:pt x="82172" y="30181"/>
                  <a:pt x="81701" y="28021"/>
                  <a:pt x="80758" y="26484"/>
                </a:cubicBezTo>
                <a:cubicBezTo>
                  <a:pt x="79816" y="24948"/>
                  <a:pt x="78272" y="24179"/>
                  <a:pt x="76127" y="24179"/>
                </a:cubicBezTo>
                <a:cubicBezTo>
                  <a:pt x="74880" y="24179"/>
                  <a:pt x="73634" y="24469"/>
                  <a:pt x="72387" y="25049"/>
                </a:cubicBezTo>
                <a:cubicBezTo>
                  <a:pt x="71140" y="25629"/>
                  <a:pt x="69923" y="26426"/>
                  <a:pt x="68734" y="27441"/>
                </a:cubicBezTo>
                <a:cubicBezTo>
                  <a:pt x="67545" y="28456"/>
                  <a:pt x="66422" y="29644"/>
                  <a:pt x="65364" y="31007"/>
                </a:cubicBezTo>
                <a:cubicBezTo>
                  <a:pt x="64305" y="32370"/>
                  <a:pt x="63334" y="33826"/>
                  <a:pt x="62450" y="35378"/>
                </a:cubicBezTo>
                <a:cubicBezTo>
                  <a:pt x="61566" y="36929"/>
                  <a:pt x="60805" y="38530"/>
                  <a:pt x="60167" y="40183"/>
                </a:cubicBezTo>
                <a:cubicBezTo>
                  <a:pt x="59529" y="41836"/>
                  <a:pt x="59051" y="43474"/>
                  <a:pt x="58732" y="45097"/>
                </a:cubicBezTo>
                <a:lnTo>
                  <a:pt x="56862" y="54534"/>
                </a:lnTo>
                <a:cubicBezTo>
                  <a:pt x="58224" y="55114"/>
                  <a:pt x="59630" y="55571"/>
                  <a:pt x="61080" y="55904"/>
                </a:cubicBezTo>
                <a:cubicBezTo>
                  <a:pt x="62530" y="56237"/>
                  <a:pt x="63863" y="56404"/>
                  <a:pt x="65081" y="56404"/>
                </a:cubicBezTo>
                <a:cubicBezTo>
                  <a:pt x="67458" y="56404"/>
                  <a:pt x="69531" y="55998"/>
                  <a:pt x="71300" y="55186"/>
                </a:cubicBezTo>
                <a:cubicBezTo>
                  <a:pt x="73068" y="54375"/>
                  <a:pt x="74583" y="53316"/>
                  <a:pt x="75844" y="52012"/>
                </a:cubicBezTo>
                <a:cubicBezTo>
                  <a:pt x="77105" y="50707"/>
                  <a:pt x="78142" y="49214"/>
                  <a:pt x="78954" y="47532"/>
                </a:cubicBezTo>
                <a:cubicBezTo>
                  <a:pt x="79765" y="45851"/>
                  <a:pt x="80411" y="44140"/>
                  <a:pt x="80889" y="42401"/>
                </a:cubicBezTo>
                <a:cubicBezTo>
                  <a:pt x="81367" y="40661"/>
                  <a:pt x="81701" y="38973"/>
                  <a:pt x="81889" y="37335"/>
                </a:cubicBezTo>
                <a:cubicBezTo>
                  <a:pt x="82078" y="35696"/>
                  <a:pt x="82172" y="34240"/>
                  <a:pt x="82172" y="32964"/>
                </a:cubicBezTo>
                <a:close/>
                <a:moveTo>
                  <a:pt x="136294" y="25701"/>
                </a:moveTo>
                <a:cubicBezTo>
                  <a:pt x="133656" y="25078"/>
                  <a:pt x="131293" y="24618"/>
                  <a:pt x="129206" y="24321"/>
                </a:cubicBezTo>
                <a:cubicBezTo>
                  <a:pt x="127118" y="24024"/>
                  <a:pt x="125263" y="23875"/>
                  <a:pt x="123639" y="23875"/>
                </a:cubicBezTo>
                <a:cubicBezTo>
                  <a:pt x="121639" y="23875"/>
                  <a:pt x="119921" y="24034"/>
                  <a:pt x="118486" y="24353"/>
                </a:cubicBezTo>
                <a:cubicBezTo>
                  <a:pt x="117051" y="24672"/>
                  <a:pt x="115869" y="25122"/>
                  <a:pt x="114941" y="25701"/>
                </a:cubicBezTo>
                <a:cubicBezTo>
                  <a:pt x="114014" y="26281"/>
                  <a:pt x="113332" y="26984"/>
                  <a:pt x="112897" y="27811"/>
                </a:cubicBezTo>
                <a:cubicBezTo>
                  <a:pt x="112463" y="28637"/>
                  <a:pt x="112245" y="29557"/>
                  <a:pt x="112245" y="30572"/>
                </a:cubicBezTo>
                <a:cubicBezTo>
                  <a:pt x="112245" y="31297"/>
                  <a:pt x="112412" y="31942"/>
                  <a:pt x="112745" y="32507"/>
                </a:cubicBezTo>
                <a:cubicBezTo>
                  <a:pt x="113079" y="33073"/>
                  <a:pt x="113608" y="33609"/>
                  <a:pt x="114333" y="34116"/>
                </a:cubicBezTo>
                <a:cubicBezTo>
                  <a:pt x="115057" y="34624"/>
                  <a:pt x="116021" y="35124"/>
                  <a:pt x="117225" y="35617"/>
                </a:cubicBezTo>
                <a:cubicBezTo>
                  <a:pt x="118428" y="36110"/>
                  <a:pt x="119914" y="36631"/>
                  <a:pt x="121682" y="37182"/>
                </a:cubicBezTo>
                <a:cubicBezTo>
                  <a:pt x="123799" y="37878"/>
                  <a:pt x="125603" y="38596"/>
                  <a:pt x="127096" y="39335"/>
                </a:cubicBezTo>
                <a:cubicBezTo>
                  <a:pt x="128589" y="40074"/>
                  <a:pt x="129814" y="40908"/>
                  <a:pt x="130771" y="41836"/>
                </a:cubicBezTo>
                <a:cubicBezTo>
                  <a:pt x="131728" y="42763"/>
                  <a:pt x="132424" y="43793"/>
                  <a:pt x="132859" y="44923"/>
                </a:cubicBezTo>
                <a:cubicBezTo>
                  <a:pt x="133293" y="46054"/>
                  <a:pt x="133511" y="47359"/>
                  <a:pt x="133511" y="48837"/>
                </a:cubicBezTo>
                <a:cubicBezTo>
                  <a:pt x="133511" y="51099"/>
                  <a:pt x="133018" y="53099"/>
                  <a:pt x="132032" y="54838"/>
                </a:cubicBezTo>
                <a:cubicBezTo>
                  <a:pt x="131047" y="56578"/>
                  <a:pt x="129669" y="58035"/>
                  <a:pt x="127901" y="59209"/>
                </a:cubicBezTo>
                <a:cubicBezTo>
                  <a:pt x="126132" y="60383"/>
                  <a:pt x="124009" y="61275"/>
                  <a:pt x="121530" y="61884"/>
                </a:cubicBezTo>
                <a:cubicBezTo>
                  <a:pt x="119051" y="62492"/>
                  <a:pt x="116333" y="62797"/>
                  <a:pt x="113376" y="62797"/>
                </a:cubicBezTo>
                <a:cubicBezTo>
                  <a:pt x="110593" y="62797"/>
                  <a:pt x="107947" y="62677"/>
                  <a:pt x="105439" y="62438"/>
                </a:cubicBezTo>
                <a:cubicBezTo>
                  <a:pt x="102931" y="62200"/>
                  <a:pt x="100590" y="61812"/>
                  <a:pt x="98416" y="61275"/>
                </a:cubicBezTo>
                <a:lnTo>
                  <a:pt x="98416" y="53882"/>
                </a:lnTo>
                <a:cubicBezTo>
                  <a:pt x="101025" y="54737"/>
                  <a:pt x="103620" y="55371"/>
                  <a:pt x="106200" y="55784"/>
                </a:cubicBezTo>
                <a:cubicBezTo>
                  <a:pt x="108781" y="56197"/>
                  <a:pt x="111332" y="56404"/>
                  <a:pt x="113854" y="56404"/>
                </a:cubicBezTo>
                <a:cubicBezTo>
                  <a:pt x="117971" y="56404"/>
                  <a:pt x="120972" y="55824"/>
                  <a:pt x="122856" y="54665"/>
                </a:cubicBezTo>
                <a:cubicBezTo>
                  <a:pt x="124741" y="53505"/>
                  <a:pt x="125683" y="51707"/>
                  <a:pt x="125683" y="49272"/>
                </a:cubicBezTo>
                <a:cubicBezTo>
                  <a:pt x="125683" y="48634"/>
                  <a:pt x="125538" y="48047"/>
                  <a:pt x="125248" y="47511"/>
                </a:cubicBezTo>
                <a:cubicBezTo>
                  <a:pt x="124958" y="46974"/>
                  <a:pt x="124465" y="46467"/>
                  <a:pt x="123770" y="45989"/>
                </a:cubicBezTo>
                <a:cubicBezTo>
                  <a:pt x="123074" y="45510"/>
                  <a:pt x="122117" y="45025"/>
                  <a:pt x="120899" y="44532"/>
                </a:cubicBezTo>
                <a:cubicBezTo>
                  <a:pt x="119682" y="44039"/>
                  <a:pt x="118131" y="43517"/>
                  <a:pt x="116246" y="42966"/>
                </a:cubicBezTo>
                <a:cubicBezTo>
                  <a:pt x="114507" y="42444"/>
                  <a:pt x="112919" y="41857"/>
                  <a:pt x="111484" y="41205"/>
                </a:cubicBezTo>
                <a:cubicBezTo>
                  <a:pt x="110049" y="40553"/>
                  <a:pt x="108810" y="39770"/>
                  <a:pt x="107766" y="38857"/>
                </a:cubicBezTo>
                <a:cubicBezTo>
                  <a:pt x="106722" y="37943"/>
                  <a:pt x="105918" y="36871"/>
                  <a:pt x="105352" y="35638"/>
                </a:cubicBezTo>
                <a:cubicBezTo>
                  <a:pt x="104787" y="34406"/>
                  <a:pt x="104504" y="32978"/>
                  <a:pt x="104504" y="31355"/>
                </a:cubicBezTo>
                <a:cubicBezTo>
                  <a:pt x="104504" y="29412"/>
                  <a:pt x="104896" y="27608"/>
                  <a:pt x="105678" y="25941"/>
                </a:cubicBezTo>
                <a:cubicBezTo>
                  <a:pt x="106461" y="24274"/>
                  <a:pt x="107672" y="22817"/>
                  <a:pt x="109310" y="21570"/>
                </a:cubicBezTo>
                <a:cubicBezTo>
                  <a:pt x="110948" y="20323"/>
                  <a:pt x="113013" y="19345"/>
                  <a:pt x="115507" y="18635"/>
                </a:cubicBezTo>
                <a:cubicBezTo>
                  <a:pt x="118000" y="17924"/>
                  <a:pt x="120943" y="17569"/>
                  <a:pt x="124335" y="17569"/>
                </a:cubicBezTo>
                <a:cubicBezTo>
                  <a:pt x="125147" y="17569"/>
                  <a:pt x="126038" y="17599"/>
                  <a:pt x="127009" y="17659"/>
                </a:cubicBezTo>
                <a:cubicBezTo>
                  <a:pt x="127981" y="17719"/>
                  <a:pt x="128988" y="17816"/>
                  <a:pt x="130032" y="17951"/>
                </a:cubicBezTo>
                <a:cubicBezTo>
                  <a:pt x="131076" y="18085"/>
                  <a:pt x="132126" y="18242"/>
                  <a:pt x="133185" y="18421"/>
                </a:cubicBezTo>
                <a:cubicBezTo>
                  <a:pt x="134243" y="18600"/>
                  <a:pt x="135279" y="18809"/>
                  <a:pt x="136294" y="19048"/>
                </a:cubicBezTo>
                <a:lnTo>
                  <a:pt x="136294" y="25701"/>
                </a:lnTo>
                <a:close/>
                <a:moveTo>
                  <a:pt x="155408" y="42618"/>
                </a:moveTo>
                <a:cubicBezTo>
                  <a:pt x="155263" y="43372"/>
                  <a:pt x="155155" y="44082"/>
                  <a:pt x="155082" y="44749"/>
                </a:cubicBezTo>
                <a:cubicBezTo>
                  <a:pt x="155010" y="45416"/>
                  <a:pt x="154974" y="46068"/>
                  <a:pt x="154974" y="46706"/>
                </a:cubicBezTo>
                <a:cubicBezTo>
                  <a:pt x="154974" y="49866"/>
                  <a:pt x="155916" y="52287"/>
                  <a:pt x="157800" y="53969"/>
                </a:cubicBezTo>
                <a:cubicBezTo>
                  <a:pt x="159685" y="55650"/>
                  <a:pt x="162598" y="56491"/>
                  <a:pt x="166541" y="56491"/>
                </a:cubicBezTo>
                <a:cubicBezTo>
                  <a:pt x="169093" y="56491"/>
                  <a:pt x="171622" y="56299"/>
                  <a:pt x="174130" y="55913"/>
                </a:cubicBezTo>
                <a:cubicBezTo>
                  <a:pt x="176638" y="55528"/>
                  <a:pt x="178878" y="55082"/>
                  <a:pt x="180849" y="54578"/>
                </a:cubicBezTo>
                <a:lnTo>
                  <a:pt x="180849" y="60796"/>
                </a:lnTo>
                <a:cubicBezTo>
                  <a:pt x="178675" y="61389"/>
                  <a:pt x="176232" y="61870"/>
                  <a:pt x="173521" y="62241"/>
                </a:cubicBezTo>
                <a:cubicBezTo>
                  <a:pt x="170810" y="62612"/>
                  <a:pt x="168063" y="62797"/>
                  <a:pt x="165280" y="62797"/>
                </a:cubicBezTo>
                <a:cubicBezTo>
                  <a:pt x="159134" y="62797"/>
                  <a:pt x="154597" y="61427"/>
                  <a:pt x="151668" y="58687"/>
                </a:cubicBezTo>
                <a:cubicBezTo>
                  <a:pt x="148740" y="55947"/>
                  <a:pt x="147276" y="51983"/>
                  <a:pt x="147276" y="46793"/>
                </a:cubicBezTo>
                <a:cubicBezTo>
                  <a:pt x="147276" y="42792"/>
                  <a:pt x="147899" y="39023"/>
                  <a:pt x="149146" y="35486"/>
                </a:cubicBezTo>
                <a:cubicBezTo>
                  <a:pt x="150393" y="31949"/>
                  <a:pt x="152118" y="28854"/>
                  <a:pt x="154321" y="26202"/>
                </a:cubicBezTo>
                <a:cubicBezTo>
                  <a:pt x="156525" y="23549"/>
                  <a:pt x="159141" y="21447"/>
                  <a:pt x="162171" y="19896"/>
                </a:cubicBezTo>
                <a:cubicBezTo>
                  <a:pt x="165201" y="18345"/>
                  <a:pt x="168498" y="17569"/>
                  <a:pt x="172064" y="17569"/>
                </a:cubicBezTo>
                <a:cubicBezTo>
                  <a:pt x="174529" y="17569"/>
                  <a:pt x="176725" y="17859"/>
                  <a:pt x="178653" y="18439"/>
                </a:cubicBezTo>
                <a:cubicBezTo>
                  <a:pt x="180581" y="19019"/>
                  <a:pt x="182212" y="19816"/>
                  <a:pt x="183545" y="20831"/>
                </a:cubicBezTo>
                <a:cubicBezTo>
                  <a:pt x="184879" y="21846"/>
                  <a:pt x="185894" y="23041"/>
                  <a:pt x="186589" y="24419"/>
                </a:cubicBezTo>
                <a:cubicBezTo>
                  <a:pt x="187285" y="25796"/>
                  <a:pt x="187633" y="27282"/>
                  <a:pt x="187633" y="28876"/>
                </a:cubicBezTo>
                <a:cubicBezTo>
                  <a:pt x="187633" y="30964"/>
                  <a:pt x="187191" y="32848"/>
                  <a:pt x="186307" y="34530"/>
                </a:cubicBezTo>
                <a:cubicBezTo>
                  <a:pt x="185422" y="36211"/>
                  <a:pt x="184016" y="37653"/>
                  <a:pt x="182088" y="38857"/>
                </a:cubicBezTo>
                <a:cubicBezTo>
                  <a:pt x="180160" y="40060"/>
                  <a:pt x="177674" y="40988"/>
                  <a:pt x="174630" y="41640"/>
                </a:cubicBezTo>
                <a:cubicBezTo>
                  <a:pt x="171586" y="42292"/>
                  <a:pt x="167904" y="42618"/>
                  <a:pt x="163584" y="42618"/>
                </a:cubicBezTo>
                <a:lnTo>
                  <a:pt x="155408" y="42618"/>
                </a:lnTo>
                <a:moveTo>
                  <a:pt x="163497" y="36791"/>
                </a:moveTo>
                <a:cubicBezTo>
                  <a:pt x="166715" y="36791"/>
                  <a:pt x="169375" y="36595"/>
                  <a:pt x="171477" y="36204"/>
                </a:cubicBezTo>
                <a:cubicBezTo>
                  <a:pt x="173579" y="35812"/>
                  <a:pt x="175246" y="35283"/>
                  <a:pt x="176478" y="34617"/>
                </a:cubicBezTo>
                <a:cubicBezTo>
                  <a:pt x="177711" y="33950"/>
                  <a:pt x="178573" y="33181"/>
                  <a:pt x="179066" y="32312"/>
                </a:cubicBezTo>
                <a:cubicBezTo>
                  <a:pt x="179559" y="31442"/>
                  <a:pt x="179805" y="30543"/>
                  <a:pt x="179805" y="29615"/>
                </a:cubicBezTo>
                <a:cubicBezTo>
                  <a:pt x="179805" y="28804"/>
                  <a:pt x="179646" y="28035"/>
                  <a:pt x="179327" y="27311"/>
                </a:cubicBezTo>
                <a:cubicBezTo>
                  <a:pt x="179008" y="26586"/>
                  <a:pt x="178508" y="25948"/>
                  <a:pt x="177827" y="25397"/>
                </a:cubicBezTo>
                <a:cubicBezTo>
                  <a:pt x="177145" y="24846"/>
                  <a:pt x="176290" y="24411"/>
                  <a:pt x="175261" y="24092"/>
                </a:cubicBezTo>
                <a:cubicBezTo>
                  <a:pt x="174232" y="23773"/>
                  <a:pt x="173021" y="23614"/>
                  <a:pt x="171630" y="23614"/>
                </a:cubicBezTo>
                <a:cubicBezTo>
                  <a:pt x="169745" y="23614"/>
                  <a:pt x="168027" y="23926"/>
                  <a:pt x="166476" y="24549"/>
                </a:cubicBezTo>
                <a:cubicBezTo>
                  <a:pt x="164925" y="25172"/>
                  <a:pt x="163526" y="26057"/>
                  <a:pt x="162280" y="27202"/>
                </a:cubicBezTo>
                <a:cubicBezTo>
                  <a:pt x="161033" y="28347"/>
                  <a:pt x="159931" y="29731"/>
                  <a:pt x="158974" y="31355"/>
                </a:cubicBezTo>
                <a:cubicBezTo>
                  <a:pt x="158018" y="32978"/>
                  <a:pt x="157206" y="34790"/>
                  <a:pt x="156539" y="36791"/>
                </a:cubicBezTo>
                <a:lnTo>
                  <a:pt x="163497" y="36791"/>
                </a:lnTo>
                <a:close/>
                <a:moveTo>
                  <a:pt x="200615" y="38362"/>
                </a:moveTo>
                <a:cubicBezTo>
                  <a:pt x="200731" y="37810"/>
                  <a:pt x="200855" y="37086"/>
                  <a:pt x="200985" y="36189"/>
                </a:cubicBezTo>
                <a:cubicBezTo>
                  <a:pt x="201115" y="35292"/>
                  <a:pt x="201268" y="34084"/>
                  <a:pt x="201442" y="32566"/>
                </a:cubicBezTo>
                <a:cubicBezTo>
                  <a:pt x="201616" y="31046"/>
                  <a:pt x="201833" y="29137"/>
                  <a:pt x="202094" y="26836"/>
                </a:cubicBezTo>
                <a:cubicBezTo>
                  <a:pt x="202355" y="24536"/>
                  <a:pt x="202659" y="21708"/>
                  <a:pt x="203007" y="18352"/>
                </a:cubicBezTo>
                <a:lnTo>
                  <a:pt x="210139" y="18352"/>
                </a:lnTo>
                <a:lnTo>
                  <a:pt x="209052" y="28415"/>
                </a:lnTo>
                <a:cubicBezTo>
                  <a:pt x="210067" y="26940"/>
                  <a:pt x="211168" y="25545"/>
                  <a:pt x="212357" y="24230"/>
                </a:cubicBezTo>
                <a:cubicBezTo>
                  <a:pt x="213546" y="22913"/>
                  <a:pt x="214850" y="21764"/>
                  <a:pt x="216271" y="20781"/>
                </a:cubicBezTo>
                <a:cubicBezTo>
                  <a:pt x="217692" y="19797"/>
                  <a:pt x="219243" y="19016"/>
                  <a:pt x="220924" y="18438"/>
                </a:cubicBezTo>
                <a:cubicBezTo>
                  <a:pt x="222606" y="17859"/>
                  <a:pt x="224447" y="17569"/>
                  <a:pt x="226447" y="17569"/>
                </a:cubicBezTo>
                <a:cubicBezTo>
                  <a:pt x="231231" y="17569"/>
                  <a:pt x="234536" y="19059"/>
                  <a:pt x="236363" y="22038"/>
                </a:cubicBezTo>
                <a:cubicBezTo>
                  <a:pt x="238189" y="25017"/>
                  <a:pt x="238479" y="29325"/>
                  <a:pt x="237232" y="34964"/>
                </a:cubicBezTo>
                <a:lnTo>
                  <a:pt x="229535" y="34964"/>
                </a:lnTo>
                <a:cubicBezTo>
                  <a:pt x="229970" y="32972"/>
                  <a:pt x="230187" y="31283"/>
                  <a:pt x="230187" y="29897"/>
                </a:cubicBezTo>
                <a:cubicBezTo>
                  <a:pt x="230187" y="28511"/>
                  <a:pt x="229992" y="27392"/>
                  <a:pt x="229600" y="26540"/>
                </a:cubicBezTo>
                <a:cubicBezTo>
                  <a:pt x="229209" y="25688"/>
                  <a:pt x="228629" y="25068"/>
                  <a:pt x="227861" y="24678"/>
                </a:cubicBezTo>
                <a:cubicBezTo>
                  <a:pt x="227092" y="24288"/>
                  <a:pt x="226172" y="24092"/>
                  <a:pt x="225099" y="24092"/>
                </a:cubicBezTo>
                <a:cubicBezTo>
                  <a:pt x="223012" y="24092"/>
                  <a:pt x="220982" y="24722"/>
                  <a:pt x="219011" y="25981"/>
                </a:cubicBezTo>
                <a:cubicBezTo>
                  <a:pt x="217039" y="27240"/>
                  <a:pt x="215235" y="28889"/>
                  <a:pt x="213597" y="30930"/>
                </a:cubicBezTo>
                <a:cubicBezTo>
                  <a:pt x="211959" y="32969"/>
                  <a:pt x="210552" y="35262"/>
                  <a:pt x="209378" y="37809"/>
                </a:cubicBezTo>
                <a:cubicBezTo>
                  <a:pt x="208204" y="40356"/>
                  <a:pt x="207356" y="42921"/>
                  <a:pt x="206834" y="45506"/>
                </a:cubicBezTo>
                <a:lnTo>
                  <a:pt x="203529" y="62014"/>
                </a:lnTo>
                <a:lnTo>
                  <a:pt x="195875" y="62014"/>
                </a:lnTo>
                <a:lnTo>
                  <a:pt x="200615" y="38362"/>
                </a:lnTo>
                <a:close/>
                <a:moveTo>
                  <a:pt x="247518" y="18352"/>
                </a:moveTo>
                <a:lnTo>
                  <a:pt x="255694" y="18352"/>
                </a:lnTo>
                <a:lnTo>
                  <a:pt x="260521" y="47315"/>
                </a:lnTo>
                <a:lnTo>
                  <a:pt x="261565" y="54665"/>
                </a:lnTo>
                <a:cubicBezTo>
                  <a:pt x="264116" y="52342"/>
                  <a:pt x="266356" y="49773"/>
                  <a:pt x="268284" y="46958"/>
                </a:cubicBezTo>
                <a:cubicBezTo>
                  <a:pt x="270212" y="44142"/>
                  <a:pt x="271864" y="41174"/>
                  <a:pt x="273242" y="38053"/>
                </a:cubicBezTo>
                <a:cubicBezTo>
                  <a:pt x="274619" y="34933"/>
                  <a:pt x="275713" y="31711"/>
                  <a:pt x="276525" y="28388"/>
                </a:cubicBezTo>
                <a:cubicBezTo>
                  <a:pt x="277337" y="25064"/>
                  <a:pt x="277902" y="21719"/>
                  <a:pt x="278221" y="18352"/>
                </a:cubicBezTo>
                <a:lnTo>
                  <a:pt x="286788" y="18352"/>
                </a:lnTo>
                <a:cubicBezTo>
                  <a:pt x="286324" y="22411"/>
                  <a:pt x="285425" y="26455"/>
                  <a:pt x="284092" y="30485"/>
                </a:cubicBezTo>
                <a:cubicBezTo>
                  <a:pt x="282758" y="34515"/>
                  <a:pt x="281069" y="38414"/>
                  <a:pt x="279025" y="42183"/>
                </a:cubicBezTo>
                <a:cubicBezTo>
                  <a:pt x="276982" y="45952"/>
                  <a:pt x="274604" y="49518"/>
                  <a:pt x="271893" y="52882"/>
                </a:cubicBezTo>
                <a:cubicBezTo>
                  <a:pt x="269183" y="56245"/>
                  <a:pt x="266218" y="59289"/>
                  <a:pt x="263000" y="62014"/>
                </a:cubicBezTo>
                <a:lnTo>
                  <a:pt x="255694" y="62014"/>
                </a:lnTo>
                <a:lnTo>
                  <a:pt x="247518" y="18352"/>
                </a:lnTo>
                <a:close/>
                <a:moveTo>
                  <a:pt x="318210" y="17830"/>
                </a:moveTo>
                <a:cubicBezTo>
                  <a:pt x="320094" y="17830"/>
                  <a:pt x="321892" y="17953"/>
                  <a:pt x="323602" y="18200"/>
                </a:cubicBezTo>
                <a:cubicBezTo>
                  <a:pt x="325313" y="18446"/>
                  <a:pt x="326951" y="18801"/>
                  <a:pt x="328516" y="19265"/>
                </a:cubicBezTo>
                <a:lnTo>
                  <a:pt x="335387" y="17569"/>
                </a:lnTo>
                <a:lnTo>
                  <a:pt x="330473" y="41966"/>
                </a:lnTo>
                <a:cubicBezTo>
                  <a:pt x="330357" y="42517"/>
                  <a:pt x="330234" y="43242"/>
                  <a:pt x="330104" y="44140"/>
                </a:cubicBezTo>
                <a:cubicBezTo>
                  <a:pt x="329973" y="45039"/>
                  <a:pt x="329821" y="46250"/>
                  <a:pt x="329647" y="47772"/>
                </a:cubicBezTo>
                <a:cubicBezTo>
                  <a:pt x="329473" y="49294"/>
                  <a:pt x="329256" y="51207"/>
                  <a:pt x="328995" y="53512"/>
                </a:cubicBezTo>
                <a:cubicBezTo>
                  <a:pt x="328734" y="55817"/>
                  <a:pt x="328429" y="58651"/>
                  <a:pt x="328081" y="62014"/>
                </a:cubicBezTo>
                <a:lnTo>
                  <a:pt x="320949" y="62014"/>
                </a:lnTo>
                <a:lnTo>
                  <a:pt x="322037" y="51968"/>
                </a:lnTo>
                <a:cubicBezTo>
                  <a:pt x="320036" y="55447"/>
                  <a:pt x="317608" y="58122"/>
                  <a:pt x="314752" y="59992"/>
                </a:cubicBezTo>
                <a:cubicBezTo>
                  <a:pt x="311897" y="61862"/>
                  <a:pt x="308802" y="62797"/>
                  <a:pt x="305468" y="62797"/>
                </a:cubicBezTo>
                <a:cubicBezTo>
                  <a:pt x="303380" y="62797"/>
                  <a:pt x="301561" y="62449"/>
                  <a:pt x="300010" y="61753"/>
                </a:cubicBezTo>
                <a:cubicBezTo>
                  <a:pt x="298459" y="61057"/>
                  <a:pt x="297176" y="60064"/>
                  <a:pt x="296161" y="58774"/>
                </a:cubicBezTo>
                <a:cubicBezTo>
                  <a:pt x="295146" y="57484"/>
                  <a:pt x="294393" y="55940"/>
                  <a:pt x="293900" y="54143"/>
                </a:cubicBezTo>
                <a:cubicBezTo>
                  <a:pt x="293407" y="52345"/>
                  <a:pt x="293160" y="50345"/>
                  <a:pt x="293160" y="48141"/>
                </a:cubicBezTo>
                <a:cubicBezTo>
                  <a:pt x="293160" y="43966"/>
                  <a:pt x="293704" y="40045"/>
                  <a:pt x="294791" y="36378"/>
                </a:cubicBezTo>
                <a:cubicBezTo>
                  <a:pt x="295878" y="32710"/>
                  <a:pt x="297480" y="29499"/>
                  <a:pt x="299597" y="26745"/>
                </a:cubicBezTo>
                <a:cubicBezTo>
                  <a:pt x="301713" y="23991"/>
                  <a:pt x="304330" y="21817"/>
                  <a:pt x="307446" y="20222"/>
                </a:cubicBezTo>
                <a:cubicBezTo>
                  <a:pt x="310563" y="18627"/>
                  <a:pt x="314151" y="17830"/>
                  <a:pt x="318210" y="17830"/>
                </a:cubicBezTo>
                <a:moveTo>
                  <a:pt x="300814" y="47402"/>
                </a:moveTo>
                <a:cubicBezTo>
                  <a:pt x="300814" y="50156"/>
                  <a:pt x="301293" y="52316"/>
                  <a:pt x="302249" y="53882"/>
                </a:cubicBezTo>
                <a:cubicBezTo>
                  <a:pt x="303206" y="55447"/>
                  <a:pt x="304757" y="56230"/>
                  <a:pt x="306903" y="56230"/>
                </a:cubicBezTo>
                <a:cubicBezTo>
                  <a:pt x="308149" y="56230"/>
                  <a:pt x="309396" y="55940"/>
                  <a:pt x="310643" y="55360"/>
                </a:cubicBezTo>
                <a:cubicBezTo>
                  <a:pt x="311889" y="54781"/>
                  <a:pt x="313107" y="53983"/>
                  <a:pt x="314296" y="52968"/>
                </a:cubicBezTo>
                <a:cubicBezTo>
                  <a:pt x="315484" y="51954"/>
                  <a:pt x="316608" y="50758"/>
                  <a:pt x="317666" y="49381"/>
                </a:cubicBezTo>
                <a:cubicBezTo>
                  <a:pt x="318724" y="48004"/>
                  <a:pt x="319695" y="46525"/>
                  <a:pt x="320580" y="44945"/>
                </a:cubicBezTo>
                <a:cubicBezTo>
                  <a:pt x="321464" y="43365"/>
                  <a:pt x="322225" y="41712"/>
                  <a:pt x="322863" y="39987"/>
                </a:cubicBezTo>
                <a:cubicBezTo>
                  <a:pt x="323501" y="38262"/>
                  <a:pt x="323993" y="36544"/>
                  <a:pt x="324341" y="34834"/>
                </a:cubicBezTo>
                <a:lnTo>
                  <a:pt x="326124" y="25875"/>
                </a:lnTo>
                <a:cubicBezTo>
                  <a:pt x="324762" y="25296"/>
                  <a:pt x="323363" y="24839"/>
                  <a:pt x="321928" y="24506"/>
                </a:cubicBezTo>
                <a:cubicBezTo>
                  <a:pt x="320493" y="24172"/>
                  <a:pt x="319166" y="24005"/>
                  <a:pt x="317949" y="24005"/>
                </a:cubicBezTo>
                <a:cubicBezTo>
                  <a:pt x="315571" y="24005"/>
                  <a:pt x="313498" y="24411"/>
                  <a:pt x="311730" y="25223"/>
                </a:cubicBezTo>
                <a:cubicBezTo>
                  <a:pt x="309961" y="26035"/>
                  <a:pt x="308439" y="27093"/>
                  <a:pt x="307164" y="28398"/>
                </a:cubicBezTo>
                <a:cubicBezTo>
                  <a:pt x="305888" y="29702"/>
                  <a:pt x="304844" y="31188"/>
                  <a:pt x="304032" y="32855"/>
                </a:cubicBezTo>
                <a:cubicBezTo>
                  <a:pt x="303221" y="34522"/>
                  <a:pt x="302576" y="36226"/>
                  <a:pt x="302097" y="37965"/>
                </a:cubicBezTo>
                <a:cubicBezTo>
                  <a:pt x="301619" y="39705"/>
                  <a:pt x="301285" y="41401"/>
                  <a:pt x="301097" y="43053"/>
                </a:cubicBezTo>
                <a:cubicBezTo>
                  <a:pt x="300909" y="44706"/>
                  <a:pt x="300814" y="46155"/>
                  <a:pt x="300814" y="47402"/>
                </a:cubicBezTo>
                <a:close/>
                <a:moveTo>
                  <a:pt x="376420" y="61398"/>
                </a:moveTo>
                <a:cubicBezTo>
                  <a:pt x="374593" y="61836"/>
                  <a:pt x="372788" y="62149"/>
                  <a:pt x="371005" y="62339"/>
                </a:cubicBezTo>
                <a:cubicBezTo>
                  <a:pt x="369222" y="62528"/>
                  <a:pt x="367635" y="62623"/>
                  <a:pt x="366244" y="62623"/>
                </a:cubicBezTo>
                <a:cubicBezTo>
                  <a:pt x="363286" y="62623"/>
                  <a:pt x="360757" y="62297"/>
                  <a:pt x="358655" y="61644"/>
                </a:cubicBezTo>
                <a:cubicBezTo>
                  <a:pt x="356553" y="60992"/>
                  <a:pt x="354893" y="59956"/>
                  <a:pt x="353675" y="58535"/>
                </a:cubicBezTo>
                <a:cubicBezTo>
                  <a:pt x="352458" y="57114"/>
                  <a:pt x="351697" y="55281"/>
                  <a:pt x="351392" y="53034"/>
                </a:cubicBezTo>
                <a:cubicBezTo>
                  <a:pt x="351088" y="50787"/>
                  <a:pt x="351269" y="48054"/>
                  <a:pt x="351936" y="44836"/>
                </a:cubicBezTo>
                <a:lnTo>
                  <a:pt x="355937" y="24701"/>
                </a:lnTo>
                <a:lnTo>
                  <a:pt x="343717" y="24701"/>
                </a:lnTo>
                <a:lnTo>
                  <a:pt x="344978" y="18352"/>
                </a:lnTo>
                <a:lnTo>
                  <a:pt x="357155" y="18352"/>
                </a:lnTo>
                <a:lnTo>
                  <a:pt x="359590" y="6311"/>
                </a:lnTo>
                <a:lnTo>
                  <a:pt x="367592" y="4349"/>
                </a:lnTo>
                <a:lnTo>
                  <a:pt x="364721" y="18352"/>
                </a:lnTo>
                <a:lnTo>
                  <a:pt x="384335" y="18352"/>
                </a:lnTo>
                <a:lnTo>
                  <a:pt x="383073" y="24701"/>
                </a:lnTo>
                <a:lnTo>
                  <a:pt x="363504" y="24701"/>
                </a:lnTo>
                <a:lnTo>
                  <a:pt x="359416" y="45097"/>
                </a:lnTo>
                <a:cubicBezTo>
                  <a:pt x="359010" y="47098"/>
                  <a:pt x="358851" y="48801"/>
                  <a:pt x="358938" y="50207"/>
                </a:cubicBezTo>
                <a:cubicBezTo>
                  <a:pt x="359024" y="51613"/>
                  <a:pt x="359372" y="52766"/>
                  <a:pt x="359981" y="53664"/>
                </a:cubicBezTo>
                <a:cubicBezTo>
                  <a:pt x="360590" y="54563"/>
                  <a:pt x="361474" y="55215"/>
                  <a:pt x="362634" y="55621"/>
                </a:cubicBezTo>
                <a:cubicBezTo>
                  <a:pt x="363794" y="56027"/>
                  <a:pt x="365272" y="56230"/>
                  <a:pt x="367070" y="56230"/>
                </a:cubicBezTo>
                <a:cubicBezTo>
                  <a:pt x="368142" y="56230"/>
                  <a:pt x="369491" y="56118"/>
                  <a:pt x="371114" y="55894"/>
                </a:cubicBezTo>
                <a:cubicBezTo>
                  <a:pt x="372738" y="55670"/>
                  <a:pt x="374506" y="55318"/>
                  <a:pt x="376420" y="54838"/>
                </a:cubicBezTo>
                <a:lnTo>
                  <a:pt x="376420" y="61398"/>
                </a:lnTo>
                <a:close/>
                <a:moveTo>
                  <a:pt x="410320" y="6219"/>
                </a:moveTo>
                <a:cubicBezTo>
                  <a:pt x="410320" y="5320"/>
                  <a:pt x="410479" y="4494"/>
                  <a:pt x="410798" y="3740"/>
                </a:cubicBezTo>
                <a:cubicBezTo>
                  <a:pt x="411117" y="2986"/>
                  <a:pt x="411559" y="2334"/>
                  <a:pt x="412125" y="1783"/>
                </a:cubicBezTo>
                <a:cubicBezTo>
                  <a:pt x="412690" y="1232"/>
                  <a:pt x="413350" y="797"/>
                  <a:pt x="414104" y="478"/>
                </a:cubicBezTo>
                <a:cubicBezTo>
                  <a:pt x="414857" y="159"/>
                  <a:pt x="415669" y="0"/>
                  <a:pt x="416539" y="0"/>
                </a:cubicBezTo>
                <a:cubicBezTo>
                  <a:pt x="417380" y="0"/>
                  <a:pt x="418148" y="152"/>
                  <a:pt x="418844" y="457"/>
                </a:cubicBezTo>
                <a:cubicBezTo>
                  <a:pt x="419540" y="761"/>
                  <a:pt x="420141" y="1167"/>
                  <a:pt x="420648" y="1674"/>
                </a:cubicBezTo>
                <a:cubicBezTo>
                  <a:pt x="421156" y="2182"/>
                  <a:pt x="421547" y="2783"/>
                  <a:pt x="421823" y="3479"/>
                </a:cubicBezTo>
                <a:cubicBezTo>
                  <a:pt x="422098" y="4175"/>
                  <a:pt x="422236" y="4914"/>
                  <a:pt x="422236" y="5697"/>
                </a:cubicBezTo>
                <a:cubicBezTo>
                  <a:pt x="422236" y="6596"/>
                  <a:pt x="422076" y="7422"/>
                  <a:pt x="421757" y="8176"/>
                </a:cubicBezTo>
                <a:cubicBezTo>
                  <a:pt x="421438" y="8930"/>
                  <a:pt x="420996" y="9582"/>
                  <a:pt x="420431" y="10133"/>
                </a:cubicBezTo>
                <a:cubicBezTo>
                  <a:pt x="419866" y="10684"/>
                  <a:pt x="419206" y="11118"/>
                  <a:pt x="418452" y="11437"/>
                </a:cubicBezTo>
                <a:cubicBezTo>
                  <a:pt x="417699" y="11756"/>
                  <a:pt x="416887" y="11916"/>
                  <a:pt x="416017" y="11916"/>
                </a:cubicBezTo>
                <a:cubicBezTo>
                  <a:pt x="415176" y="11916"/>
                  <a:pt x="414401" y="11764"/>
                  <a:pt x="413690" y="11459"/>
                </a:cubicBezTo>
                <a:cubicBezTo>
                  <a:pt x="412980" y="11155"/>
                  <a:pt x="412378" y="10749"/>
                  <a:pt x="411886" y="10241"/>
                </a:cubicBezTo>
                <a:cubicBezTo>
                  <a:pt x="411393" y="9734"/>
                  <a:pt x="411009" y="9133"/>
                  <a:pt x="410733" y="8437"/>
                </a:cubicBezTo>
                <a:cubicBezTo>
                  <a:pt x="410458" y="7741"/>
                  <a:pt x="410320" y="7002"/>
                  <a:pt x="410320" y="6219"/>
                </a:cubicBezTo>
                <a:moveTo>
                  <a:pt x="428281" y="59274"/>
                </a:moveTo>
                <a:cubicBezTo>
                  <a:pt x="426280" y="60376"/>
                  <a:pt x="424171" y="61238"/>
                  <a:pt x="421953" y="61862"/>
                </a:cubicBezTo>
                <a:cubicBezTo>
                  <a:pt x="419735" y="62485"/>
                  <a:pt x="417365" y="62797"/>
                  <a:pt x="414843" y="62797"/>
                </a:cubicBezTo>
                <a:cubicBezTo>
                  <a:pt x="412784" y="62797"/>
                  <a:pt x="411059" y="62507"/>
                  <a:pt x="409668" y="61927"/>
                </a:cubicBezTo>
                <a:cubicBezTo>
                  <a:pt x="408276" y="61347"/>
                  <a:pt x="407211" y="60427"/>
                  <a:pt x="406471" y="59166"/>
                </a:cubicBezTo>
                <a:cubicBezTo>
                  <a:pt x="405732" y="57904"/>
                  <a:pt x="405319" y="56288"/>
                  <a:pt x="405232" y="54317"/>
                </a:cubicBezTo>
                <a:cubicBezTo>
                  <a:pt x="405145" y="52345"/>
                  <a:pt x="405377" y="49953"/>
                  <a:pt x="405928" y="47141"/>
                </a:cubicBezTo>
                <a:lnTo>
                  <a:pt x="408885" y="32529"/>
                </a:lnTo>
                <a:cubicBezTo>
                  <a:pt x="409233" y="30877"/>
                  <a:pt x="409400" y="29492"/>
                  <a:pt x="409385" y="28376"/>
                </a:cubicBezTo>
                <a:cubicBezTo>
                  <a:pt x="409371" y="27260"/>
                  <a:pt x="409218" y="26368"/>
                  <a:pt x="408928" y="25701"/>
                </a:cubicBezTo>
                <a:cubicBezTo>
                  <a:pt x="408639" y="25035"/>
                  <a:pt x="408211" y="24564"/>
                  <a:pt x="407646" y="24288"/>
                </a:cubicBezTo>
                <a:cubicBezTo>
                  <a:pt x="407080" y="24013"/>
                  <a:pt x="406421" y="23875"/>
                  <a:pt x="405667" y="23875"/>
                </a:cubicBezTo>
                <a:cubicBezTo>
                  <a:pt x="403695" y="23875"/>
                  <a:pt x="401753" y="24264"/>
                  <a:pt x="399839" y="25041"/>
                </a:cubicBezTo>
                <a:cubicBezTo>
                  <a:pt x="397926" y="25817"/>
                  <a:pt x="395983" y="26762"/>
                  <a:pt x="394012" y="27876"/>
                </a:cubicBezTo>
                <a:lnTo>
                  <a:pt x="394012" y="21179"/>
                </a:lnTo>
                <a:cubicBezTo>
                  <a:pt x="396012" y="20063"/>
                  <a:pt x="398122" y="19183"/>
                  <a:pt x="400340" y="18538"/>
                </a:cubicBezTo>
                <a:cubicBezTo>
                  <a:pt x="402557" y="17892"/>
                  <a:pt x="404928" y="17569"/>
                  <a:pt x="407450" y="17569"/>
                </a:cubicBezTo>
                <a:cubicBezTo>
                  <a:pt x="409508" y="17569"/>
                  <a:pt x="411233" y="17859"/>
                  <a:pt x="412625" y="18439"/>
                </a:cubicBezTo>
                <a:cubicBezTo>
                  <a:pt x="414017" y="19019"/>
                  <a:pt x="415082" y="19939"/>
                  <a:pt x="415821" y="21200"/>
                </a:cubicBezTo>
                <a:cubicBezTo>
                  <a:pt x="416561" y="22462"/>
                  <a:pt x="416974" y="24078"/>
                  <a:pt x="417061" y="26049"/>
                </a:cubicBezTo>
                <a:cubicBezTo>
                  <a:pt x="417148" y="28021"/>
                  <a:pt x="416916" y="30413"/>
                  <a:pt x="416365" y="33225"/>
                </a:cubicBezTo>
                <a:lnTo>
                  <a:pt x="413408" y="47837"/>
                </a:lnTo>
                <a:cubicBezTo>
                  <a:pt x="413089" y="49518"/>
                  <a:pt x="412929" y="50910"/>
                  <a:pt x="412929" y="52012"/>
                </a:cubicBezTo>
                <a:cubicBezTo>
                  <a:pt x="412929" y="53113"/>
                  <a:pt x="413082" y="53998"/>
                  <a:pt x="413386" y="54665"/>
                </a:cubicBezTo>
                <a:cubicBezTo>
                  <a:pt x="413690" y="55331"/>
                  <a:pt x="414118" y="55802"/>
                  <a:pt x="414669" y="56078"/>
                </a:cubicBezTo>
                <a:cubicBezTo>
                  <a:pt x="415220" y="56353"/>
                  <a:pt x="415872" y="56491"/>
                  <a:pt x="416626" y="56491"/>
                </a:cubicBezTo>
                <a:cubicBezTo>
                  <a:pt x="418597" y="56491"/>
                  <a:pt x="420540" y="56107"/>
                  <a:pt x="422453" y="55339"/>
                </a:cubicBezTo>
                <a:cubicBezTo>
                  <a:pt x="424367" y="54570"/>
                  <a:pt x="426309" y="53650"/>
                  <a:pt x="428281" y="52577"/>
                </a:cubicBezTo>
                <a:lnTo>
                  <a:pt x="428281" y="59274"/>
                </a:lnTo>
                <a:close/>
                <a:moveTo>
                  <a:pt x="455527" y="62797"/>
                </a:moveTo>
                <a:cubicBezTo>
                  <a:pt x="450308" y="62797"/>
                  <a:pt x="446242" y="61456"/>
                  <a:pt x="443329" y="58774"/>
                </a:cubicBezTo>
                <a:cubicBezTo>
                  <a:pt x="440415" y="56092"/>
                  <a:pt x="438958" y="52070"/>
                  <a:pt x="438958" y="46706"/>
                </a:cubicBezTo>
                <a:cubicBezTo>
                  <a:pt x="438958" y="44300"/>
                  <a:pt x="439212" y="41915"/>
                  <a:pt x="439719" y="39552"/>
                </a:cubicBezTo>
                <a:cubicBezTo>
                  <a:pt x="440226" y="37190"/>
                  <a:pt x="440973" y="34928"/>
                  <a:pt x="441959" y="32768"/>
                </a:cubicBezTo>
                <a:cubicBezTo>
                  <a:pt x="442944" y="30608"/>
                  <a:pt x="444162" y="28601"/>
                  <a:pt x="445612" y="26745"/>
                </a:cubicBezTo>
                <a:cubicBezTo>
                  <a:pt x="447061" y="24890"/>
                  <a:pt x="448728" y="23281"/>
                  <a:pt x="450613" y="21918"/>
                </a:cubicBezTo>
                <a:cubicBezTo>
                  <a:pt x="452497" y="20555"/>
                  <a:pt x="454577" y="19490"/>
                  <a:pt x="456853" y="18722"/>
                </a:cubicBezTo>
                <a:cubicBezTo>
                  <a:pt x="459129" y="17953"/>
                  <a:pt x="461601" y="17569"/>
                  <a:pt x="464268" y="17569"/>
                </a:cubicBezTo>
                <a:cubicBezTo>
                  <a:pt x="466877" y="17569"/>
                  <a:pt x="469204" y="17910"/>
                  <a:pt x="471248" y="18591"/>
                </a:cubicBezTo>
                <a:cubicBezTo>
                  <a:pt x="473292" y="19272"/>
                  <a:pt x="475017" y="20287"/>
                  <a:pt x="476423" y="21635"/>
                </a:cubicBezTo>
                <a:cubicBezTo>
                  <a:pt x="477829" y="22983"/>
                  <a:pt x="478909" y="24665"/>
                  <a:pt x="479663" y="26680"/>
                </a:cubicBezTo>
                <a:cubicBezTo>
                  <a:pt x="480417" y="28695"/>
                  <a:pt x="480794" y="31036"/>
                  <a:pt x="480794" y="33703"/>
                </a:cubicBezTo>
                <a:cubicBezTo>
                  <a:pt x="480794" y="36081"/>
                  <a:pt x="480540" y="38451"/>
                  <a:pt x="480033" y="40814"/>
                </a:cubicBezTo>
                <a:cubicBezTo>
                  <a:pt x="479525" y="43176"/>
                  <a:pt x="478779" y="45438"/>
                  <a:pt x="477793" y="47598"/>
                </a:cubicBezTo>
                <a:cubicBezTo>
                  <a:pt x="476807" y="49758"/>
                  <a:pt x="475589" y="51765"/>
                  <a:pt x="474140" y="53621"/>
                </a:cubicBezTo>
                <a:cubicBezTo>
                  <a:pt x="472690" y="55476"/>
                  <a:pt x="471030" y="57085"/>
                  <a:pt x="469160" y="58448"/>
                </a:cubicBezTo>
                <a:cubicBezTo>
                  <a:pt x="467290" y="59811"/>
                  <a:pt x="465210" y="60876"/>
                  <a:pt x="462920" y="61644"/>
                </a:cubicBezTo>
                <a:cubicBezTo>
                  <a:pt x="460630" y="62413"/>
                  <a:pt x="458165" y="62797"/>
                  <a:pt x="455527" y="62797"/>
                </a:cubicBezTo>
                <a:moveTo>
                  <a:pt x="473053" y="34486"/>
                </a:moveTo>
                <a:cubicBezTo>
                  <a:pt x="473053" y="30978"/>
                  <a:pt x="472226" y="28354"/>
                  <a:pt x="470574" y="26615"/>
                </a:cubicBezTo>
                <a:cubicBezTo>
                  <a:pt x="468921" y="24875"/>
                  <a:pt x="466515" y="24005"/>
                  <a:pt x="463355" y="24005"/>
                </a:cubicBezTo>
                <a:cubicBezTo>
                  <a:pt x="461557" y="24005"/>
                  <a:pt x="459890" y="24317"/>
                  <a:pt x="458354" y="24940"/>
                </a:cubicBezTo>
                <a:cubicBezTo>
                  <a:pt x="456817" y="25564"/>
                  <a:pt x="455433" y="26419"/>
                  <a:pt x="454201" y="27506"/>
                </a:cubicBezTo>
                <a:cubicBezTo>
                  <a:pt x="452968" y="28593"/>
                  <a:pt x="451881" y="29855"/>
                  <a:pt x="450939" y="31290"/>
                </a:cubicBezTo>
                <a:cubicBezTo>
                  <a:pt x="449997" y="32725"/>
                  <a:pt x="449214" y="34247"/>
                  <a:pt x="448591" y="35856"/>
                </a:cubicBezTo>
                <a:cubicBezTo>
                  <a:pt x="447967" y="37465"/>
                  <a:pt x="447496" y="39132"/>
                  <a:pt x="447177" y="40857"/>
                </a:cubicBezTo>
                <a:cubicBezTo>
                  <a:pt x="446858" y="42582"/>
                  <a:pt x="446699" y="44256"/>
                  <a:pt x="446699" y="45880"/>
                </a:cubicBezTo>
                <a:cubicBezTo>
                  <a:pt x="446699" y="49388"/>
                  <a:pt x="447525" y="52019"/>
                  <a:pt x="449178" y="53773"/>
                </a:cubicBezTo>
                <a:cubicBezTo>
                  <a:pt x="450830" y="55527"/>
                  <a:pt x="453237" y="56404"/>
                  <a:pt x="456397" y="56404"/>
                </a:cubicBezTo>
                <a:cubicBezTo>
                  <a:pt x="458223" y="56404"/>
                  <a:pt x="459898" y="56092"/>
                  <a:pt x="461420" y="55469"/>
                </a:cubicBezTo>
                <a:cubicBezTo>
                  <a:pt x="462942" y="54846"/>
                  <a:pt x="464319" y="53990"/>
                  <a:pt x="465551" y="52903"/>
                </a:cubicBezTo>
                <a:cubicBezTo>
                  <a:pt x="466783" y="51816"/>
                  <a:pt x="467870" y="50555"/>
                  <a:pt x="468813" y="49120"/>
                </a:cubicBezTo>
                <a:cubicBezTo>
                  <a:pt x="469755" y="47685"/>
                  <a:pt x="470538" y="46155"/>
                  <a:pt x="471161" y="44532"/>
                </a:cubicBezTo>
                <a:cubicBezTo>
                  <a:pt x="471784" y="42908"/>
                  <a:pt x="472255" y="41234"/>
                  <a:pt x="472574" y="39509"/>
                </a:cubicBezTo>
                <a:cubicBezTo>
                  <a:pt x="472893" y="37784"/>
                  <a:pt x="473053" y="36110"/>
                  <a:pt x="473053" y="34486"/>
                </a:cubicBezTo>
                <a:close/>
                <a:moveTo>
                  <a:pt x="491471" y="38400"/>
                </a:moveTo>
                <a:cubicBezTo>
                  <a:pt x="491587" y="37849"/>
                  <a:pt x="491710" y="37124"/>
                  <a:pt x="491841" y="36226"/>
                </a:cubicBezTo>
                <a:cubicBezTo>
                  <a:pt x="491971" y="35327"/>
                  <a:pt x="492123" y="34116"/>
                  <a:pt x="492297" y="32594"/>
                </a:cubicBezTo>
                <a:cubicBezTo>
                  <a:pt x="492471" y="31072"/>
                  <a:pt x="492689" y="29159"/>
                  <a:pt x="492950" y="26854"/>
                </a:cubicBezTo>
                <a:cubicBezTo>
                  <a:pt x="493210" y="24549"/>
                  <a:pt x="493515" y="21715"/>
                  <a:pt x="493863" y="18352"/>
                </a:cubicBezTo>
                <a:lnTo>
                  <a:pt x="500995" y="18352"/>
                </a:lnTo>
                <a:lnTo>
                  <a:pt x="499908" y="28441"/>
                </a:lnTo>
                <a:cubicBezTo>
                  <a:pt x="501937" y="24933"/>
                  <a:pt x="504365" y="22244"/>
                  <a:pt x="507192" y="20374"/>
                </a:cubicBezTo>
                <a:cubicBezTo>
                  <a:pt x="510019" y="18504"/>
                  <a:pt x="513085" y="17569"/>
                  <a:pt x="516390" y="17569"/>
                </a:cubicBezTo>
                <a:cubicBezTo>
                  <a:pt x="520999" y="17569"/>
                  <a:pt x="524268" y="18961"/>
                  <a:pt x="526196" y="21744"/>
                </a:cubicBezTo>
                <a:cubicBezTo>
                  <a:pt x="528124" y="24527"/>
                  <a:pt x="528537" y="28630"/>
                  <a:pt x="527436" y="34051"/>
                </a:cubicBezTo>
                <a:lnTo>
                  <a:pt x="521826" y="62014"/>
                </a:lnTo>
                <a:lnTo>
                  <a:pt x="514259" y="62014"/>
                </a:lnTo>
                <a:lnTo>
                  <a:pt x="519869" y="34138"/>
                </a:lnTo>
                <a:cubicBezTo>
                  <a:pt x="520593" y="30601"/>
                  <a:pt x="520543" y="28043"/>
                  <a:pt x="519716" y="26463"/>
                </a:cubicBezTo>
                <a:cubicBezTo>
                  <a:pt x="518890" y="24882"/>
                  <a:pt x="517317" y="24092"/>
                  <a:pt x="514998" y="24092"/>
                </a:cubicBezTo>
                <a:cubicBezTo>
                  <a:pt x="513143" y="24092"/>
                  <a:pt x="511294" y="24730"/>
                  <a:pt x="509453" y="26006"/>
                </a:cubicBezTo>
                <a:cubicBezTo>
                  <a:pt x="507612" y="27282"/>
                  <a:pt x="505894" y="28941"/>
                  <a:pt x="504300" y="30985"/>
                </a:cubicBezTo>
                <a:cubicBezTo>
                  <a:pt x="502705" y="33029"/>
                  <a:pt x="501321" y="35327"/>
                  <a:pt x="500147" y="37878"/>
                </a:cubicBezTo>
                <a:cubicBezTo>
                  <a:pt x="498973" y="40429"/>
                  <a:pt x="498125" y="42981"/>
                  <a:pt x="497603" y="45532"/>
                </a:cubicBezTo>
                <a:lnTo>
                  <a:pt x="494298" y="62014"/>
                </a:lnTo>
                <a:lnTo>
                  <a:pt x="486731" y="62014"/>
                </a:lnTo>
                <a:lnTo>
                  <a:pt x="491471" y="38400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:">
            <a:extLst xmlns:a="http://schemas.openxmlformats.org/drawingml/2006/main">
              <a:ext uri="{FF2B5EF4-FFF2-40B4-BE49-F238E27FC236}">
                <a16:creationId xmlns:a16="http://schemas.microsoft.com/office/drawing/2014/main" id="{3468195A-8857-4CD0-8D12-263738C1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072" y="4414366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List">
            <a:extLst xmlns:a="http://schemas.openxmlformats.org/drawingml/2006/main">
              <a:ext uri="{FF2B5EF4-FFF2-40B4-BE49-F238E27FC236}">
                <a16:creationId xmlns:a16="http://schemas.microsoft.com/office/drawing/2014/main" id="{EA127F06-E32A-4CE0-ACFB-5CECE1C8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920" y="4396797"/>
            <a:ext cx="178326" cy="62797"/>
          </a:xfrm>
          <a:custGeom xmlns:a="http://schemas.openxmlformats.org/drawingml/2006/main">
            <a:pathLst>
              <a:path w="178326" h="62797">
                <a:moveTo>
                  <a:pt x="32703" y="62014"/>
                </a:moveTo>
                <a:lnTo>
                  <a:pt x="0" y="62014"/>
                </a:lnTo>
                <a:lnTo>
                  <a:pt x="0" y="5132"/>
                </a:lnTo>
                <a:lnTo>
                  <a:pt x="7871" y="5132"/>
                </a:lnTo>
                <a:lnTo>
                  <a:pt x="7871" y="55404"/>
                </a:lnTo>
                <a:lnTo>
                  <a:pt x="32703" y="55404"/>
                </a:lnTo>
                <a:lnTo>
                  <a:pt x="32703" y="62014"/>
                </a:lnTo>
                <a:close/>
                <a:moveTo>
                  <a:pt x="60471" y="24614"/>
                </a:moveTo>
                <a:lnTo>
                  <a:pt x="47555" y="24614"/>
                </a:lnTo>
                <a:lnTo>
                  <a:pt x="47555" y="18352"/>
                </a:lnTo>
                <a:lnTo>
                  <a:pt x="68125" y="18352"/>
                </a:lnTo>
                <a:lnTo>
                  <a:pt x="68125" y="55708"/>
                </a:lnTo>
                <a:lnTo>
                  <a:pt x="81128" y="55708"/>
                </a:lnTo>
                <a:lnTo>
                  <a:pt x="81128" y="62014"/>
                </a:lnTo>
                <a:lnTo>
                  <a:pt x="46120" y="62014"/>
                </a:lnTo>
                <a:lnTo>
                  <a:pt x="46120" y="55708"/>
                </a:lnTo>
                <a:lnTo>
                  <a:pt x="60471" y="55708"/>
                </a:lnTo>
                <a:lnTo>
                  <a:pt x="60471" y="24614"/>
                </a:lnTo>
                <a:moveTo>
                  <a:pt x="63124" y="0"/>
                </a:moveTo>
                <a:cubicBezTo>
                  <a:pt x="63965" y="0"/>
                  <a:pt x="64748" y="152"/>
                  <a:pt x="65472" y="457"/>
                </a:cubicBezTo>
                <a:cubicBezTo>
                  <a:pt x="66197" y="761"/>
                  <a:pt x="66828" y="1189"/>
                  <a:pt x="67364" y="1740"/>
                </a:cubicBezTo>
                <a:cubicBezTo>
                  <a:pt x="67900" y="2290"/>
                  <a:pt x="68321" y="2921"/>
                  <a:pt x="68625" y="3631"/>
                </a:cubicBezTo>
                <a:cubicBezTo>
                  <a:pt x="68930" y="4342"/>
                  <a:pt x="69082" y="5117"/>
                  <a:pt x="69082" y="5958"/>
                </a:cubicBezTo>
                <a:cubicBezTo>
                  <a:pt x="69082" y="6770"/>
                  <a:pt x="68930" y="7538"/>
                  <a:pt x="68625" y="8263"/>
                </a:cubicBezTo>
                <a:cubicBezTo>
                  <a:pt x="68321" y="8988"/>
                  <a:pt x="67900" y="9625"/>
                  <a:pt x="67364" y="10176"/>
                </a:cubicBezTo>
                <a:cubicBezTo>
                  <a:pt x="66828" y="10727"/>
                  <a:pt x="66197" y="11155"/>
                  <a:pt x="65472" y="11459"/>
                </a:cubicBezTo>
                <a:cubicBezTo>
                  <a:pt x="64748" y="11764"/>
                  <a:pt x="63965" y="11916"/>
                  <a:pt x="63124" y="11916"/>
                </a:cubicBezTo>
                <a:cubicBezTo>
                  <a:pt x="62283" y="11916"/>
                  <a:pt x="61500" y="11764"/>
                  <a:pt x="60776" y="11459"/>
                </a:cubicBezTo>
                <a:cubicBezTo>
                  <a:pt x="60051" y="11155"/>
                  <a:pt x="59420" y="10727"/>
                  <a:pt x="58884" y="10176"/>
                </a:cubicBezTo>
                <a:cubicBezTo>
                  <a:pt x="58348" y="9625"/>
                  <a:pt x="57927" y="8988"/>
                  <a:pt x="57623" y="8263"/>
                </a:cubicBezTo>
                <a:cubicBezTo>
                  <a:pt x="57318" y="7538"/>
                  <a:pt x="57166" y="6770"/>
                  <a:pt x="57166" y="5958"/>
                </a:cubicBezTo>
                <a:cubicBezTo>
                  <a:pt x="57166" y="5117"/>
                  <a:pt x="57318" y="4342"/>
                  <a:pt x="57623" y="3631"/>
                </a:cubicBezTo>
                <a:cubicBezTo>
                  <a:pt x="57927" y="2921"/>
                  <a:pt x="58348" y="2290"/>
                  <a:pt x="58884" y="1740"/>
                </a:cubicBezTo>
                <a:cubicBezTo>
                  <a:pt x="59420" y="1189"/>
                  <a:pt x="60051" y="761"/>
                  <a:pt x="60776" y="457"/>
                </a:cubicBezTo>
                <a:cubicBezTo>
                  <a:pt x="61500" y="152"/>
                  <a:pt x="62283" y="0"/>
                  <a:pt x="63124" y="0"/>
                </a:cubicBezTo>
                <a:close/>
                <a:moveTo>
                  <a:pt x="128945" y="50098"/>
                </a:moveTo>
                <a:cubicBezTo>
                  <a:pt x="128945" y="51635"/>
                  <a:pt x="128684" y="53012"/>
                  <a:pt x="128162" y="54230"/>
                </a:cubicBezTo>
                <a:cubicBezTo>
                  <a:pt x="127640" y="55447"/>
                  <a:pt x="126930" y="56527"/>
                  <a:pt x="126031" y="57470"/>
                </a:cubicBezTo>
                <a:cubicBezTo>
                  <a:pt x="125132" y="58412"/>
                  <a:pt x="124088" y="59216"/>
                  <a:pt x="122900" y="59883"/>
                </a:cubicBezTo>
                <a:cubicBezTo>
                  <a:pt x="121711" y="60550"/>
                  <a:pt x="120443" y="61101"/>
                  <a:pt x="119095" y="61536"/>
                </a:cubicBezTo>
                <a:cubicBezTo>
                  <a:pt x="117746" y="61971"/>
                  <a:pt x="116362" y="62289"/>
                  <a:pt x="114941" y="62492"/>
                </a:cubicBezTo>
                <a:cubicBezTo>
                  <a:pt x="113521" y="62695"/>
                  <a:pt x="112129" y="62797"/>
                  <a:pt x="110767" y="62797"/>
                </a:cubicBezTo>
                <a:cubicBezTo>
                  <a:pt x="107809" y="62797"/>
                  <a:pt x="105091" y="62666"/>
                  <a:pt x="102613" y="62405"/>
                </a:cubicBezTo>
                <a:cubicBezTo>
                  <a:pt x="100134" y="62144"/>
                  <a:pt x="97706" y="61724"/>
                  <a:pt x="95328" y="61144"/>
                </a:cubicBezTo>
                <a:lnTo>
                  <a:pt x="95328" y="54186"/>
                </a:lnTo>
                <a:cubicBezTo>
                  <a:pt x="97880" y="54911"/>
                  <a:pt x="100416" y="55462"/>
                  <a:pt x="102939" y="55839"/>
                </a:cubicBezTo>
                <a:cubicBezTo>
                  <a:pt x="105461" y="56216"/>
                  <a:pt x="107969" y="56404"/>
                  <a:pt x="110462" y="56404"/>
                </a:cubicBezTo>
                <a:cubicBezTo>
                  <a:pt x="114086" y="56404"/>
                  <a:pt x="116768" y="55911"/>
                  <a:pt x="118507" y="54925"/>
                </a:cubicBezTo>
                <a:cubicBezTo>
                  <a:pt x="120247" y="53940"/>
                  <a:pt x="121117" y="52534"/>
                  <a:pt x="121117" y="50707"/>
                </a:cubicBezTo>
                <a:cubicBezTo>
                  <a:pt x="121117" y="49924"/>
                  <a:pt x="120979" y="49221"/>
                  <a:pt x="120704" y="48598"/>
                </a:cubicBezTo>
                <a:cubicBezTo>
                  <a:pt x="120428" y="47975"/>
                  <a:pt x="119928" y="47380"/>
                  <a:pt x="119203" y="46815"/>
                </a:cubicBezTo>
                <a:cubicBezTo>
                  <a:pt x="118478" y="46250"/>
                  <a:pt x="117355" y="45663"/>
                  <a:pt x="115833" y="45054"/>
                </a:cubicBezTo>
                <a:cubicBezTo>
                  <a:pt x="114311" y="44445"/>
                  <a:pt x="112231" y="43749"/>
                  <a:pt x="109592" y="42966"/>
                </a:cubicBezTo>
                <a:cubicBezTo>
                  <a:pt x="107621" y="42386"/>
                  <a:pt x="105802" y="41727"/>
                  <a:pt x="104135" y="40988"/>
                </a:cubicBezTo>
                <a:cubicBezTo>
                  <a:pt x="102468" y="40248"/>
                  <a:pt x="101025" y="39371"/>
                  <a:pt x="99808" y="38357"/>
                </a:cubicBezTo>
                <a:cubicBezTo>
                  <a:pt x="98590" y="37342"/>
                  <a:pt x="97633" y="36153"/>
                  <a:pt x="96937" y="34790"/>
                </a:cubicBezTo>
                <a:cubicBezTo>
                  <a:pt x="96242" y="33428"/>
                  <a:pt x="95894" y="31819"/>
                  <a:pt x="95894" y="29963"/>
                </a:cubicBezTo>
                <a:cubicBezTo>
                  <a:pt x="95894" y="28746"/>
                  <a:pt x="96176" y="27412"/>
                  <a:pt x="96742" y="25962"/>
                </a:cubicBezTo>
                <a:cubicBezTo>
                  <a:pt x="97307" y="24513"/>
                  <a:pt x="98271" y="23165"/>
                  <a:pt x="99634" y="21918"/>
                </a:cubicBezTo>
                <a:cubicBezTo>
                  <a:pt x="100996" y="20671"/>
                  <a:pt x="102837" y="19635"/>
                  <a:pt x="105157" y="18809"/>
                </a:cubicBezTo>
                <a:cubicBezTo>
                  <a:pt x="107476" y="17982"/>
                  <a:pt x="110375" y="17569"/>
                  <a:pt x="113854" y="17569"/>
                </a:cubicBezTo>
                <a:cubicBezTo>
                  <a:pt x="115565" y="17569"/>
                  <a:pt x="117464" y="17663"/>
                  <a:pt x="119551" y="17852"/>
                </a:cubicBezTo>
                <a:cubicBezTo>
                  <a:pt x="121639" y="18040"/>
                  <a:pt x="123813" y="18366"/>
                  <a:pt x="126074" y="18830"/>
                </a:cubicBezTo>
                <a:lnTo>
                  <a:pt x="126074" y="25571"/>
                </a:lnTo>
                <a:cubicBezTo>
                  <a:pt x="123697" y="24991"/>
                  <a:pt x="121443" y="24564"/>
                  <a:pt x="119312" y="24288"/>
                </a:cubicBezTo>
                <a:cubicBezTo>
                  <a:pt x="117181" y="24013"/>
                  <a:pt x="115333" y="23875"/>
                  <a:pt x="113767" y="23875"/>
                </a:cubicBezTo>
                <a:cubicBezTo>
                  <a:pt x="111883" y="23875"/>
                  <a:pt x="110295" y="24020"/>
                  <a:pt x="109005" y="24310"/>
                </a:cubicBezTo>
                <a:cubicBezTo>
                  <a:pt x="107715" y="24600"/>
                  <a:pt x="106671" y="24998"/>
                  <a:pt x="105874" y="25506"/>
                </a:cubicBezTo>
                <a:cubicBezTo>
                  <a:pt x="105077" y="26013"/>
                  <a:pt x="104504" y="26607"/>
                  <a:pt x="104156" y="27289"/>
                </a:cubicBezTo>
                <a:cubicBezTo>
                  <a:pt x="103808" y="27970"/>
                  <a:pt x="103635" y="28702"/>
                  <a:pt x="103635" y="29485"/>
                </a:cubicBezTo>
                <a:cubicBezTo>
                  <a:pt x="103635" y="30268"/>
                  <a:pt x="103787" y="30978"/>
                  <a:pt x="104091" y="31616"/>
                </a:cubicBezTo>
                <a:cubicBezTo>
                  <a:pt x="104396" y="32254"/>
                  <a:pt x="104961" y="32870"/>
                  <a:pt x="105787" y="33464"/>
                </a:cubicBezTo>
                <a:cubicBezTo>
                  <a:pt x="106613" y="34058"/>
                  <a:pt x="107766" y="34653"/>
                  <a:pt x="109244" y="35247"/>
                </a:cubicBezTo>
                <a:cubicBezTo>
                  <a:pt x="110723" y="35841"/>
                  <a:pt x="112651" y="36487"/>
                  <a:pt x="115028" y="37182"/>
                </a:cubicBezTo>
                <a:cubicBezTo>
                  <a:pt x="117609" y="37936"/>
                  <a:pt x="119783" y="38726"/>
                  <a:pt x="121552" y="39552"/>
                </a:cubicBezTo>
                <a:cubicBezTo>
                  <a:pt x="123320" y="40379"/>
                  <a:pt x="124755" y="41299"/>
                  <a:pt x="125857" y="42314"/>
                </a:cubicBezTo>
                <a:cubicBezTo>
                  <a:pt x="126959" y="43329"/>
                  <a:pt x="127749" y="44474"/>
                  <a:pt x="128227" y="45749"/>
                </a:cubicBezTo>
                <a:cubicBezTo>
                  <a:pt x="128705" y="47025"/>
                  <a:pt x="128945" y="48475"/>
                  <a:pt x="128945" y="50098"/>
                </a:cubicBezTo>
                <a:close/>
                <a:moveTo>
                  <a:pt x="178326" y="61362"/>
                </a:moveTo>
                <a:cubicBezTo>
                  <a:pt x="176616" y="61812"/>
                  <a:pt x="174847" y="62135"/>
                  <a:pt x="173021" y="62329"/>
                </a:cubicBezTo>
                <a:cubicBezTo>
                  <a:pt x="171194" y="62525"/>
                  <a:pt x="169339" y="62623"/>
                  <a:pt x="167454" y="62623"/>
                </a:cubicBezTo>
                <a:cubicBezTo>
                  <a:pt x="161975" y="62623"/>
                  <a:pt x="157887" y="61383"/>
                  <a:pt x="155190" y="58905"/>
                </a:cubicBezTo>
                <a:cubicBezTo>
                  <a:pt x="152494" y="56426"/>
                  <a:pt x="151146" y="52621"/>
                  <a:pt x="151146" y="47489"/>
                </a:cubicBezTo>
                <a:lnTo>
                  <a:pt x="151146" y="24701"/>
                </a:lnTo>
                <a:lnTo>
                  <a:pt x="138926" y="24701"/>
                </a:lnTo>
                <a:lnTo>
                  <a:pt x="138926" y="18352"/>
                </a:lnTo>
                <a:lnTo>
                  <a:pt x="151146" y="18352"/>
                </a:lnTo>
                <a:lnTo>
                  <a:pt x="151146" y="6311"/>
                </a:lnTo>
                <a:lnTo>
                  <a:pt x="158713" y="4349"/>
                </a:lnTo>
                <a:lnTo>
                  <a:pt x="158713" y="18352"/>
                </a:lnTo>
                <a:lnTo>
                  <a:pt x="178326" y="18352"/>
                </a:lnTo>
                <a:lnTo>
                  <a:pt x="178326" y="24701"/>
                </a:lnTo>
                <a:lnTo>
                  <a:pt x="158713" y="24701"/>
                </a:lnTo>
                <a:lnTo>
                  <a:pt x="158713" y="46880"/>
                </a:lnTo>
                <a:cubicBezTo>
                  <a:pt x="158713" y="50011"/>
                  <a:pt x="159546" y="52352"/>
                  <a:pt x="161214" y="53903"/>
                </a:cubicBezTo>
                <a:cubicBezTo>
                  <a:pt x="162881" y="55455"/>
                  <a:pt x="165338" y="56230"/>
                  <a:pt x="168585" y="56230"/>
                </a:cubicBezTo>
                <a:cubicBezTo>
                  <a:pt x="169976" y="56230"/>
                  <a:pt x="171498" y="56118"/>
                  <a:pt x="173151" y="55894"/>
                </a:cubicBezTo>
                <a:cubicBezTo>
                  <a:pt x="174804" y="55670"/>
                  <a:pt x="176529" y="55318"/>
                  <a:pt x="178326" y="54838"/>
                </a:cubicBezTo>
                <a:lnTo>
                  <a:pt x="178326" y="61362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[">
            <a:extLst xmlns:a="http://schemas.openxmlformats.org/drawingml/2006/main">
              <a:ext uri="{FF2B5EF4-FFF2-40B4-BE49-F238E27FC236}">
                <a16:creationId xmlns:a16="http://schemas.microsoft.com/office/drawing/2014/main" id="{1DF09D92-B2C5-443F-A923-36C38B93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762" y="4395840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0"/>
                </a:lnTo>
                <a:lnTo>
                  <a:pt x="21440" y="0"/>
                </a:lnTo>
                <a:lnTo>
                  <a:pt x="21440" y="6088"/>
                </a:lnTo>
                <a:lnTo>
                  <a:pt x="7219" y="6088"/>
                </a:lnTo>
                <a:lnTo>
                  <a:pt x="7219" y="74713"/>
                </a:lnTo>
                <a:lnTo>
                  <a:pt x="21440" y="74713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int">
            <a:extLst xmlns:a="http://schemas.openxmlformats.org/drawingml/2006/main">
              <a:ext uri="{FF2B5EF4-FFF2-40B4-BE49-F238E27FC236}">
                <a16:creationId xmlns:a16="http://schemas.microsoft.com/office/drawing/2014/main" id="{A0419DE0-C248-4214-AB8B-A1FBA453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011" y="4396797"/>
            <a:ext cx="132206" cy="62623"/>
          </a:xfrm>
          <a:custGeom xmlns:a="http://schemas.openxmlformats.org/drawingml/2006/main">
            <a:pathLst>
              <a:path w="132206" h="62623">
                <a:moveTo>
                  <a:pt x="14351" y="24614"/>
                </a:moveTo>
                <a:lnTo>
                  <a:pt x="1435" y="24614"/>
                </a:lnTo>
                <a:lnTo>
                  <a:pt x="1435" y="18352"/>
                </a:lnTo>
                <a:lnTo>
                  <a:pt x="22005" y="1835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24614"/>
                </a:lnTo>
                <a:moveTo>
                  <a:pt x="17004" y="0"/>
                </a:moveTo>
                <a:cubicBezTo>
                  <a:pt x="17845" y="0"/>
                  <a:pt x="18627" y="152"/>
                  <a:pt x="19352" y="457"/>
                </a:cubicBezTo>
                <a:cubicBezTo>
                  <a:pt x="20077" y="761"/>
                  <a:pt x="20708" y="1189"/>
                  <a:pt x="21244" y="1740"/>
                </a:cubicBezTo>
                <a:cubicBezTo>
                  <a:pt x="21780" y="2290"/>
                  <a:pt x="22201" y="2921"/>
                  <a:pt x="22505" y="3631"/>
                </a:cubicBezTo>
                <a:cubicBezTo>
                  <a:pt x="22810" y="4342"/>
                  <a:pt x="22962" y="5117"/>
                  <a:pt x="22962" y="5958"/>
                </a:cubicBezTo>
                <a:cubicBezTo>
                  <a:pt x="22962" y="6770"/>
                  <a:pt x="22810" y="7538"/>
                  <a:pt x="22505" y="8263"/>
                </a:cubicBezTo>
                <a:cubicBezTo>
                  <a:pt x="22201" y="8988"/>
                  <a:pt x="21780" y="9625"/>
                  <a:pt x="21244" y="10176"/>
                </a:cubicBezTo>
                <a:cubicBezTo>
                  <a:pt x="20708" y="10727"/>
                  <a:pt x="20077" y="11155"/>
                  <a:pt x="19352" y="11459"/>
                </a:cubicBezTo>
                <a:cubicBezTo>
                  <a:pt x="18627" y="11764"/>
                  <a:pt x="17845" y="11916"/>
                  <a:pt x="17004" y="11916"/>
                </a:cubicBezTo>
                <a:cubicBezTo>
                  <a:pt x="16163" y="11916"/>
                  <a:pt x="15380" y="11764"/>
                  <a:pt x="14655" y="11459"/>
                </a:cubicBezTo>
                <a:cubicBezTo>
                  <a:pt x="13931" y="11155"/>
                  <a:pt x="13300" y="10727"/>
                  <a:pt x="12764" y="10176"/>
                </a:cubicBezTo>
                <a:cubicBezTo>
                  <a:pt x="12227" y="9625"/>
                  <a:pt x="11807" y="8988"/>
                  <a:pt x="11503" y="8263"/>
                </a:cubicBezTo>
                <a:cubicBezTo>
                  <a:pt x="11198" y="7538"/>
                  <a:pt x="11046" y="6770"/>
                  <a:pt x="11046" y="5958"/>
                </a:cubicBezTo>
                <a:cubicBezTo>
                  <a:pt x="11046" y="5117"/>
                  <a:pt x="11198" y="4342"/>
                  <a:pt x="11503" y="3631"/>
                </a:cubicBezTo>
                <a:cubicBezTo>
                  <a:pt x="11807" y="2921"/>
                  <a:pt x="12227" y="2290"/>
                  <a:pt x="12764" y="1740"/>
                </a:cubicBezTo>
                <a:cubicBezTo>
                  <a:pt x="13300" y="1189"/>
                  <a:pt x="13931" y="761"/>
                  <a:pt x="14655" y="457"/>
                </a:cubicBezTo>
                <a:cubicBezTo>
                  <a:pt x="15380" y="152"/>
                  <a:pt x="16163" y="0"/>
                  <a:pt x="17004" y="0"/>
                </a:cubicBezTo>
                <a:close/>
                <a:moveTo>
                  <a:pt x="48251" y="18352"/>
                </a:moveTo>
                <a:lnTo>
                  <a:pt x="54992" y="18352"/>
                </a:lnTo>
                <a:lnTo>
                  <a:pt x="55296" y="25397"/>
                </a:lnTo>
                <a:cubicBezTo>
                  <a:pt x="56572" y="23889"/>
                  <a:pt x="57804" y="22636"/>
                  <a:pt x="58993" y="21635"/>
                </a:cubicBezTo>
                <a:cubicBezTo>
                  <a:pt x="60182" y="20635"/>
                  <a:pt x="61349" y="19831"/>
                  <a:pt x="62494" y="19222"/>
                </a:cubicBezTo>
                <a:cubicBezTo>
                  <a:pt x="63639" y="18613"/>
                  <a:pt x="64806" y="18185"/>
                  <a:pt x="65995" y="17939"/>
                </a:cubicBezTo>
                <a:cubicBezTo>
                  <a:pt x="67183" y="17692"/>
                  <a:pt x="68415" y="17569"/>
                  <a:pt x="69691" y="17569"/>
                </a:cubicBezTo>
                <a:cubicBezTo>
                  <a:pt x="74185" y="17569"/>
                  <a:pt x="77584" y="18896"/>
                  <a:pt x="79889" y="21548"/>
                </a:cubicBezTo>
                <a:cubicBezTo>
                  <a:pt x="82194" y="24201"/>
                  <a:pt x="83346" y="28195"/>
                  <a:pt x="83346" y="33529"/>
                </a:cubicBezTo>
                <a:lnTo>
                  <a:pt x="83346" y="62014"/>
                </a:lnTo>
                <a:lnTo>
                  <a:pt x="75779" y="62014"/>
                </a:lnTo>
                <a:lnTo>
                  <a:pt x="75779" y="34138"/>
                </a:lnTo>
                <a:cubicBezTo>
                  <a:pt x="75779" y="30717"/>
                  <a:pt x="75142" y="28188"/>
                  <a:pt x="73866" y="26549"/>
                </a:cubicBezTo>
                <a:cubicBezTo>
                  <a:pt x="72590" y="24911"/>
                  <a:pt x="70691" y="24092"/>
                  <a:pt x="68169" y="24092"/>
                </a:cubicBezTo>
                <a:cubicBezTo>
                  <a:pt x="67241" y="24092"/>
                  <a:pt x="66335" y="24230"/>
                  <a:pt x="65451" y="24506"/>
                </a:cubicBezTo>
                <a:cubicBezTo>
                  <a:pt x="64567" y="24781"/>
                  <a:pt x="63646" y="25259"/>
                  <a:pt x="62689" y="25941"/>
                </a:cubicBezTo>
                <a:cubicBezTo>
                  <a:pt x="61733" y="26622"/>
                  <a:pt x="60696" y="27542"/>
                  <a:pt x="59580" y="28702"/>
                </a:cubicBezTo>
                <a:cubicBezTo>
                  <a:pt x="58464" y="29862"/>
                  <a:pt x="57210" y="31311"/>
                  <a:pt x="55818" y="33051"/>
                </a:cubicBezTo>
                <a:lnTo>
                  <a:pt x="55818" y="62014"/>
                </a:lnTo>
                <a:lnTo>
                  <a:pt x="48251" y="62014"/>
                </a:lnTo>
                <a:lnTo>
                  <a:pt x="48251" y="18352"/>
                </a:lnTo>
                <a:close/>
                <a:moveTo>
                  <a:pt x="132206" y="61362"/>
                </a:moveTo>
                <a:cubicBezTo>
                  <a:pt x="130496" y="61812"/>
                  <a:pt x="128727" y="62135"/>
                  <a:pt x="126901" y="62329"/>
                </a:cubicBezTo>
                <a:cubicBezTo>
                  <a:pt x="125074" y="62525"/>
                  <a:pt x="123219" y="62623"/>
                  <a:pt x="121334" y="62623"/>
                </a:cubicBezTo>
                <a:cubicBezTo>
                  <a:pt x="115855" y="62623"/>
                  <a:pt x="111767" y="61383"/>
                  <a:pt x="109071" y="58905"/>
                </a:cubicBezTo>
                <a:cubicBezTo>
                  <a:pt x="106374" y="56426"/>
                  <a:pt x="105026" y="52621"/>
                  <a:pt x="105026" y="47489"/>
                </a:cubicBezTo>
                <a:lnTo>
                  <a:pt x="105026" y="24701"/>
                </a:lnTo>
                <a:lnTo>
                  <a:pt x="92806" y="24701"/>
                </a:lnTo>
                <a:lnTo>
                  <a:pt x="92806" y="18352"/>
                </a:lnTo>
                <a:lnTo>
                  <a:pt x="105026" y="18352"/>
                </a:lnTo>
                <a:lnTo>
                  <a:pt x="105026" y="6311"/>
                </a:lnTo>
                <a:lnTo>
                  <a:pt x="112593" y="4349"/>
                </a:lnTo>
                <a:lnTo>
                  <a:pt x="112593" y="18352"/>
                </a:lnTo>
                <a:lnTo>
                  <a:pt x="132206" y="18352"/>
                </a:lnTo>
                <a:lnTo>
                  <a:pt x="132206" y="24701"/>
                </a:lnTo>
                <a:lnTo>
                  <a:pt x="112593" y="24701"/>
                </a:lnTo>
                <a:lnTo>
                  <a:pt x="112593" y="46880"/>
                </a:lnTo>
                <a:cubicBezTo>
                  <a:pt x="112593" y="50011"/>
                  <a:pt x="113427" y="52352"/>
                  <a:pt x="115094" y="53903"/>
                </a:cubicBezTo>
                <a:cubicBezTo>
                  <a:pt x="116761" y="55455"/>
                  <a:pt x="119218" y="56230"/>
                  <a:pt x="122465" y="56230"/>
                </a:cubicBezTo>
                <a:cubicBezTo>
                  <a:pt x="123856" y="56230"/>
                  <a:pt x="125379" y="56118"/>
                  <a:pt x="127031" y="55894"/>
                </a:cubicBezTo>
                <a:cubicBezTo>
                  <a:pt x="128684" y="55670"/>
                  <a:pt x="130409" y="55318"/>
                  <a:pt x="132206" y="54838"/>
                </a:cubicBezTo>
                <a:lnTo>
                  <a:pt x="132206" y="61362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]">
            <a:extLst xmlns:a="http://schemas.openxmlformats.org/drawingml/2006/main">
              <a:ext uri="{FF2B5EF4-FFF2-40B4-BE49-F238E27FC236}">
                <a16:creationId xmlns:a16="http://schemas.microsoft.com/office/drawing/2014/main" id="{770D3A9C-B500-406B-8745-A22EF59E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375" y="4395840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74713"/>
                </a:lnTo>
                <a:lnTo>
                  <a:pt x="14134" y="74713"/>
                </a:lnTo>
                <a:lnTo>
                  <a:pt x="14134" y="6088"/>
                </a:lnTo>
                <a:lnTo>
                  <a:pt x="0" y="6088"/>
                </a:lnTo>
                <a:lnTo>
                  <a:pt x="0" y="0"/>
                </a:lnTo>
                <a:lnTo>
                  <a:pt x="21440" y="0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,">
            <a:extLst xmlns:a="http://schemas.openxmlformats.org/drawingml/2006/main">
              <a:ext uri="{FF2B5EF4-FFF2-40B4-BE49-F238E27FC236}">
                <a16:creationId xmlns:a16="http://schemas.microsoft.com/office/drawing/2014/main" id="{8389CBDC-B524-42DA-9A83-98B69E9A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974" y="4444764"/>
            <a:ext cx="21005" cy="28920"/>
          </a:xfrm>
          <a:custGeom xmlns:a="http://schemas.openxmlformats.org/drawingml/2006/main">
            <a:pathLst>
              <a:path w="21005" h="28920">
                <a:moveTo>
                  <a:pt x="0" y="22962"/>
                </a:moveTo>
                <a:cubicBezTo>
                  <a:pt x="1479" y="23020"/>
                  <a:pt x="2914" y="22888"/>
                  <a:pt x="4305" y="22568"/>
                </a:cubicBezTo>
                <a:cubicBezTo>
                  <a:pt x="5697" y="22248"/>
                  <a:pt x="6922" y="21774"/>
                  <a:pt x="7980" y="21147"/>
                </a:cubicBezTo>
                <a:cubicBezTo>
                  <a:pt x="9038" y="20521"/>
                  <a:pt x="9886" y="19742"/>
                  <a:pt x="10524" y="18810"/>
                </a:cubicBezTo>
                <a:cubicBezTo>
                  <a:pt x="11162" y="17879"/>
                  <a:pt x="11481" y="16815"/>
                  <a:pt x="11481" y="15620"/>
                </a:cubicBezTo>
                <a:cubicBezTo>
                  <a:pt x="11481" y="14397"/>
                  <a:pt x="11271" y="13409"/>
                  <a:pt x="10850" y="12655"/>
                </a:cubicBezTo>
                <a:cubicBezTo>
                  <a:pt x="10430" y="11901"/>
                  <a:pt x="9959" y="11205"/>
                  <a:pt x="9437" y="10568"/>
                </a:cubicBezTo>
                <a:cubicBezTo>
                  <a:pt x="8915" y="9930"/>
                  <a:pt x="8444" y="9248"/>
                  <a:pt x="8024" y="8524"/>
                </a:cubicBezTo>
                <a:cubicBezTo>
                  <a:pt x="7603" y="7799"/>
                  <a:pt x="7393" y="6828"/>
                  <a:pt x="7393" y="5610"/>
                </a:cubicBezTo>
                <a:cubicBezTo>
                  <a:pt x="7393" y="5001"/>
                  <a:pt x="7509" y="4363"/>
                  <a:pt x="7741" y="3696"/>
                </a:cubicBezTo>
                <a:cubicBezTo>
                  <a:pt x="7973" y="3030"/>
                  <a:pt x="8328" y="2421"/>
                  <a:pt x="8806" y="1870"/>
                </a:cubicBezTo>
                <a:cubicBezTo>
                  <a:pt x="9285" y="1319"/>
                  <a:pt x="9894" y="870"/>
                  <a:pt x="10633" y="522"/>
                </a:cubicBezTo>
                <a:cubicBezTo>
                  <a:pt x="11372" y="174"/>
                  <a:pt x="12249" y="0"/>
                  <a:pt x="13264" y="0"/>
                </a:cubicBezTo>
                <a:cubicBezTo>
                  <a:pt x="14279" y="0"/>
                  <a:pt x="15257" y="211"/>
                  <a:pt x="16199" y="632"/>
                </a:cubicBezTo>
                <a:cubicBezTo>
                  <a:pt x="17142" y="1052"/>
                  <a:pt x="17968" y="1698"/>
                  <a:pt x="18678" y="2570"/>
                </a:cubicBezTo>
                <a:cubicBezTo>
                  <a:pt x="19388" y="3441"/>
                  <a:pt x="19954" y="4530"/>
                  <a:pt x="20374" y="5837"/>
                </a:cubicBezTo>
                <a:cubicBezTo>
                  <a:pt x="20795" y="7143"/>
                  <a:pt x="21005" y="8682"/>
                  <a:pt x="21005" y="10453"/>
                </a:cubicBezTo>
                <a:cubicBezTo>
                  <a:pt x="21005" y="12863"/>
                  <a:pt x="20563" y="15179"/>
                  <a:pt x="19678" y="17399"/>
                </a:cubicBezTo>
                <a:cubicBezTo>
                  <a:pt x="18794" y="19621"/>
                  <a:pt x="17475" y="21588"/>
                  <a:pt x="15721" y="23301"/>
                </a:cubicBezTo>
                <a:cubicBezTo>
                  <a:pt x="13967" y="25015"/>
                  <a:pt x="11778" y="26379"/>
                  <a:pt x="9154" y="27395"/>
                </a:cubicBezTo>
                <a:cubicBezTo>
                  <a:pt x="6530" y="28411"/>
                  <a:pt x="3479" y="28920"/>
                  <a:pt x="0" y="28920"/>
                </a:cubicBezTo>
                <a:lnTo>
                  <a:pt x="0" y="22962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action_mask">
            <a:extLst xmlns:a="http://schemas.openxmlformats.org/drawingml/2006/main">
              <a:ext uri="{FF2B5EF4-FFF2-40B4-BE49-F238E27FC236}">
                <a16:creationId xmlns:a16="http://schemas.microsoft.com/office/drawing/2014/main" id="{3A9F9DCA-5266-4F9B-A3E9-AC0BF8A8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740" y="4502826"/>
            <a:ext cx="528175" cy="79844"/>
          </a:xfrm>
          <a:custGeom xmlns:a="http://schemas.openxmlformats.org/drawingml/2006/main">
            <a:pathLst>
              <a:path w="528175" h="79844">
                <a:moveTo>
                  <a:pt x="25049" y="17830"/>
                </a:moveTo>
                <a:cubicBezTo>
                  <a:pt x="26934" y="17830"/>
                  <a:pt x="28731" y="17953"/>
                  <a:pt x="30442" y="18200"/>
                </a:cubicBezTo>
                <a:cubicBezTo>
                  <a:pt x="32152" y="18446"/>
                  <a:pt x="33790" y="18801"/>
                  <a:pt x="35356" y="19265"/>
                </a:cubicBezTo>
                <a:lnTo>
                  <a:pt x="42227" y="17569"/>
                </a:lnTo>
                <a:lnTo>
                  <a:pt x="37313" y="41966"/>
                </a:lnTo>
                <a:cubicBezTo>
                  <a:pt x="37197" y="42517"/>
                  <a:pt x="37074" y="43242"/>
                  <a:pt x="36943" y="44140"/>
                </a:cubicBezTo>
                <a:cubicBezTo>
                  <a:pt x="36813" y="45039"/>
                  <a:pt x="36660" y="46250"/>
                  <a:pt x="36487" y="47772"/>
                </a:cubicBezTo>
                <a:cubicBezTo>
                  <a:pt x="36313" y="49294"/>
                  <a:pt x="36095" y="51207"/>
                  <a:pt x="35834" y="53512"/>
                </a:cubicBezTo>
                <a:cubicBezTo>
                  <a:pt x="35573" y="55817"/>
                  <a:pt x="35269" y="58651"/>
                  <a:pt x="34921" y="62014"/>
                </a:cubicBezTo>
                <a:lnTo>
                  <a:pt x="27789" y="62014"/>
                </a:lnTo>
                <a:lnTo>
                  <a:pt x="28876" y="51968"/>
                </a:lnTo>
                <a:cubicBezTo>
                  <a:pt x="26876" y="55447"/>
                  <a:pt x="24448" y="58122"/>
                  <a:pt x="21592" y="59992"/>
                </a:cubicBezTo>
                <a:cubicBezTo>
                  <a:pt x="18736" y="61862"/>
                  <a:pt x="15641" y="62797"/>
                  <a:pt x="12307" y="62797"/>
                </a:cubicBezTo>
                <a:cubicBezTo>
                  <a:pt x="10220" y="62797"/>
                  <a:pt x="8400" y="62449"/>
                  <a:pt x="6849" y="61753"/>
                </a:cubicBezTo>
                <a:cubicBezTo>
                  <a:pt x="5298" y="61057"/>
                  <a:pt x="4015" y="60064"/>
                  <a:pt x="3001" y="58774"/>
                </a:cubicBezTo>
                <a:cubicBezTo>
                  <a:pt x="1986" y="57484"/>
                  <a:pt x="1232" y="55940"/>
                  <a:pt x="739" y="54143"/>
                </a:cubicBezTo>
                <a:cubicBezTo>
                  <a:pt x="246" y="52345"/>
                  <a:pt x="0" y="50345"/>
                  <a:pt x="0" y="48141"/>
                </a:cubicBezTo>
                <a:cubicBezTo>
                  <a:pt x="0" y="43966"/>
                  <a:pt x="544" y="40045"/>
                  <a:pt x="1631" y="36378"/>
                </a:cubicBezTo>
                <a:cubicBezTo>
                  <a:pt x="2718" y="32710"/>
                  <a:pt x="4320" y="29499"/>
                  <a:pt x="6436" y="26745"/>
                </a:cubicBezTo>
                <a:cubicBezTo>
                  <a:pt x="8553" y="23991"/>
                  <a:pt x="11169" y="21817"/>
                  <a:pt x="14286" y="20222"/>
                </a:cubicBezTo>
                <a:cubicBezTo>
                  <a:pt x="17402" y="18627"/>
                  <a:pt x="20990" y="17830"/>
                  <a:pt x="25049" y="17830"/>
                </a:cubicBezTo>
                <a:moveTo>
                  <a:pt x="7654" y="47402"/>
                </a:moveTo>
                <a:cubicBezTo>
                  <a:pt x="7654" y="50156"/>
                  <a:pt x="8132" y="52316"/>
                  <a:pt x="9089" y="53882"/>
                </a:cubicBezTo>
                <a:cubicBezTo>
                  <a:pt x="10046" y="55447"/>
                  <a:pt x="11597" y="56230"/>
                  <a:pt x="13742" y="56230"/>
                </a:cubicBezTo>
                <a:cubicBezTo>
                  <a:pt x="14989" y="56230"/>
                  <a:pt x="16236" y="55940"/>
                  <a:pt x="17482" y="55360"/>
                </a:cubicBezTo>
                <a:cubicBezTo>
                  <a:pt x="18729" y="54781"/>
                  <a:pt x="19947" y="53983"/>
                  <a:pt x="21135" y="52968"/>
                </a:cubicBezTo>
                <a:cubicBezTo>
                  <a:pt x="22324" y="51954"/>
                  <a:pt x="23447" y="50758"/>
                  <a:pt x="24506" y="49381"/>
                </a:cubicBezTo>
                <a:cubicBezTo>
                  <a:pt x="25564" y="48004"/>
                  <a:pt x="26535" y="46525"/>
                  <a:pt x="27419" y="44945"/>
                </a:cubicBezTo>
                <a:cubicBezTo>
                  <a:pt x="28304" y="43365"/>
                  <a:pt x="29065" y="41712"/>
                  <a:pt x="29702" y="39987"/>
                </a:cubicBezTo>
                <a:cubicBezTo>
                  <a:pt x="30340" y="38262"/>
                  <a:pt x="30833" y="36544"/>
                  <a:pt x="31181" y="34834"/>
                </a:cubicBezTo>
                <a:lnTo>
                  <a:pt x="32964" y="25875"/>
                </a:lnTo>
                <a:cubicBezTo>
                  <a:pt x="31601" y="25296"/>
                  <a:pt x="30202" y="24839"/>
                  <a:pt x="28767" y="24506"/>
                </a:cubicBezTo>
                <a:cubicBezTo>
                  <a:pt x="27332" y="24172"/>
                  <a:pt x="26006" y="24005"/>
                  <a:pt x="24788" y="24005"/>
                </a:cubicBezTo>
                <a:cubicBezTo>
                  <a:pt x="22411" y="24005"/>
                  <a:pt x="20338" y="24411"/>
                  <a:pt x="18569" y="25223"/>
                </a:cubicBezTo>
                <a:cubicBezTo>
                  <a:pt x="16801" y="26035"/>
                  <a:pt x="15279" y="27093"/>
                  <a:pt x="14003" y="28398"/>
                </a:cubicBezTo>
                <a:cubicBezTo>
                  <a:pt x="12728" y="29702"/>
                  <a:pt x="11684" y="31188"/>
                  <a:pt x="10872" y="32855"/>
                </a:cubicBezTo>
                <a:cubicBezTo>
                  <a:pt x="10060" y="34522"/>
                  <a:pt x="9415" y="36226"/>
                  <a:pt x="8937" y="37965"/>
                </a:cubicBezTo>
                <a:cubicBezTo>
                  <a:pt x="8458" y="39705"/>
                  <a:pt x="8125" y="41401"/>
                  <a:pt x="7937" y="43053"/>
                </a:cubicBezTo>
                <a:cubicBezTo>
                  <a:pt x="7748" y="44706"/>
                  <a:pt x="7654" y="46155"/>
                  <a:pt x="7654" y="47402"/>
                </a:cubicBezTo>
                <a:close/>
                <a:moveTo>
                  <a:pt x="82172" y="60188"/>
                </a:moveTo>
                <a:cubicBezTo>
                  <a:pt x="79736" y="61044"/>
                  <a:pt x="77475" y="61663"/>
                  <a:pt x="75388" y="62047"/>
                </a:cubicBezTo>
                <a:cubicBezTo>
                  <a:pt x="73300" y="62431"/>
                  <a:pt x="71169" y="62623"/>
                  <a:pt x="68995" y="62623"/>
                </a:cubicBezTo>
                <a:cubicBezTo>
                  <a:pt x="63197" y="62623"/>
                  <a:pt x="58732" y="61282"/>
                  <a:pt x="55601" y="58600"/>
                </a:cubicBezTo>
                <a:cubicBezTo>
                  <a:pt x="52469" y="55918"/>
                  <a:pt x="50904" y="51896"/>
                  <a:pt x="50904" y="46532"/>
                </a:cubicBezTo>
                <a:cubicBezTo>
                  <a:pt x="50904" y="42125"/>
                  <a:pt x="51600" y="38146"/>
                  <a:pt x="52991" y="34595"/>
                </a:cubicBezTo>
                <a:cubicBezTo>
                  <a:pt x="54383" y="31043"/>
                  <a:pt x="56282" y="28021"/>
                  <a:pt x="58688" y="25528"/>
                </a:cubicBezTo>
                <a:cubicBezTo>
                  <a:pt x="61095" y="23034"/>
                  <a:pt x="63907" y="21113"/>
                  <a:pt x="67125" y="19765"/>
                </a:cubicBezTo>
                <a:cubicBezTo>
                  <a:pt x="70343" y="18417"/>
                  <a:pt x="73764" y="17743"/>
                  <a:pt x="77388" y="17743"/>
                </a:cubicBezTo>
                <a:cubicBezTo>
                  <a:pt x="79476" y="17743"/>
                  <a:pt x="81570" y="17906"/>
                  <a:pt x="83672" y="18232"/>
                </a:cubicBezTo>
                <a:cubicBezTo>
                  <a:pt x="85774" y="18558"/>
                  <a:pt x="87767" y="19090"/>
                  <a:pt x="89652" y="19831"/>
                </a:cubicBezTo>
                <a:lnTo>
                  <a:pt x="88304" y="26702"/>
                </a:lnTo>
                <a:cubicBezTo>
                  <a:pt x="86709" y="25934"/>
                  <a:pt x="84897" y="25322"/>
                  <a:pt x="82868" y="24866"/>
                </a:cubicBezTo>
                <a:cubicBezTo>
                  <a:pt x="80838" y="24408"/>
                  <a:pt x="78881" y="24179"/>
                  <a:pt x="76997" y="24179"/>
                </a:cubicBezTo>
                <a:cubicBezTo>
                  <a:pt x="74069" y="24179"/>
                  <a:pt x="71481" y="24788"/>
                  <a:pt x="69234" y="26006"/>
                </a:cubicBezTo>
                <a:cubicBezTo>
                  <a:pt x="66987" y="27224"/>
                  <a:pt x="65095" y="28840"/>
                  <a:pt x="63559" y="30855"/>
                </a:cubicBezTo>
                <a:cubicBezTo>
                  <a:pt x="62022" y="32870"/>
                  <a:pt x="60855" y="35160"/>
                  <a:pt x="60058" y="37726"/>
                </a:cubicBezTo>
                <a:cubicBezTo>
                  <a:pt x="59261" y="40292"/>
                  <a:pt x="58862" y="42923"/>
                  <a:pt x="58862" y="45619"/>
                </a:cubicBezTo>
                <a:cubicBezTo>
                  <a:pt x="58862" y="49156"/>
                  <a:pt x="59819" y="51809"/>
                  <a:pt x="61732" y="53577"/>
                </a:cubicBezTo>
                <a:cubicBezTo>
                  <a:pt x="63646" y="55346"/>
                  <a:pt x="66458" y="56230"/>
                  <a:pt x="70169" y="56230"/>
                </a:cubicBezTo>
                <a:cubicBezTo>
                  <a:pt x="72083" y="56230"/>
                  <a:pt x="74090" y="56024"/>
                  <a:pt x="76192" y="55610"/>
                </a:cubicBezTo>
                <a:cubicBezTo>
                  <a:pt x="78294" y="55197"/>
                  <a:pt x="80287" y="54592"/>
                  <a:pt x="82172" y="53795"/>
                </a:cubicBezTo>
                <a:lnTo>
                  <a:pt x="82172" y="60188"/>
                </a:lnTo>
                <a:close/>
                <a:moveTo>
                  <a:pt x="132032" y="61398"/>
                </a:moveTo>
                <a:cubicBezTo>
                  <a:pt x="130206" y="61836"/>
                  <a:pt x="128401" y="62149"/>
                  <a:pt x="126618" y="62339"/>
                </a:cubicBezTo>
                <a:cubicBezTo>
                  <a:pt x="124835" y="62528"/>
                  <a:pt x="123248" y="62623"/>
                  <a:pt x="121856" y="62623"/>
                </a:cubicBezTo>
                <a:cubicBezTo>
                  <a:pt x="118899" y="62623"/>
                  <a:pt x="116369" y="62297"/>
                  <a:pt x="114267" y="61644"/>
                </a:cubicBezTo>
                <a:cubicBezTo>
                  <a:pt x="112165" y="60992"/>
                  <a:pt x="110506" y="59956"/>
                  <a:pt x="109288" y="58535"/>
                </a:cubicBezTo>
                <a:cubicBezTo>
                  <a:pt x="108070" y="57114"/>
                  <a:pt x="107309" y="55281"/>
                  <a:pt x="107005" y="53034"/>
                </a:cubicBezTo>
                <a:cubicBezTo>
                  <a:pt x="106700" y="50787"/>
                  <a:pt x="106882" y="48054"/>
                  <a:pt x="107548" y="44836"/>
                </a:cubicBezTo>
                <a:lnTo>
                  <a:pt x="111549" y="24701"/>
                </a:lnTo>
                <a:lnTo>
                  <a:pt x="99329" y="24701"/>
                </a:lnTo>
                <a:lnTo>
                  <a:pt x="100590" y="18352"/>
                </a:lnTo>
                <a:lnTo>
                  <a:pt x="112767" y="18352"/>
                </a:lnTo>
                <a:lnTo>
                  <a:pt x="115202" y="6311"/>
                </a:lnTo>
                <a:lnTo>
                  <a:pt x="123204" y="4349"/>
                </a:lnTo>
                <a:lnTo>
                  <a:pt x="120334" y="18352"/>
                </a:lnTo>
                <a:lnTo>
                  <a:pt x="139947" y="18352"/>
                </a:lnTo>
                <a:lnTo>
                  <a:pt x="138686" y="24701"/>
                </a:lnTo>
                <a:lnTo>
                  <a:pt x="119116" y="24701"/>
                </a:lnTo>
                <a:lnTo>
                  <a:pt x="115028" y="45097"/>
                </a:lnTo>
                <a:cubicBezTo>
                  <a:pt x="114623" y="47098"/>
                  <a:pt x="114463" y="48801"/>
                  <a:pt x="114550" y="50207"/>
                </a:cubicBezTo>
                <a:cubicBezTo>
                  <a:pt x="114637" y="51613"/>
                  <a:pt x="114985" y="52766"/>
                  <a:pt x="115594" y="53664"/>
                </a:cubicBezTo>
                <a:cubicBezTo>
                  <a:pt x="116203" y="54563"/>
                  <a:pt x="117087" y="55215"/>
                  <a:pt x="118247" y="55621"/>
                </a:cubicBezTo>
                <a:cubicBezTo>
                  <a:pt x="119406" y="56027"/>
                  <a:pt x="120885" y="56230"/>
                  <a:pt x="122682" y="56230"/>
                </a:cubicBezTo>
                <a:cubicBezTo>
                  <a:pt x="123755" y="56230"/>
                  <a:pt x="125103" y="56118"/>
                  <a:pt x="126727" y="55894"/>
                </a:cubicBezTo>
                <a:cubicBezTo>
                  <a:pt x="128350" y="55670"/>
                  <a:pt x="130119" y="55318"/>
                  <a:pt x="132032" y="54838"/>
                </a:cubicBezTo>
                <a:lnTo>
                  <a:pt x="132032" y="61398"/>
                </a:lnTo>
                <a:close/>
                <a:moveTo>
                  <a:pt x="165933" y="6219"/>
                </a:moveTo>
                <a:cubicBezTo>
                  <a:pt x="165933" y="5320"/>
                  <a:pt x="166092" y="4494"/>
                  <a:pt x="166411" y="3740"/>
                </a:cubicBezTo>
                <a:cubicBezTo>
                  <a:pt x="166730" y="2986"/>
                  <a:pt x="167172" y="2334"/>
                  <a:pt x="167737" y="1783"/>
                </a:cubicBezTo>
                <a:cubicBezTo>
                  <a:pt x="168303" y="1232"/>
                  <a:pt x="168962" y="797"/>
                  <a:pt x="169716" y="478"/>
                </a:cubicBezTo>
                <a:cubicBezTo>
                  <a:pt x="170470" y="159"/>
                  <a:pt x="171282" y="0"/>
                  <a:pt x="172151" y="0"/>
                </a:cubicBezTo>
                <a:cubicBezTo>
                  <a:pt x="172992" y="0"/>
                  <a:pt x="173760" y="152"/>
                  <a:pt x="174456" y="457"/>
                </a:cubicBezTo>
                <a:cubicBezTo>
                  <a:pt x="175152" y="761"/>
                  <a:pt x="175754" y="1167"/>
                  <a:pt x="176261" y="1674"/>
                </a:cubicBezTo>
                <a:cubicBezTo>
                  <a:pt x="176768" y="2182"/>
                  <a:pt x="177160" y="2783"/>
                  <a:pt x="177435" y="3479"/>
                </a:cubicBezTo>
                <a:cubicBezTo>
                  <a:pt x="177711" y="4175"/>
                  <a:pt x="177848" y="4914"/>
                  <a:pt x="177848" y="5697"/>
                </a:cubicBezTo>
                <a:cubicBezTo>
                  <a:pt x="177848" y="6596"/>
                  <a:pt x="177689" y="7422"/>
                  <a:pt x="177370" y="8176"/>
                </a:cubicBezTo>
                <a:cubicBezTo>
                  <a:pt x="177051" y="8930"/>
                  <a:pt x="176609" y="9582"/>
                  <a:pt x="176044" y="10133"/>
                </a:cubicBezTo>
                <a:cubicBezTo>
                  <a:pt x="175478" y="10684"/>
                  <a:pt x="174819" y="11118"/>
                  <a:pt x="174065" y="11437"/>
                </a:cubicBezTo>
                <a:cubicBezTo>
                  <a:pt x="173311" y="11756"/>
                  <a:pt x="172499" y="11916"/>
                  <a:pt x="171630" y="11916"/>
                </a:cubicBezTo>
                <a:cubicBezTo>
                  <a:pt x="170789" y="11916"/>
                  <a:pt x="170013" y="11764"/>
                  <a:pt x="169303" y="11459"/>
                </a:cubicBezTo>
                <a:cubicBezTo>
                  <a:pt x="168593" y="11155"/>
                  <a:pt x="167991" y="10749"/>
                  <a:pt x="167498" y="10241"/>
                </a:cubicBezTo>
                <a:cubicBezTo>
                  <a:pt x="167005" y="9734"/>
                  <a:pt x="166621" y="9133"/>
                  <a:pt x="166346" y="8437"/>
                </a:cubicBezTo>
                <a:cubicBezTo>
                  <a:pt x="166070" y="7741"/>
                  <a:pt x="165933" y="7002"/>
                  <a:pt x="165933" y="6219"/>
                </a:cubicBezTo>
                <a:moveTo>
                  <a:pt x="183893" y="59274"/>
                </a:moveTo>
                <a:cubicBezTo>
                  <a:pt x="181893" y="60376"/>
                  <a:pt x="179784" y="61238"/>
                  <a:pt x="177566" y="61862"/>
                </a:cubicBezTo>
                <a:cubicBezTo>
                  <a:pt x="175348" y="62485"/>
                  <a:pt x="172978" y="62797"/>
                  <a:pt x="170455" y="62797"/>
                </a:cubicBezTo>
                <a:cubicBezTo>
                  <a:pt x="168397" y="62797"/>
                  <a:pt x="166672" y="62507"/>
                  <a:pt x="165280" y="61927"/>
                </a:cubicBezTo>
                <a:cubicBezTo>
                  <a:pt x="163889" y="61347"/>
                  <a:pt x="162823" y="60427"/>
                  <a:pt x="162084" y="59166"/>
                </a:cubicBezTo>
                <a:cubicBezTo>
                  <a:pt x="161345" y="57904"/>
                  <a:pt x="160931" y="56288"/>
                  <a:pt x="160844" y="54317"/>
                </a:cubicBezTo>
                <a:cubicBezTo>
                  <a:pt x="160757" y="52345"/>
                  <a:pt x="160989" y="49953"/>
                  <a:pt x="161540" y="47141"/>
                </a:cubicBezTo>
                <a:lnTo>
                  <a:pt x="164497" y="32529"/>
                </a:lnTo>
                <a:cubicBezTo>
                  <a:pt x="164845" y="30877"/>
                  <a:pt x="165012" y="29492"/>
                  <a:pt x="164998" y="28376"/>
                </a:cubicBezTo>
                <a:cubicBezTo>
                  <a:pt x="164983" y="27260"/>
                  <a:pt x="164831" y="26368"/>
                  <a:pt x="164541" y="25701"/>
                </a:cubicBezTo>
                <a:cubicBezTo>
                  <a:pt x="164251" y="25035"/>
                  <a:pt x="163823" y="24564"/>
                  <a:pt x="163258" y="24288"/>
                </a:cubicBezTo>
                <a:cubicBezTo>
                  <a:pt x="162693" y="24013"/>
                  <a:pt x="162033" y="23875"/>
                  <a:pt x="161279" y="23875"/>
                </a:cubicBezTo>
                <a:cubicBezTo>
                  <a:pt x="159308" y="23875"/>
                  <a:pt x="157365" y="24264"/>
                  <a:pt x="155452" y="25041"/>
                </a:cubicBezTo>
                <a:cubicBezTo>
                  <a:pt x="153538" y="25817"/>
                  <a:pt x="151596" y="26762"/>
                  <a:pt x="149625" y="27876"/>
                </a:cubicBezTo>
                <a:lnTo>
                  <a:pt x="149625" y="21179"/>
                </a:lnTo>
                <a:cubicBezTo>
                  <a:pt x="151625" y="20063"/>
                  <a:pt x="153734" y="19183"/>
                  <a:pt x="155952" y="18538"/>
                </a:cubicBezTo>
                <a:cubicBezTo>
                  <a:pt x="158170" y="17892"/>
                  <a:pt x="160540" y="17569"/>
                  <a:pt x="163062" y="17569"/>
                </a:cubicBezTo>
                <a:cubicBezTo>
                  <a:pt x="165121" y="17569"/>
                  <a:pt x="166846" y="17859"/>
                  <a:pt x="168237" y="18439"/>
                </a:cubicBezTo>
                <a:cubicBezTo>
                  <a:pt x="169629" y="19019"/>
                  <a:pt x="170695" y="19939"/>
                  <a:pt x="171434" y="21200"/>
                </a:cubicBezTo>
                <a:cubicBezTo>
                  <a:pt x="172173" y="22462"/>
                  <a:pt x="172586" y="24078"/>
                  <a:pt x="172673" y="26049"/>
                </a:cubicBezTo>
                <a:cubicBezTo>
                  <a:pt x="172760" y="28021"/>
                  <a:pt x="172528" y="30413"/>
                  <a:pt x="171977" y="33225"/>
                </a:cubicBezTo>
                <a:lnTo>
                  <a:pt x="169020" y="47837"/>
                </a:lnTo>
                <a:cubicBezTo>
                  <a:pt x="168701" y="49518"/>
                  <a:pt x="168542" y="50910"/>
                  <a:pt x="168542" y="52012"/>
                </a:cubicBezTo>
                <a:cubicBezTo>
                  <a:pt x="168542" y="53113"/>
                  <a:pt x="168694" y="53998"/>
                  <a:pt x="168998" y="54665"/>
                </a:cubicBezTo>
                <a:cubicBezTo>
                  <a:pt x="169303" y="55331"/>
                  <a:pt x="169731" y="55802"/>
                  <a:pt x="170281" y="56078"/>
                </a:cubicBezTo>
                <a:cubicBezTo>
                  <a:pt x="170832" y="56353"/>
                  <a:pt x="171485" y="56491"/>
                  <a:pt x="172238" y="56491"/>
                </a:cubicBezTo>
                <a:cubicBezTo>
                  <a:pt x="174210" y="56491"/>
                  <a:pt x="176152" y="56107"/>
                  <a:pt x="178066" y="55339"/>
                </a:cubicBezTo>
                <a:cubicBezTo>
                  <a:pt x="179979" y="54570"/>
                  <a:pt x="181922" y="53650"/>
                  <a:pt x="183893" y="52577"/>
                </a:cubicBezTo>
                <a:lnTo>
                  <a:pt x="183893" y="59274"/>
                </a:lnTo>
                <a:close/>
                <a:moveTo>
                  <a:pt x="211139" y="62797"/>
                </a:moveTo>
                <a:cubicBezTo>
                  <a:pt x="205921" y="62797"/>
                  <a:pt x="201855" y="61456"/>
                  <a:pt x="198941" y="58774"/>
                </a:cubicBezTo>
                <a:cubicBezTo>
                  <a:pt x="196027" y="56092"/>
                  <a:pt x="194571" y="52070"/>
                  <a:pt x="194571" y="46706"/>
                </a:cubicBezTo>
                <a:cubicBezTo>
                  <a:pt x="194571" y="44300"/>
                  <a:pt x="194824" y="41915"/>
                  <a:pt x="195332" y="39552"/>
                </a:cubicBezTo>
                <a:cubicBezTo>
                  <a:pt x="195839" y="37190"/>
                  <a:pt x="196585" y="34928"/>
                  <a:pt x="197571" y="32768"/>
                </a:cubicBezTo>
                <a:cubicBezTo>
                  <a:pt x="198557" y="30608"/>
                  <a:pt x="199775" y="28601"/>
                  <a:pt x="201224" y="26745"/>
                </a:cubicBezTo>
                <a:cubicBezTo>
                  <a:pt x="202674" y="24890"/>
                  <a:pt x="204341" y="23281"/>
                  <a:pt x="206225" y="21918"/>
                </a:cubicBezTo>
                <a:cubicBezTo>
                  <a:pt x="208110" y="20555"/>
                  <a:pt x="210190" y="19490"/>
                  <a:pt x="212466" y="18722"/>
                </a:cubicBezTo>
                <a:cubicBezTo>
                  <a:pt x="214742" y="17953"/>
                  <a:pt x="217213" y="17569"/>
                  <a:pt x="219881" y="17569"/>
                </a:cubicBezTo>
                <a:cubicBezTo>
                  <a:pt x="222490" y="17569"/>
                  <a:pt x="224816" y="17910"/>
                  <a:pt x="226860" y="18591"/>
                </a:cubicBezTo>
                <a:cubicBezTo>
                  <a:pt x="228904" y="19272"/>
                  <a:pt x="230629" y="20287"/>
                  <a:pt x="232036" y="21635"/>
                </a:cubicBezTo>
                <a:cubicBezTo>
                  <a:pt x="233442" y="22983"/>
                  <a:pt x="234522" y="24665"/>
                  <a:pt x="235275" y="26680"/>
                </a:cubicBezTo>
                <a:cubicBezTo>
                  <a:pt x="236029" y="28695"/>
                  <a:pt x="236406" y="31036"/>
                  <a:pt x="236406" y="33703"/>
                </a:cubicBezTo>
                <a:cubicBezTo>
                  <a:pt x="236406" y="36081"/>
                  <a:pt x="236152" y="38451"/>
                  <a:pt x="235645" y="40814"/>
                </a:cubicBezTo>
                <a:cubicBezTo>
                  <a:pt x="235138" y="43176"/>
                  <a:pt x="234391" y="45438"/>
                  <a:pt x="233405" y="47598"/>
                </a:cubicBezTo>
                <a:cubicBezTo>
                  <a:pt x="232420" y="49758"/>
                  <a:pt x="231202" y="51765"/>
                  <a:pt x="229752" y="53621"/>
                </a:cubicBezTo>
                <a:cubicBezTo>
                  <a:pt x="228303" y="55476"/>
                  <a:pt x="226643" y="57085"/>
                  <a:pt x="224773" y="58448"/>
                </a:cubicBezTo>
                <a:cubicBezTo>
                  <a:pt x="222903" y="59811"/>
                  <a:pt x="220823" y="60876"/>
                  <a:pt x="218532" y="61644"/>
                </a:cubicBezTo>
                <a:cubicBezTo>
                  <a:pt x="216242" y="62413"/>
                  <a:pt x="213778" y="62797"/>
                  <a:pt x="211139" y="62797"/>
                </a:cubicBezTo>
                <a:moveTo>
                  <a:pt x="228665" y="34486"/>
                </a:moveTo>
                <a:cubicBezTo>
                  <a:pt x="228665" y="30978"/>
                  <a:pt x="227839" y="28354"/>
                  <a:pt x="226186" y="26615"/>
                </a:cubicBezTo>
                <a:cubicBezTo>
                  <a:pt x="224534" y="24875"/>
                  <a:pt x="222127" y="24005"/>
                  <a:pt x="218967" y="24005"/>
                </a:cubicBezTo>
                <a:cubicBezTo>
                  <a:pt x="217170" y="24005"/>
                  <a:pt x="215503" y="24317"/>
                  <a:pt x="213966" y="24940"/>
                </a:cubicBezTo>
                <a:cubicBezTo>
                  <a:pt x="212430" y="25564"/>
                  <a:pt x="211045" y="26419"/>
                  <a:pt x="209813" y="27506"/>
                </a:cubicBezTo>
                <a:cubicBezTo>
                  <a:pt x="208581" y="28593"/>
                  <a:pt x="207494" y="29855"/>
                  <a:pt x="206551" y="31290"/>
                </a:cubicBezTo>
                <a:cubicBezTo>
                  <a:pt x="205609" y="32725"/>
                  <a:pt x="204826" y="34247"/>
                  <a:pt x="204203" y="35856"/>
                </a:cubicBezTo>
                <a:cubicBezTo>
                  <a:pt x="203580" y="37465"/>
                  <a:pt x="203109" y="39132"/>
                  <a:pt x="202790" y="40857"/>
                </a:cubicBezTo>
                <a:cubicBezTo>
                  <a:pt x="202471" y="42582"/>
                  <a:pt x="202311" y="44256"/>
                  <a:pt x="202311" y="45880"/>
                </a:cubicBezTo>
                <a:cubicBezTo>
                  <a:pt x="202311" y="49388"/>
                  <a:pt x="203138" y="52019"/>
                  <a:pt x="204790" y="53773"/>
                </a:cubicBezTo>
                <a:cubicBezTo>
                  <a:pt x="206443" y="55527"/>
                  <a:pt x="208849" y="56404"/>
                  <a:pt x="212009" y="56404"/>
                </a:cubicBezTo>
                <a:cubicBezTo>
                  <a:pt x="213836" y="56404"/>
                  <a:pt x="215510" y="56092"/>
                  <a:pt x="217032" y="55469"/>
                </a:cubicBezTo>
                <a:cubicBezTo>
                  <a:pt x="218554" y="54846"/>
                  <a:pt x="219931" y="53990"/>
                  <a:pt x="221163" y="52903"/>
                </a:cubicBezTo>
                <a:cubicBezTo>
                  <a:pt x="222396" y="51816"/>
                  <a:pt x="223483" y="50555"/>
                  <a:pt x="224425" y="49120"/>
                </a:cubicBezTo>
                <a:cubicBezTo>
                  <a:pt x="225367" y="47685"/>
                  <a:pt x="226150" y="46155"/>
                  <a:pt x="226773" y="44532"/>
                </a:cubicBezTo>
                <a:cubicBezTo>
                  <a:pt x="227397" y="42908"/>
                  <a:pt x="227868" y="41234"/>
                  <a:pt x="228187" y="39509"/>
                </a:cubicBezTo>
                <a:cubicBezTo>
                  <a:pt x="228506" y="37784"/>
                  <a:pt x="228665" y="36110"/>
                  <a:pt x="228665" y="34486"/>
                </a:cubicBezTo>
                <a:close/>
                <a:moveTo>
                  <a:pt x="247083" y="38400"/>
                </a:moveTo>
                <a:cubicBezTo>
                  <a:pt x="247199" y="37849"/>
                  <a:pt x="247323" y="37124"/>
                  <a:pt x="247453" y="36226"/>
                </a:cubicBezTo>
                <a:cubicBezTo>
                  <a:pt x="247584" y="35327"/>
                  <a:pt x="247736" y="34116"/>
                  <a:pt x="247910" y="32594"/>
                </a:cubicBezTo>
                <a:cubicBezTo>
                  <a:pt x="248084" y="31072"/>
                  <a:pt x="248301" y="29159"/>
                  <a:pt x="248562" y="26854"/>
                </a:cubicBezTo>
                <a:cubicBezTo>
                  <a:pt x="248823" y="24549"/>
                  <a:pt x="249127" y="21715"/>
                  <a:pt x="249475" y="18352"/>
                </a:cubicBezTo>
                <a:lnTo>
                  <a:pt x="256607" y="18352"/>
                </a:lnTo>
                <a:lnTo>
                  <a:pt x="255520" y="28441"/>
                </a:lnTo>
                <a:cubicBezTo>
                  <a:pt x="257550" y="24933"/>
                  <a:pt x="259978" y="22244"/>
                  <a:pt x="262804" y="20374"/>
                </a:cubicBezTo>
                <a:cubicBezTo>
                  <a:pt x="265631" y="18504"/>
                  <a:pt x="268697" y="17569"/>
                  <a:pt x="272002" y="17569"/>
                </a:cubicBezTo>
                <a:cubicBezTo>
                  <a:pt x="276612" y="17569"/>
                  <a:pt x="279881" y="18961"/>
                  <a:pt x="281809" y="21744"/>
                </a:cubicBezTo>
                <a:cubicBezTo>
                  <a:pt x="283737" y="24527"/>
                  <a:pt x="284150" y="28630"/>
                  <a:pt x="283048" y="34051"/>
                </a:cubicBezTo>
                <a:lnTo>
                  <a:pt x="277438" y="62014"/>
                </a:lnTo>
                <a:lnTo>
                  <a:pt x="269871" y="62014"/>
                </a:lnTo>
                <a:lnTo>
                  <a:pt x="275481" y="34138"/>
                </a:lnTo>
                <a:cubicBezTo>
                  <a:pt x="276206" y="30601"/>
                  <a:pt x="276155" y="28043"/>
                  <a:pt x="275329" y="26463"/>
                </a:cubicBezTo>
                <a:cubicBezTo>
                  <a:pt x="274503" y="24882"/>
                  <a:pt x="272930" y="24092"/>
                  <a:pt x="270611" y="24092"/>
                </a:cubicBezTo>
                <a:cubicBezTo>
                  <a:pt x="268755" y="24092"/>
                  <a:pt x="266907" y="24730"/>
                  <a:pt x="265066" y="26006"/>
                </a:cubicBezTo>
                <a:cubicBezTo>
                  <a:pt x="263225" y="27282"/>
                  <a:pt x="261507" y="28941"/>
                  <a:pt x="259912" y="30985"/>
                </a:cubicBezTo>
                <a:cubicBezTo>
                  <a:pt x="258318" y="33029"/>
                  <a:pt x="256934" y="35327"/>
                  <a:pt x="255759" y="37878"/>
                </a:cubicBezTo>
                <a:cubicBezTo>
                  <a:pt x="254585" y="40429"/>
                  <a:pt x="253737" y="42981"/>
                  <a:pt x="253215" y="45532"/>
                </a:cubicBezTo>
                <a:lnTo>
                  <a:pt x="249910" y="62014"/>
                </a:lnTo>
                <a:lnTo>
                  <a:pt x="242343" y="62014"/>
                </a:lnTo>
                <a:lnTo>
                  <a:pt x="247083" y="38400"/>
                </a:lnTo>
                <a:close/>
                <a:moveTo>
                  <a:pt x="329603" y="79844"/>
                </a:moveTo>
                <a:lnTo>
                  <a:pt x="280636" y="79844"/>
                </a:lnTo>
                <a:lnTo>
                  <a:pt x="281854" y="73582"/>
                </a:lnTo>
                <a:lnTo>
                  <a:pt x="330865" y="73582"/>
                </a:lnTo>
                <a:lnTo>
                  <a:pt x="329603" y="79844"/>
                </a:lnTo>
                <a:close/>
                <a:moveTo>
                  <a:pt x="371071" y="62014"/>
                </a:moveTo>
                <a:lnTo>
                  <a:pt x="377203" y="31485"/>
                </a:lnTo>
                <a:cubicBezTo>
                  <a:pt x="377521" y="29891"/>
                  <a:pt x="377739" y="28601"/>
                  <a:pt x="377855" y="27615"/>
                </a:cubicBezTo>
                <a:cubicBezTo>
                  <a:pt x="377971" y="26629"/>
                  <a:pt x="378007" y="25861"/>
                  <a:pt x="377964" y="25310"/>
                </a:cubicBezTo>
                <a:cubicBezTo>
                  <a:pt x="377920" y="24759"/>
                  <a:pt x="377804" y="24382"/>
                  <a:pt x="377616" y="24179"/>
                </a:cubicBezTo>
                <a:cubicBezTo>
                  <a:pt x="377427" y="23976"/>
                  <a:pt x="377174" y="23875"/>
                  <a:pt x="376855" y="23875"/>
                </a:cubicBezTo>
                <a:cubicBezTo>
                  <a:pt x="376275" y="23875"/>
                  <a:pt x="375601" y="24208"/>
                  <a:pt x="374832" y="24875"/>
                </a:cubicBezTo>
                <a:cubicBezTo>
                  <a:pt x="374064" y="25542"/>
                  <a:pt x="373260" y="26426"/>
                  <a:pt x="372419" y="27528"/>
                </a:cubicBezTo>
                <a:cubicBezTo>
                  <a:pt x="371578" y="28630"/>
                  <a:pt x="370737" y="29898"/>
                  <a:pt x="369897" y="31333"/>
                </a:cubicBezTo>
                <a:cubicBezTo>
                  <a:pt x="369056" y="32768"/>
                  <a:pt x="368266" y="34261"/>
                  <a:pt x="367526" y="35812"/>
                </a:cubicBezTo>
                <a:cubicBezTo>
                  <a:pt x="366787" y="37364"/>
                  <a:pt x="366142" y="38900"/>
                  <a:pt x="365591" y="40422"/>
                </a:cubicBezTo>
                <a:cubicBezTo>
                  <a:pt x="365040" y="41944"/>
                  <a:pt x="364649" y="43358"/>
                  <a:pt x="364417" y="44662"/>
                </a:cubicBezTo>
                <a:lnTo>
                  <a:pt x="360938" y="62014"/>
                </a:lnTo>
                <a:lnTo>
                  <a:pt x="353980" y="62014"/>
                </a:lnTo>
                <a:lnTo>
                  <a:pt x="360112" y="31485"/>
                </a:lnTo>
                <a:cubicBezTo>
                  <a:pt x="360431" y="29891"/>
                  <a:pt x="360648" y="28601"/>
                  <a:pt x="360764" y="27615"/>
                </a:cubicBezTo>
                <a:cubicBezTo>
                  <a:pt x="360880" y="26629"/>
                  <a:pt x="360916" y="25861"/>
                  <a:pt x="360873" y="25310"/>
                </a:cubicBezTo>
                <a:cubicBezTo>
                  <a:pt x="360829" y="24759"/>
                  <a:pt x="360713" y="24382"/>
                  <a:pt x="360525" y="24179"/>
                </a:cubicBezTo>
                <a:cubicBezTo>
                  <a:pt x="360336" y="23976"/>
                  <a:pt x="360083" y="23875"/>
                  <a:pt x="359764" y="23875"/>
                </a:cubicBezTo>
                <a:cubicBezTo>
                  <a:pt x="359184" y="23875"/>
                  <a:pt x="358510" y="24208"/>
                  <a:pt x="357742" y="24875"/>
                </a:cubicBezTo>
                <a:cubicBezTo>
                  <a:pt x="356973" y="25542"/>
                  <a:pt x="356169" y="26426"/>
                  <a:pt x="355328" y="27528"/>
                </a:cubicBezTo>
                <a:cubicBezTo>
                  <a:pt x="354487" y="28630"/>
                  <a:pt x="353639" y="29898"/>
                  <a:pt x="352784" y="31333"/>
                </a:cubicBezTo>
                <a:cubicBezTo>
                  <a:pt x="351929" y="32768"/>
                  <a:pt x="351139" y="34261"/>
                  <a:pt x="350414" y="35812"/>
                </a:cubicBezTo>
                <a:cubicBezTo>
                  <a:pt x="349689" y="37364"/>
                  <a:pt x="349051" y="38900"/>
                  <a:pt x="348500" y="40422"/>
                </a:cubicBezTo>
                <a:cubicBezTo>
                  <a:pt x="347950" y="41944"/>
                  <a:pt x="347544" y="43358"/>
                  <a:pt x="347283" y="44662"/>
                </a:cubicBezTo>
                <a:lnTo>
                  <a:pt x="343804" y="62014"/>
                </a:lnTo>
                <a:lnTo>
                  <a:pt x="336889" y="62014"/>
                </a:lnTo>
                <a:lnTo>
                  <a:pt x="341586" y="38400"/>
                </a:lnTo>
                <a:cubicBezTo>
                  <a:pt x="341702" y="37849"/>
                  <a:pt x="341825" y="37124"/>
                  <a:pt x="341955" y="36226"/>
                </a:cubicBezTo>
                <a:cubicBezTo>
                  <a:pt x="342086" y="35327"/>
                  <a:pt x="342245" y="34116"/>
                  <a:pt x="342434" y="32594"/>
                </a:cubicBezTo>
                <a:cubicBezTo>
                  <a:pt x="342622" y="31072"/>
                  <a:pt x="342847" y="29159"/>
                  <a:pt x="343108" y="26854"/>
                </a:cubicBezTo>
                <a:cubicBezTo>
                  <a:pt x="343369" y="24549"/>
                  <a:pt x="343673" y="21715"/>
                  <a:pt x="344021" y="18352"/>
                </a:cubicBezTo>
                <a:lnTo>
                  <a:pt x="350501" y="18352"/>
                </a:lnTo>
                <a:lnTo>
                  <a:pt x="349414" y="28441"/>
                </a:lnTo>
                <a:cubicBezTo>
                  <a:pt x="350225" y="26963"/>
                  <a:pt x="351066" y="25571"/>
                  <a:pt x="351936" y="24266"/>
                </a:cubicBezTo>
                <a:cubicBezTo>
                  <a:pt x="352806" y="22962"/>
                  <a:pt x="353712" y="21809"/>
                  <a:pt x="354654" y="20809"/>
                </a:cubicBezTo>
                <a:cubicBezTo>
                  <a:pt x="355596" y="19809"/>
                  <a:pt x="356604" y="19019"/>
                  <a:pt x="357676" y="18439"/>
                </a:cubicBezTo>
                <a:cubicBezTo>
                  <a:pt x="358749" y="17859"/>
                  <a:pt x="359894" y="17569"/>
                  <a:pt x="361112" y="17569"/>
                </a:cubicBezTo>
                <a:cubicBezTo>
                  <a:pt x="362591" y="17569"/>
                  <a:pt x="363815" y="17859"/>
                  <a:pt x="364787" y="18439"/>
                </a:cubicBezTo>
                <a:cubicBezTo>
                  <a:pt x="365758" y="19019"/>
                  <a:pt x="366468" y="19802"/>
                  <a:pt x="366918" y="20787"/>
                </a:cubicBezTo>
                <a:cubicBezTo>
                  <a:pt x="367367" y="21773"/>
                  <a:pt x="367563" y="22925"/>
                  <a:pt x="367505" y="24245"/>
                </a:cubicBezTo>
                <a:cubicBezTo>
                  <a:pt x="367447" y="25564"/>
                  <a:pt x="367128" y="26963"/>
                  <a:pt x="366548" y="28441"/>
                </a:cubicBezTo>
                <a:cubicBezTo>
                  <a:pt x="367360" y="26963"/>
                  <a:pt x="368193" y="25571"/>
                  <a:pt x="369048" y="24266"/>
                </a:cubicBezTo>
                <a:cubicBezTo>
                  <a:pt x="369904" y="22962"/>
                  <a:pt x="370803" y="21809"/>
                  <a:pt x="371745" y="20809"/>
                </a:cubicBezTo>
                <a:cubicBezTo>
                  <a:pt x="372687" y="19809"/>
                  <a:pt x="373694" y="19019"/>
                  <a:pt x="374767" y="18439"/>
                </a:cubicBezTo>
                <a:cubicBezTo>
                  <a:pt x="375840" y="17859"/>
                  <a:pt x="376985" y="17569"/>
                  <a:pt x="378203" y="17569"/>
                </a:cubicBezTo>
                <a:cubicBezTo>
                  <a:pt x="381102" y="17569"/>
                  <a:pt x="383052" y="18664"/>
                  <a:pt x="384052" y="20853"/>
                </a:cubicBezTo>
                <a:cubicBezTo>
                  <a:pt x="385052" y="23041"/>
                  <a:pt x="385088" y="26455"/>
                  <a:pt x="384161" y="31094"/>
                </a:cubicBezTo>
                <a:lnTo>
                  <a:pt x="378029" y="62014"/>
                </a:lnTo>
                <a:lnTo>
                  <a:pt x="371071" y="62014"/>
                </a:lnTo>
                <a:close/>
                <a:moveTo>
                  <a:pt x="415234" y="17830"/>
                </a:moveTo>
                <a:cubicBezTo>
                  <a:pt x="417119" y="17830"/>
                  <a:pt x="418916" y="17953"/>
                  <a:pt x="420627" y="18200"/>
                </a:cubicBezTo>
                <a:cubicBezTo>
                  <a:pt x="422337" y="18446"/>
                  <a:pt x="423975" y="18801"/>
                  <a:pt x="425541" y="19265"/>
                </a:cubicBezTo>
                <a:lnTo>
                  <a:pt x="432412" y="17569"/>
                </a:lnTo>
                <a:lnTo>
                  <a:pt x="427498" y="41966"/>
                </a:lnTo>
                <a:cubicBezTo>
                  <a:pt x="427382" y="42517"/>
                  <a:pt x="427259" y="43242"/>
                  <a:pt x="427128" y="44140"/>
                </a:cubicBezTo>
                <a:cubicBezTo>
                  <a:pt x="426998" y="45039"/>
                  <a:pt x="426846" y="46250"/>
                  <a:pt x="426672" y="47772"/>
                </a:cubicBezTo>
                <a:cubicBezTo>
                  <a:pt x="426498" y="49294"/>
                  <a:pt x="426280" y="51207"/>
                  <a:pt x="426019" y="53512"/>
                </a:cubicBezTo>
                <a:cubicBezTo>
                  <a:pt x="425758" y="55817"/>
                  <a:pt x="425454" y="58651"/>
                  <a:pt x="425106" y="62014"/>
                </a:cubicBezTo>
                <a:lnTo>
                  <a:pt x="417974" y="62014"/>
                </a:lnTo>
                <a:lnTo>
                  <a:pt x="419061" y="51968"/>
                </a:lnTo>
                <a:cubicBezTo>
                  <a:pt x="417061" y="55447"/>
                  <a:pt x="414633" y="58122"/>
                  <a:pt x="411777" y="59992"/>
                </a:cubicBezTo>
                <a:cubicBezTo>
                  <a:pt x="408921" y="61862"/>
                  <a:pt x="405826" y="62797"/>
                  <a:pt x="402492" y="62797"/>
                </a:cubicBezTo>
                <a:cubicBezTo>
                  <a:pt x="400405" y="62797"/>
                  <a:pt x="398586" y="62449"/>
                  <a:pt x="397034" y="61753"/>
                </a:cubicBezTo>
                <a:cubicBezTo>
                  <a:pt x="395483" y="61057"/>
                  <a:pt x="394200" y="60064"/>
                  <a:pt x="393186" y="58774"/>
                </a:cubicBezTo>
                <a:cubicBezTo>
                  <a:pt x="392171" y="57484"/>
                  <a:pt x="391417" y="55940"/>
                  <a:pt x="390924" y="54143"/>
                </a:cubicBezTo>
                <a:cubicBezTo>
                  <a:pt x="390431" y="52345"/>
                  <a:pt x="390185" y="50345"/>
                  <a:pt x="390185" y="48141"/>
                </a:cubicBezTo>
                <a:cubicBezTo>
                  <a:pt x="390185" y="43966"/>
                  <a:pt x="390729" y="40045"/>
                  <a:pt x="391816" y="36378"/>
                </a:cubicBezTo>
                <a:cubicBezTo>
                  <a:pt x="392903" y="32710"/>
                  <a:pt x="394505" y="29499"/>
                  <a:pt x="396621" y="26745"/>
                </a:cubicBezTo>
                <a:cubicBezTo>
                  <a:pt x="398738" y="23991"/>
                  <a:pt x="401354" y="21817"/>
                  <a:pt x="404471" y="20222"/>
                </a:cubicBezTo>
                <a:cubicBezTo>
                  <a:pt x="407588" y="18627"/>
                  <a:pt x="411175" y="17830"/>
                  <a:pt x="415234" y="17830"/>
                </a:cubicBezTo>
                <a:moveTo>
                  <a:pt x="397839" y="47402"/>
                </a:moveTo>
                <a:cubicBezTo>
                  <a:pt x="397839" y="50156"/>
                  <a:pt x="398317" y="52316"/>
                  <a:pt x="399274" y="53882"/>
                </a:cubicBezTo>
                <a:cubicBezTo>
                  <a:pt x="400231" y="55447"/>
                  <a:pt x="401782" y="56230"/>
                  <a:pt x="403927" y="56230"/>
                </a:cubicBezTo>
                <a:cubicBezTo>
                  <a:pt x="405174" y="56230"/>
                  <a:pt x="406421" y="55940"/>
                  <a:pt x="407667" y="55360"/>
                </a:cubicBezTo>
                <a:cubicBezTo>
                  <a:pt x="408914" y="54781"/>
                  <a:pt x="410132" y="53983"/>
                  <a:pt x="411320" y="52968"/>
                </a:cubicBezTo>
                <a:cubicBezTo>
                  <a:pt x="412509" y="51954"/>
                  <a:pt x="413632" y="50758"/>
                  <a:pt x="414691" y="49381"/>
                </a:cubicBezTo>
                <a:cubicBezTo>
                  <a:pt x="415749" y="48004"/>
                  <a:pt x="416720" y="46525"/>
                  <a:pt x="417604" y="44945"/>
                </a:cubicBezTo>
                <a:cubicBezTo>
                  <a:pt x="418489" y="43365"/>
                  <a:pt x="419250" y="41712"/>
                  <a:pt x="419887" y="39987"/>
                </a:cubicBezTo>
                <a:cubicBezTo>
                  <a:pt x="420525" y="38262"/>
                  <a:pt x="421018" y="36544"/>
                  <a:pt x="421366" y="34834"/>
                </a:cubicBezTo>
                <a:lnTo>
                  <a:pt x="423149" y="25875"/>
                </a:lnTo>
                <a:cubicBezTo>
                  <a:pt x="421786" y="25296"/>
                  <a:pt x="420388" y="24839"/>
                  <a:pt x="418952" y="24506"/>
                </a:cubicBezTo>
                <a:cubicBezTo>
                  <a:pt x="417517" y="24172"/>
                  <a:pt x="416191" y="24005"/>
                  <a:pt x="414973" y="24005"/>
                </a:cubicBezTo>
                <a:cubicBezTo>
                  <a:pt x="412596" y="24005"/>
                  <a:pt x="410523" y="24411"/>
                  <a:pt x="408754" y="25223"/>
                </a:cubicBezTo>
                <a:cubicBezTo>
                  <a:pt x="406986" y="26035"/>
                  <a:pt x="405464" y="27093"/>
                  <a:pt x="404188" y="28398"/>
                </a:cubicBezTo>
                <a:cubicBezTo>
                  <a:pt x="402913" y="29702"/>
                  <a:pt x="401869" y="31188"/>
                  <a:pt x="401057" y="32855"/>
                </a:cubicBezTo>
                <a:cubicBezTo>
                  <a:pt x="400245" y="34522"/>
                  <a:pt x="399600" y="36226"/>
                  <a:pt x="399122" y="37965"/>
                </a:cubicBezTo>
                <a:cubicBezTo>
                  <a:pt x="398643" y="39705"/>
                  <a:pt x="398310" y="41401"/>
                  <a:pt x="398122" y="43053"/>
                </a:cubicBezTo>
                <a:cubicBezTo>
                  <a:pt x="397933" y="44706"/>
                  <a:pt x="397839" y="46155"/>
                  <a:pt x="397839" y="47402"/>
                </a:cubicBezTo>
                <a:close/>
                <a:moveTo>
                  <a:pt x="477184" y="25701"/>
                </a:moveTo>
                <a:cubicBezTo>
                  <a:pt x="474546" y="25078"/>
                  <a:pt x="472183" y="24618"/>
                  <a:pt x="470095" y="24321"/>
                </a:cubicBezTo>
                <a:cubicBezTo>
                  <a:pt x="468008" y="24024"/>
                  <a:pt x="466153" y="23875"/>
                  <a:pt x="464529" y="23875"/>
                </a:cubicBezTo>
                <a:cubicBezTo>
                  <a:pt x="462529" y="23875"/>
                  <a:pt x="460811" y="24034"/>
                  <a:pt x="459376" y="24353"/>
                </a:cubicBezTo>
                <a:cubicBezTo>
                  <a:pt x="457941" y="24672"/>
                  <a:pt x="456759" y="25122"/>
                  <a:pt x="455831" y="25701"/>
                </a:cubicBezTo>
                <a:cubicBezTo>
                  <a:pt x="454904" y="26281"/>
                  <a:pt x="454222" y="26984"/>
                  <a:pt x="453787" y="27811"/>
                </a:cubicBezTo>
                <a:cubicBezTo>
                  <a:pt x="453353" y="28637"/>
                  <a:pt x="453135" y="29557"/>
                  <a:pt x="453135" y="30572"/>
                </a:cubicBezTo>
                <a:cubicBezTo>
                  <a:pt x="453135" y="31297"/>
                  <a:pt x="453302" y="31942"/>
                  <a:pt x="453635" y="32507"/>
                </a:cubicBezTo>
                <a:cubicBezTo>
                  <a:pt x="453969" y="33073"/>
                  <a:pt x="454498" y="33609"/>
                  <a:pt x="455223" y="34116"/>
                </a:cubicBezTo>
                <a:cubicBezTo>
                  <a:pt x="455947" y="34624"/>
                  <a:pt x="456911" y="35124"/>
                  <a:pt x="458115" y="35617"/>
                </a:cubicBezTo>
                <a:cubicBezTo>
                  <a:pt x="459318" y="36110"/>
                  <a:pt x="460804" y="36631"/>
                  <a:pt x="462572" y="37182"/>
                </a:cubicBezTo>
                <a:cubicBezTo>
                  <a:pt x="464688" y="37878"/>
                  <a:pt x="466493" y="38596"/>
                  <a:pt x="467986" y="39335"/>
                </a:cubicBezTo>
                <a:cubicBezTo>
                  <a:pt x="469479" y="40074"/>
                  <a:pt x="470704" y="40908"/>
                  <a:pt x="471661" y="41836"/>
                </a:cubicBezTo>
                <a:cubicBezTo>
                  <a:pt x="472618" y="42763"/>
                  <a:pt x="473314" y="43793"/>
                  <a:pt x="473748" y="44923"/>
                </a:cubicBezTo>
                <a:cubicBezTo>
                  <a:pt x="474183" y="46054"/>
                  <a:pt x="474401" y="47359"/>
                  <a:pt x="474401" y="48837"/>
                </a:cubicBezTo>
                <a:cubicBezTo>
                  <a:pt x="474401" y="51099"/>
                  <a:pt x="473908" y="53099"/>
                  <a:pt x="472922" y="54838"/>
                </a:cubicBezTo>
                <a:cubicBezTo>
                  <a:pt x="471936" y="56578"/>
                  <a:pt x="470559" y="58035"/>
                  <a:pt x="468791" y="59209"/>
                </a:cubicBezTo>
                <a:cubicBezTo>
                  <a:pt x="467022" y="60383"/>
                  <a:pt x="464899" y="61275"/>
                  <a:pt x="462420" y="61884"/>
                </a:cubicBezTo>
                <a:cubicBezTo>
                  <a:pt x="459941" y="62492"/>
                  <a:pt x="457223" y="62797"/>
                  <a:pt x="454266" y="62797"/>
                </a:cubicBezTo>
                <a:cubicBezTo>
                  <a:pt x="451483" y="62797"/>
                  <a:pt x="448837" y="62677"/>
                  <a:pt x="446329" y="62438"/>
                </a:cubicBezTo>
                <a:cubicBezTo>
                  <a:pt x="443821" y="62200"/>
                  <a:pt x="441480" y="61812"/>
                  <a:pt x="439306" y="61275"/>
                </a:cubicBezTo>
                <a:lnTo>
                  <a:pt x="439306" y="53882"/>
                </a:lnTo>
                <a:cubicBezTo>
                  <a:pt x="441915" y="54737"/>
                  <a:pt x="444510" y="55371"/>
                  <a:pt x="447090" y="55784"/>
                </a:cubicBezTo>
                <a:cubicBezTo>
                  <a:pt x="449671" y="56197"/>
                  <a:pt x="452222" y="56404"/>
                  <a:pt x="454744" y="56404"/>
                </a:cubicBezTo>
                <a:cubicBezTo>
                  <a:pt x="458861" y="56404"/>
                  <a:pt x="461862" y="55824"/>
                  <a:pt x="463746" y="54665"/>
                </a:cubicBezTo>
                <a:cubicBezTo>
                  <a:pt x="465631" y="53505"/>
                  <a:pt x="466573" y="51707"/>
                  <a:pt x="466573" y="49272"/>
                </a:cubicBezTo>
                <a:cubicBezTo>
                  <a:pt x="466573" y="48634"/>
                  <a:pt x="466428" y="48047"/>
                  <a:pt x="466138" y="47511"/>
                </a:cubicBezTo>
                <a:cubicBezTo>
                  <a:pt x="465848" y="46974"/>
                  <a:pt x="465355" y="46467"/>
                  <a:pt x="464659" y="45989"/>
                </a:cubicBezTo>
                <a:cubicBezTo>
                  <a:pt x="463964" y="45510"/>
                  <a:pt x="463007" y="45025"/>
                  <a:pt x="461789" y="44532"/>
                </a:cubicBezTo>
                <a:cubicBezTo>
                  <a:pt x="460572" y="44039"/>
                  <a:pt x="459021" y="43517"/>
                  <a:pt x="457136" y="42966"/>
                </a:cubicBezTo>
                <a:cubicBezTo>
                  <a:pt x="455397" y="42444"/>
                  <a:pt x="453809" y="41857"/>
                  <a:pt x="452374" y="41205"/>
                </a:cubicBezTo>
                <a:cubicBezTo>
                  <a:pt x="450939" y="40553"/>
                  <a:pt x="449700" y="39770"/>
                  <a:pt x="448656" y="38857"/>
                </a:cubicBezTo>
                <a:cubicBezTo>
                  <a:pt x="447612" y="37943"/>
                  <a:pt x="446808" y="36871"/>
                  <a:pt x="446242" y="35638"/>
                </a:cubicBezTo>
                <a:cubicBezTo>
                  <a:pt x="445677" y="34406"/>
                  <a:pt x="445394" y="32978"/>
                  <a:pt x="445394" y="31355"/>
                </a:cubicBezTo>
                <a:cubicBezTo>
                  <a:pt x="445394" y="29412"/>
                  <a:pt x="445786" y="27608"/>
                  <a:pt x="446568" y="25941"/>
                </a:cubicBezTo>
                <a:cubicBezTo>
                  <a:pt x="447351" y="24274"/>
                  <a:pt x="448562" y="22817"/>
                  <a:pt x="450200" y="21570"/>
                </a:cubicBezTo>
                <a:cubicBezTo>
                  <a:pt x="451838" y="20323"/>
                  <a:pt x="453903" y="19345"/>
                  <a:pt x="456397" y="18635"/>
                </a:cubicBezTo>
                <a:cubicBezTo>
                  <a:pt x="458890" y="17924"/>
                  <a:pt x="461833" y="17569"/>
                  <a:pt x="465225" y="17569"/>
                </a:cubicBezTo>
                <a:cubicBezTo>
                  <a:pt x="466037" y="17569"/>
                  <a:pt x="466928" y="17599"/>
                  <a:pt x="467899" y="17659"/>
                </a:cubicBezTo>
                <a:cubicBezTo>
                  <a:pt x="468871" y="17719"/>
                  <a:pt x="469878" y="17816"/>
                  <a:pt x="470922" y="17951"/>
                </a:cubicBezTo>
                <a:cubicBezTo>
                  <a:pt x="471965" y="18085"/>
                  <a:pt x="473016" y="18242"/>
                  <a:pt x="474075" y="18421"/>
                </a:cubicBezTo>
                <a:cubicBezTo>
                  <a:pt x="475133" y="18600"/>
                  <a:pt x="476169" y="18809"/>
                  <a:pt x="477184" y="19048"/>
                </a:cubicBezTo>
                <a:lnTo>
                  <a:pt x="477184" y="25701"/>
                </a:lnTo>
                <a:close/>
                <a:moveTo>
                  <a:pt x="524870" y="62014"/>
                </a:moveTo>
                <a:lnTo>
                  <a:pt x="515346" y="62014"/>
                </a:lnTo>
                <a:lnTo>
                  <a:pt x="500560" y="39487"/>
                </a:lnTo>
                <a:cubicBezTo>
                  <a:pt x="504358" y="39226"/>
                  <a:pt x="507540" y="38784"/>
                  <a:pt x="510106" y="38161"/>
                </a:cubicBezTo>
                <a:cubicBezTo>
                  <a:pt x="512671" y="37537"/>
                  <a:pt x="514730" y="36769"/>
                  <a:pt x="516281" y="35856"/>
                </a:cubicBezTo>
                <a:cubicBezTo>
                  <a:pt x="517832" y="34943"/>
                  <a:pt x="518941" y="33913"/>
                  <a:pt x="519608" y="32768"/>
                </a:cubicBezTo>
                <a:cubicBezTo>
                  <a:pt x="520275" y="31623"/>
                  <a:pt x="520608" y="30413"/>
                  <a:pt x="520608" y="29137"/>
                </a:cubicBezTo>
                <a:cubicBezTo>
                  <a:pt x="520608" y="28441"/>
                  <a:pt x="520499" y="27789"/>
                  <a:pt x="520282" y="27180"/>
                </a:cubicBezTo>
                <a:cubicBezTo>
                  <a:pt x="520064" y="26571"/>
                  <a:pt x="519731" y="26042"/>
                  <a:pt x="519282" y="25593"/>
                </a:cubicBezTo>
                <a:cubicBezTo>
                  <a:pt x="518832" y="25143"/>
                  <a:pt x="518267" y="24781"/>
                  <a:pt x="517586" y="24506"/>
                </a:cubicBezTo>
                <a:cubicBezTo>
                  <a:pt x="516904" y="24230"/>
                  <a:pt x="516100" y="24092"/>
                  <a:pt x="515172" y="24092"/>
                </a:cubicBezTo>
                <a:cubicBezTo>
                  <a:pt x="513316" y="24092"/>
                  <a:pt x="511468" y="24730"/>
                  <a:pt x="509627" y="26006"/>
                </a:cubicBezTo>
                <a:cubicBezTo>
                  <a:pt x="507786" y="27282"/>
                  <a:pt x="506076" y="28941"/>
                  <a:pt x="504496" y="30985"/>
                </a:cubicBezTo>
                <a:cubicBezTo>
                  <a:pt x="502916" y="33029"/>
                  <a:pt x="501538" y="35327"/>
                  <a:pt x="500364" y="37878"/>
                </a:cubicBezTo>
                <a:cubicBezTo>
                  <a:pt x="499190" y="40429"/>
                  <a:pt x="498342" y="42981"/>
                  <a:pt x="497820" y="45532"/>
                </a:cubicBezTo>
                <a:lnTo>
                  <a:pt x="494515" y="62014"/>
                </a:lnTo>
                <a:lnTo>
                  <a:pt x="486948" y="62014"/>
                </a:lnTo>
                <a:lnTo>
                  <a:pt x="499212" y="522"/>
                </a:lnTo>
                <a:lnTo>
                  <a:pt x="506779" y="522"/>
                </a:lnTo>
                <a:lnTo>
                  <a:pt x="503256" y="18337"/>
                </a:lnTo>
                <a:lnTo>
                  <a:pt x="500821" y="27615"/>
                </a:lnTo>
                <a:cubicBezTo>
                  <a:pt x="501633" y="26107"/>
                  <a:pt x="502604" y="24737"/>
                  <a:pt x="503735" y="23505"/>
                </a:cubicBezTo>
                <a:cubicBezTo>
                  <a:pt x="504865" y="22273"/>
                  <a:pt x="506112" y="21215"/>
                  <a:pt x="507475" y="20331"/>
                </a:cubicBezTo>
                <a:cubicBezTo>
                  <a:pt x="508837" y="19446"/>
                  <a:pt x="510287" y="18765"/>
                  <a:pt x="511823" y="18287"/>
                </a:cubicBezTo>
                <a:cubicBezTo>
                  <a:pt x="513360" y="17808"/>
                  <a:pt x="514955" y="17569"/>
                  <a:pt x="516607" y="17569"/>
                </a:cubicBezTo>
                <a:cubicBezTo>
                  <a:pt x="518463" y="17569"/>
                  <a:pt x="520108" y="17837"/>
                  <a:pt x="521543" y="18374"/>
                </a:cubicBezTo>
                <a:cubicBezTo>
                  <a:pt x="522978" y="18910"/>
                  <a:pt x="524188" y="19671"/>
                  <a:pt x="525174" y="20657"/>
                </a:cubicBezTo>
                <a:cubicBezTo>
                  <a:pt x="526160" y="21643"/>
                  <a:pt x="526906" y="22817"/>
                  <a:pt x="527414" y="24179"/>
                </a:cubicBezTo>
                <a:cubicBezTo>
                  <a:pt x="527921" y="25542"/>
                  <a:pt x="528175" y="27050"/>
                  <a:pt x="528175" y="28702"/>
                </a:cubicBezTo>
                <a:cubicBezTo>
                  <a:pt x="528175" y="30877"/>
                  <a:pt x="527675" y="32790"/>
                  <a:pt x="526675" y="34443"/>
                </a:cubicBezTo>
                <a:cubicBezTo>
                  <a:pt x="525674" y="36095"/>
                  <a:pt x="524384" y="37523"/>
                  <a:pt x="522804" y="38726"/>
                </a:cubicBezTo>
                <a:cubicBezTo>
                  <a:pt x="521224" y="39929"/>
                  <a:pt x="519441" y="40908"/>
                  <a:pt x="517455" y="41662"/>
                </a:cubicBezTo>
                <a:cubicBezTo>
                  <a:pt x="515469" y="42415"/>
                  <a:pt x="513490" y="42966"/>
                  <a:pt x="511519" y="43314"/>
                </a:cubicBezTo>
                <a:lnTo>
                  <a:pt x="524870" y="62014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:">
            <a:extLst xmlns:a="http://schemas.openxmlformats.org/drawingml/2006/main">
              <a:ext uri="{FF2B5EF4-FFF2-40B4-BE49-F238E27FC236}">
                <a16:creationId xmlns:a16="http://schemas.microsoft.com/office/drawing/2014/main" id="{E1DC8177-0333-4645-B292-8264C7D5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072" y="4520395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List">
            <a:extLst xmlns:a="http://schemas.openxmlformats.org/drawingml/2006/main">
              <a:ext uri="{FF2B5EF4-FFF2-40B4-BE49-F238E27FC236}">
                <a16:creationId xmlns:a16="http://schemas.microsoft.com/office/drawing/2014/main" id="{EC077641-82EB-4BA6-B49C-B7F3A8C6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920" y="4502826"/>
            <a:ext cx="178326" cy="62797"/>
          </a:xfrm>
          <a:custGeom xmlns:a="http://schemas.openxmlformats.org/drawingml/2006/main">
            <a:pathLst>
              <a:path w="178326" h="62797">
                <a:moveTo>
                  <a:pt x="32703" y="62014"/>
                </a:moveTo>
                <a:lnTo>
                  <a:pt x="0" y="62014"/>
                </a:lnTo>
                <a:lnTo>
                  <a:pt x="0" y="5132"/>
                </a:lnTo>
                <a:lnTo>
                  <a:pt x="7871" y="5132"/>
                </a:lnTo>
                <a:lnTo>
                  <a:pt x="7871" y="55404"/>
                </a:lnTo>
                <a:lnTo>
                  <a:pt x="32703" y="55404"/>
                </a:lnTo>
                <a:lnTo>
                  <a:pt x="32703" y="62014"/>
                </a:lnTo>
                <a:close/>
                <a:moveTo>
                  <a:pt x="60471" y="24614"/>
                </a:moveTo>
                <a:lnTo>
                  <a:pt x="47555" y="24614"/>
                </a:lnTo>
                <a:lnTo>
                  <a:pt x="47555" y="18352"/>
                </a:lnTo>
                <a:lnTo>
                  <a:pt x="68125" y="18352"/>
                </a:lnTo>
                <a:lnTo>
                  <a:pt x="68125" y="55708"/>
                </a:lnTo>
                <a:lnTo>
                  <a:pt x="81128" y="55708"/>
                </a:lnTo>
                <a:lnTo>
                  <a:pt x="81128" y="62014"/>
                </a:lnTo>
                <a:lnTo>
                  <a:pt x="46120" y="62014"/>
                </a:lnTo>
                <a:lnTo>
                  <a:pt x="46120" y="55708"/>
                </a:lnTo>
                <a:lnTo>
                  <a:pt x="60471" y="55708"/>
                </a:lnTo>
                <a:lnTo>
                  <a:pt x="60471" y="24614"/>
                </a:lnTo>
                <a:moveTo>
                  <a:pt x="63124" y="0"/>
                </a:moveTo>
                <a:cubicBezTo>
                  <a:pt x="63965" y="0"/>
                  <a:pt x="64748" y="152"/>
                  <a:pt x="65472" y="457"/>
                </a:cubicBezTo>
                <a:cubicBezTo>
                  <a:pt x="66197" y="761"/>
                  <a:pt x="66828" y="1189"/>
                  <a:pt x="67364" y="1740"/>
                </a:cubicBezTo>
                <a:cubicBezTo>
                  <a:pt x="67900" y="2290"/>
                  <a:pt x="68321" y="2921"/>
                  <a:pt x="68625" y="3631"/>
                </a:cubicBezTo>
                <a:cubicBezTo>
                  <a:pt x="68930" y="4342"/>
                  <a:pt x="69082" y="5117"/>
                  <a:pt x="69082" y="5958"/>
                </a:cubicBezTo>
                <a:cubicBezTo>
                  <a:pt x="69082" y="6770"/>
                  <a:pt x="68930" y="7538"/>
                  <a:pt x="68625" y="8263"/>
                </a:cubicBezTo>
                <a:cubicBezTo>
                  <a:pt x="68321" y="8988"/>
                  <a:pt x="67900" y="9625"/>
                  <a:pt x="67364" y="10176"/>
                </a:cubicBezTo>
                <a:cubicBezTo>
                  <a:pt x="66828" y="10727"/>
                  <a:pt x="66197" y="11155"/>
                  <a:pt x="65472" y="11459"/>
                </a:cubicBezTo>
                <a:cubicBezTo>
                  <a:pt x="64748" y="11764"/>
                  <a:pt x="63965" y="11916"/>
                  <a:pt x="63124" y="11916"/>
                </a:cubicBezTo>
                <a:cubicBezTo>
                  <a:pt x="62283" y="11916"/>
                  <a:pt x="61500" y="11764"/>
                  <a:pt x="60776" y="11459"/>
                </a:cubicBezTo>
                <a:cubicBezTo>
                  <a:pt x="60051" y="11155"/>
                  <a:pt x="59420" y="10727"/>
                  <a:pt x="58884" y="10176"/>
                </a:cubicBezTo>
                <a:cubicBezTo>
                  <a:pt x="58348" y="9625"/>
                  <a:pt x="57927" y="8988"/>
                  <a:pt x="57623" y="8263"/>
                </a:cubicBezTo>
                <a:cubicBezTo>
                  <a:pt x="57318" y="7538"/>
                  <a:pt x="57166" y="6770"/>
                  <a:pt x="57166" y="5958"/>
                </a:cubicBezTo>
                <a:cubicBezTo>
                  <a:pt x="57166" y="5117"/>
                  <a:pt x="57318" y="4342"/>
                  <a:pt x="57623" y="3631"/>
                </a:cubicBezTo>
                <a:cubicBezTo>
                  <a:pt x="57927" y="2921"/>
                  <a:pt x="58348" y="2290"/>
                  <a:pt x="58884" y="1740"/>
                </a:cubicBezTo>
                <a:cubicBezTo>
                  <a:pt x="59420" y="1189"/>
                  <a:pt x="60051" y="761"/>
                  <a:pt x="60776" y="457"/>
                </a:cubicBezTo>
                <a:cubicBezTo>
                  <a:pt x="61500" y="152"/>
                  <a:pt x="62283" y="0"/>
                  <a:pt x="63124" y="0"/>
                </a:cubicBezTo>
                <a:close/>
                <a:moveTo>
                  <a:pt x="128945" y="50098"/>
                </a:moveTo>
                <a:cubicBezTo>
                  <a:pt x="128945" y="51635"/>
                  <a:pt x="128684" y="53012"/>
                  <a:pt x="128162" y="54230"/>
                </a:cubicBezTo>
                <a:cubicBezTo>
                  <a:pt x="127640" y="55447"/>
                  <a:pt x="126930" y="56527"/>
                  <a:pt x="126031" y="57470"/>
                </a:cubicBezTo>
                <a:cubicBezTo>
                  <a:pt x="125132" y="58412"/>
                  <a:pt x="124088" y="59216"/>
                  <a:pt x="122900" y="59883"/>
                </a:cubicBezTo>
                <a:cubicBezTo>
                  <a:pt x="121711" y="60550"/>
                  <a:pt x="120443" y="61101"/>
                  <a:pt x="119095" y="61536"/>
                </a:cubicBezTo>
                <a:cubicBezTo>
                  <a:pt x="117746" y="61971"/>
                  <a:pt x="116362" y="62289"/>
                  <a:pt x="114941" y="62492"/>
                </a:cubicBezTo>
                <a:cubicBezTo>
                  <a:pt x="113521" y="62695"/>
                  <a:pt x="112129" y="62797"/>
                  <a:pt x="110767" y="62797"/>
                </a:cubicBezTo>
                <a:cubicBezTo>
                  <a:pt x="107809" y="62797"/>
                  <a:pt x="105091" y="62666"/>
                  <a:pt x="102613" y="62405"/>
                </a:cubicBezTo>
                <a:cubicBezTo>
                  <a:pt x="100134" y="62144"/>
                  <a:pt x="97706" y="61724"/>
                  <a:pt x="95328" y="61144"/>
                </a:cubicBezTo>
                <a:lnTo>
                  <a:pt x="95328" y="54186"/>
                </a:lnTo>
                <a:cubicBezTo>
                  <a:pt x="97880" y="54911"/>
                  <a:pt x="100416" y="55462"/>
                  <a:pt x="102939" y="55839"/>
                </a:cubicBezTo>
                <a:cubicBezTo>
                  <a:pt x="105461" y="56216"/>
                  <a:pt x="107969" y="56404"/>
                  <a:pt x="110462" y="56404"/>
                </a:cubicBezTo>
                <a:cubicBezTo>
                  <a:pt x="114086" y="56404"/>
                  <a:pt x="116768" y="55911"/>
                  <a:pt x="118507" y="54925"/>
                </a:cubicBezTo>
                <a:cubicBezTo>
                  <a:pt x="120247" y="53940"/>
                  <a:pt x="121117" y="52534"/>
                  <a:pt x="121117" y="50707"/>
                </a:cubicBezTo>
                <a:cubicBezTo>
                  <a:pt x="121117" y="49924"/>
                  <a:pt x="120979" y="49221"/>
                  <a:pt x="120704" y="48598"/>
                </a:cubicBezTo>
                <a:cubicBezTo>
                  <a:pt x="120428" y="47975"/>
                  <a:pt x="119928" y="47380"/>
                  <a:pt x="119203" y="46815"/>
                </a:cubicBezTo>
                <a:cubicBezTo>
                  <a:pt x="118478" y="46250"/>
                  <a:pt x="117355" y="45663"/>
                  <a:pt x="115833" y="45054"/>
                </a:cubicBezTo>
                <a:cubicBezTo>
                  <a:pt x="114311" y="44445"/>
                  <a:pt x="112231" y="43749"/>
                  <a:pt x="109592" y="42966"/>
                </a:cubicBezTo>
                <a:cubicBezTo>
                  <a:pt x="107621" y="42386"/>
                  <a:pt x="105802" y="41727"/>
                  <a:pt x="104135" y="40988"/>
                </a:cubicBezTo>
                <a:cubicBezTo>
                  <a:pt x="102468" y="40248"/>
                  <a:pt x="101025" y="39371"/>
                  <a:pt x="99808" y="38357"/>
                </a:cubicBezTo>
                <a:cubicBezTo>
                  <a:pt x="98590" y="37342"/>
                  <a:pt x="97633" y="36153"/>
                  <a:pt x="96937" y="34790"/>
                </a:cubicBezTo>
                <a:cubicBezTo>
                  <a:pt x="96242" y="33428"/>
                  <a:pt x="95894" y="31819"/>
                  <a:pt x="95894" y="29963"/>
                </a:cubicBezTo>
                <a:cubicBezTo>
                  <a:pt x="95894" y="28746"/>
                  <a:pt x="96176" y="27412"/>
                  <a:pt x="96742" y="25962"/>
                </a:cubicBezTo>
                <a:cubicBezTo>
                  <a:pt x="97307" y="24513"/>
                  <a:pt x="98271" y="23165"/>
                  <a:pt x="99634" y="21918"/>
                </a:cubicBezTo>
                <a:cubicBezTo>
                  <a:pt x="100996" y="20671"/>
                  <a:pt x="102837" y="19635"/>
                  <a:pt x="105157" y="18809"/>
                </a:cubicBezTo>
                <a:cubicBezTo>
                  <a:pt x="107476" y="17982"/>
                  <a:pt x="110375" y="17569"/>
                  <a:pt x="113854" y="17569"/>
                </a:cubicBezTo>
                <a:cubicBezTo>
                  <a:pt x="115565" y="17569"/>
                  <a:pt x="117464" y="17663"/>
                  <a:pt x="119551" y="17852"/>
                </a:cubicBezTo>
                <a:cubicBezTo>
                  <a:pt x="121639" y="18040"/>
                  <a:pt x="123813" y="18366"/>
                  <a:pt x="126074" y="18830"/>
                </a:cubicBezTo>
                <a:lnTo>
                  <a:pt x="126074" y="25571"/>
                </a:lnTo>
                <a:cubicBezTo>
                  <a:pt x="123697" y="24991"/>
                  <a:pt x="121443" y="24564"/>
                  <a:pt x="119312" y="24288"/>
                </a:cubicBezTo>
                <a:cubicBezTo>
                  <a:pt x="117181" y="24013"/>
                  <a:pt x="115333" y="23875"/>
                  <a:pt x="113767" y="23875"/>
                </a:cubicBezTo>
                <a:cubicBezTo>
                  <a:pt x="111883" y="23875"/>
                  <a:pt x="110295" y="24020"/>
                  <a:pt x="109005" y="24310"/>
                </a:cubicBezTo>
                <a:cubicBezTo>
                  <a:pt x="107715" y="24600"/>
                  <a:pt x="106671" y="24998"/>
                  <a:pt x="105874" y="25506"/>
                </a:cubicBezTo>
                <a:cubicBezTo>
                  <a:pt x="105077" y="26013"/>
                  <a:pt x="104504" y="26607"/>
                  <a:pt x="104156" y="27289"/>
                </a:cubicBezTo>
                <a:cubicBezTo>
                  <a:pt x="103808" y="27970"/>
                  <a:pt x="103635" y="28702"/>
                  <a:pt x="103635" y="29485"/>
                </a:cubicBezTo>
                <a:cubicBezTo>
                  <a:pt x="103635" y="30268"/>
                  <a:pt x="103787" y="30978"/>
                  <a:pt x="104091" y="31616"/>
                </a:cubicBezTo>
                <a:cubicBezTo>
                  <a:pt x="104396" y="32254"/>
                  <a:pt x="104961" y="32870"/>
                  <a:pt x="105787" y="33464"/>
                </a:cubicBezTo>
                <a:cubicBezTo>
                  <a:pt x="106613" y="34058"/>
                  <a:pt x="107766" y="34653"/>
                  <a:pt x="109244" y="35247"/>
                </a:cubicBezTo>
                <a:cubicBezTo>
                  <a:pt x="110723" y="35841"/>
                  <a:pt x="112651" y="36487"/>
                  <a:pt x="115028" y="37182"/>
                </a:cubicBezTo>
                <a:cubicBezTo>
                  <a:pt x="117609" y="37936"/>
                  <a:pt x="119783" y="38726"/>
                  <a:pt x="121552" y="39552"/>
                </a:cubicBezTo>
                <a:cubicBezTo>
                  <a:pt x="123320" y="40379"/>
                  <a:pt x="124755" y="41299"/>
                  <a:pt x="125857" y="42314"/>
                </a:cubicBezTo>
                <a:cubicBezTo>
                  <a:pt x="126959" y="43329"/>
                  <a:pt x="127749" y="44474"/>
                  <a:pt x="128227" y="45749"/>
                </a:cubicBezTo>
                <a:cubicBezTo>
                  <a:pt x="128705" y="47025"/>
                  <a:pt x="128945" y="48475"/>
                  <a:pt x="128945" y="50098"/>
                </a:cubicBezTo>
                <a:close/>
                <a:moveTo>
                  <a:pt x="178326" y="61362"/>
                </a:moveTo>
                <a:cubicBezTo>
                  <a:pt x="176616" y="61812"/>
                  <a:pt x="174847" y="62135"/>
                  <a:pt x="173021" y="62329"/>
                </a:cubicBezTo>
                <a:cubicBezTo>
                  <a:pt x="171194" y="62525"/>
                  <a:pt x="169339" y="62623"/>
                  <a:pt x="167454" y="62623"/>
                </a:cubicBezTo>
                <a:cubicBezTo>
                  <a:pt x="161975" y="62623"/>
                  <a:pt x="157887" y="61383"/>
                  <a:pt x="155190" y="58905"/>
                </a:cubicBezTo>
                <a:cubicBezTo>
                  <a:pt x="152494" y="56426"/>
                  <a:pt x="151146" y="52621"/>
                  <a:pt x="151146" y="47489"/>
                </a:cubicBezTo>
                <a:lnTo>
                  <a:pt x="151146" y="24701"/>
                </a:lnTo>
                <a:lnTo>
                  <a:pt x="138926" y="24701"/>
                </a:lnTo>
                <a:lnTo>
                  <a:pt x="138926" y="18352"/>
                </a:lnTo>
                <a:lnTo>
                  <a:pt x="151146" y="18352"/>
                </a:lnTo>
                <a:lnTo>
                  <a:pt x="151146" y="6311"/>
                </a:lnTo>
                <a:lnTo>
                  <a:pt x="158713" y="4349"/>
                </a:lnTo>
                <a:lnTo>
                  <a:pt x="158713" y="18352"/>
                </a:lnTo>
                <a:lnTo>
                  <a:pt x="178326" y="18352"/>
                </a:lnTo>
                <a:lnTo>
                  <a:pt x="178326" y="24701"/>
                </a:lnTo>
                <a:lnTo>
                  <a:pt x="158713" y="24701"/>
                </a:lnTo>
                <a:lnTo>
                  <a:pt x="158713" y="46880"/>
                </a:lnTo>
                <a:cubicBezTo>
                  <a:pt x="158713" y="50011"/>
                  <a:pt x="159546" y="52352"/>
                  <a:pt x="161214" y="53903"/>
                </a:cubicBezTo>
                <a:cubicBezTo>
                  <a:pt x="162881" y="55455"/>
                  <a:pt x="165338" y="56230"/>
                  <a:pt x="168585" y="56230"/>
                </a:cubicBezTo>
                <a:cubicBezTo>
                  <a:pt x="169976" y="56230"/>
                  <a:pt x="171498" y="56118"/>
                  <a:pt x="173151" y="55894"/>
                </a:cubicBezTo>
                <a:cubicBezTo>
                  <a:pt x="174804" y="55670"/>
                  <a:pt x="176529" y="55318"/>
                  <a:pt x="178326" y="54838"/>
                </a:cubicBezTo>
                <a:lnTo>
                  <a:pt x="178326" y="61362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[">
            <a:extLst xmlns:a="http://schemas.openxmlformats.org/drawingml/2006/main">
              <a:ext uri="{FF2B5EF4-FFF2-40B4-BE49-F238E27FC236}">
                <a16:creationId xmlns:a16="http://schemas.microsoft.com/office/drawing/2014/main" id="{75B17440-148F-4D5F-86C8-A5CCFCE0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762" y="4501869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0"/>
                </a:lnTo>
                <a:lnTo>
                  <a:pt x="21440" y="0"/>
                </a:lnTo>
                <a:lnTo>
                  <a:pt x="21440" y="6088"/>
                </a:lnTo>
                <a:lnTo>
                  <a:pt x="7219" y="6088"/>
                </a:lnTo>
                <a:lnTo>
                  <a:pt x="7219" y="74713"/>
                </a:lnTo>
                <a:lnTo>
                  <a:pt x="21440" y="74713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bool">
            <a:extLst xmlns:a="http://schemas.openxmlformats.org/drawingml/2006/main">
              <a:ext uri="{FF2B5EF4-FFF2-40B4-BE49-F238E27FC236}">
                <a16:creationId xmlns:a16="http://schemas.microsoft.com/office/drawing/2014/main" id="{BC4C85F4-6415-4296-9B5C-2C4D6126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489" y="4503348"/>
            <a:ext cx="181849" cy="62275"/>
          </a:xfrm>
          <a:custGeom xmlns:a="http://schemas.openxmlformats.org/drawingml/2006/main">
            <a:pathLst>
              <a:path w="181849" h="62275">
                <a:moveTo>
                  <a:pt x="37313" y="38878"/>
                </a:moveTo>
                <a:cubicBezTo>
                  <a:pt x="37313" y="42502"/>
                  <a:pt x="36813" y="45742"/>
                  <a:pt x="35812" y="48598"/>
                </a:cubicBezTo>
                <a:cubicBezTo>
                  <a:pt x="34812" y="51454"/>
                  <a:pt x="33392" y="53875"/>
                  <a:pt x="31551" y="55860"/>
                </a:cubicBezTo>
                <a:cubicBezTo>
                  <a:pt x="29710" y="57846"/>
                  <a:pt x="27470" y="59368"/>
                  <a:pt x="24832" y="60427"/>
                </a:cubicBezTo>
                <a:cubicBezTo>
                  <a:pt x="22193" y="61485"/>
                  <a:pt x="19222" y="62014"/>
                  <a:pt x="15917" y="62014"/>
                </a:cubicBezTo>
                <a:cubicBezTo>
                  <a:pt x="13336" y="62014"/>
                  <a:pt x="10698" y="61768"/>
                  <a:pt x="8002" y="61275"/>
                </a:cubicBezTo>
                <a:cubicBezTo>
                  <a:pt x="5306" y="60782"/>
                  <a:pt x="2638" y="59999"/>
                  <a:pt x="0" y="58926"/>
                </a:cubicBezTo>
                <a:lnTo>
                  <a:pt x="0" y="0"/>
                </a:lnTo>
                <a:lnTo>
                  <a:pt x="7567" y="0"/>
                </a:lnTo>
                <a:lnTo>
                  <a:pt x="7567" y="16947"/>
                </a:lnTo>
                <a:lnTo>
                  <a:pt x="7219" y="25049"/>
                </a:lnTo>
                <a:cubicBezTo>
                  <a:pt x="9393" y="22121"/>
                  <a:pt x="11720" y="20055"/>
                  <a:pt x="14199" y="18852"/>
                </a:cubicBezTo>
                <a:cubicBezTo>
                  <a:pt x="16678" y="17649"/>
                  <a:pt x="19338" y="17047"/>
                  <a:pt x="22179" y="17047"/>
                </a:cubicBezTo>
                <a:cubicBezTo>
                  <a:pt x="24672" y="17047"/>
                  <a:pt x="26861" y="17569"/>
                  <a:pt x="28746" y="18613"/>
                </a:cubicBezTo>
                <a:cubicBezTo>
                  <a:pt x="30630" y="19657"/>
                  <a:pt x="32210" y="21128"/>
                  <a:pt x="33486" y="23027"/>
                </a:cubicBezTo>
                <a:cubicBezTo>
                  <a:pt x="34761" y="24926"/>
                  <a:pt x="35718" y="27216"/>
                  <a:pt x="36356" y="29898"/>
                </a:cubicBezTo>
                <a:cubicBezTo>
                  <a:pt x="36994" y="32580"/>
                  <a:pt x="37313" y="35573"/>
                  <a:pt x="37313" y="38878"/>
                </a:cubicBezTo>
                <a:moveTo>
                  <a:pt x="29572" y="39226"/>
                </a:moveTo>
                <a:cubicBezTo>
                  <a:pt x="29572" y="36936"/>
                  <a:pt x="29405" y="34834"/>
                  <a:pt x="29072" y="32920"/>
                </a:cubicBezTo>
                <a:cubicBezTo>
                  <a:pt x="28738" y="31007"/>
                  <a:pt x="28209" y="29369"/>
                  <a:pt x="27484" y="28006"/>
                </a:cubicBezTo>
                <a:cubicBezTo>
                  <a:pt x="26760" y="26644"/>
                  <a:pt x="25832" y="25578"/>
                  <a:pt x="24701" y="24810"/>
                </a:cubicBezTo>
                <a:cubicBezTo>
                  <a:pt x="23571" y="24042"/>
                  <a:pt x="22222" y="23658"/>
                  <a:pt x="20657" y="23658"/>
                </a:cubicBezTo>
                <a:cubicBezTo>
                  <a:pt x="19700" y="23658"/>
                  <a:pt x="18729" y="23810"/>
                  <a:pt x="17743" y="24114"/>
                </a:cubicBezTo>
                <a:cubicBezTo>
                  <a:pt x="16757" y="24419"/>
                  <a:pt x="15735" y="24926"/>
                  <a:pt x="14677" y="25636"/>
                </a:cubicBezTo>
                <a:cubicBezTo>
                  <a:pt x="13619" y="26347"/>
                  <a:pt x="12503" y="27289"/>
                  <a:pt x="11329" y="28463"/>
                </a:cubicBezTo>
                <a:cubicBezTo>
                  <a:pt x="10154" y="29637"/>
                  <a:pt x="8901" y="31094"/>
                  <a:pt x="7567" y="32834"/>
                </a:cubicBezTo>
                <a:lnTo>
                  <a:pt x="7567" y="54012"/>
                </a:lnTo>
                <a:cubicBezTo>
                  <a:pt x="9046" y="54592"/>
                  <a:pt x="10553" y="55049"/>
                  <a:pt x="12090" y="55382"/>
                </a:cubicBezTo>
                <a:cubicBezTo>
                  <a:pt x="13626" y="55715"/>
                  <a:pt x="15090" y="55882"/>
                  <a:pt x="16482" y="55882"/>
                </a:cubicBezTo>
                <a:cubicBezTo>
                  <a:pt x="18222" y="55882"/>
                  <a:pt x="19881" y="55607"/>
                  <a:pt x="21461" y="55056"/>
                </a:cubicBezTo>
                <a:cubicBezTo>
                  <a:pt x="23041" y="54505"/>
                  <a:pt x="24433" y="53585"/>
                  <a:pt x="25636" y="52294"/>
                </a:cubicBezTo>
                <a:cubicBezTo>
                  <a:pt x="26839" y="51004"/>
                  <a:pt x="27796" y="49294"/>
                  <a:pt x="28506" y="47163"/>
                </a:cubicBezTo>
                <a:cubicBezTo>
                  <a:pt x="29217" y="45032"/>
                  <a:pt x="29572" y="42386"/>
                  <a:pt x="29572" y="39226"/>
                </a:cubicBezTo>
                <a:close/>
                <a:moveTo>
                  <a:pt x="86782" y="39313"/>
                </a:moveTo>
                <a:cubicBezTo>
                  <a:pt x="86782" y="42705"/>
                  <a:pt x="86303" y="45815"/>
                  <a:pt x="85347" y="48641"/>
                </a:cubicBezTo>
                <a:cubicBezTo>
                  <a:pt x="84390" y="51468"/>
                  <a:pt x="83013" y="53889"/>
                  <a:pt x="81215" y="55904"/>
                </a:cubicBezTo>
                <a:cubicBezTo>
                  <a:pt x="79418" y="57919"/>
                  <a:pt x="77229" y="59484"/>
                  <a:pt x="74649" y="60601"/>
                </a:cubicBezTo>
                <a:cubicBezTo>
                  <a:pt x="72068" y="61717"/>
                  <a:pt x="69140" y="62275"/>
                  <a:pt x="65864" y="62275"/>
                </a:cubicBezTo>
                <a:cubicBezTo>
                  <a:pt x="62733" y="62275"/>
                  <a:pt x="59928" y="61789"/>
                  <a:pt x="57449" y="60818"/>
                </a:cubicBezTo>
                <a:cubicBezTo>
                  <a:pt x="54970" y="59847"/>
                  <a:pt x="52868" y="58419"/>
                  <a:pt x="51143" y="56535"/>
                </a:cubicBezTo>
                <a:cubicBezTo>
                  <a:pt x="49418" y="54650"/>
                  <a:pt x="48099" y="52316"/>
                  <a:pt x="47186" y="49533"/>
                </a:cubicBezTo>
                <a:cubicBezTo>
                  <a:pt x="46273" y="46750"/>
                  <a:pt x="45816" y="43546"/>
                  <a:pt x="45816" y="39922"/>
                </a:cubicBezTo>
                <a:cubicBezTo>
                  <a:pt x="45816" y="36530"/>
                  <a:pt x="46294" y="33435"/>
                  <a:pt x="47251" y="30637"/>
                </a:cubicBezTo>
                <a:cubicBezTo>
                  <a:pt x="48208" y="27840"/>
                  <a:pt x="49585" y="25433"/>
                  <a:pt x="51383" y="23418"/>
                </a:cubicBezTo>
                <a:cubicBezTo>
                  <a:pt x="53180" y="21403"/>
                  <a:pt x="55369" y="19838"/>
                  <a:pt x="57949" y="18722"/>
                </a:cubicBezTo>
                <a:cubicBezTo>
                  <a:pt x="60530" y="17605"/>
                  <a:pt x="63458" y="17047"/>
                  <a:pt x="66734" y="17047"/>
                </a:cubicBezTo>
                <a:cubicBezTo>
                  <a:pt x="69865" y="17047"/>
                  <a:pt x="72670" y="17533"/>
                  <a:pt x="75149" y="18504"/>
                </a:cubicBezTo>
                <a:cubicBezTo>
                  <a:pt x="77628" y="19475"/>
                  <a:pt x="79730" y="20896"/>
                  <a:pt x="81455" y="22766"/>
                </a:cubicBezTo>
                <a:cubicBezTo>
                  <a:pt x="83180" y="24636"/>
                  <a:pt x="84499" y="26963"/>
                  <a:pt x="85412" y="29746"/>
                </a:cubicBezTo>
                <a:cubicBezTo>
                  <a:pt x="86325" y="32529"/>
                  <a:pt x="86782" y="35718"/>
                  <a:pt x="86782" y="39313"/>
                </a:cubicBezTo>
                <a:moveTo>
                  <a:pt x="79041" y="39661"/>
                </a:moveTo>
                <a:cubicBezTo>
                  <a:pt x="79041" y="36965"/>
                  <a:pt x="78744" y="34609"/>
                  <a:pt x="78149" y="32594"/>
                </a:cubicBezTo>
                <a:cubicBezTo>
                  <a:pt x="77555" y="30579"/>
                  <a:pt x="76707" y="28898"/>
                  <a:pt x="75605" y="27550"/>
                </a:cubicBezTo>
                <a:cubicBezTo>
                  <a:pt x="74504" y="26202"/>
                  <a:pt x="73163" y="25187"/>
                  <a:pt x="71583" y="24506"/>
                </a:cubicBezTo>
                <a:cubicBezTo>
                  <a:pt x="70003" y="23824"/>
                  <a:pt x="68241" y="23484"/>
                  <a:pt x="66299" y="23484"/>
                </a:cubicBezTo>
                <a:cubicBezTo>
                  <a:pt x="64038" y="23484"/>
                  <a:pt x="62102" y="23926"/>
                  <a:pt x="60493" y="24810"/>
                </a:cubicBezTo>
                <a:cubicBezTo>
                  <a:pt x="58884" y="25694"/>
                  <a:pt x="57565" y="26876"/>
                  <a:pt x="56536" y="28354"/>
                </a:cubicBezTo>
                <a:cubicBezTo>
                  <a:pt x="55507" y="29833"/>
                  <a:pt x="54753" y="31551"/>
                  <a:pt x="54274" y="33508"/>
                </a:cubicBezTo>
                <a:cubicBezTo>
                  <a:pt x="53796" y="35465"/>
                  <a:pt x="53557" y="37516"/>
                  <a:pt x="53557" y="39661"/>
                </a:cubicBezTo>
                <a:cubicBezTo>
                  <a:pt x="53557" y="42357"/>
                  <a:pt x="53854" y="44720"/>
                  <a:pt x="54448" y="46750"/>
                </a:cubicBezTo>
                <a:cubicBezTo>
                  <a:pt x="55043" y="48779"/>
                  <a:pt x="55891" y="50468"/>
                  <a:pt x="56992" y="51816"/>
                </a:cubicBezTo>
                <a:cubicBezTo>
                  <a:pt x="58094" y="53164"/>
                  <a:pt x="59428" y="54179"/>
                  <a:pt x="60993" y="54860"/>
                </a:cubicBezTo>
                <a:cubicBezTo>
                  <a:pt x="62559" y="55542"/>
                  <a:pt x="64327" y="55882"/>
                  <a:pt x="66299" y="55882"/>
                </a:cubicBezTo>
                <a:cubicBezTo>
                  <a:pt x="68560" y="55882"/>
                  <a:pt x="70496" y="55440"/>
                  <a:pt x="72105" y="54556"/>
                </a:cubicBezTo>
                <a:cubicBezTo>
                  <a:pt x="73714" y="53672"/>
                  <a:pt x="75033" y="52490"/>
                  <a:pt x="76062" y="51012"/>
                </a:cubicBezTo>
                <a:cubicBezTo>
                  <a:pt x="77091" y="49533"/>
                  <a:pt x="77845" y="47815"/>
                  <a:pt x="78323" y="45858"/>
                </a:cubicBezTo>
                <a:cubicBezTo>
                  <a:pt x="78802" y="43901"/>
                  <a:pt x="79041" y="41836"/>
                  <a:pt x="79041" y="39661"/>
                </a:cubicBezTo>
                <a:close/>
                <a:moveTo>
                  <a:pt x="135555" y="39313"/>
                </a:moveTo>
                <a:cubicBezTo>
                  <a:pt x="135555" y="42705"/>
                  <a:pt x="135076" y="45815"/>
                  <a:pt x="134120" y="48641"/>
                </a:cubicBezTo>
                <a:cubicBezTo>
                  <a:pt x="133163" y="51468"/>
                  <a:pt x="131786" y="53889"/>
                  <a:pt x="129988" y="55904"/>
                </a:cubicBezTo>
                <a:cubicBezTo>
                  <a:pt x="128191" y="57919"/>
                  <a:pt x="126002" y="59484"/>
                  <a:pt x="123422" y="60601"/>
                </a:cubicBezTo>
                <a:cubicBezTo>
                  <a:pt x="120841" y="61717"/>
                  <a:pt x="117913" y="62275"/>
                  <a:pt x="114637" y="62275"/>
                </a:cubicBezTo>
                <a:cubicBezTo>
                  <a:pt x="111506" y="62275"/>
                  <a:pt x="108701" y="61789"/>
                  <a:pt x="106222" y="60818"/>
                </a:cubicBezTo>
                <a:cubicBezTo>
                  <a:pt x="103743" y="59847"/>
                  <a:pt x="101641" y="58419"/>
                  <a:pt x="99916" y="56535"/>
                </a:cubicBezTo>
                <a:cubicBezTo>
                  <a:pt x="98191" y="54650"/>
                  <a:pt x="96872" y="52316"/>
                  <a:pt x="95959" y="49533"/>
                </a:cubicBezTo>
                <a:cubicBezTo>
                  <a:pt x="95046" y="46750"/>
                  <a:pt x="94589" y="43546"/>
                  <a:pt x="94589" y="39922"/>
                </a:cubicBezTo>
                <a:cubicBezTo>
                  <a:pt x="94589" y="36530"/>
                  <a:pt x="95067" y="33435"/>
                  <a:pt x="96024" y="30637"/>
                </a:cubicBezTo>
                <a:cubicBezTo>
                  <a:pt x="96981" y="27840"/>
                  <a:pt x="98358" y="25433"/>
                  <a:pt x="100155" y="23418"/>
                </a:cubicBezTo>
                <a:cubicBezTo>
                  <a:pt x="101953" y="21403"/>
                  <a:pt x="104142" y="19838"/>
                  <a:pt x="106722" y="18722"/>
                </a:cubicBezTo>
                <a:cubicBezTo>
                  <a:pt x="109302" y="17605"/>
                  <a:pt x="112231" y="17047"/>
                  <a:pt x="115507" y="17047"/>
                </a:cubicBezTo>
                <a:cubicBezTo>
                  <a:pt x="118638" y="17047"/>
                  <a:pt x="121443" y="17533"/>
                  <a:pt x="123922" y="18504"/>
                </a:cubicBezTo>
                <a:cubicBezTo>
                  <a:pt x="126401" y="19475"/>
                  <a:pt x="128502" y="20896"/>
                  <a:pt x="130227" y="22766"/>
                </a:cubicBezTo>
                <a:cubicBezTo>
                  <a:pt x="131953" y="24636"/>
                  <a:pt x="133272" y="26963"/>
                  <a:pt x="134185" y="29746"/>
                </a:cubicBezTo>
                <a:cubicBezTo>
                  <a:pt x="135098" y="32529"/>
                  <a:pt x="135555" y="35718"/>
                  <a:pt x="135555" y="39313"/>
                </a:cubicBezTo>
                <a:moveTo>
                  <a:pt x="127814" y="39661"/>
                </a:moveTo>
                <a:cubicBezTo>
                  <a:pt x="127814" y="36965"/>
                  <a:pt x="127517" y="34609"/>
                  <a:pt x="126922" y="32594"/>
                </a:cubicBezTo>
                <a:cubicBezTo>
                  <a:pt x="126328" y="30579"/>
                  <a:pt x="125480" y="28898"/>
                  <a:pt x="124378" y="27550"/>
                </a:cubicBezTo>
                <a:cubicBezTo>
                  <a:pt x="123277" y="26202"/>
                  <a:pt x="121936" y="25187"/>
                  <a:pt x="120356" y="24506"/>
                </a:cubicBezTo>
                <a:cubicBezTo>
                  <a:pt x="118776" y="23824"/>
                  <a:pt x="117014" y="23484"/>
                  <a:pt x="115072" y="23484"/>
                </a:cubicBezTo>
                <a:cubicBezTo>
                  <a:pt x="112811" y="23484"/>
                  <a:pt x="110875" y="23926"/>
                  <a:pt x="109266" y="24810"/>
                </a:cubicBezTo>
                <a:cubicBezTo>
                  <a:pt x="107657" y="25694"/>
                  <a:pt x="106338" y="26876"/>
                  <a:pt x="105309" y="28354"/>
                </a:cubicBezTo>
                <a:cubicBezTo>
                  <a:pt x="104280" y="29833"/>
                  <a:pt x="103526" y="31551"/>
                  <a:pt x="103047" y="33508"/>
                </a:cubicBezTo>
                <a:cubicBezTo>
                  <a:pt x="102569" y="35465"/>
                  <a:pt x="102330" y="37516"/>
                  <a:pt x="102330" y="39661"/>
                </a:cubicBezTo>
                <a:cubicBezTo>
                  <a:pt x="102330" y="42357"/>
                  <a:pt x="102627" y="44720"/>
                  <a:pt x="103221" y="46750"/>
                </a:cubicBezTo>
                <a:cubicBezTo>
                  <a:pt x="103816" y="48779"/>
                  <a:pt x="104664" y="50468"/>
                  <a:pt x="105765" y="51816"/>
                </a:cubicBezTo>
                <a:cubicBezTo>
                  <a:pt x="106867" y="53164"/>
                  <a:pt x="108201" y="54179"/>
                  <a:pt x="109766" y="54860"/>
                </a:cubicBezTo>
                <a:cubicBezTo>
                  <a:pt x="111332" y="55542"/>
                  <a:pt x="113100" y="55882"/>
                  <a:pt x="115072" y="55882"/>
                </a:cubicBezTo>
                <a:cubicBezTo>
                  <a:pt x="117333" y="55882"/>
                  <a:pt x="119268" y="55440"/>
                  <a:pt x="120878" y="54556"/>
                </a:cubicBezTo>
                <a:cubicBezTo>
                  <a:pt x="122487" y="53672"/>
                  <a:pt x="123806" y="52490"/>
                  <a:pt x="124835" y="51012"/>
                </a:cubicBezTo>
                <a:cubicBezTo>
                  <a:pt x="125864" y="49533"/>
                  <a:pt x="126618" y="47815"/>
                  <a:pt x="127096" y="45858"/>
                </a:cubicBezTo>
                <a:cubicBezTo>
                  <a:pt x="127575" y="43901"/>
                  <a:pt x="127814" y="41836"/>
                  <a:pt x="127814" y="39661"/>
                </a:cubicBezTo>
                <a:close/>
                <a:moveTo>
                  <a:pt x="161192" y="6219"/>
                </a:moveTo>
                <a:lnTo>
                  <a:pt x="148276" y="6219"/>
                </a:lnTo>
                <a:lnTo>
                  <a:pt x="148276" y="0"/>
                </a:lnTo>
                <a:lnTo>
                  <a:pt x="168846" y="0"/>
                </a:lnTo>
                <a:lnTo>
                  <a:pt x="168846" y="55186"/>
                </a:lnTo>
                <a:lnTo>
                  <a:pt x="181849" y="55186"/>
                </a:lnTo>
                <a:lnTo>
                  <a:pt x="181849" y="61492"/>
                </a:lnTo>
                <a:lnTo>
                  <a:pt x="146841" y="61492"/>
                </a:lnTo>
                <a:lnTo>
                  <a:pt x="146841" y="55186"/>
                </a:lnTo>
                <a:lnTo>
                  <a:pt x="161192" y="55186"/>
                </a:lnTo>
                <a:lnTo>
                  <a:pt x="161192" y="6219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]">
            <a:extLst xmlns:a="http://schemas.openxmlformats.org/drawingml/2006/main">
              <a:ext uri="{FF2B5EF4-FFF2-40B4-BE49-F238E27FC236}">
                <a16:creationId xmlns:a16="http://schemas.microsoft.com/office/drawing/2014/main" id="{DAEA262B-603F-4EE5-90DF-22E85A2C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148" y="4501869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74713"/>
                </a:lnTo>
                <a:lnTo>
                  <a:pt x="14134" y="74713"/>
                </a:lnTo>
                <a:lnTo>
                  <a:pt x="14134" y="6088"/>
                </a:lnTo>
                <a:lnTo>
                  <a:pt x="0" y="6088"/>
                </a:lnTo>
                <a:lnTo>
                  <a:pt x="0" y="0"/>
                </a:lnTo>
                <a:lnTo>
                  <a:pt x="21440" y="0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)-&gt;">
            <a:extLst xmlns:a="http://schemas.openxmlformats.org/drawingml/2006/main">
              <a:ext uri="{FF2B5EF4-FFF2-40B4-BE49-F238E27FC236}">
                <a16:creationId xmlns:a16="http://schemas.microsoft.com/office/drawing/2014/main" id="{238D3487-6F88-4CB0-AD3B-28CADFB7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703" y="4500042"/>
            <a:ext cx="178021" cy="83062"/>
          </a:xfrm>
          <a:custGeom xmlns:a="http://schemas.openxmlformats.org/drawingml/2006/main">
            <a:pathLst>
              <a:path w="178021" h="83062">
                <a:moveTo>
                  <a:pt x="4566" y="0"/>
                </a:moveTo>
                <a:cubicBezTo>
                  <a:pt x="17932" y="12386"/>
                  <a:pt x="24614" y="26164"/>
                  <a:pt x="24614" y="41335"/>
                </a:cubicBezTo>
                <a:cubicBezTo>
                  <a:pt x="24614" y="44468"/>
                  <a:pt x="24295" y="47717"/>
                  <a:pt x="23658" y="51082"/>
                </a:cubicBezTo>
                <a:cubicBezTo>
                  <a:pt x="23020" y="54447"/>
                  <a:pt x="21932" y="57892"/>
                  <a:pt x="20396" y="61416"/>
                </a:cubicBezTo>
                <a:cubicBezTo>
                  <a:pt x="18859" y="64940"/>
                  <a:pt x="16794" y="68515"/>
                  <a:pt x="14199" y="72141"/>
                </a:cubicBezTo>
                <a:cubicBezTo>
                  <a:pt x="11604" y="75767"/>
                  <a:pt x="8335" y="79407"/>
                  <a:pt x="4392" y="83062"/>
                </a:cubicBezTo>
                <a:lnTo>
                  <a:pt x="0" y="78580"/>
                </a:lnTo>
                <a:cubicBezTo>
                  <a:pt x="5653" y="72982"/>
                  <a:pt x="9872" y="67137"/>
                  <a:pt x="12655" y="61046"/>
                </a:cubicBezTo>
                <a:cubicBezTo>
                  <a:pt x="15438" y="54954"/>
                  <a:pt x="16830" y="48573"/>
                  <a:pt x="16830" y="41901"/>
                </a:cubicBezTo>
                <a:cubicBezTo>
                  <a:pt x="16830" y="28093"/>
                  <a:pt x="11220" y="15678"/>
                  <a:pt x="0" y="4656"/>
                </a:cubicBezTo>
                <a:lnTo>
                  <a:pt x="4566" y="0"/>
                </a:lnTo>
                <a:close/>
                <a:moveTo>
                  <a:pt x="123725" y="44619"/>
                </a:moveTo>
                <a:lnTo>
                  <a:pt x="97719" y="44619"/>
                </a:lnTo>
                <a:lnTo>
                  <a:pt x="97719" y="37487"/>
                </a:lnTo>
                <a:lnTo>
                  <a:pt x="123725" y="37487"/>
                </a:lnTo>
                <a:lnTo>
                  <a:pt x="123725" y="44619"/>
                </a:lnTo>
                <a:close/>
                <a:moveTo>
                  <a:pt x="144101" y="21527"/>
                </a:moveTo>
                <a:lnTo>
                  <a:pt x="148797" y="16699"/>
                </a:lnTo>
                <a:lnTo>
                  <a:pt x="178021" y="41096"/>
                </a:lnTo>
                <a:lnTo>
                  <a:pt x="148797" y="65493"/>
                </a:lnTo>
                <a:lnTo>
                  <a:pt x="144101" y="60709"/>
                </a:lnTo>
                <a:lnTo>
                  <a:pt x="167802" y="41183"/>
                </a:lnTo>
                <a:lnTo>
                  <a:pt x="144101" y="21527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Optional">
            <a:extLst xmlns:a="http://schemas.openxmlformats.org/drawingml/2006/main">
              <a:ext uri="{FF2B5EF4-FFF2-40B4-BE49-F238E27FC236}">
                <a16:creationId xmlns:a16="http://schemas.microsoft.com/office/drawing/2014/main" id="{EB709C93-6611-4EEA-BB2B-199147F0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218" y="4608853"/>
            <a:ext cx="381421" cy="79844"/>
          </a:xfrm>
          <a:custGeom xmlns:a="http://schemas.openxmlformats.org/drawingml/2006/main">
            <a:pathLst>
              <a:path w="381421" h="79844">
                <a:moveTo>
                  <a:pt x="44097" y="33203"/>
                </a:moveTo>
                <a:cubicBezTo>
                  <a:pt x="44097" y="38309"/>
                  <a:pt x="43495" y="42719"/>
                  <a:pt x="42292" y="46433"/>
                </a:cubicBezTo>
                <a:cubicBezTo>
                  <a:pt x="41089" y="50147"/>
                  <a:pt x="39465" y="53215"/>
                  <a:pt x="37422" y="55638"/>
                </a:cubicBezTo>
                <a:cubicBezTo>
                  <a:pt x="35378" y="58060"/>
                  <a:pt x="32986" y="59859"/>
                  <a:pt x="30246" y="61034"/>
                </a:cubicBezTo>
                <a:cubicBezTo>
                  <a:pt x="27506" y="62209"/>
                  <a:pt x="24614" y="62797"/>
                  <a:pt x="21570" y="62797"/>
                </a:cubicBezTo>
                <a:cubicBezTo>
                  <a:pt x="17917" y="62797"/>
                  <a:pt x="14735" y="62137"/>
                  <a:pt x="12024" y="60817"/>
                </a:cubicBezTo>
                <a:cubicBezTo>
                  <a:pt x="9314" y="59497"/>
                  <a:pt x="7067" y="57589"/>
                  <a:pt x="5284" y="55094"/>
                </a:cubicBezTo>
                <a:cubicBezTo>
                  <a:pt x="3501" y="52599"/>
                  <a:pt x="2174" y="49560"/>
                  <a:pt x="1305" y="45976"/>
                </a:cubicBezTo>
                <a:cubicBezTo>
                  <a:pt x="435" y="42393"/>
                  <a:pt x="0" y="38353"/>
                  <a:pt x="0" y="33855"/>
                </a:cubicBezTo>
                <a:cubicBezTo>
                  <a:pt x="0" y="28807"/>
                  <a:pt x="594" y="24426"/>
                  <a:pt x="1783" y="20713"/>
                </a:cubicBezTo>
                <a:cubicBezTo>
                  <a:pt x="2972" y="16999"/>
                  <a:pt x="4588" y="13931"/>
                  <a:pt x="6632" y="11508"/>
                </a:cubicBezTo>
                <a:cubicBezTo>
                  <a:pt x="8676" y="9085"/>
                  <a:pt x="11060" y="7287"/>
                  <a:pt x="13786" y="6111"/>
                </a:cubicBezTo>
                <a:cubicBezTo>
                  <a:pt x="16511" y="4936"/>
                  <a:pt x="19396" y="4349"/>
                  <a:pt x="22440" y="4349"/>
                </a:cubicBezTo>
                <a:cubicBezTo>
                  <a:pt x="26093" y="4349"/>
                  <a:pt x="29275" y="5016"/>
                  <a:pt x="31985" y="6351"/>
                </a:cubicBezTo>
                <a:cubicBezTo>
                  <a:pt x="34696" y="7685"/>
                  <a:pt x="36950" y="9593"/>
                  <a:pt x="38748" y="12073"/>
                </a:cubicBezTo>
                <a:cubicBezTo>
                  <a:pt x="40545" y="14554"/>
                  <a:pt x="41886" y="17579"/>
                  <a:pt x="42771" y="21147"/>
                </a:cubicBezTo>
                <a:cubicBezTo>
                  <a:pt x="43655" y="24716"/>
                  <a:pt x="44097" y="28735"/>
                  <a:pt x="44097" y="33203"/>
                </a:cubicBezTo>
                <a:moveTo>
                  <a:pt x="36052" y="33769"/>
                </a:moveTo>
                <a:cubicBezTo>
                  <a:pt x="36052" y="30432"/>
                  <a:pt x="35798" y="27378"/>
                  <a:pt x="35291" y="24606"/>
                </a:cubicBezTo>
                <a:cubicBezTo>
                  <a:pt x="34783" y="21835"/>
                  <a:pt x="33964" y="19448"/>
                  <a:pt x="32834" y="17446"/>
                </a:cubicBezTo>
                <a:cubicBezTo>
                  <a:pt x="31703" y="15442"/>
                  <a:pt x="30246" y="13889"/>
                  <a:pt x="28463" y="12787"/>
                </a:cubicBezTo>
                <a:cubicBezTo>
                  <a:pt x="26680" y="11684"/>
                  <a:pt x="24527" y="11133"/>
                  <a:pt x="22005" y="11133"/>
                </a:cubicBezTo>
                <a:cubicBezTo>
                  <a:pt x="19570" y="11133"/>
                  <a:pt x="17475" y="11721"/>
                  <a:pt x="15721" y="12897"/>
                </a:cubicBezTo>
                <a:cubicBezTo>
                  <a:pt x="13967" y="14072"/>
                  <a:pt x="12525" y="15668"/>
                  <a:pt x="11394" y="17685"/>
                </a:cubicBezTo>
                <a:cubicBezTo>
                  <a:pt x="10263" y="19701"/>
                  <a:pt x="9422" y="22067"/>
                  <a:pt x="8872" y="24780"/>
                </a:cubicBezTo>
                <a:cubicBezTo>
                  <a:pt x="8321" y="27494"/>
                  <a:pt x="8045" y="30374"/>
                  <a:pt x="8045" y="33421"/>
                </a:cubicBezTo>
                <a:cubicBezTo>
                  <a:pt x="8045" y="36786"/>
                  <a:pt x="8306" y="39855"/>
                  <a:pt x="8828" y="42626"/>
                </a:cubicBezTo>
                <a:cubicBezTo>
                  <a:pt x="9350" y="45398"/>
                  <a:pt x="10169" y="47778"/>
                  <a:pt x="11285" y="49767"/>
                </a:cubicBezTo>
                <a:cubicBezTo>
                  <a:pt x="12401" y="51754"/>
                  <a:pt x="13844" y="53300"/>
                  <a:pt x="15612" y="54402"/>
                </a:cubicBezTo>
                <a:cubicBezTo>
                  <a:pt x="17381" y="55505"/>
                  <a:pt x="19512" y="56056"/>
                  <a:pt x="22005" y="56056"/>
                </a:cubicBezTo>
                <a:cubicBezTo>
                  <a:pt x="24440" y="56056"/>
                  <a:pt x="26542" y="55469"/>
                  <a:pt x="28311" y="54294"/>
                </a:cubicBezTo>
                <a:cubicBezTo>
                  <a:pt x="30079" y="53118"/>
                  <a:pt x="31536" y="51521"/>
                  <a:pt x="32681" y="49504"/>
                </a:cubicBezTo>
                <a:cubicBezTo>
                  <a:pt x="33826" y="47488"/>
                  <a:pt x="34675" y="45130"/>
                  <a:pt x="35225" y="42431"/>
                </a:cubicBezTo>
                <a:cubicBezTo>
                  <a:pt x="35776" y="39732"/>
                  <a:pt x="36052" y="36844"/>
                  <a:pt x="36052" y="33769"/>
                </a:cubicBezTo>
                <a:close/>
                <a:moveTo>
                  <a:pt x="90565" y="39400"/>
                </a:moveTo>
                <a:cubicBezTo>
                  <a:pt x="90565" y="43285"/>
                  <a:pt x="90021" y="46677"/>
                  <a:pt x="88934" y="49576"/>
                </a:cubicBezTo>
                <a:cubicBezTo>
                  <a:pt x="87847" y="52476"/>
                  <a:pt x="86347" y="54882"/>
                  <a:pt x="84433" y="56795"/>
                </a:cubicBezTo>
                <a:cubicBezTo>
                  <a:pt x="82520" y="58709"/>
                  <a:pt x="80258" y="60144"/>
                  <a:pt x="77649" y="61101"/>
                </a:cubicBezTo>
                <a:cubicBezTo>
                  <a:pt x="75040" y="62058"/>
                  <a:pt x="72213" y="62536"/>
                  <a:pt x="69169" y="62536"/>
                </a:cubicBezTo>
                <a:cubicBezTo>
                  <a:pt x="67777" y="62536"/>
                  <a:pt x="66393" y="62463"/>
                  <a:pt x="65016" y="62318"/>
                </a:cubicBezTo>
                <a:cubicBezTo>
                  <a:pt x="63639" y="62173"/>
                  <a:pt x="62240" y="61927"/>
                  <a:pt x="60819" y="61579"/>
                </a:cubicBezTo>
                <a:lnTo>
                  <a:pt x="60819" y="79844"/>
                </a:lnTo>
                <a:lnTo>
                  <a:pt x="53252" y="79844"/>
                </a:lnTo>
                <a:lnTo>
                  <a:pt x="53252" y="18352"/>
                </a:lnTo>
                <a:lnTo>
                  <a:pt x="59993" y="18352"/>
                </a:lnTo>
                <a:lnTo>
                  <a:pt x="60471" y="25658"/>
                </a:lnTo>
                <a:cubicBezTo>
                  <a:pt x="62646" y="22672"/>
                  <a:pt x="64965" y="20577"/>
                  <a:pt x="67429" y="19374"/>
                </a:cubicBezTo>
                <a:cubicBezTo>
                  <a:pt x="69894" y="18171"/>
                  <a:pt x="72561" y="17569"/>
                  <a:pt x="75431" y="17569"/>
                </a:cubicBezTo>
                <a:cubicBezTo>
                  <a:pt x="77924" y="17569"/>
                  <a:pt x="80113" y="18091"/>
                  <a:pt x="81998" y="19135"/>
                </a:cubicBezTo>
                <a:cubicBezTo>
                  <a:pt x="83882" y="20178"/>
                  <a:pt x="85462" y="21650"/>
                  <a:pt x="86738" y="23549"/>
                </a:cubicBezTo>
                <a:cubicBezTo>
                  <a:pt x="88014" y="25448"/>
                  <a:pt x="88970" y="27738"/>
                  <a:pt x="89608" y="30420"/>
                </a:cubicBezTo>
                <a:cubicBezTo>
                  <a:pt x="90246" y="33102"/>
                  <a:pt x="90565" y="36095"/>
                  <a:pt x="90565" y="39400"/>
                </a:cubicBezTo>
                <a:moveTo>
                  <a:pt x="82824" y="39748"/>
                </a:moveTo>
                <a:cubicBezTo>
                  <a:pt x="82824" y="37458"/>
                  <a:pt x="82657" y="35356"/>
                  <a:pt x="82324" y="33442"/>
                </a:cubicBezTo>
                <a:cubicBezTo>
                  <a:pt x="81991" y="31529"/>
                  <a:pt x="81462" y="29891"/>
                  <a:pt x="80737" y="28528"/>
                </a:cubicBezTo>
                <a:cubicBezTo>
                  <a:pt x="80012" y="27166"/>
                  <a:pt x="79084" y="26100"/>
                  <a:pt x="77953" y="25332"/>
                </a:cubicBezTo>
                <a:cubicBezTo>
                  <a:pt x="76823" y="24564"/>
                  <a:pt x="75475" y="24179"/>
                  <a:pt x="73909" y="24179"/>
                </a:cubicBezTo>
                <a:cubicBezTo>
                  <a:pt x="72952" y="24179"/>
                  <a:pt x="71981" y="24332"/>
                  <a:pt x="70995" y="24636"/>
                </a:cubicBezTo>
                <a:cubicBezTo>
                  <a:pt x="70010" y="24940"/>
                  <a:pt x="68988" y="25448"/>
                  <a:pt x="67929" y="26158"/>
                </a:cubicBezTo>
                <a:cubicBezTo>
                  <a:pt x="66871" y="26868"/>
                  <a:pt x="65755" y="27811"/>
                  <a:pt x="64581" y="28985"/>
                </a:cubicBezTo>
                <a:cubicBezTo>
                  <a:pt x="63407" y="30159"/>
                  <a:pt x="62153" y="31616"/>
                  <a:pt x="60819" y="33355"/>
                </a:cubicBezTo>
                <a:lnTo>
                  <a:pt x="60819" y="54534"/>
                </a:lnTo>
                <a:cubicBezTo>
                  <a:pt x="62211" y="55114"/>
                  <a:pt x="63675" y="55571"/>
                  <a:pt x="65211" y="55904"/>
                </a:cubicBezTo>
                <a:cubicBezTo>
                  <a:pt x="66748" y="56237"/>
                  <a:pt x="68256" y="56404"/>
                  <a:pt x="69734" y="56404"/>
                </a:cubicBezTo>
                <a:cubicBezTo>
                  <a:pt x="73822" y="56404"/>
                  <a:pt x="77026" y="55020"/>
                  <a:pt x="79345" y="52251"/>
                </a:cubicBezTo>
                <a:cubicBezTo>
                  <a:pt x="81664" y="49482"/>
                  <a:pt x="82824" y="45315"/>
                  <a:pt x="82824" y="39748"/>
                </a:cubicBezTo>
                <a:close/>
                <a:moveTo>
                  <a:pt x="137207" y="61362"/>
                </a:moveTo>
                <a:cubicBezTo>
                  <a:pt x="135497" y="61812"/>
                  <a:pt x="133728" y="62135"/>
                  <a:pt x="131902" y="62329"/>
                </a:cubicBezTo>
                <a:cubicBezTo>
                  <a:pt x="130075" y="62525"/>
                  <a:pt x="128220" y="62623"/>
                  <a:pt x="126335" y="62623"/>
                </a:cubicBezTo>
                <a:cubicBezTo>
                  <a:pt x="120856" y="62623"/>
                  <a:pt x="116768" y="61383"/>
                  <a:pt x="114072" y="58905"/>
                </a:cubicBezTo>
                <a:cubicBezTo>
                  <a:pt x="111375" y="56426"/>
                  <a:pt x="110027" y="52621"/>
                  <a:pt x="110027" y="47489"/>
                </a:cubicBezTo>
                <a:lnTo>
                  <a:pt x="110027" y="24701"/>
                </a:lnTo>
                <a:lnTo>
                  <a:pt x="97807" y="24701"/>
                </a:lnTo>
                <a:lnTo>
                  <a:pt x="97807" y="18352"/>
                </a:lnTo>
                <a:lnTo>
                  <a:pt x="110027" y="18352"/>
                </a:lnTo>
                <a:lnTo>
                  <a:pt x="110027" y="6311"/>
                </a:lnTo>
                <a:lnTo>
                  <a:pt x="117594" y="4349"/>
                </a:lnTo>
                <a:lnTo>
                  <a:pt x="117594" y="18352"/>
                </a:lnTo>
                <a:lnTo>
                  <a:pt x="137207" y="18352"/>
                </a:lnTo>
                <a:lnTo>
                  <a:pt x="137207" y="24701"/>
                </a:lnTo>
                <a:lnTo>
                  <a:pt x="117594" y="24701"/>
                </a:lnTo>
                <a:lnTo>
                  <a:pt x="117594" y="46880"/>
                </a:lnTo>
                <a:cubicBezTo>
                  <a:pt x="117594" y="50011"/>
                  <a:pt x="118428" y="52352"/>
                  <a:pt x="120095" y="53903"/>
                </a:cubicBezTo>
                <a:cubicBezTo>
                  <a:pt x="121762" y="55455"/>
                  <a:pt x="124219" y="56230"/>
                  <a:pt x="127466" y="56230"/>
                </a:cubicBezTo>
                <a:cubicBezTo>
                  <a:pt x="128858" y="56230"/>
                  <a:pt x="130380" y="56118"/>
                  <a:pt x="132032" y="55894"/>
                </a:cubicBezTo>
                <a:cubicBezTo>
                  <a:pt x="133685" y="55670"/>
                  <a:pt x="135410" y="55318"/>
                  <a:pt x="137207" y="54838"/>
                </a:cubicBezTo>
                <a:lnTo>
                  <a:pt x="137207" y="61362"/>
                </a:lnTo>
                <a:close/>
                <a:moveTo>
                  <a:pt x="165672" y="24614"/>
                </a:moveTo>
                <a:lnTo>
                  <a:pt x="152756" y="24614"/>
                </a:lnTo>
                <a:lnTo>
                  <a:pt x="152756" y="18352"/>
                </a:lnTo>
                <a:lnTo>
                  <a:pt x="173326" y="18352"/>
                </a:lnTo>
                <a:lnTo>
                  <a:pt x="173326" y="55708"/>
                </a:lnTo>
                <a:lnTo>
                  <a:pt x="186328" y="55708"/>
                </a:lnTo>
                <a:lnTo>
                  <a:pt x="186328" y="62014"/>
                </a:lnTo>
                <a:lnTo>
                  <a:pt x="151321" y="62014"/>
                </a:lnTo>
                <a:lnTo>
                  <a:pt x="151321" y="55708"/>
                </a:lnTo>
                <a:lnTo>
                  <a:pt x="165672" y="55708"/>
                </a:lnTo>
                <a:lnTo>
                  <a:pt x="165672" y="24614"/>
                </a:lnTo>
                <a:moveTo>
                  <a:pt x="168324" y="0"/>
                </a:moveTo>
                <a:cubicBezTo>
                  <a:pt x="169165" y="0"/>
                  <a:pt x="169948" y="152"/>
                  <a:pt x="170673" y="457"/>
                </a:cubicBezTo>
                <a:cubicBezTo>
                  <a:pt x="171398" y="761"/>
                  <a:pt x="172028" y="1189"/>
                  <a:pt x="172564" y="1740"/>
                </a:cubicBezTo>
                <a:cubicBezTo>
                  <a:pt x="173101" y="2290"/>
                  <a:pt x="173521" y="2921"/>
                  <a:pt x="173826" y="3631"/>
                </a:cubicBezTo>
                <a:cubicBezTo>
                  <a:pt x="174130" y="4342"/>
                  <a:pt x="174282" y="5117"/>
                  <a:pt x="174282" y="5958"/>
                </a:cubicBezTo>
                <a:cubicBezTo>
                  <a:pt x="174282" y="6770"/>
                  <a:pt x="174130" y="7538"/>
                  <a:pt x="173826" y="8263"/>
                </a:cubicBezTo>
                <a:cubicBezTo>
                  <a:pt x="173521" y="8988"/>
                  <a:pt x="173101" y="9625"/>
                  <a:pt x="172564" y="10176"/>
                </a:cubicBezTo>
                <a:cubicBezTo>
                  <a:pt x="172028" y="10727"/>
                  <a:pt x="171398" y="11155"/>
                  <a:pt x="170673" y="11459"/>
                </a:cubicBezTo>
                <a:cubicBezTo>
                  <a:pt x="169948" y="11764"/>
                  <a:pt x="169165" y="11916"/>
                  <a:pt x="168324" y="11916"/>
                </a:cubicBezTo>
                <a:cubicBezTo>
                  <a:pt x="167484" y="11916"/>
                  <a:pt x="166701" y="11764"/>
                  <a:pt x="165976" y="11459"/>
                </a:cubicBezTo>
                <a:cubicBezTo>
                  <a:pt x="165251" y="11155"/>
                  <a:pt x="164621" y="10727"/>
                  <a:pt x="164084" y="10176"/>
                </a:cubicBezTo>
                <a:cubicBezTo>
                  <a:pt x="163548" y="9625"/>
                  <a:pt x="163128" y="8988"/>
                  <a:pt x="162823" y="8263"/>
                </a:cubicBezTo>
                <a:cubicBezTo>
                  <a:pt x="162519" y="7538"/>
                  <a:pt x="162367" y="6770"/>
                  <a:pt x="162367" y="5958"/>
                </a:cubicBezTo>
                <a:cubicBezTo>
                  <a:pt x="162367" y="5117"/>
                  <a:pt x="162519" y="4342"/>
                  <a:pt x="162823" y="3631"/>
                </a:cubicBezTo>
                <a:cubicBezTo>
                  <a:pt x="163128" y="2921"/>
                  <a:pt x="163548" y="2290"/>
                  <a:pt x="164084" y="1740"/>
                </a:cubicBezTo>
                <a:cubicBezTo>
                  <a:pt x="164621" y="1189"/>
                  <a:pt x="165251" y="761"/>
                  <a:pt x="165976" y="457"/>
                </a:cubicBezTo>
                <a:cubicBezTo>
                  <a:pt x="166701" y="152"/>
                  <a:pt x="167484" y="0"/>
                  <a:pt x="168324" y="0"/>
                </a:cubicBezTo>
                <a:close/>
                <a:moveTo>
                  <a:pt x="237580" y="39835"/>
                </a:moveTo>
                <a:cubicBezTo>
                  <a:pt x="237580" y="43227"/>
                  <a:pt x="237102" y="46337"/>
                  <a:pt x="236145" y="49163"/>
                </a:cubicBezTo>
                <a:cubicBezTo>
                  <a:pt x="235188" y="51990"/>
                  <a:pt x="233811" y="54411"/>
                  <a:pt x="232014" y="56426"/>
                </a:cubicBezTo>
                <a:cubicBezTo>
                  <a:pt x="230216" y="58441"/>
                  <a:pt x="228027" y="60006"/>
                  <a:pt x="225447" y="61123"/>
                </a:cubicBezTo>
                <a:cubicBezTo>
                  <a:pt x="222867" y="62239"/>
                  <a:pt x="219939" y="62797"/>
                  <a:pt x="216662" y="62797"/>
                </a:cubicBezTo>
                <a:cubicBezTo>
                  <a:pt x="213531" y="62797"/>
                  <a:pt x="210726" y="62311"/>
                  <a:pt x="208248" y="61340"/>
                </a:cubicBezTo>
                <a:cubicBezTo>
                  <a:pt x="205769" y="60369"/>
                  <a:pt x="203667" y="58941"/>
                  <a:pt x="201942" y="57056"/>
                </a:cubicBezTo>
                <a:cubicBezTo>
                  <a:pt x="200217" y="55172"/>
                  <a:pt x="198898" y="52838"/>
                  <a:pt x="197984" y="50055"/>
                </a:cubicBezTo>
                <a:cubicBezTo>
                  <a:pt x="197071" y="47272"/>
                  <a:pt x="196614" y="44068"/>
                  <a:pt x="196614" y="40444"/>
                </a:cubicBezTo>
                <a:cubicBezTo>
                  <a:pt x="196614" y="37052"/>
                  <a:pt x="197093" y="33957"/>
                  <a:pt x="198050" y="31159"/>
                </a:cubicBezTo>
                <a:cubicBezTo>
                  <a:pt x="199006" y="28361"/>
                  <a:pt x="200383" y="25955"/>
                  <a:pt x="202181" y="23940"/>
                </a:cubicBezTo>
                <a:cubicBezTo>
                  <a:pt x="203978" y="21925"/>
                  <a:pt x="206167" y="20360"/>
                  <a:pt x="208748" y="19243"/>
                </a:cubicBezTo>
                <a:cubicBezTo>
                  <a:pt x="211328" y="18127"/>
                  <a:pt x="214256" y="17569"/>
                  <a:pt x="217532" y="17569"/>
                </a:cubicBezTo>
                <a:cubicBezTo>
                  <a:pt x="220663" y="17569"/>
                  <a:pt x="223468" y="18055"/>
                  <a:pt x="225947" y="19026"/>
                </a:cubicBezTo>
                <a:cubicBezTo>
                  <a:pt x="228426" y="19997"/>
                  <a:pt x="230528" y="21418"/>
                  <a:pt x="232253" y="23288"/>
                </a:cubicBezTo>
                <a:cubicBezTo>
                  <a:pt x="233978" y="25158"/>
                  <a:pt x="235297" y="27484"/>
                  <a:pt x="236210" y="30268"/>
                </a:cubicBezTo>
                <a:cubicBezTo>
                  <a:pt x="237124" y="33051"/>
                  <a:pt x="237580" y="36240"/>
                  <a:pt x="237580" y="39835"/>
                </a:cubicBezTo>
                <a:moveTo>
                  <a:pt x="229839" y="40183"/>
                </a:moveTo>
                <a:cubicBezTo>
                  <a:pt x="229839" y="37487"/>
                  <a:pt x="229542" y="35131"/>
                  <a:pt x="228948" y="33116"/>
                </a:cubicBezTo>
                <a:cubicBezTo>
                  <a:pt x="228354" y="31101"/>
                  <a:pt x="227506" y="29420"/>
                  <a:pt x="226404" y="28072"/>
                </a:cubicBezTo>
                <a:cubicBezTo>
                  <a:pt x="225302" y="26723"/>
                  <a:pt x="223961" y="25709"/>
                  <a:pt x="222381" y="25027"/>
                </a:cubicBezTo>
                <a:cubicBezTo>
                  <a:pt x="220801" y="24346"/>
                  <a:pt x="219040" y="24005"/>
                  <a:pt x="217097" y="24005"/>
                </a:cubicBezTo>
                <a:cubicBezTo>
                  <a:pt x="214836" y="24005"/>
                  <a:pt x="212901" y="24448"/>
                  <a:pt x="211292" y="25332"/>
                </a:cubicBezTo>
                <a:cubicBezTo>
                  <a:pt x="209683" y="26216"/>
                  <a:pt x="208363" y="27398"/>
                  <a:pt x="207334" y="28876"/>
                </a:cubicBezTo>
                <a:cubicBezTo>
                  <a:pt x="206305" y="30355"/>
                  <a:pt x="205551" y="32072"/>
                  <a:pt x="205073" y="34029"/>
                </a:cubicBezTo>
                <a:cubicBezTo>
                  <a:pt x="204595" y="35986"/>
                  <a:pt x="204355" y="38038"/>
                  <a:pt x="204355" y="40183"/>
                </a:cubicBezTo>
                <a:cubicBezTo>
                  <a:pt x="204355" y="42879"/>
                  <a:pt x="204653" y="45242"/>
                  <a:pt x="205247" y="47272"/>
                </a:cubicBezTo>
                <a:cubicBezTo>
                  <a:pt x="205841" y="49301"/>
                  <a:pt x="206689" y="50990"/>
                  <a:pt x="207791" y="52338"/>
                </a:cubicBezTo>
                <a:cubicBezTo>
                  <a:pt x="208893" y="53686"/>
                  <a:pt x="210226" y="54701"/>
                  <a:pt x="211792" y="55382"/>
                </a:cubicBezTo>
                <a:cubicBezTo>
                  <a:pt x="213357" y="56063"/>
                  <a:pt x="215126" y="56404"/>
                  <a:pt x="217097" y="56404"/>
                </a:cubicBezTo>
                <a:cubicBezTo>
                  <a:pt x="219359" y="56404"/>
                  <a:pt x="221294" y="55962"/>
                  <a:pt x="222903" y="55078"/>
                </a:cubicBezTo>
                <a:cubicBezTo>
                  <a:pt x="224512" y="54193"/>
                  <a:pt x="225831" y="53012"/>
                  <a:pt x="226860" y="51533"/>
                </a:cubicBezTo>
                <a:cubicBezTo>
                  <a:pt x="227890" y="50055"/>
                  <a:pt x="228643" y="48337"/>
                  <a:pt x="229122" y="46380"/>
                </a:cubicBezTo>
                <a:cubicBezTo>
                  <a:pt x="229600" y="44423"/>
                  <a:pt x="229839" y="42357"/>
                  <a:pt x="229839" y="40183"/>
                </a:cubicBezTo>
                <a:close/>
                <a:moveTo>
                  <a:pt x="248345" y="18352"/>
                </a:moveTo>
                <a:lnTo>
                  <a:pt x="255085" y="18352"/>
                </a:lnTo>
                <a:lnTo>
                  <a:pt x="255390" y="25397"/>
                </a:lnTo>
                <a:cubicBezTo>
                  <a:pt x="256665" y="23889"/>
                  <a:pt x="257897" y="22636"/>
                  <a:pt x="259086" y="21635"/>
                </a:cubicBezTo>
                <a:cubicBezTo>
                  <a:pt x="260275" y="20635"/>
                  <a:pt x="261442" y="19831"/>
                  <a:pt x="262587" y="19222"/>
                </a:cubicBezTo>
                <a:cubicBezTo>
                  <a:pt x="263732" y="18613"/>
                  <a:pt x="264899" y="18185"/>
                  <a:pt x="266088" y="17939"/>
                </a:cubicBezTo>
                <a:cubicBezTo>
                  <a:pt x="267276" y="17692"/>
                  <a:pt x="268509" y="17569"/>
                  <a:pt x="269784" y="17569"/>
                </a:cubicBezTo>
                <a:cubicBezTo>
                  <a:pt x="274278" y="17569"/>
                  <a:pt x="277677" y="18896"/>
                  <a:pt x="279982" y="21548"/>
                </a:cubicBezTo>
                <a:cubicBezTo>
                  <a:pt x="282287" y="24201"/>
                  <a:pt x="283440" y="28195"/>
                  <a:pt x="283440" y="33529"/>
                </a:cubicBezTo>
                <a:lnTo>
                  <a:pt x="283440" y="62014"/>
                </a:lnTo>
                <a:lnTo>
                  <a:pt x="275873" y="62014"/>
                </a:lnTo>
                <a:lnTo>
                  <a:pt x="275873" y="34138"/>
                </a:lnTo>
                <a:cubicBezTo>
                  <a:pt x="275873" y="30717"/>
                  <a:pt x="275235" y="28188"/>
                  <a:pt x="273959" y="26549"/>
                </a:cubicBezTo>
                <a:cubicBezTo>
                  <a:pt x="272683" y="24911"/>
                  <a:pt x="270784" y="24092"/>
                  <a:pt x="268262" y="24092"/>
                </a:cubicBezTo>
                <a:cubicBezTo>
                  <a:pt x="267334" y="24092"/>
                  <a:pt x="266428" y="24230"/>
                  <a:pt x="265544" y="24506"/>
                </a:cubicBezTo>
                <a:cubicBezTo>
                  <a:pt x="264660" y="24781"/>
                  <a:pt x="263739" y="25259"/>
                  <a:pt x="262783" y="25941"/>
                </a:cubicBezTo>
                <a:cubicBezTo>
                  <a:pt x="261826" y="26622"/>
                  <a:pt x="260789" y="27542"/>
                  <a:pt x="259673" y="28702"/>
                </a:cubicBezTo>
                <a:cubicBezTo>
                  <a:pt x="258557" y="29862"/>
                  <a:pt x="257303" y="31311"/>
                  <a:pt x="255912" y="33051"/>
                </a:cubicBezTo>
                <a:lnTo>
                  <a:pt x="255912" y="62014"/>
                </a:lnTo>
                <a:lnTo>
                  <a:pt x="248345" y="62014"/>
                </a:lnTo>
                <a:lnTo>
                  <a:pt x="248345" y="18352"/>
                </a:lnTo>
                <a:close/>
                <a:moveTo>
                  <a:pt x="325168" y="62014"/>
                </a:moveTo>
                <a:lnTo>
                  <a:pt x="324994" y="56131"/>
                </a:lnTo>
                <a:cubicBezTo>
                  <a:pt x="322616" y="58484"/>
                  <a:pt x="320203" y="60183"/>
                  <a:pt x="317753" y="61229"/>
                </a:cubicBezTo>
                <a:cubicBezTo>
                  <a:pt x="315303" y="62274"/>
                  <a:pt x="312730" y="62797"/>
                  <a:pt x="310034" y="62797"/>
                </a:cubicBezTo>
                <a:cubicBezTo>
                  <a:pt x="307540" y="62797"/>
                  <a:pt x="305410" y="62477"/>
                  <a:pt x="303641" y="61839"/>
                </a:cubicBezTo>
                <a:cubicBezTo>
                  <a:pt x="301873" y="61200"/>
                  <a:pt x="300416" y="60322"/>
                  <a:pt x="299271" y="59204"/>
                </a:cubicBezTo>
                <a:cubicBezTo>
                  <a:pt x="298125" y="58086"/>
                  <a:pt x="297285" y="56771"/>
                  <a:pt x="296748" y="55261"/>
                </a:cubicBezTo>
                <a:cubicBezTo>
                  <a:pt x="296212" y="53751"/>
                  <a:pt x="295944" y="52110"/>
                  <a:pt x="295944" y="50339"/>
                </a:cubicBezTo>
                <a:cubicBezTo>
                  <a:pt x="295944" y="45954"/>
                  <a:pt x="297574" y="42520"/>
                  <a:pt x="300836" y="40038"/>
                </a:cubicBezTo>
                <a:cubicBezTo>
                  <a:pt x="304098" y="37554"/>
                  <a:pt x="308918" y="36313"/>
                  <a:pt x="315296" y="36313"/>
                </a:cubicBezTo>
                <a:lnTo>
                  <a:pt x="324341" y="36313"/>
                </a:lnTo>
                <a:lnTo>
                  <a:pt x="324341" y="32499"/>
                </a:lnTo>
                <a:cubicBezTo>
                  <a:pt x="324341" y="29928"/>
                  <a:pt x="323515" y="27870"/>
                  <a:pt x="321863" y="26324"/>
                </a:cubicBezTo>
                <a:cubicBezTo>
                  <a:pt x="320210" y="24778"/>
                  <a:pt x="317688" y="24005"/>
                  <a:pt x="314296" y="24005"/>
                </a:cubicBezTo>
                <a:cubicBezTo>
                  <a:pt x="311831" y="24005"/>
                  <a:pt x="309403" y="24285"/>
                  <a:pt x="307011" y="24844"/>
                </a:cubicBezTo>
                <a:cubicBezTo>
                  <a:pt x="304620" y="25402"/>
                  <a:pt x="302148" y="26195"/>
                  <a:pt x="299597" y="27224"/>
                </a:cubicBezTo>
                <a:lnTo>
                  <a:pt x="299597" y="20396"/>
                </a:lnTo>
                <a:cubicBezTo>
                  <a:pt x="300553" y="20043"/>
                  <a:pt x="301619" y="19696"/>
                  <a:pt x="302793" y="19358"/>
                </a:cubicBezTo>
                <a:cubicBezTo>
                  <a:pt x="303967" y="19019"/>
                  <a:pt x="305207" y="18717"/>
                  <a:pt x="306511" y="18453"/>
                </a:cubicBezTo>
                <a:cubicBezTo>
                  <a:pt x="307816" y="18187"/>
                  <a:pt x="309179" y="17974"/>
                  <a:pt x="310599" y="17812"/>
                </a:cubicBezTo>
                <a:cubicBezTo>
                  <a:pt x="312020" y="17650"/>
                  <a:pt x="313455" y="17569"/>
                  <a:pt x="314904" y="17569"/>
                </a:cubicBezTo>
                <a:cubicBezTo>
                  <a:pt x="317543" y="17569"/>
                  <a:pt x="319920" y="17859"/>
                  <a:pt x="322037" y="18439"/>
                </a:cubicBezTo>
                <a:cubicBezTo>
                  <a:pt x="324153" y="19019"/>
                  <a:pt x="325943" y="19903"/>
                  <a:pt x="327407" y="21092"/>
                </a:cubicBezTo>
                <a:cubicBezTo>
                  <a:pt x="328871" y="22280"/>
                  <a:pt x="329995" y="23773"/>
                  <a:pt x="330778" y="25571"/>
                </a:cubicBezTo>
                <a:cubicBezTo>
                  <a:pt x="331560" y="27369"/>
                  <a:pt x="331952" y="29485"/>
                  <a:pt x="331952" y="31920"/>
                </a:cubicBezTo>
                <a:lnTo>
                  <a:pt x="331952" y="62014"/>
                </a:lnTo>
                <a:lnTo>
                  <a:pt x="325168" y="62014"/>
                </a:lnTo>
                <a:moveTo>
                  <a:pt x="324341" y="42096"/>
                </a:moveTo>
                <a:lnTo>
                  <a:pt x="314731" y="42096"/>
                </a:lnTo>
                <a:cubicBezTo>
                  <a:pt x="312846" y="42096"/>
                  <a:pt x="311222" y="42286"/>
                  <a:pt x="309860" y="42665"/>
                </a:cubicBezTo>
                <a:cubicBezTo>
                  <a:pt x="308497" y="43042"/>
                  <a:pt x="307381" y="43580"/>
                  <a:pt x="306511" y="44278"/>
                </a:cubicBezTo>
                <a:cubicBezTo>
                  <a:pt x="305642" y="44975"/>
                  <a:pt x="304996" y="45812"/>
                  <a:pt x="304576" y="46786"/>
                </a:cubicBezTo>
                <a:cubicBezTo>
                  <a:pt x="304156" y="47760"/>
                  <a:pt x="303945" y="48858"/>
                  <a:pt x="303945" y="50079"/>
                </a:cubicBezTo>
                <a:cubicBezTo>
                  <a:pt x="303945" y="50923"/>
                  <a:pt x="304076" y="51730"/>
                  <a:pt x="304337" y="52501"/>
                </a:cubicBezTo>
                <a:cubicBezTo>
                  <a:pt x="304598" y="53271"/>
                  <a:pt x="305018" y="53954"/>
                  <a:pt x="305598" y="54550"/>
                </a:cubicBezTo>
                <a:cubicBezTo>
                  <a:pt x="306178" y="55147"/>
                  <a:pt x="306932" y="55619"/>
                  <a:pt x="307859" y="55968"/>
                </a:cubicBezTo>
                <a:cubicBezTo>
                  <a:pt x="308787" y="56317"/>
                  <a:pt x="309918" y="56491"/>
                  <a:pt x="311251" y="56491"/>
                </a:cubicBezTo>
                <a:cubicBezTo>
                  <a:pt x="312991" y="56491"/>
                  <a:pt x="314984" y="55961"/>
                  <a:pt x="317231" y="54900"/>
                </a:cubicBezTo>
                <a:cubicBezTo>
                  <a:pt x="319478" y="53838"/>
                  <a:pt x="321848" y="52158"/>
                  <a:pt x="324341" y="49860"/>
                </a:cubicBezTo>
                <a:lnTo>
                  <a:pt x="324341" y="42096"/>
                </a:lnTo>
                <a:close/>
                <a:moveTo>
                  <a:pt x="360764" y="6741"/>
                </a:moveTo>
                <a:lnTo>
                  <a:pt x="347848" y="6741"/>
                </a:lnTo>
                <a:lnTo>
                  <a:pt x="347848" y="522"/>
                </a:lnTo>
                <a:lnTo>
                  <a:pt x="368418" y="522"/>
                </a:lnTo>
                <a:lnTo>
                  <a:pt x="368418" y="55708"/>
                </a:lnTo>
                <a:lnTo>
                  <a:pt x="381421" y="55708"/>
                </a:lnTo>
                <a:lnTo>
                  <a:pt x="381421" y="62014"/>
                </a:lnTo>
                <a:lnTo>
                  <a:pt x="346413" y="62014"/>
                </a:lnTo>
                <a:lnTo>
                  <a:pt x="346413" y="55708"/>
                </a:lnTo>
                <a:lnTo>
                  <a:pt x="360764" y="55708"/>
                </a:lnTo>
                <a:lnTo>
                  <a:pt x="360764" y="6741"/>
                </a:ln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[">
            <a:extLst xmlns:a="http://schemas.openxmlformats.org/drawingml/2006/main">
              <a:ext uri="{FF2B5EF4-FFF2-40B4-BE49-F238E27FC236}">
                <a16:creationId xmlns:a16="http://schemas.microsoft.com/office/drawing/2014/main" id="{2E5CC8CD-9DB7-44CB-99F3-BD0CBCA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926" y="4607897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0"/>
                </a:lnTo>
                <a:lnTo>
                  <a:pt x="21440" y="0"/>
                </a:lnTo>
                <a:lnTo>
                  <a:pt x="21440" y="6088"/>
                </a:lnTo>
                <a:lnTo>
                  <a:pt x="7219" y="6088"/>
                </a:lnTo>
                <a:lnTo>
                  <a:pt x="7219" y="74713"/>
                </a:lnTo>
                <a:lnTo>
                  <a:pt x="21440" y="74713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int">
            <a:extLst xmlns:a="http://schemas.openxmlformats.org/drawingml/2006/main">
              <a:ext uri="{FF2B5EF4-FFF2-40B4-BE49-F238E27FC236}">
                <a16:creationId xmlns:a16="http://schemas.microsoft.com/office/drawing/2014/main" id="{D86A62A7-37FE-4BBA-8218-93B6E4FA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175" y="4608853"/>
            <a:ext cx="132206" cy="62623"/>
          </a:xfrm>
          <a:custGeom xmlns:a="http://schemas.openxmlformats.org/drawingml/2006/main">
            <a:pathLst>
              <a:path w="132206" h="62623">
                <a:moveTo>
                  <a:pt x="14351" y="24614"/>
                </a:moveTo>
                <a:lnTo>
                  <a:pt x="1435" y="24614"/>
                </a:lnTo>
                <a:lnTo>
                  <a:pt x="1435" y="18352"/>
                </a:lnTo>
                <a:lnTo>
                  <a:pt x="22005" y="1835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24614"/>
                </a:lnTo>
                <a:moveTo>
                  <a:pt x="17004" y="0"/>
                </a:moveTo>
                <a:cubicBezTo>
                  <a:pt x="17845" y="0"/>
                  <a:pt x="18627" y="152"/>
                  <a:pt x="19352" y="457"/>
                </a:cubicBezTo>
                <a:cubicBezTo>
                  <a:pt x="20077" y="761"/>
                  <a:pt x="20708" y="1189"/>
                  <a:pt x="21244" y="1740"/>
                </a:cubicBezTo>
                <a:cubicBezTo>
                  <a:pt x="21780" y="2290"/>
                  <a:pt x="22201" y="2921"/>
                  <a:pt x="22505" y="3631"/>
                </a:cubicBezTo>
                <a:cubicBezTo>
                  <a:pt x="22810" y="4342"/>
                  <a:pt x="22962" y="5117"/>
                  <a:pt x="22962" y="5958"/>
                </a:cubicBezTo>
                <a:cubicBezTo>
                  <a:pt x="22962" y="6770"/>
                  <a:pt x="22810" y="7538"/>
                  <a:pt x="22505" y="8263"/>
                </a:cubicBezTo>
                <a:cubicBezTo>
                  <a:pt x="22201" y="8988"/>
                  <a:pt x="21780" y="9625"/>
                  <a:pt x="21244" y="10176"/>
                </a:cubicBezTo>
                <a:cubicBezTo>
                  <a:pt x="20708" y="10727"/>
                  <a:pt x="20077" y="11155"/>
                  <a:pt x="19352" y="11459"/>
                </a:cubicBezTo>
                <a:cubicBezTo>
                  <a:pt x="18627" y="11764"/>
                  <a:pt x="17845" y="11916"/>
                  <a:pt x="17004" y="11916"/>
                </a:cubicBezTo>
                <a:cubicBezTo>
                  <a:pt x="16163" y="11916"/>
                  <a:pt x="15380" y="11764"/>
                  <a:pt x="14655" y="11459"/>
                </a:cubicBezTo>
                <a:cubicBezTo>
                  <a:pt x="13931" y="11155"/>
                  <a:pt x="13300" y="10727"/>
                  <a:pt x="12764" y="10176"/>
                </a:cubicBezTo>
                <a:cubicBezTo>
                  <a:pt x="12227" y="9625"/>
                  <a:pt x="11807" y="8988"/>
                  <a:pt x="11503" y="8263"/>
                </a:cubicBezTo>
                <a:cubicBezTo>
                  <a:pt x="11198" y="7538"/>
                  <a:pt x="11046" y="6770"/>
                  <a:pt x="11046" y="5958"/>
                </a:cubicBezTo>
                <a:cubicBezTo>
                  <a:pt x="11046" y="5117"/>
                  <a:pt x="11198" y="4342"/>
                  <a:pt x="11503" y="3631"/>
                </a:cubicBezTo>
                <a:cubicBezTo>
                  <a:pt x="11807" y="2921"/>
                  <a:pt x="12227" y="2290"/>
                  <a:pt x="12764" y="1740"/>
                </a:cubicBezTo>
                <a:cubicBezTo>
                  <a:pt x="13300" y="1189"/>
                  <a:pt x="13931" y="761"/>
                  <a:pt x="14655" y="457"/>
                </a:cubicBezTo>
                <a:cubicBezTo>
                  <a:pt x="15380" y="152"/>
                  <a:pt x="16163" y="0"/>
                  <a:pt x="17004" y="0"/>
                </a:cubicBezTo>
                <a:close/>
                <a:moveTo>
                  <a:pt x="48251" y="18352"/>
                </a:moveTo>
                <a:lnTo>
                  <a:pt x="54992" y="18352"/>
                </a:lnTo>
                <a:lnTo>
                  <a:pt x="55296" y="25397"/>
                </a:lnTo>
                <a:cubicBezTo>
                  <a:pt x="56572" y="23889"/>
                  <a:pt x="57804" y="22636"/>
                  <a:pt x="58993" y="21635"/>
                </a:cubicBezTo>
                <a:cubicBezTo>
                  <a:pt x="60182" y="20635"/>
                  <a:pt x="61349" y="19831"/>
                  <a:pt x="62494" y="19222"/>
                </a:cubicBezTo>
                <a:cubicBezTo>
                  <a:pt x="63639" y="18613"/>
                  <a:pt x="64806" y="18185"/>
                  <a:pt x="65995" y="17939"/>
                </a:cubicBezTo>
                <a:cubicBezTo>
                  <a:pt x="67183" y="17692"/>
                  <a:pt x="68415" y="17569"/>
                  <a:pt x="69691" y="17569"/>
                </a:cubicBezTo>
                <a:cubicBezTo>
                  <a:pt x="74185" y="17569"/>
                  <a:pt x="77584" y="18896"/>
                  <a:pt x="79889" y="21548"/>
                </a:cubicBezTo>
                <a:cubicBezTo>
                  <a:pt x="82194" y="24201"/>
                  <a:pt x="83346" y="28195"/>
                  <a:pt x="83346" y="33529"/>
                </a:cubicBezTo>
                <a:lnTo>
                  <a:pt x="83346" y="62014"/>
                </a:lnTo>
                <a:lnTo>
                  <a:pt x="75779" y="62014"/>
                </a:lnTo>
                <a:lnTo>
                  <a:pt x="75779" y="34138"/>
                </a:lnTo>
                <a:cubicBezTo>
                  <a:pt x="75779" y="30717"/>
                  <a:pt x="75142" y="28188"/>
                  <a:pt x="73866" y="26549"/>
                </a:cubicBezTo>
                <a:cubicBezTo>
                  <a:pt x="72590" y="24911"/>
                  <a:pt x="70691" y="24092"/>
                  <a:pt x="68169" y="24092"/>
                </a:cubicBezTo>
                <a:cubicBezTo>
                  <a:pt x="67241" y="24092"/>
                  <a:pt x="66335" y="24230"/>
                  <a:pt x="65451" y="24506"/>
                </a:cubicBezTo>
                <a:cubicBezTo>
                  <a:pt x="64567" y="24781"/>
                  <a:pt x="63646" y="25259"/>
                  <a:pt x="62689" y="25941"/>
                </a:cubicBezTo>
                <a:cubicBezTo>
                  <a:pt x="61733" y="26622"/>
                  <a:pt x="60696" y="27542"/>
                  <a:pt x="59580" y="28702"/>
                </a:cubicBezTo>
                <a:cubicBezTo>
                  <a:pt x="58464" y="29862"/>
                  <a:pt x="57210" y="31311"/>
                  <a:pt x="55818" y="33051"/>
                </a:cubicBezTo>
                <a:lnTo>
                  <a:pt x="55818" y="62014"/>
                </a:lnTo>
                <a:lnTo>
                  <a:pt x="48251" y="62014"/>
                </a:lnTo>
                <a:lnTo>
                  <a:pt x="48251" y="18352"/>
                </a:lnTo>
                <a:close/>
                <a:moveTo>
                  <a:pt x="132206" y="61362"/>
                </a:moveTo>
                <a:cubicBezTo>
                  <a:pt x="130496" y="61812"/>
                  <a:pt x="128727" y="62135"/>
                  <a:pt x="126901" y="62329"/>
                </a:cubicBezTo>
                <a:cubicBezTo>
                  <a:pt x="125074" y="62525"/>
                  <a:pt x="123219" y="62623"/>
                  <a:pt x="121334" y="62623"/>
                </a:cubicBezTo>
                <a:cubicBezTo>
                  <a:pt x="115855" y="62623"/>
                  <a:pt x="111767" y="61383"/>
                  <a:pt x="109071" y="58905"/>
                </a:cubicBezTo>
                <a:cubicBezTo>
                  <a:pt x="106375" y="56426"/>
                  <a:pt x="105026" y="52621"/>
                  <a:pt x="105026" y="47489"/>
                </a:cubicBezTo>
                <a:lnTo>
                  <a:pt x="105026" y="24701"/>
                </a:lnTo>
                <a:lnTo>
                  <a:pt x="92806" y="24701"/>
                </a:lnTo>
                <a:lnTo>
                  <a:pt x="92806" y="18352"/>
                </a:lnTo>
                <a:lnTo>
                  <a:pt x="105026" y="18352"/>
                </a:lnTo>
                <a:lnTo>
                  <a:pt x="105026" y="6311"/>
                </a:lnTo>
                <a:lnTo>
                  <a:pt x="112593" y="4349"/>
                </a:lnTo>
                <a:lnTo>
                  <a:pt x="112593" y="18352"/>
                </a:lnTo>
                <a:lnTo>
                  <a:pt x="132206" y="18352"/>
                </a:lnTo>
                <a:lnTo>
                  <a:pt x="132206" y="24701"/>
                </a:lnTo>
                <a:lnTo>
                  <a:pt x="112593" y="24701"/>
                </a:lnTo>
                <a:lnTo>
                  <a:pt x="112593" y="46880"/>
                </a:lnTo>
                <a:cubicBezTo>
                  <a:pt x="112593" y="50011"/>
                  <a:pt x="113427" y="52352"/>
                  <a:pt x="115094" y="53903"/>
                </a:cubicBezTo>
                <a:cubicBezTo>
                  <a:pt x="116761" y="55455"/>
                  <a:pt x="119218" y="56230"/>
                  <a:pt x="122465" y="56230"/>
                </a:cubicBezTo>
                <a:cubicBezTo>
                  <a:pt x="123857" y="56230"/>
                  <a:pt x="125379" y="56118"/>
                  <a:pt x="127031" y="55894"/>
                </a:cubicBezTo>
                <a:cubicBezTo>
                  <a:pt x="128684" y="55670"/>
                  <a:pt x="130409" y="55318"/>
                  <a:pt x="132206" y="54838"/>
                </a:cubicBezTo>
                <a:lnTo>
                  <a:pt x="132206" y="61362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]">
            <a:extLst xmlns:a="http://schemas.openxmlformats.org/drawingml/2006/main">
              <a:ext uri="{FF2B5EF4-FFF2-40B4-BE49-F238E27FC236}">
                <a16:creationId xmlns:a16="http://schemas.microsoft.com/office/drawing/2014/main" id="{A6EC87DB-CFC0-474B-BA21-F35CF4F8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539" y="4607897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74713"/>
                </a:lnTo>
                <a:lnTo>
                  <a:pt x="14134" y="74713"/>
                </a:lnTo>
                <a:lnTo>
                  <a:pt x="14134" y="6088"/>
                </a:lnTo>
                <a:lnTo>
                  <a:pt x="0" y="6088"/>
                </a:lnTo>
                <a:lnTo>
                  <a:pt x="0" y="0"/>
                </a:lnTo>
                <a:lnTo>
                  <a:pt x="21440" y="0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:">
            <a:extLst xmlns:a="http://schemas.openxmlformats.org/drawingml/2006/main">
              <a:ext uri="{FF2B5EF4-FFF2-40B4-BE49-F238E27FC236}">
                <a16:creationId xmlns:a16="http://schemas.microsoft.com/office/drawing/2014/main" id="{EE503D97-27E6-4CE4-A441-4C48616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617" y="4626423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if">
            <a:extLst xmlns:a="http://schemas.openxmlformats.org/drawingml/2006/main">
              <a:ext uri="{FF2B5EF4-FFF2-40B4-BE49-F238E27FC236}">
                <a16:creationId xmlns:a16="http://schemas.microsoft.com/office/drawing/2014/main" id="{2C791BFD-D584-4313-A118-0E3E401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045" y="4821439"/>
            <a:ext cx="94914" cy="80279"/>
          </a:xfrm>
          <a:custGeom xmlns:a="http://schemas.openxmlformats.org/drawingml/2006/main">
            <a:pathLst>
              <a:path w="94914" h="80279">
                <a:moveTo>
                  <a:pt x="16308" y="6219"/>
                </a:moveTo>
                <a:cubicBezTo>
                  <a:pt x="16308" y="5320"/>
                  <a:pt x="16467" y="4494"/>
                  <a:pt x="16786" y="3740"/>
                </a:cubicBezTo>
                <a:cubicBezTo>
                  <a:pt x="17105" y="2986"/>
                  <a:pt x="17547" y="2334"/>
                  <a:pt x="18113" y="1783"/>
                </a:cubicBezTo>
                <a:cubicBezTo>
                  <a:pt x="18678" y="1232"/>
                  <a:pt x="19338" y="797"/>
                  <a:pt x="20092" y="478"/>
                </a:cubicBezTo>
                <a:cubicBezTo>
                  <a:pt x="20845" y="159"/>
                  <a:pt x="21657" y="0"/>
                  <a:pt x="22527" y="0"/>
                </a:cubicBezTo>
                <a:cubicBezTo>
                  <a:pt x="23368" y="0"/>
                  <a:pt x="24136" y="152"/>
                  <a:pt x="24832" y="457"/>
                </a:cubicBezTo>
                <a:cubicBezTo>
                  <a:pt x="25528" y="761"/>
                  <a:pt x="26129" y="1167"/>
                  <a:pt x="26636" y="1674"/>
                </a:cubicBezTo>
                <a:cubicBezTo>
                  <a:pt x="27144" y="2182"/>
                  <a:pt x="27535" y="2783"/>
                  <a:pt x="27811" y="3479"/>
                </a:cubicBezTo>
                <a:cubicBezTo>
                  <a:pt x="28086" y="4175"/>
                  <a:pt x="28224" y="4914"/>
                  <a:pt x="28224" y="5697"/>
                </a:cubicBezTo>
                <a:cubicBezTo>
                  <a:pt x="28224" y="6596"/>
                  <a:pt x="28064" y="7422"/>
                  <a:pt x="27745" y="8176"/>
                </a:cubicBezTo>
                <a:cubicBezTo>
                  <a:pt x="27426" y="8930"/>
                  <a:pt x="26984" y="9582"/>
                  <a:pt x="26419" y="10133"/>
                </a:cubicBezTo>
                <a:cubicBezTo>
                  <a:pt x="25854" y="10684"/>
                  <a:pt x="25194" y="11118"/>
                  <a:pt x="24440" y="11437"/>
                </a:cubicBezTo>
                <a:cubicBezTo>
                  <a:pt x="23687" y="11756"/>
                  <a:pt x="22875" y="11916"/>
                  <a:pt x="22005" y="11916"/>
                </a:cubicBezTo>
                <a:cubicBezTo>
                  <a:pt x="21164" y="11916"/>
                  <a:pt x="20389" y="11764"/>
                  <a:pt x="19678" y="11459"/>
                </a:cubicBezTo>
                <a:cubicBezTo>
                  <a:pt x="18968" y="11155"/>
                  <a:pt x="18366" y="10749"/>
                  <a:pt x="17874" y="10241"/>
                </a:cubicBezTo>
                <a:cubicBezTo>
                  <a:pt x="17381" y="9734"/>
                  <a:pt x="16997" y="9133"/>
                  <a:pt x="16721" y="8437"/>
                </a:cubicBezTo>
                <a:cubicBezTo>
                  <a:pt x="16446" y="7741"/>
                  <a:pt x="16308" y="7002"/>
                  <a:pt x="16308" y="6219"/>
                </a:cubicBezTo>
                <a:moveTo>
                  <a:pt x="34269" y="59274"/>
                </a:moveTo>
                <a:cubicBezTo>
                  <a:pt x="32268" y="60376"/>
                  <a:pt x="30159" y="61238"/>
                  <a:pt x="27941" y="61862"/>
                </a:cubicBezTo>
                <a:cubicBezTo>
                  <a:pt x="25723" y="62485"/>
                  <a:pt x="23353" y="62797"/>
                  <a:pt x="20831" y="62797"/>
                </a:cubicBezTo>
                <a:cubicBezTo>
                  <a:pt x="18772" y="62797"/>
                  <a:pt x="17047" y="62507"/>
                  <a:pt x="15656" y="61927"/>
                </a:cubicBezTo>
                <a:cubicBezTo>
                  <a:pt x="14264" y="61347"/>
                  <a:pt x="13199" y="60427"/>
                  <a:pt x="12459" y="59166"/>
                </a:cubicBezTo>
                <a:cubicBezTo>
                  <a:pt x="11720" y="57904"/>
                  <a:pt x="11307" y="56288"/>
                  <a:pt x="11220" y="54317"/>
                </a:cubicBezTo>
                <a:cubicBezTo>
                  <a:pt x="11133" y="52345"/>
                  <a:pt x="11365" y="49953"/>
                  <a:pt x="11916" y="47141"/>
                </a:cubicBezTo>
                <a:lnTo>
                  <a:pt x="14873" y="32529"/>
                </a:lnTo>
                <a:cubicBezTo>
                  <a:pt x="15221" y="30877"/>
                  <a:pt x="15388" y="29492"/>
                  <a:pt x="15373" y="28376"/>
                </a:cubicBezTo>
                <a:cubicBezTo>
                  <a:pt x="15359" y="27260"/>
                  <a:pt x="15206" y="26368"/>
                  <a:pt x="14916" y="25701"/>
                </a:cubicBezTo>
                <a:cubicBezTo>
                  <a:pt x="14626" y="25035"/>
                  <a:pt x="14199" y="24564"/>
                  <a:pt x="13634" y="24288"/>
                </a:cubicBezTo>
                <a:cubicBezTo>
                  <a:pt x="13068" y="24013"/>
                  <a:pt x="12409" y="23875"/>
                  <a:pt x="11655" y="23875"/>
                </a:cubicBezTo>
                <a:cubicBezTo>
                  <a:pt x="9683" y="23875"/>
                  <a:pt x="7741" y="24264"/>
                  <a:pt x="5827" y="25041"/>
                </a:cubicBezTo>
                <a:cubicBezTo>
                  <a:pt x="3914" y="25817"/>
                  <a:pt x="1971" y="26762"/>
                  <a:pt x="0" y="27876"/>
                </a:cubicBezTo>
                <a:lnTo>
                  <a:pt x="0" y="21179"/>
                </a:lnTo>
                <a:cubicBezTo>
                  <a:pt x="2000" y="20063"/>
                  <a:pt x="4110" y="19183"/>
                  <a:pt x="6328" y="18538"/>
                </a:cubicBezTo>
                <a:cubicBezTo>
                  <a:pt x="8545" y="17892"/>
                  <a:pt x="10916" y="17569"/>
                  <a:pt x="13438" y="17569"/>
                </a:cubicBezTo>
                <a:cubicBezTo>
                  <a:pt x="15496" y="17569"/>
                  <a:pt x="17221" y="17859"/>
                  <a:pt x="18613" y="18439"/>
                </a:cubicBezTo>
                <a:cubicBezTo>
                  <a:pt x="20005" y="19019"/>
                  <a:pt x="21070" y="19939"/>
                  <a:pt x="21809" y="21200"/>
                </a:cubicBezTo>
                <a:cubicBezTo>
                  <a:pt x="22549" y="22462"/>
                  <a:pt x="22962" y="24078"/>
                  <a:pt x="23049" y="26049"/>
                </a:cubicBezTo>
                <a:cubicBezTo>
                  <a:pt x="23136" y="28021"/>
                  <a:pt x="22904" y="30413"/>
                  <a:pt x="22353" y="33225"/>
                </a:cubicBezTo>
                <a:lnTo>
                  <a:pt x="19396" y="47837"/>
                </a:lnTo>
                <a:cubicBezTo>
                  <a:pt x="19077" y="49518"/>
                  <a:pt x="18917" y="50910"/>
                  <a:pt x="18917" y="52012"/>
                </a:cubicBezTo>
                <a:cubicBezTo>
                  <a:pt x="18917" y="53113"/>
                  <a:pt x="19070" y="53998"/>
                  <a:pt x="19374" y="54665"/>
                </a:cubicBezTo>
                <a:cubicBezTo>
                  <a:pt x="19678" y="55331"/>
                  <a:pt x="20106" y="55802"/>
                  <a:pt x="20657" y="56078"/>
                </a:cubicBezTo>
                <a:cubicBezTo>
                  <a:pt x="21208" y="56353"/>
                  <a:pt x="21860" y="56491"/>
                  <a:pt x="22614" y="56491"/>
                </a:cubicBezTo>
                <a:cubicBezTo>
                  <a:pt x="24585" y="56491"/>
                  <a:pt x="26528" y="56107"/>
                  <a:pt x="28441" y="55339"/>
                </a:cubicBezTo>
                <a:cubicBezTo>
                  <a:pt x="30355" y="54570"/>
                  <a:pt x="32297" y="53650"/>
                  <a:pt x="34269" y="52577"/>
                </a:cubicBezTo>
                <a:lnTo>
                  <a:pt x="34269" y="59274"/>
                </a:lnTo>
                <a:close/>
                <a:moveTo>
                  <a:pt x="62037" y="62782"/>
                </a:moveTo>
                <a:cubicBezTo>
                  <a:pt x="61428" y="65800"/>
                  <a:pt x="60573" y="68404"/>
                  <a:pt x="59471" y="70595"/>
                </a:cubicBezTo>
                <a:cubicBezTo>
                  <a:pt x="58369" y="72785"/>
                  <a:pt x="56970" y="74599"/>
                  <a:pt x="55274" y="76035"/>
                </a:cubicBezTo>
                <a:cubicBezTo>
                  <a:pt x="53578" y="77472"/>
                  <a:pt x="51563" y="78538"/>
                  <a:pt x="49230" y="79234"/>
                </a:cubicBezTo>
                <a:cubicBezTo>
                  <a:pt x="46896" y="79931"/>
                  <a:pt x="44192" y="80279"/>
                  <a:pt x="41119" y="80279"/>
                </a:cubicBezTo>
                <a:cubicBezTo>
                  <a:pt x="40539" y="80279"/>
                  <a:pt x="39843" y="80265"/>
                  <a:pt x="39032" y="80236"/>
                </a:cubicBezTo>
                <a:cubicBezTo>
                  <a:pt x="38220" y="80207"/>
                  <a:pt x="37524" y="80163"/>
                  <a:pt x="36944" y="80105"/>
                </a:cubicBezTo>
                <a:lnTo>
                  <a:pt x="38162" y="73582"/>
                </a:lnTo>
                <a:cubicBezTo>
                  <a:pt x="39495" y="73756"/>
                  <a:pt x="40742" y="73843"/>
                  <a:pt x="41902" y="73843"/>
                </a:cubicBezTo>
                <a:cubicBezTo>
                  <a:pt x="45352" y="73843"/>
                  <a:pt x="48106" y="72957"/>
                  <a:pt x="50165" y="71185"/>
                </a:cubicBezTo>
                <a:cubicBezTo>
                  <a:pt x="52223" y="69412"/>
                  <a:pt x="53629" y="66611"/>
                  <a:pt x="54383" y="62781"/>
                </a:cubicBezTo>
                <a:lnTo>
                  <a:pt x="60776" y="30964"/>
                </a:lnTo>
                <a:lnTo>
                  <a:pt x="46729" y="30964"/>
                </a:lnTo>
                <a:lnTo>
                  <a:pt x="47990" y="24658"/>
                </a:lnTo>
                <a:lnTo>
                  <a:pt x="62037" y="24658"/>
                </a:lnTo>
                <a:lnTo>
                  <a:pt x="63472" y="17439"/>
                </a:lnTo>
                <a:cubicBezTo>
                  <a:pt x="64632" y="11669"/>
                  <a:pt x="66893" y="7320"/>
                  <a:pt x="70256" y="4392"/>
                </a:cubicBezTo>
                <a:cubicBezTo>
                  <a:pt x="73619" y="1464"/>
                  <a:pt x="78330" y="0"/>
                  <a:pt x="84390" y="0"/>
                </a:cubicBezTo>
                <a:cubicBezTo>
                  <a:pt x="85926" y="0"/>
                  <a:pt x="87615" y="87"/>
                  <a:pt x="89456" y="262"/>
                </a:cubicBezTo>
                <a:cubicBezTo>
                  <a:pt x="91297" y="437"/>
                  <a:pt x="93116" y="699"/>
                  <a:pt x="94914" y="1049"/>
                </a:cubicBezTo>
                <a:lnTo>
                  <a:pt x="93566" y="7523"/>
                </a:lnTo>
                <a:cubicBezTo>
                  <a:pt x="91913" y="7133"/>
                  <a:pt x="90253" y="6833"/>
                  <a:pt x="88586" y="6622"/>
                </a:cubicBezTo>
                <a:cubicBezTo>
                  <a:pt x="86919" y="6411"/>
                  <a:pt x="85259" y="6306"/>
                  <a:pt x="83607" y="6306"/>
                </a:cubicBezTo>
                <a:cubicBezTo>
                  <a:pt x="80157" y="6306"/>
                  <a:pt x="77403" y="7234"/>
                  <a:pt x="75344" y="9089"/>
                </a:cubicBezTo>
                <a:cubicBezTo>
                  <a:pt x="73286" y="10945"/>
                  <a:pt x="71880" y="13728"/>
                  <a:pt x="71126" y="17439"/>
                </a:cubicBezTo>
                <a:lnTo>
                  <a:pt x="69691" y="24658"/>
                </a:lnTo>
                <a:lnTo>
                  <a:pt x="88869" y="24658"/>
                </a:lnTo>
                <a:lnTo>
                  <a:pt x="87608" y="30964"/>
                </a:lnTo>
                <a:lnTo>
                  <a:pt x="68473" y="30964"/>
                </a:lnTo>
                <a:lnTo>
                  <a:pt x="62037" y="62782"/>
                </a:lnTo>
                <a:moveTo>
                  <a:pt x="41467" y="18352"/>
                </a:moveTo>
                <a:lnTo>
                  <a:pt x="41467" y="18352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len">
            <a:extLst xmlns:a="http://schemas.openxmlformats.org/drawingml/2006/main">
              <a:ext uri="{FF2B5EF4-FFF2-40B4-BE49-F238E27FC236}">
                <a16:creationId xmlns:a16="http://schemas.microsoft.com/office/drawing/2014/main" id="{AB7E93E6-7836-4976-9D84-5845192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538" y="4821961"/>
            <a:ext cx="132119" cy="62275"/>
          </a:xfrm>
          <a:custGeom xmlns:a="http://schemas.openxmlformats.org/drawingml/2006/main">
            <a:pathLst>
              <a:path w="132119" h="62275">
                <a:moveTo>
                  <a:pt x="14351" y="6219"/>
                </a:moveTo>
                <a:lnTo>
                  <a:pt x="1435" y="6219"/>
                </a:lnTo>
                <a:lnTo>
                  <a:pt x="1435" y="0"/>
                </a:lnTo>
                <a:lnTo>
                  <a:pt x="22005" y="0"/>
                </a:lnTo>
                <a:lnTo>
                  <a:pt x="22005" y="55186"/>
                </a:lnTo>
                <a:lnTo>
                  <a:pt x="35008" y="55186"/>
                </a:lnTo>
                <a:lnTo>
                  <a:pt x="35008" y="61492"/>
                </a:lnTo>
                <a:lnTo>
                  <a:pt x="0" y="61492"/>
                </a:lnTo>
                <a:lnTo>
                  <a:pt x="0" y="55186"/>
                </a:lnTo>
                <a:lnTo>
                  <a:pt x="14351" y="55186"/>
                </a:lnTo>
                <a:lnTo>
                  <a:pt x="14351" y="6219"/>
                </a:lnTo>
                <a:close/>
                <a:moveTo>
                  <a:pt x="85129" y="37356"/>
                </a:moveTo>
                <a:cubicBezTo>
                  <a:pt x="85129" y="38429"/>
                  <a:pt x="85114" y="39328"/>
                  <a:pt x="85085" y="40053"/>
                </a:cubicBezTo>
                <a:cubicBezTo>
                  <a:pt x="85056" y="40777"/>
                  <a:pt x="85013" y="41459"/>
                  <a:pt x="84955" y="42096"/>
                </a:cubicBezTo>
                <a:lnTo>
                  <a:pt x="54296" y="42096"/>
                </a:lnTo>
                <a:cubicBezTo>
                  <a:pt x="54296" y="46561"/>
                  <a:pt x="55542" y="49990"/>
                  <a:pt x="58036" y="52381"/>
                </a:cubicBezTo>
                <a:cubicBezTo>
                  <a:pt x="60529" y="54773"/>
                  <a:pt x="64124" y="55969"/>
                  <a:pt x="68821" y="55969"/>
                </a:cubicBezTo>
                <a:cubicBezTo>
                  <a:pt x="70096" y="55969"/>
                  <a:pt x="71372" y="55918"/>
                  <a:pt x="72648" y="55814"/>
                </a:cubicBezTo>
                <a:cubicBezTo>
                  <a:pt x="73923" y="55710"/>
                  <a:pt x="75155" y="55569"/>
                  <a:pt x="76344" y="55392"/>
                </a:cubicBezTo>
                <a:cubicBezTo>
                  <a:pt x="77533" y="55213"/>
                  <a:pt x="78671" y="55013"/>
                  <a:pt x="79758" y="54791"/>
                </a:cubicBezTo>
                <a:cubicBezTo>
                  <a:pt x="80845" y="54568"/>
                  <a:pt x="81853" y="54323"/>
                  <a:pt x="82780" y="54056"/>
                </a:cubicBezTo>
                <a:lnTo>
                  <a:pt x="82780" y="60274"/>
                </a:lnTo>
                <a:cubicBezTo>
                  <a:pt x="80722" y="60867"/>
                  <a:pt x="78395" y="61349"/>
                  <a:pt x="75801" y="61719"/>
                </a:cubicBezTo>
                <a:cubicBezTo>
                  <a:pt x="73206" y="62090"/>
                  <a:pt x="70517" y="62275"/>
                  <a:pt x="67733" y="62275"/>
                </a:cubicBezTo>
                <a:cubicBezTo>
                  <a:pt x="63993" y="62275"/>
                  <a:pt x="60775" y="61768"/>
                  <a:pt x="58079" y="60753"/>
                </a:cubicBezTo>
                <a:cubicBezTo>
                  <a:pt x="55383" y="59738"/>
                  <a:pt x="53172" y="58267"/>
                  <a:pt x="51447" y="56339"/>
                </a:cubicBezTo>
                <a:cubicBezTo>
                  <a:pt x="49722" y="54411"/>
                  <a:pt x="48447" y="52048"/>
                  <a:pt x="47620" y="49250"/>
                </a:cubicBezTo>
                <a:cubicBezTo>
                  <a:pt x="46794" y="46453"/>
                  <a:pt x="46381" y="43285"/>
                  <a:pt x="46381" y="39748"/>
                </a:cubicBezTo>
                <a:cubicBezTo>
                  <a:pt x="46381" y="36675"/>
                  <a:pt x="46823" y="33769"/>
                  <a:pt x="47707" y="31029"/>
                </a:cubicBezTo>
                <a:cubicBezTo>
                  <a:pt x="48591" y="28289"/>
                  <a:pt x="49882" y="25883"/>
                  <a:pt x="51578" y="23810"/>
                </a:cubicBezTo>
                <a:cubicBezTo>
                  <a:pt x="53274" y="21737"/>
                  <a:pt x="55354" y="20091"/>
                  <a:pt x="57818" y="18874"/>
                </a:cubicBezTo>
                <a:cubicBezTo>
                  <a:pt x="60283" y="17656"/>
                  <a:pt x="63080" y="17047"/>
                  <a:pt x="66211" y="17047"/>
                </a:cubicBezTo>
                <a:cubicBezTo>
                  <a:pt x="69256" y="17047"/>
                  <a:pt x="71952" y="17526"/>
                  <a:pt x="74300" y="18482"/>
                </a:cubicBezTo>
                <a:cubicBezTo>
                  <a:pt x="76649" y="19439"/>
                  <a:pt x="78627" y="20795"/>
                  <a:pt x="80236" y="22549"/>
                </a:cubicBezTo>
                <a:cubicBezTo>
                  <a:pt x="81845" y="24303"/>
                  <a:pt x="83063" y="26434"/>
                  <a:pt x="83889" y="28941"/>
                </a:cubicBezTo>
                <a:cubicBezTo>
                  <a:pt x="84716" y="31449"/>
                  <a:pt x="85129" y="34254"/>
                  <a:pt x="85129" y="37356"/>
                </a:cubicBezTo>
                <a:moveTo>
                  <a:pt x="77257" y="36269"/>
                </a:moveTo>
                <a:cubicBezTo>
                  <a:pt x="77344" y="34327"/>
                  <a:pt x="77156" y="32551"/>
                  <a:pt x="76692" y="30942"/>
                </a:cubicBezTo>
                <a:cubicBezTo>
                  <a:pt x="76228" y="29333"/>
                  <a:pt x="75511" y="27948"/>
                  <a:pt x="74539" y="26789"/>
                </a:cubicBezTo>
                <a:cubicBezTo>
                  <a:pt x="73568" y="25629"/>
                  <a:pt x="72358" y="24723"/>
                  <a:pt x="70908" y="24071"/>
                </a:cubicBezTo>
                <a:cubicBezTo>
                  <a:pt x="69459" y="23418"/>
                  <a:pt x="67777" y="23092"/>
                  <a:pt x="65863" y="23092"/>
                </a:cubicBezTo>
                <a:cubicBezTo>
                  <a:pt x="64211" y="23092"/>
                  <a:pt x="62703" y="23411"/>
                  <a:pt x="61341" y="24049"/>
                </a:cubicBezTo>
                <a:cubicBezTo>
                  <a:pt x="59978" y="24687"/>
                  <a:pt x="58804" y="25585"/>
                  <a:pt x="57818" y="26745"/>
                </a:cubicBezTo>
                <a:cubicBezTo>
                  <a:pt x="56832" y="27905"/>
                  <a:pt x="56035" y="29296"/>
                  <a:pt x="55426" y="30920"/>
                </a:cubicBezTo>
                <a:cubicBezTo>
                  <a:pt x="54818" y="32544"/>
                  <a:pt x="54441" y="34327"/>
                  <a:pt x="54296" y="36269"/>
                </a:cubicBezTo>
                <a:lnTo>
                  <a:pt x="77257" y="36269"/>
                </a:lnTo>
                <a:close/>
                <a:moveTo>
                  <a:pt x="97024" y="17830"/>
                </a:moveTo>
                <a:lnTo>
                  <a:pt x="103765" y="17830"/>
                </a:lnTo>
                <a:lnTo>
                  <a:pt x="104069" y="24875"/>
                </a:lnTo>
                <a:cubicBezTo>
                  <a:pt x="105345" y="23368"/>
                  <a:pt x="106577" y="22114"/>
                  <a:pt x="107766" y="21113"/>
                </a:cubicBezTo>
                <a:cubicBezTo>
                  <a:pt x="108954" y="20113"/>
                  <a:pt x="110121" y="19309"/>
                  <a:pt x="111266" y="18700"/>
                </a:cubicBezTo>
                <a:cubicBezTo>
                  <a:pt x="112412" y="18091"/>
                  <a:pt x="113579" y="17663"/>
                  <a:pt x="114767" y="17417"/>
                </a:cubicBezTo>
                <a:cubicBezTo>
                  <a:pt x="115956" y="17171"/>
                  <a:pt x="117188" y="17047"/>
                  <a:pt x="118464" y="17047"/>
                </a:cubicBezTo>
                <a:cubicBezTo>
                  <a:pt x="122957" y="17047"/>
                  <a:pt x="126357" y="18374"/>
                  <a:pt x="128662" y="21026"/>
                </a:cubicBezTo>
                <a:cubicBezTo>
                  <a:pt x="130967" y="23679"/>
                  <a:pt x="132119" y="27673"/>
                  <a:pt x="132119" y="33007"/>
                </a:cubicBezTo>
                <a:lnTo>
                  <a:pt x="132119" y="61492"/>
                </a:lnTo>
                <a:lnTo>
                  <a:pt x="124552" y="61492"/>
                </a:lnTo>
                <a:lnTo>
                  <a:pt x="124552" y="33616"/>
                </a:lnTo>
                <a:cubicBezTo>
                  <a:pt x="124552" y="30195"/>
                  <a:pt x="123914" y="27666"/>
                  <a:pt x="122639" y="26028"/>
                </a:cubicBezTo>
                <a:cubicBezTo>
                  <a:pt x="121363" y="24390"/>
                  <a:pt x="119464" y="23571"/>
                  <a:pt x="116942" y="23571"/>
                </a:cubicBezTo>
                <a:cubicBezTo>
                  <a:pt x="116014" y="23571"/>
                  <a:pt x="115108" y="23708"/>
                  <a:pt x="114224" y="23984"/>
                </a:cubicBezTo>
                <a:cubicBezTo>
                  <a:pt x="113339" y="24259"/>
                  <a:pt x="112419" y="24737"/>
                  <a:pt x="111462" y="25419"/>
                </a:cubicBezTo>
                <a:cubicBezTo>
                  <a:pt x="110505" y="26100"/>
                  <a:pt x="109469" y="27021"/>
                  <a:pt x="108353" y="28180"/>
                </a:cubicBezTo>
                <a:cubicBezTo>
                  <a:pt x="107237" y="29340"/>
                  <a:pt x="105983" y="30790"/>
                  <a:pt x="104591" y="32529"/>
                </a:cubicBezTo>
                <a:lnTo>
                  <a:pt x="104591" y="61492"/>
                </a:lnTo>
                <a:lnTo>
                  <a:pt x="97024" y="61492"/>
                </a:lnTo>
                <a:lnTo>
                  <a:pt x="97024" y="17830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(observation)!=">
            <a:extLst xmlns:a="http://schemas.openxmlformats.org/drawingml/2006/main">
              <a:ext uri="{FF2B5EF4-FFF2-40B4-BE49-F238E27FC236}">
                <a16:creationId xmlns:a16="http://schemas.microsoft.com/office/drawing/2014/main" id="{94AC024B-D92D-4F8B-AE1F-0F157FFC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423" y="4818656"/>
            <a:ext cx="759611" cy="83062"/>
          </a:xfrm>
          <a:custGeom xmlns:a="http://schemas.openxmlformats.org/drawingml/2006/main">
            <a:pathLst>
              <a:path w="759611" h="83062">
                <a:moveTo>
                  <a:pt x="20048" y="83062"/>
                </a:moveTo>
                <a:cubicBezTo>
                  <a:pt x="6683" y="70676"/>
                  <a:pt x="0" y="56985"/>
                  <a:pt x="0" y="41988"/>
                </a:cubicBezTo>
                <a:cubicBezTo>
                  <a:pt x="0" y="38478"/>
                  <a:pt x="355" y="34975"/>
                  <a:pt x="1065" y="31480"/>
                </a:cubicBezTo>
                <a:cubicBezTo>
                  <a:pt x="1776" y="27985"/>
                  <a:pt x="2921" y="24482"/>
                  <a:pt x="4501" y="20972"/>
                </a:cubicBezTo>
                <a:cubicBezTo>
                  <a:pt x="6081" y="17462"/>
                  <a:pt x="8169" y="13952"/>
                  <a:pt x="10763" y="10443"/>
                </a:cubicBezTo>
                <a:cubicBezTo>
                  <a:pt x="13358" y="6933"/>
                  <a:pt x="16511" y="3452"/>
                  <a:pt x="20222" y="0"/>
                </a:cubicBezTo>
                <a:lnTo>
                  <a:pt x="24614" y="4482"/>
                </a:lnTo>
                <a:cubicBezTo>
                  <a:pt x="13365" y="15591"/>
                  <a:pt x="7741" y="27905"/>
                  <a:pt x="7741" y="41422"/>
                </a:cubicBezTo>
                <a:cubicBezTo>
                  <a:pt x="7741" y="48152"/>
                  <a:pt x="9161" y="54621"/>
                  <a:pt x="12003" y="60829"/>
                </a:cubicBezTo>
                <a:cubicBezTo>
                  <a:pt x="14844" y="67036"/>
                  <a:pt x="19048" y="72895"/>
                  <a:pt x="24614" y="78406"/>
                </a:cubicBezTo>
                <a:lnTo>
                  <a:pt x="20048" y="83062"/>
                </a:lnTo>
                <a:close/>
                <a:moveTo>
                  <a:pt x="55775" y="65580"/>
                </a:moveTo>
                <a:cubicBezTo>
                  <a:pt x="50556" y="65580"/>
                  <a:pt x="46490" y="64239"/>
                  <a:pt x="43576" y="61557"/>
                </a:cubicBezTo>
                <a:cubicBezTo>
                  <a:pt x="40662" y="58876"/>
                  <a:pt x="39206" y="54853"/>
                  <a:pt x="39206" y="49489"/>
                </a:cubicBezTo>
                <a:cubicBezTo>
                  <a:pt x="39206" y="47083"/>
                  <a:pt x="39459" y="44699"/>
                  <a:pt x="39967" y="42336"/>
                </a:cubicBezTo>
                <a:cubicBezTo>
                  <a:pt x="40474" y="39973"/>
                  <a:pt x="41221" y="37711"/>
                  <a:pt x="42206" y="35552"/>
                </a:cubicBezTo>
                <a:cubicBezTo>
                  <a:pt x="43192" y="33392"/>
                  <a:pt x="44410" y="31384"/>
                  <a:pt x="45859" y="29528"/>
                </a:cubicBezTo>
                <a:cubicBezTo>
                  <a:pt x="47309" y="27673"/>
                  <a:pt x="48976" y="26064"/>
                  <a:pt x="50860" y="24701"/>
                </a:cubicBezTo>
                <a:cubicBezTo>
                  <a:pt x="52745" y="23339"/>
                  <a:pt x="54825" y="22273"/>
                  <a:pt x="57101" y="21505"/>
                </a:cubicBezTo>
                <a:cubicBezTo>
                  <a:pt x="59377" y="20737"/>
                  <a:pt x="61848" y="20352"/>
                  <a:pt x="64516" y="20352"/>
                </a:cubicBezTo>
                <a:cubicBezTo>
                  <a:pt x="67125" y="20352"/>
                  <a:pt x="69452" y="20693"/>
                  <a:pt x="71495" y="21374"/>
                </a:cubicBezTo>
                <a:cubicBezTo>
                  <a:pt x="73539" y="22056"/>
                  <a:pt x="75264" y="23070"/>
                  <a:pt x="76671" y="24419"/>
                </a:cubicBezTo>
                <a:cubicBezTo>
                  <a:pt x="78077" y="25767"/>
                  <a:pt x="79157" y="27448"/>
                  <a:pt x="79910" y="29463"/>
                </a:cubicBezTo>
                <a:cubicBezTo>
                  <a:pt x="80664" y="31478"/>
                  <a:pt x="81041" y="33819"/>
                  <a:pt x="81041" y="36487"/>
                </a:cubicBezTo>
                <a:cubicBezTo>
                  <a:pt x="81041" y="38864"/>
                  <a:pt x="80787" y="41234"/>
                  <a:pt x="80280" y="43597"/>
                </a:cubicBezTo>
                <a:cubicBezTo>
                  <a:pt x="79773" y="45960"/>
                  <a:pt x="79026" y="48221"/>
                  <a:pt x="78040" y="50381"/>
                </a:cubicBezTo>
                <a:cubicBezTo>
                  <a:pt x="77055" y="52541"/>
                  <a:pt x="75837" y="54549"/>
                  <a:pt x="74387" y="56404"/>
                </a:cubicBezTo>
                <a:cubicBezTo>
                  <a:pt x="72938" y="58260"/>
                  <a:pt x="71278" y="59869"/>
                  <a:pt x="69408" y="61231"/>
                </a:cubicBezTo>
                <a:cubicBezTo>
                  <a:pt x="67538" y="62594"/>
                  <a:pt x="65458" y="63659"/>
                  <a:pt x="63168" y="64428"/>
                </a:cubicBezTo>
                <a:cubicBezTo>
                  <a:pt x="60877" y="65196"/>
                  <a:pt x="58413" y="65580"/>
                  <a:pt x="55775" y="65580"/>
                </a:cubicBezTo>
                <a:moveTo>
                  <a:pt x="73300" y="37269"/>
                </a:moveTo>
                <a:cubicBezTo>
                  <a:pt x="73300" y="33761"/>
                  <a:pt x="72474" y="31137"/>
                  <a:pt x="70821" y="29398"/>
                </a:cubicBezTo>
                <a:cubicBezTo>
                  <a:pt x="69169" y="27658"/>
                  <a:pt x="66763" y="26789"/>
                  <a:pt x="63602" y="26789"/>
                </a:cubicBezTo>
                <a:cubicBezTo>
                  <a:pt x="61805" y="26789"/>
                  <a:pt x="60138" y="27100"/>
                  <a:pt x="58601" y="27724"/>
                </a:cubicBezTo>
                <a:cubicBezTo>
                  <a:pt x="57065" y="28347"/>
                  <a:pt x="55680" y="29202"/>
                  <a:pt x="54448" y="30289"/>
                </a:cubicBezTo>
                <a:cubicBezTo>
                  <a:pt x="53216" y="31377"/>
                  <a:pt x="52129" y="32638"/>
                  <a:pt x="51187" y="34073"/>
                </a:cubicBezTo>
                <a:cubicBezTo>
                  <a:pt x="50244" y="35508"/>
                  <a:pt x="49462" y="37030"/>
                  <a:pt x="48838" y="38639"/>
                </a:cubicBezTo>
                <a:cubicBezTo>
                  <a:pt x="48215" y="40248"/>
                  <a:pt x="47744" y="41915"/>
                  <a:pt x="47425" y="43640"/>
                </a:cubicBezTo>
                <a:cubicBezTo>
                  <a:pt x="47106" y="45365"/>
                  <a:pt x="46946" y="47040"/>
                  <a:pt x="46946" y="48663"/>
                </a:cubicBezTo>
                <a:cubicBezTo>
                  <a:pt x="46946" y="52171"/>
                  <a:pt x="47773" y="54802"/>
                  <a:pt x="49425" y="56556"/>
                </a:cubicBezTo>
                <a:cubicBezTo>
                  <a:pt x="51078" y="58310"/>
                  <a:pt x="53484" y="59187"/>
                  <a:pt x="56644" y="59187"/>
                </a:cubicBezTo>
                <a:cubicBezTo>
                  <a:pt x="58471" y="59187"/>
                  <a:pt x="60145" y="58876"/>
                  <a:pt x="61667" y="58252"/>
                </a:cubicBezTo>
                <a:cubicBezTo>
                  <a:pt x="63189" y="57629"/>
                  <a:pt x="64566" y="56774"/>
                  <a:pt x="65799" y="55687"/>
                </a:cubicBezTo>
                <a:cubicBezTo>
                  <a:pt x="67031" y="54599"/>
                  <a:pt x="68118" y="53338"/>
                  <a:pt x="69060" y="51903"/>
                </a:cubicBezTo>
                <a:cubicBezTo>
                  <a:pt x="70002" y="50468"/>
                  <a:pt x="70785" y="48939"/>
                  <a:pt x="71409" y="47315"/>
                </a:cubicBezTo>
                <a:cubicBezTo>
                  <a:pt x="72032" y="45691"/>
                  <a:pt x="72503" y="44017"/>
                  <a:pt x="72822" y="42292"/>
                </a:cubicBezTo>
                <a:cubicBezTo>
                  <a:pt x="73141" y="40567"/>
                  <a:pt x="73300" y="38893"/>
                  <a:pt x="73300" y="37269"/>
                </a:cubicBezTo>
                <a:close/>
                <a:moveTo>
                  <a:pt x="104026" y="65319"/>
                </a:moveTo>
                <a:cubicBezTo>
                  <a:pt x="100837" y="65319"/>
                  <a:pt x="97908" y="65000"/>
                  <a:pt x="95241" y="64362"/>
                </a:cubicBezTo>
                <a:cubicBezTo>
                  <a:pt x="92574" y="63725"/>
                  <a:pt x="90037" y="62855"/>
                  <a:pt x="87631" y="61753"/>
                </a:cubicBezTo>
                <a:lnTo>
                  <a:pt x="99285" y="3305"/>
                </a:lnTo>
                <a:lnTo>
                  <a:pt x="106852" y="3305"/>
                </a:lnTo>
                <a:lnTo>
                  <a:pt x="103460" y="20265"/>
                </a:lnTo>
                <a:lnTo>
                  <a:pt x="100634" y="30790"/>
                </a:lnTo>
                <a:cubicBezTo>
                  <a:pt x="101532" y="29166"/>
                  <a:pt x="102562" y="27709"/>
                  <a:pt x="103721" y="26419"/>
                </a:cubicBezTo>
                <a:cubicBezTo>
                  <a:pt x="104881" y="25129"/>
                  <a:pt x="106149" y="24034"/>
                  <a:pt x="107526" y="23136"/>
                </a:cubicBezTo>
                <a:cubicBezTo>
                  <a:pt x="108904" y="22237"/>
                  <a:pt x="110368" y="21548"/>
                  <a:pt x="111919" y="21070"/>
                </a:cubicBezTo>
                <a:cubicBezTo>
                  <a:pt x="113470" y="20592"/>
                  <a:pt x="115072" y="20352"/>
                  <a:pt x="116724" y="20352"/>
                </a:cubicBezTo>
                <a:cubicBezTo>
                  <a:pt x="118812" y="20352"/>
                  <a:pt x="120631" y="20708"/>
                  <a:pt x="122182" y="21418"/>
                </a:cubicBezTo>
                <a:cubicBezTo>
                  <a:pt x="123733" y="22128"/>
                  <a:pt x="125016" y="23121"/>
                  <a:pt x="126031" y="24397"/>
                </a:cubicBezTo>
                <a:cubicBezTo>
                  <a:pt x="127045" y="25672"/>
                  <a:pt x="127799" y="27216"/>
                  <a:pt x="128292" y="29028"/>
                </a:cubicBezTo>
                <a:cubicBezTo>
                  <a:pt x="128785" y="30840"/>
                  <a:pt x="129031" y="32848"/>
                  <a:pt x="129031" y="35051"/>
                </a:cubicBezTo>
                <a:cubicBezTo>
                  <a:pt x="129031" y="39226"/>
                  <a:pt x="128488" y="43147"/>
                  <a:pt x="127400" y="46815"/>
                </a:cubicBezTo>
                <a:cubicBezTo>
                  <a:pt x="126313" y="50482"/>
                  <a:pt x="124711" y="53686"/>
                  <a:pt x="122595" y="56426"/>
                </a:cubicBezTo>
                <a:cubicBezTo>
                  <a:pt x="120479" y="59166"/>
                  <a:pt x="117862" y="61333"/>
                  <a:pt x="114745" y="62927"/>
                </a:cubicBezTo>
                <a:cubicBezTo>
                  <a:pt x="111629" y="64522"/>
                  <a:pt x="108056" y="65319"/>
                  <a:pt x="104026" y="65319"/>
                </a:cubicBezTo>
                <a:moveTo>
                  <a:pt x="121377" y="35747"/>
                </a:moveTo>
                <a:cubicBezTo>
                  <a:pt x="121377" y="32964"/>
                  <a:pt x="120906" y="30804"/>
                  <a:pt x="119964" y="29267"/>
                </a:cubicBezTo>
                <a:cubicBezTo>
                  <a:pt x="119022" y="27731"/>
                  <a:pt x="117478" y="26963"/>
                  <a:pt x="115333" y="26963"/>
                </a:cubicBezTo>
                <a:cubicBezTo>
                  <a:pt x="114086" y="26963"/>
                  <a:pt x="112839" y="27253"/>
                  <a:pt x="111593" y="27832"/>
                </a:cubicBezTo>
                <a:cubicBezTo>
                  <a:pt x="110346" y="28412"/>
                  <a:pt x="109128" y="29210"/>
                  <a:pt x="107940" y="30224"/>
                </a:cubicBezTo>
                <a:cubicBezTo>
                  <a:pt x="106751" y="31239"/>
                  <a:pt x="105627" y="32428"/>
                  <a:pt x="104569" y="33790"/>
                </a:cubicBezTo>
                <a:cubicBezTo>
                  <a:pt x="103511" y="35153"/>
                  <a:pt x="102540" y="36610"/>
                  <a:pt x="101656" y="38161"/>
                </a:cubicBezTo>
                <a:cubicBezTo>
                  <a:pt x="100771" y="39712"/>
                  <a:pt x="100010" y="41314"/>
                  <a:pt x="99372" y="42966"/>
                </a:cubicBezTo>
                <a:cubicBezTo>
                  <a:pt x="98735" y="44619"/>
                  <a:pt x="98256" y="46257"/>
                  <a:pt x="97937" y="47880"/>
                </a:cubicBezTo>
                <a:lnTo>
                  <a:pt x="96067" y="57317"/>
                </a:lnTo>
                <a:cubicBezTo>
                  <a:pt x="97430" y="57897"/>
                  <a:pt x="98836" y="58354"/>
                  <a:pt x="100286" y="58687"/>
                </a:cubicBezTo>
                <a:cubicBezTo>
                  <a:pt x="101735" y="59021"/>
                  <a:pt x="103069" y="59187"/>
                  <a:pt x="104287" y="59187"/>
                </a:cubicBezTo>
                <a:cubicBezTo>
                  <a:pt x="106664" y="59187"/>
                  <a:pt x="108737" y="58781"/>
                  <a:pt x="110505" y="57970"/>
                </a:cubicBezTo>
                <a:cubicBezTo>
                  <a:pt x="112274" y="57158"/>
                  <a:pt x="113789" y="56100"/>
                  <a:pt x="115050" y="54795"/>
                </a:cubicBezTo>
                <a:cubicBezTo>
                  <a:pt x="116311" y="53490"/>
                  <a:pt x="117347" y="51997"/>
                  <a:pt x="118159" y="50316"/>
                </a:cubicBezTo>
                <a:cubicBezTo>
                  <a:pt x="118971" y="48634"/>
                  <a:pt x="119616" y="46924"/>
                  <a:pt x="120094" y="45184"/>
                </a:cubicBezTo>
                <a:cubicBezTo>
                  <a:pt x="120573" y="43445"/>
                  <a:pt x="120906" y="41756"/>
                  <a:pt x="121095" y="40118"/>
                </a:cubicBezTo>
                <a:cubicBezTo>
                  <a:pt x="121283" y="38480"/>
                  <a:pt x="121377" y="37023"/>
                  <a:pt x="121377" y="35747"/>
                </a:cubicBezTo>
                <a:close/>
                <a:moveTo>
                  <a:pt x="175500" y="28485"/>
                </a:moveTo>
                <a:cubicBezTo>
                  <a:pt x="172861" y="27861"/>
                  <a:pt x="170499" y="27401"/>
                  <a:pt x="168411" y="27104"/>
                </a:cubicBezTo>
                <a:cubicBezTo>
                  <a:pt x="166324" y="26807"/>
                  <a:pt x="164468" y="26658"/>
                  <a:pt x="162845" y="26658"/>
                </a:cubicBezTo>
                <a:cubicBezTo>
                  <a:pt x="160844" y="26658"/>
                  <a:pt x="159126" y="26818"/>
                  <a:pt x="157691" y="27137"/>
                </a:cubicBezTo>
                <a:cubicBezTo>
                  <a:pt x="156256" y="27455"/>
                  <a:pt x="155075" y="27905"/>
                  <a:pt x="154147" y="28485"/>
                </a:cubicBezTo>
                <a:cubicBezTo>
                  <a:pt x="153219" y="29065"/>
                  <a:pt x="152538" y="29768"/>
                  <a:pt x="152103" y="30594"/>
                </a:cubicBezTo>
                <a:cubicBezTo>
                  <a:pt x="151668" y="31420"/>
                  <a:pt x="151451" y="32341"/>
                  <a:pt x="151451" y="33355"/>
                </a:cubicBezTo>
                <a:cubicBezTo>
                  <a:pt x="151451" y="34080"/>
                  <a:pt x="151617" y="34725"/>
                  <a:pt x="151951" y="35291"/>
                </a:cubicBezTo>
                <a:cubicBezTo>
                  <a:pt x="152284" y="35856"/>
                  <a:pt x="152813" y="36392"/>
                  <a:pt x="153538" y="36900"/>
                </a:cubicBezTo>
                <a:cubicBezTo>
                  <a:pt x="154263" y="37407"/>
                  <a:pt x="155227" y="37907"/>
                  <a:pt x="156430" y="38400"/>
                </a:cubicBezTo>
                <a:cubicBezTo>
                  <a:pt x="157633" y="38893"/>
                  <a:pt x="159119" y="39415"/>
                  <a:pt x="160888" y="39966"/>
                </a:cubicBezTo>
                <a:cubicBezTo>
                  <a:pt x="163004" y="40661"/>
                  <a:pt x="164809" y="41379"/>
                  <a:pt x="166302" y="42118"/>
                </a:cubicBezTo>
                <a:cubicBezTo>
                  <a:pt x="167795" y="42858"/>
                  <a:pt x="169020" y="43691"/>
                  <a:pt x="169977" y="44619"/>
                </a:cubicBezTo>
                <a:cubicBezTo>
                  <a:pt x="170933" y="45547"/>
                  <a:pt x="171629" y="46576"/>
                  <a:pt x="172064" y="47706"/>
                </a:cubicBezTo>
                <a:cubicBezTo>
                  <a:pt x="172499" y="48837"/>
                  <a:pt x="172716" y="50142"/>
                  <a:pt x="172716" y="51620"/>
                </a:cubicBezTo>
                <a:cubicBezTo>
                  <a:pt x="172716" y="53882"/>
                  <a:pt x="172224" y="55882"/>
                  <a:pt x="171238" y="57622"/>
                </a:cubicBezTo>
                <a:cubicBezTo>
                  <a:pt x="170252" y="59361"/>
                  <a:pt x="168875" y="60818"/>
                  <a:pt x="167106" y="61992"/>
                </a:cubicBezTo>
                <a:cubicBezTo>
                  <a:pt x="165338" y="63166"/>
                  <a:pt x="163214" y="64058"/>
                  <a:pt x="160735" y="64667"/>
                </a:cubicBezTo>
                <a:cubicBezTo>
                  <a:pt x="158257" y="65276"/>
                  <a:pt x="155539" y="65580"/>
                  <a:pt x="152581" y="65580"/>
                </a:cubicBezTo>
                <a:cubicBezTo>
                  <a:pt x="149798" y="65580"/>
                  <a:pt x="147153" y="65460"/>
                  <a:pt x="144645" y="65221"/>
                </a:cubicBezTo>
                <a:cubicBezTo>
                  <a:pt x="142137" y="64983"/>
                  <a:pt x="139796" y="64595"/>
                  <a:pt x="137622" y="64058"/>
                </a:cubicBezTo>
                <a:lnTo>
                  <a:pt x="137622" y="56665"/>
                </a:lnTo>
                <a:cubicBezTo>
                  <a:pt x="140231" y="57520"/>
                  <a:pt x="142826" y="58154"/>
                  <a:pt x="145406" y="58568"/>
                </a:cubicBezTo>
                <a:cubicBezTo>
                  <a:pt x="147986" y="58981"/>
                  <a:pt x="150537" y="59187"/>
                  <a:pt x="153060" y="59187"/>
                </a:cubicBezTo>
                <a:cubicBezTo>
                  <a:pt x="157177" y="59187"/>
                  <a:pt x="160177" y="58607"/>
                  <a:pt x="162062" y="57448"/>
                </a:cubicBezTo>
                <a:cubicBezTo>
                  <a:pt x="163946" y="56288"/>
                  <a:pt x="164889" y="54491"/>
                  <a:pt x="164889" y="52055"/>
                </a:cubicBezTo>
                <a:cubicBezTo>
                  <a:pt x="164889" y="51417"/>
                  <a:pt x="164744" y="50830"/>
                  <a:pt x="164454" y="50294"/>
                </a:cubicBezTo>
                <a:cubicBezTo>
                  <a:pt x="164164" y="49758"/>
                  <a:pt x="163671" y="49250"/>
                  <a:pt x="162975" y="48772"/>
                </a:cubicBezTo>
                <a:cubicBezTo>
                  <a:pt x="162279" y="48294"/>
                  <a:pt x="161323" y="47808"/>
                  <a:pt x="160105" y="47315"/>
                </a:cubicBezTo>
                <a:cubicBezTo>
                  <a:pt x="158887" y="46822"/>
                  <a:pt x="157336" y="46300"/>
                  <a:pt x="155452" y="45749"/>
                </a:cubicBezTo>
                <a:cubicBezTo>
                  <a:pt x="153712" y="45228"/>
                  <a:pt x="152125" y="44641"/>
                  <a:pt x="150690" y="43988"/>
                </a:cubicBezTo>
                <a:cubicBezTo>
                  <a:pt x="149255" y="43336"/>
                  <a:pt x="148015" y="42553"/>
                  <a:pt x="146971" y="41640"/>
                </a:cubicBezTo>
                <a:cubicBezTo>
                  <a:pt x="145928" y="40727"/>
                  <a:pt x="145123" y="39654"/>
                  <a:pt x="144558" y="38422"/>
                </a:cubicBezTo>
                <a:cubicBezTo>
                  <a:pt x="143993" y="37190"/>
                  <a:pt x="143710" y="35762"/>
                  <a:pt x="143710" y="34138"/>
                </a:cubicBezTo>
                <a:cubicBezTo>
                  <a:pt x="143710" y="32196"/>
                  <a:pt x="144101" y="30391"/>
                  <a:pt x="144884" y="28724"/>
                </a:cubicBezTo>
                <a:cubicBezTo>
                  <a:pt x="145667" y="27057"/>
                  <a:pt x="146877" y="25600"/>
                  <a:pt x="148515" y="24353"/>
                </a:cubicBezTo>
                <a:cubicBezTo>
                  <a:pt x="150153" y="23107"/>
                  <a:pt x="152219" y="22128"/>
                  <a:pt x="154712" y="21418"/>
                </a:cubicBezTo>
                <a:cubicBezTo>
                  <a:pt x="157206" y="20708"/>
                  <a:pt x="160148" y="20352"/>
                  <a:pt x="163540" y="20352"/>
                </a:cubicBezTo>
                <a:cubicBezTo>
                  <a:pt x="164352" y="20352"/>
                  <a:pt x="165244" y="20382"/>
                  <a:pt x="166215" y="20442"/>
                </a:cubicBezTo>
                <a:cubicBezTo>
                  <a:pt x="167186" y="20502"/>
                  <a:pt x="168194" y="20599"/>
                  <a:pt x="169237" y="20734"/>
                </a:cubicBezTo>
                <a:cubicBezTo>
                  <a:pt x="170281" y="20868"/>
                  <a:pt x="171332" y="21025"/>
                  <a:pt x="172390" y="21205"/>
                </a:cubicBezTo>
                <a:cubicBezTo>
                  <a:pt x="173448" y="21383"/>
                  <a:pt x="174485" y="21592"/>
                  <a:pt x="175500" y="21831"/>
                </a:cubicBezTo>
                <a:lnTo>
                  <a:pt x="175500" y="28485"/>
                </a:lnTo>
                <a:close/>
                <a:moveTo>
                  <a:pt x="194614" y="45402"/>
                </a:moveTo>
                <a:cubicBezTo>
                  <a:pt x="194469" y="46155"/>
                  <a:pt x="194360" y="46866"/>
                  <a:pt x="194288" y="47532"/>
                </a:cubicBezTo>
                <a:cubicBezTo>
                  <a:pt x="194215" y="48199"/>
                  <a:pt x="194179" y="48852"/>
                  <a:pt x="194179" y="49489"/>
                </a:cubicBezTo>
                <a:cubicBezTo>
                  <a:pt x="194179" y="52650"/>
                  <a:pt x="195121" y="55070"/>
                  <a:pt x="197006" y="56752"/>
                </a:cubicBezTo>
                <a:cubicBezTo>
                  <a:pt x="198890" y="58434"/>
                  <a:pt x="201804" y="59274"/>
                  <a:pt x="205747" y="59274"/>
                </a:cubicBezTo>
                <a:cubicBezTo>
                  <a:pt x="208298" y="59274"/>
                  <a:pt x="210828" y="59082"/>
                  <a:pt x="213336" y="58697"/>
                </a:cubicBezTo>
                <a:cubicBezTo>
                  <a:pt x="215843" y="58311"/>
                  <a:pt x="218083" y="57865"/>
                  <a:pt x="220055" y="57361"/>
                </a:cubicBezTo>
                <a:lnTo>
                  <a:pt x="220055" y="63580"/>
                </a:lnTo>
                <a:cubicBezTo>
                  <a:pt x="217880" y="64172"/>
                  <a:pt x="215438" y="64654"/>
                  <a:pt x="212727" y="65024"/>
                </a:cubicBezTo>
                <a:cubicBezTo>
                  <a:pt x="210016" y="65395"/>
                  <a:pt x="207269" y="65580"/>
                  <a:pt x="204486" y="65580"/>
                </a:cubicBezTo>
                <a:cubicBezTo>
                  <a:pt x="198339" y="65580"/>
                  <a:pt x="193802" y="64210"/>
                  <a:pt x="190874" y="61470"/>
                </a:cubicBezTo>
                <a:cubicBezTo>
                  <a:pt x="187946" y="58731"/>
                  <a:pt x="186482" y="54766"/>
                  <a:pt x="186482" y="49576"/>
                </a:cubicBezTo>
                <a:cubicBezTo>
                  <a:pt x="186482" y="45576"/>
                  <a:pt x="187105" y="41807"/>
                  <a:pt x="188352" y="38270"/>
                </a:cubicBezTo>
                <a:cubicBezTo>
                  <a:pt x="189598" y="34732"/>
                  <a:pt x="191323" y="31638"/>
                  <a:pt x="193527" y="28985"/>
                </a:cubicBezTo>
                <a:cubicBezTo>
                  <a:pt x="195730" y="26332"/>
                  <a:pt x="198347" y="24230"/>
                  <a:pt x="201376" y="22679"/>
                </a:cubicBezTo>
                <a:cubicBezTo>
                  <a:pt x="204406" y="21128"/>
                  <a:pt x="207704" y="20352"/>
                  <a:pt x="211270" y="20352"/>
                </a:cubicBezTo>
                <a:cubicBezTo>
                  <a:pt x="213734" y="20352"/>
                  <a:pt x="215930" y="20642"/>
                  <a:pt x="217858" y="21222"/>
                </a:cubicBezTo>
                <a:cubicBezTo>
                  <a:pt x="219786" y="21802"/>
                  <a:pt x="221417" y="22599"/>
                  <a:pt x="222751" y="23614"/>
                </a:cubicBezTo>
                <a:cubicBezTo>
                  <a:pt x="224084" y="24629"/>
                  <a:pt x="225099" y="25825"/>
                  <a:pt x="225795" y="27202"/>
                </a:cubicBezTo>
                <a:cubicBezTo>
                  <a:pt x="226491" y="28579"/>
                  <a:pt x="226839" y="30065"/>
                  <a:pt x="226839" y="31659"/>
                </a:cubicBezTo>
                <a:cubicBezTo>
                  <a:pt x="226839" y="33747"/>
                  <a:pt x="226397" y="35631"/>
                  <a:pt x="225512" y="37313"/>
                </a:cubicBezTo>
                <a:cubicBezTo>
                  <a:pt x="224628" y="38994"/>
                  <a:pt x="223222" y="40437"/>
                  <a:pt x="221294" y="41640"/>
                </a:cubicBezTo>
                <a:cubicBezTo>
                  <a:pt x="219366" y="42843"/>
                  <a:pt x="216880" y="43771"/>
                  <a:pt x="213836" y="44423"/>
                </a:cubicBezTo>
                <a:cubicBezTo>
                  <a:pt x="210792" y="45075"/>
                  <a:pt x="207110" y="45402"/>
                  <a:pt x="202790" y="45402"/>
                </a:cubicBezTo>
                <a:lnTo>
                  <a:pt x="194614" y="45402"/>
                </a:lnTo>
                <a:moveTo>
                  <a:pt x="202703" y="39574"/>
                </a:moveTo>
                <a:cubicBezTo>
                  <a:pt x="205921" y="39574"/>
                  <a:pt x="208581" y="39378"/>
                  <a:pt x="210683" y="38987"/>
                </a:cubicBezTo>
                <a:cubicBezTo>
                  <a:pt x="212785" y="38596"/>
                  <a:pt x="214452" y="38067"/>
                  <a:pt x="215684" y="37400"/>
                </a:cubicBezTo>
                <a:cubicBezTo>
                  <a:pt x="216916" y="36733"/>
                  <a:pt x="217779" y="35965"/>
                  <a:pt x="218272" y="35095"/>
                </a:cubicBezTo>
                <a:cubicBezTo>
                  <a:pt x="218764" y="34225"/>
                  <a:pt x="219011" y="33326"/>
                  <a:pt x="219011" y="32399"/>
                </a:cubicBezTo>
                <a:cubicBezTo>
                  <a:pt x="219011" y="31587"/>
                  <a:pt x="218851" y="30819"/>
                  <a:pt x="218532" y="30094"/>
                </a:cubicBezTo>
                <a:cubicBezTo>
                  <a:pt x="218214" y="29369"/>
                  <a:pt x="217713" y="28731"/>
                  <a:pt x="217032" y="28180"/>
                </a:cubicBezTo>
                <a:cubicBezTo>
                  <a:pt x="216351" y="27629"/>
                  <a:pt x="215496" y="27195"/>
                  <a:pt x="214466" y="26876"/>
                </a:cubicBezTo>
                <a:cubicBezTo>
                  <a:pt x="213437" y="26557"/>
                  <a:pt x="212227" y="26397"/>
                  <a:pt x="210835" y="26397"/>
                </a:cubicBezTo>
                <a:cubicBezTo>
                  <a:pt x="208951" y="26397"/>
                  <a:pt x="207233" y="26709"/>
                  <a:pt x="205682" y="27332"/>
                </a:cubicBezTo>
                <a:cubicBezTo>
                  <a:pt x="204131" y="27956"/>
                  <a:pt x="202732" y="28840"/>
                  <a:pt x="201485" y="29985"/>
                </a:cubicBezTo>
                <a:cubicBezTo>
                  <a:pt x="200238" y="31130"/>
                  <a:pt x="199137" y="32515"/>
                  <a:pt x="198180" y="34138"/>
                </a:cubicBezTo>
                <a:cubicBezTo>
                  <a:pt x="197223" y="35762"/>
                  <a:pt x="196412" y="37574"/>
                  <a:pt x="195745" y="39574"/>
                </a:cubicBezTo>
                <a:lnTo>
                  <a:pt x="202703" y="39574"/>
                </a:lnTo>
                <a:close/>
                <a:moveTo>
                  <a:pt x="239821" y="41145"/>
                </a:moveTo>
                <a:cubicBezTo>
                  <a:pt x="239937" y="40593"/>
                  <a:pt x="240060" y="39869"/>
                  <a:pt x="240191" y="38972"/>
                </a:cubicBezTo>
                <a:cubicBezTo>
                  <a:pt x="240321" y="38075"/>
                  <a:pt x="240473" y="36867"/>
                  <a:pt x="240647" y="35349"/>
                </a:cubicBezTo>
                <a:cubicBezTo>
                  <a:pt x="240821" y="33830"/>
                  <a:pt x="241039" y="31920"/>
                  <a:pt x="241300" y="29619"/>
                </a:cubicBezTo>
                <a:cubicBezTo>
                  <a:pt x="241560" y="27319"/>
                  <a:pt x="241865" y="24491"/>
                  <a:pt x="242213" y="21135"/>
                </a:cubicBezTo>
                <a:lnTo>
                  <a:pt x="249345" y="21135"/>
                </a:lnTo>
                <a:lnTo>
                  <a:pt x="248258" y="31199"/>
                </a:lnTo>
                <a:cubicBezTo>
                  <a:pt x="249272" y="29724"/>
                  <a:pt x="250374" y="28328"/>
                  <a:pt x="251563" y="27013"/>
                </a:cubicBezTo>
                <a:cubicBezTo>
                  <a:pt x="252751" y="25696"/>
                  <a:pt x="254056" y="24547"/>
                  <a:pt x="255477" y="23564"/>
                </a:cubicBezTo>
                <a:cubicBezTo>
                  <a:pt x="256897" y="22580"/>
                  <a:pt x="258448" y="21799"/>
                  <a:pt x="260130" y="21221"/>
                </a:cubicBezTo>
                <a:cubicBezTo>
                  <a:pt x="261811" y="20642"/>
                  <a:pt x="263652" y="20352"/>
                  <a:pt x="265653" y="20352"/>
                </a:cubicBezTo>
                <a:cubicBezTo>
                  <a:pt x="270437" y="20352"/>
                  <a:pt x="273742" y="21842"/>
                  <a:pt x="275568" y="24821"/>
                </a:cubicBezTo>
                <a:cubicBezTo>
                  <a:pt x="277395" y="27800"/>
                  <a:pt x="277685" y="32109"/>
                  <a:pt x="276438" y="37748"/>
                </a:cubicBezTo>
                <a:lnTo>
                  <a:pt x="268741" y="37748"/>
                </a:lnTo>
                <a:cubicBezTo>
                  <a:pt x="269175" y="35755"/>
                  <a:pt x="269393" y="34066"/>
                  <a:pt x="269393" y="32680"/>
                </a:cubicBezTo>
                <a:cubicBezTo>
                  <a:pt x="269393" y="31294"/>
                  <a:pt x="269197" y="30175"/>
                  <a:pt x="268806" y="29323"/>
                </a:cubicBezTo>
                <a:cubicBezTo>
                  <a:pt x="268414" y="28472"/>
                  <a:pt x="267835" y="27851"/>
                  <a:pt x="267066" y="27461"/>
                </a:cubicBezTo>
                <a:cubicBezTo>
                  <a:pt x="266298" y="27071"/>
                  <a:pt x="265377" y="26876"/>
                  <a:pt x="264305" y="26876"/>
                </a:cubicBezTo>
                <a:cubicBezTo>
                  <a:pt x="262217" y="26876"/>
                  <a:pt x="260188" y="27505"/>
                  <a:pt x="258216" y="28765"/>
                </a:cubicBezTo>
                <a:cubicBezTo>
                  <a:pt x="256245" y="30023"/>
                  <a:pt x="254440" y="31672"/>
                  <a:pt x="252802" y="33713"/>
                </a:cubicBezTo>
                <a:cubicBezTo>
                  <a:pt x="251164" y="35752"/>
                  <a:pt x="249758" y="38045"/>
                  <a:pt x="248584" y="40592"/>
                </a:cubicBezTo>
                <a:cubicBezTo>
                  <a:pt x="247410" y="43139"/>
                  <a:pt x="246562" y="45705"/>
                  <a:pt x="246040" y="48289"/>
                </a:cubicBezTo>
                <a:lnTo>
                  <a:pt x="242735" y="64797"/>
                </a:lnTo>
                <a:lnTo>
                  <a:pt x="235081" y="64797"/>
                </a:lnTo>
                <a:lnTo>
                  <a:pt x="239821" y="41145"/>
                </a:lnTo>
                <a:close/>
                <a:moveTo>
                  <a:pt x="286724" y="21135"/>
                </a:moveTo>
                <a:lnTo>
                  <a:pt x="294900" y="21135"/>
                </a:lnTo>
                <a:lnTo>
                  <a:pt x="299727" y="50098"/>
                </a:lnTo>
                <a:lnTo>
                  <a:pt x="300771" y="57448"/>
                </a:lnTo>
                <a:cubicBezTo>
                  <a:pt x="303322" y="55126"/>
                  <a:pt x="305562" y="52557"/>
                  <a:pt x="307490" y="49741"/>
                </a:cubicBezTo>
                <a:cubicBezTo>
                  <a:pt x="309418" y="46925"/>
                  <a:pt x="311070" y="43957"/>
                  <a:pt x="312447" y="40837"/>
                </a:cubicBezTo>
                <a:cubicBezTo>
                  <a:pt x="313825" y="37716"/>
                  <a:pt x="314919" y="34495"/>
                  <a:pt x="315731" y="31171"/>
                </a:cubicBezTo>
                <a:cubicBezTo>
                  <a:pt x="316543" y="27847"/>
                  <a:pt x="317108" y="24502"/>
                  <a:pt x="317427" y="21135"/>
                </a:cubicBezTo>
                <a:lnTo>
                  <a:pt x="325994" y="21135"/>
                </a:lnTo>
                <a:cubicBezTo>
                  <a:pt x="325530" y="25194"/>
                  <a:pt x="324631" y="29238"/>
                  <a:pt x="323298" y="33268"/>
                </a:cubicBezTo>
                <a:cubicBezTo>
                  <a:pt x="321964" y="37298"/>
                  <a:pt x="320275" y="41198"/>
                  <a:pt x="318231" y="44967"/>
                </a:cubicBezTo>
                <a:cubicBezTo>
                  <a:pt x="316187" y="48736"/>
                  <a:pt x="313810" y="52302"/>
                  <a:pt x="311099" y="55665"/>
                </a:cubicBezTo>
                <a:cubicBezTo>
                  <a:pt x="308389" y="59028"/>
                  <a:pt x="305424" y="62072"/>
                  <a:pt x="302206" y="64797"/>
                </a:cubicBezTo>
                <a:lnTo>
                  <a:pt x="294900" y="64797"/>
                </a:lnTo>
                <a:lnTo>
                  <a:pt x="286724" y="21135"/>
                </a:lnTo>
                <a:close/>
                <a:moveTo>
                  <a:pt x="357415" y="20613"/>
                </a:moveTo>
                <a:cubicBezTo>
                  <a:pt x="359300" y="20613"/>
                  <a:pt x="361097" y="20737"/>
                  <a:pt x="362808" y="20983"/>
                </a:cubicBezTo>
                <a:cubicBezTo>
                  <a:pt x="364518" y="21229"/>
                  <a:pt x="366156" y="21585"/>
                  <a:pt x="367722" y="22048"/>
                </a:cubicBezTo>
                <a:lnTo>
                  <a:pt x="374593" y="20352"/>
                </a:lnTo>
                <a:lnTo>
                  <a:pt x="369679" y="44749"/>
                </a:lnTo>
                <a:cubicBezTo>
                  <a:pt x="369563" y="45300"/>
                  <a:pt x="369440" y="46025"/>
                  <a:pt x="369309" y="46924"/>
                </a:cubicBezTo>
                <a:cubicBezTo>
                  <a:pt x="369179" y="47822"/>
                  <a:pt x="369026" y="49033"/>
                  <a:pt x="368853" y="50555"/>
                </a:cubicBezTo>
                <a:cubicBezTo>
                  <a:pt x="368679" y="52077"/>
                  <a:pt x="368461" y="53990"/>
                  <a:pt x="368200" y="56295"/>
                </a:cubicBezTo>
                <a:cubicBezTo>
                  <a:pt x="367939" y="58600"/>
                  <a:pt x="367635" y="61434"/>
                  <a:pt x="367287" y="64797"/>
                </a:cubicBezTo>
                <a:lnTo>
                  <a:pt x="360155" y="64797"/>
                </a:lnTo>
                <a:lnTo>
                  <a:pt x="361242" y="54752"/>
                </a:lnTo>
                <a:cubicBezTo>
                  <a:pt x="359242" y="58231"/>
                  <a:pt x="356814" y="60905"/>
                  <a:pt x="353958" y="62775"/>
                </a:cubicBezTo>
                <a:cubicBezTo>
                  <a:pt x="351102" y="64645"/>
                  <a:pt x="348007" y="65580"/>
                  <a:pt x="344673" y="65580"/>
                </a:cubicBezTo>
                <a:cubicBezTo>
                  <a:pt x="342586" y="65580"/>
                  <a:pt x="340766" y="65232"/>
                  <a:pt x="339215" y="64536"/>
                </a:cubicBezTo>
                <a:cubicBezTo>
                  <a:pt x="337664" y="63841"/>
                  <a:pt x="336381" y="62848"/>
                  <a:pt x="335367" y="61557"/>
                </a:cubicBezTo>
                <a:cubicBezTo>
                  <a:pt x="334352" y="60267"/>
                  <a:pt x="333598" y="58723"/>
                  <a:pt x="333105" y="56926"/>
                </a:cubicBezTo>
                <a:cubicBezTo>
                  <a:pt x="332612" y="55128"/>
                  <a:pt x="332366" y="53128"/>
                  <a:pt x="332366" y="50925"/>
                </a:cubicBezTo>
                <a:cubicBezTo>
                  <a:pt x="332366" y="46750"/>
                  <a:pt x="332910" y="42829"/>
                  <a:pt x="333997" y="39161"/>
                </a:cubicBezTo>
                <a:cubicBezTo>
                  <a:pt x="335084" y="35494"/>
                  <a:pt x="336686" y="32283"/>
                  <a:pt x="338802" y="29528"/>
                </a:cubicBezTo>
                <a:cubicBezTo>
                  <a:pt x="340919" y="26774"/>
                  <a:pt x="343535" y="24600"/>
                  <a:pt x="346652" y="23005"/>
                </a:cubicBezTo>
                <a:cubicBezTo>
                  <a:pt x="349768" y="21411"/>
                  <a:pt x="353356" y="20613"/>
                  <a:pt x="357415" y="20613"/>
                </a:cubicBezTo>
                <a:moveTo>
                  <a:pt x="340020" y="50185"/>
                </a:moveTo>
                <a:cubicBezTo>
                  <a:pt x="340020" y="52940"/>
                  <a:pt x="340498" y="55099"/>
                  <a:pt x="341455" y="56665"/>
                </a:cubicBezTo>
                <a:cubicBezTo>
                  <a:pt x="342412" y="58231"/>
                  <a:pt x="343963" y="59013"/>
                  <a:pt x="346108" y="59013"/>
                </a:cubicBezTo>
                <a:cubicBezTo>
                  <a:pt x="347355" y="59013"/>
                  <a:pt x="348602" y="58723"/>
                  <a:pt x="349848" y="58144"/>
                </a:cubicBezTo>
                <a:cubicBezTo>
                  <a:pt x="351095" y="57564"/>
                  <a:pt x="352313" y="56766"/>
                  <a:pt x="353501" y="55752"/>
                </a:cubicBezTo>
                <a:cubicBezTo>
                  <a:pt x="354690" y="54737"/>
                  <a:pt x="355813" y="53541"/>
                  <a:pt x="356872" y="52164"/>
                </a:cubicBezTo>
                <a:cubicBezTo>
                  <a:pt x="357930" y="50787"/>
                  <a:pt x="358901" y="49308"/>
                  <a:pt x="359785" y="47728"/>
                </a:cubicBezTo>
                <a:cubicBezTo>
                  <a:pt x="360670" y="46148"/>
                  <a:pt x="361431" y="44496"/>
                  <a:pt x="362068" y="42771"/>
                </a:cubicBezTo>
                <a:cubicBezTo>
                  <a:pt x="362706" y="41046"/>
                  <a:pt x="363199" y="39328"/>
                  <a:pt x="363547" y="37617"/>
                </a:cubicBezTo>
                <a:lnTo>
                  <a:pt x="365330" y="28659"/>
                </a:lnTo>
                <a:cubicBezTo>
                  <a:pt x="363967" y="28079"/>
                  <a:pt x="362568" y="27622"/>
                  <a:pt x="361133" y="27289"/>
                </a:cubicBezTo>
                <a:cubicBezTo>
                  <a:pt x="359698" y="26955"/>
                  <a:pt x="358372" y="26789"/>
                  <a:pt x="357154" y="26789"/>
                </a:cubicBezTo>
                <a:cubicBezTo>
                  <a:pt x="354777" y="26789"/>
                  <a:pt x="352704" y="27195"/>
                  <a:pt x="350935" y="28006"/>
                </a:cubicBezTo>
                <a:cubicBezTo>
                  <a:pt x="349167" y="28818"/>
                  <a:pt x="347645" y="29876"/>
                  <a:pt x="346369" y="31181"/>
                </a:cubicBezTo>
                <a:cubicBezTo>
                  <a:pt x="345094" y="32486"/>
                  <a:pt x="344050" y="33971"/>
                  <a:pt x="343238" y="35638"/>
                </a:cubicBezTo>
                <a:cubicBezTo>
                  <a:pt x="342426" y="37306"/>
                  <a:pt x="341781" y="39009"/>
                  <a:pt x="341303" y="40748"/>
                </a:cubicBezTo>
                <a:cubicBezTo>
                  <a:pt x="340824" y="42488"/>
                  <a:pt x="340491" y="44184"/>
                  <a:pt x="340303" y="45836"/>
                </a:cubicBezTo>
                <a:cubicBezTo>
                  <a:pt x="340114" y="47489"/>
                  <a:pt x="340020" y="48939"/>
                  <a:pt x="340020" y="50185"/>
                </a:cubicBezTo>
                <a:close/>
                <a:moveTo>
                  <a:pt x="415625" y="64182"/>
                </a:moveTo>
                <a:cubicBezTo>
                  <a:pt x="413799" y="64619"/>
                  <a:pt x="411994" y="64933"/>
                  <a:pt x="410211" y="65122"/>
                </a:cubicBezTo>
                <a:cubicBezTo>
                  <a:pt x="408428" y="65311"/>
                  <a:pt x="406840" y="65406"/>
                  <a:pt x="405449" y="65406"/>
                </a:cubicBezTo>
                <a:cubicBezTo>
                  <a:pt x="402492" y="65406"/>
                  <a:pt x="399962" y="65080"/>
                  <a:pt x="397860" y="64428"/>
                </a:cubicBezTo>
                <a:cubicBezTo>
                  <a:pt x="395758" y="63775"/>
                  <a:pt x="394098" y="62739"/>
                  <a:pt x="392881" y="61318"/>
                </a:cubicBezTo>
                <a:cubicBezTo>
                  <a:pt x="391663" y="59898"/>
                  <a:pt x="390902" y="58064"/>
                  <a:pt x="390598" y="55817"/>
                </a:cubicBezTo>
                <a:cubicBezTo>
                  <a:pt x="390293" y="53570"/>
                  <a:pt x="390474" y="50838"/>
                  <a:pt x="391141" y="47619"/>
                </a:cubicBezTo>
                <a:lnTo>
                  <a:pt x="395142" y="27484"/>
                </a:lnTo>
                <a:lnTo>
                  <a:pt x="382922" y="27484"/>
                </a:lnTo>
                <a:lnTo>
                  <a:pt x="384183" y="21135"/>
                </a:lnTo>
                <a:lnTo>
                  <a:pt x="396360" y="21135"/>
                </a:lnTo>
                <a:lnTo>
                  <a:pt x="398795" y="9094"/>
                </a:lnTo>
                <a:lnTo>
                  <a:pt x="406797" y="7132"/>
                </a:lnTo>
                <a:lnTo>
                  <a:pt x="403927" y="21135"/>
                </a:lnTo>
                <a:lnTo>
                  <a:pt x="423540" y="21135"/>
                </a:lnTo>
                <a:lnTo>
                  <a:pt x="422279" y="27484"/>
                </a:lnTo>
                <a:lnTo>
                  <a:pt x="402709" y="27484"/>
                </a:lnTo>
                <a:lnTo>
                  <a:pt x="398621" y="47880"/>
                </a:lnTo>
                <a:cubicBezTo>
                  <a:pt x="398215" y="49881"/>
                  <a:pt x="398056" y="51584"/>
                  <a:pt x="398143" y="52990"/>
                </a:cubicBezTo>
                <a:cubicBezTo>
                  <a:pt x="398230" y="54396"/>
                  <a:pt x="398578" y="55549"/>
                  <a:pt x="399187" y="56448"/>
                </a:cubicBezTo>
                <a:cubicBezTo>
                  <a:pt x="399795" y="57346"/>
                  <a:pt x="400680" y="57999"/>
                  <a:pt x="401839" y="58405"/>
                </a:cubicBezTo>
                <a:cubicBezTo>
                  <a:pt x="402999" y="58810"/>
                  <a:pt x="404478" y="59013"/>
                  <a:pt x="406275" y="59013"/>
                </a:cubicBezTo>
                <a:cubicBezTo>
                  <a:pt x="407348" y="59013"/>
                  <a:pt x="408696" y="58901"/>
                  <a:pt x="410319" y="58678"/>
                </a:cubicBezTo>
                <a:cubicBezTo>
                  <a:pt x="411943" y="58453"/>
                  <a:pt x="413712" y="58101"/>
                  <a:pt x="415625" y="57622"/>
                </a:cubicBezTo>
                <a:lnTo>
                  <a:pt x="415625" y="64182"/>
                </a:lnTo>
                <a:close/>
                <a:moveTo>
                  <a:pt x="449525" y="9002"/>
                </a:moveTo>
                <a:cubicBezTo>
                  <a:pt x="449525" y="8103"/>
                  <a:pt x="449685" y="7277"/>
                  <a:pt x="450004" y="6523"/>
                </a:cubicBezTo>
                <a:cubicBezTo>
                  <a:pt x="450323" y="5769"/>
                  <a:pt x="450765" y="5117"/>
                  <a:pt x="451330" y="4566"/>
                </a:cubicBezTo>
                <a:cubicBezTo>
                  <a:pt x="451895" y="4015"/>
                  <a:pt x="452555" y="3581"/>
                  <a:pt x="453309" y="3262"/>
                </a:cubicBezTo>
                <a:cubicBezTo>
                  <a:pt x="454063" y="2943"/>
                  <a:pt x="454874" y="2783"/>
                  <a:pt x="455744" y="2783"/>
                </a:cubicBezTo>
                <a:cubicBezTo>
                  <a:pt x="456585" y="2783"/>
                  <a:pt x="457353" y="2935"/>
                  <a:pt x="458049" y="3240"/>
                </a:cubicBezTo>
                <a:cubicBezTo>
                  <a:pt x="458745" y="3544"/>
                  <a:pt x="459346" y="3950"/>
                  <a:pt x="459854" y="4458"/>
                </a:cubicBezTo>
                <a:cubicBezTo>
                  <a:pt x="460361" y="4965"/>
                  <a:pt x="460753" y="5566"/>
                  <a:pt x="461028" y="6262"/>
                </a:cubicBezTo>
                <a:cubicBezTo>
                  <a:pt x="461303" y="6958"/>
                  <a:pt x="461441" y="7697"/>
                  <a:pt x="461441" y="8480"/>
                </a:cubicBezTo>
                <a:cubicBezTo>
                  <a:pt x="461441" y="9379"/>
                  <a:pt x="461282" y="10205"/>
                  <a:pt x="460963" y="10959"/>
                </a:cubicBezTo>
                <a:cubicBezTo>
                  <a:pt x="460644" y="11713"/>
                  <a:pt x="460202" y="12365"/>
                  <a:pt x="459636" y="12916"/>
                </a:cubicBezTo>
                <a:cubicBezTo>
                  <a:pt x="459071" y="13467"/>
                  <a:pt x="458411" y="13902"/>
                  <a:pt x="457658" y="14221"/>
                </a:cubicBezTo>
                <a:cubicBezTo>
                  <a:pt x="456904" y="14540"/>
                  <a:pt x="456092" y="14699"/>
                  <a:pt x="455222" y="14699"/>
                </a:cubicBezTo>
                <a:cubicBezTo>
                  <a:pt x="454381" y="14699"/>
                  <a:pt x="453606" y="14547"/>
                  <a:pt x="452896" y="14242"/>
                </a:cubicBezTo>
                <a:cubicBezTo>
                  <a:pt x="452185" y="13938"/>
                  <a:pt x="451584" y="13532"/>
                  <a:pt x="451091" y="13025"/>
                </a:cubicBezTo>
                <a:cubicBezTo>
                  <a:pt x="450598" y="12517"/>
                  <a:pt x="450214" y="11916"/>
                  <a:pt x="449938" y="11220"/>
                </a:cubicBezTo>
                <a:cubicBezTo>
                  <a:pt x="449663" y="10524"/>
                  <a:pt x="449525" y="9785"/>
                  <a:pt x="449525" y="9002"/>
                </a:cubicBezTo>
                <a:moveTo>
                  <a:pt x="467486" y="62058"/>
                </a:moveTo>
                <a:cubicBezTo>
                  <a:pt x="465485" y="63159"/>
                  <a:pt x="463376" y="64022"/>
                  <a:pt x="461158" y="64645"/>
                </a:cubicBezTo>
                <a:cubicBezTo>
                  <a:pt x="458940" y="65268"/>
                  <a:pt x="456570" y="65580"/>
                  <a:pt x="454048" y="65580"/>
                </a:cubicBezTo>
                <a:cubicBezTo>
                  <a:pt x="451990" y="65580"/>
                  <a:pt x="450265" y="65290"/>
                  <a:pt x="448873" y="64710"/>
                </a:cubicBezTo>
                <a:cubicBezTo>
                  <a:pt x="447481" y="64130"/>
                  <a:pt x="446416" y="63210"/>
                  <a:pt x="445677" y="61949"/>
                </a:cubicBezTo>
                <a:cubicBezTo>
                  <a:pt x="444937" y="60688"/>
                  <a:pt x="444524" y="59071"/>
                  <a:pt x="444437" y="57100"/>
                </a:cubicBezTo>
                <a:cubicBezTo>
                  <a:pt x="444350" y="55128"/>
                  <a:pt x="444582" y="52737"/>
                  <a:pt x="445133" y="49924"/>
                </a:cubicBezTo>
                <a:lnTo>
                  <a:pt x="448090" y="35312"/>
                </a:lnTo>
                <a:cubicBezTo>
                  <a:pt x="448438" y="33660"/>
                  <a:pt x="448605" y="32275"/>
                  <a:pt x="448590" y="31159"/>
                </a:cubicBezTo>
                <a:cubicBezTo>
                  <a:pt x="448576" y="30043"/>
                  <a:pt x="448424" y="29152"/>
                  <a:pt x="448134" y="28485"/>
                </a:cubicBezTo>
                <a:cubicBezTo>
                  <a:pt x="447844" y="27818"/>
                  <a:pt x="447416" y="27347"/>
                  <a:pt x="446851" y="27071"/>
                </a:cubicBezTo>
                <a:cubicBezTo>
                  <a:pt x="446285" y="26796"/>
                  <a:pt x="445626" y="26658"/>
                  <a:pt x="444872" y="26658"/>
                </a:cubicBezTo>
                <a:cubicBezTo>
                  <a:pt x="442901" y="26658"/>
                  <a:pt x="440958" y="27047"/>
                  <a:pt x="439045" y="27824"/>
                </a:cubicBezTo>
                <a:cubicBezTo>
                  <a:pt x="437131" y="28601"/>
                  <a:pt x="435189" y="29546"/>
                  <a:pt x="433217" y="30659"/>
                </a:cubicBezTo>
                <a:lnTo>
                  <a:pt x="433217" y="23962"/>
                </a:lnTo>
                <a:cubicBezTo>
                  <a:pt x="435218" y="22847"/>
                  <a:pt x="437327" y="21966"/>
                  <a:pt x="439545" y="21321"/>
                </a:cubicBezTo>
                <a:cubicBezTo>
                  <a:pt x="441763" y="20675"/>
                  <a:pt x="444133" y="20352"/>
                  <a:pt x="446655" y="20352"/>
                </a:cubicBezTo>
                <a:cubicBezTo>
                  <a:pt x="448714" y="20352"/>
                  <a:pt x="450439" y="20642"/>
                  <a:pt x="451830" y="21222"/>
                </a:cubicBezTo>
                <a:cubicBezTo>
                  <a:pt x="453222" y="21802"/>
                  <a:pt x="454287" y="22723"/>
                  <a:pt x="455027" y="23984"/>
                </a:cubicBezTo>
                <a:cubicBezTo>
                  <a:pt x="455766" y="25245"/>
                  <a:pt x="456179" y="26861"/>
                  <a:pt x="456266" y="28833"/>
                </a:cubicBezTo>
                <a:cubicBezTo>
                  <a:pt x="456353" y="30804"/>
                  <a:pt x="456121" y="33196"/>
                  <a:pt x="455570" y="36008"/>
                </a:cubicBezTo>
                <a:lnTo>
                  <a:pt x="452613" y="50620"/>
                </a:lnTo>
                <a:cubicBezTo>
                  <a:pt x="452294" y="52302"/>
                  <a:pt x="452135" y="53693"/>
                  <a:pt x="452135" y="54795"/>
                </a:cubicBezTo>
                <a:cubicBezTo>
                  <a:pt x="452135" y="55897"/>
                  <a:pt x="452287" y="56781"/>
                  <a:pt x="452591" y="57448"/>
                </a:cubicBezTo>
                <a:cubicBezTo>
                  <a:pt x="452896" y="58115"/>
                  <a:pt x="453323" y="58586"/>
                  <a:pt x="453874" y="58861"/>
                </a:cubicBezTo>
                <a:cubicBezTo>
                  <a:pt x="454425" y="59137"/>
                  <a:pt x="455077" y="59274"/>
                  <a:pt x="455831" y="59274"/>
                </a:cubicBezTo>
                <a:cubicBezTo>
                  <a:pt x="457803" y="59274"/>
                  <a:pt x="459745" y="58890"/>
                  <a:pt x="461659" y="58122"/>
                </a:cubicBezTo>
                <a:cubicBezTo>
                  <a:pt x="463572" y="57354"/>
                  <a:pt x="465514" y="56433"/>
                  <a:pt x="467486" y="55360"/>
                </a:cubicBezTo>
                <a:lnTo>
                  <a:pt x="467486" y="62058"/>
                </a:lnTo>
                <a:close/>
                <a:moveTo>
                  <a:pt x="494732" y="65580"/>
                </a:moveTo>
                <a:cubicBezTo>
                  <a:pt x="489514" y="65580"/>
                  <a:pt x="485448" y="64239"/>
                  <a:pt x="482534" y="61557"/>
                </a:cubicBezTo>
                <a:cubicBezTo>
                  <a:pt x="479620" y="58876"/>
                  <a:pt x="478163" y="54853"/>
                  <a:pt x="478163" y="49489"/>
                </a:cubicBezTo>
                <a:cubicBezTo>
                  <a:pt x="478163" y="47083"/>
                  <a:pt x="478417" y="44699"/>
                  <a:pt x="478924" y="42336"/>
                </a:cubicBezTo>
                <a:cubicBezTo>
                  <a:pt x="479432" y="39973"/>
                  <a:pt x="480178" y="37711"/>
                  <a:pt x="481164" y="35552"/>
                </a:cubicBezTo>
                <a:cubicBezTo>
                  <a:pt x="482150" y="33392"/>
                  <a:pt x="483367" y="31384"/>
                  <a:pt x="484817" y="29528"/>
                </a:cubicBezTo>
                <a:cubicBezTo>
                  <a:pt x="486267" y="27673"/>
                  <a:pt x="487934" y="26064"/>
                  <a:pt x="489818" y="24701"/>
                </a:cubicBezTo>
                <a:cubicBezTo>
                  <a:pt x="491703" y="23339"/>
                  <a:pt x="493783" y="22273"/>
                  <a:pt x="496059" y="21505"/>
                </a:cubicBezTo>
                <a:cubicBezTo>
                  <a:pt x="498335" y="20737"/>
                  <a:pt x="500806" y="20352"/>
                  <a:pt x="503473" y="20352"/>
                </a:cubicBezTo>
                <a:cubicBezTo>
                  <a:pt x="506083" y="20352"/>
                  <a:pt x="508409" y="20693"/>
                  <a:pt x="510453" y="21374"/>
                </a:cubicBezTo>
                <a:cubicBezTo>
                  <a:pt x="512497" y="22056"/>
                  <a:pt x="514222" y="23070"/>
                  <a:pt x="515628" y="24419"/>
                </a:cubicBezTo>
                <a:cubicBezTo>
                  <a:pt x="517034" y="25767"/>
                  <a:pt x="518114" y="27448"/>
                  <a:pt x="518868" y="29463"/>
                </a:cubicBezTo>
                <a:cubicBezTo>
                  <a:pt x="519622" y="31478"/>
                  <a:pt x="519999" y="33819"/>
                  <a:pt x="519999" y="36487"/>
                </a:cubicBezTo>
                <a:cubicBezTo>
                  <a:pt x="519999" y="38864"/>
                  <a:pt x="519745" y="41234"/>
                  <a:pt x="519238" y="43597"/>
                </a:cubicBezTo>
                <a:cubicBezTo>
                  <a:pt x="518730" y="45960"/>
                  <a:pt x="517984" y="48221"/>
                  <a:pt x="516998" y="50381"/>
                </a:cubicBezTo>
                <a:cubicBezTo>
                  <a:pt x="516012" y="52541"/>
                  <a:pt x="514795" y="54549"/>
                  <a:pt x="513345" y="56404"/>
                </a:cubicBezTo>
                <a:cubicBezTo>
                  <a:pt x="511896" y="58260"/>
                  <a:pt x="510236" y="59869"/>
                  <a:pt x="508366" y="61231"/>
                </a:cubicBezTo>
                <a:cubicBezTo>
                  <a:pt x="506496" y="62594"/>
                  <a:pt x="504416" y="63659"/>
                  <a:pt x="502125" y="64428"/>
                </a:cubicBezTo>
                <a:cubicBezTo>
                  <a:pt x="499835" y="65196"/>
                  <a:pt x="497371" y="65580"/>
                  <a:pt x="494732" y="65580"/>
                </a:cubicBezTo>
                <a:moveTo>
                  <a:pt x="512258" y="37269"/>
                </a:moveTo>
                <a:cubicBezTo>
                  <a:pt x="512258" y="33761"/>
                  <a:pt x="511432" y="31137"/>
                  <a:pt x="509779" y="29398"/>
                </a:cubicBezTo>
                <a:cubicBezTo>
                  <a:pt x="508127" y="27658"/>
                  <a:pt x="505720" y="26789"/>
                  <a:pt x="502560" y="26789"/>
                </a:cubicBezTo>
                <a:cubicBezTo>
                  <a:pt x="500763" y="26789"/>
                  <a:pt x="499096" y="27100"/>
                  <a:pt x="497559" y="27724"/>
                </a:cubicBezTo>
                <a:cubicBezTo>
                  <a:pt x="496022" y="28347"/>
                  <a:pt x="494638" y="29202"/>
                  <a:pt x="493406" y="30289"/>
                </a:cubicBezTo>
                <a:cubicBezTo>
                  <a:pt x="492174" y="31377"/>
                  <a:pt x="491087" y="32638"/>
                  <a:pt x="490144" y="34073"/>
                </a:cubicBezTo>
                <a:cubicBezTo>
                  <a:pt x="489202" y="35508"/>
                  <a:pt x="488419" y="37030"/>
                  <a:pt x="487796" y="38639"/>
                </a:cubicBezTo>
                <a:cubicBezTo>
                  <a:pt x="487173" y="40248"/>
                  <a:pt x="486701" y="41915"/>
                  <a:pt x="486383" y="43640"/>
                </a:cubicBezTo>
                <a:cubicBezTo>
                  <a:pt x="486064" y="45365"/>
                  <a:pt x="485904" y="47040"/>
                  <a:pt x="485904" y="48663"/>
                </a:cubicBezTo>
                <a:cubicBezTo>
                  <a:pt x="485904" y="52171"/>
                  <a:pt x="486730" y="54802"/>
                  <a:pt x="488383" y="56556"/>
                </a:cubicBezTo>
                <a:cubicBezTo>
                  <a:pt x="490036" y="58310"/>
                  <a:pt x="492442" y="59187"/>
                  <a:pt x="495602" y="59187"/>
                </a:cubicBezTo>
                <a:cubicBezTo>
                  <a:pt x="497429" y="59187"/>
                  <a:pt x="499103" y="58876"/>
                  <a:pt x="500625" y="58252"/>
                </a:cubicBezTo>
                <a:cubicBezTo>
                  <a:pt x="502147" y="57629"/>
                  <a:pt x="503524" y="56774"/>
                  <a:pt x="504756" y="55687"/>
                </a:cubicBezTo>
                <a:cubicBezTo>
                  <a:pt x="505988" y="54599"/>
                  <a:pt x="507076" y="53338"/>
                  <a:pt x="508018" y="51903"/>
                </a:cubicBezTo>
                <a:cubicBezTo>
                  <a:pt x="508960" y="50468"/>
                  <a:pt x="509743" y="48939"/>
                  <a:pt x="510366" y="47315"/>
                </a:cubicBezTo>
                <a:cubicBezTo>
                  <a:pt x="510990" y="45691"/>
                  <a:pt x="511461" y="44017"/>
                  <a:pt x="511780" y="42292"/>
                </a:cubicBezTo>
                <a:cubicBezTo>
                  <a:pt x="512099" y="40567"/>
                  <a:pt x="512258" y="38893"/>
                  <a:pt x="512258" y="37269"/>
                </a:cubicBezTo>
                <a:close/>
                <a:moveTo>
                  <a:pt x="528539" y="41183"/>
                </a:moveTo>
                <a:cubicBezTo>
                  <a:pt x="528655" y="40632"/>
                  <a:pt x="528778" y="39908"/>
                  <a:pt x="528908" y="39009"/>
                </a:cubicBezTo>
                <a:cubicBezTo>
                  <a:pt x="529039" y="38110"/>
                  <a:pt x="529191" y="36900"/>
                  <a:pt x="529365" y="35378"/>
                </a:cubicBezTo>
                <a:cubicBezTo>
                  <a:pt x="529539" y="33855"/>
                  <a:pt x="529756" y="31942"/>
                  <a:pt x="530017" y="29637"/>
                </a:cubicBezTo>
                <a:cubicBezTo>
                  <a:pt x="530278" y="27332"/>
                  <a:pt x="530583" y="24498"/>
                  <a:pt x="530931" y="21135"/>
                </a:cubicBezTo>
                <a:lnTo>
                  <a:pt x="538063" y="21135"/>
                </a:lnTo>
                <a:lnTo>
                  <a:pt x="536976" y="31224"/>
                </a:lnTo>
                <a:cubicBezTo>
                  <a:pt x="539005" y="27716"/>
                  <a:pt x="541433" y="25027"/>
                  <a:pt x="544260" y="23157"/>
                </a:cubicBezTo>
                <a:cubicBezTo>
                  <a:pt x="547086" y="21287"/>
                  <a:pt x="550152" y="20352"/>
                  <a:pt x="553457" y="20352"/>
                </a:cubicBezTo>
                <a:cubicBezTo>
                  <a:pt x="558067" y="20352"/>
                  <a:pt x="561336" y="21744"/>
                  <a:pt x="563264" y="24527"/>
                </a:cubicBezTo>
                <a:cubicBezTo>
                  <a:pt x="565192" y="27311"/>
                  <a:pt x="565605" y="31413"/>
                  <a:pt x="564503" y="36834"/>
                </a:cubicBezTo>
                <a:lnTo>
                  <a:pt x="558893" y="64797"/>
                </a:lnTo>
                <a:lnTo>
                  <a:pt x="551327" y="64797"/>
                </a:lnTo>
                <a:lnTo>
                  <a:pt x="556937" y="36921"/>
                </a:lnTo>
                <a:cubicBezTo>
                  <a:pt x="557661" y="33384"/>
                  <a:pt x="557611" y="30826"/>
                  <a:pt x="556784" y="29246"/>
                </a:cubicBezTo>
                <a:cubicBezTo>
                  <a:pt x="555958" y="27666"/>
                  <a:pt x="554385" y="26876"/>
                  <a:pt x="552066" y="26876"/>
                </a:cubicBezTo>
                <a:cubicBezTo>
                  <a:pt x="550210" y="26876"/>
                  <a:pt x="548362" y="27513"/>
                  <a:pt x="546521" y="28789"/>
                </a:cubicBezTo>
                <a:cubicBezTo>
                  <a:pt x="544680" y="30065"/>
                  <a:pt x="542962" y="31725"/>
                  <a:pt x="541368" y="33769"/>
                </a:cubicBezTo>
                <a:cubicBezTo>
                  <a:pt x="539773" y="35812"/>
                  <a:pt x="538389" y="38110"/>
                  <a:pt x="537215" y="40661"/>
                </a:cubicBezTo>
                <a:cubicBezTo>
                  <a:pt x="536041" y="43213"/>
                  <a:pt x="535192" y="45764"/>
                  <a:pt x="534671" y="48315"/>
                </a:cubicBezTo>
                <a:lnTo>
                  <a:pt x="531366" y="64797"/>
                </a:lnTo>
                <a:lnTo>
                  <a:pt x="523799" y="64797"/>
                </a:lnTo>
                <a:lnTo>
                  <a:pt x="528539" y="41183"/>
                </a:lnTo>
                <a:close/>
                <a:moveTo>
                  <a:pt x="585981" y="0"/>
                </a:moveTo>
                <a:cubicBezTo>
                  <a:pt x="599346" y="12386"/>
                  <a:pt x="606029" y="26164"/>
                  <a:pt x="606029" y="41335"/>
                </a:cubicBezTo>
                <a:cubicBezTo>
                  <a:pt x="606029" y="44468"/>
                  <a:pt x="605710" y="47717"/>
                  <a:pt x="605072" y="51082"/>
                </a:cubicBezTo>
                <a:cubicBezTo>
                  <a:pt x="604434" y="54447"/>
                  <a:pt x="603347" y="57892"/>
                  <a:pt x="601811" y="61416"/>
                </a:cubicBezTo>
                <a:cubicBezTo>
                  <a:pt x="600274" y="64940"/>
                  <a:pt x="598208" y="68515"/>
                  <a:pt x="595614" y="72141"/>
                </a:cubicBezTo>
                <a:cubicBezTo>
                  <a:pt x="593019" y="75767"/>
                  <a:pt x="589750" y="79407"/>
                  <a:pt x="585807" y="83062"/>
                </a:cubicBezTo>
                <a:lnTo>
                  <a:pt x="581415" y="78580"/>
                </a:lnTo>
                <a:cubicBezTo>
                  <a:pt x="587068" y="72982"/>
                  <a:pt x="591287" y="67137"/>
                  <a:pt x="594070" y="61046"/>
                </a:cubicBezTo>
                <a:cubicBezTo>
                  <a:pt x="596853" y="54954"/>
                  <a:pt x="598245" y="48573"/>
                  <a:pt x="598245" y="41901"/>
                </a:cubicBezTo>
                <a:cubicBezTo>
                  <a:pt x="598245" y="28093"/>
                  <a:pt x="592635" y="15678"/>
                  <a:pt x="581415" y="4656"/>
                </a:cubicBezTo>
                <a:lnTo>
                  <a:pt x="585981" y="0"/>
                </a:lnTo>
                <a:close/>
                <a:moveTo>
                  <a:pt x="696617" y="3305"/>
                </a:moveTo>
                <a:lnTo>
                  <a:pt x="695443" y="48098"/>
                </a:lnTo>
                <a:lnTo>
                  <a:pt x="688746" y="48098"/>
                </a:lnTo>
                <a:lnTo>
                  <a:pt x="687441" y="3305"/>
                </a:lnTo>
                <a:lnTo>
                  <a:pt x="696617" y="3305"/>
                </a:lnTo>
                <a:moveTo>
                  <a:pt x="692051" y="54099"/>
                </a:moveTo>
                <a:cubicBezTo>
                  <a:pt x="692834" y="54099"/>
                  <a:pt x="693573" y="54251"/>
                  <a:pt x="694269" y="54556"/>
                </a:cubicBezTo>
                <a:cubicBezTo>
                  <a:pt x="694965" y="54860"/>
                  <a:pt x="695566" y="55273"/>
                  <a:pt x="696074" y="55795"/>
                </a:cubicBezTo>
                <a:cubicBezTo>
                  <a:pt x="696581" y="56317"/>
                  <a:pt x="696987" y="56933"/>
                  <a:pt x="697291" y="57643"/>
                </a:cubicBezTo>
                <a:cubicBezTo>
                  <a:pt x="697596" y="58354"/>
                  <a:pt x="697748" y="59100"/>
                  <a:pt x="697748" y="59883"/>
                </a:cubicBezTo>
                <a:cubicBezTo>
                  <a:pt x="697748" y="60666"/>
                  <a:pt x="697596" y="61405"/>
                  <a:pt x="697291" y="62101"/>
                </a:cubicBezTo>
                <a:cubicBezTo>
                  <a:pt x="696987" y="62797"/>
                  <a:pt x="696581" y="63398"/>
                  <a:pt x="696074" y="63906"/>
                </a:cubicBezTo>
                <a:cubicBezTo>
                  <a:pt x="695566" y="64413"/>
                  <a:pt x="694965" y="64819"/>
                  <a:pt x="694269" y="65123"/>
                </a:cubicBezTo>
                <a:cubicBezTo>
                  <a:pt x="693573" y="65428"/>
                  <a:pt x="692834" y="65580"/>
                  <a:pt x="692051" y="65580"/>
                </a:cubicBezTo>
                <a:cubicBezTo>
                  <a:pt x="691239" y="65580"/>
                  <a:pt x="690485" y="65428"/>
                  <a:pt x="689790" y="65123"/>
                </a:cubicBezTo>
                <a:cubicBezTo>
                  <a:pt x="689094" y="64819"/>
                  <a:pt x="688485" y="64413"/>
                  <a:pt x="687963" y="63906"/>
                </a:cubicBezTo>
                <a:cubicBezTo>
                  <a:pt x="687441" y="63398"/>
                  <a:pt x="687028" y="62797"/>
                  <a:pt x="686724" y="62101"/>
                </a:cubicBezTo>
                <a:cubicBezTo>
                  <a:pt x="686419" y="61405"/>
                  <a:pt x="686267" y="60666"/>
                  <a:pt x="686267" y="59883"/>
                </a:cubicBezTo>
                <a:cubicBezTo>
                  <a:pt x="686267" y="59100"/>
                  <a:pt x="686419" y="58354"/>
                  <a:pt x="686724" y="57643"/>
                </a:cubicBezTo>
                <a:cubicBezTo>
                  <a:pt x="687028" y="56933"/>
                  <a:pt x="687441" y="56317"/>
                  <a:pt x="687963" y="55795"/>
                </a:cubicBezTo>
                <a:cubicBezTo>
                  <a:pt x="688485" y="55273"/>
                  <a:pt x="689094" y="54860"/>
                  <a:pt x="689790" y="54556"/>
                </a:cubicBezTo>
                <a:cubicBezTo>
                  <a:pt x="690485" y="54251"/>
                  <a:pt x="691239" y="54099"/>
                  <a:pt x="692051" y="54099"/>
                </a:cubicBezTo>
                <a:close/>
                <a:moveTo>
                  <a:pt x="759611" y="36704"/>
                </a:moveTo>
                <a:lnTo>
                  <a:pt x="722211" y="36704"/>
                </a:lnTo>
                <a:lnTo>
                  <a:pt x="722211" y="30311"/>
                </a:lnTo>
                <a:lnTo>
                  <a:pt x="759611" y="30311"/>
                </a:lnTo>
                <a:lnTo>
                  <a:pt x="759611" y="36704"/>
                </a:lnTo>
                <a:moveTo>
                  <a:pt x="759611" y="51881"/>
                </a:moveTo>
                <a:lnTo>
                  <a:pt x="722211" y="51881"/>
                </a:lnTo>
                <a:lnTo>
                  <a:pt x="722211" y="45489"/>
                </a:lnTo>
                <a:lnTo>
                  <a:pt x="759611" y="45489"/>
                </a:lnTo>
                <a:lnTo>
                  <a:pt x="759611" y="5188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9">
            <a:extLst xmlns:a="http://schemas.openxmlformats.org/drawingml/2006/main">
              <a:ext uri="{FF2B5EF4-FFF2-40B4-BE49-F238E27FC236}">
                <a16:creationId xmlns:a16="http://schemas.microsoft.com/office/drawing/2014/main" id="{33EEBF55-10B1-4BFC-B7D5-74F6AF05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745" y="4825788"/>
            <a:ext cx="39183" cy="57665"/>
          </a:xfrm>
          <a:custGeom xmlns:a="http://schemas.openxmlformats.org/drawingml/2006/main">
            <a:pathLst>
              <a:path w="39183" h="57665">
                <a:moveTo>
                  <a:pt x="39183" y="26025"/>
                </a:moveTo>
                <a:cubicBezTo>
                  <a:pt x="39183" y="31567"/>
                  <a:pt x="38516" y="36333"/>
                  <a:pt x="37182" y="40323"/>
                </a:cubicBezTo>
                <a:cubicBezTo>
                  <a:pt x="35849" y="44312"/>
                  <a:pt x="33877" y="47590"/>
                  <a:pt x="31268" y="50158"/>
                </a:cubicBezTo>
                <a:cubicBezTo>
                  <a:pt x="28659" y="52726"/>
                  <a:pt x="25426" y="54619"/>
                  <a:pt x="21570" y="55837"/>
                </a:cubicBezTo>
                <a:cubicBezTo>
                  <a:pt x="17714" y="57056"/>
                  <a:pt x="13264" y="57665"/>
                  <a:pt x="8219" y="57665"/>
                </a:cubicBezTo>
                <a:lnTo>
                  <a:pt x="3479" y="57665"/>
                </a:lnTo>
                <a:lnTo>
                  <a:pt x="3479" y="51055"/>
                </a:lnTo>
                <a:lnTo>
                  <a:pt x="8741" y="51055"/>
                </a:lnTo>
                <a:cubicBezTo>
                  <a:pt x="12481" y="51055"/>
                  <a:pt x="15714" y="50678"/>
                  <a:pt x="18439" y="49924"/>
                </a:cubicBezTo>
                <a:cubicBezTo>
                  <a:pt x="21164" y="49171"/>
                  <a:pt x="23433" y="48062"/>
                  <a:pt x="25245" y="46597"/>
                </a:cubicBezTo>
                <a:cubicBezTo>
                  <a:pt x="27057" y="45133"/>
                  <a:pt x="28441" y="43350"/>
                  <a:pt x="29398" y="41248"/>
                </a:cubicBezTo>
                <a:cubicBezTo>
                  <a:pt x="30355" y="39147"/>
                  <a:pt x="30949" y="36747"/>
                  <a:pt x="31181" y="34051"/>
                </a:cubicBezTo>
                <a:lnTo>
                  <a:pt x="31355" y="32268"/>
                </a:lnTo>
                <a:cubicBezTo>
                  <a:pt x="29528" y="33341"/>
                  <a:pt x="27426" y="34203"/>
                  <a:pt x="25049" y="34856"/>
                </a:cubicBezTo>
                <a:cubicBezTo>
                  <a:pt x="22672" y="35508"/>
                  <a:pt x="20091" y="35834"/>
                  <a:pt x="17308" y="35834"/>
                </a:cubicBezTo>
                <a:cubicBezTo>
                  <a:pt x="14438" y="35834"/>
                  <a:pt x="11916" y="35413"/>
                  <a:pt x="9741" y="34572"/>
                </a:cubicBezTo>
                <a:cubicBezTo>
                  <a:pt x="7567" y="33730"/>
                  <a:pt x="5762" y="32554"/>
                  <a:pt x="4327" y="31045"/>
                </a:cubicBezTo>
                <a:cubicBezTo>
                  <a:pt x="2892" y="29536"/>
                  <a:pt x="1812" y="27743"/>
                  <a:pt x="1087" y="25667"/>
                </a:cubicBezTo>
                <a:cubicBezTo>
                  <a:pt x="362" y="23592"/>
                  <a:pt x="0" y="21335"/>
                  <a:pt x="0" y="18897"/>
                </a:cubicBezTo>
                <a:cubicBezTo>
                  <a:pt x="0" y="16255"/>
                  <a:pt x="478" y="13788"/>
                  <a:pt x="1435" y="11494"/>
                </a:cubicBezTo>
                <a:cubicBezTo>
                  <a:pt x="2392" y="9201"/>
                  <a:pt x="3733" y="7206"/>
                  <a:pt x="5458" y="5508"/>
                </a:cubicBezTo>
                <a:cubicBezTo>
                  <a:pt x="7183" y="3810"/>
                  <a:pt x="9248" y="2468"/>
                  <a:pt x="11655" y="1481"/>
                </a:cubicBezTo>
                <a:cubicBezTo>
                  <a:pt x="14061" y="494"/>
                  <a:pt x="16714" y="0"/>
                  <a:pt x="19613" y="0"/>
                </a:cubicBezTo>
                <a:cubicBezTo>
                  <a:pt x="22425" y="0"/>
                  <a:pt x="25027" y="464"/>
                  <a:pt x="27419" y="1393"/>
                </a:cubicBezTo>
                <a:cubicBezTo>
                  <a:pt x="29811" y="2322"/>
                  <a:pt x="31877" y="3823"/>
                  <a:pt x="33616" y="5898"/>
                </a:cubicBezTo>
                <a:cubicBezTo>
                  <a:pt x="35356" y="7972"/>
                  <a:pt x="36718" y="10663"/>
                  <a:pt x="37704" y="13971"/>
                </a:cubicBezTo>
                <a:cubicBezTo>
                  <a:pt x="38690" y="17278"/>
                  <a:pt x="39183" y="21296"/>
                  <a:pt x="39183" y="26025"/>
                </a:cubicBezTo>
                <a:moveTo>
                  <a:pt x="19265" y="6219"/>
                </a:moveTo>
                <a:cubicBezTo>
                  <a:pt x="17642" y="6219"/>
                  <a:pt x="16141" y="6487"/>
                  <a:pt x="14764" y="7025"/>
                </a:cubicBezTo>
                <a:cubicBezTo>
                  <a:pt x="13387" y="7562"/>
                  <a:pt x="12198" y="8346"/>
                  <a:pt x="11198" y="9377"/>
                </a:cubicBezTo>
                <a:cubicBezTo>
                  <a:pt x="10198" y="10408"/>
                  <a:pt x="9408" y="11679"/>
                  <a:pt x="8828" y="13190"/>
                </a:cubicBezTo>
                <a:cubicBezTo>
                  <a:pt x="8248" y="14701"/>
                  <a:pt x="7958" y="16429"/>
                  <a:pt x="7958" y="18375"/>
                </a:cubicBezTo>
                <a:cubicBezTo>
                  <a:pt x="7958" y="20146"/>
                  <a:pt x="8169" y="21729"/>
                  <a:pt x="8589" y="23123"/>
                </a:cubicBezTo>
                <a:cubicBezTo>
                  <a:pt x="9009" y="24518"/>
                  <a:pt x="9662" y="25701"/>
                  <a:pt x="10546" y="26675"/>
                </a:cubicBezTo>
                <a:cubicBezTo>
                  <a:pt x="11430" y="27648"/>
                  <a:pt x="12568" y="28395"/>
                  <a:pt x="13960" y="28918"/>
                </a:cubicBezTo>
                <a:cubicBezTo>
                  <a:pt x="15351" y="29441"/>
                  <a:pt x="17004" y="29702"/>
                  <a:pt x="18917" y="29702"/>
                </a:cubicBezTo>
                <a:cubicBezTo>
                  <a:pt x="19990" y="29702"/>
                  <a:pt x="21099" y="29601"/>
                  <a:pt x="22244" y="29398"/>
                </a:cubicBezTo>
                <a:cubicBezTo>
                  <a:pt x="23389" y="29195"/>
                  <a:pt x="24506" y="28920"/>
                  <a:pt x="25593" y="28572"/>
                </a:cubicBezTo>
                <a:cubicBezTo>
                  <a:pt x="26680" y="28224"/>
                  <a:pt x="27716" y="27818"/>
                  <a:pt x="28702" y="27354"/>
                </a:cubicBezTo>
                <a:cubicBezTo>
                  <a:pt x="29688" y="26890"/>
                  <a:pt x="30572" y="26397"/>
                  <a:pt x="31355" y="25875"/>
                </a:cubicBezTo>
                <a:cubicBezTo>
                  <a:pt x="31355" y="22127"/>
                  <a:pt x="31079" y="18997"/>
                  <a:pt x="30529" y="16483"/>
                </a:cubicBezTo>
                <a:cubicBezTo>
                  <a:pt x="29978" y="13970"/>
                  <a:pt x="29181" y="11951"/>
                  <a:pt x="28137" y="10425"/>
                </a:cubicBezTo>
                <a:cubicBezTo>
                  <a:pt x="27093" y="8899"/>
                  <a:pt x="25825" y="7817"/>
                  <a:pt x="24332" y="7178"/>
                </a:cubicBezTo>
                <a:cubicBezTo>
                  <a:pt x="22838" y="6539"/>
                  <a:pt x="21150" y="6219"/>
                  <a:pt x="19265" y="6219"/>
                </a:cubicBezTo>
                <a:close/>
              </a:path>
            </a:pathLst>
          </a:custGeom>
          <a:solidFill xmlns:a="http://schemas.openxmlformats.org/drawingml/2006/main">
            <a:srgbClr val="EBC8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:">
            <a:extLst xmlns:a="http://schemas.openxmlformats.org/drawingml/2006/main">
              <a:ext uri="{FF2B5EF4-FFF2-40B4-BE49-F238E27FC236}">
                <a16:creationId xmlns:a16="http://schemas.microsoft.com/office/drawing/2014/main" id="{F9096195-DB8E-40C0-81E5-A558994A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999" y="4839008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raise">
            <a:extLst xmlns:a="http://schemas.openxmlformats.org/drawingml/2006/main">
              <a:ext uri="{FF2B5EF4-FFF2-40B4-BE49-F238E27FC236}">
                <a16:creationId xmlns:a16="http://schemas.microsoft.com/office/drawing/2014/main" id="{9CF2CDDD-6067-4E62-B426-C16F29A4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093" y="4927467"/>
            <a:ext cx="235624" cy="62797"/>
          </a:xfrm>
          <a:custGeom xmlns:a="http://schemas.openxmlformats.org/drawingml/2006/main">
            <a:pathLst>
              <a:path w="235624" h="62797">
                <a:moveTo>
                  <a:pt x="4740" y="38362"/>
                </a:moveTo>
                <a:cubicBezTo>
                  <a:pt x="4856" y="37810"/>
                  <a:pt x="4979" y="37086"/>
                  <a:pt x="5110" y="36189"/>
                </a:cubicBezTo>
                <a:cubicBezTo>
                  <a:pt x="5240" y="35292"/>
                  <a:pt x="5393" y="34084"/>
                  <a:pt x="5566" y="32566"/>
                </a:cubicBezTo>
                <a:cubicBezTo>
                  <a:pt x="5740" y="31046"/>
                  <a:pt x="5958" y="29137"/>
                  <a:pt x="6219" y="26836"/>
                </a:cubicBezTo>
                <a:cubicBezTo>
                  <a:pt x="6480" y="24536"/>
                  <a:pt x="6784" y="21708"/>
                  <a:pt x="7132" y="18352"/>
                </a:cubicBezTo>
                <a:lnTo>
                  <a:pt x="14264" y="18352"/>
                </a:lnTo>
                <a:lnTo>
                  <a:pt x="13177" y="28415"/>
                </a:lnTo>
                <a:cubicBezTo>
                  <a:pt x="14192" y="26940"/>
                  <a:pt x="15293" y="25545"/>
                  <a:pt x="16482" y="24230"/>
                </a:cubicBezTo>
                <a:cubicBezTo>
                  <a:pt x="17671" y="22913"/>
                  <a:pt x="18975" y="21764"/>
                  <a:pt x="20396" y="20781"/>
                </a:cubicBezTo>
                <a:cubicBezTo>
                  <a:pt x="21817" y="19797"/>
                  <a:pt x="23368" y="19016"/>
                  <a:pt x="25049" y="18438"/>
                </a:cubicBezTo>
                <a:cubicBezTo>
                  <a:pt x="26731" y="17859"/>
                  <a:pt x="28572" y="17569"/>
                  <a:pt x="30572" y="17569"/>
                </a:cubicBezTo>
                <a:cubicBezTo>
                  <a:pt x="35356" y="17569"/>
                  <a:pt x="38661" y="19059"/>
                  <a:pt x="40487" y="22038"/>
                </a:cubicBezTo>
                <a:cubicBezTo>
                  <a:pt x="42314" y="25017"/>
                  <a:pt x="42604" y="29325"/>
                  <a:pt x="41357" y="34964"/>
                </a:cubicBezTo>
                <a:lnTo>
                  <a:pt x="33660" y="34964"/>
                </a:lnTo>
                <a:cubicBezTo>
                  <a:pt x="34095" y="32972"/>
                  <a:pt x="34312" y="31283"/>
                  <a:pt x="34312" y="29897"/>
                </a:cubicBezTo>
                <a:cubicBezTo>
                  <a:pt x="34312" y="28511"/>
                  <a:pt x="34116" y="27392"/>
                  <a:pt x="33725" y="26540"/>
                </a:cubicBezTo>
                <a:cubicBezTo>
                  <a:pt x="33334" y="25688"/>
                  <a:pt x="32754" y="25068"/>
                  <a:pt x="31985" y="24678"/>
                </a:cubicBezTo>
                <a:cubicBezTo>
                  <a:pt x="31217" y="24288"/>
                  <a:pt x="30297" y="24092"/>
                  <a:pt x="29224" y="24092"/>
                </a:cubicBezTo>
                <a:cubicBezTo>
                  <a:pt x="27137" y="24092"/>
                  <a:pt x="25107" y="24722"/>
                  <a:pt x="23136" y="25981"/>
                </a:cubicBezTo>
                <a:cubicBezTo>
                  <a:pt x="21164" y="27240"/>
                  <a:pt x="19359" y="28889"/>
                  <a:pt x="17721" y="30930"/>
                </a:cubicBezTo>
                <a:cubicBezTo>
                  <a:pt x="16083" y="32969"/>
                  <a:pt x="14677" y="35262"/>
                  <a:pt x="13503" y="37809"/>
                </a:cubicBezTo>
                <a:cubicBezTo>
                  <a:pt x="12329" y="40356"/>
                  <a:pt x="11481" y="42921"/>
                  <a:pt x="10959" y="45506"/>
                </a:cubicBezTo>
                <a:lnTo>
                  <a:pt x="7654" y="62014"/>
                </a:lnTo>
                <a:lnTo>
                  <a:pt x="0" y="62014"/>
                </a:lnTo>
                <a:lnTo>
                  <a:pt x="4740" y="38362"/>
                </a:lnTo>
                <a:close/>
                <a:moveTo>
                  <a:pt x="73561" y="17830"/>
                </a:moveTo>
                <a:cubicBezTo>
                  <a:pt x="75446" y="17830"/>
                  <a:pt x="77243" y="17953"/>
                  <a:pt x="78954" y="18200"/>
                </a:cubicBezTo>
                <a:cubicBezTo>
                  <a:pt x="80665" y="18446"/>
                  <a:pt x="82303" y="18801"/>
                  <a:pt x="83868" y="19265"/>
                </a:cubicBezTo>
                <a:lnTo>
                  <a:pt x="90739" y="17569"/>
                </a:lnTo>
                <a:lnTo>
                  <a:pt x="85825" y="41966"/>
                </a:lnTo>
                <a:cubicBezTo>
                  <a:pt x="85709" y="42517"/>
                  <a:pt x="85586" y="43242"/>
                  <a:pt x="85455" y="44140"/>
                </a:cubicBezTo>
                <a:cubicBezTo>
                  <a:pt x="85325" y="45039"/>
                  <a:pt x="85173" y="46250"/>
                  <a:pt x="84999" y="47772"/>
                </a:cubicBezTo>
                <a:cubicBezTo>
                  <a:pt x="84825" y="49294"/>
                  <a:pt x="84607" y="51207"/>
                  <a:pt x="84346" y="53512"/>
                </a:cubicBezTo>
                <a:cubicBezTo>
                  <a:pt x="84086" y="55817"/>
                  <a:pt x="83781" y="58651"/>
                  <a:pt x="83433" y="62014"/>
                </a:cubicBezTo>
                <a:lnTo>
                  <a:pt x="76301" y="62014"/>
                </a:lnTo>
                <a:lnTo>
                  <a:pt x="77388" y="51968"/>
                </a:lnTo>
                <a:cubicBezTo>
                  <a:pt x="75388" y="55447"/>
                  <a:pt x="72960" y="58122"/>
                  <a:pt x="70104" y="59992"/>
                </a:cubicBezTo>
                <a:cubicBezTo>
                  <a:pt x="67248" y="61862"/>
                  <a:pt x="64154" y="62797"/>
                  <a:pt x="60819" y="62797"/>
                </a:cubicBezTo>
                <a:cubicBezTo>
                  <a:pt x="58732" y="62797"/>
                  <a:pt x="56913" y="62449"/>
                  <a:pt x="55362" y="61753"/>
                </a:cubicBezTo>
                <a:cubicBezTo>
                  <a:pt x="53811" y="61057"/>
                  <a:pt x="52528" y="60064"/>
                  <a:pt x="51513" y="58774"/>
                </a:cubicBezTo>
                <a:cubicBezTo>
                  <a:pt x="50498" y="57484"/>
                  <a:pt x="49744" y="55940"/>
                  <a:pt x="49252" y="54143"/>
                </a:cubicBezTo>
                <a:cubicBezTo>
                  <a:pt x="48759" y="52345"/>
                  <a:pt x="48512" y="50345"/>
                  <a:pt x="48512" y="48141"/>
                </a:cubicBezTo>
                <a:cubicBezTo>
                  <a:pt x="48512" y="43966"/>
                  <a:pt x="49056" y="40045"/>
                  <a:pt x="50143" y="36378"/>
                </a:cubicBezTo>
                <a:cubicBezTo>
                  <a:pt x="51230" y="32710"/>
                  <a:pt x="52832" y="29499"/>
                  <a:pt x="54949" y="26745"/>
                </a:cubicBezTo>
                <a:cubicBezTo>
                  <a:pt x="57065" y="23991"/>
                  <a:pt x="59682" y="21817"/>
                  <a:pt x="62798" y="20222"/>
                </a:cubicBezTo>
                <a:cubicBezTo>
                  <a:pt x="65915" y="18627"/>
                  <a:pt x="69503" y="17830"/>
                  <a:pt x="73561" y="17830"/>
                </a:cubicBezTo>
                <a:moveTo>
                  <a:pt x="56166" y="47402"/>
                </a:moveTo>
                <a:cubicBezTo>
                  <a:pt x="56166" y="50156"/>
                  <a:pt x="56645" y="52316"/>
                  <a:pt x="57601" y="53882"/>
                </a:cubicBezTo>
                <a:cubicBezTo>
                  <a:pt x="58558" y="55447"/>
                  <a:pt x="60109" y="56230"/>
                  <a:pt x="62255" y="56230"/>
                </a:cubicBezTo>
                <a:cubicBezTo>
                  <a:pt x="63501" y="56230"/>
                  <a:pt x="64748" y="55940"/>
                  <a:pt x="65995" y="55360"/>
                </a:cubicBezTo>
                <a:cubicBezTo>
                  <a:pt x="67241" y="54781"/>
                  <a:pt x="68459" y="53983"/>
                  <a:pt x="69648" y="52968"/>
                </a:cubicBezTo>
                <a:cubicBezTo>
                  <a:pt x="70836" y="51954"/>
                  <a:pt x="71960" y="50758"/>
                  <a:pt x="73018" y="49381"/>
                </a:cubicBezTo>
                <a:cubicBezTo>
                  <a:pt x="74076" y="48004"/>
                  <a:pt x="75047" y="46525"/>
                  <a:pt x="75932" y="44945"/>
                </a:cubicBezTo>
                <a:cubicBezTo>
                  <a:pt x="76816" y="43365"/>
                  <a:pt x="77577" y="41712"/>
                  <a:pt x="78215" y="39987"/>
                </a:cubicBezTo>
                <a:cubicBezTo>
                  <a:pt x="78853" y="38262"/>
                  <a:pt x="79345" y="36544"/>
                  <a:pt x="79693" y="34834"/>
                </a:cubicBezTo>
                <a:lnTo>
                  <a:pt x="81476" y="25875"/>
                </a:lnTo>
                <a:cubicBezTo>
                  <a:pt x="80114" y="25296"/>
                  <a:pt x="78715" y="24839"/>
                  <a:pt x="77280" y="24506"/>
                </a:cubicBezTo>
                <a:cubicBezTo>
                  <a:pt x="75845" y="24172"/>
                  <a:pt x="74518" y="24005"/>
                  <a:pt x="73301" y="24005"/>
                </a:cubicBezTo>
                <a:cubicBezTo>
                  <a:pt x="70923" y="24005"/>
                  <a:pt x="68850" y="24411"/>
                  <a:pt x="67082" y="25223"/>
                </a:cubicBezTo>
                <a:cubicBezTo>
                  <a:pt x="65313" y="26035"/>
                  <a:pt x="63791" y="27093"/>
                  <a:pt x="62515" y="28398"/>
                </a:cubicBezTo>
                <a:cubicBezTo>
                  <a:pt x="61240" y="29702"/>
                  <a:pt x="60196" y="31188"/>
                  <a:pt x="59384" y="32855"/>
                </a:cubicBezTo>
                <a:cubicBezTo>
                  <a:pt x="58573" y="34522"/>
                  <a:pt x="57927" y="36226"/>
                  <a:pt x="57449" y="37965"/>
                </a:cubicBezTo>
                <a:cubicBezTo>
                  <a:pt x="56971" y="39705"/>
                  <a:pt x="56637" y="41401"/>
                  <a:pt x="56449" y="43053"/>
                </a:cubicBezTo>
                <a:cubicBezTo>
                  <a:pt x="56260" y="44706"/>
                  <a:pt x="56166" y="46155"/>
                  <a:pt x="56166" y="47402"/>
                </a:cubicBezTo>
                <a:close/>
                <a:moveTo>
                  <a:pt x="116898" y="6219"/>
                </a:moveTo>
                <a:cubicBezTo>
                  <a:pt x="116898" y="5320"/>
                  <a:pt x="117058" y="4494"/>
                  <a:pt x="117377" y="3740"/>
                </a:cubicBezTo>
                <a:cubicBezTo>
                  <a:pt x="117696" y="2986"/>
                  <a:pt x="118138" y="2334"/>
                  <a:pt x="118703" y="1783"/>
                </a:cubicBezTo>
                <a:cubicBezTo>
                  <a:pt x="119268" y="1232"/>
                  <a:pt x="119928" y="797"/>
                  <a:pt x="120682" y="478"/>
                </a:cubicBezTo>
                <a:cubicBezTo>
                  <a:pt x="121436" y="159"/>
                  <a:pt x="122247" y="0"/>
                  <a:pt x="123117" y="0"/>
                </a:cubicBezTo>
                <a:cubicBezTo>
                  <a:pt x="123958" y="0"/>
                  <a:pt x="124726" y="152"/>
                  <a:pt x="125422" y="457"/>
                </a:cubicBezTo>
                <a:cubicBezTo>
                  <a:pt x="126118" y="761"/>
                  <a:pt x="126719" y="1167"/>
                  <a:pt x="127227" y="1674"/>
                </a:cubicBezTo>
                <a:cubicBezTo>
                  <a:pt x="127734" y="2182"/>
                  <a:pt x="128126" y="2783"/>
                  <a:pt x="128401" y="3479"/>
                </a:cubicBezTo>
                <a:cubicBezTo>
                  <a:pt x="128676" y="4175"/>
                  <a:pt x="128814" y="4914"/>
                  <a:pt x="128814" y="5697"/>
                </a:cubicBezTo>
                <a:cubicBezTo>
                  <a:pt x="128814" y="6596"/>
                  <a:pt x="128655" y="7422"/>
                  <a:pt x="128336" y="8176"/>
                </a:cubicBezTo>
                <a:cubicBezTo>
                  <a:pt x="128017" y="8930"/>
                  <a:pt x="127575" y="9582"/>
                  <a:pt x="127009" y="10133"/>
                </a:cubicBezTo>
                <a:cubicBezTo>
                  <a:pt x="126444" y="10684"/>
                  <a:pt x="125784" y="11118"/>
                  <a:pt x="125031" y="11437"/>
                </a:cubicBezTo>
                <a:cubicBezTo>
                  <a:pt x="124277" y="11756"/>
                  <a:pt x="123465" y="11916"/>
                  <a:pt x="122595" y="11916"/>
                </a:cubicBezTo>
                <a:cubicBezTo>
                  <a:pt x="121755" y="11916"/>
                  <a:pt x="120979" y="11764"/>
                  <a:pt x="120269" y="11459"/>
                </a:cubicBezTo>
                <a:cubicBezTo>
                  <a:pt x="119558" y="11155"/>
                  <a:pt x="118957" y="10749"/>
                  <a:pt x="118464" y="10241"/>
                </a:cubicBezTo>
                <a:cubicBezTo>
                  <a:pt x="117971" y="9734"/>
                  <a:pt x="117587" y="9133"/>
                  <a:pt x="117312" y="8437"/>
                </a:cubicBezTo>
                <a:cubicBezTo>
                  <a:pt x="117036" y="7741"/>
                  <a:pt x="116898" y="7002"/>
                  <a:pt x="116898" y="6219"/>
                </a:cubicBezTo>
                <a:moveTo>
                  <a:pt x="134859" y="59274"/>
                </a:moveTo>
                <a:cubicBezTo>
                  <a:pt x="132859" y="60376"/>
                  <a:pt x="130749" y="61238"/>
                  <a:pt x="128531" y="61862"/>
                </a:cubicBezTo>
                <a:cubicBezTo>
                  <a:pt x="126314" y="62485"/>
                  <a:pt x="123943" y="62797"/>
                  <a:pt x="121421" y="62797"/>
                </a:cubicBezTo>
                <a:cubicBezTo>
                  <a:pt x="119363" y="62797"/>
                  <a:pt x="117638" y="62507"/>
                  <a:pt x="116246" y="61927"/>
                </a:cubicBezTo>
                <a:cubicBezTo>
                  <a:pt x="114854" y="61347"/>
                  <a:pt x="113789" y="60427"/>
                  <a:pt x="113050" y="59166"/>
                </a:cubicBezTo>
                <a:cubicBezTo>
                  <a:pt x="112310" y="57904"/>
                  <a:pt x="111897" y="56288"/>
                  <a:pt x="111810" y="54317"/>
                </a:cubicBezTo>
                <a:cubicBezTo>
                  <a:pt x="111723" y="52345"/>
                  <a:pt x="111955" y="49953"/>
                  <a:pt x="112506" y="47141"/>
                </a:cubicBezTo>
                <a:lnTo>
                  <a:pt x="115463" y="32529"/>
                </a:lnTo>
                <a:cubicBezTo>
                  <a:pt x="115811" y="30877"/>
                  <a:pt x="115978" y="29492"/>
                  <a:pt x="115963" y="28376"/>
                </a:cubicBezTo>
                <a:cubicBezTo>
                  <a:pt x="115949" y="27260"/>
                  <a:pt x="115797" y="26368"/>
                  <a:pt x="115507" y="25701"/>
                </a:cubicBezTo>
                <a:cubicBezTo>
                  <a:pt x="115217" y="25035"/>
                  <a:pt x="114789" y="24564"/>
                  <a:pt x="114224" y="24288"/>
                </a:cubicBezTo>
                <a:cubicBezTo>
                  <a:pt x="113659" y="24013"/>
                  <a:pt x="112999" y="23875"/>
                  <a:pt x="112245" y="23875"/>
                </a:cubicBezTo>
                <a:cubicBezTo>
                  <a:pt x="110274" y="23875"/>
                  <a:pt x="108331" y="24264"/>
                  <a:pt x="106418" y="25041"/>
                </a:cubicBezTo>
                <a:cubicBezTo>
                  <a:pt x="104504" y="25817"/>
                  <a:pt x="102562" y="26762"/>
                  <a:pt x="100590" y="27876"/>
                </a:cubicBezTo>
                <a:lnTo>
                  <a:pt x="100590" y="21179"/>
                </a:lnTo>
                <a:cubicBezTo>
                  <a:pt x="102591" y="20063"/>
                  <a:pt x="104700" y="19183"/>
                  <a:pt x="106918" y="18538"/>
                </a:cubicBezTo>
                <a:cubicBezTo>
                  <a:pt x="109136" y="17892"/>
                  <a:pt x="111506" y="17569"/>
                  <a:pt x="114028" y="17569"/>
                </a:cubicBezTo>
                <a:cubicBezTo>
                  <a:pt x="116087" y="17569"/>
                  <a:pt x="117812" y="17859"/>
                  <a:pt x="119203" y="18439"/>
                </a:cubicBezTo>
                <a:cubicBezTo>
                  <a:pt x="120595" y="19019"/>
                  <a:pt x="121660" y="19939"/>
                  <a:pt x="122400" y="21200"/>
                </a:cubicBezTo>
                <a:cubicBezTo>
                  <a:pt x="123139" y="22462"/>
                  <a:pt x="123552" y="24078"/>
                  <a:pt x="123639" y="26049"/>
                </a:cubicBezTo>
                <a:cubicBezTo>
                  <a:pt x="123726" y="28021"/>
                  <a:pt x="123494" y="30413"/>
                  <a:pt x="122943" y="33225"/>
                </a:cubicBezTo>
                <a:lnTo>
                  <a:pt x="119986" y="47837"/>
                </a:lnTo>
                <a:cubicBezTo>
                  <a:pt x="119667" y="49518"/>
                  <a:pt x="119508" y="50910"/>
                  <a:pt x="119508" y="52012"/>
                </a:cubicBezTo>
                <a:cubicBezTo>
                  <a:pt x="119508" y="53113"/>
                  <a:pt x="119660" y="53998"/>
                  <a:pt x="119964" y="54665"/>
                </a:cubicBezTo>
                <a:cubicBezTo>
                  <a:pt x="120269" y="55331"/>
                  <a:pt x="120696" y="55802"/>
                  <a:pt x="121247" y="56078"/>
                </a:cubicBezTo>
                <a:cubicBezTo>
                  <a:pt x="121798" y="56353"/>
                  <a:pt x="122450" y="56491"/>
                  <a:pt x="123204" y="56491"/>
                </a:cubicBezTo>
                <a:cubicBezTo>
                  <a:pt x="125176" y="56491"/>
                  <a:pt x="127118" y="56107"/>
                  <a:pt x="129032" y="55339"/>
                </a:cubicBezTo>
                <a:cubicBezTo>
                  <a:pt x="130945" y="54570"/>
                  <a:pt x="132888" y="53650"/>
                  <a:pt x="134859" y="52577"/>
                </a:cubicBezTo>
                <a:lnTo>
                  <a:pt x="134859" y="59274"/>
                </a:lnTo>
                <a:close/>
                <a:moveTo>
                  <a:pt x="184285" y="25701"/>
                </a:moveTo>
                <a:cubicBezTo>
                  <a:pt x="181646" y="25078"/>
                  <a:pt x="179283" y="24618"/>
                  <a:pt x="177196" y="24321"/>
                </a:cubicBezTo>
                <a:cubicBezTo>
                  <a:pt x="175109" y="24024"/>
                  <a:pt x="173253" y="23875"/>
                  <a:pt x="171630" y="23875"/>
                </a:cubicBezTo>
                <a:cubicBezTo>
                  <a:pt x="169629" y="23875"/>
                  <a:pt x="167911" y="24034"/>
                  <a:pt x="166476" y="24353"/>
                </a:cubicBezTo>
                <a:cubicBezTo>
                  <a:pt x="165041" y="24672"/>
                  <a:pt x="163860" y="25122"/>
                  <a:pt x="162932" y="25701"/>
                </a:cubicBezTo>
                <a:cubicBezTo>
                  <a:pt x="162004" y="26281"/>
                  <a:pt x="161323" y="26984"/>
                  <a:pt x="160888" y="27811"/>
                </a:cubicBezTo>
                <a:cubicBezTo>
                  <a:pt x="160453" y="28637"/>
                  <a:pt x="160236" y="29557"/>
                  <a:pt x="160236" y="30572"/>
                </a:cubicBezTo>
                <a:cubicBezTo>
                  <a:pt x="160236" y="31297"/>
                  <a:pt x="160402" y="31942"/>
                  <a:pt x="160736" y="32507"/>
                </a:cubicBezTo>
                <a:cubicBezTo>
                  <a:pt x="161069" y="33073"/>
                  <a:pt x="161598" y="33609"/>
                  <a:pt x="162323" y="34116"/>
                </a:cubicBezTo>
                <a:cubicBezTo>
                  <a:pt x="163048" y="34624"/>
                  <a:pt x="164012" y="35124"/>
                  <a:pt x="165215" y="35617"/>
                </a:cubicBezTo>
                <a:cubicBezTo>
                  <a:pt x="166418" y="36110"/>
                  <a:pt x="167904" y="36631"/>
                  <a:pt x="169673" y="37182"/>
                </a:cubicBezTo>
                <a:cubicBezTo>
                  <a:pt x="171789" y="37878"/>
                  <a:pt x="173594" y="38596"/>
                  <a:pt x="175087" y="39335"/>
                </a:cubicBezTo>
                <a:cubicBezTo>
                  <a:pt x="176580" y="40074"/>
                  <a:pt x="177805" y="40908"/>
                  <a:pt x="178762" y="41836"/>
                </a:cubicBezTo>
                <a:cubicBezTo>
                  <a:pt x="179718" y="42763"/>
                  <a:pt x="180414" y="43793"/>
                  <a:pt x="180849" y="44923"/>
                </a:cubicBezTo>
                <a:cubicBezTo>
                  <a:pt x="181284" y="46054"/>
                  <a:pt x="181501" y="47359"/>
                  <a:pt x="181501" y="48837"/>
                </a:cubicBezTo>
                <a:cubicBezTo>
                  <a:pt x="181501" y="51099"/>
                  <a:pt x="181008" y="53099"/>
                  <a:pt x="180023" y="54838"/>
                </a:cubicBezTo>
                <a:cubicBezTo>
                  <a:pt x="179037" y="56578"/>
                  <a:pt x="177660" y="58035"/>
                  <a:pt x="175891" y="59209"/>
                </a:cubicBezTo>
                <a:cubicBezTo>
                  <a:pt x="174123" y="60383"/>
                  <a:pt x="171999" y="61275"/>
                  <a:pt x="169520" y="61884"/>
                </a:cubicBezTo>
                <a:cubicBezTo>
                  <a:pt x="167042" y="62492"/>
                  <a:pt x="164324" y="62797"/>
                  <a:pt x="161366" y="62797"/>
                </a:cubicBezTo>
                <a:cubicBezTo>
                  <a:pt x="158583" y="62797"/>
                  <a:pt x="155938" y="62677"/>
                  <a:pt x="153430" y="62438"/>
                </a:cubicBezTo>
                <a:cubicBezTo>
                  <a:pt x="150922" y="62200"/>
                  <a:pt x="148581" y="61812"/>
                  <a:pt x="146406" y="61275"/>
                </a:cubicBezTo>
                <a:lnTo>
                  <a:pt x="146406" y="53882"/>
                </a:lnTo>
                <a:cubicBezTo>
                  <a:pt x="149016" y="54737"/>
                  <a:pt x="151610" y="55371"/>
                  <a:pt x="154191" y="55784"/>
                </a:cubicBezTo>
                <a:cubicBezTo>
                  <a:pt x="156771" y="56197"/>
                  <a:pt x="159322" y="56404"/>
                  <a:pt x="161845" y="56404"/>
                </a:cubicBezTo>
                <a:cubicBezTo>
                  <a:pt x="165962" y="56404"/>
                  <a:pt x="168962" y="55824"/>
                  <a:pt x="170847" y="54665"/>
                </a:cubicBezTo>
                <a:cubicBezTo>
                  <a:pt x="172731" y="53505"/>
                  <a:pt x="173673" y="51707"/>
                  <a:pt x="173673" y="49272"/>
                </a:cubicBezTo>
                <a:cubicBezTo>
                  <a:pt x="173673" y="48634"/>
                  <a:pt x="173528" y="48047"/>
                  <a:pt x="173239" y="47511"/>
                </a:cubicBezTo>
                <a:cubicBezTo>
                  <a:pt x="172949" y="46974"/>
                  <a:pt x="172456" y="46467"/>
                  <a:pt x="171760" y="45989"/>
                </a:cubicBezTo>
                <a:cubicBezTo>
                  <a:pt x="171064" y="45510"/>
                  <a:pt x="170107" y="45025"/>
                  <a:pt x="168890" y="44532"/>
                </a:cubicBezTo>
                <a:cubicBezTo>
                  <a:pt x="167672" y="44039"/>
                  <a:pt x="166121" y="43517"/>
                  <a:pt x="164237" y="42966"/>
                </a:cubicBezTo>
                <a:cubicBezTo>
                  <a:pt x="162497" y="42444"/>
                  <a:pt x="160910" y="41857"/>
                  <a:pt x="159475" y="41205"/>
                </a:cubicBezTo>
                <a:cubicBezTo>
                  <a:pt x="158039" y="40553"/>
                  <a:pt x="156800" y="39770"/>
                  <a:pt x="155756" y="38857"/>
                </a:cubicBezTo>
                <a:cubicBezTo>
                  <a:pt x="154713" y="37943"/>
                  <a:pt x="153908" y="36871"/>
                  <a:pt x="153343" y="35638"/>
                </a:cubicBezTo>
                <a:cubicBezTo>
                  <a:pt x="152777" y="34406"/>
                  <a:pt x="152495" y="32978"/>
                  <a:pt x="152495" y="31355"/>
                </a:cubicBezTo>
                <a:cubicBezTo>
                  <a:pt x="152495" y="29412"/>
                  <a:pt x="152886" y="27608"/>
                  <a:pt x="153669" y="25941"/>
                </a:cubicBezTo>
                <a:cubicBezTo>
                  <a:pt x="154452" y="24274"/>
                  <a:pt x="155662" y="22817"/>
                  <a:pt x="157300" y="21570"/>
                </a:cubicBezTo>
                <a:cubicBezTo>
                  <a:pt x="158938" y="20323"/>
                  <a:pt x="161004" y="19345"/>
                  <a:pt x="163497" y="18635"/>
                </a:cubicBezTo>
                <a:cubicBezTo>
                  <a:pt x="165991" y="17924"/>
                  <a:pt x="168933" y="17569"/>
                  <a:pt x="172325" y="17569"/>
                </a:cubicBezTo>
                <a:cubicBezTo>
                  <a:pt x="173137" y="17569"/>
                  <a:pt x="174029" y="17599"/>
                  <a:pt x="175000" y="17659"/>
                </a:cubicBezTo>
                <a:cubicBezTo>
                  <a:pt x="175971" y="17719"/>
                  <a:pt x="176979" y="17816"/>
                  <a:pt x="178022" y="17951"/>
                </a:cubicBezTo>
                <a:cubicBezTo>
                  <a:pt x="179066" y="18085"/>
                  <a:pt x="180117" y="18242"/>
                  <a:pt x="181175" y="18421"/>
                </a:cubicBezTo>
                <a:cubicBezTo>
                  <a:pt x="182233" y="18600"/>
                  <a:pt x="183270" y="18809"/>
                  <a:pt x="184285" y="19048"/>
                </a:cubicBezTo>
                <a:lnTo>
                  <a:pt x="184285" y="25701"/>
                </a:lnTo>
                <a:close/>
                <a:moveTo>
                  <a:pt x="203399" y="42618"/>
                </a:moveTo>
                <a:cubicBezTo>
                  <a:pt x="203254" y="43372"/>
                  <a:pt x="203145" y="44082"/>
                  <a:pt x="203073" y="44749"/>
                </a:cubicBezTo>
                <a:cubicBezTo>
                  <a:pt x="203000" y="45416"/>
                  <a:pt x="202964" y="46068"/>
                  <a:pt x="202964" y="46706"/>
                </a:cubicBezTo>
                <a:cubicBezTo>
                  <a:pt x="202964" y="49866"/>
                  <a:pt x="203906" y="52287"/>
                  <a:pt x="205791" y="53969"/>
                </a:cubicBezTo>
                <a:cubicBezTo>
                  <a:pt x="207675" y="55650"/>
                  <a:pt x="210589" y="56491"/>
                  <a:pt x="214532" y="56491"/>
                </a:cubicBezTo>
                <a:cubicBezTo>
                  <a:pt x="217083" y="56491"/>
                  <a:pt x="219613" y="56299"/>
                  <a:pt x="222121" y="55913"/>
                </a:cubicBezTo>
                <a:cubicBezTo>
                  <a:pt x="224628" y="55528"/>
                  <a:pt x="226868" y="55082"/>
                  <a:pt x="228839" y="54578"/>
                </a:cubicBezTo>
                <a:lnTo>
                  <a:pt x="228839" y="60796"/>
                </a:lnTo>
                <a:cubicBezTo>
                  <a:pt x="226665" y="61389"/>
                  <a:pt x="224222" y="61870"/>
                  <a:pt x="221512" y="62241"/>
                </a:cubicBezTo>
                <a:cubicBezTo>
                  <a:pt x="218801" y="62612"/>
                  <a:pt x="216054" y="62797"/>
                  <a:pt x="213271" y="62797"/>
                </a:cubicBezTo>
                <a:cubicBezTo>
                  <a:pt x="207124" y="62797"/>
                  <a:pt x="202587" y="61427"/>
                  <a:pt x="199659" y="58687"/>
                </a:cubicBezTo>
                <a:cubicBezTo>
                  <a:pt x="196731" y="55947"/>
                  <a:pt x="195267" y="51983"/>
                  <a:pt x="195267" y="46793"/>
                </a:cubicBezTo>
                <a:cubicBezTo>
                  <a:pt x="195267" y="42792"/>
                  <a:pt x="195890" y="39023"/>
                  <a:pt x="197137" y="35486"/>
                </a:cubicBezTo>
                <a:cubicBezTo>
                  <a:pt x="198383" y="31949"/>
                  <a:pt x="200108" y="28854"/>
                  <a:pt x="202312" y="26202"/>
                </a:cubicBezTo>
                <a:cubicBezTo>
                  <a:pt x="204515" y="23549"/>
                  <a:pt x="207132" y="21447"/>
                  <a:pt x="210161" y="19896"/>
                </a:cubicBezTo>
                <a:cubicBezTo>
                  <a:pt x="213191" y="18345"/>
                  <a:pt x="216489" y="17569"/>
                  <a:pt x="220055" y="17569"/>
                </a:cubicBezTo>
                <a:cubicBezTo>
                  <a:pt x="222519" y="17569"/>
                  <a:pt x="224715" y="17859"/>
                  <a:pt x="226643" y="18439"/>
                </a:cubicBezTo>
                <a:cubicBezTo>
                  <a:pt x="228571" y="19019"/>
                  <a:pt x="230202" y="19816"/>
                  <a:pt x="231536" y="20831"/>
                </a:cubicBezTo>
                <a:cubicBezTo>
                  <a:pt x="232869" y="21846"/>
                  <a:pt x="233884" y="23041"/>
                  <a:pt x="234580" y="24419"/>
                </a:cubicBezTo>
                <a:cubicBezTo>
                  <a:pt x="235276" y="25796"/>
                  <a:pt x="235624" y="27282"/>
                  <a:pt x="235624" y="28876"/>
                </a:cubicBezTo>
                <a:cubicBezTo>
                  <a:pt x="235624" y="30964"/>
                  <a:pt x="235181" y="32848"/>
                  <a:pt x="234297" y="34530"/>
                </a:cubicBezTo>
                <a:cubicBezTo>
                  <a:pt x="233413" y="36211"/>
                  <a:pt x="232007" y="37653"/>
                  <a:pt x="230079" y="38857"/>
                </a:cubicBezTo>
                <a:cubicBezTo>
                  <a:pt x="228151" y="40060"/>
                  <a:pt x="225665" y="40988"/>
                  <a:pt x="222621" y="41640"/>
                </a:cubicBezTo>
                <a:cubicBezTo>
                  <a:pt x="219576" y="42292"/>
                  <a:pt x="215894" y="42618"/>
                  <a:pt x="211575" y="42618"/>
                </a:cubicBezTo>
                <a:lnTo>
                  <a:pt x="203399" y="42618"/>
                </a:lnTo>
                <a:moveTo>
                  <a:pt x="211488" y="36791"/>
                </a:moveTo>
                <a:cubicBezTo>
                  <a:pt x="214706" y="36791"/>
                  <a:pt x="217366" y="36595"/>
                  <a:pt x="219468" y="36204"/>
                </a:cubicBezTo>
                <a:cubicBezTo>
                  <a:pt x="221570" y="35812"/>
                  <a:pt x="223237" y="35283"/>
                  <a:pt x="224469" y="34617"/>
                </a:cubicBezTo>
                <a:cubicBezTo>
                  <a:pt x="225701" y="33950"/>
                  <a:pt x="226564" y="33181"/>
                  <a:pt x="227056" y="32312"/>
                </a:cubicBezTo>
                <a:cubicBezTo>
                  <a:pt x="227549" y="31442"/>
                  <a:pt x="227796" y="30543"/>
                  <a:pt x="227796" y="29615"/>
                </a:cubicBezTo>
                <a:cubicBezTo>
                  <a:pt x="227796" y="28804"/>
                  <a:pt x="227636" y="28035"/>
                  <a:pt x="227317" y="27311"/>
                </a:cubicBezTo>
                <a:cubicBezTo>
                  <a:pt x="226998" y="26586"/>
                  <a:pt x="226498" y="25948"/>
                  <a:pt x="225817" y="25397"/>
                </a:cubicBezTo>
                <a:cubicBezTo>
                  <a:pt x="225136" y="24846"/>
                  <a:pt x="224280" y="24411"/>
                  <a:pt x="223251" y="24092"/>
                </a:cubicBezTo>
                <a:cubicBezTo>
                  <a:pt x="222222" y="23773"/>
                  <a:pt x="221012" y="23614"/>
                  <a:pt x="219620" y="23614"/>
                </a:cubicBezTo>
                <a:cubicBezTo>
                  <a:pt x="217735" y="23614"/>
                  <a:pt x="216018" y="23926"/>
                  <a:pt x="214467" y="24549"/>
                </a:cubicBezTo>
                <a:cubicBezTo>
                  <a:pt x="212916" y="25172"/>
                  <a:pt x="211517" y="26057"/>
                  <a:pt x="210270" y="27202"/>
                </a:cubicBezTo>
                <a:cubicBezTo>
                  <a:pt x="209023" y="28347"/>
                  <a:pt x="207922" y="29731"/>
                  <a:pt x="206965" y="31355"/>
                </a:cubicBezTo>
                <a:cubicBezTo>
                  <a:pt x="206008" y="32978"/>
                  <a:pt x="205196" y="34790"/>
                  <a:pt x="204530" y="36791"/>
                </a:cubicBezTo>
                <a:lnTo>
                  <a:pt x="211488" y="36791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ValueError">
            <a:extLst xmlns:a="http://schemas.openxmlformats.org/drawingml/2006/main">
              <a:ext uri="{FF2B5EF4-FFF2-40B4-BE49-F238E27FC236}">
                <a16:creationId xmlns:a16="http://schemas.microsoft.com/office/drawing/2014/main" id="{D13E2393-0284-47B0-90F5-0FD0AA2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642" y="4927989"/>
            <a:ext cx="481387" cy="62275"/>
          </a:xfrm>
          <a:custGeom xmlns:a="http://schemas.openxmlformats.org/drawingml/2006/main">
            <a:pathLst>
              <a:path w="481387" h="62275">
                <a:moveTo>
                  <a:pt x="48620" y="4610"/>
                </a:moveTo>
                <a:lnTo>
                  <a:pt x="29311" y="61492"/>
                </a:lnTo>
                <a:lnTo>
                  <a:pt x="18874" y="61492"/>
                </a:lnTo>
                <a:lnTo>
                  <a:pt x="0" y="4610"/>
                </a:lnTo>
                <a:lnTo>
                  <a:pt x="8741" y="4610"/>
                </a:lnTo>
                <a:lnTo>
                  <a:pt x="21005" y="42953"/>
                </a:lnTo>
                <a:lnTo>
                  <a:pt x="24484" y="54181"/>
                </a:lnTo>
                <a:lnTo>
                  <a:pt x="28050" y="42953"/>
                </a:lnTo>
                <a:lnTo>
                  <a:pt x="40357" y="4610"/>
                </a:lnTo>
                <a:lnTo>
                  <a:pt x="48620" y="4610"/>
                </a:lnTo>
                <a:close/>
                <a:moveTo>
                  <a:pt x="83819" y="61492"/>
                </a:moveTo>
                <a:lnTo>
                  <a:pt x="83645" y="55609"/>
                </a:lnTo>
                <a:cubicBezTo>
                  <a:pt x="81268" y="57962"/>
                  <a:pt x="78854" y="59661"/>
                  <a:pt x="76405" y="60707"/>
                </a:cubicBezTo>
                <a:cubicBezTo>
                  <a:pt x="73955" y="61752"/>
                  <a:pt x="71382" y="62275"/>
                  <a:pt x="68685" y="62275"/>
                </a:cubicBezTo>
                <a:cubicBezTo>
                  <a:pt x="66192" y="62275"/>
                  <a:pt x="64061" y="61956"/>
                  <a:pt x="62293" y="61317"/>
                </a:cubicBezTo>
                <a:cubicBezTo>
                  <a:pt x="60524" y="60678"/>
                  <a:pt x="59067" y="59800"/>
                  <a:pt x="57922" y="58682"/>
                </a:cubicBezTo>
                <a:cubicBezTo>
                  <a:pt x="56777" y="57564"/>
                  <a:pt x="55936" y="56250"/>
                  <a:pt x="55400" y="54739"/>
                </a:cubicBezTo>
                <a:cubicBezTo>
                  <a:pt x="54863" y="53229"/>
                  <a:pt x="54595" y="51588"/>
                  <a:pt x="54595" y="49817"/>
                </a:cubicBezTo>
                <a:cubicBezTo>
                  <a:pt x="54595" y="45432"/>
                  <a:pt x="56226" y="41998"/>
                  <a:pt x="59488" y="39516"/>
                </a:cubicBezTo>
                <a:cubicBezTo>
                  <a:pt x="62749" y="37032"/>
                  <a:pt x="67569" y="35791"/>
                  <a:pt x="73947" y="35791"/>
                </a:cubicBezTo>
                <a:lnTo>
                  <a:pt x="82993" y="35791"/>
                </a:lnTo>
                <a:lnTo>
                  <a:pt x="82993" y="31977"/>
                </a:lnTo>
                <a:cubicBezTo>
                  <a:pt x="82993" y="29406"/>
                  <a:pt x="82167" y="27348"/>
                  <a:pt x="80514" y="25802"/>
                </a:cubicBezTo>
                <a:cubicBezTo>
                  <a:pt x="78862" y="24256"/>
                  <a:pt x="76339" y="23484"/>
                  <a:pt x="72947" y="23484"/>
                </a:cubicBezTo>
                <a:cubicBezTo>
                  <a:pt x="70483" y="23484"/>
                  <a:pt x="68055" y="23763"/>
                  <a:pt x="65663" y="24322"/>
                </a:cubicBezTo>
                <a:cubicBezTo>
                  <a:pt x="63271" y="24880"/>
                  <a:pt x="60800" y="25673"/>
                  <a:pt x="58248" y="26702"/>
                </a:cubicBezTo>
                <a:lnTo>
                  <a:pt x="58248" y="19874"/>
                </a:lnTo>
                <a:cubicBezTo>
                  <a:pt x="59205" y="19521"/>
                  <a:pt x="60270" y="19175"/>
                  <a:pt x="61445" y="18836"/>
                </a:cubicBezTo>
                <a:cubicBezTo>
                  <a:pt x="62619" y="18497"/>
                  <a:pt x="63858" y="18195"/>
                  <a:pt x="65163" y="17931"/>
                </a:cubicBezTo>
                <a:cubicBezTo>
                  <a:pt x="66467" y="17665"/>
                  <a:pt x="67830" y="17452"/>
                  <a:pt x="69251" y="17291"/>
                </a:cubicBezTo>
                <a:cubicBezTo>
                  <a:pt x="70671" y="17128"/>
                  <a:pt x="72106" y="17047"/>
                  <a:pt x="73556" y="17047"/>
                </a:cubicBezTo>
                <a:cubicBezTo>
                  <a:pt x="76194" y="17047"/>
                  <a:pt x="78572" y="17337"/>
                  <a:pt x="80688" y="17917"/>
                </a:cubicBezTo>
                <a:cubicBezTo>
                  <a:pt x="82805" y="18497"/>
                  <a:pt x="84595" y="19381"/>
                  <a:pt x="86059" y="20570"/>
                </a:cubicBezTo>
                <a:cubicBezTo>
                  <a:pt x="87523" y="21759"/>
                  <a:pt x="88646" y="23252"/>
                  <a:pt x="89429" y="25049"/>
                </a:cubicBezTo>
                <a:cubicBezTo>
                  <a:pt x="90212" y="26847"/>
                  <a:pt x="90603" y="28963"/>
                  <a:pt x="90603" y="31398"/>
                </a:cubicBezTo>
                <a:lnTo>
                  <a:pt x="90603" y="61492"/>
                </a:lnTo>
                <a:lnTo>
                  <a:pt x="83819" y="61492"/>
                </a:lnTo>
                <a:moveTo>
                  <a:pt x="82993" y="41575"/>
                </a:moveTo>
                <a:lnTo>
                  <a:pt x="73382" y="41575"/>
                </a:lnTo>
                <a:cubicBezTo>
                  <a:pt x="71498" y="41575"/>
                  <a:pt x="69874" y="41764"/>
                  <a:pt x="68511" y="42143"/>
                </a:cubicBezTo>
                <a:cubicBezTo>
                  <a:pt x="67149" y="42520"/>
                  <a:pt x="66033" y="43058"/>
                  <a:pt x="65163" y="43756"/>
                </a:cubicBezTo>
                <a:cubicBezTo>
                  <a:pt x="64293" y="44453"/>
                  <a:pt x="63648" y="45290"/>
                  <a:pt x="63228" y="46265"/>
                </a:cubicBezTo>
                <a:cubicBezTo>
                  <a:pt x="62807" y="47238"/>
                  <a:pt x="62597" y="48336"/>
                  <a:pt x="62597" y="49557"/>
                </a:cubicBezTo>
                <a:cubicBezTo>
                  <a:pt x="62597" y="50401"/>
                  <a:pt x="62728" y="51208"/>
                  <a:pt x="62988" y="51979"/>
                </a:cubicBezTo>
                <a:cubicBezTo>
                  <a:pt x="63249" y="52749"/>
                  <a:pt x="63670" y="53432"/>
                  <a:pt x="64250" y="54029"/>
                </a:cubicBezTo>
                <a:cubicBezTo>
                  <a:pt x="64829" y="54625"/>
                  <a:pt x="65583" y="55097"/>
                  <a:pt x="66511" y="55446"/>
                </a:cubicBezTo>
                <a:cubicBezTo>
                  <a:pt x="67439" y="55795"/>
                  <a:pt x="68569" y="55969"/>
                  <a:pt x="69903" y="55969"/>
                </a:cubicBezTo>
                <a:cubicBezTo>
                  <a:pt x="71643" y="55969"/>
                  <a:pt x="73636" y="55439"/>
                  <a:pt x="75883" y="54378"/>
                </a:cubicBezTo>
                <a:cubicBezTo>
                  <a:pt x="78130" y="53316"/>
                  <a:pt x="80500" y="51636"/>
                  <a:pt x="82993" y="49339"/>
                </a:cubicBezTo>
                <a:lnTo>
                  <a:pt x="82993" y="41575"/>
                </a:lnTo>
                <a:close/>
                <a:moveTo>
                  <a:pt x="119182" y="6219"/>
                </a:moveTo>
                <a:lnTo>
                  <a:pt x="106266" y="6219"/>
                </a:lnTo>
                <a:lnTo>
                  <a:pt x="106266" y="0"/>
                </a:lnTo>
                <a:lnTo>
                  <a:pt x="126835" y="0"/>
                </a:lnTo>
                <a:lnTo>
                  <a:pt x="126835" y="55186"/>
                </a:lnTo>
                <a:lnTo>
                  <a:pt x="139838" y="55186"/>
                </a:lnTo>
                <a:lnTo>
                  <a:pt x="139838" y="61492"/>
                </a:lnTo>
                <a:lnTo>
                  <a:pt x="104830" y="61492"/>
                </a:lnTo>
                <a:lnTo>
                  <a:pt x="104830" y="55186"/>
                </a:lnTo>
                <a:lnTo>
                  <a:pt x="119182" y="55186"/>
                </a:lnTo>
                <a:lnTo>
                  <a:pt x="119182" y="6219"/>
                </a:lnTo>
                <a:close/>
                <a:moveTo>
                  <a:pt x="188389" y="61492"/>
                </a:moveTo>
                <a:lnTo>
                  <a:pt x="181605" y="61492"/>
                </a:lnTo>
                <a:lnTo>
                  <a:pt x="181344" y="54447"/>
                </a:lnTo>
                <a:cubicBezTo>
                  <a:pt x="180039" y="55955"/>
                  <a:pt x="178800" y="57209"/>
                  <a:pt x="177625" y="58209"/>
                </a:cubicBezTo>
                <a:cubicBezTo>
                  <a:pt x="176451" y="59209"/>
                  <a:pt x="175284" y="60014"/>
                  <a:pt x="174125" y="60622"/>
                </a:cubicBezTo>
                <a:cubicBezTo>
                  <a:pt x="172965" y="61231"/>
                  <a:pt x="171798" y="61659"/>
                  <a:pt x="170624" y="61905"/>
                </a:cubicBezTo>
                <a:cubicBezTo>
                  <a:pt x="169450" y="62152"/>
                  <a:pt x="168210" y="62275"/>
                  <a:pt x="166906" y="62275"/>
                </a:cubicBezTo>
                <a:cubicBezTo>
                  <a:pt x="162412" y="62275"/>
                  <a:pt x="159020" y="60956"/>
                  <a:pt x="156729" y="58318"/>
                </a:cubicBezTo>
                <a:cubicBezTo>
                  <a:pt x="154439" y="55679"/>
                  <a:pt x="153294" y="51693"/>
                  <a:pt x="153294" y="46358"/>
                </a:cubicBezTo>
                <a:lnTo>
                  <a:pt x="153294" y="17830"/>
                </a:lnTo>
                <a:lnTo>
                  <a:pt x="160861" y="17830"/>
                </a:lnTo>
                <a:lnTo>
                  <a:pt x="160861" y="45749"/>
                </a:lnTo>
                <a:cubicBezTo>
                  <a:pt x="160861" y="52447"/>
                  <a:pt x="163383" y="55795"/>
                  <a:pt x="168428" y="55795"/>
                </a:cubicBezTo>
                <a:cubicBezTo>
                  <a:pt x="169355" y="55795"/>
                  <a:pt x="170261" y="55658"/>
                  <a:pt x="171146" y="55382"/>
                </a:cubicBezTo>
                <a:cubicBezTo>
                  <a:pt x="172030" y="55107"/>
                  <a:pt x="172958" y="54628"/>
                  <a:pt x="173929" y="53947"/>
                </a:cubicBezTo>
                <a:cubicBezTo>
                  <a:pt x="174900" y="53266"/>
                  <a:pt x="175944" y="52345"/>
                  <a:pt x="177060" y="51185"/>
                </a:cubicBezTo>
                <a:cubicBezTo>
                  <a:pt x="178176" y="50026"/>
                  <a:pt x="179430" y="48562"/>
                  <a:pt x="180822" y="46793"/>
                </a:cubicBezTo>
                <a:lnTo>
                  <a:pt x="180822" y="17830"/>
                </a:lnTo>
                <a:lnTo>
                  <a:pt x="188389" y="17830"/>
                </a:lnTo>
                <a:lnTo>
                  <a:pt x="188389" y="61492"/>
                </a:lnTo>
                <a:close/>
                <a:moveTo>
                  <a:pt x="238711" y="37356"/>
                </a:moveTo>
                <a:cubicBezTo>
                  <a:pt x="238711" y="38429"/>
                  <a:pt x="238697" y="39328"/>
                  <a:pt x="238668" y="40053"/>
                </a:cubicBezTo>
                <a:cubicBezTo>
                  <a:pt x="238639" y="40777"/>
                  <a:pt x="238595" y="41459"/>
                  <a:pt x="238537" y="42096"/>
                </a:cubicBezTo>
                <a:lnTo>
                  <a:pt x="207878" y="42096"/>
                </a:lnTo>
                <a:cubicBezTo>
                  <a:pt x="207878" y="46561"/>
                  <a:pt x="209125" y="49990"/>
                  <a:pt x="211618" y="52381"/>
                </a:cubicBezTo>
                <a:cubicBezTo>
                  <a:pt x="214112" y="54773"/>
                  <a:pt x="217707" y="55969"/>
                  <a:pt x="222403" y="55969"/>
                </a:cubicBezTo>
                <a:cubicBezTo>
                  <a:pt x="223679" y="55969"/>
                  <a:pt x="224955" y="55918"/>
                  <a:pt x="226230" y="55814"/>
                </a:cubicBezTo>
                <a:cubicBezTo>
                  <a:pt x="227506" y="55710"/>
                  <a:pt x="228738" y="55569"/>
                  <a:pt x="229927" y="55392"/>
                </a:cubicBezTo>
                <a:cubicBezTo>
                  <a:pt x="231115" y="55213"/>
                  <a:pt x="232253" y="55013"/>
                  <a:pt x="233341" y="54791"/>
                </a:cubicBezTo>
                <a:cubicBezTo>
                  <a:pt x="234428" y="54568"/>
                  <a:pt x="235435" y="54323"/>
                  <a:pt x="236363" y="54056"/>
                </a:cubicBezTo>
                <a:lnTo>
                  <a:pt x="236363" y="60274"/>
                </a:lnTo>
                <a:cubicBezTo>
                  <a:pt x="234304" y="60867"/>
                  <a:pt x="231978" y="61349"/>
                  <a:pt x="229383" y="61719"/>
                </a:cubicBezTo>
                <a:cubicBezTo>
                  <a:pt x="226788" y="62090"/>
                  <a:pt x="224099" y="62275"/>
                  <a:pt x="221316" y="62275"/>
                </a:cubicBezTo>
                <a:cubicBezTo>
                  <a:pt x="217576" y="62275"/>
                  <a:pt x="214358" y="61768"/>
                  <a:pt x="211662" y="60753"/>
                </a:cubicBezTo>
                <a:cubicBezTo>
                  <a:pt x="208965" y="59738"/>
                  <a:pt x="206755" y="58267"/>
                  <a:pt x="205030" y="56339"/>
                </a:cubicBezTo>
                <a:cubicBezTo>
                  <a:pt x="203305" y="54411"/>
                  <a:pt x="202029" y="52048"/>
                  <a:pt x="201203" y="49250"/>
                </a:cubicBezTo>
                <a:cubicBezTo>
                  <a:pt x="200377" y="46453"/>
                  <a:pt x="199963" y="43285"/>
                  <a:pt x="199963" y="39748"/>
                </a:cubicBezTo>
                <a:cubicBezTo>
                  <a:pt x="199963" y="36675"/>
                  <a:pt x="200406" y="33769"/>
                  <a:pt x="201290" y="31029"/>
                </a:cubicBezTo>
                <a:cubicBezTo>
                  <a:pt x="202174" y="28289"/>
                  <a:pt x="203464" y="25883"/>
                  <a:pt x="205160" y="23810"/>
                </a:cubicBezTo>
                <a:cubicBezTo>
                  <a:pt x="206856" y="21737"/>
                  <a:pt x="208936" y="20091"/>
                  <a:pt x="211401" y="18874"/>
                </a:cubicBezTo>
                <a:cubicBezTo>
                  <a:pt x="213865" y="17656"/>
                  <a:pt x="216663" y="17047"/>
                  <a:pt x="219794" y="17047"/>
                </a:cubicBezTo>
                <a:cubicBezTo>
                  <a:pt x="222838" y="17047"/>
                  <a:pt x="225534" y="17526"/>
                  <a:pt x="227883" y="18482"/>
                </a:cubicBezTo>
                <a:cubicBezTo>
                  <a:pt x="230231" y="19439"/>
                  <a:pt x="232210" y="20795"/>
                  <a:pt x="233819" y="22549"/>
                </a:cubicBezTo>
                <a:cubicBezTo>
                  <a:pt x="235428" y="24303"/>
                  <a:pt x="236646" y="26434"/>
                  <a:pt x="237472" y="28941"/>
                </a:cubicBezTo>
                <a:cubicBezTo>
                  <a:pt x="238298" y="31449"/>
                  <a:pt x="238711" y="34254"/>
                  <a:pt x="238711" y="37356"/>
                </a:cubicBezTo>
                <a:moveTo>
                  <a:pt x="230840" y="36269"/>
                </a:moveTo>
                <a:cubicBezTo>
                  <a:pt x="230927" y="34327"/>
                  <a:pt x="230738" y="32551"/>
                  <a:pt x="230275" y="30942"/>
                </a:cubicBezTo>
                <a:cubicBezTo>
                  <a:pt x="229811" y="29333"/>
                  <a:pt x="229093" y="27948"/>
                  <a:pt x="228122" y="26789"/>
                </a:cubicBezTo>
                <a:cubicBezTo>
                  <a:pt x="227151" y="25629"/>
                  <a:pt x="225940" y="24723"/>
                  <a:pt x="224491" y="24071"/>
                </a:cubicBezTo>
                <a:cubicBezTo>
                  <a:pt x="223041" y="23418"/>
                  <a:pt x="221360" y="23092"/>
                  <a:pt x="219446" y="23092"/>
                </a:cubicBezTo>
                <a:cubicBezTo>
                  <a:pt x="217794" y="23092"/>
                  <a:pt x="216286" y="23411"/>
                  <a:pt x="214923" y="24049"/>
                </a:cubicBezTo>
                <a:cubicBezTo>
                  <a:pt x="213561" y="24687"/>
                  <a:pt x="212386" y="25585"/>
                  <a:pt x="211401" y="26745"/>
                </a:cubicBezTo>
                <a:cubicBezTo>
                  <a:pt x="210415" y="27905"/>
                  <a:pt x="209618" y="29296"/>
                  <a:pt x="209009" y="30920"/>
                </a:cubicBezTo>
                <a:cubicBezTo>
                  <a:pt x="208400" y="32544"/>
                  <a:pt x="208023" y="34327"/>
                  <a:pt x="207878" y="36269"/>
                </a:cubicBezTo>
                <a:lnTo>
                  <a:pt x="230840" y="36269"/>
                </a:lnTo>
                <a:close/>
                <a:moveTo>
                  <a:pt x="284913" y="61492"/>
                </a:moveTo>
                <a:lnTo>
                  <a:pt x="252601" y="61492"/>
                </a:lnTo>
                <a:lnTo>
                  <a:pt x="252601" y="4610"/>
                </a:lnTo>
                <a:lnTo>
                  <a:pt x="284913" y="4610"/>
                </a:lnTo>
                <a:lnTo>
                  <a:pt x="284913" y="11133"/>
                </a:lnTo>
                <a:lnTo>
                  <a:pt x="260342" y="11133"/>
                </a:lnTo>
                <a:lnTo>
                  <a:pt x="260342" y="28789"/>
                </a:lnTo>
                <a:lnTo>
                  <a:pt x="283956" y="28789"/>
                </a:lnTo>
                <a:lnTo>
                  <a:pt x="283956" y="35312"/>
                </a:lnTo>
                <a:lnTo>
                  <a:pt x="260342" y="35312"/>
                </a:lnTo>
                <a:lnTo>
                  <a:pt x="260342" y="54882"/>
                </a:lnTo>
                <a:lnTo>
                  <a:pt x="284913" y="54882"/>
                </a:lnTo>
                <a:lnTo>
                  <a:pt x="284913" y="61492"/>
                </a:lnTo>
                <a:close/>
                <a:moveTo>
                  <a:pt x="301141" y="17830"/>
                </a:moveTo>
                <a:lnTo>
                  <a:pt x="308055" y="17830"/>
                </a:lnTo>
                <a:lnTo>
                  <a:pt x="308273" y="25855"/>
                </a:lnTo>
                <a:cubicBezTo>
                  <a:pt x="310853" y="22760"/>
                  <a:pt x="313397" y="20519"/>
                  <a:pt x="315905" y="19131"/>
                </a:cubicBezTo>
                <a:cubicBezTo>
                  <a:pt x="318413" y="17742"/>
                  <a:pt x="320942" y="17047"/>
                  <a:pt x="323494" y="17047"/>
                </a:cubicBezTo>
                <a:cubicBezTo>
                  <a:pt x="328017" y="17047"/>
                  <a:pt x="331445" y="18508"/>
                  <a:pt x="333779" y="21429"/>
                </a:cubicBezTo>
                <a:cubicBezTo>
                  <a:pt x="336113" y="24350"/>
                  <a:pt x="337192" y="28688"/>
                  <a:pt x="337019" y="34443"/>
                </a:cubicBezTo>
                <a:lnTo>
                  <a:pt x="329365" y="34443"/>
                </a:lnTo>
                <a:cubicBezTo>
                  <a:pt x="329452" y="30631"/>
                  <a:pt x="328894" y="27866"/>
                  <a:pt x="327690" y="26149"/>
                </a:cubicBezTo>
                <a:cubicBezTo>
                  <a:pt x="326487" y="24430"/>
                  <a:pt x="324726" y="23571"/>
                  <a:pt x="322407" y="23571"/>
                </a:cubicBezTo>
                <a:cubicBezTo>
                  <a:pt x="321392" y="23571"/>
                  <a:pt x="320370" y="23751"/>
                  <a:pt x="319341" y="24113"/>
                </a:cubicBezTo>
                <a:cubicBezTo>
                  <a:pt x="318311" y="24473"/>
                  <a:pt x="317253" y="25051"/>
                  <a:pt x="316166" y="25844"/>
                </a:cubicBezTo>
                <a:cubicBezTo>
                  <a:pt x="315079" y="26638"/>
                  <a:pt x="313926" y="27656"/>
                  <a:pt x="312709" y="28898"/>
                </a:cubicBezTo>
                <a:cubicBezTo>
                  <a:pt x="311491" y="30139"/>
                  <a:pt x="310186" y="31640"/>
                  <a:pt x="308795" y="33402"/>
                </a:cubicBezTo>
                <a:lnTo>
                  <a:pt x="308795" y="61492"/>
                </a:lnTo>
                <a:lnTo>
                  <a:pt x="301141" y="61492"/>
                </a:lnTo>
                <a:lnTo>
                  <a:pt x="301141" y="17830"/>
                </a:lnTo>
                <a:close/>
                <a:moveTo>
                  <a:pt x="347810" y="17830"/>
                </a:moveTo>
                <a:lnTo>
                  <a:pt x="354725" y="17830"/>
                </a:lnTo>
                <a:lnTo>
                  <a:pt x="354942" y="25855"/>
                </a:lnTo>
                <a:cubicBezTo>
                  <a:pt x="357523" y="22760"/>
                  <a:pt x="360067" y="20519"/>
                  <a:pt x="362575" y="19131"/>
                </a:cubicBezTo>
                <a:cubicBezTo>
                  <a:pt x="365082" y="17742"/>
                  <a:pt x="367612" y="17047"/>
                  <a:pt x="370163" y="17047"/>
                </a:cubicBezTo>
                <a:cubicBezTo>
                  <a:pt x="374686" y="17047"/>
                  <a:pt x="378114" y="18508"/>
                  <a:pt x="380448" y="21429"/>
                </a:cubicBezTo>
                <a:cubicBezTo>
                  <a:pt x="382782" y="24350"/>
                  <a:pt x="383862" y="28688"/>
                  <a:pt x="383688" y="34443"/>
                </a:cubicBezTo>
                <a:lnTo>
                  <a:pt x="376034" y="34443"/>
                </a:lnTo>
                <a:cubicBezTo>
                  <a:pt x="376121" y="30631"/>
                  <a:pt x="375563" y="27866"/>
                  <a:pt x="374360" y="26149"/>
                </a:cubicBezTo>
                <a:cubicBezTo>
                  <a:pt x="373157" y="24430"/>
                  <a:pt x="371395" y="23571"/>
                  <a:pt x="369076" y="23571"/>
                </a:cubicBezTo>
                <a:cubicBezTo>
                  <a:pt x="368061" y="23571"/>
                  <a:pt x="367039" y="23751"/>
                  <a:pt x="366010" y="24113"/>
                </a:cubicBezTo>
                <a:cubicBezTo>
                  <a:pt x="364981" y="24473"/>
                  <a:pt x="363923" y="25051"/>
                  <a:pt x="362836" y="25844"/>
                </a:cubicBezTo>
                <a:cubicBezTo>
                  <a:pt x="361748" y="26638"/>
                  <a:pt x="360596" y="27656"/>
                  <a:pt x="359378" y="28898"/>
                </a:cubicBezTo>
                <a:cubicBezTo>
                  <a:pt x="358161" y="30139"/>
                  <a:pt x="356856" y="31640"/>
                  <a:pt x="355464" y="33402"/>
                </a:cubicBezTo>
                <a:lnTo>
                  <a:pt x="355464" y="61492"/>
                </a:lnTo>
                <a:lnTo>
                  <a:pt x="347810" y="61492"/>
                </a:lnTo>
                <a:lnTo>
                  <a:pt x="347810" y="17830"/>
                </a:lnTo>
                <a:close/>
                <a:moveTo>
                  <a:pt x="433021" y="39313"/>
                </a:moveTo>
                <a:cubicBezTo>
                  <a:pt x="433021" y="42705"/>
                  <a:pt x="432542" y="45815"/>
                  <a:pt x="431586" y="48641"/>
                </a:cubicBezTo>
                <a:cubicBezTo>
                  <a:pt x="430629" y="51468"/>
                  <a:pt x="429252" y="53889"/>
                  <a:pt x="427454" y="55904"/>
                </a:cubicBezTo>
                <a:cubicBezTo>
                  <a:pt x="425657" y="57919"/>
                  <a:pt x="423468" y="59484"/>
                  <a:pt x="420888" y="60601"/>
                </a:cubicBezTo>
                <a:cubicBezTo>
                  <a:pt x="418307" y="61717"/>
                  <a:pt x="415379" y="62275"/>
                  <a:pt x="412103" y="62275"/>
                </a:cubicBezTo>
                <a:cubicBezTo>
                  <a:pt x="408972" y="62275"/>
                  <a:pt x="406167" y="61789"/>
                  <a:pt x="403688" y="60818"/>
                </a:cubicBezTo>
                <a:cubicBezTo>
                  <a:pt x="401209" y="59847"/>
                  <a:pt x="399107" y="58419"/>
                  <a:pt x="397382" y="56535"/>
                </a:cubicBezTo>
                <a:cubicBezTo>
                  <a:pt x="395657" y="54650"/>
                  <a:pt x="394338" y="52316"/>
                  <a:pt x="393425" y="49533"/>
                </a:cubicBezTo>
                <a:cubicBezTo>
                  <a:pt x="392512" y="46750"/>
                  <a:pt x="392055" y="43546"/>
                  <a:pt x="392055" y="39922"/>
                </a:cubicBezTo>
                <a:cubicBezTo>
                  <a:pt x="392055" y="36530"/>
                  <a:pt x="392533" y="33435"/>
                  <a:pt x="393490" y="30637"/>
                </a:cubicBezTo>
                <a:cubicBezTo>
                  <a:pt x="394447" y="27840"/>
                  <a:pt x="395824" y="25433"/>
                  <a:pt x="397621" y="23418"/>
                </a:cubicBezTo>
                <a:cubicBezTo>
                  <a:pt x="399419" y="21403"/>
                  <a:pt x="401608" y="19838"/>
                  <a:pt x="404188" y="18722"/>
                </a:cubicBezTo>
                <a:cubicBezTo>
                  <a:pt x="406768" y="17605"/>
                  <a:pt x="409697" y="17047"/>
                  <a:pt x="412973" y="17047"/>
                </a:cubicBezTo>
                <a:cubicBezTo>
                  <a:pt x="416104" y="17047"/>
                  <a:pt x="418909" y="17533"/>
                  <a:pt x="421388" y="18504"/>
                </a:cubicBezTo>
                <a:cubicBezTo>
                  <a:pt x="423866" y="19475"/>
                  <a:pt x="425968" y="20896"/>
                  <a:pt x="427693" y="22766"/>
                </a:cubicBezTo>
                <a:cubicBezTo>
                  <a:pt x="429418" y="24636"/>
                  <a:pt x="430738" y="26963"/>
                  <a:pt x="431651" y="29746"/>
                </a:cubicBezTo>
                <a:cubicBezTo>
                  <a:pt x="432564" y="32529"/>
                  <a:pt x="433021" y="35718"/>
                  <a:pt x="433021" y="39313"/>
                </a:cubicBezTo>
                <a:moveTo>
                  <a:pt x="425280" y="39661"/>
                </a:moveTo>
                <a:cubicBezTo>
                  <a:pt x="425280" y="36965"/>
                  <a:pt x="424983" y="34609"/>
                  <a:pt x="424388" y="32594"/>
                </a:cubicBezTo>
                <a:cubicBezTo>
                  <a:pt x="423794" y="30579"/>
                  <a:pt x="422946" y="28898"/>
                  <a:pt x="421844" y="27550"/>
                </a:cubicBezTo>
                <a:cubicBezTo>
                  <a:pt x="420743" y="26202"/>
                  <a:pt x="419402" y="25187"/>
                  <a:pt x="417822" y="24506"/>
                </a:cubicBezTo>
                <a:cubicBezTo>
                  <a:pt x="416242" y="23824"/>
                  <a:pt x="414480" y="23484"/>
                  <a:pt x="412538" y="23484"/>
                </a:cubicBezTo>
                <a:cubicBezTo>
                  <a:pt x="410276" y="23484"/>
                  <a:pt x="408341" y="23926"/>
                  <a:pt x="406732" y="24810"/>
                </a:cubicBezTo>
                <a:cubicBezTo>
                  <a:pt x="405123" y="25694"/>
                  <a:pt x="403804" y="26876"/>
                  <a:pt x="402775" y="28354"/>
                </a:cubicBezTo>
                <a:cubicBezTo>
                  <a:pt x="401746" y="29833"/>
                  <a:pt x="400992" y="31551"/>
                  <a:pt x="400513" y="33508"/>
                </a:cubicBezTo>
                <a:cubicBezTo>
                  <a:pt x="400035" y="35465"/>
                  <a:pt x="399796" y="37516"/>
                  <a:pt x="399796" y="39661"/>
                </a:cubicBezTo>
                <a:cubicBezTo>
                  <a:pt x="399796" y="42357"/>
                  <a:pt x="400093" y="44720"/>
                  <a:pt x="400687" y="46750"/>
                </a:cubicBezTo>
                <a:cubicBezTo>
                  <a:pt x="401282" y="48779"/>
                  <a:pt x="402130" y="50468"/>
                  <a:pt x="403231" y="51816"/>
                </a:cubicBezTo>
                <a:cubicBezTo>
                  <a:pt x="404333" y="53164"/>
                  <a:pt x="405667" y="54179"/>
                  <a:pt x="407232" y="54860"/>
                </a:cubicBezTo>
                <a:cubicBezTo>
                  <a:pt x="408798" y="55542"/>
                  <a:pt x="410566" y="55882"/>
                  <a:pt x="412538" y="55882"/>
                </a:cubicBezTo>
                <a:cubicBezTo>
                  <a:pt x="414799" y="55882"/>
                  <a:pt x="416734" y="55440"/>
                  <a:pt x="418343" y="54556"/>
                </a:cubicBezTo>
                <a:cubicBezTo>
                  <a:pt x="419953" y="53672"/>
                  <a:pt x="421272" y="52490"/>
                  <a:pt x="422301" y="51012"/>
                </a:cubicBezTo>
                <a:cubicBezTo>
                  <a:pt x="423330" y="49533"/>
                  <a:pt x="424084" y="47815"/>
                  <a:pt x="424562" y="45858"/>
                </a:cubicBezTo>
                <a:cubicBezTo>
                  <a:pt x="425041" y="43901"/>
                  <a:pt x="425280" y="41836"/>
                  <a:pt x="425280" y="39661"/>
                </a:cubicBezTo>
                <a:close/>
                <a:moveTo>
                  <a:pt x="445335" y="17830"/>
                </a:moveTo>
                <a:lnTo>
                  <a:pt x="452249" y="17830"/>
                </a:lnTo>
                <a:lnTo>
                  <a:pt x="452467" y="25855"/>
                </a:lnTo>
                <a:cubicBezTo>
                  <a:pt x="455047" y="22760"/>
                  <a:pt x="457591" y="20519"/>
                  <a:pt x="460099" y="19131"/>
                </a:cubicBezTo>
                <a:cubicBezTo>
                  <a:pt x="462607" y="17742"/>
                  <a:pt x="465136" y="17047"/>
                  <a:pt x="467688" y="17047"/>
                </a:cubicBezTo>
                <a:cubicBezTo>
                  <a:pt x="472211" y="17047"/>
                  <a:pt x="475639" y="18508"/>
                  <a:pt x="477973" y="21429"/>
                </a:cubicBezTo>
                <a:cubicBezTo>
                  <a:pt x="480307" y="24350"/>
                  <a:pt x="481387" y="28688"/>
                  <a:pt x="481213" y="34443"/>
                </a:cubicBezTo>
                <a:lnTo>
                  <a:pt x="473559" y="34443"/>
                </a:lnTo>
                <a:cubicBezTo>
                  <a:pt x="473646" y="30631"/>
                  <a:pt x="473088" y="27866"/>
                  <a:pt x="471884" y="26149"/>
                </a:cubicBezTo>
                <a:cubicBezTo>
                  <a:pt x="470681" y="24430"/>
                  <a:pt x="468920" y="23571"/>
                  <a:pt x="466601" y="23571"/>
                </a:cubicBezTo>
                <a:cubicBezTo>
                  <a:pt x="465586" y="23571"/>
                  <a:pt x="464564" y="23751"/>
                  <a:pt x="463535" y="24113"/>
                </a:cubicBezTo>
                <a:cubicBezTo>
                  <a:pt x="462505" y="24473"/>
                  <a:pt x="461447" y="25051"/>
                  <a:pt x="460360" y="25844"/>
                </a:cubicBezTo>
                <a:cubicBezTo>
                  <a:pt x="459273" y="26638"/>
                  <a:pt x="458120" y="27656"/>
                  <a:pt x="456903" y="28898"/>
                </a:cubicBezTo>
                <a:cubicBezTo>
                  <a:pt x="455685" y="30139"/>
                  <a:pt x="454380" y="31640"/>
                  <a:pt x="452989" y="33402"/>
                </a:cubicBezTo>
                <a:lnTo>
                  <a:pt x="452989" y="61492"/>
                </a:lnTo>
                <a:lnTo>
                  <a:pt x="445335" y="61492"/>
                </a:lnTo>
                <a:lnTo>
                  <a:pt x="445335" y="17830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(">
            <a:extLst xmlns:a="http://schemas.openxmlformats.org/drawingml/2006/main">
              <a:ext uri="{FF2B5EF4-FFF2-40B4-BE49-F238E27FC236}">
                <a16:creationId xmlns:a16="http://schemas.microsoft.com/office/drawing/2014/main" id="{45C6837C-57AB-4F2D-A8F4-EF647A80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124" y="4924684"/>
            <a:ext cx="24614" cy="83062"/>
          </a:xfrm>
          <a:custGeom xmlns:a="http://schemas.openxmlformats.org/drawingml/2006/main">
            <a:pathLst>
              <a:path w="24614" h="83062">
                <a:moveTo>
                  <a:pt x="20048" y="83062"/>
                </a:moveTo>
                <a:cubicBezTo>
                  <a:pt x="6683" y="70676"/>
                  <a:pt x="0" y="56985"/>
                  <a:pt x="0" y="41988"/>
                </a:cubicBezTo>
                <a:cubicBezTo>
                  <a:pt x="0" y="38478"/>
                  <a:pt x="355" y="34975"/>
                  <a:pt x="1065" y="31480"/>
                </a:cubicBezTo>
                <a:cubicBezTo>
                  <a:pt x="1776" y="27985"/>
                  <a:pt x="2921" y="24482"/>
                  <a:pt x="4501" y="20972"/>
                </a:cubicBezTo>
                <a:cubicBezTo>
                  <a:pt x="6081" y="17462"/>
                  <a:pt x="8169" y="13952"/>
                  <a:pt x="10763" y="10443"/>
                </a:cubicBezTo>
                <a:cubicBezTo>
                  <a:pt x="13358" y="6933"/>
                  <a:pt x="16511" y="3452"/>
                  <a:pt x="20222" y="0"/>
                </a:cubicBezTo>
                <a:lnTo>
                  <a:pt x="24614" y="4482"/>
                </a:lnTo>
                <a:cubicBezTo>
                  <a:pt x="13365" y="15591"/>
                  <a:pt x="7741" y="27905"/>
                  <a:pt x="7741" y="41422"/>
                </a:cubicBezTo>
                <a:cubicBezTo>
                  <a:pt x="7741" y="48152"/>
                  <a:pt x="9161" y="54621"/>
                  <a:pt x="12003" y="60829"/>
                </a:cubicBezTo>
                <a:cubicBezTo>
                  <a:pt x="14844" y="67036"/>
                  <a:pt x="19048" y="72895"/>
                  <a:pt x="24614" y="78406"/>
                </a:cubicBezTo>
                <a:lnTo>
                  <a:pt x="20048" y="83062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&quot;Observation">
            <a:extLst xmlns:a="http://schemas.openxmlformats.org/drawingml/2006/main">
              <a:ext uri="{FF2B5EF4-FFF2-40B4-BE49-F238E27FC236}">
                <a16:creationId xmlns:a16="http://schemas.microsoft.com/office/drawing/2014/main" id="{2C125D97-CE61-4493-BAA8-F52F8D9E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070" y="4927467"/>
            <a:ext cx="565199" cy="62797"/>
          </a:xfrm>
          <a:custGeom xmlns:a="http://schemas.openxmlformats.org/drawingml/2006/main">
            <a:pathLst>
              <a:path w="565199" h="62797">
                <a:moveTo>
                  <a:pt x="9611" y="522"/>
                </a:moveTo>
                <a:lnTo>
                  <a:pt x="8393" y="20961"/>
                </a:lnTo>
                <a:lnTo>
                  <a:pt x="1261" y="20961"/>
                </a:lnTo>
                <a:lnTo>
                  <a:pt x="0" y="522"/>
                </a:lnTo>
                <a:lnTo>
                  <a:pt x="9611" y="522"/>
                </a:lnTo>
                <a:moveTo>
                  <a:pt x="26528" y="522"/>
                </a:moveTo>
                <a:lnTo>
                  <a:pt x="25310" y="20961"/>
                </a:lnTo>
                <a:lnTo>
                  <a:pt x="18178" y="20961"/>
                </a:lnTo>
                <a:lnTo>
                  <a:pt x="16917" y="522"/>
                </a:lnTo>
                <a:lnTo>
                  <a:pt x="26528" y="522"/>
                </a:lnTo>
                <a:close/>
                <a:moveTo>
                  <a:pt x="84129" y="33203"/>
                </a:moveTo>
                <a:cubicBezTo>
                  <a:pt x="84129" y="38309"/>
                  <a:pt x="83527" y="42719"/>
                  <a:pt x="82324" y="46433"/>
                </a:cubicBezTo>
                <a:cubicBezTo>
                  <a:pt x="81121" y="50147"/>
                  <a:pt x="79498" y="53215"/>
                  <a:pt x="77454" y="55638"/>
                </a:cubicBezTo>
                <a:cubicBezTo>
                  <a:pt x="75410" y="58060"/>
                  <a:pt x="73018" y="59859"/>
                  <a:pt x="70278" y="61034"/>
                </a:cubicBezTo>
                <a:cubicBezTo>
                  <a:pt x="67538" y="62209"/>
                  <a:pt x="64646" y="62797"/>
                  <a:pt x="61602" y="62797"/>
                </a:cubicBezTo>
                <a:cubicBezTo>
                  <a:pt x="57949" y="62797"/>
                  <a:pt x="54767" y="62137"/>
                  <a:pt x="52057" y="60817"/>
                </a:cubicBezTo>
                <a:cubicBezTo>
                  <a:pt x="49346" y="59497"/>
                  <a:pt x="47099" y="57589"/>
                  <a:pt x="45316" y="55094"/>
                </a:cubicBezTo>
                <a:cubicBezTo>
                  <a:pt x="43533" y="52599"/>
                  <a:pt x="42207" y="49560"/>
                  <a:pt x="41337" y="45976"/>
                </a:cubicBezTo>
                <a:cubicBezTo>
                  <a:pt x="40467" y="42393"/>
                  <a:pt x="40032" y="38353"/>
                  <a:pt x="40032" y="33855"/>
                </a:cubicBezTo>
                <a:cubicBezTo>
                  <a:pt x="40032" y="28807"/>
                  <a:pt x="40626" y="24426"/>
                  <a:pt x="41815" y="20713"/>
                </a:cubicBezTo>
                <a:cubicBezTo>
                  <a:pt x="43004" y="16999"/>
                  <a:pt x="44620" y="13931"/>
                  <a:pt x="46664" y="11508"/>
                </a:cubicBezTo>
                <a:cubicBezTo>
                  <a:pt x="48708" y="9085"/>
                  <a:pt x="51093" y="7287"/>
                  <a:pt x="53818" y="6111"/>
                </a:cubicBezTo>
                <a:cubicBezTo>
                  <a:pt x="56543" y="4936"/>
                  <a:pt x="59428" y="4349"/>
                  <a:pt x="62472" y="4349"/>
                </a:cubicBezTo>
                <a:cubicBezTo>
                  <a:pt x="66125" y="4349"/>
                  <a:pt x="69307" y="5016"/>
                  <a:pt x="72018" y="6351"/>
                </a:cubicBezTo>
                <a:cubicBezTo>
                  <a:pt x="74728" y="7685"/>
                  <a:pt x="76983" y="9593"/>
                  <a:pt x="78780" y="12073"/>
                </a:cubicBezTo>
                <a:cubicBezTo>
                  <a:pt x="80578" y="14554"/>
                  <a:pt x="81918" y="17579"/>
                  <a:pt x="82803" y="21147"/>
                </a:cubicBezTo>
                <a:cubicBezTo>
                  <a:pt x="83687" y="24716"/>
                  <a:pt x="84129" y="28735"/>
                  <a:pt x="84129" y="33203"/>
                </a:cubicBezTo>
                <a:moveTo>
                  <a:pt x="76084" y="33769"/>
                </a:moveTo>
                <a:cubicBezTo>
                  <a:pt x="76084" y="30432"/>
                  <a:pt x="75830" y="27378"/>
                  <a:pt x="75323" y="24606"/>
                </a:cubicBezTo>
                <a:cubicBezTo>
                  <a:pt x="74815" y="21835"/>
                  <a:pt x="73996" y="19448"/>
                  <a:pt x="72866" y="17446"/>
                </a:cubicBezTo>
                <a:cubicBezTo>
                  <a:pt x="71735" y="15442"/>
                  <a:pt x="70278" y="13889"/>
                  <a:pt x="68495" y="12787"/>
                </a:cubicBezTo>
                <a:cubicBezTo>
                  <a:pt x="66712" y="11684"/>
                  <a:pt x="64559" y="11133"/>
                  <a:pt x="62037" y="11133"/>
                </a:cubicBezTo>
                <a:cubicBezTo>
                  <a:pt x="59602" y="11133"/>
                  <a:pt x="57507" y="11721"/>
                  <a:pt x="55753" y="12897"/>
                </a:cubicBezTo>
                <a:cubicBezTo>
                  <a:pt x="53999" y="14072"/>
                  <a:pt x="52557" y="15668"/>
                  <a:pt x="51426" y="17685"/>
                </a:cubicBezTo>
                <a:cubicBezTo>
                  <a:pt x="50295" y="19701"/>
                  <a:pt x="49455" y="22067"/>
                  <a:pt x="48904" y="24780"/>
                </a:cubicBezTo>
                <a:cubicBezTo>
                  <a:pt x="48353" y="27494"/>
                  <a:pt x="48077" y="30374"/>
                  <a:pt x="48077" y="33421"/>
                </a:cubicBezTo>
                <a:cubicBezTo>
                  <a:pt x="48077" y="36786"/>
                  <a:pt x="48338" y="39855"/>
                  <a:pt x="48860" y="42626"/>
                </a:cubicBezTo>
                <a:cubicBezTo>
                  <a:pt x="49382" y="45398"/>
                  <a:pt x="50201" y="47778"/>
                  <a:pt x="51317" y="49767"/>
                </a:cubicBezTo>
                <a:cubicBezTo>
                  <a:pt x="52433" y="51754"/>
                  <a:pt x="53876" y="53300"/>
                  <a:pt x="55644" y="54402"/>
                </a:cubicBezTo>
                <a:cubicBezTo>
                  <a:pt x="57413" y="55505"/>
                  <a:pt x="59544" y="56056"/>
                  <a:pt x="62037" y="56056"/>
                </a:cubicBezTo>
                <a:cubicBezTo>
                  <a:pt x="64472" y="56056"/>
                  <a:pt x="66574" y="55469"/>
                  <a:pt x="68343" y="54294"/>
                </a:cubicBezTo>
                <a:cubicBezTo>
                  <a:pt x="70111" y="53118"/>
                  <a:pt x="71568" y="51521"/>
                  <a:pt x="72713" y="49504"/>
                </a:cubicBezTo>
                <a:cubicBezTo>
                  <a:pt x="73859" y="47488"/>
                  <a:pt x="74707" y="45130"/>
                  <a:pt x="75257" y="42431"/>
                </a:cubicBezTo>
                <a:cubicBezTo>
                  <a:pt x="75808" y="39732"/>
                  <a:pt x="76084" y="36844"/>
                  <a:pt x="76084" y="33769"/>
                </a:cubicBezTo>
                <a:close/>
                <a:moveTo>
                  <a:pt x="130597" y="39400"/>
                </a:moveTo>
                <a:cubicBezTo>
                  <a:pt x="130597" y="43024"/>
                  <a:pt x="130097" y="46264"/>
                  <a:pt x="129097" y="49120"/>
                </a:cubicBezTo>
                <a:cubicBezTo>
                  <a:pt x="128097" y="51976"/>
                  <a:pt x="126676" y="54396"/>
                  <a:pt x="124835" y="56382"/>
                </a:cubicBezTo>
                <a:cubicBezTo>
                  <a:pt x="122994" y="58368"/>
                  <a:pt x="120755" y="59890"/>
                  <a:pt x="118116" y="60949"/>
                </a:cubicBezTo>
                <a:cubicBezTo>
                  <a:pt x="115478" y="62007"/>
                  <a:pt x="112506" y="62536"/>
                  <a:pt x="109201" y="62536"/>
                </a:cubicBezTo>
                <a:cubicBezTo>
                  <a:pt x="106621" y="62536"/>
                  <a:pt x="103983" y="62289"/>
                  <a:pt x="101286" y="61797"/>
                </a:cubicBezTo>
                <a:cubicBezTo>
                  <a:pt x="98590" y="61304"/>
                  <a:pt x="95923" y="60521"/>
                  <a:pt x="93285" y="59448"/>
                </a:cubicBezTo>
                <a:lnTo>
                  <a:pt x="93285" y="522"/>
                </a:lnTo>
                <a:lnTo>
                  <a:pt x="100852" y="522"/>
                </a:lnTo>
                <a:lnTo>
                  <a:pt x="100852" y="17469"/>
                </a:lnTo>
                <a:lnTo>
                  <a:pt x="100504" y="25571"/>
                </a:lnTo>
                <a:cubicBezTo>
                  <a:pt x="102678" y="22643"/>
                  <a:pt x="105005" y="20577"/>
                  <a:pt x="107484" y="19374"/>
                </a:cubicBezTo>
                <a:cubicBezTo>
                  <a:pt x="109962" y="18171"/>
                  <a:pt x="112622" y="17569"/>
                  <a:pt x="115464" y="17569"/>
                </a:cubicBezTo>
                <a:cubicBezTo>
                  <a:pt x="117957" y="17569"/>
                  <a:pt x="120146" y="18091"/>
                  <a:pt x="122030" y="19135"/>
                </a:cubicBezTo>
                <a:cubicBezTo>
                  <a:pt x="123915" y="20178"/>
                  <a:pt x="125495" y="21650"/>
                  <a:pt x="126770" y="23549"/>
                </a:cubicBezTo>
                <a:cubicBezTo>
                  <a:pt x="128046" y="25448"/>
                  <a:pt x="129003" y="27738"/>
                  <a:pt x="129641" y="30420"/>
                </a:cubicBezTo>
                <a:cubicBezTo>
                  <a:pt x="130279" y="33102"/>
                  <a:pt x="130597" y="36095"/>
                  <a:pt x="130597" y="39400"/>
                </a:cubicBezTo>
                <a:moveTo>
                  <a:pt x="122857" y="39748"/>
                </a:moveTo>
                <a:cubicBezTo>
                  <a:pt x="122857" y="37458"/>
                  <a:pt x="122690" y="35356"/>
                  <a:pt x="122356" y="33442"/>
                </a:cubicBezTo>
                <a:cubicBezTo>
                  <a:pt x="122023" y="31529"/>
                  <a:pt x="121494" y="29891"/>
                  <a:pt x="120769" y="28528"/>
                </a:cubicBezTo>
                <a:cubicBezTo>
                  <a:pt x="120044" y="27166"/>
                  <a:pt x="119117" y="26100"/>
                  <a:pt x="117986" y="25332"/>
                </a:cubicBezTo>
                <a:cubicBezTo>
                  <a:pt x="116855" y="24564"/>
                  <a:pt x="115507" y="24179"/>
                  <a:pt x="113941" y="24179"/>
                </a:cubicBezTo>
                <a:cubicBezTo>
                  <a:pt x="112985" y="24179"/>
                  <a:pt x="112014" y="24332"/>
                  <a:pt x="111028" y="24636"/>
                </a:cubicBezTo>
                <a:cubicBezTo>
                  <a:pt x="110042" y="24940"/>
                  <a:pt x="109020" y="25448"/>
                  <a:pt x="107962" y="26158"/>
                </a:cubicBezTo>
                <a:cubicBezTo>
                  <a:pt x="106904" y="26868"/>
                  <a:pt x="105787" y="27811"/>
                  <a:pt x="104613" y="28985"/>
                </a:cubicBezTo>
                <a:cubicBezTo>
                  <a:pt x="103439" y="30159"/>
                  <a:pt x="102185" y="31616"/>
                  <a:pt x="100852" y="33355"/>
                </a:cubicBezTo>
                <a:lnTo>
                  <a:pt x="100852" y="54534"/>
                </a:lnTo>
                <a:cubicBezTo>
                  <a:pt x="102330" y="55114"/>
                  <a:pt x="103838" y="55571"/>
                  <a:pt x="105374" y="55904"/>
                </a:cubicBezTo>
                <a:cubicBezTo>
                  <a:pt x="106911" y="56237"/>
                  <a:pt x="108375" y="56404"/>
                  <a:pt x="109767" y="56404"/>
                </a:cubicBezTo>
                <a:cubicBezTo>
                  <a:pt x="111506" y="56404"/>
                  <a:pt x="113166" y="56129"/>
                  <a:pt x="114746" y="55578"/>
                </a:cubicBezTo>
                <a:cubicBezTo>
                  <a:pt x="116326" y="55027"/>
                  <a:pt x="117718" y="54106"/>
                  <a:pt x="118921" y="52816"/>
                </a:cubicBezTo>
                <a:cubicBezTo>
                  <a:pt x="120124" y="51526"/>
                  <a:pt x="121081" y="49816"/>
                  <a:pt x="121791" y="47685"/>
                </a:cubicBezTo>
                <a:cubicBezTo>
                  <a:pt x="122501" y="45554"/>
                  <a:pt x="122857" y="42908"/>
                  <a:pt x="122857" y="39748"/>
                </a:cubicBezTo>
                <a:close/>
                <a:moveTo>
                  <a:pt x="176630" y="50098"/>
                </a:moveTo>
                <a:cubicBezTo>
                  <a:pt x="176630" y="51635"/>
                  <a:pt x="176369" y="53012"/>
                  <a:pt x="175847" y="54230"/>
                </a:cubicBezTo>
                <a:cubicBezTo>
                  <a:pt x="175325" y="55447"/>
                  <a:pt x="174615" y="56527"/>
                  <a:pt x="173716" y="57470"/>
                </a:cubicBezTo>
                <a:cubicBezTo>
                  <a:pt x="172817" y="58412"/>
                  <a:pt x="171774" y="59216"/>
                  <a:pt x="170585" y="59883"/>
                </a:cubicBezTo>
                <a:cubicBezTo>
                  <a:pt x="169396" y="60550"/>
                  <a:pt x="168128" y="61101"/>
                  <a:pt x="166780" y="61536"/>
                </a:cubicBezTo>
                <a:cubicBezTo>
                  <a:pt x="165432" y="61971"/>
                  <a:pt x="164047" y="62289"/>
                  <a:pt x="162627" y="62492"/>
                </a:cubicBezTo>
                <a:cubicBezTo>
                  <a:pt x="161206" y="62695"/>
                  <a:pt x="159814" y="62797"/>
                  <a:pt x="158452" y="62797"/>
                </a:cubicBezTo>
                <a:cubicBezTo>
                  <a:pt x="155495" y="62797"/>
                  <a:pt x="152777" y="62666"/>
                  <a:pt x="150298" y="62405"/>
                </a:cubicBezTo>
                <a:cubicBezTo>
                  <a:pt x="147819" y="62144"/>
                  <a:pt x="145391" y="61724"/>
                  <a:pt x="143013" y="61144"/>
                </a:cubicBezTo>
                <a:lnTo>
                  <a:pt x="143013" y="54186"/>
                </a:lnTo>
                <a:cubicBezTo>
                  <a:pt x="145565" y="54911"/>
                  <a:pt x="148102" y="55462"/>
                  <a:pt x="150624" y="55839"/>
                </a:cubicBezTo>
                <a:cubicBezTo>
                  <a:pt x="153146" y="56216"/>
                  <a:pt x="155654" y="56404"/>
                  <a:pt x="158147" y="56404"/>
                </a:cubicBezTo>
                <a:cubicBezTo>
                  <a:pt x="161771" y="56404"/>
                  <a:pt x="164453" y="55911"/>
                  <a:pt x="166193" y="54925"/>
                </a:cubicBezTo>
                <a:cubicBezTo>
                  <a:pt x="167932" y="53940"/>
                  <a:pt x="168802" y="52534"/>
                  <a:pt x="168802" y="50707"/>
                </a:cubicBezTo>
                <a:cubicBezTo>
                  <a:pt x="168802" y="49924"/>
                  <a:pt x="168664" y="49221"/>
                  <a:pt x="168389" y="48598"/>
                </a:cubicBezTo>
                <a:cubicBezTo>
                  <a:pt x="168113" y="47975"/>
                  <a:pt x="167613" y="47380"/>
                  <a:pt x="166888" y="46815"/>
                </a:cubicBezTo>
                <a:cubicBezTo>
                  <a:pt x="166164" y="46250"/>
                  <a:pt x="165040" y="45663"/>
                  <a:pt x="163518" y="45054"/>
                </a:cubicBezTo>
                <a:cubicBezTo>
                  <a:pt x="161996" y="44445"/>
                  <a:pt x="159916" y="43749"/>
                  <a:pt x="157278" y="42966"/>
                </a:cubicBezTo>
                <a:cubicBezTo>
                  <a:pt x="155306" y="42386"/>
                  <a:pt x="153487" y="41727"/>
                  <a:pt x="151820" y="40988"/>
                </a:cubicBezTo>
                <a:cubicBezTo>
                  <a:pt x="150153" y="40248"/>
                  <a:pt x="148710" y="39371"/>
                  <a:pt x="147493" y="38357"/>
                </a:cubicBezTo>
                <a:cubicBezTo>
                  <a:pt x="146275" y="37342"/>
                  <a:pt x="145318" y="36153"/>
                  <a:pt x="144623" y="34790"/>
                </a:cubicBezTo>
                <a:cubicBezTo>
                  <a:pt x="143927" y="33428"/>
                  <a:pt x="143579" y="31819"/>
                  <a:pt x="143579" y="29963"/>
                </a:cubicBezTo>
                <a:cubicBezTo>
                  <a:pt x="143579" y="28746"/>
                  <a:pt x="143861" y="27412"/>
                  <a:pt x="144427" y="25962"/>
                </a:cubicBezTo>
                <a:cubicBezTo>
                  <a:pt x="144992" y="24513"/>
                  <a:pt x="145956" y="23165"/>
                  <a:pt x="147319" y="21918"/>
                </a:cubicBezTo>
                <a:cubicBezTo>
                  <a:pt x="148681" y="20671"/>
                  <a:pt x="150522" y="19635"/>
                  <a:pt x="152842" y="18809"/>
                </a:cubicBezTo>
                <a:cubicBezTo>
                  <a:pt x="155161" y="17982"/>
                  <a:pt x="158060" y="17569"/>
                  <a:pt x="161539" y="17569"/>
                </a:cubicBezTo>
                <a:cubicBezTo>
                  <a:pt x="163250" y="17569"/>
                  <a:pt x="165149" y="17663"/>
                  <a:pt x="167236" y="17852"/>
                </a:cubicBezTo>
                <a:cubicBezTo>
                  <a:pt x="169324" y="18040"/>
                  <a:pt x="171498" y="18366"/>
                  <a:pt x="173760" y="18830"/>
                </a:cubicBezTo>
                <a:lnTo>
                  <a:pt x="173760" y="25571"/>
                </a:lnTo>
                <a:cubicBezTo>
                  <a:pt x="171382" y="24991"/>
                  <a:pt x="169128" y="24564"/>
                  <a:pt x="166997" y="24288"/>
                </a:cubicBezTo>
                <a:cubicBezTo>
                  <a:pt x="164866" y="24013"/>
                  <a:pt x="163018" y="23875"/>
                  <a:pt x="161452" y="23875"/>
                </a:cubicBezTo>
                <a:cubicBezTo>
                  <a:pt x="159568" y="23875"/>
                  <a:pt x="157981" y="24020"/>
                  <a:pt x="156690" y="24310"/>
                </a:cubicBezTo>
                <a:cubicBezTo>
                  <a:pt x="155400" y="24600"/>
                  <a:pt x="154357" y="24998"/>
                  <a:pt x="153559" y="25506"/>
                </a:cubicBezTo>
                <a:cubicBezTo>
                  <a:pt x="152762" y="26013"/>
                  <a:pt x="152189" y="26607"/>
                  <a:pt x="151842" y="27289"/>
                </a:cubicBezTo>
                <a:cubicBezTo>
                  <a:pt x="151494" y="27970"/>
                  <a:pt x="151320" y="28702"/>
                  <a:pt x="151320" y="29485"/>
                </a:cubicBezTo>
                <a:cubicBezTo>
                  <a:pt x="151320" y="30268"/>
                  <a:pt x="151472" y="30978"/>
                  <a:pt x="151776" y="31616"/>
                </a:cubicBezTo>
                <a:cubicBezTo>
                  <a:pt x="152081" y="32254"/>
                  <a:pt x="152646" y="32870"/>
                  <a:pt x="153472" y="33464"/>
                </a:cubicBezTo>
                <a:cubicBezTo>
                  <a:pt x="154299" y="34058"/>
                  <a:pt x="155451" y="34653"/>
                  <a:pt x="156930" y="35247"/>
                </a:cubicBezTo>
                <a:cubicBezTo>
                  <a:pt x="158408" y="35841"/>
                  <a:pt x="160336" y="36487"/>
                  <a:pt x="162714" y="37182"/>
                </a:cubicBezTo>
                <a:cubicBezTo>
                  <a:pt x="165294" y="37936"/>
                  <a:pt x="167468" y="38726"/>
                  <a:pt x="169237" y="39552"/>
                </a:cubicBezTo>
                <a:cubicBezTo>
                  <a:pt x="171005" y="40379"/>
                  <a:pt x="172440" y="41299"/>
                  <a:pt x="173542" y="42314"/>
                </a:cubicBezTo>
                <a:cubicBezTo>
                  <a:pt x="174644" y="43329"/>
                  <a:pt x="175434" y="44474"/>
                  <a:pt x="175912" y="45749"/>
                </a:cubicBezTo>
                <a:cubicBezTo>
                  <a:pt x="176391" y="47025"/>
                  <a:pt x="176630" y="48475"/>
                  <a:pt x="176630" y="50098"/>
                </a:cubicBezTo>
                <a:close/>
                <a:moveTo>
                  <a:pt x="227708" y="37878"/>
                </a:moveTo>
                <a:cubicBezTo>
                  <a:pt x="227708" y="38951"/>
                  <a:pt x="227693" y="39850"/>
                  <a:pt x="227664" y="40574"/>
                </a:cubicBezTo>
                <a:cubicBezTo>
                  <a:pt x="227635" y="41299"/>
                  <a:pt x="227592" y="41981"/>
                  <a:pt x="227534" y="42618"/>
                </a:cubicBezTo>
                <a:lnTo>
                  <a:pt x="196875" y="42618"/>
                </a:lnTo>
                <a:cubicBezTo>
                  <a:pt x="196875" y="47083"/>
                  <a:pt x="198121" y="50511"/>
                  <a:pt x="200615" y="52903"/>
                </a:cubicBezTo>
                <a:cubicBezTo>
                  <a:pt x="203108" y="55295"/>
                  <a:pt x="206703" y="56491"/>
                  <a:pt x="211400" y="56491"/>
                </a:cubicBezTo>
                <a:cubicBezTo>
                  <a:pt x="212675" y="56491"/>
                  <a:pt x="213951" y="56439"/>
                  <a:pt x="215227" y="56336"/>
                </a:cubicBezTo>
                <a:cubicBezTo>
                  <a:pt x="216502" y="56232"/>
                  <a:pt x="217735" y="56091"/>
                  <a:pt x="218923" y="55913"/>
                </a:cubicBezTo>
                <a:cubicBezTo>
                  <a:pt x="220112" y="55735"/>
                  <a:pt x="221250" y="55535"/>
                  <a:pt x="222337" y="55313"/>
                </a:cubicBezTo>
                <a:cubicBezTo>
                  <a:pt x="223424" y="55090"/>
                  <a:pt x="224432" y="54845"/>
                  <a:pt x="225360" y="54578"/>
                </a:cubicBezTo>
                <a:lnTo>
                  <a:pt x="225360" y="60796"/>
                </a:lnTo>
                <a:cubicBezTo>
                  <a:pt x="223301" y="61389"/>
                  <a:pt x="220974" y="61870"/>
                  <a:pt x="218380" y="62241"/>
                </a:cubicBezTo>
                <a:cubicBezTo>
                  <a:pt x="215785" y="62612"/>
                  <a:pt x="213096" y="62797"/>
                  <a:pt x="210313" y="62797"/>
                </a:cubicBezTo>
                <a:cubicBezTo>
                  <a:pt x="206573" y="62797"/>
                  <a:pt x="203355" y="62289"/>
                  <a:pt x="200658" y="61275"/>
                </a:cubicBezTo>
                <a:cubicBezTo>
                  <a:pt x="197962" y="60260"/>
                  <a:pt x="195751" y="58789"/>
                  <a:pt x="194026" y="56861"/>
                </a:cubicBezTo>
                <a:cubicBezTo>
                  <a:pt x="192301" y="54933"/>
                  <a:pt x="191026" y="52570"/>
                  <a:pt x="190199" y="49772"/>
                </a:cubicBezTo>
                <a:cubicBezTo>
                  <a:pt x="189373" y="46974"/>
                  <a:pt x="188960" y="43807"/>
                  <a:pt x="188960" y="40270"/>
                </a:cubicBezTo>
                <a:cubicBezTo>
                  <a:pt x="188960" y="37197"/>
                  <a:pt x="189402" y="34290"/>
                  <a:pt x="190286" y="31551"/>
                </a:cubicBezTo>
                <a:cubicBezTo>
                  <a:pt x="191171" y="28811"/>
                  <a:pt x="192461" y="26405"/>
                  <a:pt x="194157" y="24332"/>
                </a:cubicBezTo>
                <a:cubicBezTo>
                  <a:pt x="195853" y="22259"/>
                  <a:pt x="197933" y="20613"/>
                  <a:pt x="200397" y="19396"/>
                </a:cubicBezTo>
                <a:cubicBezTo>
                  <a:pt x="202862" y="18178"/>
                  <a:pt x="205659" y="17569"/>
                  <a:pt x="208791" y="17569"/>
                </a:cubicBezTo>
                <a:cubicBezTo>
                  <a:pt x="211835" y="17569"/>
                  <a:pt x="214531" y="18048"/>
                  <a:pt x="216879" y="19004"/>
                </a:cubicBezTo>
                <a:cubicBezTo>
                  <a:pt x="219228" y="19961"/>
                  <a:pt x="221206" y="21316"/>
                  <a:pt x="222815" y="23070"/>
                </a:cubicBezTo>
                <a:cubicBezTo>
                  <a:pt x="224425" y="24824"/>
                  <a:pt x="225642" y="26955"/>
                  <a:pt x="226468" y="29463"/>
                </a:cubicBezTo>
                <a:cubicBezTo>
                  <a:pt x="227295" y="31971"/>
                  <a:pt x="227708" y="34776"/>
                  <a:pt x="227708" y="37878"/>
                </a:cubicBezTo>
                <a:moveTo>
                  <a:pt x="219837" y="36791"/>
                </a:moveTo>
                <a:cubicBezTo>
                  <a:pt x="219924" y="34848"/>
                  <a:pt x="219735" y="33073"/>
                  <a:pt x="219271" y="31464"/>
                </a:cubicBezTo>
                <a:cubicBezTo>
                  <a:pt x="218807" y="29855"/>
                  <a:pt x="218090" y="28470"/>
                  <a:pt x="217119" y="27311"/>
                </a:cubicBezTo>
                <a:cubicBezTo>
                  <a:pt x="216147" y="26151"/>
                  <a:pt x="214937" y="25245"/>
                  <a:pt x="213487" y="24593"/>
                </a:cubicBezTo>
                <a:cubicBezTo>
                  <a:pt x="212038" y="23940"/>
                  <a:pt x="210356" y="23614"/>
                  <a:pt x="208443" y="23614"/>
                </a:cubicBezTo>
                <a:cubicBezTo>
                  <a:pt x="206790" y="23614"/>
                  <a:pt x="205283" y="23933"/>
                  <a:pt x="203920" y="24571"/>
                </a:cubicBezTo>
                <a:cubicBezTo>
                  <a:pt x="202557" y="25209"/>
                  <a:pt x="201383" y="26107"/>
                  <a:pt x="200397" y="27267"/>
                </a:cubicBezTo>
                <a:cubicBezTo>
                  <a:pt x="199412" y="28427"/>
                  <a:pt x="198614" y="29818"/>
                  <a:pt x="198006" y="31442"/>
                </a:cubicBezTo>
                <a:cubicBezTo>
                  <a:pt x="197397" y="33065"/>
                  <a:pt x="197020" y="34848"/>
                  <a:pt x="196875" y="36791"/>
                </a:cubicBezTo>
                <a:lnTo>
                  <a:pt x="219837" y="36791"/>
                </a:lnTo>
                <a:close/>
                <a:moveTo>
                  <a:pt x="241386" y="18352"/>
                </a:moveTo>
                <a:lnTo>
                  <a:pt x="248301" y="18352"/>
                </a:lnTo>
                <a:lnTo>
                  <a:pt x="248518" y="26377"/>
                </a:lnTo>
                <a:cubicBezTo>
                  <a:pt x="251099" y="23282"/>
                  <a:pt x="253643" y="21041"/>
                  <a:pt x="256150" y="19653"/>
                </a:cubicBezTo>
                <a:cubicBezTo>
                  <a:pt x="258658" y="18264"/>
                  <a:pt x="261188" y="17569"/>
                  <a:pt x="263739" y="17569"/>
                </a:cubicBezTo>
                <a:cubicBezTo>
                  <a:pt x="268262" y="17569"/>
                  <a:pt x="271690" y="19030"/>
                  <a:pt x="274024" y="21951"/>
                </a:cubicBezTo>
                <a:cubicBezTo>
                  <a:pt x="276358" y="24872"/>
                  <a:pt x="277438" y="29210"/>
                  <a:pt x="277264" y="34964"/>
                </a:cubicBezTo>
                <a:lnTo>
                  <a:pt x="269610" y="34964"/>
                </a:lnTo>
                <a:cubicBezTo>
                  <a:pt x="269697" y="31153"/>
                  <a:pt x="269139" y="28388"/>
                  <a:pt x="267936" y="26670"/>
                </a:cubicBezTo>
                <a:cubicBezTo>
                  <a:pt x="266733" y="24952"/>
                  <a:pt x="264971" y="24092"/>
                  <a:pt x="262652" y="24092"/>
                </a:cubicBezTo>
                <a:cubicBezTo>
                  <a:pt x="261637" y="24092"/>
                  <a:pt x="260615" y="24273"/>
                  <a:pt x="259586" y="24635"/>
                </a:cubicBezTo>
                <a:cubicBezTo>
                  <a:pt x="258557" y="24995"/>
                  <a:pt x="257499" y="25572"/>
                  <a:pt x="256411" y="26366"/>
                </a:cubicBezTo>
                <a:cubicBezTo>
                  <a:pt x="255324" y="27160"/>
                  <a:pt x="254172" y="28178"/>
                  <a:pt x="252954" y="29420"/>
                </a:cubicBezTo>
                <a:cubicBezTo>
                  <a:pt x="251736" y="30661"/>
                  <a:pt x="250432" y="32162"/>
                  <a:pt x="249040" y="33923"/>
                </a:cubicBezTo>
                <a:lnTo>
                  <a:pt x="249040" y="62014"/>
                </a:lnTo>
                <a:lnTo>
                  <a:pt x="241386" y="62014"/>
                </a:lnTo>
                <a:lnTo>
                  <a:pt x="241386" y="18352"/>
                </a:lnTo>
                <a:close/>
                <a:moveTo>
                  <a:pt x="284289" y="18352"/>
                </a:moveTo>
                <a:lnTo>
                  <a:pt x="292899" y="18352"/>
                </a:lnTo>
                <a:lnTo>
                  <a:pt x="303597" y="47228"/>
                </a:lnTo>
                <a:lnTo>
                  <a:pt x="305902" y="54273"/>
                </a:lnTo>
                <a:lnTo>
                  <a:pt x="308294" y="47054"/>
                </a:lnTo>
                <a:lnTo>
                  <a:pt x="318905" y="18352"/>
                </a:lnTo>
                <a:lnTo>
                  <a:pt x="327211" y="18352"/>
                </a:lnTo>
                <a:lnTo>
                  <a:pt x="310077" y="62014"/>
                </a:lnTo>
                <a:lnTo>
                  <a:pt x="301379" y="62014"/>
                </a:lnTo>
                <a:lnTo>
                  <a:pt x="284289" y="18352"/>
                </a:lnTo>
                <a:close/>
                <a:moveTo>
                  <a:pt x="365200" y="62014"/>
                </a:moveTo>
                <a:lnTo>
                  <a:pt x="365026" y="56131"/>
                </a:lnTo>
                <a:cubicBezTo>
                  <a:pt x="362648" y="58484"/>
                  <a:pt x="360235" y="60183"/>
                  <a:pt x="357785" y="61229"/>
                </a:cubicBezTo>
                <a:cubicBezTo>
                  <a:pt x="355335" y="62274"/>
                  <a:pt x="352762" y="62797"/>
                  <a:pt x="350066" y="62797"/>
                </a:cubicBezTo>
                <a:cubicBezTo>
                  <a:pt x="347572" y="62797"/>
                  <a:pt x="345441" y="62477"/>
                  <a:pt x="343673" y="61839"/>
                </a:cubicBezTo>
                <a:cubicBezTo>
                  <a:pt x="341904" y="61200"/>
                  <a:pt x="340448" y="60322"/>
                  <a:pt x="339302" y="59204"/>
                </a:cubicBezTo>
                <a:cubicBezTo>
                  <a:pt x="338157" y="58086"/>
                  <a:pt x="337316" y="56771"/>
                  <a:pt x="336780" y="55261"/>
                </a:cubicBezTo>
                <a:cubicBezTo>
                  <a:pt x="336244" y="53751"/>
                  <a:pt x="335976" y="52110"/>
                  <a:pt x="335976" y="50339"/>
                </a:cubicBezTo>
                <a:cubicBezTo>
                  <a:pt x="335976" y="45954"/>
                  <a:pt x="337606" y="42520"/>
                  <a:pt x="340868" y="40038"/>
                </a:cubicBezTo>
                <a:cubicBezTo>
                  <a:pt x="344130" y="37554"/>
                  <a:pt x="348949" y="36313"/>
                  <a:pt x="355328" y="36313"/>
                </a:cubicBezTo>
                <a:lnTo>
                  <a:pt x="364373" y="36313"/>
                </a:lnTo>
                <a:lnTo>
                  <a:pt x="364373" y="32499"/>
                </a:lnTo>
                <a:cubicBezTo>
                  <a:pt x="364373" y="29928"/>
                  <a:pt x="363547" y="27870"/>
                  <a:pt x="361894" y="26324"/>
                </a:cubicBezTo>
                <a:cubicBezTo>
                  <a:pt x="360242" y="24778"/>
                  <a:pt x="357720" y="24005"/>
                  <a:pt x="354327" y="24005"/>
                </a:cubicBezTo>
                <a:cubicBezTo>
                  <a:pt x="351863" y="24005"/>
                  <a:pt x="349435" y="24285"/>
                  <a:pt x="347043" y="24844"/>
                </a:cubicBezTo>
                <a:cubicBezTo>
                  <a:pt x="344651" y="25402"/>
                  <a:pt x="342180" y="26195"/>
                  <a:pt x="339629" y="27224"/>
                </a:cubicBezTo>
                <a:lnTo>
                  <a:pt x="339629" y="20396"/>
                </a:lnTo>
                <a:cubicBezTo>
                  <a:pt x="340585" y="20043"/>
                  <a:pt x="341651" y="19696"/>
                  <a:pt x="342825" y="19358"/>
                </a:cubicBezTo>
                <a:cubicBezTo>
                  <a:pt x="343999" y="19019"/>
                  <a:pt x="345238" y="18717"/>
                  <a:pt x="346543" y="18453"/>
                </a:cubicBezTo>
                <a:cubicBezTo>
                  <a:pt x="347848" y="18187"/>
                  <a:pt x="349210" y="17974"/>
                  <a:pt x="350631" y="17812"/>
                </a:cubicBezTo>
                <a:cubicBezTo>
                  <a:pt x="352052" y="17650"/>
                  <a:pt x="353487" y="17569"/>
                  <a:pt x="354936" y="17569"/>
                </a:cubicBezTo>
                <a:cubicBezTo>
                  <a:pt x="357575" y="17569"/>
                  <a:pt x="359952" y="17859"/>
                  <a:pt x="362068" y="18439"/>
                </a:cubicBezTo>
                <a:cubicBezTo>
                  <a:pt x="364185" y="19019"/>
                  <a:pt x="365975" y="19903"/>
                  <a:pt x="367439" y="21092"/>
                </a:cubicBezTo>
                <a:cubicBezTo>
                  <a:pt x="368903" y="22280"/>
                  <a:pt x="370027" y="23773"/>
                  <a:pt x="370809" y="25571"/>
                </a:cubicBezTo>
                <a:cubicBezTo>
                  <a:pt x="371592" y="27369"/>
                  <a:pt x="371984" y="29485"/>
                  <a:pt x="371984" y="31920"/>
                </a:cubicBezTo>
                <a:lnTo>
                  <a:pt x="371984" y="62014"/>
                </a:lnTo>
                <a:lnTo>
                  <a:pt x="365200" y="62014"/>
                </a:lnTo>
                <a:moveTo>
                  <a:pt x="364373" y="42096"/>
                </a:moveTo>
                <a:lnTo>
                  <a:pt x="354762" y="42096"/>
                </a:lnTo>
                <a:cubicBezTo>
                  <a:pt x="352878" y="42096"/>
                  <a:pt x="351254" y="42286"/>
                  <a:pt x="349892" y="42665"/>
                </a:cubicBezTo>
                <a:cubicBezTo>
                  <a:pt x="348529" y="43042"/>
                  <a:pt x="347413" y="43580"/>
                  <a:pt x="346543" y="44278"/>
                </a:cubicBezTo>
                <a:cubicBezTo>
                  <a:pt x="345673" y="44975"/>
                  <a:pt x="345028" y="45812"/>
                  <a:pt x="344608" y="46786"/>
                </a:cubicBezTo>
                <a:cubicBezTo>
                  <a:pt x="344188" y="47760"/>
                  <a:pt x="343977" y="48858"/>
                  <a:pt x="343977" y="50079"/>
                </a:cubicBezTo>
                <a:cubicBezTo>
                  <a:pt x="343977" y="50923"/>
                  <a:pt x="344108" y="51730"/>
                  <a:pt x="344369" y="52501"/>
                </a:cubicBezTo>
                <a:cubicBezTo>
                  <a:pt x="344630" y="53271"/>
                  <a:pt x="345050" y="53954"/>
                  <a:pt x="345630" y="54550"/>
                </a:cubicBezTo>
                <a:cubicBezTo>
                  <a:pt x="346210" y="55147"/>
                  <a:pt x="346964" y="55619"/>
                  <a:pt x="347891" y="55968"/>
                </a:cubicBezTo>
                <a:cubicBezTo>
                  <a:pt x="348819" y="56317"/>
                  <a:pt x="349950" y="56491"/>
                  <a:pt x="351283" y="56491"/>
                </a:cubicBezTo>
                <a:cubicBezTo>
                  <a:pt x="353023" y="56491"/>
                  <a:pt x="355016" y="55961"/>
                  <a:pt x="357263" y="54900"/>
                </a:cubicBezTo>
                <a:cubicBezTo>
                  <a:pt x="359510" y="53838"/>
                  <a:pt x="361880" y="52158"/>
                  <a:pt x="364373" y="49860"/>
                </a:cubicBezTo>
                <a:lnTo>
                  <a:pt x="364373" y="42096"/>
                </a:lnTo>
                <a:close/>
                <a:moveTo>
                  <a:pt x="418967" y="61362"/>
                </a:moveTo>
                <a:cubicBezTo>
                  <a:pt x="417257" y="61812"/>
                  <a:pt x="415488" y="62135"/>
                  <a:pt x="413662" y="62329"/>
                </a:cubicBezTo>
                <a:cubicBezTo>
                  <a:pt x="411835" y="62525"/>
                  <a:pt x="409980" y="62623"/>
                  <a:pt x="408095" y="62623"/>
                </a:cubicBezTo>
                <a:cubicBezTo>
                  <a:pt x="402616" y="62623"/>
                  <a:pt x="398528" y="61383"/>
                  <a:pt x="395832" y="58905"/>
                </a:cubicBezTo>
                <a:cubicBezTo>
                  <a:pt x="393135" y="56426"/>
                  <a:pt x="391787" y="52621"/>
                  <a:pt x="391787" y="47489"/>
                </a:cubicBezTo>
                <a:lnTo>
                  <a:pt x="391787" y="24701"/>
                </a:lnTo>
                <a:lnTo>
                  <a:pt x="379567" y="24701"/>
                </a:lnTo>
                <a:lnTo>
                  <a:pt x="379567" y="18352"/>
                </a:lnTo>
                <a:lnTo>
                  <a:pt x="391787" y="18352"/>
                </a:lnTo>
                <a:lnTo>
                  <a:pt x="391787" y="6311"/>
                </a:lnTo>
                <a:lnTo>
                  <a:pt x="399354" y="4349"/>
                </a:lnTo>
                <a:lnTo>
                  <a:pt x="399354" y="18352"/>
                </a:lnTo>
                <a:lnTo>
                  <a:pt x="418967" y="18352"/>
                </a:lnTo>
                <a:lnTo>
                  <a:pt x="418967" y="24701"/>
                </a:lnTo>
                <a:lnTo>
                  <a:pt x="399354" y="24701"/>
                </a:lnTo>
                <a:lnTo>
                  <a:pt x="399354" y="46880"/>
                </a:lnTo>
                <a:cubicBezTo>
                  <a:pt x="399354" y="50011"/>
                  <a:pt x="400188" y="52352"/>
                  <a:pt x="401855" y="53903"/>
                </a:cubicBezTo>
                <a:cubicBezTo>
                  <a:pt x="403522" y="55455"/>
                  <a:pt x="405979" y="56230"/>
                  <a:pt x="409226" y="56230"/>
                </a:cubicBezTo>
                <a:cubicBezTo>
                  <a:pt x="410618" y="56230"/>
                  <a:pt x="412140" y="56118"/>
                  <a:pt x="413792" y="55894"/>
                </a:cubicBezTo>
                <a:cubicBezTo>
                  <a:pt x="415445" y="55670"/>
                  <a:pt x="417170" y="55318"/>
                  <a:pt x="418967" y="54838"/>
                </a:cubicBezTo>
                <a:lnTo>
                  <a:pt x="418967" y="61362"/>
                </a:lnTo>
                <a:close/>
                <a:moveTo>
                  <a:pt x="447431" y="24614"/>
                </a:moveTo>
                <a:lnTo>
                  <a:pt x="434515" y="24614"/>
                </a:lnTo>
                <a:lnTo>
                  <a:pt x="434515" y="18352"/>
                </a:lnTo>
                <a:lnTo>
                  <a:pt x="455084" y="18352"/>
                </a:lnTo>
                <a:lnTo>
                  <a:pt x="455084" y="55708"/>
                </a:lnTo>
                <a:lnTo>
                  <a:pt x="468087" y="55708"/>
                </a:lnTo>
                <a:lnTo>
                  <a:pt x="468087" y="62014"/>
                </a:lnTo>
                <a:lnTo>
                  <a:pt x="433079" y="62014"/>
                </a:lnTo>
                <a:lnTo>
                  <a:pt x="433079" y="55708"/>
                </a:lnTo>
                <a:lnTo>
                  <a:pt x="447431" y="55708"/>
                </a:lnTo>
                <a:lnTo>
                  <a:pt x="447431" y="24614"/>
                </a:lnTo>
                <a:moveTo>
                  <a:pt x="450083" y="0"/>
                </a:moveTo>
                <a:cubicBezTo>
                  <a:pt x="450924" y="0"/>
                  <a:pt x="451707" y="152"/>
                  <a:pt x="452432" y="457"/>
                </a:cubicBezTo>
                <a:cubicBezTo>
                  <a:pt x="453156" y="761"/>
                  <a:pt x="453787" y="1189"/>
                  <a:pt x="454323" y="1740"/>
                </a:cubicBezTo>
                <a:cubicBezTo>
                  <a:pt x="454860" y="2290"/>
                  <a:pt x="455280" y="2921"/>
                  <a:pt x="455585" y="3631"/>
                </a:cubicBezTo>
                <a:cubicBezTo>
                  <a:pt x="455889" y="4342"/>
                  <a:pt x="456041" y="5117"/>
                  <a:pt x="456041" y="5958"/>
                </a:cubicBezTo>
                <a:cubicBezTo>
                  <a:pt x="456041" y="6770"/>
                  <a:pt x="455889" y="7538"/>
                  <a:pt x="455585" y="8263"/>
                </a:cubicBezTo>
                <a:cubicBezTo>
                  <a:pt x="455280" y="8988"/>
                  <a:pt x="454860" y="9625"/>
                  <a:pt x="454323" y="10176"/>
                </a:cubicBezTo>
                <a:cubicBezTo>
                  <a:pt x="453787" y="10727"/>
                  <a:pt x="453156" y="11155"/>
                  <a:pt x="452432" y="11459"/>
                </a:cubicBezTo>
                <a:cubicBezTo>
                  <a:pt x="451707" y="11764"/>
                  <a:pt x="450924" y="11916"/>
                  <a:pt x="450083" y="11916"/>
                </a:cubicBezTo>
                <a:cubicBezTo>
                  <a:pt x="449243" y="11916"/>
                  <a:pt x="448460" y="11764"/>
                  <a:pt x="447735" y="11459"/>
                </a:cubicBezTo>
                <a:cubicBezTo>
                  <a:pt x="447010" y="11155"/>
                  <a:pt x="446380" y="10727"/>
                  <a:pt x="445843" y="10176"/>
                </a:cubicBezTo>
                <a:cubicBezTo>
                  <a:pt x="445307" y="9625"/>
                  <a:pt x="444886" y="8988"/>
                  <a:pt x="444582" y="8263"/>
                </a:cubicBezTo>
                <a:cubicBezTo>
                  <a:pt x="444278" y="7538"/>
                  <a:pt x="444125" y="6770"/>
                  <a:pt x="444125" y="5958"/>
                </a:cubicBezTo>
                <a:cubicBezTo>
                  <a:pt x="444125" y="5117"/>
                  <a:pt x="444278" y="4342"/>
                  <a:pt x="444582" y="3631"/>
                </a:cubicBezTo>
                <a:cubicBezTo>
                  <a:pt x="444886" y="2921"/>
                  <a:pt x="445307" y="2290"/>
                  <a:pt x="445843" y="1740"/>
                </a:cubicBezTo>
                <a:cubicBezTo>
                  <a:pt x="446380" y="1189"/>
                  <a:pt x="447010" y="761"/>
                  <a:pt x="447735" y="457"/>
                </a:cubicBezTo>
                <a:cubicBezTo>
                  <a:pt x="448460" y="152"/>
                  <a:pt x="449243" y="0"/>
                  <a:pt x="450083" y="0"/>
                </a:cubicBezTo>
                <a:close/>
                <a:moveTo>
                  <a:pt x="519339" y="39835"/>
                </a:moveTo>
                <a:cubicBezTo>
                  <a:pt x="519339" y="43227"/>
                  <a:pt x="518861" y="46337"/>
                  <a:pt x="517904" y="49163"/>
                </a:cubicBezTo>
                <a:cubicBezTo>
                  <a:pt x="516948" y="51990"/>
                  <a:pt x="515570" y="54411"/>
                  <a:pt x="513773" y="56426"/>
                </a:cubicBezTo>
                <a:cubicBezTo>
                  <a:pt x="511975" y="58441"/>
                  <a:pt x="509787" y="60006"/>
                  <a:pt x="507206" y="61123"/>
                </a:cubicBezTo>
                <a:cubicBezTo>
                  <a:pt x="504626" y="62239"/>
                  <a:pt x="501698" y="62797"/>
                  <a:pt x="498422" y="62797"/>
                </a:cubicBezTo>
                <a:cubicBezTo>
                  <a:pt x="495291" y="62797"/>
                  <a:pt x="492486" y="62311"/>
                  <a:pt x="490007" y="61340"/>
                </a:cubicBezTo>
                <a:cubicBezTo>
                  <a:pt x="487528" y="60369"/>
                  <a:pt x="485426" y="58941"/>
                  <a:pt x="483701" y="57056"/>
                </a:cubicBezTo>
                <a:cubicBezTo>
                  <a:pt x="481976" y="55172"/>
                  <a:pt x="480657" y="52838"/>
                  <a:pt x="479744" y="50055"/>
                </a:cubicBezTo>
                <a:cubicBezTo>
                  <a:pt x="478830" y="47272"/>
                  <a:pt x="478374" y="44068"/>
                  <a:pt x="478374" y="40444"/>
                </a:cubicBezTo>
                <a:cubicBezTo>
                  <a:pt x="478374" y="37052"/>
                  <a:pt x="478852" y="33957"/>
                  <a:pt x="479809" y="31159"/>
                </a:cubicBezTo>
                <a:cubicBezTo>
                  <a:pt x="480766" y="28361"/>
                  <a:pt x="482143" y="25955"/>
                  <a:pt x="483940" y="23940"/>
                </a:cubicBezTo>
                <a:cubicBezTo>
                  <a:pt x="485738" y="21925"/>
                  <a:pt x="487927" y="20360"/>
                  <a:pt x="490507" y="19243"/>
                </a:cubicBezTo>
                <a:cubicBezTo>
                  <a:pt x="493087" y="18127"/>
                  <a:pt x="496015" y="17569"/>
                  <a:pt x="499291" y="17569"/>
                </a:cubicBezTo>
                <a:cubicBezTo>
                  <a:pt x="502423" y="17569"/>
                  <a:pt x="505228" y="18055"/>
                  <a:pt x="507706" y="19026"/>
                </a:cubicBezTo>
                <a:cubicBezTo>
                  <a:pt x="510185" y="19997"/>
                  <a:pt x="512287" y="21418"/>
                  <a:pt x="514012" y="23288"/>
                </a:cubicBezTo>
                <a:cubicBezTo>
                  <a:pt x="515737" y="25158"/>
                  <a:pt x="517056" y="27484"/>
                  <a:pt x="517970" y="30268"/>
                </a:cubicBezTo>
                <a:cubicBezTo>
                  <a:pt x="518883" y="33051"/>
                  <a:pt x="519339" y="36240"/>
                  <a:pt x="519339" y="39835"/>
                </a:cubicBezTo>
                <a:moveTo>
                  <a:pt x="511599" y="40183"/>
                </a:moveTo>
                <a:cubicBezTo>
                  <a:pt x="511599" y="37487"/>
                  <a:pt x="511301" y="35131"/>
                  <a:pt x="510707" y="33116"/>
                </a:cubicBezTo>
                <a:cubicBezTo>
                  <a:pt x="510113" y="31101"/>
                  <a:pt x="509265" y="29420"/>
                  <a:pt x="508163" y="28072"/>
                </a:cubicBezTo>
                <a:cubicBezTo>
                  <a:pt x="507061" y="26723"/>
                  <a:pt x="505720" y="25709"/>
                  <a:pt x="504140" y="25027"/>
                </a:cubicBezTo>
                <a:cubicBezTo>
                  <a:pt x="502560" y="24346"/>
                  <a:pt x="500799" y="24005"/>
                  <a:pt x="498857" y="24005"/>
                </a:cubicBezTo>
                <a:cubicBezTo>
                  <a:pt x="496595" y="24005"/>
                  <a:pt x="494660" y="24448"/>
                  <a:pt x="493051" y="25332"/>
                </a:cubicBezTo>
                <a:cubicBezTo>
                  <a:pt x="491442" y="26216"/>
                  <a:pt x="490123" y="27398"/>
                  <a:pt x="489093" y="28876"/>
                </a:cubicBezTo>
                <a:cubicBezTo>
                  <a:pt x="488064" y="30355"/>
                  <a:pt x="487310" y="32072"/>
                  <a:pt x="486832" y="34029"/>
                </a:cubicBezTo>
                <a:cubicBezTo>
                  <a:pt x="486354" y="35986"/>
                  <a:pt x="486115" y="38038"/>
                  <a:pt x="486115" y="40183"/>
                </a:cubicBezTo>
                <a:cubicBezTo>
                  <a:pt x="486115" y="42879"/>
                  <a:pt x="486412" y="45242"/>
                  <a:pt x="487006" y="47272"/>
                </a:cubicBezTo>
                <a:cubicBezTo>
                  <a:pt x="487600" y="49301"/>
                  <a:pt x="488448" y="50990"/>
                  <a:pt x="489550" y="52338"/>
                </a:cubicBezTo>
                <a:cubicBezTo>
                  <a:pt x="490652" y="53686"/>
                  <a:pt x="491985" y="54701"/>
                  <a:pt x="493551" y="55382"/>
                </a:cubicBezTo>
                <a:cubicBezTo>
                  <a:pt x="495117" y="56063"/>
                  <a:pt x="496885" y="56404"/>
                  <a:pt x="498857" y="56404"/>
                </a:cubicBezTo>
                <a:cubicBezTo>
                  <a:pt x="501118" y="56404"/>
                  <a:pt x="503053" y="55962"/>
                  <a:pt x="504662" y="55078"/>
                </a:cubicBezTo>
                <a:cubicBezTo>
                  <a:pt x="506271" y="54193"/>
                  <a:pt x="507590" y="53012"/>
                  <a:pt x="508620" y="51533"/>
                </a:cubicBezTo>
                <a:cubicBezTo>
                  <a:pt x="509649" y="50055"/>
                  <a:pt x="510403" y="48337"/>
                  <a:pt x="510881" y="46380"/>
                </a:cubicBezTo>
                <a:cubicBezTo>
                  <a:pt x="511359" y="44423"/>
                  <a:pt x="511599" y="42357"/>
                  <a:pt x="511599" y="40183"/>
                </a:cubicBezTo>
                <a:close/>
                <a:moveTo>
                  <a:pt x="530104" y="18352"/>
                </a:moveTo>
                <a:lnTo>
                  <a:pt x="536845" y="18352"/>
                </a:lnTo>
                <a:lnTo>
                  <a:pt x="537149" y="25397"/>
                </a:lnTo>
                <a:cubicBezTo>
                  <a:pt x="538425" y="23889"/>
                  <a:pt x="539657" y="22636"/>
                  <a:pt x="540846" y="21635"/>
                </a:cubicBezTo>
                <a:cubicBezTo>
                  <a:pt x="542034" y="20635"/>
                  <a:pt x="543201" y="19831"/>
                  <a:pt x="544346" y="19222"/>
                </a:cubicBezTo>
                <a:cubicBezTo>
                  <a:pt x="545492" y="18613"/>
                  <a:pt x="546659" y="18185"/>
                  <a:pt x="547847" y="17939"/>
                </a:cubicBezTo>
                <a:cubicBezTo>
                  <a:pt x="549036" y="17692"/>
                  <a:pt x="550268" y="17569"/>
                  <a:pt x="551544" y="17569"/>
                </a:cubicBezTo>
                <a:cubicBezTo>
                  <a:pt x="556037" y="17569"/>
                  <a:pt x="559437" y="18896"/>
                  <a:pt x="561742" y="21548"/>
                </a:cubicBezTo>
                <a:cubicBezTo>
                  <a:pt x="564047" y="24201"/>
                  <a:pt x="565199" y="28195"/>
                  <a:pt x="565199" y="33529"/>
                </a:cubicBezTo>
                <a:lnTo>
                  <a:pt x="565199" y="62014"/>
                </a:lnTo>
                <a:lnTo>
                  <a:pt x="557632" y="62014"/>
                </a:lnTo>
                <a:lnTo>
                  <a:pt x="557632" y="34138"/>
                </a:lnTo>
                <a:cubicBezTo>
                  <a:pt x="557632" y="30717"/>
                  <a:pt x="556994" y="28188"/>
                  <a:pt x="555719" y="26549"/>
                </a:cubicBezTo>
                <a:cubicBezTo>
                  <a:pt x="554443" y="24911"/>
                  <a:pt x="552544" y="24092"/>
                  <a:pt x="550022" y="24092"/>
                </a:cubicBezTo>
                <a:cubicBezTo>
                  <a:pt x="549094" y="24092"/>
                  <a:pt x="548188" y="24230"/>
                  <a:pt x="547304" y="24506"/>
                </a:cubicBezTo>
                <a:cubicBezTo>
                  <a:pt x="546419" y="24781"/>
                  <a:pt x="545499" y="25259"/>
                  <a:pt x="544542" y="25941"/>
                </a:cubicBezTo>
                <a:cubicBezTo>
                  <a:pt x="543585" y="26622"/>
                  <a:pt x="542549" y="27542"/>
                  <a:pt x="541433" y="28702"/>
                </a:cubicBezTo>
                <a:cubicBezTo>
                  <a:pt x="540317" y="29862"/>
                  <a:pt x="539063" y="31311"/>
                  <a:pt x="537671" y="33051"/>
                </a:cubicBezTo>
                <a:lnTo>
                  <a:pt x="537671" y="62014"/>
                </a:lnTo>
                <a:lnTo>
                  <a:pt x="530104" y="62014"/>
                </a:lnTo>
                <a:lnTo>
                  <a:pt x="530104" y="18352"/>
                </a:lnTo>
                <a:close/>
              </a:path>
            </a:pathLst>
          </a:custGeom>
          <a:solidFill xmlns:a="http://schemas.openxmlformats.org/drawingml/2006/main">
            <a:srgbClr val="E394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mustbeofsize9&quot;">
            <a:extLst xmlns:a="http://schemas.openxmlformats.org/drawingml/2006/main">
              <a:ext uri="{FF2B5EF4-FFF2-40B4-BE49-F238E27FC236}">
                <a16:creationId xmlns:a16="http://schemas.microsoft.com/office/drawing/2014/main" id="{3977BBC5-87FA-4C1B-9C92-AB935F38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653" y="5033495"/>
            <a:ext cx="860839" cy="62797"/>
          </a:xfrm>
          <a:custGeom xmlns:a="http://schemas.openxmlformats.org/drawingml/2006/main">
            <a:pathLst>
              <a:path w="860839" h="62797">
                <a:moveTo>
                  <a:pt x="34182" y="62014"/>
                </a:moveTo>
                <a:lnTo>
                  <a:pt x="34182" y="30659"/>
                </a:lnTo>
                <a:cubicBezTo>
                  <a:pt x="34182" y="29296"/>
                  <a:pt x="34131" y="28180"/>
                  <a:pt x="34029" y="27311"/>
                </a:cubicBezTo>
                <a:cubicBezTo>
                  <a:pt x="33928" y="26441"/>
                  <a:pt x="33769" y="25752"/>
                  <a:pt x="33551" y="25245"/>
                </a:cubicBezTo>
                <a:cubicBezTo>
                  <a:pt x="33334" y="24737"/>
                  <a:pt x="33058" y="24382"/>
                  <a:pt x="32725" y="24179"/>
                </a:cubicBezTo>
                <a:cubicBezTo>
                  <a:pt x="32391" y="23976"/>
                  <a:pt x="31978" y="23875"/>
                  <a:pt x="31485" y="23875"/>
                </a:cubicBezTo>
                <a:cubicBezTo>
                  <a:pt x="30906" y="23875"/>
                  <a:pt x="30369" y="24049"/>
                  <a:pt x="29876" y="24397"/>
                </a:cubicBezTo>
                <a:cubicBezTo>
                  <a:pt x="29383" y="24745"/>
                  <a:pt x="28854" y="25310"/>
                  <a:pt x="28289" y="26093"/>
                </a:cubicBezTo>
                <a:cubicBezTo>
                  <a:pt x="27724" y="26876"/>
                  <a:pt x="27100" y="27912"/>
                  <a:pt x="26419" y="29202"/>
                </a:cubicBezTo>
                <a:cubicBezTo>
                  <a:pt x="25738" y="30492"/>
                  <a:pt x="24933" y="32080"/>
                  <a:pt x="24005" y="33964"/>
                </a:cubicBezTo>
                <a:lnTo>
                  <a:pt x="24005" y="62014"/>
                </a:lnTo>
                <a:lnTo>
                  <a:pt x="17091" y="62014"/>
                </a:lnTo>
                <a:lnTo>
                  <a:pt x="17091" y="31485"/>
                </a:lnTo>
                <a:cubicBezTo>
                  <a:pt x="17091" y="29891"/>
                  <a:pt x="17040" y="28601"/>
                  <a:pt x="16939" y="27615"/>
                </a:cubicBezTo>
                <a:cubicBezTo>
                  <a:pt x="16837" y="26629"/>
                  <a:pt x="16678" y="25861"/>
                  <a:pt x="16460" y="25310"/>
                </a:cubicBezTo>
                <a:cubicBezTo>
                  <a:pt x="16243" y="24759"/>
                  <a:pt x="15960" y="24382"/>
                  <a:pt x="15612" y="24179"/>
                </a:cubicBezTo>
                <a:cubicBezTo>
                  <a:pt x="15264" y="23976"/>
                  <a:pt x="14844" y="23875"/>
                  <a:pt x="14351" y="23875"/>
                </a:cubicBezTo>
                <a:cubicBezTo>
                  <a:pt x="13829" y="23875"/>
                  <a:pt x="13336" y="24020"/>
                  <a:pt x="12872" y="24310"/>
                </a:cubicBezTo>
                <a:cubicBezTo>
                  <a:pt x="12409" y="24600"/>
                  <a:pt x="11894" y="25122"/>
                  <a:pt x="11329" y="25875"/>
                </a:cubicBezTo>
                <a:cubicBezTo>
                  <a:pt x="10763" y="26629"/>
                  <a:pt x="10133" y="27658"/>
                  <a:pt x="9437" y="28963"/>
                </a:cubicBezTo>
                <a:cubicBezTo>
                  <a:pt x="8741" y="30268"/>
                  <a:pt x="7915" y="31935"/>
                  <a:pt x="6958" y="33964"/>
                </a:cubicBezTo>
                <a:lnTo>
                  <a:pt x="6958" y="62014"/>
                </a:lnTo>
                <a:lnTo>
                  <a:pt x="0" y="62014"/>
                </a:lnTo>
                <a:lnTo>
                  <a:pt x="0" y="18352"/>
                </a:lnTo>
                <a:lnTo>
                  <a:pt x="5784" y="18352"/>
                </a:lnTo>
                <a:lnTo>
                  <a:pt x="6132" y="26658"/>
                </a:lnTo>
                <a:cubicBezTo>
                  <a:pt x="6886" y="25006"/>
                  <a:pt x="7618" y="23600"/>
                  <a:pt x="8328" y="22440"/>
                </a:cubicBezTo>
                <a:cubicBezTo>
                  <a:pt x="9038" y="21280"/>
                  <a:pt x="9770" y="20345"/>
                  <a:pt x="10524" y="19635"/>
                </a:cubicBezTo>
                <a:cubicBezTo>
                  <a:pt x="11278" y="18925"/>
                  <a:pt x="12082" y="18403"/>
                  <a:pt x="12938" y="18069"/>
                </a:cubicBezTo>
                <a:cubicBezTo>
                  <a:pt x="13793" y="17736"/>
                  <a:pt x="14742" y="17569"/>
                  <a:pt x="15786" y="17569"/>
                </a:cubicBezTo>
                <a:cubicBezTo>
                  <a:pt x="18135" y="17569"/>
                  <a:pt x="19918" y="18337"/>
                  <a:pt x="21135" y="19874"/>
                </a:cubicBezTo>
                <a:cubicBezTo>
                  <a:pt x="22353" y="21411"/>
                  <a:pt x="22962" y="23788"/>
                  <a:pt x="22962" y="27006"/>
                </a:cubicBezTo>
                <a:cubicBezTo>
                  <a:pt x="23658" y="25499"/>
                  <a:pt x="24339" y="24158"/>
                  <a:pt x="25006" y="22983"/>
                </a:cubicBezTo>
                <a:cubicBezTo>
                  <a:pt x="25672" y="21809"/>
                  <a:pt x="26390" y="20824"/>
                  <a:pt x="27158" y="20026"/>
                </a:cubicBezTo>
                <a:cubicBezTo>
                  <a:pt x="27927" y="19229"/>
                  <a:pt x="28775" y="18620"/>
                  <a:pt x="29702" y="18200"/>
                </a:cubicBezTo>
                <a:cubicBezTo>
                  <a:pt x="30630" y="17779"/>
                  <a:pt x="31703" y="17569"/>
                  <a:pt x="32920" y="17569"/>
                </a:cubicBezTo>
                <a:cubicBezTo>
                  <a:pt x="38400" y="17569"/>
                  <a:pt x="41140" y="21788"/>
                  <a:pt x="41140" y="30224"/>
                </a:cubicBezTo>
                <a:lnTo>
                  <a:pt x="41140" y="62014"/>
                </a:lnTo>
                <a:lnTo>
                  <a:pt x="34182" y="62014"/>
                </a:lnTo>
                <a:close/>
                <a:moveTo>
                  <a:pt x="86912" y="62014"/>
                </a:moveTo>
                <a:lnTo>
                  <a:pt x="80128" y="62014"/>
                </a:lnTo>
                <a:lnTo>
                  <a:pt x="79867" y="54969"/>
                </a:lnTo>
                <a:cubicBezTo>
                  <a:pt x="78562" y="56477"/>
                  <a:pt x="77323" y="57730"/>
                  <a:pt x="76149" y="58731"/>
                </a:cubicBezTo>
                <a:cubicBezTo>
                  <a:pt x="74975" y="59731"/>
                  <a:pt x="73808" y="60535"/>
                  <a:pt x="72648" y="61144"/>
                </a:cubicBezTo>
                <a:cubicBezTo>
                  <a:pt x="71488" y="61753"/>
                  <a:pt x="70321" y="62181"/>
                  <a:pt x="69147" y="62427"/>
                </a:cubicBezTo>
                <a:cubicBezTo>
                  <a:pt x="67973" y="62674"/>
                  <a:pt x="66734" y="62797"/>
                  <a:pt x="65429" y="62797"/>
                </a:cubicBezTo>
                <a:cubicBezTo>
                  <a:pt x="60935" y="62797"/>
                  <a:pt x="57543" y="61478"/>
                  <a:pt x="55253" y="58839"/>
                </a:cubicBezTo>
                <a:cubicBezTo>
                  <a:pt x="52962" y="56201"/>
                  <a:pt x="51817" y="52215"/>
                  <a:pt x="51817" y="46880"/>
                </a:cubicBezTo>
                <a:lnTo>
                  <a:pt x="51817" y="18352"/>
                </a:lnTo>
                <a:lnTo>
                  <a:pt x="59384" y="18352"/>
                </a:lnTo>
                <a:lnTo>
                  <a:pt x="59384" y="46271"/>
                </a:lnTo>
                <a:cubicBezTo>
                  <a:pt x="59384" y="52968"/>
                  <a:pt x="61906" y="56317"/>
                  <a:pt x="66951" y="56317"/>
                </a:cubicBezTo>
                <a:cubicBezTo>
                  <a:pt x="67879" y="56317"/>
                  <a:pt x="68785" y="56179"/>
                  <a:pt x="69669" y="55904"/>
                </a:cubicBezTo>
                <a:cubicBezTo>
                  <a:pt x="70553" y="55629"/>
                  <a:pt x="71481" y="55150"/>
                  <a:pt x="72452" y="54469"/>
                </a:cubicBezTo>
                <a:cubicBezTo>
                  <a:pt x="73423" y="53788"/>
                  <a:pt x="74467" y="52867"/>
                  <a:pt x="75583" y="51707"/>
                </a:cubicBezTo>
                <a:cubicBezTo>
                  <a:pt x="76700" y="50548"/>
                  <a:pt x="77953" y="49084"/>
                  <a:pt x="79345" y="47315"/>
                </a:cubicBezTo>
                <a:lnTo>
                  <a:pt x="79345" y="18352"/>
                </a:lnTo>
                <a:lnTo>
                  <a:pt x="86912" y="18352"/>
                </a:lnTo>
                <a:lnTo>
                  <a:pt x="86912" y="62014"/>
                </a:lnTo>
                <a:close/>
                <a:moveTo>
                  <a:pt x="135163" y="50098"/>
                </a:moveTo>
                <a:cubicBezTo>
                  <a:pt x="135163" y="51635"/>
                  <a:pt x="134902" y="53012"/>
                  <a:pt x="134381" y="54230"/>
                </a:cubicBezTo>
                <a:cubicBezTo>
                  <a:pt x="133859" y="55447"/>
                  <a:pt x="133148" y="56527"/>
                  <a:pt x="132250" y="57470"/>
                </a:cubicBezTo>
                <a:cubicBezTo>
                  <a:pt x="131351" y="58412"/>
                  <a:pt x="130307" y="59216"/>
                  <a:pt x="129119" y="59883"/>
                </a:cubicBezTo>
                <a:cubicBezTo>
                  <a:pt x="127930" y="60550"/>
                  <a:pt x="126661" y="61101"/>
                  <a:pt x="125313" y="61536"/>
                </a:cubicBezTo>
                <a:cubicBezTo>
                  <a:pt x="123965" y="61971"/>
                  <a:pt x="122581" y="62289"/>
                  <a:pt x="121160" y="62492"/>
                </a:cubicBezTo>
                <a:cubicBezTo>
                  <a:pt x="119740" y="62695"/>
                  <a:pt x="118348" y="62797"/>
                  <a:pt x="116985" y="62797"/>
                </a:cubicBezTo>
                <a:cubicBezTo>
                  <a:pt x="114028" y="62797"/>
                  <a:pt x="111310" y="62666"/>
                  <a:pt x="108831" y="62405"/>
                </a:cubicBezTo>
                <a:cubicBezTo>
                  <a:pt x="106353" y="62144"/>
                  <a:pt x="103924" y="61724"/>
                  <a:pt x="101547" y="61144"/>
                </a:cubicBezTo>
                <a:lnTo>
                  <a:pt x="101547" y="54186"/>
                </a:lnTo>
                <a:cubicBezTo>
                  <a:pt x="104098" y="54911"/>
                  <a:pt x="106635" y="55462"/>
                  <a:pt x="109158" y="55839"/>
                </a:cubicBezTo>
                <a:cubicBezTo>
                  <a:pt x="111680" y="56216"/>
                  <a:pt x="114188" y="56404"/>
                  <a:pt x="116681" y="56404"/>
                </a:cubicBezTo>
                <a:cubicBezTo>
                  <a:pt x="120305" y="56404"/>
                  <a:pt x="122987" y="55911"/>
                  <a:pt x="124726" y="54925"/>
                </a:cubicBezTo>
                <a:cubicBezTo>
                  <a:pt x="126466" y="53940"/>
                  <a:pt x="127336" y="52534"/>
                  <a:pt x="127336" y="50707"/>
                </a:cubicBezTo>
                <a:cubicBezTo>
                  <a:pt x="127336" y="49924"/>
                  <a:pt x="127198" y="49221"/>
                  <a:pt x="126922" y="48598"/>
                </a:cubicBezTo>
                <a:cubicBezTo>
                  <a:pt x="126647" y="47975"/>
                  <a:pt x="126147" y="47380"/>
                  <a:pt x="125422" y="46815"/>
                </a:cubicBezTo>
                <a:cubicBezTo>
                  <a:pt x="124697" y="46250"/>
                  <a:pt x="123574" y="45663"/>
                  <a:pt x="122052" y="45054"/>
                </a:cubicBezTo>
                <a:cubicBezTo>
                  <a:pt x="120530" y="44445"/>
                  <a:pt x="118449" y="43749"/>
                  <a:pt x="115811" y="42966"/>
                </a:cubicBezTo>
                <a:cubicBezTo>
                  <a:pt x="113840" y="42386"/>
                  <a:pt x="112020" y="41727"/>
                  <a:pt x="110353" y="40988"/>
                </a:cubicBezTo>
                <a:cubicBezTo>
                  <a:pt x="108686" y="40248"/>
                  <a:pt x="107244" y="39371"/>
                  <a:pt x="106026" y="38357"/>
                </a:cubicBezTo>
                <a:cubicBezTo>
                  <a:pt x="104809" y="37342"/>
                  <a:pt x="103852" y="36153"/>
                  <a:pt x="103156" y="34790"/>
                </a:cubicBezTo>
                <a:cubicBezTo>
                  <a:pt x="102460" y="33428"/>
                  <a:pt x="102112" y="31819"/>
                  <a:pt x="102112" y="29963"/>
                </a:cubicBezTo>
                <a:cubicBezTo>
                  <a:pt x="102112" y="28746"/>
                  <a:pt x="102395" y="27412"/>
                  <a:pt x="102960" y="25962"/>
                </a:cubicBezTo>
                <a:cubicBezTo>
                  <a:pt x="103526" y="24513"/>
                  <a:pt x="104490" y="23165"/>
                  <a:pt x="105852" y="21918"/>
                </a:cubicBezTo>
                <a:cubicBezTo>
                  <a:pt x="107215" y="20671"/>
                  <a:pt x="109056" y="19635"/>
                  <a:pt x="111375" y="18809"/>
                </a:cubicBezTo>
                <a:cubicBezTo>
                  <a:pt x="113695" y="17982"/>
                  <a:pt x="116594" y="17569"/>
                  <a:pt x="120073" y="17569"/>
                </a:cubicBezTo>
                <a:cubicBezTo>
                  <a:pt x="121784" y="17569"/>
                  <a:pt x="123683" y="17663"/>
                  <a:pt x="125770" y="17852"/>
                </a:cubicBezTo>
                <a:cubicBezTo>
                  <a:pt x="127857" y="18040"/>
                  <a:pt x="130032" y="18366"/>
                  <a:pt x="132293" y="18830"/>
                </a:cubicBezTo>
                <a:lnTo>
                  <a:pt x="132293" y="25571"/>
                </a:lnTo>
                <a:cubicBezTo>
                  <a:pt x="129916" y="24991"/>
                  <a:pt x="127662" y="24564"/>
                  <a:pt x="125531" y="24288"/>
                </a:cubicBezTo>
                <a:cubicBezTo>
                  <a:pt x="123400" y="24013"/>
                  <a:pt x="121552" y="23875"/>
                  <a:pt x="119986" y="23875"/>
                </a:cubicBezTo>
                <a:cubicBezTo>
                  <a:pt x="118102" y="23875"/>
                  <a:pt x="116514" y="24020"/>
                  <a:pt x="115224" y="24310"/>
                </a:cubicBezTo>
                <a:cubicBezTo>
                  <a:pt x="113934" y="24600"/>
                  <a:pt x="112890" y="24998"/>
                  <a:pt x="112093" y="25506"/>
                </a:cubicBezTo>
                <a:cubicBezTo>
                  <a:pt x="111296" y="26013"/>
                  <a:pt x="110723" y="26607"/>
                  <a:pt x="110375" y="27289"/>
                </a:cubicBezTo>
                <a:cubicBezTo>
                  <a:pt x="110027" y="27970"/>
                  <a:pt x="109853" y="28702"/>
                  <a:pt x="109853" y="29485"/>
                </a:cubicBezTo>
                <a:cubicBezTo>
                  <a:pt x="109853" y="30268"/>
                  <a:pt x="110006" y="30978"/>
                  <a:pt x="110310" y="31616"/>
                </a:cubicBezTo>
                <a:cubicBezTo>
                  <a:pt x="110614" y="32254"/>
                  <a:pt x="111180" y="32870"/>
                  <a:pt x="112006" y="33464"/>
                </a:cubicBezTo>
                <a:cubicBezTo>
                  <a:pt x="112832" y="34058"/>
                  <a:pt x="113985" y="34653"/>
                  <a:pt x="115463" y="35247"/>
                </a:cubicBezTo>
                <a:cubicBezTo>
                  <a:pt x="116942" y="35841"/>
                  <a:pt x="118870" y="36487"/>
                  <a:pt x="121247" y="37182"/>
                </a:cubicBezTo>
                <a:cubicBezTo>
                  <a:pt x="123827" y="37936"/>
                  <a:pt x="126002" y="38726"/>
                  <a:pt x="127770" y="39552"/>
                </a:cubicBezTo>
                <a:cubicBezTo>
                  <a:pt x="129539" y="40379"/>
                  <a:pt x="130974" y="41299"/>
                  <a:pt x="132076" y="42314"/>
                </a:cubicBezTo>
                <a:cubicBezTo>
                  <a:pt x="133177" y="43329"/>
                  <a:pt x="133967" y="44474"/>
                  <a:pt x="134446" y="45749"/>
                </a:cubicBezTo>
                <a:cubicBezTo>
                  <a:pt x="134924" y="47025"/>
                  <a:pt x="135163" y="48475"/>
                  <a:pt x="135163" y="50098"/>
                </a:cubicBezTo>
                <a:close/>
                <a:moveTo>
                  <a:pt x="184545" y="61362"/>
                </a:moveTo>
                <a:cubicBezTo>
                  <a:pt x="182835" y="61812"/>
                  <a:pt x="181066" y="62135"/>
                  <a:pt x="179240" y="62329"/>
                </a:cubicBezTo>
                <a:cubicBezTo>
                  <a:pt x="177413" y="62525"/>
                  <a:pt x="175558" y="62623"/>
                  <a:pt x="173673" y="62623"/>
                </a:cubicBezTo>
                <a:cubicBezTo>
                  <a:pt x="168194" y="62623"/>
                  <a:pt x="164106" y="61383"/>
                  <a:pt x="161410" y="58905"/>
                </a:cubicBezTo>
                <a:cubicBezTo>
                  <a:pt x="158714" y="56426"/>
                  <a:pt x="157365" y="52621"/>
                  <a:pt x="157365" y="47489"/>
                </a:cubicBezTo>
                <a:lnTo>
                  <a:pt x="157365" y="24701"/>
                </a:lnTo>
                <a:lnTo>
                  <a:pt x="145145" y="24701"/>
                </a:lnTo>
                <a:lnTo>
                  <a:pt x="145145" y="18352"/>
                </a:lnTo>
                <a:lnTo>
                  <a:pt x="157365" y="18352"/>
                </a:lnTo>
                <a:lnTo>
                  <a:pt x="157365" y="6311"/>
                </a:lnTo>
                <a:lnTo>
                  <a:pt x="164932" y="4349"/>
                </a:lnTo>
                <a:lnTo>
                  <a:pt x="164932" y="18352"/>
                </a:lnTo>
                <a:lnTo>
                  <a:pt x="184545" y="18352"/>
                </a:lnTo>
                <a:lnTo>
                  <a:pt x="184545" y="24701"/>
                </a:lnTo>
                <a:lnTo>
                  <a:pt x="164932" y="24701"/>
                </a:lnTo>
                <a:lnTo>
                  <a:pt x="164932" y="46880"/>
                </a:lnTo>
                <a:cubicBezTo>
                  <a:pt x="164932" y="50011"/>
                  <a:pt x="165766" y="52352"/>
                  <a:pt x="167433" y="53903"/>
                </a:cubicBezTo>
                <a:cubicBezTo>
                  <a:pt x="169100" y="55455"/>
                  <a:pt x="171557" y="56230"/>
                  <a:pt x="174804" y="56230"/>
                </a:cubicBezTo>
                <a:cubicBezTo>
                  <a:pt x="176196" y="56230"/>
                  <a:pt x="177718" y="56118"/>
                  <a:pt x="179370" y="55894"/>
                </a:cubicBezTo>
                <a:cubicBezTo>
                  <a:pt x="181023" y="55670"/>
                  <a:pt x="182748" y="55318"/>
                  <a:pt x="184545" y="54838"/>
                </a:cubicBezTo>
                <a:lnTo>
                  <a:pt x="184545" y="61362"/>
                </a:lnTo>
                <a:close/>
                <a:moveTo>
                  <a:pt x="284222" y="39400"/>
                </a:moveTo>
                <a:cubicBezTo>
                  <a:pt x="284222" y="43024"/>
                  <a:pt x="283722" y="46264"/>
                  <a:pt x="282722" y="49120"/>
                </a:cubicBezTo>
                <a:cubicBezTo>
                  <a:pt x="281722" y="51976"/>
                  <a:pt x="280301" y="54396"/>
                  <a:pt x="278460" y="56382"/>
                </a:cubicBezTo>
                <a:cubicBezTo>
                  <a:pt x="276619" y="58368"/>
                  <a:pt x="274379" y="59890"/>
                  <a:pt x="271741" y="60949"/>
                </a:cubicBezTo>
                <a:cubicBezTo>
                  <a:pt x="269103" y="62007"/>
                  <a:pt x="266131" y="62536"/>
                  <a:pt x="262826" y="62536"/>
                </a:cubicBezTo>
                <a:cubicBezTo>
                  <a:pt x="260246" y="62536"/>
                  <a:pt x="257608" y="62289"/>
                  <a:pt x="254911" y="61797"/>
                </a:cubicBezTo>
                <a:cubicBezTo>
                  <a:pt x="252215" y="61304"/>
                  <a:pt x="249548" y="60521"/>
                  <a:pt x="246910" y="59448"/>
                </a:cubicBezTo>
                <a:lnTo>
                  <a:pt x="246910" y="522"/>
                </a:lnTo>
                <a:lnTo>
                  <a:pt x="254476" y="522"/>
                </a:lnTo>
                <a:lnTo>
                  <a:pt x="254476" y="17469"/>
                </a:lnTo>
                <a:lnTo>
                  <a:pt x="254129" y="25571"/>
                </a:lnTo>
                <a:cubicBezTo>
                  <a:pt x="256303" y="22643"/>
                  <a:pt x="258630" y="20577"/>
                  <a:pt x="261108" y="19374"/>
                </a:cubicBezTo>
                <a:cubicBezTo>
                  <a:pt x="263587" y="18171"/>
                  <a:pt x="266247" y="17569"/>
                  <a:pt x="269088" y="17569"/>
                </a:cubicBezTo>
                <a:cubicBezTo>
                  <a:pt x="271582" y="17569"/>
                  <a:pt x="273771" y="18091"/>
                  <a:pt x="275655" y="19135"/>
                </a:cubicBezTo>
                <a:cubicBezTo>
                  <a:pt x="277540" y="20178"/>
                  <a:pt x="279120" y="21650"/>
                  <a:pt x="280395" y="23549"/>
                </a:cubicBezTo>
                <a:cubicBezTo>
                  <a:pt x="281671" y="25448"/>
                  <a:pt x="282628" y="27738"/>
                  <a:pt x="283266" y="30420"/>
                </a:cubicBezTo>
                <a:cubicBezTo>
                  <a:pt x="283903" y="33102"/>
                  <a:pt x="284222" y="36095"/>
                  <a:pt x="284222" y="39400"/>
                </a:cubicBezTo>
                <a:moveTo>
                  <a:pt x="276481" y="39748"/>
                </a:moveTo>
                <a:cubicBezTo>
                  <a:pt x="276481" y="37458"/>
                  <a:pt x="276315" y="35356"/>
                  <a:pt x="275981" y="33442"/>
                </a:cubicBezTo>
                <a:cubicBezTo>
                  <a:pt x="275648" y="31529"/>
                  <a:pt x="275119" y="29891"/>
                  <a:pt x="274394" y="28528"/>
                </a:cubicBezTo>
                <a:cubicBezTo>
                  <a:pt x="273669" y="27166"/>
                  <a:pt x="272741" y="26100"/>
                  <a:pt x="271611" y="25332"/>
                </a:cubicBezTo>
                <a:cubicBezTo>
                  <a:pt x="270480" y="24564"/>
                  <a:pt x="269132" y="24179"/>
                  <a:pt x="267566" y="24179"/>
                </a:cubicBezTo>
                <a:cubicBezTo>
                  <a:pt x="266610" y="24179"/>
                  <a:pt x="265638" y="24332"/>
                  <a:pt x="264653" y="24636"/>
                </a:cubicBezTo>
                <a:cubicBezTo>
                  <a:pt x="263667" y="24940"/>
                  <a:pt x="262645" y="25448"/>
                  <a:pt x="261587" y="26158"/>
                </a:cubicBezTo>
                <a:cubicBezTo>
                  <a:pt x="260529" y="26868"/>
                  <a:pt x="259412" y="27811"/>
                  <a:pt x="258238" y="28985"/>
                </a:cubicBezTo>
                <a:cubicBezTo>
                  <a:pt x="257064" y="30159"/>
                  <a:pt x="255810" y="31616"/>
                  <a:pt x="254476" y="33355"/>
                </a:cubicBezTo>
                <a:lnTo>
                  <a:pt x="254476" y="54534"/>
                </a:lnTo>
                <a:cubicBezTo>
                  <a:pt x="255955" y="55114"/>
                  <a:pt x="257463" y="55571"/>
                  <a:pt x="258999" y="55904"/>
                </a:cubicBezTo>
                <a:cubicBezTo>
                  <a:pt x="260536" y="56237"/>
                  <a:pt x="262000" y="56404"/>
                  <a:pt x="263391" y="56404"/>
                </a:cubicBezTo>
                <a:cubicBezTo>
                  <a:pt x="265131" y="56404"/>
                  <a:pt x="266791" y="56129"/>
                  <a:pt x="268371" y="55578"/>
                </a:cubicBezTo>
                <a:cubicBezTo>
                  <a:pt x="269951" y="55027"/>
                  <a:pt x="271343" y="54106"/>
                  <a:pt x="272546" y="52816"/>
                </a:cubicBezTo>
                <a:cubicBezTo>
                  <a:pt x="273749" y="51526"/>
                  <a:pt x="274706" y="49816"/>
                  <a:pt x="275416" y="47685"/>
                </a:cubicBezTo>
                <a:cubicBezTo>
                  <a:pt x="276126" y="45554"/>
                  <a:pt x="276481" y="42908"/>
                  <a:pt x="276481" y="39748"/>
                </a:cubicBezTo>
                <a:close/>
                <a:moveTo>
                  <a:pt x="332561" y="37878"/>
                </a:moveTo>
                <a:cubicBezTo>
                  <a:pt x="332561" y="38951"/>
                  <a:pt x="332546" y="39850"/>
                  <a:pt x="332517" y="40574"/>
                </a:cubicBezTo>
                <a:cubicBezTo>
                  <a:pt x="332488" y="41299"/>
                  <a:pt x="332445" y="41981"/>
                  <a:pt x="332387" y="42618"/>
                </a:cubicBezTo>
                <a:lnTo>
                  <a:pt x="301728" y="42618"/>
                </a:lnTo>
                <a:cubicBezTo>
                  <a:pt x="301728" y="47083"/>
                  <a:pt x="302974" y="50511"/>
                  <a:pt x="305468" y="52903"/>
                </a:cubicBezTo>
                <a:cubicBezTo>
                  <a:pt x="307961" y="55295"/>
                  <a:pt x="311556" y="56491"/>
                  <a:pt x="316253" y="56491"/>
                </a:cubicBezTo>
                <a:cubicBezTo>
                  <a:pt x="317528" y="56491"/>
                  <a:pt x="318804" y="56439"/>
                  <a:pt x="320080" y="56336"/>
                </a:cubicBezTo>
                <a:cubicBezTo>
                  <a:pt x="321355" y="56232"/>
                  <a:pt x="322587" y="56091"/>
                  <a:pt x="323776" y="55913"/>
                </a:cubicBezTo>
                <a:cubicBezTo>
                  <a:pt x="324965" y="55735"/>
                  <a:pt x="326103" y="55535"/>
                  <a:pt x="327190" y="55313"/>
                </a:cubicBezTo>
                <a:cubicBezTo>
                  <a:pt x="328277" y="55090"/>
                  <a:pt x="329285" y="54845"/>
                  <a:pt x="330212" y="54578"/>
                </a:cubicBezTo>
                <a:lnTo>
                  <a:pt x="330212" y="60796"/>
                </a:lnTo>
                <a:cubicBezTo>
                  <a:pt x="328154" y="61389"/>
                  <a:pt x="325827" y="61870"/>
                  <a:pt x="323232" y="62241"/>
                </a:cubicBezTo>
                <a:cubicBezTo>
                  <a:pt x="320638" y="62612"/>
                  <a:pt x="317949" y="62797"/>
                  <a:pt x="315165" y="62797"/>
                </a:cubicBezTo>
                <a:cubicBezTo>
                  <a:pt x="311425" y="62797"/>
                  <a:pt x="308207" y="62289"/>
                  <a:pt x="305511" y="61275"/>
                </a:cubicBezTo>
                <a:cubicBezTo>
                  <a:pt x="302815" y="60260"/>
                  <a:pt x="300604" y="58789"/>
                  <a:pt x="298879" y="56861"/>
                </a:cubicBezTo>
                <a:cubicBezTo>
                  <a:pt x="297154" y="54933"/>
                  <a:pt x="295878" y="52570"/>
                  <a:pt x="295052" y="49772"/>
                </a:cubicBezTo>
                <a:cubicBezTo>
                  <a:pt x="294226" y="46974"/>
                  <a:pt x="293813" y="43807"/>
                  <a:pt x="293813" y="40270"/>
                </a:cubicBezTo>
                <a:cubicBezTo>
                  <a:pt x="293813" y="37197"/>
                  <a:pt x="294255" y="34290"/>
                  <a:pt x="295139" y="31551"/>
                </a:cubicBezTo>
                <a:cubicBezTo>
                  <a:pt x="296023" y="28811"/>
                  <a:pt x="297314" y="26405"/>
                  <a:pt x="299010" y="24332"/>
                </a:cubicBezTo>
                <a:cubicBezTo>
                  <a:pt x="300706" y="22259"/>
                  <a:pt x="302786" y="20613"/>
                  <a:pt x="305250" y="19396"/>
                </a:cubicBezTo>
                <a:cubicBezTo>
                  <a:pt x="307714" y="18178"/>
                  <a:pt x="310512" y="17569"/>
                  <a:pt x="313643" y="17569"/>
                </a:cubicBezTo>
                <a:cubicBezTo>
                  <a:pt x="316687" y="17569"/>
                  <a:pt x="319384" y="18048"/>
                  <a:pt x="321732" y="19004"/>
                </a:cubicBezTo>
                <a:cubicBezTo>
                  <a:pt x="324080" y="19961"/>
                  <a:pt x="326059" y="21316"/>
                  <a:pt x="327668" y="23070"/>
                </a:cubicBezTo>
                <a:cubicBezTo>
                  <a:pt x="329277" y="24824"/>
                  <a:pt x="330495" y="26955"/>
                  <a:pt x="331321" y="29463"/>
                </a:cubicBezTo>
                <a:cubicBezTo>
                  <a:pt x="332148" y="31971"/>
                  <a:pt x="332561" y="34776"/>
                  <a:pt x="332561" y="37878"/>
                </a:cubicBezTo>
                <a:moveTo>
                  <a:pt x="324689" y="36791"/>
                </a:moveTo>
                <a:cubicBezTo>
                  <a:pt x="324776" y="34848"/>
                  <a:pt x="324588" y="33073"/>
                  <a:pt x="324124" y="31464"/>
                </a:cubicBezTo>
                <a:cubicBezTo>
                  <a:pt x="323660" y="29855"/>
                  <a:pt x="322943" y="28470"/>
                  <a:pt x="321971" y="27311"/>
                </a:cubicBezTo>
                <a:cubicBezTo>
                  <a:pt x="321000" y="26151"/>
                  <a:pt x="319790" y="25245"/>
                  <a:pt x="318340" y="24593"/>
                </a:cubicBezTo>
                <a:cubicBezTo>
                  <a:pt x="316890" y="23940"/>
                  <a:pt x="315209" y="23614"/>
                  <a:pt x="313295" y="23614"/>
                </a:cubicBezTo>
                <a:cubicBezTo>
                  <a:pt x="311643" y="23614"/>
                  <a:pt x="310135" y="23933"/>
                  <a:pt x="308773" y="24571"/>
                </a:cubicBezTo>
                <a:cubicBezTo>
                  <a:pt x="307410" y="25209"/>
                  <a:pt x="306236" y="26107"/>
                  <a:pt x="305250" y="27267"/>
                </a:cubicBezTo>
                <a:cubicBezTo>
                  <a:pt x="304264" y="28427"/>
                  <a:pt x="303467" y="29818"/>
                  <a:pt x="302858" y="31442"/>
                </a:cubicBezTo>
                <a:cubicBezTo>
                  <a:pt x="302249" y="33065"/>
                  <a:pt x="301873" y="34848"/>
                  <a:pt x="301728" y="36791"/>
                </a:cubicBezTo>
                <a:lnTo>
                  <a:pt x="324689" y="36791"/>
                </a:lnTo>
                <a:close/>
                <a:moveTo>
                  <a:pt x="431238" y="39835"/>
                </a:moveTo>
                <a:cubicBezTo>
                  <a:pt x="431238" y="43227"/>
                  <a:pt x="430759" y="46337"/>
                  <a:pt x="429803" y="49163"/>
                </a:cubicBezTo>
                <a:cubicBezTo>
                  <a:pt x="428846" y="51990"/>
                  <a:pt x="427469" y="54411"/>
                  <a:pt x="425671" y="56426"/>
                </a:cubicBezTo>
                <a:cubicBezTo>
                  <a:pt x="423874" y="58441"/>
                  <a:pt x="421685" y="60006"/>
                  <a:pt x="419105" y="61123"/>
                </a:cubicBezTo>
                <a:cubicBezTo>
                  <a:pt x="416524" y="62239"/>
                  <a:pt x="413596" y="62797"/>
                  <a:pt x="410320" y="62797"/>
                </a:cubicBezTo>
                <a:cubicBezTo>
                  <a:pt x="407189" y="62797"/>
                  <a:pt x="404384" y="62311"/>
                  <a:pt x="401905" y="61340"/>
                </a:cubicBezTo>
                <a:cubicBezTo>
                  <a:pt x="399426" y="60369"/>
                  <a:pt x="397324" y="58941"/>
                  <a:pt x="395599" y="57056"/>
                </a:cubicBezTo>
                <a:cubicBezTo>
                  <a:pt x="393874" y="55172"/>
                  <a:pt x="392555" y="52838"/>
                  <a:pt x="391642" y="50055"/>
                </a:cubicBezTo>
                <a:cubicBezTo>
                  <a:pt x="390729" y="47272"/>
                  <a:pt x="390272" y="44068"/>
                  <a:pt x="390272" y="40444"/>
                </a:cubicBezTo>
                <a:cubicBezTo>
                  <a:pt x="390272" y="37052"/>
                  <a:pt x="390750" y="33957"/>
                  <a:pt x="391707" y="31159"/>
                </a:cubicBezTo>
                <a:cubicBezTo>
                  <a:pt x="392664" y="28361"/>
                  <a:pt x="394041" y="25955"/>
                  <a:pt x="395839" y="23940"/>
                </a:cubicBezTo>
                <a:cubicBezTo>
                  <a:pt x="397636" y="21925"/>
                  <a:pt x="399825" y="20360"/>
                  <a:pt x="402405" y="19243"/>
                </a:cubicBezTo>
                <a:cubicBezTo>
                  <a:pt x="404986" y="18127"/>
                  <a:pt x="407914" y="17569"/>
                  <a:pt x="411190" y="17569"/>
                </a:cubicBezTo>
                <a:cubicBezTo>
                  <a:pt x="414321" y="17569"/>
                  <a:pt x="417126" y="18055"/>
                  <a:pt x="419605" y="19026"/>
                </a:cubicBezTo>
                <a:cubicBezTo>
                  <a:pt x="422084" y="19997"/>
                  <a:pt x="424185" y="21418"/>
                  <a:pt x="425911" y="23288"/>
                </a:cubicBezTo>
                <a:cubicBezTo>
                  <a:pt x="427636" y="25158"/>
                  <a:pt x="428955" y="27484"/>
                  <a:pt x="429868" y="30268"/>
                </a:cubicBezTo>
                <a:cubicBezTo>
                  <a:pt x="430781" y="33051"/>
                  <a:pt x="431238" y="36240"/>
                  <a:pt x="431238" y="39835"/>
                </a:cubicBezTo>
                <a:moveTo>
                  <a:pt x="423497" y="40183"/>
                </a:moveTo>
                <a:cubicBezTo>
                  <a:pt x="423497" y="37487"/>
                  <a:pt x="423200" y="35131"/>
                  <a:pt x="422605" y="33116"/>
                </a:cubicBezTo>
                <a:cubicBezTo>
                  <a:pt x="422011" y="31101"/>
                  <a:pt x="421163" y="29420"/>
                  <a:pt x="420061" y="28072"/>
                </a:cubicBezTo>
                <a:cubicBezTo>
                  <a:pt x="418960" y="26723"/>
                  <a:pt x="417619" y="25709"/>
                  <a:pt x="416039" y="25027"/>
                </a:cubicBezTo>
                <a:cubicBezTo>
                  <a:pt x="414459" y="24346"/>
                  <a:pt x="412697" y="24005"/>
                  <a:pt x="410755" y="24005"/>
                </a:cubicBezTo>
                <a:cubicBezTo>
                  <a:pt x="408494" y="24005"/>
                  <a:pt x="406558" y="24448"/>
                  <a:pt x="404949" y="25332"/>
                </a:cubicBezTo>
                <a:cubicBezTo>
                  <a:pt x="403340" y="26216"/>
                  <a:pt x="402021" y="27398"/>
                  <a:pt x="400992" y="28876"/>
                </a:cubicBezTo>
                <a:cubicBezTo>
                  <a:pt x="399963" y="30355"/>
                  <a:pt x="399209" y="32072"/>
                  <a:pt x="398730" y="34029"/>
                </a:cubicBezTo>
                <a:cubicBezTo>
                  <a:pt x="398252" y="35986"/>
                  <a:pt x="398013" y="38038"/>
                  <a:pt x="398013" y="40183"/>
                </a:cubicBezTo>
                <a:cubicBezTo>
                  <a:pt x="398013" y="42879"/>
                  <a:pt x="398310" y="45242"/>
                  <a:pt x="398904" y="47272"/>
                </a:cubicBezTo>
                <a:cubicBezTo>
                  <a:pt x="399499" y="49301"/>
                  <a:pt x="400347" y="50990"/>
                  <a:pt x="401448" y="52338"/>
                </a:cubicBezTo>
                <a:cubicBezTo>
                  <a:pt x="402550" y="53686"/>
                  <a:pt x="403884" y="54701"/>
                  <a:pt x="405449" y="55382"/>
                </a:cubicBezTo>
                <a:cubicBezTo>
                  <a:pt x="407015" y="56063"/>
                  <a:pt x="408783" y="56404"/>
                  <a:pt x="410755" y="56404"/>
                </a:cubicBezTo>
                <a:cubicBezTo>
                  <a:pt x="413016" y="56404"/>
                  <a:pt x="414952" y="55962"/>
                  <a:pt x="416561" y="55078"/>
                </a:cubicBezTo>
                <a:cubicBezTo>
                  <a:pt x="418170" y="54193"/>
                  <a:pt x="419489" y="53012"/>
                  <a:pt x="420518" y="51533"/>
                </a:cubicBezTo>
                <a:cubicBezTo>
                  <a:pt x="421547" y="50055"/>
                  <a:pt x="422301" y="48337"/>
                  <a:pt x="422779" y="46380"/>
                </a:cubicBezTo>
                <a:cubicBezTo>
                  <a:pt x="423258" y="44423"/>
                  <a:pt x="423497" y="42357"/>
                  <a:pt x="423497" y="40183"/>
                </a:cubicBezTo>
                <a:close/>
                <a:moveTo>
                  <a:pt x="480750" y="7567"/>
                </a:moveTo>
                <a:cubicBezTo>
                  <a:pt x="476778" y="6726"/>
                  <a:pt x="473357" y="6306"/>
                  <a:pt x="470487" y="6306"/>
                </a:cubicBezTo>
                <a:cubicBezTo>
                  <a:pt x="463674" y="6306"/>
                  <a:pt x="460267" y="9872"/>
                  <a:pt x="460267" y="17004"/>
                </a:cubicBezTo>
                <a:lnTo>
                  <a:pt x="460267" y="24658"/>
                </a:lnTo>
                <a:lnTo>
                  <a:pt x="479402" y="24658"/>
                </a:lnTo>
                <a:lnTo>
                  <a:pt x="479402" y="30964"/>
                </a:lnTo>
                <a:lnTo>
                  <a:pt x="460267" y="30964"/>
                </a:lnTo>
                <a:lnTo>
                  <a:pt x="460267" y="62014"/>
                </a:lnTo>
                <a:lnTo>
                  <a:pt x="452570" y="62014"/>
                </a:lnTo>
                <a:lnTo>
                  <a:pt x="452570" y="30964"/>
                </a:lnTo>
                <a:lnTo>
                  <a:pt x="438523" y="30964"/>
                </a:lnTo>
                <a:lnTo>
                  <a:pt x="438523" y="24658"/>
                </a:lnTo>
                <a:lnTo>
                  <a:pt x="452570" y="24658"/>
                </a:lnTo>
                <a:lnTo>
                  <a:pt x="452570" y="17439"/>
                </a:lnTo>
                <a:cubicBezTo>
                  <a:pt x="452570" y="5813"/>
                  <a:pt x="458629" y="0"/>
                  <a:pt x="470748" y="0"/>
                </a:cubicBezTo>
                <a:cubicBezTo>
                  <a:pt x="473763" y="0"/>
                  <a:pt x="477097" y="348"/>
                  <a:pt x="480750" y="1044"/>
                </a:cubicBezTo>
                <a:lnTo>
                  <a:pt x="480750" y="7567"/>
                </a:lnTo>
                <a:moveTo>
                  <a:pt x="435044" y="18352"/>
                </a:moveTo>
                <a:lnTo>
                  <a:pt x="435044" y="18352"/>
                </a:lnTo>
                <a:close/>
                <a:moveTo>
                  <a:pt x="574121" y="50098"/>
                </a:moveTo>
                <a:cubicBezTo>
                  <a:pt x="574121" y="51635"/>
                  <a:pt x="573860" y="53012"/>
                  <a:pt x="573339" y="54230"/>
                </a:cubicBezTo>
                <a:cubicBezTo>
                  <a:pt x="572817" y="55447"/>
                  <a:pt x="572106" y="56527"/>
                  <a:pt x="571208" y="57470"/>
                </a:cubicBezTo>
                <a:cubicBezTo>
                  <a:pt x="570309" y="58412"/>
                  <a:pt x="569265" y="59216"/>
                  <a:pt x="568077" y="59883"/>
                </a:cubicBezTo>
                <a:cubicBezTo>
                  <a:pt x="566888" y="60550"/>
                  <a:pt x="565619" y="61101"/>
                  <a:pt x="564271" y="61536"/>
                </a:cubicBezTo>
                <a:cubicBezTo>
                  <a:pt x="562923" y="61971"/>
                  <a:pt x="561539" y="62289"/>
                  <a:pt x="560118" y="62492"/>
                </a:cubicBezTo>
                <a:cubicBezTo>
                  <a:pt x="558698" y="62695"/>
                  <a:pt x="557306" y="62797"/>
                  <a:pt x="555943" y="62797"/>
                </a:cubicBezTo>
                <a:cubicBezTo>
                  <a:pt x="552986" y="62797"/>
                  <a:pt x="550268" y="62666"/>
                  <a:pt x="547789" y="62405"/>
                </a:cubicBezTo>
                <a:cubicBezTo>
                  <a:pt x="545311" y="62144"/>
                  <a:pt x="542882" y="61724"/>
                  <a:pt x="540505" y="61144"/>
                </a:cubicBezTo>
                <a:lnTo>
                  <a:pt x="540505" y="54186"/>
                </a:lnTo>
                <a:cubicBezTo>
                  <a:pt x="543056" y="54911"/>
                  <a:pt x="545593" y="55462"/>
                  <a:pt x="548116" y="55839"/>
                </a:cubicBezTo>
                <a:cubicBezTo>
                  <a:pt x="550638" y="56216"/>
                  <a:pt x="553146" y="56404"/>
                  <a:pt x="555639" y="56404"/>
                </a:cubicBezTo>
                <a:cubicBezTo>
                  <a:pt x="559263" y="56404"/>
                  <a:pt x="561945" y="55911"/>
                  <a:pt x="563684" y="54925"/>
                </a:cubicBezTo>
                <a:cubicBezTo>
                  <a:pt x="565424" y="53940"/>
                  <a:pt x="566294" y="52534"/>
                  <a:pt x="566294" y="50707"/>
                </a:cubicBezTo>
                <a:cubicBezTo>
                  <a:pt x="566294" y="49924"/>
                  <a:pt x="566156" y="49221"/>
                  <a:pt x="565880" y="48598"/>
                </a:cubicBezTo>
                <a:cubicBezTo>
                  <a:pt x="565605" y="47975"/>
                  <a:pt x="565105" y="47380"/>
                  <a:pt x="564380" y="46815"/>
                </a:cubicBezTo>
                <a:cubicBezTo>
                  <a:pt x="563655" y="46250"/>
                  <a:pt x="562532" y="45663"/>
                  <a:pt x="561010" y="45054"/>
                </a:cubicBezTo>
                <a:cubicBezTo>
                  <a:pt x="559488" y="44445"/>
                  <a:pt x="557407" y="43749"/>
                  <a:pt x="554769" y="42966"/>
                </a:cubicBezTo>
                <a:cubicBezTo>
                  <a:pt x="552798" y="42386"/>
                  <a:pt x="550978" y="41727"/>
                  <a:pt x="549311" y="40988"/>
                </a:cubicBezTo>
                <a:cubicBezTo>
                  <a:pt x="547644" y="40248"/>
                  <a:pt x="546202" y="39371"/>
                  <a:pt x="544984" y="38357"/>
                </a:cubicBezTo>
                <a:cubicBezTo>
                  <a:pt x="543767" y="37342"/>
                  <a:pt x="542810" y="36153"/>
                  <a:pt x="542114" y="34790"/>
                </a:cubicBezTo>
                <a:cubicBezTo>
                  <a:pt x="541418" y="33428"/>
                  <a:pt x="541070" y="31819"/>
                  <a:pt x="541070" y="29963"/>
                </a:cubicBezTo>
                <a:cubicBezTo>
                  <a:pt x="541070" y="28746"/>
                  <a:pt x="541353" y="27412"/>
                  <a:pt x="541918" y="25962"/>
                </a:cubicBezTo>
                <a:cubicBezTo>
                  <a:pt x="542484" y="24513"/>
                  <a:pt x="543448" y="23165"/>
                  <a:pt x="544810" y="21918"/>
                </a:cubicBezTo>
                <a:cubicBezTo>
                  <a:pt x="546173" y="20671"/>
                  <a:pt x="548014" y="19635"/>
                  <a:pt x="550333" y="18809"/>
                </a:cubicBezTo>
                <a:cubicBezTo>
                  <a:pt x="552653" y="17982"/>
                  <a:pt x="555552" y="17569"/>
                  <a:pt x="559031" y="17569"/>
                </a:cubicBezTo>
                <a:cubicBezTo>
                  <a:pt x="560742" y="17569"/>
                  <a:pt x="562641" y="17663"/>
                  <a:pt x="564728" y="17852"/>
                </a:cubicBezTo>
                <a:cubicBezTo>
                  <a:pt x="566815" y="18040"/>
                  <a:pt x="568990" y="18366"/>
                  <a:pt x="571251" y="18830"/>
                </a:cubicBezTo>
                <a:lnTo>
                  <a:pt x="571251" y="25571"/>
                </a:lnTo>
                <a:cubicBezTo>
                  <a:pt x="568874" y="24991"/>
                  <a:pt x="566620" y="24564"/>
                  <a:pt x="564489" y="24288"/>
                </a:cubicBezTo>
                <a:cubicBezTo>
                  <a:pt x="562358" y="24013"/>
                  <a:pt x="560510" y="23875"/>
                  <a:pt x="558944" y="23875"/>
                </a:cubicBezTo>
                <a:cubicBezTo>
                  <a:pt x="557060" y="23875"/>
                  <a:pt x="555472" y="24020"/>
                  <a:pt x="554182" y="24310"/>
                </a:cubicBezTo>
                <a:cubicBezTo>
                  <a:pt x="552892" y="24600"/>
                  <a:pt x="551848" y="24998"/>
                  <a:pt x="551051" y="25506"/>
                </a:cubicBezTo>
                <a:cubicBezTo>
                  <a:pt x="550254" y="26013"/>
                  <a:pt x="549681" y="26607"/>
                  <a:pt x="549333" y="27289"/>
                </a:cubicBezTo>
                <a:cubicBezTo>
                  <a:pt x="548985" y="27970"/>
                  <a:pt x="548811" y="28702"/>
                  <a:pt x="548811" y="29485"/>
                </a:cubicBezTo>
                <a:cubicBezTo>
                  <a:pt x="548811" y="30268"/>
                  <a:pt x="548964" y="30978"/>
                  <a:pt x="549268" y="31616"/>
                </a:cubicBezTo>
                <a:cubicBezTo>
                  <a:pt x="549572" y="32254"/>
                  <a:pt x="550138" y="32870"/>
                  <a:pt x="550964" y="33464"/>
                </a:cubicBezTo>
                <a:cubicBezTo>
                  <a:pt x="551790" y="34058"/>
                  <a:pt x="552943" y="34653"/>
                  <a:pt x="554421" y="35247"/>
                </a:cubicBezTo>
                <a:cubicBezTo>
                  <a:pt x="555900" y="35841"/>
                  <a:pt x="557828" y="36487"/>
                  <a:pt x="560205" y="37182"/>
                </a:cubicBezTo>
                <a:cubicBezTo>
                  <a:pt x="562786" y="37936"/>
                  <a:pt x="564960" y="38726"/>
                  <a:pt x="566728" y="39552"/>
                </a:cubicBezTo>
                <a:cubicBezTo>
                  <a:pt x="568497" y="40379"/>
                  <a:pt x="569932" y="41299"/>
                  <a:pt x="571034" y="42314"/>
                </a:cubicBezTo>
                <a:cubicBezTo>
                  <a:pt x="572135" y="43329"/>
                  <a:pt x="572925" y="44474"/>
                  <a:pt x="573404" y="45749"/>
                </a:cubicBezTo>
                <a:cubicBezTo>
                  <a:pt x="573882" y="47025"/>
                  <a:pt x="574121" y="48475"/>
                  <a:pt x="574121" y="50098"/>
                </a:cubicBezTo>
                <a:close/>
                <a:moveTo>
                  <a:pt x="603194" y="24614"/>
                </a:moveTo>
                <a:lnTo>
                  <a:pt x="590278" y="24614"/>
                </a:lnTo>
                <a:lnTo>
                  <a:pt x="590278" y="18352"/>
                </a:lnTo>
                <a:lnTo>
                  <a:pt x="610848" y="18352"/>
                </a:lnTo>
                <a:lnTo>
                  <a:pt x="610848" y="55708"/>
                </a:lnTo>
                <a:lnTo>
                  <a:pt x="623851" y="55708"/>
                </a:lnTo>
                <a:lnTo>
                  <a:pt x="623851" y="62014"/>
                </a:lnTo>
                <a:lnTo>
                  <a:pt x="588843" y="62014"/>
                </a:lnTo>
                <a:lnTo>
                  <a:pt x="588843" y="55708"/>
                </a:lnTo>
                <a:lnTo>
                  <a:pt x="603194" y="55708"/>
                </a:lnTo>
                <a:lnTo>
                  <a:pt x="603194" y="24614"/>
                </a:lnTo>
                <a:moveTo>
                  <a:pt x="605847" y="0"/>
                </a:moveTo>
                <a:cubicBezTo>
                  <a:pt x="606688" y="0"/>
                  <a:pt x="607471" y="152"/>
                  <a:pt x="608195" y="457"/>
                </a:cubicBezTo>
                <a:cubicBezTo>
                  <a:pt x="608920" y="761"/>
                  <a:pt x="609551" y="1189"/>
                  <a:pt x="610087" y="1740"/>
                </a:cubicBezTo>
                <a:cubicBezTo>
                  <a:pt x="610623" y="2290"/>
                  <a:pt x="611044" y="2921"/>
                  <a:pt x="611348" y="3631"/>
                </a:cubicBezTo>
                <a:cubicBezTo>
                  <a:pt x="611653" y="4342"/>
                  <a:pt x="611805" y="5117"/>
                  <a:pt x="611805" y="5958"/>
                </a:cubicBezTo>
                <a:cubicBezTo>
                  <a:pt x="611805" y="6770"/>
                  <a:pt x="611653" y="7538"/>
                  <a:pt x="611348" y="8263"/>
                </a:cubicBezTo>
                <a:cubicBezTo>
                  <a:pt x="611044" y="8988"/>
                  <a:pt x="610623" y="9625"/>
                  <a:pt x="610087" y="10176"/>
                </a:cubicBezTo>
                <a:cubicBezTo>
                  <a:pt x="609551" y="10727"/>
                  <a:pt x="608920" y="11155"/>
                  <a:pt x="608195" y="11459"/>
                </a:cubicBezTo>
                <a:cubicBezTo>
                  <a:pt x="607471" y="11764"/>
                  <a:pt x="606688" y="11916"/>
                  <a:pt x="605847" y="11916"/>
                </a:cubicBezTo>
                <a:cubicBezTo>
                  <a:pt x="605006" y="11916"/>
                  <a:pt x="604223" y="11764"/>
                  <a:pt x="603499" y="11459"/>
                </a:cubicBezTo>
                <a:cubicBezTo>
                  <a:pt x="602774" y="11155"/>
                  <a:pt x="602143" y="10727"/>
                  <a:pt x="601607" y="10176"/>
                </a:cubicBezTo>
                <a:cubicBezTo>
                  <a:pt x="601071" y="9625"/>
                  <a:pt x="600650" y="8988"/>
                  <a:pt x="600346" y="8263"/>
                </a:cubicBezTo>
                <a:cubicBezTo>
                  <a:pt x="600041" y="7538"/>
                  <a:pt x="599889" y="6770"/>
                  <a:pt x="599889" y="5958"/>
                </a:cubicBezTo>
                <a:cubicBezTo>
                  <a:pt x="599889" y="5117"/>
                  <a:pt x="600041" y="4342"/>
                  <a:pt x="600346" y="3631"/>
                </a:cubicBezTo>
                <a:cubicBezTo>
                  <a:pt x="600650" y="2921"/>
                  <a:pt x="601071" y="2290"/>
                  <a:pt x="601607" y="1740"/>
                </a:cubicBezTo>
                <a:cubicBezTo>
                  <a:pt x="602143" y="1189"/>
                  <a:pt x="602774" y="761"/>
                  <a:pt x="603499" y="457"/>
                </a:cubicBezTo>
                <a:cubicBezTo>
                  <a:pt x="604223" y="152"/>
                  <a:pt x="605006" y="0"/>
                  <a:pt x="605847" y="0"/>
                </a:cubicBezTo>
                <a:close/>
                <a:moveTo>
                  <a:pt x="672450" y="62014"/>
                </a:moveTo>
                <a:lnTo>
                  <a:pt x="637269" y="62014"/>
                </a:lnTo>
                <a:lnTo>
                  <a:pt x="637269" y="56578"/>
                </a:lnTo>
                <a:lnTo>
                  <a:pt x="661926" y="24701"/>
                </a:lnTo>
                <a:lnTo>
                  <a:pt x="637877" y="24701"/>
                </a:lnTo>
                <a:lnTo>
                  <a:pt x="637877" y="18352"/>
                </a:lnTo>
                <a:lnTo>
                  <a:pt x="671015" y="18352"/>
                </a:lnTo>
                <a:lnTo>
                  <a:pt x="671015" y="24266"/>
                </a:lnTo>
                <a:lnTo>
                  <a:pt x="646792" y="55621"/>
                </a:lnTo>
                <a:lnTo>
                  <a:pt x="672450" y="55621"/>
                </a:lnTo>
                <a:lnTo>
                  <a:pt x="672450" y="62014"/>
                </a:lnTo>
                <a:close/>
                <a:moveTo>
                  <a:pt x="722746" y="37878"/>
                </a:moveTo>
                <a:cubicBezTo>
                  <a:pt x="722746" y="38951"/>
                  <a:pt x="722731" y="39850"/>
                  <a:pt x="722702" y="40574"/>
                </a:cubicBezTo>
                <a:cubicBezTo>
                  <a:pt x="722673" y="41299"/>
                  <a:pt x="722630" y="41981"/>
                  <a:pt x="722572" y="42618"/>
                </a:cubicBezTo>
                <a:lnTo>
                  <a:pt x="691913" y="42618"/>
                </a:lnTo>
                <a:cubicBezTo>
                  <a:pt x="691913" y="47083"/>
                  <a:pt x="693159" y="50511"/>
                  <a:pt x="695653" y="52903"/>
                </a:cubicBezTo>
                <a:cubicBezTo>
                  <a:pt x="698146" y="55295"/>
                  <a:pt x="701741" y="56491"/>
                  <a:pt x="706438" y="56491"/>
                </a:cubicBezTo>
                <a:cubicBezTo>
                  <a:pt x="707713" y="56491"/>
                  <a:pt x="708989" y="56439"/>
                  <a:pt x="710265" y="56336"/>
                </a:cubicBezTo>
                <a:cubicBezTo>
                  <a:pt x="711540" y="56232"/>
                  <a:pt x="712772" y="56091"/>
                  <a:pt x="713961" y="55913"/>
                </a:cubicBezTo>
                <a:cubicBezTo>
                  <a:pt x="715150" y="55735"/>
                  <a:pt x="716288" y="55535"/>
                  <a:pt x="717375" y="55313"/>
                </a:cubicBezTo>
                <a:cubicBezTo>
                  <a:pt x="718462" y="55090"/>
                  <a:pt x="719470" y="54845"/>
                  <a:pt x="720397" y="54578"/>
                </a:cubicBezTo>
                <a:lnTo>
                  <a:pt x="720397" y="60796"/>
                </a:lnTo>
                <a:cubicBezTo>
                  <a:pt x="718339" y="61389"/>
                  <a:pt x="716012" y="61870"/>
                  <a:pt x="713418" y="62241"/>
                </a:cubicBezTo>
                <a:cubicBezTo>
                  <a:pt x="710823" y="62612"/>
                  <a:pt x="708134" y="62797"/>
                  <a:pt x="705350" y="62797"/>
                </a:cubicBezTo>
                <a:cubicBezTo>
                  <a:pt x="701610" y="62797"/>
                  <a:pt x="698392" y="62289"/>
                  <a:pt x="695696" y="61275"/>
                </a:cubicBezTo>
                <a:cubicBezTo>
                  <a:pt x="693000" y="60260"/>
                  <a:pt x="690789" y="58789"/>
                  <a:pt x="689064" y="56861"/>
                </a:cubicBezTo>
                <a:cubicBezTo>
                  <a:pt x="687339" y="54933"/>
                  <a:pt x="686063" y="52570"/>
                  <a:pt x="685237" y="49772"/>
                </a:cubicBezTo>
                <a:cubicBezTo>
                  <a:pt x="684411" y="46974"/>
                  <a:pt x="683998" y="43807"/>
                  <a:pt x="683998" y="40270"/>
                </a:cubicBezTo>
                <a:cubicBezTo>
                  <a:pt x="683998" y="37197"/>
                  <a:pt x="684440" y="34290"/>
                  <a:pt x="685324" y="31551"/>
                </a:cubicBezTo>
                <a:cubicBezTo>
                  <a:pt x="686208" y="28811"/>
                  <a:pt x="687499" y="26405"/>
                  <a:pt x="689195" y="24332"/>
                </a:cubicBezTo>
                <a:cubicBezTo>
                  <a:pt x="690891" y="22259"/>
                  <a:pt x="692971" y="20613"/>
                  <a:pt x="695435" y="19396"/>
                </a:cubicBezTo>
                <a:cubicBezTo>
                  <a:pt x="697899" y="18178"/>
                  <a:pt x="700697" y="17569"/>
                  <a:pt x="703828" y="17569"/>
                </a:cubicBezTo>
                <a:cubicBezTo>
                  <a:pt x="706873" y="17569"/>
                  <a:pt x="709569" y="18048"/>
                  <a:pt x="711917" y="19004"/>
                </a:cubicBezTo>
                <a:cubicBezTo>
                  <a:pt x="714266" y="19961"/>
                  <a:pt x="716244" y="21316"/>
                  <a:pt x="717853" y="23070"/>
                </a:cubicBezTo>
                <a:cubicBezTo>
                  <a:pt x="719462" y="24824"/>
                  <a:pt x="720680" y="26955"/>
                  <a:pt x="721506" y="29463"/>
                </a:cubicBezTo>
                <a:cubicBezTo>
                  <a:pt x="722333" y="31971"/>
                  <a:pt x="722746" y="34776"/>
                  <a:pt x="722746" y="37878"/>
                </a:cubicBezTo>
                <a:moveTo>
                  <a:pt x="714874" y="36791"/>
                </a:moveTo>
                <a:cubicBezTo>
                  <a:pt x="714961" y="34848"/>
                  <a:pt x="714773" y="33073"/>
                  <a:pt x="714309" y="31464"/>
                </a:cubicBezTo>
                <a:cubicBezTo>
                  <a:pt x="713845" y="29855"/>
                  <a:pt x="713128" y="28470"/>
                  <a:pt x="712156" y="27311"/>
                </a:cubicBezTo>
                <a:cubicBezTo>
                  <a:pt x="711185" y="26151"/>
                  <a:pt x="709975" y="25245"/>
                  <a:pt x="708525" y="24593"/>
                </a:cubicBezTo>
                <a:cubicBezTo>
                  <a:pt x="707075" y="23940"/>
                  <a:pt x="705394" y="23614"/>
                  <a:pt x="703480" y="23614"/>
                </a:cubicBezTo>
                <a:cubicBezTo>
                  <a:pt x="701828" y="23614"/>
                  <a:pt x="700320" y="23933"/>
                  <a:pt x="698958" y="24571"/>
                </a:cubicBezTo>
                <a:cubicBezTo>
                  <a:pt x="697595" y="25209"/>
                  <a:pt x="696421" y="26107"/>
                  <a:pt x="695435" y="27267"/>
                </a:cubicBezTo>
                <a:cubicBezTo>
                  <a:pt x="694449" y="28427"/>
                  <a:pt x="693652" y="29818"/>
                  <a:pt x="693043" y="31442"/>
                </a:cubicBezTo>
                <a:cubicBezTo>
                  <a:pt x="692434" y="33065"/>
                  <a:pt x="692058" y="34848"/>
                  <a:pt x="691913" y="36791"/>
                </a:cubicBezTo>
                <a:lnTo>
                  <a:pt x="714874" y="36791"/>
                </a:lnTo>
                <a:close/>
                <a:moveTo>
                  <a:pt x="819987" y="30374"/>
                </a:moveTo>
                <a:cubicBezTo>
                  <a:pt x="819987" y="35916"/>
                  <a:pt x="819320" y="40682"/>
                  <a:pt x="817987" y="44672"/>
                </a:cubicBezTo>
                <a:cubicBezTo>
                  <a:pt x="816653" y="48661"/>
                  <a:pt x="814682" y="51939"/>
                  <a:pt x="812072" y="54507"/>
                </a:cubicBezTo>
                <a:cubicBezTo>
                  <a:pt x="809463" y="57075"/>
                  <a:pt x="806230" y="58968"/>
                  <a:pt x="802375" y="60186"/>
                </a:cubicBezTo>
                <a:cubicBezTo>
                  <a:pt x="798519" y="61405"/>
                  <a:pt x="794068" y="62014"/>
                  <a:pt x="789024" y="62014"/>
                </a:cubicBezTo>
                <a:lnTo>
                  <a:pt x="784283" y="62014"/>
                </a:lnTo>
                <a:lnTo>
                  <a:pt x="784283" y="55404"/>
                </a:lnTo>
                <a:lnTo>
                  <a:pt x="789546" y="55404"/>
                </a:lnTo>
                <a:cubicBezTo>
                  <a:pt x="793285" y="55404"/>
                  <a:pt x="796518" y="55027"/>
                  <a:pt x="799243" y="54273"/>
                </a:cubicBezTo>
                <a:cubicBezTo>
                  <a:pt x="801969" y="53519"/>
                  <a:pt x="804237" y="52410"/>
                  <a:pt x="806049" y="50946"/>
                </a:cubicBezTo>
                <a:cubicBezTo>
                  <a:pt x="807861" y="49482"/>
                  <a:pt x="809246" y="47699"/>
                  <a:pt x="810202" y="45597"/>
                </a:cubicBezTo>
                <a:cubicBezTo>
                  <a:pt x="811159" y="43495"/>
                  <a:pt x="811753" y="41096"/>
                  <a:pt x="811985" y="38400"/>
                </a:cubicBezTo>
                <a:lnTo>
                  <a:pt x="812159" y="36617"/>
                </a:lnTo>
                <a:cubicBezTo>
                  <a:pt x="810333" y="37690"/>
                  <a:pt x="808231" y="38552"/>
                  <a:pt x="805854" y="39205"/>
                </a:cubicBezTo>
                <a:cubicBezTo>
                  <a:pt x="803476" y="39857"/>
                  <a:pt x="800896" y="40183"/>
                  <a:pt x="798113" y="40183"/>
                </a:cubicBezTo>
                <a:cubicBezTo>
                  <a:pt x="795242" y="40183"/>
                  <a:pt x="792720" y="39762"/>
                  <a:pt x="790546" y="38920"/>
                </a:cubicBezTo>
                <a:cubicBezTo>
                  <a:pt x="788371" y="38079"/>
                  <a:pt x="786567" y="36903"/>
                  <a:pt x="785131" y="35394"/>
                </a:cubicBezTo>
                <a:cubicBezTo>
                  <a:pt x="783696" y="33884"/>
                  <a:pt x="782616" y="32092"/>
                  <a:pt x="781892" y="30016"/>
                </a:cubicBezTo>
                <a:cubicBezTo>
                  <a:pt x="781167" y="27941"/>
                  <a:pt x="780804" y="25684"/>
                  <a:pt x="780804" y="23246"/>
                </a:cubicBezTo>
                <a:cubicBezTo>
                  <a:pt x="780804" y="20604"/>
                  <a:pt x="781283" y="18136"/>
                  <a:pt x="782240" y="15843"/>
                </a:cubicBezTo>
                <a:cubicBezTo>
                  <a:pt x="783196" y="13550"/>
                  <a:pt x="784537" y="11555"/>
                  <a:pt x="786262" y="9857"/>
                </a:cubicBezTo>
                <a:cubicBezTo>
                  <a:pt x="787987" y="8159"/>
                  <a:pt x="790053" y="6817"/>
                  <a:pt x="792459" y="5830"/>
                </a:cubicBezTo>
                <a:cubicBezTo>
                  <a:pt x="794866" y="4843"/>
                  <a:pt x="797518" y="4349"/>
                  <a:pt x="800418" y="4349"/>
                </a:cubicBezTo>
                <a:cubicBezTo>
                  <a:pt x="803230" y="4349"/>
                  <a:pt x="805832" y="4813"/>
                  <a:pt x="808224" y="5742"/>
                </a:cubicBezTo>
                <a:cubicBezTo>
                  <a:pt x="810616" y="6670"/>
                  <a:pt x="812681" y="8172"/>
                  <a:pt x="814421" y="10247"/>
                </a:cubicBezTo>
                <a:cubicBezTo>
                  <a:pt x="816160" y="12321"/>
                  <a:pt x="817523" y="15012"/>
                  <a:pt x="818509" y="18319"/>
                </a:cubicBezTo>
                <a:cubicBezTo>
                  <a:pt x="819494" y="21627"/>
                  <a:pt x="819987" y="25645"/>
                  <a:pt x="819987" y="30374"/>
                </a:cubicBezTo>
                <a:moveTo>
                  <a:pt x="800070" y="10568"/>
                </a:moveTo>
                <a:cubicBezTo>
                  <a:pt x="798446" y="10568"/>
                  <a:pt x="796946" y="10836"/>
                  <a:pt x="795569" y="11373"/>
                </a:cubicBezTo>
                <a:cubicBezTo>
                  <a:pt x="794192" y="11911"/>
                  <a:pt x="793003" y="12695"/>
                  <a:pt x="792003" y="13726"/>
                </a:cubicBezTo>
                <a:cubicBezTo>
                  <a:pt x="791002" y="14757"/>
                  <a:pt x="790212" y="16028"/>
                  <a:pt x="789632" y="17539"/>
                </a:cubicBezTo>
                <a:cubicBezTo>
                  <a:pt x="789053" y="19050"/>
                  <a:pt x="788763" y="20778"/>
                  <a:pt x="788763" y="22724"/>
                </a:cubicBezTo>
                <a:cubicBezTo>
                  <a:pt x="788763" y="24495"/>
                  <a:pt x="788973" y="26078"/>
                  <a:pt x="789393" y="27472"/>
                </a:cubicBezTo>
                <a:cubicBezTo>
                  <a:pt x="789814" y="28867"/>
                  <a:pt x="790466" y="30050"/>
                  <a:pt x="791350" y="31023"/>
                </a:cubicBezTo>
                <a:cubicBezTo>
                  <a:pt x="792235" y="31996"/>
                  <a:pt x="793372" y="32744"/>
                  <a:pt x="794764" y="33267"/>
                </a:cubicBezTo>
                <a:cubicBezTo>
                  <a:pt x="796156" y="33790"/>
                  <a:pt x="797808" y="34051"/>
                  <a:pt x="799722" y="34051"/>
                </a:cubicBezTo>
                <a:cubicBezTo>
                  <a:pt x="800794" y="34051"/>
                  <a:pt x="801903" y="33950"/>
                  <a:pt x="803049" y="33747"/>
                </a:cubicBezTo>
                <a:cubicBezTo>
                  <a:pt x="804194" y="33544"/>
                  <a:pt x="805310" y="33268"/>
                  <a:pt x="806397" y="32920"/>
                </a:cubicBezTo>
                <a:cubicBezTo>
                  <a:pt x="807484" y="32573"/>
                  <a:pt x="808521" y="32167"/>
                  <a:pt x="809507" y="31703"/>
                </a:cubicBezTo>
                <a:cubicBezTo>
                  <a:pt x="810492" y="31239"/>
                  <a:pt x="811377" y="30746"/>
                  <a:pt x="812159" y="30224"/>
                </a:cubicBezTo>
                <a:cubicBezTo>
                  <a:pt x="812159" y="26476"/>
                  <a:pt x="811884" y="23345"/>
                  <a:pt x="811333" y="20832"/>
                </a:cubicBezTo>
                <a:cubicBezTo>
                  <a:pt x="810782" y="18319"/>
                  <a:pt x="809985" y="16299"/>
                  <a:pt x="808941" y="14774"/>
                </a:cubicBezTo>
                <a:cubicBezTo>
                  <a:pt x="807897" y="13248"/>
                  <a:pt x="806629" y="12166"/>
                  <a:pt x="805136" y="11527"/>
                </a:cubicBezTo>
                <a:cubicBezTo>
                  <a:pt x="803643" y="10887"/>
                  <a:pt x="801954" y="10568"/>
                  <a:pt x="800070" y="10568"/>
                </a:cubicBezTo>
                <a:close/>
                <a:moveTo>
                  <a:pt x="843922" y="522"/>
                </a:moveTo>
                <a:lnTo>
                  <a:pt x="842704" y="20961"/>
                </a:lnTo>
                <a:lnTo>
                  <a:pt x="835572" y="20961"/>
                </a:lnTo>
                <a:lnTo>
                  <a:pt x="834311" y="522"/>
                </a:lnTo>
                <a:lnTo>
                  <a:pt x="843922" y="522"/>
                </a:lnTo>
                <a:moveTo>
                  <a:pt x="860839" y="522"/>
                </a:moveTo>
                <a:lnTo>
                  <a:pt x="859621" y="20961"/>
                </a:lnTo>
                <a:lnTo>
                  <a:pt x="852489" y="20961"/>
                </a:lnTo>
                <a:lnTo>
                  <a:pt x="851228" y="522"/>
                </a:lnTo>
                <a:lnTo>
                  <a:pt x="860839" y="522"/>
                </a:lnTo>
                <a:close/>
              </a:path>
            </a:pathLst>
          </a:custGeom>
          <a:solidFill xmlns:a="http://schemas.openxmlformats.org/drawingml/2006/main">
            <a:srgbClr val="E394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)">
            <a:extLst xmlns:a="http://schemas.openxmlformats.org/drawingml/2006/main">
              <a:ext uri="{FF2B5EF4-FFF2-40B4-BE49-F238E27FC236}">
                <a16:creationId xmlns:a16="http://schemas.microsoft.com/office/drawing/2014/main" id="{E10CD601-1F5E-48B0-B427-3A56BC87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838" y="5030712"/>
            <a:ext cx="24614" cy="83062"/>
          </a:xfrm>
          <a:custGeom xmlns:a="http://schemas.openxmlformats.org/drawingml/2006/main">
            <a:pathLst>
              <a:path w="24614" h="83062">
                <a:moveTo>
                  <a:pt x="4566" y="0"/>
                </a:moveTo>
                <a:cubicBezTo>
                  <a:pt x="17932" y="12386"/>
                  <a:pt x="24614" y="26164"/>
                  <a:pt x="24614" y="41335"/>
                </a:cubicBezTo>
                <a:cubicBezTo>
                  <a:pt x="24614" y="44468"/>
                  <a:pt x="24295" y="47717"/>
                  <a:pt x="23658" y="51082"/>
                </a:cubicBezTo>
                <a:cubicBezTo>
                  <a:pt x="23020" y="54447"/>
                  <a:pt x="21932" y="57892"/>
                  <a:pt x="20396" y="61416"/>
                </a:cubicBezTo>
                <a:cubicBezTo>
                  <a:pt x="18859" y="64940"/>
                  <a:pt x="16794" y="68515"/>
                  <a:pt x="14199" y="72141"/>
                </a:cubicBezTo>
                <a:cubicBezTo>
                  <a:pt x="11604" y="75767"/>
                  <a:pt x="8335" y="79407"/>
                  <a:pt x="4392" y="83062"/>
                </a:cubicBezTo>
                <a:lnTo>
                  <a:pt x="0" y="78580"/>
                </a:lnTo>
                <a:cubicBezTo>
                  <a:pt x="5653" y="72982"/>
                  <a:pt x="9872" y="67137"/>
                  <a:pt x="12655" y="61046"/>
                </a:cubicBezTo>
                <a:cubicBezTo>
                  <a:pt x="15438" y="54954"/>
                  <a:pt x="16830" y="48573"/>
                  <a:pt x="16830" y="41901"/>
                </a:cubicBezTo>
                <a:cubicBezTo>
                  <a:pt x="16830" y="28093"/>
                  <a:pt x="11220" y="15678"/>
                  <a:pt x="0" y="4656"/>
                </a:cubicBezTo>
                <a:lnTo>
                  <a:pt x="4566" y="0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legal_actions">
            <a:extLst xmlns:a="http://schemas.openxmlformats.org/drawingml/2006/main">
              <a:ext uri="{FF2B5EF4-FFF2-40B4-BE49-F238E27FC236}">
                <a16:creationId xmlns:a16="http://schemas.microsoft.com/office/drawing/2014/main" id="{4E921859-F111-434E-8123-F6838AB0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219" y="5245552"/>
            <a:ext cx="619328" cy="80279"/>
          </a:xfrm>
          <a:custGeom xmlns:a="http://schemas.openxmlformats.org/drawingml/2006/main">
            <a:pathLst>
              <a:path w="619328" h="80279">
                <a:moveTo>
                  <a:pt x="14351" y="6741"/>
                </a:moveTo>
                <a:lnTo>
                  <a:pt x="1435" y="6741"/>
                </a:lnTo>
                <a:lnTo>
                  <a:pt x="1435" y="522"/>
                </a:lnTo>
                <a:lnTo>
                  <a:pt x="22005" y="52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6741"/>
                </a:lnTo>
                <a:close/>
                <a:moveTo>
                  <a:pt x="85129" y="37878"/>
                </a:moveTo>
                <a:cubicBezTo>
                  <a:pt x="85129" y="38951"/>
                  <a:pt x="85115" y="39850"/>
                  <a:pt x="85086" y="40574"/>
                </a:cubicBezTo>
                <a:cubicBezTo>
                  <a:pt x="85057" y="41299"/>
                  <a:pt x="85013" y="41981"/>
                  <a:pt x="84955" y="42618"/>
                </a:cubicBezTo>
                <a:lnTo>
                  <a:pt x="54296" y="42618"/>
                </a:lnTo>
                <a:cubicBezTo>
                  <a:pt x="54296" y="47083"/>
                  <a:pt x="55543" y="50511"/>
                  <a:pt x="58036" y="52903"/>
                </a:cubicBezTo>
                <a:cubicBezTo>
                  <a:pt x="60529" y="55295"/>
                  <a:pt x="64124" y="56491"/>
                  <a:pt x="68821" y="56491"/>
                </a:cubicBezTo>
                <a:cubicBezTo>
                  <a:pt x="70097" y="56491"/>
                  <a:pt x="71372" y="56439"/>
                  <a:pt x="72648" y="56336"/>
                </a:cubicBezTo>
                <a:cubicBezTo>
                  <a:pt x="73924" y="56232"/>
                  <a:pt x="75156" y="56091"/>
                  <a:pt x="76344" y="55913"/>
                </a:cubicBezTo>
                <a:cubicBezTo>
                  <a:pt x="77533" y="55735"/>
                  <a:pt x="78671" y="55535"/>
                  <a:pt x="79758" y="55313"/>
                </a:cubicBezTo>
                <a:cubicBezTo>
                  <a:pt x="80845" y="55090"/>
                  <a:pt x="81853" y="54845"/>
                  <a:pt x="82781" y="54578"/>
                </a:cubicBezTo>
                <a:lnTo>
                  <a:pt x="82781" y="60796"/>
                </a:lnTo>
                <a:cubicBezTo>
                  <a:pt x="80722" y="61389"/>
                  <a:pt x="78396" y="61870"/>
                  <a:pt x="75801" y="62241"/>
                </a:cubicBezTo>
                <a:cubicBezTo>
                  <a:pt x="73206" y="62612"/>
                  <a:pt x="70517" y="62797"/>
                  <a:pt x="67734" y="62797"/>
                </a:cubicBezTo>
                <a:cubicBezTo>
                  <a:pt x="63994" y="62797"/>
                  <a:pt x="60776" y="62289"/>
                  <a:pt x="58079" y="61275"/>
                </a:cubicBezTo>
                <a:cubicBezTo>
                  <a:pt x="55383" y="60260"/>
                  <a:pt x="53172" y="58789"/>
                  <a:pt x="51447" y="56861"/>
                </a:cubicBezTo>
                <a:cubicBezTo>
                  <a:pt x="49722" y="54933"/>
                  <a:pt x="48447" y="52570"/>
                  <a:pt x="47621" y="49772"/>
                </a:cubicBezTo>
                <a:cubicBezTo>
                  <a:pt x="46794" y="46974"/>
                  <a:pt x="46381" y="43807"/>
                  <a:pt x="46381" y="40270"/>
                </a:cubicBezTo>
                <a:cubicBezTo>
                  <a:pt x="46381" y="37197"/>
                  <a:pt x="46823" y="34290"/>
                  <a:pt x="47707" y="31551"/>
                </a:cubicBezTo>
                <a:cubicBezTo>
                  <a:pt x="48592" y="28811"/>
                  <a:pt x="49882" y="26405"/>
                  <a:pt x="51578" y="24332"/>
                </a:cubicBezTo>
                <a:cubicBezTo>
                  <a:pt x="53274" y="22259"/>
                  <a:pt x="55354" y="20613"/>
                  <a:pt x="57818" y="19396"/>
                </a:cubicBezTo>
                <a:cubicBezTo>
                  <a:pt x="60283" y="18178"/>
                  <a:pt x="63081" y="17569"/>
                  <a:pt x="66212" y="17569"/>
                </a:cubicBezTo>
                <a:cubicBezTo>
                  <a:pt x="69256" y="17569"/>
                  <a:pt x="71952" y="18048"/>
                  <a:pt x="74300" y="19004"/>
                </a:cubicBezTo>
                <a:cubicBezTo>
                  <a:pt x="76649" y="19961"/>
                  <a:pt x="78628" y="21316"/>
                  <a:pt x="80237" y="23070"/>
                </a:cubicBezTo>
                <a:cubicBezTo>
                  <a:pt x="81846" y="24824"/>
                  <a:pt x="83063" y="26955"/>
                  <a:pt x="83890" y="29463"/>
                </a:cubicBezTo>
                <a:cubicBezTo>
                  <a:pt x="84716" y="31971"/>
                  <a:pt x="85129" y="34776"/>
                  <a:pt x="85129" y="37878"/>
                </a:cubicBezTo>
                <a:moveTo>
                  <a:pt x="77258" y="36791"/>
                </a:moveTo>
                <a:cubicBezTo>
                  <a:pt x="77345" y="34848"/>
                  <a:pt x="77156" y="33073"/>
                  <a:pt x="76692" y="31464"/>
                </a:cubicBezTo>
                <a:cubicBezTo>
                  <a:pt x="76228" y="29855"/>
                  <a:pt x="75511" y="28470"/>
                  <a:pt x="74540" y="27311"/>
                </a:cubicBezTo>
                <a:cubicBezTo>
                  <a:pt x="73568" y="26151"/>
                  <a:pt x="72358" y="25245"/>
                  <a:pt x="70908" y="24593"/>
                </a:cubicBezTo>
                <a:cubicBezTo>
                  <a:pt x="69459" y="23940"/>
                  <a:pt x="67777" y="23614"/>
                  <a:pt x="65864" y="23614"/>
                </a:cubicBezTo>
                <a:cubicBezTo>
                  <a:pt x="64211" y="23614"/>
                  <a:pt x="62704" y="23933"/>
                  <a:pt x="61341" y="24571"/>
                </a:cubicBezTo>
                <a:cubicBezTo>
                  <a:pt x="59978" y="25209"/>
                  <a:pt x="58804" y="26107"/>
                  <a:pt x="57818" y="27267"/>
                </a:cubicBezTo>
                <a:cubicBezTo>
                  <a:pt x="56833" y="28427"/>
                  <a:pt x="56035" y="29818"/>
                  <a:pt x="55427" y="31442"/>
                </a:cubicBezTo>
                <a:cubicBezTo>
                  <a:pt x="54818" y="33065"/>
                  <a:pt x="54441" y="34848"/>
                  <a:pt x="54296" y="36791"/>
                </a:cubicBezTo>
                <a:lnTo>
                  <a:pt x="77258" y="36791"/>
                </a:lnTo>
                <a:close/>
                <a:moveTo>
                  <a:pt x="128466" y="24527"/>
                </a:moveTo>
                <a:cubicBezTo>
                  <a:pt x="129278" y="25542"/>
                  <a:pt x="129909" y="26723"/>
                  <a:pt x="130358" y="28072"/>
                </a:cubicBezTo>
                <a:cubicBezTo>
                  <a:pt x="130807" y="29420"/>
                  <a:pt x="131032" y="30877"/>
                  <a:pt x="131032" y="32442"/>
                </a:cubicBezTo>
                <a:cubicBezTo>
                  <a:pt x="131032" y="34704"/>
                  <a:pt x="130619" y="36769"/>
                  <a:pt x="129793" y="38639"/>
                </a:cubicBezTo>
                <a:cubicBezTo>
                  <a:pt x="128966" y="40509"/>
                  <a:pt x="127799" y="42111"/>
                  <a:pt x="126292" y="43445"/>
                </a:cubicBezTo>
                <a:cubicBezTo>
                  <a:pt x="124784" y="44778"/>
                  <a:pt x="122979" y="45815"/>
                  <a:pt x="120878" y="46554"/>
                </a:cubicBezTo>
                <a:cubicBezTo>
                  <a:pt x="118776" y="47293"/>
                  <a:pt x="116464" y="47663"/>
                  <a:pt x="113941" y="47663"/>
                </a:cubicBezTo>
                <a:cubicBezTo>
                  <a:pt x="112115" y="47663"/>
                  <a:pt x="110404" y="47467"/>
                  <a:pt x="108810" y="47076"/>
                </a:cubicBezTo>
                <a:cubicBezTo>
                  <a:pt x="107215" y="46684"/>
                  <a:pt x="105954" y="46199"/>
                  <a:pt x="105026" y="45619"/>
                </a:cubicBezTo>
                <a:cubicBezTo>
                  <a:pt x="104475" y="46431"/>
                  <a:pt x="104011" y="47198"/>
                  <a:pt x="103635" y="47920"/>
                </a:cubicBezTo>
                <a:cubicBezTo>
                  <a:pt x="103258" y="48641"/>
                  <a:pt x="103069" y="49448"/>
                  <a:pt x="103069" y="50342"/>
                </a:cubicBezTo>
                <a:cubicBezTo>
                  <a:pt x="103069" y="51436"/>
                  <a:pt x="103598" y="52343"/>
                  <a:pt x="104656" y="53064"/>
                </a:cubicBezTo>
                <a:cubicBezTo>
                  <a:pt x="105715" y="53783"/>
                  <a:pt x="107114" y="54172"/>
                  <a:pt x="108853" y="54230"/>
                </a:cubicBezTo>
                <a:lnTo>
                  <a:pt x="120334" y="54665"/>
                </a:lnTo>
                <a:cubicBezTo>
                  <a:pt x="122508" y="54723"/>
                  <a:pt x="124516" y="54998"/>
                  <a:pt x="126357" y="55492"/>
                </a:cubicBezTo>
                <a:cubicBezTo>
                  <a:pt x="128198" y="55986"/>
                  <a:pt x="129778" y="56698"/>
                  <a:pt x="131097" y="57627"/>
                </a:cubicBezTo>
                <a:cubicBezTo>
                  <a:pt x="132416" y="58556"/>
                  <a:pt x="133446" y="59703"/>
                  <a:pt x="134185" y="61068"/>
                </a:cubicBezTo>
                <a:cubicBezTo>
                  <a:pt x="134924" y="62433"/>
                  <a:pt x="135294" y="64015"/>
                  <a:pt x="135294" y="65817"/>
                </a:cubicBezTo>
                <a:cubicBezTo>
                  <a:pt x="135294" y="67763"/>
                  <a:pt x="134873" y="69607"/>
                  <a:pt x="134033" y="71349"/>
                </a:cubicBezTo>
                <a:cubicBezTo>
                  <a:pt x="133192" y="73091"/>
                  <a:pt x="131895" y="74623"/>
                  <a:pt x="130141" y="75944"/>
                </a:cubicBezTo>
                <a:cubicBezTo>
                  <a:pt x="128386" y="77266"/>
                  <a:pt x="126161" y="78318"/>
                  <a:pt x="123465" y="79102"/>
                </a:cubicBezTo>
                <a:cubicBezTo>
                  <a:pt x="120769" y="79887"/>
                  <a:pt x="117565" y="80279"/>
                  <a:pt x="113854" y="80279"/>
                </a:cubicBezTo>
                <a:cubicBezTo>
                  <a:pt x="110317" y="80279"/>
                  <a:pt x="107309" y="79996"/>
                  <a:pt x="104830" y="79430"/>
                </a:cubicBezTo>
                <a:cubicBezTo>
                  <a:pt x="102352" y="78863"/>
                  <a:pt x="100315" y="78079"/>
                  <a:pt x="98720" y="77077"/>
                </a:cubicBezTo>
                <a:cubicBezTo>
                  <a:pt x="97126" y="76075"/>
                  <a:pt x="95966" y="74884"/>
                  <a:pt x="95241" y="73504"/>
                </a:cubicBezTo>
                <a:cubicBezTo>
                  <a:pt x="94517" y="72125"/>
                  <a:pt x="94154" y="70608"/>
                  <a:pt x="94154" y="68953"/>
                </a:cubicBezTo>
                <a:cubicBezTo>
                  <a:pt x="94154" y="66833"/>
                  <a:pt x="94647" y="64974"/>
                  <a:pt x="95633" y="63377"/>
                </a:cubicBezTo>
                <a:cubicBezTo>
                  <a:pt x="96618" y="61781"/>
                  <a:pt x="98141" y="60242"/>
                  <a:pt x="100199" y="58761"/>
                </a:cubicBezTo>
                <a:cubicBezTo>
                  <a:pt x="99445" y="58414"/>
                  <a:pt x="98793" y="57980"/>
                  <a:pt x="98242" y="57459"/>
                </a:cubicBezTo>
                <a:cubicBezTo>
                  <a:pt x="97691" y="56938"/>
                  <a:pt x="97242" y="56366"/>
                  <a:pt x="96894" y="55745"/>
                </a:cubicBezTo>
                <a:cubicBezTo>
                  <a:pt x="96546" y="55123"/>
                  <a:pt x="96285" y="54464"/>
                  <a:pt x="96111" y="53770"/>
                </a:cubicBezTo>
                <a:cubicBezTo>
                  <a:pt x="95937" y="53075"/>
                  <a:pt x="95850" y="52395"/>
                  <a:pt x="95850" y="51730"/>
                </a:cubicBezTo>
                <a:cubicBezTo>
                  <a:pt x="95850" y="49850"/>
                  <a:pt x="96292" y="48128"/>
                  <a:pt x="97177" y="46566"/>
                </a:cubicBezTo>
                <a:cubicBezTo>
                  <a:pt x="98061" y="45004"/>
                  <a:pt x="99112" y="43529"/>
                  <a:pt x="100329" y="42140"/>
                </a:cubicBezTo>
                <a:cubicBezTo>
                  <a:pt x="99779" y="41473"/>
                  <a:pt x="99293" y="40821"/>
                  <a:pt x="98873" y="40183"/>
                </a:cubicBezTo>
                <a:cubicBezTo>
                  <a:pt x="98452" y="39545"/>
                  <a:pt x="98090" y="38857"/>
                  <a:pt x="97785" y="38117"/>
                </a:cubicBezTo>
                <a:cubicBezTo>
                  <a:pt x="97481" y="37378"/>
                  <a:pt x="97249" y="36581"/>
                  <a:pt x="97090" y="35725"/>
                </a:cubicBezTo>
                <a:cubicBezTo>
                  <a:pt x="96930" y="34870"/>
                  <a:pt x="96850" y="33892"/>
                  <a:pt x="96850" y="32790"/>
                </a:cubicBezTo>
                <a:cubicBezTo>
                  <a:pt x="96850" y="30529"/>
                  <a:pt x="97264" y="28463"/>
                  <a:pt x="98090" y="26593"/>
                </a:cubicBezTo>
                <a:cubicBezTo>
                  <a:pt x="98916" y="24723"/>
                  <a:pt x="100076" y="23121"/>
                  <a:pt x="101569" y="21788"/>
                </a:cubicBezTo>
                <a:cubicBezTo>
                  <a:pt x="103062" y="20454"/>
                  <a:pt x="104859" y="19417"/>
                  <a:pt x="106961" y="18678"/>
                </a:cubicBezTo>
                <a:cubicBezTo>
                  <a:pt x="109063" y="17939"/>
                  <a:pt x="111390" y="17569"/>
                  <a:pt x="113941" y="17569"/>
                </a:cubicBezTo>
                <a:cubicBezTo>
                  <a:pt x="115014" y="17569"/>
                  <a:pt x="116043" y="17642"/>
                  <a:pt x="117029" y="17787"/>
                </a:cubicBezTo>
                <a:cubicBezTo>
                  <a:pt x="118015" y="17932"/>
                  <a:pt x="118884" y="18120"/>
                  <a:pt x="119638" y="18352"/>
                </a:cubicBezTo>
                <a:lnTo>
                  <a:pt x="135468" y="18352"/>
                </a:lnTo>
                <a:lnTo>
                  <a:pt x="135468" y="24527"/>
                </a:lnTo>
                <a:lnTo>
                  <a:pt x="128466" y="24527"/>
                </a:lnTo>
                <a:moveTo>
                  <a:pt x="102199" y="68301"/>
                </a:moveTo>
                <a:cubicBezTo>
                  <a:pt x="102199" y="70366"/>
                  <a:pt x="103272" y="71870"/>
                  <a:pt x="105418" y="72815"/>
                </a:cubicBezTo>
                <a:cubicBezTo>
                  <a:pt x="107563" y="73761"/>
                  <a:pt x="110549" y="74234"/>
                  <a:pt x="114376" y="74234"/>
                </a:cubicBezTo>
                <a:cubicBezTo>
                  <a:pt x="116782" y="74234"/>
                  <a:pt x="118805" y="74016"/>
                  <a:pt x="120443" y="73579"/>
                </a:cubicBezTo>
                <a:cubicBezTo>
                  <a:pt x="122081" y="73143"/>
                  <a:pt x="123400" y="72569"/>
                  <a:pt x="124400" y="71856"/>
                </a:cubicBezTo>
                <a:cubicBezTo>
                  <a:pt x="125400" y="71143"/>
                  <a:pt x="126118" y="70328"/>
                  <a:pt x="126553" y="69412"/>
                </a:cubicBezTo>
                <a:cubicBezTo>
                  <a:pt x="126988" y="68496"/>
                  <a:pt x="127205" y="67558"/>
                  <a:pt x="127205" y="66598"/>
                </a:cubicBezTo>
                <a:cubicBezTo>
                  <a:pt x="127205" y="64823"/>
                  <a:pt x="126480" y="63514"/>
                  <a:pt x="125031" y="62670"/>
                </a:cubicBezTo>
                <a:cubicBezTo>
                  <a:pt x="123581" y="61827"/>
                  <a:pt x="121363" y="61333"/>
                  <a:pt x="118377" y="61188"/>
                </a:cubicBezTo>
                <a:lnTo>
                  <a:pt x="106983" y="60796"/>
                </a:lnTo>
                <a:cubicBezTo>
                  <a:pt x="106026" y="61436"/>
                  <a:pt x="105236" y="62061"/>
                  <a:pt x="104613" y="62672"/>
                </a:cubicBezTo>
                <a:cubicBezTo>
                  <a:pt x="103990" y="63283"/>
                  <a:pt x="103504" y="63902"/>
                  <a:pt x="103156" y="64527"/>
                </a:cubicBezTo>
                <a:cubicBezTo>
                  <a:pt x="102808" y="65152"/>
                  <a:pt x="102562" y="65777"/>
                  <a:pt x="102417" y="66402"/>
                </a:cubicBezTo>
                <a:cubicBezTo>
                  <a:pt x="102272" y="67028"/>
                  <a:pt x="102199" y="67661"/>
                  <a:pt x="102199" y="68301"/>
                </a:cubicBezTo>
                <a:moveTo>
                  <a:pt x="104504" y="32616"/>
                </a:moveTo>
                <a:cubicBezTo>
                  <a:pt x="104504" y="34008"/>
                  <a:pt x="104736" y="35283"/>
                  <a:pt x="105200" y="36443"/>
                </a:cubicBezTo>
                <a:cubicBezTo>
                  <a:pt x="105664" y="37603"/>
                  <a:pt x="106316" y="38588"/>
                  <a:pt x="107157" y="39400"/>
                </a:cubicBezTo>
                <a:cubicBezTo>
                  <a:pt x="107998" y="40212"/>
                  <a:pt x="108991" y="40843"/>
                  <a:pt x="110136" y="41292"/>
                </a:cubicBezTo>
                <a:cubicBezTo>
                  <a:pt x="111281" y="41741"/>
                  <a:pt x="112550" y="41966"/>
                  <a:pt x="113941" y="41966"/>
                </a:cubicBezTo>
                <a:cubicBezTo>
                  <a:pt x="115449" y="41966"/>
                  <a:pt x="116790" y="41712"/>
                  <a:pt x="117964" y="41205"/>
                </a:cubicBezTo>
                <a:cubicBezTo>
                  <a:pt x="119138" y="40698"/>
                  <a:pt x="120124" y="40009"/>
                  <a:pt x="120921" y="39139"/>
                </a:cubicBezTo>
                <a:cubicBezTo>
                  <a:pt x="121718" y="38270"/>
                  <a:pt x="122327" y="37269"/>
                  <a:pt x="122748" y="36139"/>
                </a:cubicBezTo>
                <a:cubicBezTo>
                  <a:pt x="123168" y="35008"/>
                  <a:pt x="123378" y="33834"/>
                  <a:pt x="123378" y="32616"/>
                </a:cubicBezTo>
                <a:cubicBezTo>
                  <a:pt x="123378" y="31224"/>
                  <a:pt x="123146" y="29949"/>
                  <a:pt x="122682" y="28789"/>
                </a:cubicBezTo>
                <a:cubicBezTo>
                  <a:pt x="122218" y="27629"/>
                  <a:pt x="121566" y="26644"/>
                  <a:pt x="120725" y="25832"/>
                </a:cubicBezTo>
                <a:cubicBezTo>
                  <a:pt x="119885" y="25020"/>
                  <a:pt x="118892" y="24390"/>
                  <a:pt x="117746" y="23940"/>
                </a:cubicBezTo>
                <a:cubicBezTo>
                  <a:pt x="116601" y="23491"/>
                  <a:pt x="115333" y="23266"/>
                  <a:pt x="113941" y="23266"/>
                </a:cubicBezTo>
                <a:cubicBezTo>
                  <a:pt x="112434" y="23266"/>
                  <a:pt x="111093" y="23527"/>
                  <a:pt x="109919" y="24049"/>
                </a:cubicBezTo>
                <a:cubicBezTo>
                  <a:pt x="108744" y="24571"/>
                  <a:pt x="107759" y="25259"/>
                  <a:pt x="106961" y="26115"/>
                </a:cubicBezTo>
                <a:cubicBezTo>
                  <a:pt x="106164" y="26970"/>
                  <a:pt x="105555" y="27963"/>
                  <a:pt x="105135" y="29094"/>
                </a:cubicBezTo>
                <a:cubicBezTo>
                  <a:pt x="104714" y="30224"/>
                  <a:pt x="104504" y="31398"/>
                  <a:pt x="104504" y="32616"/>
                </a:cubicBezTo>
                <a:close/>
                <a:moveTo>
                  <a:pt x="173847" y="62014"/>
                </a:moveTo>
                <a:lnTo>
                  <a:pt x="173673" y="56131"/>
                </a:lnTo>
                <a:cubicBezTo>
                  <a:pt x="171296" y="58484"/>
                  <a:pt x="168883" y="60183"/>
                  <a:pt x="166433" y="61229"/>
                </a:cubicBezTo>
                <a:cubicBezTo>
                  <a:pt x="163983" y="62274"/>
                  <a:pt x="161410" y="62797"/>
                  <a:pt x="158714" y="62797"/>
                </a:cubicBezTo>
                <a:cubicBezTo>
                  <a:pt x="156220" y="62797"/>
                  <a:pt x="154089" y="62477"/>
                  <a:pt x="152321" y="61839"/>
                </a:cubicBezTo>
                <a:cubicBezTo>
                  <a:pt x="150552" y="61200"/>
                  <a:pt x="149095" y="60322"/>
                  <a:pt x="147950" y="59204"/>
                </a:cubicBezTo>
                <a:cubicBezTo>
                  <a:pt x="146805" y="58086"/>
                  <a:pt x="145964" y="56771"/>
                  <a:pt x="145428" y="55261"/>
                </a:cubicBezTo>
                <a:cubicBezTo>
                  <a:pt x="144892" y="53751"/>
                  <a:pt x="144623" y="52110"/>
                  <a:pt x="144623" y="50339"/>
                </a:cubicBezTo>
                <a:cubicBezTo>
                  <a:pt x="144623" y="45954"/>
                  <a:pt x="146254" y="42520"/>
                  <a:pt x="149516" y="40038"/>
                </a:cubicBezTo>
                <a:cubicBezTo>
                  <a:pt x="152777" y="37554"/>
                  <a:pt x="157597" y="36313"/>
                  <a:pt x="163976" y="36313"/>
                </a:cubicBezTo>
                <a:lnTo>
                  <a:pt x="173021" y="36313"/>
                </a:lnTo>
                <a:lnTo>
                  <a:pt x="173021" y="32499"/>
                </a:lnTo>
                <a:cubicBezTo>
                  <a:pt x="173021" y="29928"/>
                  <a:pt x="172195" y="27870"/>
                  <a:pt x="170542" y="26324"/>
                </a:cubicBezTo>
                <a:cubicBezTo>
                  <a:pt x="168890" y="24778"/>
                  <a:pt x="166367" y="24005"/>
                  <a:pt x="162975" y="24005"/>
                </a:cubicBezTo>
                <a:cubicBezTo>
                  <a:pt x="160511" y="24005"/>
                  <a:pt x="158083" y="24285"/>
                  <a:pt x="155691" y="24844"/>
                </a:cubicBezTo>
                <a:cubicBezTo>
                  <a:pt x="153299" y="25402"/>
                  <a:pt x="150828" y="26195"/>
                  <a:pt x="148276" y="27224"/>
                </a:cubicBezTo>
                <a:lnTo>
                  <a:pt x="148276" y="20396"/>
                </a:lnTo>
                <a:cubicBezTo>
                  <a:pt x="149233" y="20043"/>
                  <a:pt x="150299" y="19696"/>
                  <a:pt x="151473" y="19358"/>
                </a:cubicBezTo>
                <a:cubicBezTo>
                  <a:pt x="152647" y="19019"/>
                  <a:pt x="153886" y="18717"/>
                  <a:pt x="155191" y="18453"/>
                </a:cubicBezTo>
                <a:cubicBezTo>
                  <a:pt x="156496" y="18187"/>
                  <a:pt x="157858" y="17974"/>
                  <a:pt x="159279" y="17812"/>
                </a:cubicBezTo>
                <a:cubicBezTo>
                  <a:pt x="160699" y="17650"/>
                  <a:pt x="162135" y="17569"/>
                  <a:pt x="163584" y="17569"/>
                </a:cubicBezTo>
                <a:cubicBezTo>
                  <a:pt x="166222" y="17569"/>
                  <a:pt x="168600" y="17859"/>
                  <a:pt x="170716" y="18439"/>
                </a:cubicBezTo>
                <a:cubicBezTo>
                  <a:pt x="172833" y="19019"/>
                  <a:pt x="174623" y="19903"/>
                  <a:pt x="176087" y="21092"/>
                </a:cubicBezTo>
                <a:cubicBezTo>
                  <a:pt x="177551" y="22280"/>
                  <a:pt x="178675" y="23773"/>
                  <a:pt x="179457" y="25571"/>
                </a:cubicBezTo>
                <a:cubicBezTo>
                  <a:pt x="180240" y="27369"/>
                  <a:pt x="180632" y="29485"/>
                  <a:pt x="180632" y="31920"/>
                </a:cubicBezTo>
                <a:lnTo>
                  <a:pt x="180632" y="62014"/>
                </a:lnTo>
                <a:lnTo>
                  <a:pt x="173847" y="62014"/>
                </a:lnTo>
                <a:moveTo>
                  <a:pt x="173021" y="42096"/>
                </a:moveTo>
                <a:lnTo>
                  <a:pt x="163410" y="42096"/>
                </a:lnTo>
                <a:cubicBezTo>
                  <a:pt x="161526" y="42096"/>
                  <a:pt x="159902" y="42286"/>
                  <a:pt x="158540" y="42665"/>
                </a:cubicBezTo>
                <a:cubicBezTo>
                  <a:pt x="157177" y="43042"/>
                  <a:pt x="156061" y="43580"/>
                  <a:pt x="155191" y="44278"/>
                </a:cubicBezTo>
                <a:cubicBezTo>
                  <a:pt x="154321" y="44975"/>
                  <a:pt x="153676" y="45812"/>
                  <a:pt x="153256" y="46786"/>
                </a:cubicBezTo>
                <a:cubicBezTo>
                  <a:pt x="152835" y="47760"/>
                  <a:pt x="152625" y="48858"/>
                  <a:pt x="152625" y="50079"/>
                </a:cubicBezTo>
                <a:cubicBezTo>
                  <a:pt x="152625" y="50923"/>
                  <a:pt x="152756" y="51730"/>
                  <a:pt x="153017" y="52501"/>
                </a:cubicBezTo>
                <a:cubicBezTo>
                  <a:pt x="153278" y="53271"/>
                  <a:pt x="153698" y="53954"/>
                  <a:pt x="154278" y="54550"/>
                </a:cubicBezTo>
                <a:cubicBezTo>
                  <a:pt x="154858" y="55147"/>
                  <a:pt x="155611" y="55619"/>
                  <a:pt x="156539" y="55968"/>
                </a:cubicBezTo>
                <a:cubicBezTo>
                  <a:pt x="157467" y="56317"/>
                  <a:pt x="158598" y="56491"/>
                  <a:pt x="159931" y="56491"/>
                </a:cubicBezTo>
                <a:cubicBezTo>
                  <a:pt x="161671" y="56491"/>
                  <a:pt x="163664" y="55961"/>
                  <a:pt x="165911" y="54900"/>
                </a:cubicBezTo>
                <a:cubicBezTo>
                  <a:pt x="168158" y="53838"/>
                  <a:pt x="170528" y="52158"/>
                  <a:pt x="173021" y="49860"/>
                </a:cubicBezTo>
                <a:lnTo>
                  <a:pt x="173021" y="42096"/>
                </a:lnTo>
                <a:close/>
                <a:moveTo>
                  <a:pt x="209443" y="6741"/>
                </a:moveTo>
                <a:lnTo>
                  <a:pt x="196527" y="6741"/>
                </a:lnTo>
                <a:lnTo>
                  <a:pt x="196527" y="522"/>
                </a:lnTo>
                <a:lnTo>
                  <a:pt x="217097" y="522"/>
                </a:lnTo>
                <a:lnTo>
                  <a:pt x="217097" y="55708"/>
                </a:lnTo>
                <a:lnTo>
                  <a:pt x="230100" y="55708"/>
                </a:lnTo>
                <a:lnTo>
                  <a:pt x="230100" y="62014"/>
                </a:lnTo>
                <a:lnTo>
                  <a:pt x="195092" y="62014"/>
                </a:lnTo>
                <a:lnTo>
                  <a:pt x="195092" y="55708"/>
                </a:lnTo>
                <a:lnTo>
                  <a:pt x="209443" y="55708"/>
                </a:lnTo>
                <a:lnTo>
                  <a:pt x="209443" y="6741"/>
                </a:lnTo>
                <a:close/>
                <a:moveTo>
                  <a:pt x="285353" y="79844"/>
                </a:moveTo>
                <a:lnTo>
                  <a:pt x="236385" y="79844"/>
                </a:lnTo>
                <a:lnTo>
                  <a:pt x="236385" y="73582"/>
                </a:lnTo>
                <a:lnTo>
                  <a:pt x="285353" y="73582"/>
                </a:lnTo>
                <a:lnTo>
                  <a:pt x="285353" y="79844"/>
                </a:lnTo>
                <a:close/>
                <a:moveTo>
                  <a:pt x="320167" y="62014"/>
                </a:moveTo>
                <a:lnTo>
                  <a:pt x="319993" y="56131"/>
                </a:lnTo>
                <a:cubicBezTo>
                  <a:pt x="317615" y="58484"/>
                  <a:pt x="315202" y="60183"/>
                  <a:pt x="312752" y="61229"/>
                </a:cubicBezTo>
                <a:cubicBezTo>
                  <a:pt x="310302" y="62274"/>
                  <a:pt x="307729" y="62797"/>
                  <a:pt x="305033" y="62797"/>
                </a:cubicBezTo>
                <a:cubicBezTo>
                  <a:pt x="302539" y="62797"/>
                  <a:pt x="300408" y="62477"/>
                  <a:pt x="298640" y="61839"/>
                </a:cubicBezTo>
                <a:cubicBezTo>
                  <a:pt x="296871" y="61200"/>
                  <a:pt x="295415" y="60322"/>
                  <a:pt x="294269" y="59204"/>
                </a:cubicBezTo>
                <a:cubicBezTo>
                  <a:pt x="293124" y="58086"/>
                  <a:pt x="292283" y="56771"/>
                  <a:pt x="291747" y="55261"/>
                </a:cubicBezTo>
                <a:cubicBezTo>
                  <a:pt x="291211" y="53751"/>
                  <a:pt x="290943" y="52110"/>
                  <a:pt x="290943" y="50339"/>
                </a:cubicBezTo>
                <a:cubicBezTo>
                  <a:pt x="290943" y="45954"/>
                  <a:pt x="292573" y="42520"/>
                  <a:pt x="295835" y="40038"/>
                </a:cubicBezTo>
                <a:cubicBezTo>
                  <a:pt x="299097" y="37554"/>
                  <a:pt x="303916" y="36313"/>
                  <a:pt x="310295" y="36313"/>
                </a:cubicBezTo>
                <a:lnTo>
                  <a:pt x="319340" y="36313"/>
                </a:lnTo>
                <a:lnTo>
                  <a:pt x="319340" y="32499"/>
                </a:lnTo>
                <a:cubicBezTo>
                  <a:pt x="319340" y="29928"/>
                  <a:pt x="318514" y="27870"/>
                  <a:pt x="316861" y="26324"/>
                </a:cubicBezTo>
                <a:cubicBezTo>
                  <a:pt x="315209" y="24778"/>
                  <a:pt x="312687" y="24005"/>
                  <a:pt x="309295" y="24005"/>
                </a:cubicBezTo>
                <a:cubicBezTo>
                  <a:pt x="306830" y="24005"/>
                  <a:pt x="304402" y="24285"/>
                  <a:pt x="302010" y="24844"/>
                </a:cubicBezTo>
                <a:cubicBezTo>
                  <a:pt x="299618" y="25402"/>
                  <a:pt x="297147" y="26195"/>
                  <a:pt x="294596" y="27224"/>
                </a:cubicBezTo>
                <a:lnTo>
                  <a:pt x="294596" y="20396"/>
                </a:lnTo>
                <a:cubicBezTo>
                  <a:pt x="295552" y="20043"/>
                  <a:pt x="296618" y="19696"/>
                  <a:pt x="297792" y="19358"/>
                </a:cubicBezTo>
                <a:cubicBezTo>
                  <a:pt x="298966" y="19019"/>
                  <a:pt x="300206" y="18717"/>
                  <a:pt x="301510" y="18453"/>
                </a:cubicBezTo>
                <a:cubicBezTo>
                  <a:pt x="302815" y="18187"/>
                  <a:pt x="304177" y="17974"/>
                  <a:pt x="305598" y="17812"/>
                </a:cubicBezTo>
                <a:cubicBezTo>
                  <a:pt x="307019" y="17650"/>
                  <a:pt x="308454" y="17569"/>
                  <a:pt x="309903" y="17569"/>
                </a:cubicBezTo>
                <a:cubicBezTo>
                  <a:pt x="312542" y="17569"/>
                  <a:pt x="314919" y="17859"/>
                  <a:pt x="317035" y="18439"/>
                </a:cubicBezTo>
                <a:cubicBezTo>
                  <a:pt x="319152" y="19019"/>
                  <a:pt x="320942" y="19903"/>
                  <a:pt x="322406" y="21092"/>
                </a:cubicBezTo>
                <a:cubicBezTo>
                  <a:pt x="323870" y="22280"/>
                  <a:pt x="324994" y="23773"/>
                  <a:pt x="325777" y="25571"/>
                </a:cubicBezTo>
                <a:cubicBezTo>
                  <a:pt x="326559" y="27369"/>
                  <a:pt x="326951" y="29485"/>
                  <a:pt x="326951" y="31920"/>
                </a:cubicBezTo>
                <a:lnTo>
                  <a:pt x="326951" y="62014"/>
                </a:lnTo>
                <a:lnTo>
                  <a:pt x="320167" y="62014"/>
                </a:lnTo>
                <a:moveTo>
                  <a:pt x="319340" y="42096"/>
                </a:moveTo>
                <a:lnTo>
                  <a:pt x="309729" y="42096"/>
                </a:lnTo>
                <a:cubicBezTo>
                  <a:pt x="307845" y="42096"/>
                  <a:pt x="306221" y="42286"/>
                  <a:pt x="304859" y="42665"/>
                </a:cubicBezTo>
                <a:cubicBezTo>
                  <a:pt x="303496" y="43042"/>
                  <a:pt x="302380" y="43580"/>
                  <a:pt x="301510" y="44278"/>
                </a:cubicBezTo>
                <a:cubicBezTo>
                  <a:pt x="300640" y="44975"/>
                  <a:pt x="299995" y="45812"/>
                  <a:pt x="299575" y="46786"/>
                </a:cubicBezTo>
                <a:cubicBezTo>
                  <a:pt x="299155" y="47760"/>
                  <a:pt x="298944" y="48858"/>
                  <a:pt x="298944" y="50079"/>
                </a:cubicBezTo>
                <a:cubicBezTo>
                  <a:pt x="298944" y="50923"/>
                  <a:pt x="299075" y="51730"/>
                  <a:pt x="299336" y="52501"/>
                </a:cubicBezTo>
                <a:cubicBezTo>
                  <a:pt x="299597" y="53271"/>
                  <a:pt x="300017" y="53954"/>
                  <a:pt x="300597" y="54550"/>
                </a:cubicBezTo>
                <a:cubicBezTo>
                  <a:pt x="301177" y="55147"/>
                  <a:pt x="301931" y="55619"/>
                  <a:pt x="302858" y="55968"/>
                </a:cubicBezTo>
                <a:cubicBezTo>
                  <a:pt x="303786" y="56317"/>
                  <a:pt x="304917" y="56491"/>
                  <a:pt x="306250" y="56491"/>
                </a:cubicBezTo>
                <a:cubicBezTo>
                  <a:pt x="307990" y="56491"/>
                  <a:pt x="309983" y="55961"/>
                  <a:pt x="312230" y="54900"/>
                </a:cubicBezTo>
                <a:cubicBezTo>
                  <a:pt x="314477" y="53838"/>
                  <a:pt x="316847" y="52158"/>
                  <a:pt x="319340" y="49860"/>
                </a:cubicBezTo>
                <a:lnTo>
                  <a:pt x="319340" y="42096"/>
                </a:lnTo>
                <a:close/>
                <a:moveTo>
                  <a:pt x="374811" y="60405"/>
                </a:moveTo>
                <a:cubicBezTo>
                  <a:pt x="372839" y="61159"/>
                  <a:pt x="370817" y="61717"/>
                  <a:pt x="368744" y="62079"/>
                </a:cubicBezTo>
                <a:cubicBezTo>
                  <a:pt x="366671" y="62442"/>
                  <a:pt x="364533" y="62623"/>
                  <a:pt x="362330" y="62623"/>
                </a:cubicBezTo>
                <a:cubicBezTo>
                  <a:pt x="355429" y="62623"/>
                  <a:pt x="350117" y="60753"/>
                  <a:pt x="346391" y="57013"/>
                </a:cubicBezTo>
                <a:cubicBezTo>
                  <a:pt x="342666" y="53273"/>
                  <a:pt x="340803" y="47808"/>
                  <a:pt x="340803" y="40618"/>
                </a:cubicBezTo>
                <a:cubicBezTo>
                  <a:pt x="340803" y="37168"/>
                  <a:pt x="341339" y="34037"/>
                  <a:pt x="342412" y="31224"/>
                </a:cubicBezTo>
                <a:cubicBezTo>
                  <a:pt x="343485" y="28412"/>
                  <a:pt x="344992" y="26006"/>
                  <a:pt x="346935" y="24005"/>
                </a:cubicBezTo>
                <a:cubicBezTo>
                  <a:pt x="348877" y="22005"/>
                  <a:pt x="351197" y="20461"/>
                  <a:pt x="353893" y="19374"/>
                </a:cubicBezTo>
                <a:cubicBezTo>
                  <a:pt x="356589" y="18287"/>
                  <a:pt x="359561" y="17743"/>
                  <a:pt x="362808" y="17743"/>
                </a:cubicBezTo>
                <a:cubicBezTo>
                  <a:pt x="365069" y="17743"/>
                  <a:pt x="367186" y="17906"/>
                  <a:pt x="369157" y="18232"/>
                </a:cubicBezTo>
                <a:cubicBezTo>
                  <a:pt x="371129" y="18558"/>
                  <a:pt x="373013" y="19090"/>
                  <a:pt x="374811" y="19831"/>
                </a:cubicBezTo>
                <a:lnTo>
                  <a:pt x="374811" y="27050"/>
                </a:lnTo>
                <a:cubicBezTo>
                  <a:pt x="372926" y="26048"/>
                  <a:pt x="371005" y="25320"/>
                  <a:pt x="369048" y="24864"/>
                </a:cubicBezTo>
                <a:cubicBezTo>
                  <a:pt x="367092" y="24408"/>
                  <a:pt x="365069" y="24179"/>
                  <a:pt x="362982" y="24179"/>
                </a:cubicBezTo>
                <a:cubicBezTo>
                  <a:pt x="361039" y="24179"/>
                  <a:pt x="359206" y="24549"/>
                  <a:pt x="357481" y="25288"/>
                </a:cubicBezTo>
                <a:cubicBezTo>
                  <a:pt x="355756" y="26028"/>
                  <a:pt x="354241" y="27093"/>
                  <a:pt x="352936" y="28485"/>
                </a:cubicBezTo>
                <a:cubicBezTo>
                  <a:pt x="351632" y="29876"/>
                  <a:pt x="350602" y="31572"/>
                  <a:pt x="349849" y="33573"/>
                </a:cubicBezTo>
                <a:cubicBezTo>
                  <a:pt x="349095" y="35573"/>
                  <a:pt x="348718" y="37835"/>
                  <a:pt x="348718" y="40357"/>
                </a:cubicBezTo>
                <a:cubicBezTo>
                  <a:pt x="348718" y="45634"/>
                  <a:pt x="350001" y="49584"/>
                  <a:pt x="352567" y="52207"/>
                </a:cubicBezTo>
                <a:cubicBezTo>
                  <a:pt x="355132" y="54831"/>
                  <a:pt x="358691" y="56143"/>
                  <a:pt x="363243" y="56143"/>
                </a:cubicBezTo>
                <a:cubicBezTo>
                  <a:pt x="365301" y="56143"/>
                  <a:pt x="367294" y="55911"/>
                  <a:pt x="369222" y="55447"/>
                </a:cubicBezTo>
                <a:cubicBezTo>
                  <a:pt x="371150" y="54983"/>
                  <a:pt x="373013" y="54288"/>
                  <a:pt x="374811" y="53360"/>
                </a:cubicBezTo>
                <a:lnTo>
                  <a:pt x="374811" y="60405"/>
                </a:lnTo>
                <a:close/>
                <a:moveTo>
                  <a:pt x="424845" y="61362"/>
                </a:moveTo>
                <a:cubicBezTo>
                  <a:pt x="423135" y="61812"/>
                  <a:pt x="421366" y="62135"/>
                  <a:pt x="419540" y="62329"/>
                </a:cubicBezTo>
                <a:cubicBezTo>
                  <a:pt x="417713" y="62525"/>
                  <a:pt x="415858" y="62623"/>
                  <a:pt x="413973" y="62623"/>
                </a:cubicBezTo>
                <a:cubicBezTo>
                  <a:pt x="408494" y="62623"/>
                  <a:pt x="404406" y="61383"/>
                  <a:pt x="401709" y="58905"/>
                </a:cubicBezTo>
                <a:cubicBezTo>
                  <a:pt x="399013" y="56426"/>
                  <a:pt x="397665" y="52621"/>
                  <a:pt x="397665" y="47489"/>
                </a:cubicBezTo>
                <a:lnTo>
                  <a:pt x="397665" y="24701"/>
                </a:lnTo>
                <a:lnTo>
                  <a:pt x="385445" y="24701"/>
                </a:lnTo>
                <a:lnTo>
                  <a:pt x="385445" y="18352"/>
                </a:lnTo>
                <a:lnTo>
                  <a:pt x="397665" y="18352"/>
                </a:lnTo>
                <a:lnTo>
                  <a:pt x="397665" y="6311"/>
                </a:lnTo>
                <a:lnTo>
                  <a:pt x="405232" y="4349"/>
                </a:lnTo>
                <a:lnTo>
                  <a:pt x="405232" y="18352"/>
                </a:lnTo>
                <a:lnTo>
                  <a:pt x="424845" y="18352"/>
                </a:lnTo>
                <a:lnTo>
                  <a:pt x="424845" y="24701"/>
                </a:lnTo>
                <a:lnTo>
                  <a:pt x="405232" y="24701"/>
                </a:lnTo>
                <a:lnTo>
                  <a:pt x="405232" y="46880"/>
                </a:lnTo>
                <a:cubicBezTo>
                  <a:pt x="405232" y="50011"/>
                  <a:pt x="406065" y="52352"/>
                  <a:pt x="407732" y="53903"/>
                </a:cubicBezTo>
                <a:cubicBezTo>
                  <a:pt x="409400" y="55455"/>
                  <a:pt x="411857" y="56230"/>
                  <a:pt x="415104" y="56230"/>
                </a:cubicBezTo>
                <a:cubicBezTo>
                  <a:pt x="416495" y="56230"/>
                  <a:pt x="418017" y="56118"/>
                  <a:pt x="419670" y="55894"/>
                </a:cubicBezTo>
                <a:cubicBezTo>
                  <a:pt x="421323" y="55670"/>
                  <a:pt x="423048" y="55318"/>
                  <a:pt x="424845" y="54838"/>
                </a:cubicBezTo>
                <a:lnTo>
                  <a:pt x="424845" y="61362"/>
                </a:lnTo>
                <a:close/>
                <a:moveTo>
                  <a:pt x="453309" y="24614"/>
                </a:moveTo>
                <a:lnTo>
                  <a:pt x="440393" y="24614"/>
                </a:lnTo>
                <a:lnTo>
                  <a:pt x="440393" y="18352"/>
                </a:lnTo>
                <a:lnTo>
                  <a:pt x="460963" y="18352"/>
                </a:lnTo>
                <a:lnTo>
                  <a:pt x="460963" y="55708"/>
                </a:lnTo>
                <a:lnTo>
                  <a:pt x="473966" y="55708"/>
                </a:lnTo>
                <a:lnTo>
                  <a:pt x="473966" y="62014"/>
                </a:lnTo>
                <a:lnTo>
                  <a:pt x="438958" y="62014"/>
                </a:lnTo>
                <a:lnTo>
                  <a:pt x="438958" y="55708"/>
                </a:lnTo>
                <a:lnTo>
                  <a:pt x="453309" y="55708"/>
                </a:lnTo>
                <a:lnTo>
                  <a:pt x="453309" y="24614"/>
                </a:lnTo>
                <a:moveTo>
                  <a:pt x="455962" y="0"/>
                </a:moveTo>
                <a:cubicBezTo>
                  <a:pt x="456803" y="0"/>
                  <a:pt x="457585" y="152"/>
                  <a:pt x="458310" y="457"/>
                </a:cubicBezTo>
                <a:cubicBezTo>
                  <a:pt x="459035" y="761"/>
                  <a:pt x="459666" y="1189"/>
                  <a:pt x="460202" y="1740"/>
                </a:cubicBezTo>
                <a:cubicBezTo>
                  <a:pt x="460738" y="2290"/>
                  <a:pt x="461159" y="2921"/>
                  <a:pt x="461463" y="3631"/>
                </a:cubicBezTo>
                <a:cubicBezTo>
                  <a:pt x="461768" y="4342"/>
                  <a:pt x="461920" y="5117"/>
                  <a:pt x="461920" y="5958"/>
                </a:cubicBezTo>
                <a:cubicBezTo>
                  <a:pt x="461920" y="6770"/>
                  <a:pt x="461768" y="7538"/>
                  <a:pt x="461463" y="8263"/>
                </a:cubicBezTo>
                <a:cubicBezTo>
                  <a:pt x="461159" y="8988"/>
                  <a:pt x="460738" y="9625"/>
                  <a:pt x="460202" y="10176"/>
                </a:cubicBezTo>
                <a:cubicBezTo>
                  <a:pt x="459666" y="10727"/>
                  <a:pt x="459035" y="11155"/>
                  <a:pt x="458310" y="11459"/>
                </a:cubicBezTo>
                <a:cubicBezTo>
                  <a:pt x="457585" y="11764"/>
                  <a:pt x="456803" y="11916"/>
                  <a:pt x="455962" y="11916"/>
                </a:cubicBezTo>
                <a:cubicBezTo>
                  <a:pt x="455121" y="11916"/>
                  <a:pt x="454338" y="11764"/>
                  <a:pt x="453613" y="11459"/>
                </a:cubicBezTo>
                <a:cubicBezTo>
                  <a:pt x="452889" y="11155"/>
                  <a:pt x="452258" y="10727"/>
                  <a:pt x="451722" y="10176"/>
                </a:cubicBezTo>
                <a:cubicBezTo>
                  <a:pt x="451185" y="9625"/>
                  <a:pt x="450765" y="8988"/>
                  <a:pt x="450461" y="8263"/>
                </a:cubicBezTo>
                <a:cubicBezTo>
                  <a:pt x="450156" y="7538"/>
                  <a:pt x="450004" y="6770"/>
                  <a:pt x="450004" y="5958"/>
                </a:cubicBezTo>
                <a:cubicBezTo>
                  <a:pt x="450004" y="5117"/>
                  <a:pt x="450156" y="4342"/>
                  <a:pt x="450461" y="3631"/>
                </a:cubicBezTo>
                <a:cubicBezTo>
                  <a:pt x="450765" y="2921"/>
                  <a:pt x="451185" y="2290"/>
                  <a:pt x="451722" y="1740"/>
                </a:cubicBezTo>
                <a:cubicBezTo>
                  <a:pt x="452258" y="1189"/>
                  <a:pt x="452889" y="761"/>
                  <a:pt x="453613" y="457"/>
                </a:cubicBezTo>
                <a:cubicBezTo>
                  <a:pt x="454338" y="152"/>
                  <a:pt x="455121" y="0"/>
                  <a:pt x="455962" y="0"/>
                </a:cubicBezTo>
                <a:close/>
                <a:moveTo>
                  <a:pt x="525218" y="39835"/>
                </a:moveTo>
                <a:cubicBezTo>
                  <a:pt x="525218" y="43227"/>
                  <a:pt x="524739" y="46337"/>
                  <a:pt x="523783" y="49163"/>
                </a:cubicBezTo>
                <a:cubicBezTo>
                  <a:pt x="522826" y="51990"/>
                  <a:pt x="521449" y="54411"/>
                  <a:pt x="519651" y="56426"/>
                </a:cubicBezTo>
                <a:cubicBezTo>
                  <a:pt x="517854" y="58441"/>
                  <a:pt x="515665" y="60006"/>
                  <a:pt x="513085" y="61123"/>
                </a:cubicBezTo>
                <a:cubicBezTo>
                  <a:pt x="510504" y="62239"/>
                  <a:pt x="507576" y="62797"/>
                  <a:pt x="504300" y="62797"/>
                </a:cubicBezTo>
                <a:cubicBezTo>
                  <a:pt x="501169" y="62797"/>
                  <a:pt x="498364" y="62311"/>
                  <a:pt x="495885" y="61340"/>
                </a:cubicBezTo>
                <a:cubicBezTo>
                  <a:pt x="493406" y="60369"/>
                  <a:pt x="491304" y="58941"/>
                  <a:pt x="489579" y="57056"/>
                </a:cubicBezTo>
                <a:cubicBezTo>
                  <a:pt x="487854" y="55172"/>
                  <a:pt x="486535" y="52838"/>
                  <a:pt x="485622" y="50055"/>
                </a:cubicBezTo>
                <a:cubicBezTo>
                  <a:pt x="484709" y="47272"/>
                  <a:pt x="484252" y="44068"/>
                  <a:pt x="484252" y="40444"/>
                </a:cubicBezTo>
                <a:cubicBezTo>
                  <a:pt x="484252" y="37052"/>
                  <a:pt x="484730" y="33957"/>
                  <a:pt x="485687" y="31159"/>
                </a:cubicBezTo>
                <a:cubicBezTo>
                  <a:pt x="486644" y="28361"/>
                  <a:pt x="488021" y="25955"/>
                  <a:pt x="489818" y="23940"/>
                </a:cubicBezTo>
                <a:cubicBezTo>
                  <a:pt x="491616" y="21925"/>
                  <a:pt x="493805" y="20360"/>
                  <a:pt x="496385" y="19243"/>
                </a:cubicBezTo>
                <a:cubicBezTo>
                  <a:pt x="498965" y="18127"/>
                  <a:pt x="501894" y="17569"/>
                  <a:pt x="505170" y="17569"/>
                </a:cubicBezTo>
                <a:cubicBezTo>
                  <a:pt x="508301" y="17569"/>
                  <a:pt x="511106" y="18055"/>
                  <a:pt x="513585" y="19026"/>
                </a:cubicBezTo>
                <a:cubicBezTo>
                  <a:pt x="516063" y="19997"/>
                  <a:pt x="518165" y="21418"/>
                  <a:pt x="519890" y="23288"/>
                </a:cubicBezTo>
                <a:cubicBezTo>
                  <a:pt x="521615" y="25158"/>
                  <a:pt x="522935" y="27484"/>
                  <a:pt x="523848" y="30268"/>
                </a:cubicBezTo>
                <a:cubicBezTo>
                  <a:pt x="524761" y="33051"/>
                  <a:pt x="525218" y="36240"/>
                  <a:pt x="525218" y="39835"/>
                </a:cubicBezTo>
                <a:moveTo>
                  <a:pt x="517477" y="40183"/>
                </a:moveTo>
                <a:cubicBezTo>
                  <a:pt x="517477" y="37487"/>
                  <a:pt x="517180" y="35131"/>
                  <a:pt x="516585" y="33116"/>
                </a:cubicBezTo>
                <a:cubicBezTo>
                  <a:pt x="515991" y="31101"/>
                  <a:pt x="515143" y="29420"/>
                  <a:pt x="514041" y="28072"/>
                </a:cubicBezTo>
                <a:cubicBezTo>
                  <a:pt x="512940" y="26723"/>
                  <a:pt x="511599" y="25709"/>
                  <a:pt x="510019" y="25027"/>
                </a:cubicBezTo>
                <a:cubicBezTo>
                  <a:pt x="508439" y="24346"/>
                  <a:pt x="506677" y="24005"/>
                  <a:pt x="504735" y="24005"/>
                </a:cubicBezTo>
                <a:cubicBezTo>
                  <a:pt x="502473" y="24005"/>
                  <a:pt x="500538" y="24448"/>
                  <a:pt x="498929" y="25332"/>
                </a:cubicBezTo>
                <a:cubicBezTo>
                  <a:pt x="497320" y="26216"/>
                  <a:pt x="496001" y="27398"/>
                  <a:pt x="494972" y="28876"/>
                </a:cubicBezTo>
                <a:cubicBezTo>
                  <a:pt x="493943" y="30355"/>
                  <a:pt x="493189" y="32072"/>
                  <a:pt x="492710" y="34029"/>
                </a:cubicBezTo>
                <a:cubicBezTo>
                  <a:pt x="492232" y="35986"/>
                  <a:pt x="491993" y="38038"/>
                  <a:pt x="491993" y="40183"/>
                </a:cubicBezTo>
                <a:cubicBezTo>
                  <a:pt x="491993" y="42879"/>
                  <a:pt x="492290" y="45242"/>
                  <a:pt x="492884" y="47272"/>
                </a:cubicBezTo>
                <a:cubicBezTo>
                  <a:pt x="493479" y="49301"/>
                  <a:pt x="494327" y="50990"/>
                  <a:pt x="495428" y="52338"/>
                </a:cubicBezTo>
                <a:cubicBezTo>
                  <a:pt x="496530" y="53686"/>
                  <a:pt x="497864" y="54701"/>
                  <a:pt x="499429" y="55382"/>
                </a:cubicBezTo>
                <a:cubicBezTo>
                  <a:pt x="500995" y="56063"/>
                  <a:pt x="502763" y="56404"/>
                  <a:pt x="504735" y="56404"/>
                </a:cubicBezTo>
                <a:cubicBezTo>
                  <a:pt x="506996" y="56404"/>
                  <a:pt x="508931" y="55962"/>
                  <a:pt x="510540" y="55078"/>
                </a:cubicBezTo>
                <a:cubicBezTo>
                  <a:pt x="512150" y="54193"/>
                  <a:pt x="513469" y="53012"/>
                  <a:pt x="514498" y="51533"/>
                </a:cubicBezTo>
                <a:cubicBezTo>
                  <a:pt x="515527" y="50055"/>
                  <a:pt x="516281" y="48337"/>
                  <a:pt x="516759" y="46380"/>
                </a:cubicBezTo>
                <a:cubicBezTo>
                  <a:pt x="517238" y="44423"/>
                  <a:pt x="517477" y="42357"/>
                  <a:pt x="517477" y="40183"/>
                </a:cubicBezTo>
                <a:close/>
                <a:moveTo>
                  <a:pt x="535982" y="18352"/>
                </a:moveTo>
                <a:lnTo>
                  <a:pt x="542723" y="18352"/>
                </a:lnTo>
                <a:lnTo>
                  <a:pt x="543027" y="25397"/>
                </a:lnTo>
                <a:cubicBezTo>
                  <a:pt x="544303" y="23889"/>
                  <a:pt x="545535" y="22636"/>
                  <a:pt x="546724" y="21635"/>
                </a:cubicBezTo>
                <a:cubicBezTo>
                  <a:pt x="547913" y="20635"/>
                  <a:pt x="549080" y="19831"/>
                  <a:pt x="550225" y="19222"/>
                </a:cubicBezTo>
                <a:cubicBezTo>
                  <a:pt x="551370" y="18613"/>
                  <a:pt x="552537" y="18185"/>
                  <a:pt x="553725" y="17939"/>
                </a:cubicBezTo>
                <a:cubicBezTo>
                  <a:pt x="554914" y="17692"/>
                  <a:pt x="556146" y="17569"/>
                  <a:pt x="557422" y="17569"/>
                </a:cubicBezTo>
                <a:cubicBezTo>
                  <a:pt x="561916" y="17569"/>
                  <a:pt x="565315" y="18896"/>
                  <a:pt x="567620" y="21548"/>
                </a:cubicBezTo>
                <a:cubicBezTo>
                  <a:pt x="569925" y="24201"/>
                  <a:pt x="571077" y="28195"/>
                  <a:pt x="571077" y="33529"/>
                </a:cubicBezTo>
                <a:lnTo>
                  <a:pt x="571077" y="62014"/>
                </a:lnTo>
                <a:lnTo>
                  <a:pt x="563510" y="62014"/>
                </a:lnTo>
                <a:lnTo>
                  <a:pt x="563510" y="34138"/>
                </a:lnTo>
                <a:cubicBezTo>
                  <a:pt x="563510" y="30717"/>
                  <a:pt x="562872" y="28188"/>
                  <a:pt x="561597" y="26549"/>
                </a:cubicBezTo>
                <a:cubicBezTo>
                  <a:pt x="560321" y="24911"/>
                  <a:pt x="558422" y="24092"/>
                  <a:pt x="555900" y="24092"/>
                </a:cubicBezTo>
                <a:cubicBezTo>
                  <a:pt x="554972" y="24092"/>
                  <a:pt x="554066" y="24230"/>
                  <a:pt x="553182" y="24506"/>
                </a:cubicBezTo>
                <a:cubicBezTo>
                  <a:pt x="552298" y="24781"/>
                  <a:pt x="551377" y="25259"/>
                  <a:pt x="550420" y="25941"/>
                </a:cubicBezTo>
                <a:cubicBezTo>
                  <a:pt x="549464" y="26622"/>
                  <a:pt x="548427" y="27542"/>
                  <a:pt x="547311" y="28702"/>
                </a:cubicBezTo>
                <a:cubicBezTo>
                  <a:pt x="546195" y="29862"/>
                  <a:pt x="544941" y="31311"/>
                  <a:pt x="543549" y="33051"/>
                </a:cubicBezTo>
                <a:lnTo>
                  <a:pt x="543549" y="62014"/>
                </a:lnTo>
                <a:lnTo>
                  <a:pt x="535982" y="62014"/>
                </a:lnTo>
                <a:lnTo>
                  <a:pt x="535982" y="18352"/>
                </a:lnTo>
                <a:close/>
                <a:moveTo>
                  <a:pt x="619328" y="50098"/>
                </a:moveTo>
                <a:cubicBezTo>
                  <a:pt x="619328" y="51635"/>
                  <a:pt x="619067" y="53012"/>
                  <a:pt x="618546" y="54230"/>
                </a:cubicBezTo>
                <a:cubicBezTo>
                  <a:pt x="618024" y="55447"/>
                  <a:pt x="617313" y="56527"/>
                  <a:pt x="616415" y="57470"/>
                </a:cubicBezTo>
                <a:cubicBezTo>
                  <a:pt x="615516" y="58412"/>
                  <a:pt x="614472" y="59216"/>
                  <a:pt x="613283" y="59883"/>
                </a:cubicBezTo>
                <a:cubicBezTo>
                  <a:pt x="612095" y="60550"/>
                  <a:pt x="610826" y="61101"/>
                  <a:pt x="609478" y="61536"/>
                </a:cubicBezTo>
                <a:cubicBezTo>
                  <a:pt x="608130" y="61971"/>
                  <a:pt x="606746" y="62289"/>
                  <a:pt x="605325" y="62492"/>
                </a:cubicBezTo>
                <a:cubicBezTo>
                  <a:pt x="603905" y="62695"/>
                  <a:pt x="602513" y="62797"/>
                  <a:pt x="601150" y="62797"/>
                </a:cubicBezTo>
                <a:cubicBezTo>
                  <a:pt x="598193" y="62797"/>
                  <a:pt x="595475" y="62666"/>
                  <a:pt x="592996" y="62405"/>
                </a:cubicBezTo>
                <a:cubicBezTo>
                  <a:pt x="590517" y="62144"/>
                  <a:pt x="588089" y="61724"/>
                  <a:pt x="585712" y="61144"/>
                </a:cubicBezTo>
                <a:lnTo>
                  <a:pt x="585712" y="54186"/>
                </a:lnTo>
                <a:cubicBezTo>
                  <a:pt x="588263" y="54911"/>
                  <a:pt x="590800" y="55462"/>
                  <a:pt x="593322" y="55839"/>
                </a:cubicBezTo>
                <a:cubicBezTo>
                  <a:pt x="595845" y="56216"/>
                  <a:pt x="598353" y="56404"/>
                  <a:pt x="600846" y="56404"/>
                </a:cubicBezTo>
                <a:cubicBezTo>
                  <a:pt x="604470" y="56404"/>
                  <a:pt x="607152" y="55911"/>
                  <a:pt x="608891" y="54925"/>
                </a:cubicBezTo>
                <a:cubicBezTo>
                  <a:pt x="610631" y="53940"/>
                  <a:pt x="611500" y="52534"/>
                  <a:pt x="611500" y="50707"/>
                </a:cubicBezTo>
                <a:cubicBezTo>
                  <a:pt x="611500" y="49924"/>
                  <a:pt x="611363" y="49221"/>
                  <a:pt x="611087" y="48598"/>
                </a:cubicBezTo>
                <a:cubicBezTo>
                  <a:pt x="610812" y="47975"/>
                  <a:pt x="610312" y="47380"/>
                  <a:pt x="609587" y="46815"/>
                </a:cubicBezTo>
                <a:cubicBezTo>
                  <a:pt x="608862" y="46250"/>
                  <a:pt x="607739" y="45663"/>
                  <a:pt x="606217" y="45054"/>
                </a:cubicBezTo>
                <a:cubicBezTo>
                  <a:pt x="604695" y="44445"/>
                  <a:pt x="602614" y="43749"/>
                  <a:pt x="599976" y="42966"/>
                </a:cubicBezTo>
                <a:cubicBezTo>
                  <a:pt x="598005" y="42386"/>
                  <a:pt x="596185" y="41727"/>
                  <a:pt x="594518" y="40988"/>
                </a:cubicBezTo>
                <a:cubicBezTo>
                  <a:pt x="592851" y="40248"/>
                  <a:pt x="591409" y="39371"/>
                  <a:pt x="590191" y="38357"/>
                </a:cubicBezTo>
                <a:cubicBezTo>
                  <a:pt x="588974" y="37342"/>
                  <a:pt x="588017" y="36153"/>
                  <a:pt x="587321" y="34790"/>
                </a:cubicBezTo>
                <a:cubicBezTo>
                  <a:pt x="586625" y="33428"/>
                  <a:pt x="586277" y="31819"/>
                  <a:pt x="586277" y="29963"/>
                </a:cubicBezTo>
                <a:cubicBezTo>
                  <a:pt x="586277" y="28746"/>
                  <a:pt x="586560" y="27412"/>
                  <a:pt x="587125" y="25962"/>
                </a:cubicBezTo>
                <a:cubicBezTo>
                  <a:pt x="587691" y="24513"/>
                  <a:pt x="588655" y="23165"/>
                  <a:pt x="590017" y="21918"/>
                </a:cubicBezTo>
                <a:cubicBezTo>
                  <a:pt x="591380" y="20671"/>
                  <a:pt x="593221" y="19635"/>
                  <a:pt x="595540" y="18809"/>
                </a:cubicBezTo>
                <a:cubicBezTo>
                  <a:pt x="597860" y="17982"/>
                  <a:pt x="600759" y="17569"/>
                  <a:pt x="604238" y="17569"/>
                </a:cubicBezTo>
                <a:cubicBezTo>
                  <a:pt x="605948" y="17569"/>
                  <a:pt x="607847" y="17663"/>
                  <a:pt x="609935" y="17852"/>
                </a:cubicBezTo>
                <a:cubicBezTo>
                  <a:pt x="612022" y="18040"/>
                  <a:pt x="614197" y="18366"/>
                  <a:pt x="616458" y="18830"/>
                </a:cubicBezTo>
                <a:lnTo>
                  <a:pt x="616458" y="25571"/>
                </a:lnTo>
                <a:cubicBezTo>
                  <a:pt x="614081" y="24991"/>
                  <a:pt x="611827" y="24564"/>
                  <a:pt x="609696" y="24288"/>
                </a:cubicBezTo>
                <a:cubicBezTo>
                  <a:pt x="607565" y="24013"/>
                  <a:pt x="605717" y="23875"/>
                  <a:pt x="604151" y="23875"/>
                </a:cubicBezTo>
                <a:cubicBezTo>
                  <a:pt x="602267" y="23875"/>
                  <a:pt x="600679" y="24020"/>
                  <a:pt x="599389" y="24310"/>
                </a:cubicBezTo>
                <a:cubicBezTo>
                  <a:pt x="598099" y="24600"/>
                  <a:pt x="597055" y="24998"/>
                  <a:pt x="596258" y="25506"/>
                </a:cubicBezTo>
                <a:cubicBezTo>
                  <a:pt x="595461" y="26013"/>
                  <a:pt x="594888" y="26607"/>
                  <a:pt x="594540" y="27289"/>
                </a:cubicBezTo>
                <a:cubicBezTo>
                  <a:pt x="594192" y="27970"/>
                  <a:pt x="594018" y="28702"/>
                  <a:pt x="594018" y="29485"/>
                </a:cubicBezTo>
                <a:cubicBezTo>
                  <a:pt x="594018" y="30268"/>
                  <a:pt x="594170" y="30978"/>
                  <a:pt x="594475" y="31616"/>
                </a:cubicBezTo>
                <a:cubicBezTo>
                  <a:pt x="594779" y="32254"/>
                  <a:pt x="595345" y="32870"/>
                  <a:pt x="596171" y="33464"/>
                </a:cubicBezTo>
                <a:cubicBezTo>
                  <a:pt x="596997" y="34058"/>
                  <a:pt x="598150" y="34653"/>
                  <a:pt x="599628" y="35247"/>
                </a:cubicBezTo>
                <a:cubicBezTo>
                  <a:pt x="601107" y="35841"/>
                  <a:pt x="603035" y="36487"/>
                  <a:pt x="605412" y="37182"/>
                </a:cubicBezTo>
                <a:cubicBezTo>
                  <a:pt x="607992" y="37936"/>
                  <a:pt x="610167" y="38726"/>
                  <a:pt x="611935" y="39552"/>
                </a:cubicBezTo>
                <a:cubicBezTo>
                  <a:pt x="613704" y="40379"/>
                  <a:pt x="615139" y="41299"/>
                  <a:pt x="616241" y="42314"/>
                </a:cubicBezTo>
                <a:cubicBezTo>
                  <a:pt x="617342" y="43329"/>
                  <a:pt x="618132" y="44474"/>
                  <a:pt x="618611" y="45749"/>
                </a:cubicBezTo>
                <a:cubicBezTo>
                  <a:pt x="619089" y="47025"/>
                  <a:pt x="619328" y="48475"/>
                  <a:pt x="619328" y="50098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=[">
            <a:extLst xmlns:a="http://schemas.openxmlformats.org/drawingml/2006/main">
              <a:ext uri="{FF2B5EF4-FFF2-40B4-BE49-F238E27FC236}">
                <a16:creationId xmlns:a16="http://schemas.microsoft.com/office/drawing/2014/main" id="{3606CA24-D003-4D3E-871D-34C5CB2E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344" y="5244595"/>
            <a:ext cx="128205" cy="80801"/>
          </a:xfrm>
          <a:custGeom xmlns:a="http://schemas.openxmlformats.org/drawingml/2006/main">
            <a:pathLst>
              <a:path w="128205" h="80801">
                <a:moveTo>
                  <a:pt x="37400" y="34877"/>
                </a:moveTo>
                <a:lnTo>
                  <a:pt x="0" y="34877"/>
                </a:lnTo>
                <a:lnTo>
                  <a:pt x="0" y="28485"/>
                </a:lnTo>
                <a:lnTo>
                  <a:pt x="37400" y="28485"/>
                </a:lnTo>
                <a:lnTo>
                  <a:pt x="37400" y="34877"/>
                </a:lnTo>
                <a:moveTo>
                  <a:pt x="37400" y="50055"/>
                </a:moveTo>
                <a:lnTo>
                  <a:pt x="0" y="50055"/>
                </a:lnTo>
                <a:lnTo>
                  <a:pt x="0" y="43662"/>
                </a:lnTo>
                <a:lnTo>
                  <a:pt x="37400" y="43662"/>
                </a:lnTo>
                <a:lnTo>
                  <a:pt x="37400" y="50055"/>
                </a:lnTo>
                <a:close/>
                <a:moveTo>
                  <a:pt x="128205" y="80801"/>
                </a:moveTo>
                <a:lnTo>
                  <a:pt x="106765" y="80801"/>
                </a:lnTo>
                <a:lnTo>
                  <a:pt x="106765" y="0"/>
                </a:lnTo>
                <a:lnTo>
                  <a:pt x="128205" y="0"/>
                </a:lnTo>
                <a:lnTo>
                  <a:pt x="128205" y="6088"/>
                </a:lnTo>
                <a:lnTo>
                  <a:pt x="113984" y="6088"/>
                </a:lnTo>
                <a:lnTo>
                  <a:pt x="113984" y="74713"/>
                </a:lnTo>
                <a:lnTo>
                  <a:pt x="128205" y="74713"/>
                </a:lnTo>
                <a:lnTo>
                  <a:pt x="128205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i">
            <a:extLst xmlns:a="http://schemas.openxmlformats.org/drawingml/2006/main">
              <a:ext uri="{FF2B5EF4-FFF2-40B4-BE49-F238E27FC236}">
                <a16:creationId xmlns:a16="http://schemas.microsoft.com/office/drawing/2014/main" id="{51D2CA2A-16D2-46E4-B224-F3D42F1E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39" y="5245552"/>
            <a:ext cx="35008" cy="62014"/>
          </a:xfrm>
          <a:custGeom xmlns:a="http://schemas.openxmlformats.org/drawingml/2006/main">
            <a:pathLst>
              <a:path w="35008" h="62014">
                <a:moveTo>
                  <a:pt x="14351" y="24614"/>
                </a:moveTo>
                <a:lnTo>
                  <a:pt x="1435" y="24614"/>
                </a:lnTo>
                <a:lnTo>
                  <a:pt x="1435" y="18352"/>
                </a:lnTo>
                <a:lnTo>
                  <a:pt x="22005" y="1835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24614"/>
                </a:lnTo>
                <a:moveTo>
                  <a:pt x="17004" y="0"/>
                </a:moveTo>
                <a:cubicBezTo>
                  <a:pt x="17845" y="0"/>
                  <a:pt x="18627" y="152"/>
                  <a:pt x="19352" y="457"/>
                </a:cubicBezTo>
                <a:cubicBezTo>
                  <a:pt x="20077" y="761"/>
                  <a:pt x="20708" y="1189"/>
                  <a:pt x="21244" y="1740"/>
                </a:cubicBezTo>
                <a:cubicBezTo>
                  <a:pt x="21780" y="2290"/>
                  <a:pt x="22201" y="2921"/>
                  <a:pt x="22505" y="3631"/>
                </a:cubicBezTo>
                <a:cubicBezTo>
                  <a:pt x="22810" y="4342"/>
                  <a:pt x="22962" y="5117"/>
                  <a:pt x="22962" y="5958"/>
                </a:cubicBezTo>
                <a:cubicBezTo>
                  <a:pt x="22962" y="6770"/>
                  <a:pt x="22810" y="7538"/>
                  <a:pt x="22505" y="8263"/>
                </a:cubicBezTo>
                <a:cubicBezTo>
                  <a:pt x="22201" y="8988"/>
                  <a:pt x="21780" y="9625"/>
                  <a:pt x="21244" y="10176"/>
                </a:cubicBezTo>
                <a:cubicBezTo>
                  <a:pt x="20708" y="10727"/>
                  <a:pt x="20077" y="11155"/>
                  <a:pt x="19352" y="11459"/>
                </a:cubicBezTo>
                <a:cubicBezTo>
                  <a:pt x="18627" y="11764"/>
                  <a:pt x="17845" y="11916"/>
                  <a:pt x="17004" y="11916"/>
                </a:cubicBezTo>
                <a:cubicBezTo>
                  <a:pt x="16163" y="11916"/>
                  <a:pt x="15380" y="11764"/>
                  <a:pt x="14655" y="11459"/>
                </a:cubicBezTo>
                <a:cubicBezTo>
                  <a:pt x="13931" y="11155"/>
                  <a:pt x="13300" y="10727"/>
                  <a:pt x="12764" y="10176"/>
                </a:cubicBezTo>
                <a:cubicBezTo>
                  <a:pt x="12227" y="9625"/>
                  <a:pt x="11807" y="8988"/>
                  <a:pt x="11503" y="8263"/>
                </a:cubicBezTo>
                <a:cubicBezTo>
                  <a:pt x="11198" y="7538"/>
                  <a:pt x="11046" y="6770"/>
                  <a:pt x="11046" y="5958"/>
                </a:cubicBezTo>
                <a:cubicBezTo>
                  <a:pt x="11046" y="5117"/>
                  <a:pt x="11198" y="4342"/>
                  <a:pt x="11503" y="3631"/>
                </a:cubicBezTo>
                <a:cubicBezTo>
                  <a:pt x="11807" y="2921"/>
                  <a:pt x="12227" y="2290"/>
                  <a:pt x="12764" y="1740"/>
                </a:cubicBezTo>
                <a:cubicBezTo>
                  <a:pt x="13300" y="1189"/>
                  <a:pt x="13931" y="761"/>
                  <a:pt x="14655" y="457"/>
                </a:cubicBezTo>
                <a:cubicBezTo>
                  <a:pt x="15380" y="152"/>
                  <a:pt x="16163" y="0"/>
                  <a:pt x="17004" y="0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for">
            <a:extLst xmlns:a="http://schemas.openxmlformats.org/drawingml/2006/main">
              <a:ext uri="{FF2B5EF4-FFF2-40B4-BE49-F238E27FC236}">
                <a16:creationId xmlns:a16="http://schemas.microsoft.com/office/drawing/2014/main" id="{8D16BBB6-1A91-424D-9FF1-09BC7D7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781" y="5245552"/>
            <a:ext cx="148934" cy="80279"/>
          </a:xfrm>
          <a:custGeom xmlns:a="http://schemas.openxmlformats.org/drawingml/2006/main">
            <a:pathLst>
              <a:path w="148934" h="80279">
                <a:moveTo>
                  <a:pt x="25093" y="62782"/>
                </a:moveTo>
                <a:cubicBezTo>
                  <a:pt x="24484" y="65800"/>
                  <a:pt x="23629" y="68404"/>
                  <a:pt x="22527" y="70595"/>
                </a:cubicBezTo>
                <a:cubicBezTo>
                  <a:pt x="21425" y="72785"/>
                  <a:pt x="20026" y="74599"/>
                  <a:pt x="18330" y="76035"/>
                </a:cubicBezTo>
                <a:cubicBezTo>
                  <a:pt x="16634" y="77472"/>
                  <a:pt x="14619" y="78538"/>
                  <a:pt x="12285" y="79234"/>
                </a:cubicBezTo>
                <a:cubicBezTo>
                  <a:pt x="9952" y="79931"/>
                  <a:pt x="7248" y="80279"/>
                  <a:pt x="4175" y="80279"/>
                </a:cubicBezTo>
                <a:cubicBezTo>
                  <a:pt x="3595" y="80279"/>
                  <a:pt x="2899" y="80265"/>
                  <a:pt x="2087" y="80236"/>
                </a:cubicBezTo>
                <a:cubicBezTo>
                  <a:pt x="1276" y="80207"/>
                  <a:pt x="580" y="80163"/>
                  <a:pt x="0" y="80105"/>
                </a:cubicBezTo>
                <a:lnTo>
                  <a:pt x="1218" y="73582"/>
                </a:lnTo>
                <a:cubicBezTo>
                  <a:pt x="2551" y="73756"/>
                  <a:pt x="3798" y="73843"/>
                  <a:pt x="4958" y="73843"/>
                </a:cubicBezTo>
                <a:cubicBezTo>
                  <a:pt x="8408" y="73843"/>
                  <a:pt x="11162" y="72957"/>
                  <a:pt x="13220" y="71185"/>
                </a:cubicBezTo>
                <a:cubicBezTo>
                  <a:pt x="15279" y="69412"/>
                  <a:pt x="16685" y="66611"/>
                  <a:pt x="17439" y="62781"/>
                </a:cubicBezTo>
                <a:lnTo>
                  <a:pt x="23831" y="30964"/>
                </a:lnTo>
                <a:lnTo>
                  <a:pt x="9785" y="30964"/>
                </a:lnTo>
                <a:lnTo>
                  <a:pt x="11046" y="24658"/>
                </a:lnTo>
                <a:lnTo>
                  <a:pt x="25093" y="24658"/>
                </a:lnTo>
                <a:lnTo>
                  <a:pt x="26528" y="17439"/>
                </a:lnTo>
                <a:cubicBezTo>
                  <a:pt x="27687" y="11669"/>
                  <a:pt x="29949" y="7320"/>
                  <a:pt x="33312" y="4392"/>
                </a:cubicBezTo>
                <a:cubicBezTo>
                  <a:pt x="36675" y="1464"/>
                  <a:pt x="41386" y="0"/>
                  <a:pt x="47446" y="0"/>
                </a:cubicBezTo>
                <a:cubicBezTo>
                  <a:pt x="48982" y="0"/>
                  <a:pt x="50671" y="87"/>
                  <a:pt x="52512" y="262"/>
                </a:cubicBezTo>
                <a:cubicBezTo>
                  <a:pt x="54353" y="437"/>
                  <a:pt x="56172" y="699"/>
                  <a:pt x="57970" y="1049"/>
                </a:cubicBezTo>
                <a:lnTo>
                  <a:pt x="56621" y="7523"/>
                </a:lnTo>
                <a:cubicBezTo>
                  <a:pt x="54969" y="7133"/>
                  <a:pt x="53309" y="6833"/>
                  <a:pt x="51642" y="6622"/>
                </a:cubicBezTo>
                <a:cubicBezTo>
                  <a:pt x="49975" y="6411"/>
                  <a:pt x="48315" y="6306"/>
                  <a:pt x="46663" y="6306"/>
                </a:cubicBezTo>
                <a:cubicBezTo>
                  <a:pt x="43213" y="6306"/>
                  <a:pt x="40458" y="7234"/>
                  <a:pt x="38400" y="9089"/>
                </a:cubicBezTo>
                <a:cubicBezTo>
                  <a:pt x="36342" y="10945"/>
                  <a:pt x="34935" y="13728"/>
                  <a:pt x="34182" y="17439"/>
                </a:cubicBezTo>
                <a:lnTo>
                  <a:pt x="32747" y="24658"/>
                </a:lnTo>
                <a:lnTo>
                  <a:pt x="51925" y="24658"/>
                </a:lnTo>
                <a:lnTo>
                  <a:pt x="50664" y="30964"/>
                </a:lnTo>
                <a:lnTo>
                  <a:pt x="31529" y="30964"/>
                </a:lnTo>
                <a:lnTo>
                  <a:pt x="25093" y="62782"/>
                </a:lnTo>
                <a:moveTo>
                  <a:pt x="4523" y="18352"/>
                </a:moveTo>
                <a:lnTo>
                  <a:pt x="4523" y="18352"/>
                </a:lnTo>
                <a:close/>
                <a:moveTo>
                  <a:pt x="73344" y="62797"/>
                </a:moveTo>
                <a:cubicBezTo>
                  <a:pt x="68125" y="62797"/>
                  <a:pt x="64059" y="61456"/>
                  <a:pt x="61145" y="58774"/>
                </a:cubicBezTo>
                <a:cubicBezTo>
                  <a:pt x="58232" y="56092"/>
                  <a:pt x="56775" y="52070"/>
                  <a:pt x="56775" y="46706"/>
                </a:cubicBezTo>
                <a:cubicBezTo>
                  <a:pt x="56775" y="44300"/>
                  <a:pt x="57028" y="41915"/>
                  <a:pt x="57536" y="39552"/>
                </a:cubicBezTo>
                <a:cubicBezTo>
                  <a:pt x="58043" y="37190"/>
                  <a:pt x="58790" y="34928"/>
                  <a:pt x="59775" y="32768"/>
                </a:cubicBezTo>
                <a:cubicBezTo>
                  <a:pt x="60761" y="30608"/>
                  <a:pt x="61979" y="28601"/>
                  <a:pt x="63428" y="26745"/>
                </a:cubicBezTo>
                <a:cubicBezTo>
                  <a:pt x="64878" y="24890"/>
                  <a:pt x="66545" y="23281"/>
                  <a:pt x="68430" y="21918"/>
                </a:cubicBezTo>
                <a:cubicBezTo>
                  <a:pt x="70314" y="20555"/>
                  <a:pt x="72394" y="19490"/>
                  <a:pt x="74670" y="18722"/>
                </a:cubicBezTo>
                <a:cubicBezTo>
                  <a:pt x="76946" y="17953"/>
                  <a:pt x="79418" y="17569"/>
                  <a:pt x="82085" y="17569"/>
                </a:cubicBezTo>
                <a:cubicBezTo>
                  <a:pt x="84694" y="17569"/>
                  <a:pt x="87021" y="17910"/>
                  <a:pt x="89065" y="18591"/>
                </a:cubicBezTo>
                <a:cubicBezTo>
                  <a:pt x="91109" y="19272"/>
                  <a:pt x="92834" y="20287"/>
                  <a:pt x="94240" y="21635"/>
                </a:cubicBezTo>
                <a:cubicBezTo>
                  <a:pt x="95646" y="22983"/>
                  <a:pt x="96726" y="24665"/>
                  <a:pt x="97480" y="26680"/>
                </a:cubicBezTo>
                <a:cubicBezTo>
                  <a:pt x="98233" y="28695"/>
                  <a:pt x="98610" y="31036"/>
                  <a:pt x="98610" y="33703"/>
                </a:cubicBezTo>
                <a:cubicBezTo>
                  <a:pt x="98610" y="36081"/>
                  <a:pt x="98357" y="38451"/>
                  <a:pt x="97849" y="40814"/>
                </a:cubicBezTo>
                <a:cubicBezTo>
                  <a:pt x="97342" y="43176"/>
                  <a:pt x="96595" y="45438"/>
                  <a:pt x="95610" y="47598"/>
                </a:cubicBezTo>
                <a:cubicBezTo>
                  <a:pt x="94624" y="49758"/>
                  <a:pt x="93406" y="51765"/>
                  <a:pt x="91957" y="53621"/>
                </a:cubicBezTo>
                <a:cubicBezTo>
                  <a:pt x="90507" y="55476"/>
                  <a:pt x="88847" y="57085"/>
                  <a:pt x="86977" y="58448"/>
                </a:cubicBezTo>
                <a:cubicBezTo>
                  <a:pt x="85107" y="59811"/>
                  <a:pt x="83027" y="60876"/>
                  <a:pt x="80737" y="61644"/>
                </a:cubicBezTo>
                <a:cubicBezTo>
                  <a:pt x="78446" y="62413"/>
                  <a:pt x="75982" y="62797"/>
                  <a:pt x="73344" y="62797"/>
                </a:cubicBezTo>
                <a:moveTo>
                  <a:pt x="90869" y="34486"/>
                </a:moveTo>
                <a:cubicBezTo>
                  <a:pt x="90869" y="30978"/>
                  <a:pt x="90043" y="28354"/>
                  <a:pt x="88391" y="26615"/>
                </a:cubicBezTo>
                <a:cubicBezTo>
                  <a:pt x="86738" y="24875"/>
                  <a:pt x="84332" y="24005"/>
                  <a:pt x="81172" y="24005"/>
                </a:cubicBezTo>
                <a:cubicBezTo>
                  <a:pt x="79374" y="24005"/>
                  <a:pt x="77707" y="24317"/>
                  <a:pt x="76170" y="24940"/>
                </a:cubicBezTo>
                <a:cubicBezTo>
                  <a:pt x="74634" y="25564"/>
                  <a:pt x="73250" y="26419"/>
                  <a:pt x="72017" y="27506"/>
                </a:cubicBezTo>
                <a:cubicBezTo>
                  <a:pt x="70785" y="28593"/>
                  <a:pt x="69698" y="29855"/>
                  <a:pt x="68756" y="31290"/>
                </a:cubicBezTo>
                <a:cubicBezTo>
                  <a:pt x="67813" y="32725"/>
                  <a:pt x="67031" y="34247"/>
                  <a:pt x="66407" y="35856"/>
                </a:cubicBezTo>
                <a:cubicBezTo>
                  <a:pt x="65784" y="37465"/>
                  <a:pt x="65313" y="39132"/>
                  <a:pt x="64994" y="40857"/>
                </a:cubicBezTo>
                <a:cubicBezTo>
                  <a:pt x="64675" y="42582"/>
                  <a:pt x="64516" y="44256"/>
                  <a:pt x="64516" y="45880"/>
                </a:cubicBezTo>
                <a:cubicBezTo>
                  <a:pt x="64516" y="49388"/>
                  <a:pt x="65342" y="52019"/>
                  <a:pt x="66994" y="53773"/>
                </a:cubicBezTo>
                <a:cubicBezTo>
                  <a:pt x="68647" y="55527"/>
                  <a:pt x="71053" y="56404"/>
                  <a:pt x="74213" y="56404"/>
                </a:cubicBezTo>
                <a:cubicBezTo>
                  <a:pt x="76040" y="56404"/>
                  <a:pt x="77714" y="56092"/>
                  <a:pt x="79236" y="55469"/>
                </a:cubicBezTo>
                <a:cubicBezTo>
                  <a:pt x="80758" y="54846"/>
                  <a:pt x="82136" y="53990"/>
                  <a:pt x="83368" y="52903"/>
                </a:cubicBezTo>
                <a:cubicBezTo>
                  <a:pt x="84600" y="51816"/>
                  <a:pt x="85687" y="50555"/>
                  <a:pt x="86629" y="49120"/>
                </a:cubicBezTo>
                <a:cubicBezTo>
                  <a:pt x="87572" y="47685"/>
                  <a:pt x="88354" y="46155"/>
                  <a:pt x="88978" y="44532"/>
                </a:cubicBezTo>
                <a:cubicBezTo>
                  <a:pt x="89601" y="42908"/>
                  <a:pt x="90072" y="41234"/>
                  <a:pt x="90391" y="39509"/>
                </a:cubicBezTo>
                <a:cubicBezTo>
                  <a:pt x="90710" y="37784"/>
                  <a:pt x="90869" y="36110"/>
                  <a:pt x="90869" y="34486"/>
                </a:cubicBezTo>
                <a:close/>
                <a:moveTo>
                  <a:pt x="111071" y="38362"/>
                </a:moveTo>
                <a:cubicBezTo>
                  <a:pt x="111187" y="37810"/>
                  <a:pt x="111310" y="37086"/>
                  <a:pt x="111440" y="36189"/>
                </a:cubicBezTo>
                <a:cubicBezTo>
                  <a:pt x="111571" y="35292"/>
                  <a:pt x="111723" y="34084"/>
                  <a:pt x="111897" y="32566"/>
                </a:cubicBezTo>
                <a:cubicBezTo>
                  <a:pt x="112071" y="31046"/>
                  <a:pt x="112288" y="29137"/>
                  <a:pt x="112549" y="26836"/>
                </a:cubicBezTo>
                <a:cubicBezTo>
                  <a:pt x="112810" y="24536"/>
                  <a:pt x="113115" y="21708"/>
                  <a:pt x="113463" y="18352"/>
                </a:cubicBezTo>
                <a:lnTo>
                  <a:pt x="120595" y="18352"/>
                </a:lnTo>
                <a:lnTo>
                  <a:pt x="119507" y="28415"/>
                </a:lnTo>
                <a:cubicBezTo>
                  <a:pt x="120522" y="26940"/>
                  <a:pt x="121624" y="25545"/>
                  <a:pt x="122812" y="24230"/>
                </a:cubicBezTo>
                <a:cubicBezTo>
                  <a:pt x="124001" y="22913"/>
                  <a:pt x="125306" y="21764"/>
                  <a:pt x="126726" y="20781"/>
                </a:cubicBezTo>
                <a:cubicBezTo>
                  <a:pt x="128147" y="19797"/>
                  <a:pt x="129698" y="19016"/>
                  <a:pt x="131380" y="18438"/>
                </a:cubicBezTo>
                <a:cubicBezTo>
                  <a:pt x="133061" y="17859"/>
                  <a:pt x="134902" y="17569"/>
                  <a:pt x="136903" y="17569"/>
                </a:cubicBezTo>
                <a:cubicBezTo>
                  <a:pt x="141686" y="17569"/>
                  <a:pt x="144991" y="19059"/>
                  <a:pt x="146818" y="22038"/>
                </a:cubicBezTo>
                <a:cubicBezTo>
                  <a:pt x="148644" y="25017"/>
                  <a:pt x="148934" y="29325"/>
                  <a:pt x="147688" y="34964"/>
                </a:cubicBezTo>
                <a:lnTo>
                  <a:pt x="139990" y="34964"/>
                </a:lnTo>
                <a:cubicBezTo>
                  <a:pt x="140425" y="32972"/>
                  <a:pt x="140643" y="31283"/>
                  <a:pt x="140643" y="29897"/>
                </a:cubicBezTo>
                <a:cubicBezTo>
                  <a:pt x="140643" y="28511"/>
                  <a:pt x="140447" y="27392"/>
                  <a:pt x="140056" y="26540"/>
                </a:cubicBezTo>
                <a:cubicBezTo>
                  <a:pt x="139664" y="25688"/>
                  <a:pt x="139084" y="25068"/>
                  <a:pt x="138316" y="24678"/>
                </a:cubicBezTo>
                <a:cubicBezTo>
                  <a:pt x="137548" y="24288"/>
                  <a:pt x="136627" y="24092"/>
                  <a:pt x="135554" y="24092"/>
                </a:cubicBezTo>
                <a:cubicBezTo>
                  <a:pt x="133467" y="24092"/>
                  <a:pt x="131438" y="24722"/>
                  <a:pt x="129466" y="25981"/>
                </a:cubicBezTo>
                <a:cubicBezTo>
                  <a:pt x="127495" y="27240"/>
                  <a:pt x="125690" y="28889"/>
                  <a:pt x="124052" y="30930"/>
                </a:cubicBezTo>
                <a:cubicBezTo>
                  <a:pt x="122414" y="32969"/>
                  <a:pt x="121008" y="35262"/>
                  <a:pt x="119834" y="37809"/>
                </a:cubicBezTo>
                <a:cubicBezTo>
                  <a:pt x="118659" y="40356"/>
                  <a:pt x="117811" y="42921"/>
                  <a:pt x="117290" y="45506"/>
                </a:cubicBezTo>
                <a:lnTo>
                  <a:pt x="113984" y="62014"/>
                </a:lnTo>
                <a:lnTo>
                  <a:pt x="106331" y="62014"/>
                </a:lnTo>
                <a:lnTo>
                  <a:pt x="111071" y="38362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i">
            <a:extLst xmlns:a="http://schemas.openxmlformats.org/drawingml/2006/main">
              <a:ext uri="{FF2B5EF4-FFF2-40B4-BE49-F238E27FC236}">
                <a16:creationId xmlns:a16="http://schemas.microsoft.com/office/drawing/2014/main" id="{9600D1A8-86CB-41AC-B13B-83DB4815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877" y="5245552"/>
            <a:ext cx="35008" cy="62014"/>
          </a:xfrm>
          <a:custGeom xmlns:a="http://schemas.openxmlformats.org/drawingml/2006/main">
            <a:pathLst>
              <a:path w="35008" h="62014">
                <a:moveTo>
                  <a:pt x="14351" y="24614"/>
                </a:moveTo>
                <a:lnTo>
                  <a:pt x="1435" y="24614"/>
                </a:lnTo>
                <a:lnTo>
                  <a:pt x="1435" y="18352"/>
                </a:lnTo>
                <a:lnTo>
                  <a:pt x="22005" y="1835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24614"/>
                </a:lnTo>
                <a:moveTo>
                  <a:pt x="17004" y="0"/>
                </a:moveTo>
                <a:cubicBezTo>
                  <a:pt x="17845" y="0"/>
                  <a:pt x="18627" y="152"/>
                  <a:pt x="19352" y="457"/>
                </a:cubicBezTo>
                <a:cubicBezTo>
                  <a:pt x="20077" y="761"/>
                  <a:pt x="20708" y="1189"/>
                  <a:pt x="21244" y="1740"/>
                </a:cubicBezTo>
                <a:cubicBezTo>
                  <a:pt x="21780" y="2290"/>
                  <a:pt x="22201" y="2921"/>
                  <a:pt x="22505" y="3631"/>
                </a:cubicBezTo>
                <a:cubicBezTo>
                  <a:pt x="22810" y="4342"/>
                  <a:pt x="22962" y="5117"/>
                  <a:pt x="22962" y="5958"/>
                </a:cubicBezTo>
                <a:cubicBezTo>
                  <a:pt x="22962" y="6770"/>
                  <a:pt x="22810" y="7538"/>
                  <a:pt x="22505" y="8263"/>
                </a:cubicBezTo>
                <a:cubicBezTo>
                  <a:pt x="22201" y="8988"/>
                  <a:pt x="21780" y="9625"/>
                  <a:pt x="21244" y="10176"/>
                </a:cubicBezTo>
                <a:cubicBezTo>
                  <a:pt x="20708" y="10727"/>
                  <a:pt x="20077" y="11155"/>
                  <a:pt x="19352" y="11459"/>
                </a:cubicBezTo>
                <a:cubicBezTo>
                  <a:pt x="18627" y="11764"/>
                  <a:pt x="17845" y="11916"/>
                  <a:pt x="17004" y="11916"/>
                </a:cubicBezTo>
                <a:cubicBezTo>
                  <a:pt x="16163" y="11916"/>
                  <a:pt x="15380" y="11764"/>
                  <a:pt x="14655" y="11459"/>
                </a:cubicBezTo>
                <a:cubicBezTo>
                  <a:pt x="13931" y="11155"/>
                  <a:pt x="13300" y="10727"/>
                  <a:pt x="12764" y="10176"/>
                </a:cubicBezTo>
                <a:cubicBezTo>
                  <a:pt x="12227" y="9625"/>
                  <a:pt x="11807" y="8988"/>
                  <a:pt x="11503" y="8263"/>
                </a:cubicBezTo>
                <a:cubicBezTo>
                  <a:pt x="11198" y="7538"/>
                  <a:pt x="11046" y="6770"/>
                  <a:pt x="11046" y="5958"/>
                </a:cubicBezTo>
                <a:cubicBezTo>
                  <a:pt x="11046" y="5117"/>
                  <a:pt x="11198" y="4342"/>
                  <a:pt x="11503" y="3631"/>
                </a:cubicBezTo>
                <a:cubicBezTo>
                  <a:pt x="11807" y="2921"/>
                  <a:pt x="12227" y="2290"/>
                  <a:pt x="12764" y="1740"/>
                </a:cubicBezTo>
                <a:cubicBezTo>
                  <a:pt x="13300" y="1189"/>
                  <a:pt x="13931" y="761"/>
                  <a:pt x="14655" y="457"/>
                </a:cubicBezTo>
                <a:cubicBezTo>
                  <a:pt x="15380" y="152"/>
                  <a:pt x="16163" y="0"/>
                  <a:pt x="17004" y="0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,">
            <a:extLst xmlns:a="http://schemas.openxmlformats.org/drawingml/2006/main">
              <a:ext uri="{FF2B5EF4-FFF2-40B4-BE49-F238E27FC236}">
                <a16:creationId xmlns:a16="http://schemas.microsoft.com/office/drawing/2014/main" id="{9C66430A-3192-4555-A22A-467DB339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519" y="5293519"/>
            <a:ext cx="21005" cy="28920"/>
          </a:xfrm>
          <a:custGeom xmlns:a="http://schemas.openxmlformats.org/drawingml/2006/main">
            <a:pathLst>
              <a:path w="21005" h="28920">
                <a:moveTo>
                  <a:pt x="0" y="22962"/>
                </a:moveTo>
                <a:cubicBezTo>
                  <a:pt x="1479" y="23020"/>
                  <a:pt x="2914" y="22888"/>
                  <a:pt x="4305" y="22568"/>
                </a:cubicBezTo>
                <a:cubicBezTo>
                  <a:pt x="5697" y="22248"/>
                  <a:pt x="6922" y="21774"/>
                  <a:pt x="7980" y="21147"/>
                </a:cubicBezTo>
                <a:cubicBezTo>
                  <a:pt x="9038" y="20521"/>
                  <a:pt x="9886" y="19742"/>
                  <a:pt x="10524" y="18810"/>
                </a:cubicBezTo>
                <a:cubicBezTo>
                  <a:pt x="11162" y="17879"/>
                  <a:pt x="11481" y="16815"/>
                  <a:pt x="11481" y="15620"/>
                </a:cubicBezTo>
                <a:cubicBezTo>
                  <a:pt x="11481" y="14397"/>
                  <a:pt x="11271" y="13409"/>
                  <a:pt x="10850" y="12655"/>
                </a:cubicBezTo>
                <a:cubicBezTo>
                  <a:pt x="10430" y="11901"/>
                  <a:pt x="9959" y="11205"/>
                  <a:pt x="9437" y="10568"/>
                </a:cubicBezTo>
                <a:cubicBezTo>
                  <a:pt x="8915" y="9930"/>
                  <a:pt x="8444" y="9248"/>
                  <a:pt x="8024" y="8524"/>
                </a:cubicBezTo>
                <a:cubicBezTo>
                  <a:pt x="7603" y="7799"/>
                  <a:pt x="7393" y="6828"/>
                  <a:pt x="7393" y="5610"/>
                </a:cubicBezTo>
                <a:cubicBezTo>
                  <a:pt x="7393" y="5001"/>
                  <a:pt x="7509" y="4363"/>
                  <a:pt x="7741" y="3696"/>
                </a:cubicBezTo>
                <a:cubicBezTo>
                  <a:pt x="7973" y="3030"/>
                  <a:pt x="8328" y="2421"/>
                  <a:pt x="8806" y="1870"/>
                </a:cubicBezTo>
                <a:cubicBezTo>
                  <a:pt x="9285" y="1319"/>
                  <a:pt x="9894" y="870"/>
                  <a:pt x="10633" y="522"/>
                </a:cubicBezTo>
                <a:cubicBezTo>
                  <a:pt x="11372" y="174"/>
                  <a:pt x="12249" y="0"/>
                  <a:pt x="13264" y="0"/>
                </a:cubicBezTo>
                <a:cubicBezTo>
                  <a:pt x="14279" y="0"/>
                  <a:pt x="15257" y="211"/>
                  <a:pt x="16199" y="632"/>
                </a:cubicBezTo>
                <a:cubicBezTo>
                  <a:pt x="17142" y="1052"/>
                  <a:pt x="17968" y="1698"/>
                  <a:pt x="18678" y="2570"/>
                </a:cubicBezTo>
                <a:cubicBezTo>
                  <a:pt x="19388" y="3441"/>
                  <a:pt x="19954" y="4530"/>
                  <a:pt x="20374" y="5837"/>
                </a:cubicBezTo>
                <a:cubicBezTo>
                  <a:pt x="20795" y="7143"/>
                  <a:pt x="21005" y="8682"/>
                  <a:pt x="21005" y="10453"/>
                </a:cubicBezTo>
                <a:cubicBezTo>
                  <a:pt x="21005" y="12863"/>
                  <a:pt x="20563" y="15179"/>
                  <a:pt x="19678" y="17399"/>
                </a:cubicBezTo>
                <a:cubicBezTo>
                  <a:pt x="18794" y="19621"/>
                  <a:pt x="17475" y="21588"/>
                  <a:pt x="15721" y="23301"/>
                </a:cubicBezTo>
                <a:cubicBezTo>
                  <a:pt x="13967" y="25015"/>
                  <a:pt x="11778" y="26379"/>
                  <a:pt x="9154" y="27395"/>
                </a:cubicBezTo>
                <a:cubicBezTo>
                  <a:pt x="6530" y="28411"/>
                  <a:pt x="3479" y="28920"/>
                  <a:pt x="0" y="28920"/>
                </a:cubicBezTo>
                <a:lnTo>
                  <a:pt x="0" y="22962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legal">
            <a:extLst xmlns:a="http://schemas.openxmlformats.org/drawingml/2006/main">
              <a:ext uri="{FF2B5EF4-FFF2-40B4-BE49-F238E27FC236}">
                <a16:creationId xmlns:a16="http://schemas.microsoft.com/office/drawing/2014/main" id="{1CADAF94-C70F-4734-AFE1-07C8D1E7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195" y="5246073"/>
            <a:ext cx="228187" cy="79757"/>
          </a:xfrm>
          <a:custGeom xmlns:a="http://schemas.openxmlformats.org/drawingml/2006/main">
            <a:pathLst>
              <a:path w="228187" h="79757">
                <a:moveTo>
                  <a:pt x="14351" y="6219"/>
                </a:moveTo>
                <a:lnTo>
                  <a:pt x="1435" y="6219"/>
                </a:lnTo>
                <a:lnTo>
                  <a:pt x="1435" y="0"/>
                </a:lnTo>
                <a:lnTo>
                  <a:pt x="22005" y="0"/>
                </a:lnTo>
                <a:lnTo>
                  <a:pt x="22005" y="55186"/>
                </a:lnTo>
                <a:lnTo>
                  <a:pt x="35008" y="55186"/>
                </a:lnTo>
                <a:lnTo>
                  <a:pt x="35008" y="61492"/>
                </a:lnTo>
                <a:lnTo>
                  <a:pt x="0" y="61492"/>
                </a:lnTo>
                <a:lnTo>
                  <a:pt x="0" y="55186"/>
                </a:lnTo>
                <a:lnTo>
                  <a:pt x="14351" y="55186"/>
                </a:lnTo>
                <a:lnTo>
                  <a:pt x="14351" y="6219"/>
                </a:lnTo>
                <a:close/>
                <a:moveTo>
                  <a:pt x="85341" y="37356"/>
                </a:moveTo>
                <a:cubicBezTo>
                  <a:pt x="85341" y="38429"/>
                  <a:pt x="85327" y="39328"/>
                  <a:pt x="85298" y="40053"/>
                </a:cubicBezTo>
                <a:cubicBezTo>
                  <a:pt x="85269" y="40777"/>
                  <a:pt x="85225" y="41459"/>
                  <a:pt x="85167" y="42096"/>
                </a:cubicBezTo>
                <a:lnTo>
                  <a:pt x="54508" y="42096"/>
                </a:lnTo>
                <a:cubicBezTo>
                  <a:pt x="54508" y="46561"/>
                  <a:pt x="55755" y="49990"/>
                  <a:pt x="58248" y="52381"/>
                </a:cubicBezTo>
                <a:cubicBezTo>
                  <a:pt x="60741" y="54773"/>
                  <a:pt x="64336" y="55969"/>
                  <a:pt x="69033" y="55969"/>
                </a:cubicBezTo>
                <a:cubicBezTo>
                  <a:pt x="70309" y="55969"/>
                  <a:pt x="71584" y="55918"/>
                  <a:pt x="72860" y="55814"/>
                </a:cubicBezTo>
                <a:cubicBezTo>
                  <a:pt x="74136" y="55710"/>
                  <a:pt x="75368" y="55569"/>
                  <a:pt x="76556" y="55392"/>
                </a:cubicBezTo>
                <a:cubicBezTo>
                  <a:pt x="77745" y="55213"/>
                  <a:pt x="78883" y="55013"/>
                  <a:pt x="79970" y="54791"/>
                </a:cubicBezTo>
                <a:cubicBezTo>
                  <a:pt x="81057" y="54568"/>
                  <a:pt x="82065" y="54323"/>
                  <a:pt x="82993" y="54056"/>
                </a:cubicBezTo>
                <a:lnTo>
                  <a:pt x="82993" y="60274"/>
                </a:lnTo>
                <a:cubicBezTo>
                  <a:pt x="80934" y="60867"/>
                  <a:pt x="78608" y="61349"/>
                  <a:pt x="76013" y="61719"/>
                </a:cubicBezTo>
                <a:cubicBezTo>
                  <a:pt x="73418" y="62090"/>
                  <a:pt x="70729" y="62275"/>
                  <a:pt x="67946" y="62275"/>
                </a:cubicBezTo>
                <a:cubicBezTo>
                  <a:pt x="64206" y="62275"/>
                  <a:pt x="60988" y="61768"/>
                  <a:pt x="58291" y="60753"/>
                </a:cubicBezTo>
                <a:cubicBezTo>
                  <a:pt x="55595" y="59738"/>
                  <a:pt x="53385" y="58267"/>
                  <a:pt x="51659" y="56339"/>
                </a:cubicBezTo>
                <a:cubicBezTo>
                  <a:pt x="49934" y="54411"/>
                  <a:pt x="48659" y="52048"/>
                  <a:pt x="47833" y="49250"/>
                </a:cubicBezTo>
                <a:cubicBezTo>
                  <a:pt x="47006" y="46453"/>
                  <a:pt x="46593" y="43285"/>
                  <a:pt x="46593" y="39748"/>
                </a:cubicBezTo>
                <a:cubicBezTo>
                  <a:pt x="46593" y="36675"/>
                  <a:pt x="47035" y="33769"/>
                  <a:pt x="47920" y="31029"/>
                </a:cubicBezTo>
                <a:cubicBezTo>
                  <a:pt x="48804" y="28289"/>
                  <a:pt x="50094" y="25883"/>
                  <a:pt x="51790" y="23810"/>
                </a:cubicBezTo>
                <a:cubicBezTo>
                  <a:pt x="53486" y="21737"/>
                  <a:pt x="55566" y="20091"/>
                  <a:pt x="58031" y="18874"/>
                </a:cubicBezTo>
                <a:cubicBezTo>
                  <a:pt x="60495" y="17656"/>
                  <a:pt x="63293" y="17047"/>
                  <a:pt x="66424" y="17047"/>
                </a:cubicBezTo>
                <a:cubicBezTo>
                  <a:pt x="69468" y="17047"/>
                  <a:pt x="72164" y="17526"/>
                  <a:pt x="74512" y="18482"/>
                </a:cubicBezTo>
                <a:cubicBezTo>
                  <a:pt x="76861" y="19439"/>
                  <a:pt x="78840" y="20795"/>
                  <a:pt x="80449" y="22549"/>
                </a:cubicBezTo>
                <a:cubicBezTo>
                  <a:pt x="82058" y="24303"/>
                  <a:pt x="83275" y="26434"/>
                  <a:pt x="84102" y="28941"/>
                </a:cubicBezTo>
                <a:cubicBezTo>
                  <a:pt x="84928" y="31449"/>
                  <a:pt x="85341" y="34254"/>
                  <a:pt x="85341" y="37356"/>
                </a:cubicBezTo>
                <a:moveTo>
                  <a:pt x="77470" y="36269"/>
                </a:moveTo>
                <a:cubicBezTo>
                  <a:pt x="77557" y="34327"/>
                  <a:pt x="77368" y="32551"/>
                  <a:pt x="76904" y="30942"/>
                </a:cubicBezTo>
                <a:cubicBezTo>
                  <a:pt x="76440" y="29333"/>
                  <a:pt x="75723" y="27948"/>
                  <a:pt x="74752" y="26789"/>
                </a:cubicBezTo>
                <a:cubicBezTo>
                  <a:pt x="73780" y="25629"/>
                  <a:pt x="72570" y="24723"/>
                  <a:pt x="71120" y="24071"/>
                </a:cubicBezTo>
                <a:cubicBezTo>
                  <a:pt x="69671" y="23418"/>
                  <a:pt x="67989" y="23092"/>
                  <a:pt x="66076" y="23092"/>
                </a:cubicBezTo>
                <a:cubicBezTo>
                  <a:pt x="64423" y="23092"/>
                  <a:pt x="62916" y="23411"/>
                  <a:pt x="61553" y="24049"/>
                </a:cubicBezTo>
                <a:cubicBezTo>
                  <a:pt x="60190" y="24687"/>
                  <a:pt x="59016" y="25585"/>
                  <a:pt x="58031" y="26745"/>
                </a:cubicBezTo>
                <a:cubicBezTo>
                  <a:pt x="57045" y="27905"/>
                  <a:pt x="56247" y="29296"/>
                  <a:pt x="55639" y="30920"/>
                </a:cubicBezTo>
                <a:cubicBezTo>
                  <a:pt x="55030" y="32544"/>
                  <a:pt x="54653" y="34327"/>
                  <a:pt x="54508" y="36269"/>
                </a:cubicBezTo>
                <a:lnTo>
                  <a:pt x="77470" y="36269"/>
                </a:lnTo>
                <a:close/>
                <a:moveTo>
                  <a:pt x="128445" y="24005"/>
                </a:moveTo>
                <a:cubicBezTo>
                  <a:pt x="129256" y="25020"/>
                  <a:pt x="129887" y="26202"/>
                  <a:pt x="130336" y="27550"/>
                </a:cubicBezTo>
                <a:cubicBezTo>
                  <a:pt x="130786" y="28898"/>
                  <a:pt x="131010" y="30355"/>
                  <a:pt x="131010" y="31920"/>
                </a:cubicBezTo>
                <a:cubicBezTo>
                  <a:pt x="131010" y="34182"/>
                  <a:pt x="130597" y="36247"/>
                  <a:pt x="129771" y="38117"/>
                </a:cubicBezTo>
                <a:cubicBezTo>
                  <a:pt x="128945" y="39987"/>
                  <a:pt x="127778" y="41589"/>
                  <a:pt x="126270" y="42923"/>
                </a:cubicBezTo>
                <a:cubicBezTo>
                  <a:pt x="124763" y="44256"/>
                  <a:pt x="122958" y="45293"/>
                  <a:pt x="120856" y="46032"/>
                </a:cubicBezTo>
                <a:cubicBezTo>
                  <a:pt x="118754" y="46771"/>
                  <a:pt x="116442" y="47141"/>
                  <a:pt x="113919" y="47141"/>
                </a:cubicBezTo>
                <a:cubicBezTo>
                  <a:pt x="112093" y="47141"/>
                  <a:pt x="110382" y="46945"/>
                  <a:pt x="108788" y="46554"/>
                </a:cubicBezTo>
                <a:cubicBezTo>
                  <a:pt x="107193" y="46163"/>
                  <a:pt x="105932" y="45677"/>
                  <a:pt x="105004" y="45097"/>
                </a:cubicBezTo>
                <a:cubicBezTo>
                  <a:pt x="104454" y="45909"/>
                  <a:pt x="103990" y="46676"/>
                  <a:pt x="103613" y="47398"/>
                </a:cubicBezTo>
                <a:cubicBezTo>
                  <a:pt x="103236" y="48119"/>
                  <a:pt x="103047" y="48926"/>
                  <a:pt x="103047" y="49820"/>
                </a:cubicBezTo>
                <a:cubicBezTo>
                  <a:pt x="103047" y="50914"/>
                  <a:pt x="103577" y="51822"/>
                  <a:pt x="104635" y="52542"/>
                </a:cubicBezTo>
                <a:cubicBezTo>
                  <a:pt x="105693" y="53261"/>
                  <a:pt x="107092" y="53650"/>
                  <a:pt x="108831" y="53708"/>
                </a:cubicBezTo>
                <a:lnTo>
                  <a:pt x="120312" y="54143"/>
                </a:lnTo>
                <a:cubicBezTo>
                  <a:pt x="122487" y="54201"/>
                  <a:pt x="124494" y="54477"/>
                  <a:pt x="126335" y="54970"/>
                </a:cubicBezTo>
                <a:cubicBezTo>
                  <a:pt x="128176" y="55464"/>
                  <a:pt x="129756" y="56176"/>
                  <a:pt x="131076" y="57105"/>
                </a:cubicBezTo>
                <a:cubicBezTo>
                  <a:pt x="132395" y="58034"/>
                  <a:pt x="133424" y="59181"/>
                  <a:pt x="134163" y="60546"/>
                </a:cubicBezTo>
                <a:cubicBezTo>
                  <a:pt x="134902" y="61911"/>
                  <a:pt x="135272" y="63494"/>
                  <a:pt x="135272" y="65295"/>
                </a:cubicBezTo>
                <a:cubicBezTo>
                  <a:pt x="135272" y="67241"/>
                  <a:pt x="134852" y="69085"/>
                  <a:pt x="134011" y="70827"/>
                </a:cubicBezTo>
                <a:cubicBezTo>
                  <a:pt x="133170" y="72569"/>
                  <a:pt x="131873" y="74101"/>
                  <a:pt x="130119" y="75422"/>
                </a:cubicBezTo>
                <a:cubicBezTo>
                  <a:pt x="128365" y="76744"/>
                  <a:pt x="126140" y="77797"/>
                  <a:pt x="123443" y="78580"/>
                </a:cubicBezTo>
                <a:cubicBezTo>
                  <a:pt x="120747" y="79365"/>
                  <a:pt x="117543" y="79757"/>
                  <a:pt x="113833" y="79757"/>
                </a:cubicBezTo>
                <a:cubicBezTo>
                  <a:pt x="110295" y="79757"/>
                  <a:pt x="107288" y="79474"/>
                  <a:pt x="104809" y="78908"/>
                </a:cubicBezTo>
                <a:cubicBezTo>
                  <a:pt x="102330" y="78342"/>
                  <a:pt x="100293" y="77557"/>
                  <a:pt x="98699" y="76555"/>
                </a:cubicBezTo>
                <a:cubicBezTo>
                  <a:pt x="97104" y="75553"/>
                  <a:pt x="95944" y="74362"/>
                  <a:pt x="95220" y="72983"/>
                </a:cubicBezTo>
                <a:cubicBezTo>
                  <a:pt x="94495" y="71604"/>
                  <a:pt x="94132" y="70086"/>
                  <a:pt x="94132" y="68431"/>
                </a:cubicBezTo>
                <a:cubicBezTo>
                  <a:pt x="94132" y="66311"/>
                  <a:pt x="94625" y="64453"/>
                  <a:pt x="95611" y="62855"/>
                </a:cubicBezTo>
                <a:cubicBezTo>
                  <a:pt x="96597" y="61259"/>
                  <a:pt x="98119" y="59720"/>
                  <a:pt x="100177" y="58239"/>
                </a:cubicBezTo>
                <a:cubicBezTo>
                  <a:pt x="99423" y="57892"/>
                  <a:pt x="98771" y="57458"/>
                  <a:pt x="98220" y="56937"/>
                </a:cubicBezTo>
                <a:cubicBezTo>
                  <a:pt x="97669" y="56416"/>
                  <a:pt x="97220" y="55845"/>
                  <a:pt x="96872" y="55223"/>
                </a:cubicBezTo>
                <a:cubicBezTo>
                  <a:pt x="96524" y="54601"/>
                  <a:pt x="96263" y="53942"/>
                  <a:pt x="96089" y="53248"/>
                </a:cubicBezTo>
                <a:cubicBezTo>
                  <a:pt x="95915" y="52554"/>
                  <a:pt x="95828" y="51874"/>
                  <a:pt x="95828" y="51209"/>
                </a:cubicBezTo>
                <a:cubicBezTo>
                  <a:pt x="95828" y="49328"/>
                  <a:pt x="96271" y="47606"/>
                  <a:pt x="97155" y="46044"/>
                </a:cubicBezTo>
                <a:cubicBezTo>
                  <a:pt x="98039" y="44482"/>
                  <a:pt x="99090" y="43007"/>
                  <a:pt x="100308" y="41618"/>
                </a:cubicBezTo>
                <a:cubicBezTo>
                  <a:pt x="99757" y="40951"/>
                  <a:pt x="99271" y="40299"/>
                  <a:pt x="98851" y="39661"/>
                </a:cubicBezTo>
                <a:cubicBezTo>
                  <a:pt x="98430" y="39023"/>
                  <a:pt x="98068" y="38335"/>
                  <a:pt x="97764" y="37595"/>
                </a:cubicBezTo>
                <a:cubicBezTo>
                  <a:pt x="97459" y="36856"/>
                  <a:pt x="97227" y="36059"/>
                  <a:pt x="97068" y="35204"/>
                </a:cubicBezTo>
                <a:cubicBezTo>
                  <a:pt x="96908" y="34348"/>
                  <a:pt x="96829" y="33370"/>
                  <a:pt x="96829" y="32268"/>
                </a:cubicBezTo>
                <a:cubicBezTo>
                  <a:pt x="96829" y="30007"/>
                  <a:pt x="97242" y="27941"/>
                  <a:pt x="98068" y="26071"/>
                </a:cubicBezTo>
                <a:cubicBezTo>
                  <a:pt x="98894" y="24201"/>
                  <a:pt x="100054" y="22599"/>
                  <a:pt x="101547" y="21266"/>
                </a:cubicBezTo>
                <a:cubicBezTo>
                  <a:pt x="103040" y="19932"/>
                  <a:pt x="104838" y="18896"/>
                  <a:pt x="106940" y="18156"/>
                </a:cubicBezTo>
                <a:cubicBezTo>
                  <a:pt x="109042" y="17417"/>
                  <a:pt x="111368" y="17047"/>
                  <a:pt x="113919" y="17047"/>
                </a:cubicBezTo>
                <a:cubicBezTo>
                  <a:pt x="114992" y="17047"/>
                  <a:pt x="116021" y="17120"/>
                  <a:pt x="117007" y="17265"/>
                </a:cubicBezTo>
                <a:cubicBezTo>
                  <a:pt x="117993" y="17410"/>
                  <a:pt x="118863" y="17598"/>
                  <a:pt x="119616" y="17830"/>
                </a:cubicBezTo>
                <a:lnTo>
                  <a:pt x="135446" y="17830"/>
                </a:lnTo>
                <a:lnTo>
                  <a:pt x="135446" y="24005"/>
                </a:lnTo>
                <a:lnTo>
                  <a:pt x="128445" y="24005"/>
                </a:lnTo>
                <a:moveTo>
                  <a:pt x="102178" y="67779"/>
                </a:moveTo>
                <a:cubicBezTo>
                  <a:pt x="102178" y="69844"/>
                  <a:pt x="103250" y="71349"/>
                  <a:pt x="105396" y="72294"/>
                </a:cubicBezTo>
                <a:cubicBezTo>
                  <a:pt x="107541" y="73239"/>
                  <a:pt x="110527" y="73712"/>
                  <a:pt x="114354" y="73712"/>
                </a:cubicBezTo>
                <a:cubicBezTo>
                  <a:pt x="116761" y="73712"/>
                  <a:pt x="118783" y="73494"/>
                  <a:pt x="120421" y="73057"/>
                </a:cubicBezTo>
                <a:cubicBezTo>
                  <a:pt x="122059" y="72621"/>
                  <a:pt x="123378" y="72047"/>
                  <a:pt x="124378" y="71334"/>
                </a:cubicBezTo>
                <a:cubicBezTo>
                  <a:pt x="125379" y="70621"/>
                  <a:pt x="126096" y="69807"/>
                  <a:pt x="126531" y="68891"/>
                </a:cubicBezTo>
                <a:cubicBezTo>
                  <a:pt x="126966" y="67975"/>
                  <a:pt x="127183" y="67036"/>
                  <a:pt x="127183" y="66076"/>
                </a:cubicBezTo>
                <a:cubicBezTo>
                  <a:pt x="127183" y="64301"/>
                  <a:pt x="126459" y="62992"/>
                  <a:pt x="125009" y="62149"/>
                </a:cubicBezTo>
                <a:cubicBezTo>
                  <a:pt x="123559" y="61305"/>
                  <a:pt x="121341" y="60811"/>
                  <a:pt x="118355" y="60666"/>
                </a:cubicBezTo>
                <a:lnTo>
                  <a:pt x="106961" y="60274"/>
                </a:lnTo>
                <a:cubicBezTo>
                  <a:pt x="106005" y="60914"/>
                  <a:pt x="105215" y="61539"/>
                  <a:pt x="104591" y="62150"/>
                </a:cubicBezTo>
                <a:cubicBezTo>
                  <a:pt x="103968" y="62761"/>
                  <a:pt x="103482" y="63380"/>
                  <a:pt x="103134" y="64005"/>
                </a:cubicBezTo>
                <a:cubicBezTo>
                  <a:pt x="102787" y="64630"/>
                  <a:pt x="102540" y="65255"/>
                  <a:pt x="102395" y="65880"/>
                </a:cubicBezTo>
                <a:cubicBezTo>
                  <a:pt x="102250" y="66506"/>
                  <a:pt x="102178" y="67139"/>
                  <a:pt x="102178" y="67779"/>
                </a:cubicBezTo>
                <a:moveTo>
                  <a:pt x="104483" y="32094"/>
                </a:moveTo>
                <a:cubicBezTo>
                  <a:pt x="104483" y="33486"/>
                  <a:pt x="104715" y="34761"/>
                  <a:pt x="105178" y="35921"/>
                </a:cubicBezTo>
                <a:cubicBezTo>
                  <a:pt x="105642" y="37081"/>
                  <a:pt x="106295" y="38067"/>
                  <a:pt x="107135" y="38878"/>
                </a:cubicBezTo>
                <a:cubicBezTo>
                  <a:pt x="107976" y="39690"/>
                  <a:pt x="108969" y="40321"/>
                  <a:pt x="110114" y="40770"/>
                </a:cubicBezTo>
                <a:cubicBezTo>
                  <a:pt x="111259" y="41219"/>
                  <a:pt x="112528" y="41444"/>
                  <a:pt x="113919" y="41444"/>
                </a:cubicBezTo>
                <a:cubicBezTo>
                  <a:pt x="115427" y="41444"/>
                  <a:pt x="116768" y="41190"/>
                  <a:pt x="117942" y="40683"/>
                </a:cubicBezTo>
                <a:cubicBezTo>
                  <a:pt x="119116" y="40176"/>
                  <a:pt x="120102" y="39487"/>
                  <a:pt x="120899" y="38617"/>
                </a:cubicBezTo>
                <a:cubicBezTo>
                  <a:pt x="121697" y="37748"/>
                  <a:pt x="122305" y="36747"/>
                  <a:pt x="122726" y="35617"/>
                </a:cubicBezTo>
                <a:cubicBezTo>
                  <a:pt x="123146" y="34486"/>
                  <a:pt x="123356" y="33312"/>
                  <a:pt x="123356" y="32094"/>
                </a:cubicBezTo>
                <a:cubicBezTo>
                  <a:pt x="123356" y="30703"/>
                  <a:pt x="123124" y="29427"/>
                  <a:pt x="122661" y="28267"/>
                </a:cubicBezTo>
                <a:cubicBezTo>
                  <a:pt x="122197" y="27108"/>
                  <a:pt x="121544" y="26122"/>
                  <a:pt x="120704" y="25310"/>
                </a:cubicBezTo>
                <a:cubicBezTo>
                  <a:pt x="119863" y="24498"/>
                  <a:pt x="118870" y="23868"/>
                  <a:pt x="117725" y="23418"/>
                </a:cubicBezTo>
                <a:cubicBezTo>
                  <a:pt x="116580" y="22969"/>
                  <a:pt x="115311" y="22744"/>
                  <a:pt x="113919" y="22744"/>
                </a:cubicBezTo>
                <a:cubicBezTo>
                  <a:pt x="112412" y="22744"/>
                  <a:pt x="111071" y="23005"/>
                  <a:pt x="109897" y="23527"/>
                </a:cubicBezTo>
                <a:cubicBezTo>
                  <a:pt x="108723" y="24049"/>
                  <a:pt x="107737" y="24737"/>
                  <a:pt x="106940" y="25593"/>
                </a:cubicBezTo>
                <a:cubicBezTo>
                  <a:pt x="106142" y="26448"/>
                  <a:pt x="105534" y="27441"/>
                  <a:pt x="105113" y="28572"/>
                </a:cubicBezTo>
                <a:cubicBezTo>
                  <a:pt x="104693" y="29702"/>
                  <a:pt x="104483" y="30877"/>
                  <a:pt x="104483" y="32094"/>
                </a:cubicBezTo>
                <a:close/>
                <a:moveTo>
                  <a:pt x="171721" y="61492"/>
                </a:moveTo>
                <a:lnTo>
                  <a:pt x="171547" y="55609"/>
                </a:lnTo>
                <a:cubicBezTo>
                  <a:pt x="169170" y="57962"/>
                  <a:pt x="166757" y="59661"/>
                  <a:pt x="164307" y="60707"/>
                </a:cubicBezTo>
                <a:cubicBezTo>
                  <a:pt x="161857" y="61752"/>
                  <a:pt x="159284" y="62275"/>
                  <a:pt x="156588" y="62275"/>
                </a:cubicBezTo>
                <a:cubicBezTo>
                  <a:pt x="154094" y="62275"/>
                  <a:pt x="151963" y="61956"/>
                  <a:pt x="150195" y="61317"/>
                </a:cubicBezTo>
                <a:cubicBezTo>
                  <a:pt x="148426" y="60678"/>
                  <a:pt x="146969" y="59800"/>
                  <a:pt x="145824" y="58682"/>
                </a:cubicBezTo>
                <a:cubicBezTo>
                  <a:pt x="144679" y="57564"/>
                  <a:pt x="143838" y="56250"/>
                  <a:pt x="143302" y="54739"/>
                </a:cubicBezTo>
                <a:cubicBezTo>
                  <a:pt x="142766" y="53229"/>
                  <a:pt x="142497" y="51588"/>
                  <a:pt x="142497" y="49817"/>
                </a:cubicBezTo>
                <a:cubicBezTo>
                  <a:pt x="142497" y="45432"/>
                  <a:pt x="144128" y="41998"/>
                  <a:pt x="147390" y="39516"/>
                </a:cubicBezTo>
                <a:cubicBezTo>
                  <a:pt x="150651" y="37032"/>
                  <a:pt x="155471" y="35791"/>
                  <a:pt x="161850" y="35791"/>
                </a:cubicBezTo>
                <a:lnTo>
                  <a:pt x="170895" y="35791"/>
                </a:lnTo>
                <a:lnTo>
                  <a:pt x="170895" y="31977"/>
                </a:lnTo>
                <a:cubicBezTo>
                  <a:pt x="170895" y="29406"/>
                  <a:pt x="170069" y="27348"/>
                  <a:pt x="168416" y="25802"/>
                </a:cubicBezTo>
                <a:cubicBezTo>
                  <a:pt x="166764" y="24256"/>
                  <a:pt x="164241" y="23484"/>
                  <a:pt x="160849" y="23484"/>
                </a:cubicBezTo>
                <a:cubicBezTo>
                  <a:pt x="158385" y="23484"/>
                  <a:pt x="155957" y="23763"/>
                  <a:pt x="153565" y="24322"/>
                </a:cubicBezTo>
                <a:cubicBezTo>
                  <a:pt x="151173" y="24880"/>
                  <a:pt x="148702" y="25673"/>
                  <a:pt x="146150" y="26702"/>
                </a:cubicBezTo>
                <a:lnTo>
                  <a:pt x="146150" y="19874"/>
                </a:lnTo>
                <a:cubicBezTo>
                  <a:pt x="147107" y="19521"/>
                  <a:pt x="148173" y="19175"/>
                  <a:pt x="149347" y="18836"/>
                </a:cubicBezTo>
                <a:cubicBezTo>
                  <a:pt x="150521" y="18497"/>
                  <a:pt x="151760" y="18195"/>
                  <a:pt x="153065" y="17931"/>
                </a:cubicBezTo>
                <a:cubicBezTo>
                  <a:pt x="154370" y="17665"/>
                  <a:pt x="155732" y="17452"/>
                  <a:pt x="157153" y="17291"/>
                </a:cubicBezTo>
                <a:cubicBezTo>
                  <a:pt x="158574" y="17128"/>
                  <a:pt x="160009" y="17047"/>
                  <a:pt x="161458" y="17047"/>
                </a:cubicBezTo>
                <a:cubicBezTo>
                  <a:pt x="164097" y="17047"/>
                  <a:pt x="166474" y="17337"/>
                  <a:pt x="168590" y="17917"/>
                </a:cubicBezTo>
                <a:cubicBezTo>
                  <a:pt x="170707" y="18497"/>
                  <a:pt x="172497" y="19381"/>
                  <a:pt x="173961" y="20570"/>
                </a:cubicBezTo>
                <a:cubicBezTo>
                  <a:pt x="175425" y="21759"/>
                  <a:pt x="176549" y="23252"/>
                  <a:pt x="177331" y="25049"/>
                </a:cubicBezTo>
                <a:cubicBezTo>
                  <a:pt x="178114" y="26847"/>
                  <a:pt x="178506" y="28963"/>
                  <a:pt x="178506" y="31398"/>
                </a:cubicBezTo>
                <a:lnTo>
                  <a:pt x="178506" y="61492"/>
                </a:lnTo>
                <a:lnTo>
                  <a:pt x="171721" y="61492"/>
                </a:lnTo>
                <a:moveTo>
                  <a:pt x="170895" y="41575"/>
                </a:moveTo>
                <a:lnTo>
                  <a:pt x="161284" y="41575"/>
                </a:lnTo>
                <a:cubicBezTo>
                  <a:pt x="159400" y="41575"/>
                  <a:pt x="157776" y="41764"/>
                  <a:pt x="156414" y="42143"/>
                </a:cubicBezTo>
                <a:cubicBezTo>
                  <a:pt x="155051" y="42520"/>
                  <a:pt x="153935" y="43058"/>
                  <a:pt x="153065" y="43756"/>
                </a:cubicBezTo>
                <a:cubicBezTo>
                  <a:pt x="152195" y="44453"/>
                  <a:pt x="151550" y="45290"/>
                  <a:pt x="151130" y="46265"/>
                </a:cubicBezTo>
                <a:cubicBezTo>
                  <a:pt x="150709" y="47238"/>
                  <a:pt x="150499" y="48336"/>
                  <a:pt x="150499" y="49557"/>
                </a:cubicBezTo>
                <a:cubicBezTo>
                  <a:pt x="150499" y="50401"/>
                  <a:pt x="150630" y="51208"/>
                  <a:pt x="150891" y="51979"/>
                </a:cubicBezTo>
                <a:cubicBezTo>
                  <a:pt x="151152" y="52749"/>
                  <a:pt x="151572" y="53432"/>
                  <a:pt x="152152" y="54029"/>
                </a:cubicBezTo>
                <a:cubicBezTo>
                  <a:pt x="152732" y="54625"/>
                  <a:pt x="153485" y="55097"/>
                  <a:pt x="154413" y="55446"/>
                </a:cubicBezTo>
                <a:cubicBezTo>
                  <a:pt x="155341" y="55795"/>
                  <a:pt x="156472" y="55969"/>
                  <a:pt x="157805" y="55969"/>
                </a:cubicBezTo>
                <a:cubicBezTo>
                  <a:pt x="159545" y="55969"/>
                  <a:pt x="161538" y="55439"/>
                  <a:pt x="163785" y="54378"/>
                </a:cubicBezTo>
                <a:cubicBezTo>
                  <a:pt x="166032" y="53316"/>
                  <a:pt x="168402" y="51636"/>
                  <a:pt x="170895" y="49339"/>
                </a:cubicBezTo>
                <a:lnTo>
                  <a:pt x="170895" y="41575"/>
                </a:lnTo>
                <a:close/>
                <a:moveTo>
                  <a:pt x="207530" y="6219"/>
                </a:moveTo>
                <a:lnTo>
                  <a:pt x="194614" y="6219"/>
                </a:lnTo>
                <a:lnTo>
                  <a:pt x="194614" y="0"/>
                </a:lnTo>
                <a:lnTo>
                  <a:pt x="215184" y="0"/>
                </a:lnTo>
                <a:lnTo>
                  <a:pt x="215184" y="55186"/>
                </a:lnTo>
                <a:lnTo>
                  <a:pt x="228187" y="55186"/>
                </a:lnTo>
                <a:lnTo>
                  <a:pt x="228187" y="61492"/>
                </a:lnTo>
                <a:lnTo>
                  <a:pt x="193179" y="61492"/>
                </a:lnTo>
                <a:lnTo>
                  <a:pt x="193179" y="55186"/>
                </a:lnTo>
                <a:lnTo>
                  <a:pt x="207530" y="55186"/>
                </a:lnTo>
                <a:lnTo>
                  <a:pt x="207530" y="6219"/>
                </a:ln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in">
            <a:extLst xmlns:a="http://schemas.openxmlformats.org/drawingml/2006/main">
              <a:ext uri="{FF2B5EF4-FFF2-40B4-BE49-F238E27FC236}">
                <a16:creationId xmlns:a16="http://schemas.microsoft.com/office/drawing/2014/main" id="{1CB51FA5-553E-49C4-A976-1EF50ED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891" y="5245552"/>
            <a:ext cx="85753" cy="62797"/>
          </a:xfrm>
          <a:custGeom xmlns:a="http://schemas.openxmlformats.org/drawingml/2006/main">
            <a:pathLst>
              <a:path w="85753" h="62797">
                <a:moveTo>
                  <a:pt x="16308" y="6219"/>
                </a:moveTo>
                <a:cubicBezTo>
                  <a:pt x="16308" y="5320"/>
                  <a:pt x="16467" y="4494"/>
                  <a:pt x="16786" y="3740"/>
                </a:cubicBezTo>
                <a:cubicBezTo>
                  <a:pt x="17105" y="2986"/>
                  <a:pt x="17547" y="2334"/>
                  <a:pt x="18113" y="1783"/>
                </a:cubicBezTo>
                <a:cubicBezTo>
                  <a:pt x="18678" y="1232"/>
                  <a:pt x="19338" y="797"/>
                  <a:pt x="20092" y="478"/>
                </a:cubicBezTo>
                <a:cubicBezTo>
                  <a:pt x="20845" y="159"/>
                  <a:pt x="21657" y="0"/>
                  <a:pt x="22527" y="0"/>
                </a:cubicBezTo>
                <a:cubicBezTo>
                  <a:pt x="23368" y="0"/>
                  <a:pt x="24136" y="152"/>
                  <a:pt x="24832" y="457"/>
                </a:cubicBezTo>
                <a:cubicBezTo>
                  <a:pt x="25528" y="761"/>
                  <a:pt x="26129" y="1167"/>
                  <a:pt x="26636" y="1674"/>
                </a:cubicBezTo>
                <a:cubicBezTo>
                  <a:pt x="27144" y="2182"/>
                  <a:pt x="27535" y="2783"/>
                  <a:pt x="27811" y="3479"/>
                </a:cubicBezTo>
                <a:cubicBezTo>
                  <a:pt x="28086" y="4175"/>
                  <a:pt x="28224" y="4914"/>
                  <a:pt x="28224" y="5697"/>
                </a:cubicBezTo>
                <a:cubicBezTo>
                  <a:pt x="28224" y="6596"/>
                  <a:pt x="28064" y="7422"/>
                  <a:pt x="27745" y="8176"/>
                </a:cubicBezTo>
                <a:cubicBezTo>
                  <a:pt x="27426" y="8930"/>
                  <a:pt x="26984" y="9582"/>
                  <a:pt x="26419" y="10133"/>
                </a:cubicBezTo>
                <a:cubicBezTo>
                  <a:pt x="25854" y="10684"/>
                  <a:pt x="25194" y="11118"/>
                  <a:pt x="24440" y="11437"/>
                </a:cubicBezTo>
                <a:cubicBezTo>
                  <a:pt x="23687" y="11756"/>
                  <a:pt x="22875" y="11916"/>
                  <a:pt x="22005" y="11916"/>
                </a:cubicBezTo>
                <a:cubicBezTo>
                  <a:pt x="21164" y="11916"/>
                  <a:pt x="20389" y="11764"/>
                  <a:pt x="19678" y="11459"/>
                </a:cubicBezTo>
                <a:cubicBezTo>
                  <a:pt x="18968" y="11155"/>
                  <a:pt x="18366" y="10749"/>
                  <a:pt x="17874" y="10241"/>
                </a:cubicBezTo>
                <a:cubicBezTo>
                  <a:pt x="17381" y="9734"/>
                  <a:pt x="16997" y="9133"/>
                  <a:pt x="16721" y="8437"/>
                </a:cubicBezTo>
                <a:cubicBezTo>
                  <a:pt x="16446" y="7741"/>
                  <a:pt x="16308" y="7002"/>
                  <a:pt x="16308" y="6219"/>
                </a:cubicBezTo>
                <a:moveTo>
                  <a:pt x="34269" y="59274"/>
                </a:moveTo>
                <a:cubicBezTo>
                  <a:pt x="32268" y="60376"/>
                  <a:pt x="30159" y="61238"/>
                  <a:pt x="27941" y="61862"/>
                </a:cubicBezTo>
                <a:cubicBezTo>
                  <a:pt x="25723" y="62485"/>
                  <a:pt x="23353" y="62797"/>
                  <a:pt x="20831" y="62797"/>
                </a:cubicBezTo>
                <a:cubicBezTo>
                  <a:pt x="18772" y="62797"/>
                  <a:pt x="17047" y="62507"/>
                  <a:pt x="15656" y="61927"/>
                </a:cubicBezTo>
                <a:cubicBezTo>
                  <a:pt x="14264" y="61347"/>
                  <a:pt x="13199" y="60427"/>
                  <a:pt x="12459" y="59166"/>
                </a:cubicBezTo>
                <a:cubicBezTo>
                  <a:pt x="11720" y="57904"/>
                  <a:pt x="11307" y="56288"/>
                  <a:pt x="11220" y="54317"/>
                </a:cubicBezTo>
                <a:cubicBezTo>
                  <a:pt x="11133" y="52345"/>
                  <a:pt x="11365" y="49953"/>
                  <a:pt x="11916" y="47141"/>
                </a:cubicBezTo>
                <a:lnTo>
                  <a:pt x="14873" y="32529"/>
                </a:lnTo>
                <a:cubicBezTo>
                  <a:pt x="15221" y="30877"/>
                  <a:pt x="15388" y="29492"/>
                  <a:pt x="15373" y="28376"/>
                </a:cubicBezTo>
                <a:cubicBezTo>
                  <a:pt x="15359" y="27260"/>
                  <a:pt x="15206" y="26368"/>
                  <a:pt x="14916" y="25701"/>
                </a:cubicBezTo>
                <a:cubicBezTo>
                  <a:pt x="14626" y="25035"/>
                  <a:pt x="14199" y="24564"/>
                  <a:pt x="13634" y="24288"/>
                </a:cubicBezTo>
                <a:cubicBezTo>
                  <a:pt x="13068" y="24013"/>
                  <a:pt x="12409" y="23875"/>
                  <a:pt x="11655" y="23875"/>
                </a:cubicBezTo>
                <a:cubicBezTo>
                  <a:pt x="9683" y="23875"/>
                  <a:pt x="7741" y="24264"/>
                  <a:pt x="5827" y="25041"/>
                </a:cubicBezTo>
                <a:cubicBezTo>
                  <a:pt x="3914" y="25817"/>
                  <a:pt x="1971" y="26762"/>
                  <a:pt x="0" y="27876"/>
                </a:cubicBezTo>
                <a:lnTo>
                  <a:pt x="0" y="21179"/>
                </a:lnTo>
                <a:cubicBezTo>
                  <a:pt x="2000" y="20063"/>
                  <a:pt x="4110" y="19183"/>
                  <a:pt x="6328" y="18538"/>
                </a:cubicBezTo>
                <a:cubicBezTo>
                  <a:pt x="8545" y="17892"/>
                  <a:pt x="10916" y="17569"/>
                  <a:pt x="13438" y="17569"/>
                </a:cubicBezTo>
                <a:cubicBezTo>
                  <a:pt x="15496" y="17569"/>
                  <a:pt x="17221" y="17859"/>
                  <a:pt x="18613" y="18439"/>
                </a:cubicBezTo>
                <a:cubicBezTo>
                  <a:pt x="20005" y="19019"/>
                  <a:pt x="21070" y="19939"/>
                  <a:pt x="21809" y="21200"/>
                </a:cubicBezTo>
                <a:cubicBezTo>
                  <a:pt x="22549" y="22462"/>
                  <a:pt x="22962" y="24078"/>
                  <a:pt x="23049" y="26049"/>
                </a:cubicBezTo>
                <a:cubicBezTo>
                  <a:pt x="23136" y="28021"/>
                  <a:pt x="22904" y="30413"/>
                  <a:pt x="22353" y="33225"/>
                </a:cubicBezTo>
                <a:lnTo>
                  <a:pt x="19396" y="47837"/>
                </a:lnTo>
                <a:cubicBezTo>
                  <a:pt x="19077" y="49518"/>
                  <a:pt x="18917" y="50910"/>
                  <a:pt x="18917" y="52012"/>
                </a:cubicBezTo>
                <a:cubicBezTo>
                  <a:pt x="18917" y="53113"/>
                  <a:pt x="19070" y="53998"/>
                  <a:pt x="19374" y="54665"/>
                </a:cubicBezTo>
                <a:cubicBezTo>
                  <a:pt x="19678" y="55331"/>
                  <a:pt x="20106" y="55802"/>
                  <a:pt x="20657" y="56078"/>
                </a:cubicBezTo>
                <a:cubicBezTo>
                  <a:pt x="21208" y="56353"/>
                  <a:pt x="21860" y="56491"/>
                  <a:pt x="22614" y="56491"/>
                </a:cubicBezTo>
                <a:cubicBezTo>
                  <a:pt x="24585" y="56491"/>
                  <a:pt x="26528" y="56107"/>
                  <a:pt x="28441" y="55339"/>
                </a:cubicBezTo>
                <a:cubicBezTo>
                  <a:pt x="30355" y="54570"/>
                  <a:pt x="32297" y="53650"/>
                  <a:pt x="34269" y="52577"/>
                </a:cubicBezTo>
                <a:lnTo>
                  <a:pt x="34269" y="59274"/>
                </a:lnTo>
                <a:close/>
                <a:moveTo>
                  <a:pt x="48686" y="38400"/>
                </a:moveTo>
                <a:cubicBezTo>
                  <a:pt x="48802" y="37849"/>
                  <a:pt x="48925" y="37124"/>
                  <a:pt x="49056" y="36226"/>
                </a:cubicBezTo>
                <a:cubicBezTo>
                  <a:pt x="49186" y="35327"/>
                  <a:pt x="49339" y="34116"/>
                  <a:pt x="49513" y="32594"/>
                </a:cubicBezTo>
                <a:cubicBezTo>
                  <a:pt x="49686" y="31072"/>
                  <a:pt x="49904" y="29159"/>
                  <a:pt x="50165" y="26854"/>
                </a:cubicBezTo>
                <a:cubicBezTo>
                  <a:pt x="50426" y="24549"/>
                  <a:pt x="50730" y="21715"/>
                  <a:pt x="51078" y="18352"/>
                </a:cubicBezTo>
                <a:lnTo>
                  <a:pt x="58210" y="18352"/>
                </a:lnTo>
                <a:lnTo>
                  <a:pt x="57123" y="28441"/>
                </a:lnTo>
                <a:cubicBezTo>
                  <a:pt x="59152" y="24933"/>
                  <a:pt x="61580" y="22244"/>
                  <a:pt x="64407" y="20374"/>
                </a:cubicBezTo>
                <a:cubicBezTo>
                  <a:pt x="67234" y="18504"/>
                  <a:pt x="70300" y="17569"/>
                  <a:pt x="73605" y="17569"/>
                </a:cubicBezTo>
                <a:cubicBezTo>
                  <a:pt x="78215" y="17569"/>
                  <a:pt x="81484" y="18961"/>
                  <a:pt x="83412" y="21744"/>
                </a:cubicBezTo>
                <a:cubicBezTo>
                  <a:pt x="85339" y="24527"/>
                  <a:pt x="85753" y="28630"/>
                  <a:pt x="84651" y="34051"/>
                </a:cubicBezTo>
                <a:lnTo>
                  <a:pt x="79041" y="62014"/>
                </a:lnTo>
                <a:lnTo>
                  <a:pt x="71474" y="62014"/>
                </a:lnTo>
                <a:lnTo>
                  <a:pt x="77084" y="34138"/>
                </a:lnTo>
                <a:cubicBezTo>
                  <a:pt x="77809" y="30601"/>
                  <a:pt x="77758" y="28043"/>
                  <a:pt x="76932" y="26463"/>
                </a:cubicBezTo>
                <a:cubicBezTo>
                  <a:pt x="76106" y="24882"/>
                  <a:pt x="74533" y="24092"/>
                  <a:pt x="72213" y="24092"/>
                </a:cubicBezTo>
                <a:cubicBezTo>
                  <a:pt x="70358" y="24092"/>
                  <a:pt x="68510" y="24730"/>
                  <a:pt x="66669" y="26006"/>
                </a:cubicBezTo>
                <a:cubicBezTo>
                  <a:pt x="64828" y="27282"/>
                  <a:pt x="63110" y="28941"/>
                  <a:pt x="61515" y="30985"/>
                </a:cubicBezTo>
                <a:cubicBezTo>
                  <a:pt x="59921" y="33029"/>
                  <a:pt x="58536" y="35327"/>
                  <a:pt x="57362" y="37878"/>
                </a:cubicBezTo>
                <a:cubicBezTo>
                  <a:pt x="56188" y="40429"/>
                  <a:pt x="55340" y="42981"/>
                  <a:pt x="54818" y="45532"/>
                </a:cubicBezTo>
                <a:lnTo>
                  <a:pt x="51513" y="62014"/>
                </a:lnTo>
                <a:lnTo>
                  <a:pt x="43946" y="62014"/>
                </a:lnTo>
                <a:lnTo>
                  <a:pt x="48686" y="38400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enumerate">
            <a:extLst xmlns:a="http://schemas.openxmlformats.org/drawingml/2006/main">
              <a:ext uri="{FF2B5EF4-FFF2-40B4-BE49-F238E27FC236}">
                <a16:creationId xmlns:a16="http://schemas.microsoft.com/office/drawing/2014/main" id="{B01F1CA6-8D0D-4C6F-863E-1796630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827" y="5355928"/>
            <a:ext cx="428933" cy="58448"/>
          </a:xfrm>
          <a:custGeom xmlns:a="http://schemas.openxmlformats.org/drawingml/2006/main">
            <a:pathLst>
              <a:path w="428933" h="58448">
                <a:moveTo>
                  <a:pt x="38748" y="33529"/>
                </a:moveTo>
                <a:cubicBezTo>
                  <a:pt x="38748" y="34602"/>
                  <a:pt x="38733" y="35501"/>
                  <a:pt x="38704" y="36226"/>
                </a:cubicBezTo>
                <a:cubicBezTo>
                  <a:pt x="38675" y="36950"/>
                  <a:pt x="38632" y="37632"/>
                  <a:pt x="38574" y="38270"/>
                </a:cubicBezTo>
                <a:lnTo>
                  <a:pt x="7915" y="38270"/>
                </a:lnTo>
                <a:cubicBezTo>
                  <a:pt x="7915" y="42734"/>
                  <a:pt x="9161" y="46163"/>
                  <a:pt x="11655" y="48554"/>
                </a:cubicBezTo>
                <a:cubicBezTo>
                  <a:pt x="14148" y="50946"/>
                  <a:pt x="17743" y="52142"/>
                  <a:pt x="22440" y="52142"/>
                </a:cubicBezTo>
                <a:cubicBezTo>
                  <a:pt x="23716" y="52142"/>
                  <a:pt x="24991" y="52091"/>
                  <a:pt x="26267" y="51987"/>
                </a:cubicBezTo>
                <a:cubicBezTo>
                  <a:pt x="27542" y="51883"/>
                  <a:pt x="28775" y="51742"/>
                  <a:pt x="29963" y="51565"/>
                </a:cubicBezTo>
                <a:cubicBezTo>
                  <a:pt x="31152" y="51386"/>
                  <a:pt x="32290" y="51186"/>
                  <a:pt x="33377" y="50964"/>
                </a:cubicBezTo>
                <a:cubicBezTo>
                  <a:pt x="34464" y="50741"/>
                  <a:pt x="35472" y="50496"/>
                  <a:pt x="36400" y="50229"/>
                </a:cubicBezTo>
                <a:lnTo>
                  <a:pt x="36400" y="56448"/>
                </a:lnTo>
                <a:cubicBezTo>
                  <a:pt x="34341" y="57040"/>
                  <a:pt x="32014" y="57522"/>
                  <a:pt x="29420" y="57892"/>
                </a:cubicBezTo>
                <a:cubicBezTo>
                  <a:pt x="26825" y="58263"/>
                  <a:pt x="24136" y="58448"/>
                  <a:pt x="21353" y="58448"/>
                </a:cubicBezTo>
                <a:cubicBezTo>
                  <a:pt x="17613" y="58448"/>
                  <a:pt x="14395" y="57941"/>
                  <a:pt x="11698" y="56926"/>
                </a:cubicBezTo>
                <a:cubicBezTo>
                  <a:pt x="9002" y="55911"/>
                  <a:pt x="6791" y="54440"/>
                  <a:pt x="5066" y="52512"/>
                </a:cubicBezTo>
                <a:cubicBezTo>
                  <a:pt x="3341" y="50584"/>
                  <a:pt x="2066" y="48221"/>
                  <a:pt x="1239" y="45423"/>
                </a:cubicBezTo>
                <a:cubicBezTo>
                  <a:pt x="413" y="42626"/>
                  <a:pt x="0" y="39458"/>
                  <a:pt x="0" y="35921"/>
                </a:cubicBezTo>
                <a:cubicBezTo>
                  <a:pt x="0" y="32848"/>
                  <a:pt x="442" y="29942"/>
                  <a:pt x="1326" y="27202"/>
                </a:cubicBezTo>
                <a:cubicBezTo>
                  <a:pt x="2211" y="24462"/>
                  <a:pt x="3501" y="22056"/>
                  <a:pt x="5197" y="19983"/>
                </a:cubicBezTo>
                <a:cubicBezTo>
                  <a:pt x="6893" y="17910"/>
                  <a:pt x="8973" y="16265"/>
                  <a:pt x="11437" y="15047"/>
                </a:cubicBezTo>
                <a:cubicBezTo>
                  <a:pt x="13902" y="13829"/>
                  <a:pt x="16699" y="13220"/>
                  <a:pt x="19831" y="13220"/>
                </a:cubicBezTo>
                <a:cubicBezTo>
                  <a:pt x="22875" y="13220"/>
                  <a:pt x="25571" y="13699"/>
                  <a:pt x="27919" y="14655"/>
                </a:cubicBezTo>
                <a:cubicBezTo>
                  <a:pt x="30268" y="15612"/>
                  <a:pt x="32246" y="16968"/>
                  <a:pt x="33855" y="18722"/>
                </a:cubicBezTo>
                <a:cubicBezTo>
                  <a:pt x="35465" y="20476"/>
                  <a:pt x="36682" y="22607"/>
                  <a:pt x="37508" y="25114"/>
                </a:cubicBezTo>
                <a:cubicBezTo>
                  <a:pt x="38335" y="27622"/>
                  <a:pt x="38748" y="30427"/>
                  <a:pt x="38748" y="33529"/>
                </a:cubicBezTo>
                <a:moveTo>
                  <a:pt x="30877" y="32442"/>
                </a:moveTo>
                <a:cubicBezTo>
                  <a:pt x="30964" y="30500"/>
                  <a:pt x="30775" y="28724"/>
                  <a:pt x="30311" y="27115"/>
                </a:cubicBezTo>
                <a:cubicBezTo>
                  <a:pt x="29847" y="25506"/>
                  <a:pt x="29130" y="24121"/>
                  <a:pt x="28159" y="22962"/>
                </a:cubicBezTo>
                <a:cubicBezTo>
                  <a:pt x="27187" y="21802"/>
                  <a:pt x="25977" y="20896"/>
                  <a:pt x="24527" y="20244"/>
                </a:cubicBezTo>
                <a:cubicBezTo>
                  <a:pt x="23078" y="19591"/>
                  <a:pt x="21396" y="19265"/>
                  <a:pt x="19483" y="19265"/>
                </a:cubicBezTo>
                <a:cubicBezTo>
                  <a:pt x="17830" y="19265"/>
                  <a:pt x="16323" y="19584"/>
                  <a:pt x="14960" y="20222"/>
                </a:cubicBezTo>
                <a:cubicBezTo>
                  <a:pt x="13597" y="20860"/>
                  <a:pt x="12423" y="21759"/>
                  <a:pt x="11437" y="22918"/>
                </a:cubicBezTo>
                <a:cubicBezTo>
                  <a:pt x="10452" y="24078"/>
                  <a:pt x="9654" y="25470"/>
                  <a:pt x="9046" y="27093"/>
                </a:cubicBezTo>
                <a:cubicBezTo>
                  <a:pt x="8437" y="28717"/>
                  <a:pt x="8060" y="30500"/>
                  <a:pt x="7915" y="32442"/>
                </a:cubicBezTo>
                <a:lnTo>
                  <a:pt x="30877" y="32442"/>
                </a:lnTo>
                <a:close/>
                <a:moveTo>
                  <a:pt x="50643" y="14003"/>
                </a:moveTo>
                <a:lnTo>
                  <a:pt x="57384" y="14003"/>
                </a:lnTo>
                <a:lnTo>
                  <a:pt x="57688" y="21048"/>
                </a:lnTo>
                <a:cubicBezTo>
                  <a:pt x="58964" y="19541"/>
                  <a:pt x="60196" y="18287"/>
                  <a:pt x="61384" y="17287"/>
                </a:cubicBezTo>
                <a:cubicBezTo>
                  <a:pt x="62573" y="16286"/>
                  <a:pt x="63740" y="15482"/>
                  <a:pt x="64885" y="14873"/>
                </a:cubicBezTo>
                <a:cubicBezTo>
                  <a:pt x="66030" y="14264"/>
                  <a:pt x="67197" y="13836"/>
                  <a:pt x="68386" y="13590"/>
                </a:cubicBezTo>
                <a:cubicBezTo>
                  <a:pt x="69575" y="13344"/>
                  <a:pt x="70807" y="13220"/>
                  <a:pt x="72083" y="13220"/>
                </a:cubicBezTo>
                <a:cubicBezTo>
                  <a:pt x="76576" y="13220"/>
                  <a:pt x="79976" y="14547"/>
                  <a:pt x="82281" y="17200"/>
                </a:cubicBezTo>
                <a:cubicBezTo>
                  <a:pt x="84585" y="19852"/>
                  <a:pt x="85738" y="23846"/>
                  <a:pt x="85738" y="29181"/>
                </a:cubicBezTo>
                <a:lnTo>
                  <a:pt x="85738" y="57665"/>
                </a:lnTo>
                <a:lnTo>
                  <a:pt x="78171" y="57665"/>
                </a:lnTo>
                <a:lnTo>
                  <a:pt x="78171" y="29789"/>
                </a:lnTo>
                <a:cubicBezTo>
                  <a:pt x="78171" y="26368"/>
                  <a:pt x="77533" y="23839"/>
                  <a:pt x="76257" y="22201"/>
                </a:cubicBezTo>
                <a:cubicBezTo>
                  <a:pt x="74982" y="20563"/>
                  <a:pt x="73083" y="19744"/>
                  <a:pt x="70560" y="19744"/>
                </a:cubicBezTo>
                <a:cubicBezTo>
                  <a:pt x="69633" y="19744"/>
                  <a:pt x="68727" y="19881"/>
                  <a:pt x="67842" y="20157"/>
                </a:cubicBezTo>
                <a:cubicBezTo>
                  <a:pt x="66958" y="20432"/>
                  <a:pt x="66038" y="20911"/>
                  <a:pt x="65081" y="21592"/>
                </a:cubicBezTo>
                <a:cubicBezTo>
                  <a:pt x="64124" y="22273"/>
                  <a:pt x="63088" y="23194"/>
                  <a:pt x="61972" y="24353"/>
                </a:cubicBezTo>
                <a:cubicBezTo>
                  <a:pt x="60855" y="25513"/>
                  <a:pt x="59601" y="26963"/>
                  <a:pt x="58210" y="28702"/>
                </a:cubicBezTo>
                <a:lnTo>
                  <a:pt x="58210" y="57665"/>
                </a:lnTo>
                <a:lnTo>
                  <a:pt x="50643" y="57665"/>
                </a:lnTo>
                <a:lnTo>
                  <a:pt x="50643" y="14003"/>
                </a:lnTo>
                <a:close/>
                <a:moveTo>
                  <a:pt x="134511" y="57665"/>
                </a:moveTo>
                <a:lnTo>
                  <a:pt x="127727" y="57665"/>
                </a:lnTo>
                <a:lnTo>
                  <a:pt x="127466" y="50620"/>
                </a:lnTo>
                <a:cubicBezTo>
                  <a:pt x="126161" y="52128"/>
                  <a:pt x="124922" y="53382"/>
                  <a:pt x="123748" y="54382"/>
                </a:cubicBezTo>
                <a:cubicBezTo>
                  <a:pt x="122574" y="55382"/>
                  <a:pt x="121407" y="56187"/>
                  <a:pt x="120247" y="56795"/>
                </a:cubicBezTo>
                <a:cubicBezTo>
                  <a:pt x="119087" y="57404"/>
                  <a:pt x="117920" y="57832"/>
                  <a:pt x="116746" y="58078"/>
                </a:cubicBezTo>
                <a:cubicBezTo>
                  <a:pt x="115572" y="58325"/>
                  <a:pt x="114333" y="58448"/>
                  <a:pt x="113028" y="58448"/>
                </a:cubicBezTo>
                <a:cubicBezTo>
                  <a:pt x="108534" y="58448"/>
                  <a:pt x="105142" y="57129"/>
                  <a:pt x="102852" y="54491"/>
                </a:cubicBezTo>
                <a:cubicBezTo>
                  <a:pt x="100561" y="51852"/>
                  <a:pt x="99416" y="47866"/>
                  <a:pt x="99416" y="42531"/>
                </a:cubicBezTo>
                <a:lnTo>
                  <a:pt x="99416" y="14003"/>
                </a:lnTo>
                <a:lnTo>
                  <a:pt x="106983" y="14003"/>
                </a:lnTo>
                <a:lnTo>
                  <a:pt x="106983" y="41923"/>
                </a:lnTo>
                <a:cubicBezTo>
                  <a:pt x="106983" y="48620"/>
                  <a:pt x="109505" y="51968"/>
                  <a:pt x="114550" y="51968"/>
                </a:cubicBezTo>
                <a:cubicBezTo>
                  <a:pt x="115478" y="51968"/>
                  <a:pt x="116384" y="51831"/>
                  <a:pt x="117268" y="51555"/>
                </a:cubicBezTo>
                <a:cubicBezTo>
                  <a:pt x="118152" y="51280"/>
                  <a:pt x="119080" y="50801"/>
                  <a:pt x="120051" y="50120"/>
                </a:cubicBezTo>
                <a:cubicBezTo>
                  <a:pt x="121023" y="49439"/>
                  <a:pt x="122066" y="48518"/>
                  <a:pt x="123182" y="47359"/>
                </a:cubicBezTo>
                <a:cubicBezTo>
                  <a:pt x="124299" y="46199"/>
                  <a:pt x="125553" y="44735"/>
                  <a:pt x="126944" y="42966"/>
                </a:cubicBezTo>
                <a:lnTo>
                  <a:pt x="126944" y="14003"/>
                </a:lnTo>
                <a:lnTo>
                  <a:pt x="134511" y="14003"/>
                </a:lnTo>
                <a:lnTo>
                  <a:pt x="134511" y="57665"/>
                </a:lnTo>
                <a:close/>
                <a:moveTo>
                  <a:pt x="179327" y="57665"/>
                </a:moveTo>
                <a:lnTo>
                  <a:pt x="179327" y="26310"/>
                </a:lnTo>
                <a:cubicBezTo>
                  <a:pt x="179327" y="24948"/>
                  <a:pt x="179276" y="23831"/>
                  <a:pt x="179175" y="22962"/>
                </a:cubicBezTo>
                <a:cubicBezTo>
                  <a:pt x="179073" y="22092"/>
                  <a:pt x="178914" y="21403"/>
                  <a:pt x="178696" y="20896"/>
                </a:cubicBezTo>
                <a:cubicBezTo>
                  <a:pt x="178479" y="20389"/>
                  <a:pt x="178203" y="20034"/>
                  <a:pt x="177870" y="19831"/>
                </a:cubicBezTo>
                <a:cubicBezTo>
                  <a:pt x="177537" y="19628"/>
                  <a:pt x="177123" y="19526"/>
                  <a:pt x="176631" y="19526"/>
                </a:cubicBezTo>
                <a:cubicBezTo>
                  <a:pt x="176051" y="19526"/>
                  <a:pt x="175514" y="19700"/>
                  <a:pt x="175022" y="20048"/>
                </a:cubicBezTo>
                <a:cubicBezTo>
                  <a:pt x="174529" y="20396"/>
                  <a:pt x="174000" y="20961"/>
                  <a:pt x="173434" y="21744"/>
                </a:cubicBezTo>
                <a:cubicBezTo>
                  <a:pt x="172869" y="22527"/>
                  <a:pt x="172246" y="23563"/>
                  <a:pt x="171564" y="24853"/>
                </a:cubicBezTo>
                <a:cubicBezTo>
                  <a:pt x="170883" y="26144"/>
                  <a:pt x="170078" y="27731"/>
                  <a:pt x="169151" y="29615"/>
                </a:cubicBezTo>
                <a:lnTo>
                  <a:pt x="169151" y="57665"/>
                </a:lnTo>
                <a:lnTo>
                  <a:pt x="162236" y="57665"/>
                </a:lnTo>
                <a:lnTo>
                  <a:pt x="162236" y="27137"/>
                </a:lnTo>
                <a:cubicBezTo>
                  <a:pt x="162236" y="25542"/>
                  <a:pt x="162185" y="24252"/>
                  <a:pt x="162084" y="23266"/>
                </a:cubicBezTo>
                <a:cubicBezTo>
                  <a:pt x="161982" y="22280"/>
                  <a:pt x="161823" y="21512"/>
                  <a:pt x="161605" y="20961"/>
                </a:cubicBezTo>
                <a:cubicBezTo>
                  <a:pt x="161388" y="20410"/>
                  <a:pt x="161105" y="20034"/>
                  <a:pt x="160757" y="19831"/>
                </a:cubicBezTo>
                <a:cubicBezTo>
                  <a:pt x="160410" y="19628"/>
                  <a:pt x="159989" y="19526"/>
                  <a:pt x="159496" y="19526"/>
                </a:cubicBezTo>
                <a:cubicBezTo>
                  <a:pt x="158974" y="19526"/>
                  <a:pt x="158482" y="19671"/>
                  <a:pt x="158018" y="19961"/>
                </a:cubicBezTo>
                <a:cubicBezTo>
                  <a:pt x="157554" y="20251"/>
                  <a:pt x="157039" y="20773"/>
                  <a:pt x="156474" y="21527"/>
                </a:cubicBezTo>
                <a:cubicBezTo>
                  <a:pt x="155909" y="22280"/>
                  <a:pt x="155278" y="23310"/>
                  <a:pt x="154582" y="24614"/>
                </a:cubicBezTo>
                <a:cubicBezTo>
                  <a:pt x="153886" y="25919"/>
                  <a:pt x="153060" y="27586"/>
                  <a:pt x="152103" y="29615"/>
                </a:cubicBezTo>
                <a:lnTo>
                  <a:pt x="152103" y="57665"/>
                </a:lnTo>
                <a:lnTo>
                  <a:pt x="145145" y="57665"/>
                </a:lnTo>
                <a:lnTo>
                  <a:pt x="145145" y="14003"/>
                </a:lnTo>
                <a:lnTo>
                  <a:pt x="150929" y="14003"/>
                </a:lnTo>
                <a:lnTo>
                  <a:pt x="151277" y="22309"/>
                </a:lnTo>
                <a:cubicBezTo>
                  <a:pt x="152031" y="20657"/>
                  <a:pt x="152763" y="19251"/>
                  <a:pt x="153473" y="18091"/>
                </a:cubicBezTo>
                <a:cubicBezTo>
                  <a:pt x="154184" y="16931"/>
                  <a:pt x="154916" y="15996"/>
                  <a:pt x="155669" y="15286"/>
                </a:cubicBezTo>
                <a:cubicBezTo>
                  <a:pt x="156423" y="14576"/>
                  <a:pt x="157228" y="14054"/>
                  <a:pt x="158083" y="13720"/>
                </a:cubicBezTo>
                <a:cubicBezTo>
                  <a:pt x="158938" y="13387"/>
                  <a:pt x="159888" y="13220"/>
                  <a:pt x="160931" y="13220"/>
                </a:cubicBezTo>
                <a:cubicBezTo>
                  <a:pt x="163280" y="13220"/>
                  <a:pt x="165063" y="13989"/>
                  <a:pt x="166280" y="15525"/>
                </a:cubicBezTo>
                <a:cubicBezTo>
                  <a:pt x="167498" y="17062"/>
                  <a:pt x="168107" y="19439"/>
                  <a:pt x="168107" y="22657"/>
                </a:cubicBezTo>
                <a:cubicBezTo>
                  <a:pt x="168803" y="21150"/>
                  <a:pt x="169484" y="19809"/>
                  <a:pt x="170151" y="18635"/>
                </a:cubicBezTo>
                <a:cubicBezTo>
                  <a:pt x="170818" y="17460"/>
                  <a:pt x="171535" y="16475"/>
                  <a:pt x="172304" y="15677"/>
                </a:cubicBezTo>
                <a:cubicBezTo>
                  <a:pt x="173072" y="14880"/>
                  <a:pt x="173920" y="14271"/>
                  <a:pt x="174848" y="13851"/>
                </a:cubicBezTo>
                <a:cubicBezTo>
                  <a:pt x="175775" y="13431"/>
                  <a:pt x="176848" y="13220"/>
                  <a:pt x="178066" y="13220"/>
                </a:cubicBezTo>
                <a:cubicBezTo>
                  <a:pt x="183545" y="13220"/>
                  <a:pt x="186285" y="17439"/>
                  <a:pt x="186285" y="25875"/>
                </a:cubicBezTo>
                <a:lnTo>
                  <a:pt x="186285" y="57665"/>
                </a:lnTo>
                <a:lnTo>
                  <a:pt x="179327" y="57665"/>
                </a:lnTo>
                <a:close/>
                <a:moveTo>
                  <a:pt x="233840" y="33529"/>
                </a:moveTo>
                <a:cubicBezTo>
                  <a:pt x="233840" y="34602"/>
                  <a:pt x="233826" y="35501"/>
                  <a:pt x="233797" y="36226"/>
                </a:cubicBezTo>
                <a:cubicBezTo>
                  <a:pt x="233768" y="36950"/>
                  <a:pt x="233724" y="37632"/>
                  <a:pt x="233666" y="38270"/>
                </a:cubicBezTo>
                <a:lnTo>
                  <a:pt x="203007" y="38270"/>
                </a:lnTo>
                <a:cubicBezTo>
                  <a:pt x="203007" y="42734"/>
                  <a:pt x="204254" y="46163"/>
                  <a:pt x="206747" y="48554"/>
                </a:cubicBezTo>
                <a:cubicBezTo>
                  <a:pt x="209241" y="50946"/>
                  <a:pt x="212836" y="52142"/>
                  <a:pt x="217532" y="52142"/>
                </a:cubicBezTo>
                <a:cubicBezTo>
                  <a:pt x="218808" y="52142"/>
                  <a:pt x="220084" y="52091"/>
                  <a:pt x="221359" y="51987"/>
                </a:cubicBezTo>
                <a:cubicBezTo>
                  <a:pt x="222635" y="51883"/>
                  <a:pt x="223867" y="51742"/>
                  <a:pt x="225056" y="51565"/>
                </a:cubicBezTo>
                <a:cubicBezTo>
                  <a:pt x="226244" y="51386"/>
                  <a:pt x="227382" y="51186"/>
                  <a:pt x="228469" y="50964"/>
                </a:cubicBezTo>
                <a:cubicBezTo>
                  <a:pt x="229557" y="50741"/>
                  <a:pt x="230564" y="50496"/>
                  <a:pt x="231492" y="50229"/>
                </a:cubicBezTo>
                <a:lnTo>
                  <a:pt x="231492" y="56448"/>
                </a:lnTo>
                <a:cubicBezTo>
                  <a:pt x="229433" y="57040"/>
                  <a:pt x="227107" y="57522"/>
                  <a:pt x="224512" y="57892"/>
                </a:cubicBezTo>
                <a:cubicBezTo>
                  <a:pt x="221917" y="58263"/>
                  <a:pt x="219228" y="58448"/>
                  <a:pt x="216445" y="58448"/>
                </a:cubicBezTo>
                <a:cubicBezTo>
                  <a:pt x="212705" y="58448"/>
                  <a:pt x="209487" y="57941"/>
                  <a:pt x="206791" y="56926"/>
                </a:cubicBezTo>
                <a:cubicBezTo>
                  <a:pt x="204094" y="55911"/>
                  <a:pt x="201884" y="54440"/>
                  <a:pt x="200159" y="52512"/>
                </a:cubicBezTo>
                <a:cubicBezTo>
                  <a:pt x="198434" y="50584"/>
                  <a:pt x="197158" y="48221"/>
                  <a:pt x="196332" y="45423"/>
                </a:cubicBezTo>
                <a:cubicBezTo>
                  <a:pt x="195506" y="42626"/>
                  <a:pt x="195092" y="39458"/>
                  <a:pt x="195092" y="35921"/>
                </a:cubicBezTo>
                <a:cubicBezTo>
                  <a:pt x="195092" y="32848"/>
                  <a:pt x="195535" y="29942"/>
                  <a:pt x="196419" y="27202"/>
                </a:cubicBezTo>
                <a:cubicBezTo>
                  <a:pt x="197303" y="24462"/>
                  <a:pt x="198593" y="22056"/>
                  <a:pt x="200289" y="19983"/>
                </a:cubicBezTo>
                <a:cubicBezTo>
                  <a:pt x="201985" y="17910"/>
                  <a:pt x="204065" y="16265"/>
                  <a:pt x="206530" y="15047"/>
                </a:cubicBezTo>
                <a:cubicBezTo>
                  <a:pt x="208994" y="13829"/>
                  <a:pt x="211792" y="13220"/>
                  <a:pt x="214923" y="13220"/>
                </a:cubicBezTo>
                <a:cubicBezTo>
                  <a:pt x="217967" y="13220"/>
                  <a:pt x="220663" y="13699"/>
                  <a:pt x="223012" y="14655"/>
                </a:cubicBezTo>
                <a:cubicBezTo>
                  <a:pt x="225360" y="15612"/>
                  <a:pt x="227339" y="16968"/>
                  <a:pt x="228948" y="18722"/>
                </a:cubicBezTo>
                <a:cubicBezTo>
                  <a:pt x="230557" y="20476"/>
                  <a:pt x="231775" y="22607"/>
                  <a:pt x="232601" y="25114"/>
                </a:cubicBezTo>
                <a:cubicBezTo>
                  <a:pt x="233427" y="27622"/>
                  <a:pt x="233840" y="30427"/>
                  <a:pt x="233840" y="33529"/>
                </a:cubicBezTo>
                <a:moveTo>
                  <a:pt x="225969" y="32442"/>
                </a:moveTo>
                <a:cubicBezTo>
                  <a:pt x="226056" y="30500"/>
                  <a:pt x="225867" y="28724"/>
                  <a:pt x="225404" y="27115"/>
                </a:cubicBezTo>
                <a:cubicBezTo>
                  <a:pt x="224940" y="25506"/>
                  <a:pt x="224222" y="24121"/>
                  <a:pt x="223251" y="22962"/>
                </a:cubicBezTo>
                <a:cubicBezTo>
                  <a:pt x="222280" y="21802"/>
                  <a:pt x="221069" y="20896"/>
                  <a:pt x="219620" y="20244"/>
                </a:cubicBezTo>
                <a:cubicBezTo>
                  <a:pt x="218170" y="19591"/>
                  <a:pt x="216489" y="19265"/>
                  <a:pt x="214575" y="19265"/>
                </a:cubicBezTo>
                <a:cubicBezTo>
                  <a:pt x="212923" y="19265"/>
                  <a:pt x="211415" y="19584"/>
                  <a:pt x="210052" y="20222"/>
                </a:cubicBezTo>
                <a:cubicBezTo>
                  <a:pt x="208690" y="20860"/>
                  <a:pt x="207515" y="21759"/>
                  <a:pt x="206530" y="22918"/>
                </a:cubicBezTo>
                <a:cubicBezTo>
                  <a:pt x="205544" y="24078"/>
                  <a:pt x="204747" y="25470"/>
                  <a:pt x="204138" y="27093"/>
                </a:cubicBezTo>
                <a:cubicBezTo>
                  <a:pt x="203529" y="28717"/>
                  <a:pt x="203152" y="30500"/>
                  <a:pt x="203007" y="32442"/>
                </a:cubicBezTo>
                <a:lnTo>
                  <a:pt x="225969" y="32442"/>
                </a:lnTo>
                <a:close/>
                <a:moveTo>
                  <a:pt x="247518" y="14003"/>
                </a:moveTo>
                <a:lnTo>
                  <a:pt x="254433" y="14003"/>
                </a:lnTo>
                <a:lnTo>
                  <a:pt x="254650" y="22028"/>
                </a:lnTo>
                <a:cubicBezTo>
                  <a:pt x="257231" y="18933"/>
                  <a:pt x="259775" y="16692"/>
                  <a:pt x="262283" y="15304"/>
                </a:cubicBezTo>
                <a:cubicBezTo>
                  <a:pt x="264790" y="13915"/>
                  <a:pt x="267320" y="13220"/>
                  <a:pt x="269871" y="13220"/>
                </a:cubicBezTo>
                <a:cubicBezTo>
                  <a:pt x="274394" y="13220"/>
                  <a:pt x="277822" y="14681"/>
                  <a:pt x="280156" y="17602"/>
                </a:cubicBezTo>
                <a:cubicBezTo>
                  <a:pt x="282490" y="20523"/>
                  <a:pt x="283570" y="24861"/>
                  <a:pt x="283396" y="30616"/>
                </a:cubicBezTo>
                <a:lnTo>
                  <a:pt x="275742" y="30616"/>
                </a:lnTo>
                <a:cubicBezTo>
                  <a:pt x="275829" y="26804"/>
                  <a:pt x="275271" y="24039"/>
                  <a:pt x="274068" y="22322"/>
                </a:cubicBezTo>
                <a:cubicBezTo>
                  <a:pt x="272865" y="20603"/>
                  <a:pt x="271103" y="19744"/>
                  <a:pt x="268784" y="19744"/>
                </a:cubicBezTo>
                <a:cubicBezTo>
                  <a:pt x="267769" y="19744"/>
                  <a:pt x="266747" y="19924"/>
                  <a:pt x="265718" y="20286"/>
                </a:cubicBezTo>
                <a:cubicBezTo>
                  <a:pt x="264689" y="20646"/>
                  <a:pt x="263631" y="21224"/>
                  <a:pt x="262543" y="22017"/>
                </a:cubicBezTo>
                <a:cubicBezTo>
                  <a:pt x="261456" y="22811"/>
                  <a:pt x="260304" y="23829"/>
                  <a:pt x="259086" y="25071"/>
                </a:cubicBezTo>
                <a:cubicBezTo>
                  <a:pt x="257869" y="26312"/>
                  <a:pt x="256564" y="27813"/>
                  <a:pt x="255172" y="29575"/>
                </a:cubicBezTo>
                <a:lnTo>
                  <a:pt x="255172" y="57665"/>
                </a:lnTo>
                <a:lnTo>
                  <a:pt x="247518" y="57665"/>
                </a:lnTo>
                <a:lnTo>
                  <a:pt x="247518" y="14003"/>
                </a:lnTo>
                <a:close/>
                <a:moveTo>
                  <a:pt x="322558" y="57665"/>
                </a:moveTo>
                <a:lnTo>
                  <a:pt x="322384" y="51782"/>
                </a:lnTo>
                <a:cubicBezTo>
                  <a:pt x="320007" y="54135"/>
                  <a:pt x="317593" y="55834"/>
                  <a:pt x="315144" y="56880"/>
                </a:cubicBezTo>
                <a:cubicBezTo>
                  <a:pt x="312694" y="57925"/>
                  <a:pt x="310121" y="58448"/>
                  <a:pt x="307425" y="58448"/>
                </a:cubicBezTo>
                <a:cubicBezTo>
                  <a:pt x="304931" y="58448"/>
                  <a:pt x="302800" y="58129"/>
                  <a:pt x="301032" y="57490"/>
                </a:cubicBezTo>
                <a:cubicBezTo>
                  <a:pt x="299263" y="56851"/>
                  <a:pt x="297806" y="55973"/>
                  <a:pt x="296661" y="54855"/>
                </a:cubicBezTo>
                <a:cubicBezTo>
                  <a:pt x="295516" y="53737"/>
                  <a:pt x="294675" y="52423"/>
                  <a:pt x="294139" y="50912"/>
                </a:cubicBezTo>
                <a:cubicBezTo>
                  <a:pt x="293603" y="49402"/>
                  <a:pt x="293334" y="47761"/>
                  <a:pt x="293334" y="45990"/>
                </a:cubicBezTo>
                <a:cubicBezTo>
                  <a:pt x="293334" y="41605"/>
                  <a:pt x="294965" y="38171"/>
                  <a:pt x="298227" y="35689"/>
                </a:cubicBezTo>
                <a:cubicBezTo>
                  <a:pt x="301488" y="33205"/>
                  <a:pt x="306308" y="31964"/>
                  <a:pt x="312687" y="31964"/>
                </a:cubicBezTo>
                <a:lnTo>
                  <a:pt x="321732" y="31964"/>
                </a:lnTo>
                <a:lnTo>
                  <a:pt x="321732" y="28150"/>
                </a:lnTo>
                <a:cubicBezTo>
                  <a:pt x="321732" y="25579"/>
                  <a:pt x="320906" y="23521"/>
                  <a:pt x="319253" y="21975"/>
                </a:cubicBezTo>
                <a:cubicBezTo>
                  <a:pt x="317601" y="20429"/>
                  <a:pt x="315078" y="19657"/>
                  <a:pt x="311686" y="19657"/>
                </a:cubicBezTo>
                <a:cubicBezTo>
                  <a:pt x="309222" y="19657"/>
                  <a:pt x="306794" y="19936"/>
                  <a:pt x="304402" y="20495"/>
                </a:cubicBezTo>
                <a:cubicBezTo>
                  <a:pt x="302010" y="21053"/>
                  <a:pt x="299539" y="21846"/>
                  <a:pt x="296987" y="22875"/>
                </a:cubicBezTo>
                <a:lnTo>
                  <a:pt x="296987" y="16047"/>
                </a:lnTo>
                <a:cubicBezTo>
                  <a:pt x="297944" y="15694"/>
                  <a:pt x="299010" y="15348"/>
                  <a:pt x="300184" y="15009"/>
                </a:cubicBezTo>
                <a:cubicBezTo>
                  <a:pt x="301358" y="14670"/>
                  <a:pt x="302597" y="14368"/>
                  <a:pt x="303902" y="14104"/>
                </a:cubicBezTo>
                <a:cubicBezTo>
                  <a:pt x="305207" y="13838"/>
                  <a:pt x="306569" y="13625"/>
                  <a:pt x="307990" y="13464"/>
                </a:cubicBezTo>
                <a:cubicBezTo>
                  <a:pt x="309410" y="13301"/>
                  <a:pt x="310846" y="13220"/>
                  <a:pt x="312295" y="13220"/>
                </a:cubicBezTo>
                <a:cubicBezTo>
                  <a:pt x="314933" y="13220"/>
                  <a:pt x="317311" y="13510"/>
                  <a:pt x="319427" y="14090"/>
                </a:cubicBezTo>
                <a:cubicBezTo>
                  <a:pt x="321544" y="14670"/>
                  <a:pt x="323334" y="15554"/>
                  <a:pt x="324798" y="16743"/>
                </a:cubicBezTo>
                <a:cubicBezTo>
                  <a:pt x="326262" y="17932"/>
                  <a:pt x="327386" y="19425"/>
                  <a:pt x="328168" y="21222"/>
                </a:cubicBezTo>
                <a:cubicBezTo>
                  <a:pt x="328951" y="23020"/>
                  <a:pt x="329343" y="25136"/>
                  <a:pt x="329343" y="27571"/>
                </a:cubicBezTo>
                <a:lnTo>
                  <a:pt x="329343" y="57665"/>
                </a:lnTo>
                <a:lnTo>
                  <a:pt x="322558" y="57665"/>
                </a:lnTo>
                <a:moveTo>
                  <a:pt x="321732" y="37748"/>
                </a:moveTo>
                <a:lnTo>
                  <a:pt x="312121" y="37748"/>
                </a:lnTo>
                <a:cubicBezTo>
                  <a:pt x="310237" y="37748"/>
                  <a:pt x="308613" y="37937"/>
                  <a:pt x="307251" y="38316"/>
                </a:cubicBezTo>
                <a:cubicBezTo>
                  <a:pt x="305888" y="38694"/>
                  <a:pt x="304772" y="39231"/>
                  <a:pt x="303902" y="39929"/>
                </a:cubicBezTo>
                <a:cubicBezTo>
                  <a:pt x="303032" y="40626"/>
                  <a:pt x="302387" y="41463"/>
                  <a:pt x="301967" y="42438"/>
                </a:cubicBezTo>
                <a:cubicBezTo>
                  <a:pt x="301546" y="43412"/>
                  <a:pt x="301336" y="44509"/>
                  <a:pt x="301336" y="45730"/>
                </a:cubicBezTo>
                <a:cubicBezTo>
                  <a:pt x="301336" y="46574"/>
                  <a:pt x="301467" y="47381"/>
                  <a:pt x="301728" y="48152"/>
                </a:cubicBezTo>
                <a:cubicBezTo>
                  <a:pt x="301989" y="48922"/>
                  <a:pt x="302409" y="49605"/>
                  <a:pt x="302989" y="50202"/>
                </a:cubicBezTo>
                <a:cubicBezTo>
                  <a:pt x="303569" y="50798"/>
                  <a:pt x="304322" y="51270"/>
                  <a:pt x="305250" y="51619"/>
                </a:cubicBezTo>
                <a:cubicBezTo>
                  <a:pt x="306178" y="51968"/>
                  <a:pt x="307309" y="52142"/>
                  <a:pt x="308642" y="52142"/>
                </a:cubicBezTo>
                <a:cubicBezTo>
                  <a:pt x="310382" y="52142"/>
                  <a:pt x="312375" y="51612"/>
                  <a:pt x="314622" y="50551"/>
                </a:cubicBezTo>
                <a:cubicBezTo>
                  <a:pt x="316869" y="49489"/>
                  <a:pt x="319239" y="47809"/>
                  <a:pt x="321732" y="45512"/>
                </a:cubicBezTo>
                <a:lnTo>
                  <a:pt x="321732" y="37748"/>
                </a:lnTo>
                <a:close/>
                <a:moveTo>
                  <a:pt x="378464" y="57013"/>
                </a:moveTo>
                <a:cubicBezTo>
                  <a:pt x="376753" y="57463"/>
                  <a:pt x="374985" y="57786"/>
                  <a:pt x="373158" y="57981"/>
                </a:cubicBezTo>
                <a:cubicBezTo>
                  <a:pt x="371332" y="58176"/>
                  <a:pt x="369476" y="58274"/>
                  <a:pt x="367592" y="58274"/>
                </a:cubicBezTo>
                <a:cubicBezTo>
                  <a:pt x="362112" y="58274"/>
                  <a:pt x="358024" y="57035"/>
                  <a:pt x="355328" y="54556"/>
                </a:cubicBezTo>
                <a:cubicBezTo>
                  <a:pt x="352632" y="52077"/>
                  <a:pt x="351284" y="48272"/>
                  <a:pt x="351284" y="43140"/>
                </a:cubicBezTo>
                <a:lnTo>
                  <a:pt x="351284" y="20352"/>
                </a:lnTo>
                <a:lnTo>
                  <a:pt x="339063" y="20352"/>
                </a:lnTo>
                <a:lnTo>
                  <a:pt x="339063" y="14003"/>
                </a:lnTo>
                <a:lnTo>
                  <a:pt x="351284" y="14003"/>
                </a:lnTo>
                <a:lnTo>
                  <a:pt x="351284" y="1962"/>
                </a:lnTo>
                <a:lnTo>
                  <a:pt x="358851" y="0"/>
                </a:lnTo>
                <a:lnTo>
                  <a:pt x="358851" y="14003"/>
                </a:lnTo>
                <a:lnTo>
                  <a:pt x="378464" y="14003"/>
                </a:lnTo>
                <a:lnTo>
                  <a:pt x="378464" y="20352"/>
                </a:lnTo>
                <a:lnTo>
                  <a:pt x="358851" y="20352"/>
                </a:lnTo>
                <a:lnTo>
                  <a:pt x="358851" y="42531"/>
                </a:lnTo>
                <a:cubicBezTo>
                  <a:pt x="358851" y="45662"/>
                  <a:pt x="359684" y="48004"/>
                  <a:pt x="361351" y="49555"/>
                </a:cubicBezTo>
                <a:cubicBezTo>
                  <a:pt x="363018" y="51106"/>
                  <a:pt x="365475" y="51881"/>
                  <a:pt x="368722" y="51881"/>
                </a:cubicBezTo>
                <a:cubicBezTo>
                  <a:pt x="370114" y="51881"/>
                  <a:pt x="371636" y="51769"/>
                  <a:pt x="373289" y="51546"/>
                </a:cubicBezTo>
                <a:cubicBezTo>
                  <a:pt x="374941" y="51321"/>
                  <a:pt x="376666" y="50969"/>
                  <a:pt x="378464" y="50490"/>
                </a:cubicBezTo>
                <a:lnTo>
                  <a:pt x="378464" y="57013"/>
                </a:lnTo>
                <a:close/>
                <a:moveTo>
                  <a:pt x="428933" y="33529"/>
                </a:moveTo>
                <a:cubicBezTo>
                  <a:pt x="428933" y="34602"/>
                  <a:pt x="428918" y="35501"/>
                  <a:pt x="428889" y="36226"/>
                </a:cubicBezTo>
                <a:cubicBezTo>
                  <a:pt x="428860" y="36950"/>
                  <a:pt x="428817" y="37632"/>
                  <a:pt x="428759" y="38270"/>
                </a:cubicBezTo>
                <a:lnTo>
                  <a:pt x="398100" y="38270"/>
                </a:lnTo>
                <a:cubicBezTo>
                  <a:pt x="398100" y="42734"/>
                  <a:pt x="399347" y="46163"/>
                  <a:pt x="401840" y="48554"/>
                </a:cubicBezTo>
                <a:cubicBezTo>
                  <a:pt x="404333" y="50946"/>
                  <a:pt x="407928" y="52142"/>
                  <a:pt x="412625" y="52142"/>
                </a:cubicBezTo>
                <a:cubicBezTo>
                  <a:pt x="413901" y="52142"/>
                  <a:pt x="415176" y="52091"/>
                  <a:pt x="416452" y="51987"/>
                </a:cubicBezTo>
                <a:cubicBezTo>
                  <a:pt x="417728" y="51883"/>
                  <a:pt x="418960" y="51742"/>
                  <a:pt x="420148" y="51565"/>
                </a:cubicBezTo>
                <a:cubicBezTo>
                  <a:pt x="421337" y="51386"/>
                  <a:pt x="422475" y="51186"/>
                  <a:pt x="423562" y="50964"/>
                </a:cubicBezTo>
                <a:cubicBezTo>
                  <a:pt x="424649" y="50741"/>
                  <a:pt x="425657" y="50496"/>
                  <a:pt x="426585" y="50229"/>
                </a:cubicBezTo>
                <a:lnTo>
                  <a:pt x="426585" y="56448"/>
                </a:lnTo>
                <a:cubicBezTo>
                  <a:pt x="424526" y="57040"/>
                  <a:pt x="422200" y="57522"/>
                  <a:pt x="419605" y="57892"/>
                </a:cubicBezTo>
                <a:cubicBezTo>
                  <a:pt x="417010" y="58263"/>
                  <a:pt x="414321" y="58448"/>
                  <a:pt x="411538" y="58448"/>
                </a:cubicBezTo>
                <a:cubicBezTo>
                  <a:pt x="407798" y="58448"/>
                  <a:pt x="404580" y="57941"/>
                  <a:pt x="401883" y="56926"/>
                </a:cubicBezTo>
                <a:cubicBezTo>
                  <a:pt x="399187" y="55911"/>
                  <a:pt x="396976" y="54440"/>
                  <a:pt x="395251" y="52512"/>
                </a:cubicBezTo>
                <a:cubicBezTo>
                  <a:pt x="393526" y="50584"/>
                  <a:pt x="392251" y="48221"/>
                  <a:pt x="391424" y="45423"/>
                </a:cubicBezTo>
                <a:cubicBezTo>
                  <a:pt x="390598" y="42626"/>
                  <a:pt x="390185" y="39458"/>
                  <a:pt x="390185" y="35921"/>
                </a:cubicBezTo>
                <a:cubicBezTo>
                  <a:pt x="390185" y="32848"/>
                  <a:pt x="390627" y="29942"/>
                  <a:pt x="391511" y="27202"/>
                </a:cubicBezTo>
                <a:cubicBezTo>
                  <a:pt x="392396" y="24462"/>
                  <a:pt x="393686" y="22056"/>
                  <a:pt x="395382" y="19983"/>
                </a:cubicBezTo>
                <a:cubicBezTo>
                  <a:pt x="397078" y="17910"/>
                  <a:pt x="399158" y="16265"/>
                  <a:pt x="401622" y="15047"/>
                </a:cubicBezTo>
                <a:cubicBezTo>
                  <a:pt x="404087" y="13829"/>
                  <a:pt x="406884" y="13220"/>
                  <a:pt x="410016" y="13220"/>
                </a:cubicBezTo>
                <a:cubicBezTo>
                  <a:pt x="413060" y="13220"/>
                  <a:pt x="415756" y="13699"/>
                  <a:pt x="418104" y="14655"/>
                </a:cubicBezTo>
                <a:cubicBezTo>
                  <a:pt x="420453" y="15612"/>
                  <a:pt x="422431" y="16968"/>
                  <a:pt x="424041" y="18722"/>
                </a:cubicBezTo>
                <a:cubicBezTo>
                  <a:pt x="425650" y="20476"/>
                  <a:pt x="426867" y="22607"/>
                  <a:pt x="427694" y="25114"/>
                </a:cubicBezTo>
                <a:cubicBezTo>
                  <a:pt x="428520" y="27622"/>
                  <a:pt x="428933" y="30427"/>
                  <a:pt x="428933" y="33529"/>
                </a:cubicBezTo>
                <a:moveTo>
                  <a:pt x="421062" y="32442"/>
                </a:moveTo>
                <a:cubicBezTo>
                  <a:pt x="421149" y="30500"/>
                  <a:pt x="420960" y="28724"/>
                  <a:pt x="420496" y="27115"/>
                </a:cubicBezTo>
                <a:cubicBezTo>
                  <a:pt x="420032" y="25506"/>
                  <a:pt x="419315" y="24121"/>
                  <a:pt x="418344" y="22962"/>
                </a:cubicBezTo>
                <a:cubicBezTo>
                  <a:pt x="417372" y="21802"/>
                  <a:pt x="416162" y="20896"/>
                  <a:pt x="414712" y="20244"/>
                </a:cubicBezTo>
                <a:cubicBezTo>
                  <a:pt x="413263" y="19591"/>
                  <a:pt x="411581" y="19265"/>
                  <a:pt x="409668" y="19265"/>
                </a:cubicBezTo>
                <a:cubicBezTo>
                  <a:pt x="408015" y="19265"/>
                  <a:pt x="406508" y="19584"/>
                  <a:pt x="405145" y="20222"/>
                </a:cubicBezTo>
                <a:cubicBezTo>
                  <a:pt x="403782" y="20860"/>
                  <a:pt x="402608" y="21759"/>
                  <a:pt x="401622" y="22918"/>
                </a:cubicBezTo>
                <a:cubicBezTo>
                  <a:pt x="400637" y="24078"/>
                  <a:pt x="399839" y="25470"/>
                  <a:pt x="399231" y="27093"/>
                </a:cubicBezTo>
                <a:cubicBezTo>
                  <a:pt x="398622" y="28717"/>
                  <a:pt x="398245" y="30500"/>
                  <a:pt x="398100" y="32442"/>
                </a:cubicBezTo>
                <a:lnTo>
                  <a:pt x="421062" y="32442"/>
                </a:lnTo>
                <a:close/>
              </a:path>
            </a:pathLst>
          </a:custGeom>
          <a:solidFill xmlns:a="http://schemas.openxmlformats.org/drawingml/2006/main">
            <a:srgbClr val="82D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(action_mask)">
            <a:extLst xmlns:a="http://schemas.openxmlformats.org/drawingml/2006/main">
              <a:ext uri="{FF2B5EF4-FFF2-40B4-BE49-F238E27FC236}">
                <a16:creationId xmlns:a16="http://schemas.microsoft.com/office/drawing/2014/main" id="{C7362C09-D0BF-448E-A658-5244F6F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742" y="5348796"/>
            <a:ext cx="606030" cy="83062"/>
          </a:xfrm>
          <a:custGeom xmlns:a="http://schemas.openxmlformats.org/drawingml/2006/main">
            <a:pathLst>
              <a:path w="606030" h="83062">
                <a:moveTo>
                  <a:pt x="20048" y="83062"/>
                </a:moveTo>
                <a:cubicBezTo>
                  <a:pt x="6683" y="70676"/>
                  <a:pt x="0" y="56985"/>
                  <a:pt x="0" y="41988"/>
                </a:cubicBezTo>
                <a:cubicBezTo>
                  <a:pt x="0" y="38478"/>
                  <a:pt x="355" y="34975"/>
                  <a:pt x="1065" y="31480"/>
                </a:cubicBezTo>
                <a:cubicBezTo>
                  <a:pt x="1776" y="27985"/>
                  <a:pt x="2921" y="24482"/>
                  <a:pt x="4501" y="20972"/>
                </a:cubicBezTo>
                <a:cubicBezTo>
                  <a:pt x="6081" y="17462"/>
                  <a:pt x="8169" y="13952"/>
                  <a:pt x="10763" y="10443"/>
                </a:cubicBezTo>
                <a:cubicBezTo>
                  <a:pt x="13358" y="6933"/>
                  <a:pt x="16511" y="3452"/>
                  <a:pt x="20222" y="0"/>
                </a:cubicBezTo>
                <a:lnTo>
                  <a:pt x="24614" y="4482"/>
                </a:lnTo>
                <a:cubicBezTo>
                  <a:pt x="13365" y="15591"/>
                  <a:pt x="7741" y="27905"/>
                  <a:pt x="7741" y="41422"/>
                </a:cubicBezTo>
                <a:cubicBezTo>
                  <a:pt x="7741" y="48152"/>
                  <a:pt x="9161" y="54621"/>
                  <a:pt x="12003" y="60829"/>
                </a:cubicBezTo>
                <a:cubicBezTo>
                  <a:pt x="14844" y="67036"/>
                  <a:pt x="19048" y="72895"/>
                  <a:pt x="24614" y="78406"/>
                </a:cubicBezTo>
                <a:lnTo>
                  <a:pt x="20048" y="83062"/>
                </a:lnTo>
                <a:close/>
                <a:moveTo>
                  <a:pt x="64777" y="20613"/>
                </a:moveTo>
                <a:cubicBezTo>
                  <a:pt x="66661" y="20613"/>
                  <a:pt x="68459" y="20737"/>
                  <a:pt x="70169" y="20983"/>
                </a:cubicBezTo>
                <a:cubicBezTo>
                  <a:pt x="71880" y="21229"/>
                  <a:pt x="73518" y="21585"/>
                  <a:pt x="75084" y="22048"/>
                </a:cubicBezTo>
                <a:lnTo>
                  <a:pt x="81955" y="20352"/>
                </a:lnTo>
                <a:lnTo>
                  <a:pt x="77040" y="44749"/>
                </a:lnTo>
                <a:cubicBezTo>
                  <a:pt x="76925" y="45300"/>
                  <a:pt x="76801" y="46025"/>
                  <a:pt x="76671" y="46924"/>
                </a:cubicBezTo>
                <a:cubicBezTo>
                  <a:pt x="76540" y="47822"/>
                  <a:pt x="76388" y="49033"/>
                  <a:pt x="76214" y="50555"/>
                </a:cubicBezTo>
                <a:cubicBezTo>
                  <a:pt x="76040" y="52077"/>
                  <a:pt x="75823" y="53990"/>
                  <a:pt x="75562" y="56295"/>
                </a:cubicBezTo>
                <a:cubicBezTo>
                  <a:pt x="75301" y="58600"/>
                  <a:pt x="74997" y="61434"/>
                  <a:pt x="74649" y="64797"/>
                </a:cubicBezTo>
                <a:lnTo>
                  <a:pt x="67517" y="64797"/>
                </a:lnTo>
                <a:lnTo>
                  <a:pt x="68604" y="54752"/>
                </a:lnTo>
                <a:cubicBezTo>
                  <a:pt x="66603" y="58231"/>
                  <a:pt x="64175" y="60905"/>
                  <a:pt x="61320" y="62775"/>
                </a:cubicBezTo>
                <a:cubicBezTo>
                  <a:pt x="58464" y="64645"/>
                  <a:pt x="55369" y="65580"/>
                  <a:pt x="52035" y="65580"/>
                </a:cubicBezTo>
                <a:cubicBezTo>
                  <a:pt x="49947" y="65580"/>
                  <a:pt x="48128" y="65232"/>
                  <a:pt x="46577" y="64536"/>
                </a:cubicBezTo>
                <a:cubicBezTo>
                  <a:pt x="45026" y="63841"/>
                  <a:pt x="43743" y="62848"/>
                  <a:pt x="42728" y="61557"/>
                </a:cubicBezTo>
                <a:cubicBezTo>
                  <a:pt x="41714" y="60267"/>
                  <a:pt x="40960" y="58723"/>
                  <a:pt x="40467" y="56926"/>
                </a:cubicBezTo>
                <a:cubicBezTo>
                  <a:pt x="39974" y="55128"/>
                  <a:pt x="39728" y="53128"/>
                  <a:pt x="39728" y="50925"/>
                </a:cubicBezTo>
                <a:cubicBezTo>
                  <a:pt x="39728" y="46750"/>
                  <a:pt x="40271" y="42829"/>
                  <a:pt x="41359" y="39161"/>
                </a:cubicBezTo>
                <a:cubicBezTo>
                  <a:pt x="42446" y="35494"/>
                  <a:pt x="44048" y="32283"/>
                  <a:pt x="46164" y="29528"/>
                </a:cubicBezTo>
                <a:cubicBezTo>
                  <a:pt x="48280" y="26774"/>
                  <a:pt x="50897" y="24600"/>
                  <a:pt x="54014" y="23005"/>
                </a:cubicBezTo>
                <a:cubicBezTo>
                  <a:pt x="57130" y="21411"/>
                  <a:pt x="60718" y="20613"/>
                  <a:pt x="64777" y="20613"/>
                </a:cubicBezTo>
                <a:moveTo>
                  <a:pt x="47382" y="50185"/>
                </a:moveTo>
                <a:cubicBezTo>
                  <a:pt x="47382" y="52940"/>
                  <a:pt x="47860" y="55099"/>
                  <a:pt x="48817" y="56665"/>
                </a:cubicBezTo>
                <a:cubicBezTo>
                  <a:pt x="49773" y="58231"/>
                  <a:pt x="51325" y="59013"/>
                  <a:pt x="53470" y="59013"/>
                </a:cubicBezTo>
                <a:cubicBezTo>
                  <a:pt x="54717" y="59013"/>
                  <a:pt x="55963" y="58723"/>
                  <a:pt x="57210" y="58144"/>
                </a:cubicBezTo>
                <a:cubicBezTo>
                  <a:pt x="58457" y="57564"/>
                  <a:pt x="59674" y="56766"/>
                  <a:pt x="60863" y="55752"/>
                </a:cubicBezTo>
                <a:cubicBezTo>
                  <a:pt x="62052" y="54737"/>
                  <a:pt x="63175" y="53541"/>
                  <a:pt x="64233" y="52164"/>
                </a:cubicBezTo>
                <a:cubicBezTo>
                  <a:pt x="65291" y="50787"/>
                  <a:pt x="66263" y="49308"/>
                  <a:pt x="67147" y="47728"/>
                </a:cubicBezTo>
                <a:cubicBezTo>
                  <a:pt x="68031" y="46148"/>
                  <a:pt x="68792" y="44496"/>
                  <a:pt x="69430" y="42771"/>
                </a:cubicBezTo>
                <a:cubicBezTo>
                  <a:pt x="70068" y="41046"/>
                  <a:pt x="70561" y="39328"/>
                  <a:pt x="70909" y="37617"/>
                </a:cubicBezTo>
                <a:lnTo>
                  <a:pt x="72692" y="28659"/>
                </a:lnTo>
                <a:cubicBezTo>
                  <a:pt x="71329" y="28079"/>
                  <a:pt x="69930" y="27622"/>
                  <a:pt x="68495" y="27289"/>
                </a:cubicBezTo>
                <a:cubicBezTo>
                  <a:pt x="67060" y="26955"/>
                  <a:pt x="65734" y="26789"/>
                  <a:pt x="64516" y="26789"/>
                </a:cubicBezTo>
                <a:cubicBezTo>
                  <a:pt x="62139" y="26789"/>
                  <a:pt x="60066" y="27195"/>
                  <a:pt x="58297" y="28006"/>
                </a:cubicBezTo>
                <a:cubicBezTo>
                  <a:pt x="56529" y="28818"/>
                  <a:pt x="55007" y="29876"/>
                  <a:pt x="53731" y="31181"/>
                </a:cubicBezTo>
                <a:cubicBezTo>
                  <a:pt x="52455" y="32486"/>
                  <a:pt x="51412" y="33971"/>
                  <a:pt x="50600" y="35638"/>
                </a:cubicBezTo>
                <a:cubicBezTo>
                  <a:pt x="49788" y="37306"/>
                  <a:pt x="49143" y="39009"/>
                  <a:pt x="48665" y="40748"/>
                </a:cubicBezTo>
                <a:cubicBezTo>
                  <a:pt x="48186" y="42488"/>
                  <a:pt x="47853" y="44184"/>
                  <a:pt x="47664" y="45836"/>
                </a:cubicBezTo>
                <a:cubicBezTo>
                  <a:pt x="47476" y="47489"/>
                  <a:pt x="47382" y="48939"/>
                  <a:pt x="47382" y="50185"/>
                </a:cubicBezTo>
                <a:close/>
                <a:moveTo>
                  <a:pt x="122112" y="62971"/>
                </a:moveTo>
                <a:cubicBezTo>
                  <a:pt x="119677" y="63827"/>
                  <a:pt x="117415" y="64447"/>
                  <a:pt x="115328" y="64830"/>
                </a:cubicBezTo>
                <a:cubicBezTo>
                  <a:pt x="113240" y="65214"/>
                  <a:pt x="111109" y="65406"/>
                  <a:pt x="108935" y="65406"/>
                </a:cubicBezTo>
                <a:cubicBezTo>
                  <a:pt x="103137" y="65406"/>
                  <a:pt x="98672" y="64065"/>
                  <a:pt x="95541" y="61383"/>
                </a:cubicBezTo>
                <a:cubicBezTo>
                  <a:pt x="92409" y="58702"/>
                  <a:pt x="90844" y="54679"/>
                  <a:pt x="90844" y="49315"/>
                </a:cubicBezTo>
                <a:cubicBezTo>
                  <a:pt x="90844" y="44909"/>
                  <a:pt x="91540" y="40930"/>
                  <a:pt x="92931" y="37378"/>
                </a:cubicBezTo>
                <a:cubicBezTo>
                  <a:pt x="94323" y="33826"/>
                  <a:pt x="96222" y="30804"/>
                  <a:pt x="98628" y="28311"/>
                </a:cubicBezTo>
                <a:cubicBezTo>
                  <a:pt x="101035" y="25817"/>
                  <a:pt x="103847" y="23897"/>
                  <a:pt x="107065" y="22549"/>
                </a:cubicBezTo>
                <a:cubicBezTo>
                  <a:pt x="110283" y="21200"/>
                  <a:pt x="113704" y="20526"/>
                  <a:pt x="117328" y="20526"/>
                </a:cubicBezTo>
                <a:cubicBezTo>
                  <a:pt x="119416" y="20526"/>
                  <a:pt x="121510" y="20689"/>
                  <a:pt x="123612" y="21016"/>
                </a:cubicBezTo>
                <a:cubicBezTo>
                  <a:pt x="125714" y="21341"/>
                  <a:pt x="127707" y="21874"/>
                  <a:pt x="129592" y="22614"/>
                </a:cubicBezTo>
                <a:lnTo>
                  <a:pt x="128244" y="29485"/>
                </a:lnTo>
                <a:cubicBezTo>
                  <a:pt x="126649" y="28718"/>
                  <a:pt x="124837" y="28106"/>
                  <a:pt x="122808" y="27649"/>
                </a:cubicBezTo>
                <a:cubicBezTo>
                  <a:pt x="120778" y="27191"/>
                  <a:pt x="118821" y="26963"/>
                  <a:pt x="116937" y="26963"/>
                </a:cubicBezTo>
                <a:cubicBezTo>
                  <a:pt x="114009" y="26963"/>
                  <a:pt x="111421" y="27571"/>
                  <a:pt x="109174" y="28789"/>
                </a:cubicBezTo>
                <a:cubicBezTo>
                  <a:pt x="106927" y="30007"/>
                  <a:pt x="105036" y="31623"/>
                  <a:pt x="103499" y="33638"/>
                </a:cubicBezTo>
                <a:cubicBezTo>
                  <a:pt x="101962" y="35653"/>
                  <a:pt x="100795" y="37943"/>
                  <a:pt x="99998" y="40509"/>
                </a:cubicBezTo>
                <a:cubicBezTo>
                  <a:pt x="99201" y="43075"/>
                  <a:pt x="98802" y="45706"/>
                  <a:pt x="98802" y="48402"/>
                </a:cubicBezTo>
                <a:cubicBezTo>
                  <a:pt x="98802" y="51939"/>
                  <a:pt x="99759" y="54592"/>
                  <a:pt x="101672" y="56361"/>
                </a:cubicBezTo>
                <a:cubicBezTo>
                  <a:pt x="103586" y="58129"/>
                  <a:pt x="106398" y="59013"/>
                  <a:pt x="110109" y="59013"/>
                </a:cubicBezTo>
                <a:cubicBezTo>
                  <a:pt x="112023" y="59013"/>
                  <a:pt x="114030" y="58807"/>
                  <a:pt x="116132" y="58394"/>
                </a:cubicBezTo>
                <a:cubicBezTo>
                  <a:pt x="118234" y="57981"/>
                  <a:pt x="120227" y="57375"/>
                  <a:pt x="122112" y="56578"/>
                </a:cubicBezTo>
                <a:lnTo>
                  <a:pt x="122112" y="62971"/>
                </a:lnTo>
                <a:close/>
                <a:moveTo>
                  <a:pt x="171738" y="64182"/>
                </a:moveTo>
                <a:cubicBezTo>
                  <a:pt x="169912" y="64619"/>
                  <a:pt x="168107" y="64933"/>
                  <a:pt x="166324" y="65122"/>
                </a:cubicBezTo>
                <a:cubicBezTo>
                  <a:pt x="164541" y="65311"/>
                  <a:pt x="162954" y="65406"/>
                  <a:pt x="161562" y="65406"/>
                </a:cubicBezTo>
                <a:cubicBezTo>
                  <a:pt x="158605" y="65406"/>
                  <a:pt x="156075" y="65080"/>
                  <a:pt x="153973" y="64428"/>
                </a:cubicBezTo>
                <a:cubicBezTo>
                  <a:pt x="151871" y="63775"/>
                  <a:pt x="150212" y="62739"/>
                  <a:pt x="148994" y="61318"/>
                </a:cubicBezTo>
                <a:cubicBezTo>
                  <a:pt x="147776" y="59898"/>
                  <a:pt x="147015" y="58064"/>
                  <a:pt x="146711" y="55817"/>
                </a:cubicBezTo>
                <a:cubicBezTo>
                  <a:pt x="146406" y="53570"/>
                  <a:pt x="146588" y="50838"/>
                  <a:pt x="147254" y="47619"/>
                </a:cubicBezTo>
                <a:lnTo>
                  <a:pt x="151255" y="27484"/>
                </a:lnTo>
                <a:lnTo>
                  <a:pt x="139035" y="27484"/>
                </a:lnTo>
                <a:lnTo>
                  <a:pt x="140296" y="21135"/>
                </a:lnTo>
                <a:lnTo>
                  <a:pt x="152473" y="21135"/>
                </a:lnTo>
                <a:lnTo>
                  <a:pt x="154908" y="9094"/>
                </a:lnTo>
                <a:lnTo>
                  <a:pt x="162910" y="7132"/>
                </a:lnTo>
                <a:lnTo>
                  <a:pt x="160040" y="21135"/>
                </a:lnTo>
                <a:lnTo>
                  <a:pt x="179653" y="21135"/>
                </a:lnTo>
                <a:lnTo>
                  <a:pt x="178392" y="27484"/>
                </a:lnTo>
                <a:lnTo>
                  <a:pt x="158822" y="27484"/>
                </a:lnTo>
                <a:lnTo>
                  <a:pt x="154734" y="47880"/>
                </a:lnTo>
                <a:cubicBezTo>
                  <a:pt x="154329" y="49881"/>
                  <a:pt x="154169" y="51584"/>
                  <a:pt x="154256" y="52990"/>
                </a:cubicBezTo>
                <a:cubicBezTo>
                  <a:pt x="154343" y="54396"/>
                  <a:pt x="154691" y="55549"/>
                  <a:pt x="155300" y="56448"/>
                </a:cubicBezTo>
                <a:cubicBezTo>
                  <a:pt x="155909" y="57346"/>
                  <a:pt x="156793" y="57999"/>
                  <a:pt x="157953" y="58405"/>
                </a:cubicBezTo>
                <a:cubicBezTo>
                  <a:pt x="159112" y="58810"/>
                  <a:pt x="160591" y="59013"/>
                  <a:pt x="162388" y="59013"/>
                </a:cubicBezTo>
                <a:cubicBezTo>
                  <a:pt x="163461" y="59013"/>
                  <a:pt x="164809" y="58901"/>
                  <a:pt x="166433" y="58678"/>
                </a:cubicBezTo>
                <a:cubicBezTo>
                  <a:pt x="168056" y="58453"/>
                  <a:pt x="169825" y="58101"/>
                  <a:pt x="171738" y="57622"/>
                </a:cubicBezTo>
                <a:lnTo>
                  <a:pt x="171738" y="64182"/>
                </a:lnTo>
                <a:close/>
                <a:moveTo>
                  <a:pt x="205851" y="9002"/>
                </a:moveTo>
                <a:cubicBezTo>
                  <a:pt x="205851" y="8103"/>
                  <a:pt x="206010" y="7277"/>
                  <a:pt x="206329" y="6523"/>
                </a:cubicBezTo>
                <a:cubicBezTo>
                  <a:pt x="206648" y="5769"/>
                  <a:pt x="207090" y="5117"/>
                  <a:pt x="207655" y="4566"/>
                </a:cubicBezTo>
                <a:cubicBezTo>
                  <a:pt x="208221" y="4015"/>
                  <a:pt x="208880" y="3581"/>
                  <a:pt x="209634" y="3262"/>
                </a:cubicBezTo>
                <a:cubicBezTo>
                  <a:pt x="210388" y="2943"/>
                  <a:pt x="211200" y="2783"/>
                  <a:pt x="212069" y="2783"/>
                </a:cubicBezTo>
                <a:cubicBezTo>
                  <a:pt x="212910" y="2783"/>
                  <a:pt x="213678" y="2935"/>
                  <a:pt x="214374" y="3240"/>
                </a:cubicBezTo>
                <a:cubicBezTo>
                  <a:pt x="215070" y="3544"/>
                  <a:pt x="215672" y="3950"/>
                  <a:pt x="216179" y="4458"/>
                </a:cubicBezTo>
                <a:cubicBezTo>
                  <a:pt x="216686" y="4965"/>
                  <a:pt x="217078" y="5566"/>
                  <a:pt x="217353" y="6262"/>
                </a:cubicBezTo>
                <a:cubicBezTo>
                  <a:pt x="217629" y="6958"/>
                  <a:pt x="217766" y="7697"/>
                  <a:pt x="217766" y="8480"/>
                </a:cubicBezTo>
                <a:cubicBezTo>
                  <a:pt x="217766" y="9379"/>
                  <a:pt x="217607" y="10205"/>
                  <a:pt x="217288" y="10959"/>
                </a:cubicBezTo>
                <a:cubicBezTo>
                  <a:pt x="216969" y="11713"/>
                  <a:pt x="216527" y="12365"/>
                  <a:pt x="215962" y="12916"/>
                </a:cubicBezTo>
                <a:cubicBezTo>
                  <a:pt x="215396" y="13467"/>
                  <a:pt x="214737" y="13902"/>
                  <a:pt x="213983" y="14221"/>
                </a:cubicBezTo>
                <a:cubicBezTo>
                  <a:pt x="213229" y="14540"/>
                  <a:pt x="212417" y="14699"/>
                  <a:pt x="211548" y="14699"/>
                </a:cubicBezTo>
                <a:cubicBezTo>
                  <a:pt x="210707" y="14699"/>
                  <a:pt x="209931" y="14547"/>
                  <a:pt x="209221" y="14242"/>
                </a:cubicBezTo>
                <a:cubicBezTo>
                  <a:pt x="208511" y="13938"/>
                  <a:pt x="207909" y="13532"/>
                  <a:pt x="207416" y="13025"/>
                </a:cubicBezTo>
                <a:cubicBezTo>
                  <a:pt x="206923" y="12517"/>
                  <a:pt x="206539" y="11916"/>
                  <a:pt x="206264" y="11220"/>
                </a:cubicBezTo>
                <a:cubicBezTo>
                  <a:pt x="205988" y="10524"/>
                  <a:pt x="205851" y="9785"/>
                  <a:pt x="205851" y="9002"/>
                </a:cubicBezTo>
                <a:moveTo>
                  <a:pt x="223811" y="62058"/>
                </a:moveTo>
                <a:cubicBezTo>
                  <a:pt x="221811" y="63159"/>
                  <a:pt x="219702" y="64022"/>
                  <a:pt x="217484" y="64645"/>
                </a:cubicBezTo>
                <a:cubicBezTo>
                  <a:pt x="215266" y="65268"/>
                  <a:pt x="212896" y="65580"/>
                  <a:pt x="210373" y="65580"/>
                </a:cubicBezTo>
                <a:cubicBezTo>
                  <a:pt x="208315" y="65580"/>
                  <a:pt x="206590" y="65290"/>
                  <a:pt x="205198" y="64710"/>
                </a:cubicBezTo>
                <a:cubicBezTo>
                  <a:pt x="203807" y="64130"/>
                  <a:pt x="202741" y="63210"/>
                  <a:pt x="202002" y="61949"/>
                </a:cubicBezTo>
                <a:cubicBezTo>
                  <a:pt x="201263" y="60688"/>
                  <a:pt x="200849" y="59071"/>
                  <a:pt x="200762" y="57100"/>
                </a:cubicBezTo>
                <a:cubicBezTo>
                  <a:pt x="200676" y="55128"/>
                  <a:pt x="200907" y="52737"/>
                  <a:pt x="201458" y="49924"/>
                </a:cubicBezTo>
                <a:lnTo>
                  <a:pt x="204415" y="35312"/>
                </a:lnTo>
                <a:cubicBezTo>
                  <a:pt x="204763" y="33660"/>
                  <a:pt x="204930" y="32275"/>
                  <a:pt x="204916" y="31159"/>
                </a:cubicBezTo>
                <a:cubicBezTo>
                  <a:pt x="204901" y="30043"/>
                  <a:pt x="204749" y="29152"/>
                  <a:pt x="204459" y="28485"/>
                </a:cubicBezTo>
                <a:cubicBezTo>
                  <a:pt x="204169" y="27818"/>
                  <a:pt x="203741" y="27347"/>
                  <a:pt x="203176" y="27071"/>
                </a:cubicBezTo>
                <a:cubicBezTo>
                  <a:pt x="202611" y="26796"/>
                  <a:pt x="201951" y="26658"/>
                  <a:pt x="201197" y="26658"/>
                </a:cubicBezTo>
                <a:cubicBezTo>
                  <a:pt x="199226" y="26658"/>
                  <a:pt x="197283" y="27047"/>
                  <a:pt x="195370" y="27824"/>
                </a:cubicBezTo>
                <a:cubicBezTo>
                  <a:pt x="193456" y="28601"/>
                  <a:pt x="191514" y="29546"/>
                  <a:pt x="189543" y="30659"/>
                </a:cubicBezTo>
                <a:lnTo>
                  <a:pt x="189543" y="23962"/>
                </a:lnTo>
                <a:cubicBezTo>
                  <a:pt x="191543" y="22847"/>
                  <a:pt x="193652" y="21966"/>
                  <a:pt x="195870" y="21321"/>
                </a:cubicBezTo>
                <a:cubicBezTo>
                  <a:pt x="198088" y="20675"/>
                  <a:pt x="200458" y="20352"/>
                  <a:pt x="202980" y="20352"/>
                </a:cubicBezTo>
                <a:cubicBezTo>
                  <a:pt x="205039" y="20352"/>
                  <a:pt x="206764" y="20642"/>
                  <a:pt x="208155" y="21222"/>
                </a:cubicBezTo>
                <a:cubicBezTo>
                  <a:pt x="209547" y="21802"/>
                  <a:pt x="210613" y="22723"/>
                  <a:pt x="211352" y="23984"/>
                </a:cubicBezTo>
                <a:cubicBezTo>
                  <a:pt x="212091" y="25245"/>
                  <a:pt x="212504" y="26861"/>
                  <a:pt x="212591" y="28833"/>
                </a:cubicBezTo>
                <a:cubicBezTo>
                  <a:pt x="212678" y="30804"/>
                  <a:pt x="212446" y="33196"/>
                  <a:pt x="211895" y="36008"/>
                </a:cubicBezTo>
                <a:lnTo>
                  <a:pt x="208938" y="50620"/>
                </a:lnTo>
                <a:cubicBezTo>
                  <a:pt x="208619" y="52302"/>
                  <a:pt x="208460" y="53693"/>
                  <a:pt x="208460" y="54795"/>
                </a:cubicBezTo>
                <a:cubicBezTo>
                  <a:pt x="208460" y="55897"/>
                  <a:pt x="208612" y="56781"/>
                  <a:pt x="208916" y="57448"/>
                </a:cubicBezTo>
                <a:cubicBezTo>
                  <a:pt x="209221" y="58115"/>
                  <a:pt x="209649" y="58586"/>
                  <a:pt x="210199" y="58861"/>
                </a:cubicBezTo>
                <a:cubicBezTo>
                  <a:pt x="210750" y="59137"/>
                  <a:pt x="211403" y="59274"/>
                  <a:pt x="212156" y="59274"/>
                </a:cubicBezTo>
                <a:cubicBezTo>
                  <a:pt x="214128" y="59274"/>
                  <a:pt x="216070" y="58890"/>
                  <a:pt x="217984" y="58122"/>
                </a:cubicBezTo>
                <a:cubicBezTo>
                  <a:pt x="219897" y="57354"/>
                  <a:pt x="221840" y="56433"/>
                  <a:pt x="223811" y="55360"/>
                </a:cubicBezTo>
                <a:lnTo>
                  <a:pt x="223811" y="62058"/>
                </a:lnTo>
                <a:close/>
                <a:moveTo>
                  <a:pt x="250824" y="65580"/>
                </a:moveTo>
                <a:cubicBezTo>
                  <a:pt x="245605" y="65580"/>
                  <a:pt x="241539" y="64239"/>
                  <a:pt x="238626" y="61557"/>
                </a:cubicBezTo>
                <a:cubicBezTo>
                  <a:pt x="235712" y="58876"/>
                  <a:pt x="234255" y="54853"/>
                  <a:pt x="234255" y="49489"/>
                </a:cubicBezTo>
                <a:cubicBezTo>
                  <a:pt x="234255" y="47083"/>
                  <a:pt x="234509" y="44699"/>
                  <a:pt x="235016" y="42336"/>
                </a:cubicBezTo>
                <a:cubicBezTo>
                  <a:pt x="235523" y="39973"/>
                  <a:pt x="236270" y="37711"/>
                  <a:pt x="237256" y="35552"/>
                </a:cubicBezTo>
                <a:cubicBezTo>
                  <a:pt x="238242" y="33392"/>
                  <a:pt x="239459" y="31384"/>
                  <a:pt x="240909" y="29528"/>
                </a:cubicBezTo>
                <a:cubicBezTo>
                  <a:pt x="242358" y="27673"/>
                  <a:pt x="244025" y="26064"/>
                  <a:pt x="245910" y="24701"/>
                </a:cubicBezTo>
                <a:cubicBezTo>
                  <a:pt x="247794" y="23339"/>
                  <a:pt x="249875" y="22273"/>
                  <a:pt x="252150" y="21505"/>
                </a:cubicBezTo>
                <a:cubicBezTo>
                  <a:pt x="254426" y="20737"/>
                  <a:pt x="256898" y="20352"/>
                  <a:pt x="259565" y="20352"/>
                </a:cubicBezTo>
                <a:cubicBezTo>
                  <a:pt x="262174" y="20352"/>
                  <a:pt x="264501" y="20693"/>
                  <a:pt x="266545" y="21374"/>
                </a:cubicBezTo>
                <a:cubicBezTo>
                  <a:pt x="268589" y="22056"/>
                  <a:pt x="270314" y="23070"/>
                  <a:pt x="271720" y="24419"/>
                </a:cubicBezTo>
                <a:cubicBezTo>
                  <a:pt x="273126" y="25767"/>
                  <a:pt x="274206" y="27448"/>
                  <a:pt x="274960" y="29463"/>
                </a:cubicBezTo>
                <a:cubicBezTo>
                  <a:pt x="275714" y="31478"/>
                  <a:pt x="276091" y="33819"/>
                  <a:pt x="276091" y="36487"/>
                </a:cubicBezTo>
                <a:cubicBezTo>
                  <a:pt x="276091" y="38864"/>
                  <a:pt x="275837" y="41234"/>
                  <a:pt x="275330" y="43597"/>
                </a:cubicBezTo>
                <a:cubicBezTo>
                  <a:pt x="274822" y="45960"/>
                  <a:pt x="274076" y="48221"/>
                  <a:pt x="273090" y="50381"/>
                </a:cubicBezTo>
                <a:cubicBezTo>
                  <a:pt x="272104" y="52541"/>
                  <a:pt x="270887" y="54549"/>
                  <a:pt x="269437" y="56404"/>
                </a:cubicBezTo>
                <a:cubicBezTo>
                  <a:pt x="267987" y="58260"/>
                  <a:pt x="266328" y="59869"/>
                  <a:pt x="264458" y="61231"/>
                </a:cubicBezTo>
                <a:cubicBezTo>
                  <a:pt x="262588" y="62594"/>
                  <a:pt x="260507" y="63659"/>
                  <a:pt x="258217" y="64428"/>
                </a:cubicBezTo>
                <a:cubicBezTo>
                  <a:pt x="255927" y="65196"/>
                  <a:pt x="253462" y="65580"/>
                  <a:pt x="250824" y="65580"/>
                </a:cubicBezTo>
                <a:moveTo>
                  <a:pt x="268350" y="37269"/>
                </a:moveTo>
                <a:cubicBezTo>
                  <a:pt x="268350" y="33761"/>
                  <a:pt x="267523" y="31137"/>
                  <a:pt x="265871" y="29398"/>
                </a:cubicBezTo>
                <a:cubicBezTo>
                  <a:pt x="264218" y="27658"/>
                  <a:pt x="261812" y="26789"/>
                  <a:pt x="258652" y="26789"/>
                </a:cubicBezTo>
                <a:cubicBezTo>
                  <a:pt x="256854" y="26789"/>
                  <a:pt x="255187" y="27100"/>
                  <a:pt x="253651" y="27724"/>
                </a:cubicBezTo>
                <a:cubicBezTo>
                  <a:pt x="252114" y="28347"/>
                  <a:pt x="250730" y="29202"/>
                  <a:pt x="249498" y="30289"/>
                </a:cubicBezTo>
                <a:cubicBezTo>
                  <a:pt x="248266" y="31377"/>
                  <a:pt x="247178" y="32638"/>
                  <a:pt x="246236" y="34073"/>
                </a:cubicBezTo>
                <a:cubicBezTo>
                  <a:pt x="245294" y="35508"/>
                  <a:pt x="244511" y="37030"/>
                  <a:pt x="243888" y="38639"/>
                </a:cubicBezTo>
                <a:cubicBezTo>
                  <a:pt x="243264" y="40248"/>
                  <a:pt x="242793" y="41915"/>
                  <a:pt x="242474" y="43640"/>
                </a:cubicBezTo>
                <a:cubicBezTo>
                  <a:pt x="242155" y="45365"/>
                  <a:pt x="241996" y="47040"/>
                  <a:pt x="241996" y="48663"/>
                </a:cubicBezTo>
                <a:cubicBezTo>
                  <a:pt x="241996" y="52171"/>
                  <a:pt x="242822" y="54802"/>
                  <a:pt x="244475" y="56556"/>
                </a:cubicBezTo>
                <a:cubicBezTo>
                  <a:pt x="246127" y="58310"/>
                  <a:pt x="248534" y="59187"/>
                  <a:pt x="251694" y="59187"/>
                </a:cubicBezTo>
                <a:cubicBezTo>
                  <a:pt x="253520" y="59187"/>
                  <a:pt x="255195" y="58876"/>
                  <a:pt x="256717" y="58252"/>
                </a:cubicBezTo>
                <a:cubicBezTo>
                  <a:pt x="258239" y="57629"/>
                  <a:pt x="259616" y="56774"/>
                  <a:pt x="260848" y="55687"/>
                </a:cubicBezTo>
                <a:cubicBezTo>
                  <a:pt x="262080" y="54599"/>
                  <a:pt x="263167" y="53338"/>
                  <a:pt x="264110" y="51903"/>
                </a:cubicBezTo>
                <a:cubicBezTo>
                  <a:pt x="265052" y="50468"/>
                  <a:pt x="265835" y="48939"/>
                  <a:pt x="266458" y="47315"/>
                </a:cubicBezTo>
                <a:cubicBezTo>
                  <a:pt x="267081" y="45691"/>
                  <a:pt x="267552" y="44017"/>
                  <a:pt x="267871" y="42292"/>
                </a:cubicBezTo>
                <a:cubicBezTo>
                  <a:pt x="268190" y="40567"/>
                  <a:pt x="268350" y="38893"/>
                  <a:pt x="268350" y="37269"/>
                </a:cubicBezTo>
                <a:close/>
                <a:moveTo>
                  <a:pt x="286980" y="41183"/>
                </a:moveTo>
                <a:cubicBezTo>
                  <a:pt x="287096" y="40632"/>
                  <a:pt x="287219" y="39908"/>
                  <a:pt x="287350" y="39009"/>
                </a:cubicBezTo>
                <a:cubicBezTo>
                  <a:pt x="287480" y="38110"/>
                  <a:pt x="287632" y="36900"/>
                  <a:pt x="287806" y="35378"/>
                </a:cubicBezTo>
                <a:cubicBezTo>
                  <a:pt x="287980" y="33855"/>
                  <a:pt x="288198" y="31942"/>
                  <a:pt x="288459" y="29637"/>
                </a:cubicBezTo>
                <a:cubicBezTo>
                  <a:pt x="288720" y="27332"/>
                  <a:pt x="289024" y="24498"/>
                  <a:pt x="289372" y="21135"/>
                </a:cubicBezTo>
                <a:lnTo>
                  <a:pt x="296504" y="21135"/>
                </a:lnTo>
                <a:lnTo>
                  <a:pt x="295417" y="31224"/>
                </a:lnTo>
                <a:cubicBezTo>
                  <a:pt x="297446" y="27716"/>
                  <a:pt x="299874" y="25027"/>
                  <a:pt x="302701" y="23157"/>
                </a:cubicBezTo>
                <a:cubicBezTo>
                  <a:pt x="305528" y="21287"/>
                  <a:pt x="308594" y="20352"/>
                  <a:pt x="311899" y="20352"/>
                </a:cubicBezTo>
                <a:cubicBezTo>
                  <a:pt x="316508" y="20352"/>
                  <a:pt x="319777" y="21744"/>
                  <a:pt x="321705" y="24527"/>
                </a:cubicBezTo>
                <a:cubicBezTo>
                  <a:pt x="323633" y="27311"/>
                  <a:pt x="324046" y="31413"/>
                  <a:pt x="322945" y="36834"/>
                </a:cubicBezTo>
                <a:lnTo>
                  <a:pt x="317335" y="64797"/>
                </a:lnTo>
                <a:lnTo>
                  <a:pt x="309768" y="64797"/>
                </a:lnTo>
                <a:lnTo>
                  <a:pt x="315378" y="36921"/>
                </a:lnTo>
                <a:cubicBezTo>
                  <a:pt x="316103" y="33384"/>
                  <a:pt x="316052" y="30826"/>
                  <a:pt x="315226" y="29246"/>
                </a:cubicBezTo>
                <a:cubicBezTo>
                  <a:pt x="314399" y="27666"/>
                  <a:pt x="312826" y="26876"/>
                  <a:pt x="310507" y="26876"/>
                </a:cubicBezTo>
                <a:cubicBezTo>
                  <a:pt x="308652" y="26876"/>
                  <a:pt x="306803" y="27513"/>
                  <a:pt x="304962" y="28789"/>
                </a:cubicBezTo>
                <a:cubicBezTo>
                  <a:pt x="303121" y="30065"/>
                  <a:pt x="301404" y="31725"/>
                  <a:pt x="299809" y="33769"/>
                </a:cubicBezTo>
                <a:cubicBezTo>
                  <a:pt x="298214" y="35812"/>
                  <a:pt x="296830" y="38110"/>
                  <a:pt x="295656" y="40661"/>
                </a:cubicBezTo>
                <a:cubicBezTo>
                  <a:pt x="294482" y="43213"/>
                  <a:pt x="293634" y="45764"/>
                  <a:pt x="293112" y="48315"/>
                </a:cubicBezTo>
                <a:lnTo>
                  <a:pt x="289807" y="64797"/>
                </a:lnTo>
                <a:lnTo>
                  <a:pt x="282240" y="64797"/>
                </a:lnTo>
                <a:lnTo>
                  <a:pt x="286980" y="41183"/>
                </a:lnTo>
                <a:close/>
                <a:moveTo>
                  <a:pt x="369266" y="82627"/>
                </a:moveTo>
                <a:lnTo>
                  <a:pt x="320299" y="82627"/>
                </a:lnTo>
                <a:lnTo>
                  <a:pt x="321516" y="76365"/>
                </a:lnTo>
                <a:lnTo>
                  <a:pt x="370527" y="76365"/>
                </a:lnTo>
                <a:lnTo>
                  <a:pt x="369266" y="82627"/>
                </a:lnTo>
                <a:close/>
                <a:moveTo>
                  <a:pt x="408630" y="64797"/>
                </a:moveTo>
                <a:lnTo>
                  <a:pt x="414762" y="34269"/>
                </a:lnTo>
                <a:cubicBezTo>
                  <a:pt x="415081" y="32674"/>
                  <a:pt x="415298" y="31384"/>
                  <a:pt x="415414" y="30398"/>
                </a:cubicBezTo>
                <a:cubicBezTo>
                  <a:pt x="415530" y="29412"/>
                  <a:pt x="415566" y="28644"/>
                  <a:pt x="415523" y="28093"/>
                </a:cubicBezTo>
                <a:cubicBezTo>
                  <a:pt x="415479" y="27542"/>
                  <a:pt x="415363" y="27166"/>
                  <a:pt x="415175" y="26963"/>
                </a:cubicBezTo>
                <a:cubicBezTo>
                  <a:pt x="414986" y="26760"/>
                  <a:pt x="414733" y="26658"/>
                  <a:pt x="414414" y="26658"/>
                </a:cubicBezTo>
                <a:cubicBezTo>
                  <a:pt x="413834" y="26658"/>
                  <a:pt x="413160" y="26992"/>
                  <a:pt x="412392" y="27658"/>
                </a:cubicBezTo>
                <a:cubicBezTo>
                  <a:pt x="411623" y="28325"/>
                  <a:pt x="410819" y="29210"/>
                  <a:pt x="409978" y="30311"/>
                </a:cubicBezTo>
                <a:cubicBezTo>
                  <a:pt x="409137" y="31413"/>
                  <a:pt x="408296" y="32681"/>
                  <a:pt x="407456" y="34116"/>
                </a:cubicBezTo>
                <a:cubicBezTo>
                  <a:pt x="406615" y="35552"/>
                  <a:pt x="405825" y="37045"/>
                  <a:pt x="405086" y="38596"/>
                </a:cubicBezTo>
                <a:cubicBezTo>
                  <a:pt x="404346" y="40147"/>
                  <a:pt x="403701" y="41683"/>
                  <a:pt x="403150" y="43205"/>
                </a:cubicBezTo>
                <a:cubicBezTo>
                  <a:pt x="402600" y="44728"/>
                  <a:pt x="402208" y="46141"/>
                  <a:pt x="401976" y="47446"/>
                </a:cubicBezTo>
                <a:lnTo>
                  <a:pt x="398497" y="64797"/>
                </a:lnTo>
                <a:lnTo>
                  <a:pt x="391539" y="64797"/>
                </a:lnTo>
                <a:lnTo>
                  <a:pt x="397671" y="34269"/>
                </a:lnTo>
                <a:cubicBezTo>
                  <a:pt x="397990" y="32674"/>
                  <a:pt x="398207" y="31384"/>
                  <a:pt x="398323" y="30398"/>
                </a:cubicBezTo>
                <a:cubicBezTo>
                  <a:pt x="398439" y="29412"/>
                  <a:pt x="398475" y="28644"/>
                  <a:pt x="398432" y="28093"/>
                </a:cubicBezTo>
                <a:cubicBezTo>
                  <a:pt x="398388" y="27542"/>
                  <a:pt x="398272" y="27166"/>
                  <a:pt x="398084" y="26963"/>
                </a:cubicBezTo>
                <a:cubicBezTo>
                  <a:pt x="397896" y="26760"/>
                  <a:pt x="397642" y="26658"/>
                  <a:pt x="397323" y="26658"/>
                </a:cubicBezTo>
                <a:cubicBezTo>
                  <a:pt x="396743" y="26658"/>
                  <a:pt x="396069" y="26992"/>
                  <a:pt x="395301" y="27658"/>
                </a:cubicBezTo>
                <a:cubicBezTo>
                  <a:pt x="394532" y="28325"/>
                  <a:pt x="393728" y="29210"/>
                  <a:pt x="392887" y="30311"/>
                </a:cubicBezTo>
                <a:cubicBezTo>
                  <a:pt x="392046" y="31413"/>
                  <a:pt x="391198" y="32681"/>
                  <a:pt x="390343" y="34116"/>
                </a:cubicBezTo>
                <a:cubicBezTo>
                  <a:pt x="389488" y="35552"/>
                  <a:pt x="388698" y="37045"/>
                  <a:pt x="387973" y="38596"/>
                </a:cubicBezTo>
                <a:cubicBezTo>
                  <a:pt x="387248" y="40147"/>
                  <a:pt x="386610" y="41683"/>
                  <a:pt x="386060" y="43205"/>
                </a:cubicBezTo>
                <a:cubicBezTo>
                  <a:pt x="385509" y="44728"/>
                  <a:pt x="385103" y="46141"/>
                  <a:pt x="384842" y="47446"/>
                </a:cubicBezTo>
                <a:lnTo>
                  <a:pt x="381363" y="64797"/>
                </a:lnTo>
                <a:lnTo>
                  <a:pt x="374448" y="64797"/>
                </a:lnTo>
                <a:lnTo>
                  <a:pt x="379145" y="41183"/>
                </a:lnTo>
                <a:cubicBezTo>
                  <a:pt x="379261" y="40632"/>
                  <a:pt x="379384" y="39908"/>
                  <a:pt x="379515" y="39009"/>
                </a:cubicBezTo>
                <a:cubicBezTo>
                  <a:pt x="379645" y="38110"/>
                  <a:pt x="379804" y="36900"/>
                  <a:pt x="379993" y="35378"/>
                </a:cubicBezTo>
                <a:cubicBezTo>
                  <a:pt x="380181" y="33855"/>
                  <a:pt x="380406" y="31942"/>
                  <a:pt x="380667" y="29637"/>
                </a:cubicBezTo>
                <a:cubicBezTo>
                  <a:pt x="380928" y="27332"/>
                  <a:pt x="381232" y="24498"/>
                  <a:pt x="381580" y="21135"/>
                </a:cubicBezTo>
                <a:lnTo>
                  <a:pt x="388060" y="21135"/>
                </a:lnTo>
                <a:lnTo>
                  <a:pt x="386973" y="31224"/>
                </a:lnTo>
                <a:cubicBezTo>
                  <a:pt x="387785" y="29746"/>
                  <a:pt x="388625" y="28354"/>
                  <a:pt x="389495" y="27050"/>
                </a:cubicBezTo>
                <a:cubicBezTo>
                  <a:pt x="390365" y="25745"/>
                  <a:pt x="391271" y="24593"/>
                  <a:pt x="392213" y="23592"/>
                </a:cubicBezTo>
                <a:cubicBezTo>
                  <a:pt x="393155" y="22592"/>
                  <a:pt x="394163" y="21802"/>
                  <a:pt x="395236" y="21222"/>
                </a:cubicBezTo>
                <a:cubicBezTo>
                  <a:pt x="396308" y="20642"/>
                  <a:pt x="397453" y="20352"/>
                  <a:pt x="398671" y="20352"/>
                </a:cubicBezTo>
                <a:cubicBezTo>
                  <a:pt x="400150" y="20352"/>
                  <a:pt x="401375" y="20642"/>
                  <a:pt x="402346" y="21222"/>
                </a:cubicBezTo>
                <a:cubicBezTo>
                  <a:pt x="403317" y="21802"/>
                  <a:pt x="404027" y="22585"/>
                  <a:pt x="404477" y="23571"/>
                </a:cubicBezTo>
                <a:cubicBezTo>
                  <a:pt x="404926" y="24556"/>
                  <a:pt x="405122" y="25709"/>
                  <a:pt x="405064" y="27028"/>
                </a:cubicBezTo>
                <a:cubicBezTo>
                  <a:pt x="405006" y="28347"/>
                  <a:pt x="404687" y="29746"/>
                  <a:pt x="404107" y="31224"/>
                </a:cubicBezTo>
                <a:cubicBezTo>
                  <a:pt x="404919" y="29746"/>
                  <a:pt x="405752" y="28354"/>
                  <a:pt x="406608" y="27050"/>
                </a:cubicBezTo>
                <a:cubicBezTo>
                  <a:pt x="407463" y="25745"/>
                  <a:pt x="408362" y="24593"/>
                  <a:pt x="409304" y="23592"/>
                </a:cubicBezTo>
                <a:cubicBezTo>
                  <a:pt x="410246" y="22592"/>
                  <a:pt x="411254" y="21802"/>
                  <a:pt x="412326" y="21222"/>
                </a:cubicBezTo>
                <a:cubicBezTo>
                  <a:pt x="413399" y="20642"/>
                  <a:pt x="414544" y="20352"/>
                  <a:pt x="415762" y="20352"/>
                </a:cubicBezTo>
                <a:cubicBezTo>
                  <a:pt x="418661" y="20352"/>
                  <a:pt x="420611" y="21447"/>
                  <a:pt x="421611" y="23636"/>
                </a:cubicBezTo>
                <a:cubicBezTo>
                  <a:pt x="422611" y="25825"/>
                  <a:pt x="422648" y="29238"/>
                  <a:pt x="421720" y="33877"/>
                </a:cubicBezTo>
                <a:lnTo>
                  <a:pt x="415588" y="64797"/>
                </a:lnTo>
                <a:lnTo>
                  <a:pt x="408630" y="64797"/>
                </a:lnTo>
                <a:close/>
                <a:moveTo>
                  <a:pt x="453005" y="20613"/>
                </a:moveTo>
                <a:cubicBezTo>
                  <a:pt x="454889" y="20613"/>
                  <a:pt x="456687" y="20737"/>
                  <a:pt x="458397" y="20983"/>
                </a:cubicBezTo>
                <a:cubicBezTo>
                  <a:pt x="460108" y="21229"/>
                  <a:pt x="461746" y="21585"/>
                  <a:pt x="463311" y="22048"/>
                </a:cubicBezTo>
                <a:lnTo>
                  <a:pt x="470183" y="20352"/>
                </a:lnTo>
                <a:lnTo>
                  <a:pt x="465268" y="44749"/>
                </a:lnTo>
                <a:cubicBezTo>
                  <a:pt x="465152" y="45300"/>
                  <a:pt x="465029" y="46025"/>
                  <a:pt x="464899" y="46924"/>
                </a:cubicBezTo>
                <a:cubicBezTo>
                  <a:pt x="464768" y="47822"/>
                  <a:pt x="464616" y="49033"/>
                  <a:pt x="464442" y="50555"/>
                </a:cubicBezTo>
                <a:cubicBezTo>
                  <a:pt x="464268" y="52077"/>
                  <a:pt x="464051" y="53990"/>
                  <a:pt x="463790" y="56295"/>
                </a:cubicBezTo>
                <a:cubicBezTo>
                  <a:pt x="463529" y="58600"/>
                  <a:pt x="463225" y="61434"/>
                  <a:pt x="462877" y="64797"/>
                </a:cubicBezTo>
                <a:lnTo>
                  <a:pt x="455745" y="64797"/>
                </a:lnTo>
                <a:lnTo>
                  <a:pt x="456832" y="54752"/>
                </a:lnTo>
                <a:cubicBezTo>
                  <a:pt x="454831" y="58231"/>
                  <a:pt x="452403" y="60905"/>
                  <a:pt x="449548" y="62775"/>
                </a:cubicBezTo>
                <a:cubicBezTo>
                  <a:pt x="446692" y="64645"/>
                  <a:pt x="443597" y="65580"/>
                  <a:pt x="440263" y="65580"/>
                </a:cubicBezTo>
                <a:cubicBezTo>
                  <a:pt x="438175" y="65580"/>
                  <a:pt x="436356" y="65232"/>
                  <a:pt x="434805" y="64536"/>
                </a:cubicBezTo>
                <a:cubicBezTo>
                  <a:pt x="433254" y="63841"/>
                  <a:pt x="431971" y="62848"/>
                  <a:pt x="430956" y="61557"/>
                </a:cubicBezTo>
                <a:cubicBezTo>
                  <a:pt x="429942" y="60267"/>
                  <a:pt x="429188" y="58723"/>
                  <a:pt x="428695" y="56926"/>
                </a:cubicBezTo>
                <a:cubicBezTo>
                  <a:pt x="428202" y="55128"/>
                  <a:pt x="427956" y="53128"/>
                  <a:pt x="427956" y="50925"/>
                </a:cubicBezTo>
                <a:cubicBezTo>
                  <a:pt x="427956" y="46750"/>
                  <a:pt x="428499" y="42829"/>
                  <a:pt x="429586" y="39161"/>
                </a:cubicBezTo>
                <a:cubicBezTo>
                  <a:pt x="430674" y="35494"/>
                  <a:pt x="432275" y="32283"/>
                  <a:pt x="434392" y="29528"/>
                </a:cubicBezTo>
                <a:cubicBezTo>
                  <a:pt x="436508" y="26774"/>
                  <a:pt x="439125" y="24600"/>
                  <a:pt x="442242" y="23005"/>
                </a:cubicBezTo>
                <a:cubicBezTo>
                  <a:pt x="445358" y="21411"/>
                  <a:pt x="448946" y="20613"/>
                  <a:pt x="453005" y="20613"/>
                </a:cubicBezTo>
                <a:moveTo>
                  <a:pt x="435610" y="50185"/>
                </a:moveTo>
                <a:cubicBezTo>
                  <a:pt x="435610" y="52940"/>
                  <a:pt x="436088" y="55099"/>
                  <a:pt x="437045" y="56665"/>
                </a:cubicBezTo>
                <a:cubicBezTo>
                  <a:pt x="438001" y="58231"/>
                  <a:pt x="439552" y="59013"/>
                  <a:pt x="441698" y="59013"/>
                </a:cubicBezTo>
                <a:cubicBezTo>
                  <a:pt x="442945" y="59013"/>
                  <a:pt x="444191" y="58723"/>
                  <a:pt x="445438" y="58144"/>
                </a:cubicBezTo>
                <a:cubicBezTo>
                  <a:pt x="446685" y="57564"/>
                  <a:pt x="447902" y="56766"/>
                  <a:pt x="449091" y="55752"/>
                </a:cubicBezTo>
                <a:cubicBezTo>
                  <a:pt x="450280" y="54737"/>
                  <a:pt x="451403" y="53541"/>
                  <a:pt x="452461" y="52164"/>
                </a:cubicBezTo>
                <a:cubicBezTo>
                  <a:pt x="453519" y="50787"/>
                  <a:pt x="454491" y="49308"/>
                  <a:pt x="455375" y="47728"/>
                </a:cubicBezTo>
                <a:cubicBezTo>
                  <a:pt x="456259" y="46148"/>
                  <a:pt x="457020" y="44496"/>
                  <a:pt x="457658" y="42771"/>
                </a:cubicBezTo>
                <a:cubicBezTo>
                  <a:pt x="458296" y="41046"/>
                  <a:pt x="458789" y="39328"/>
                  <a:pt x="459137" y="37617"/>
                </a:cubicBezTo>
                <a:lnTo>
                  <a:pt x="460920" y="28659"/>
                </a:lnTo>
                <a:cubicBezTo>
                  <a:pt x="459557" y="28079"/>
                  <a:pt x="458158" y="27622"/>
                  <a:pt x="456723" y="27289"/>
                </a:cubicBezTo>
                <a:cubicBezTo>
                  <a:pt x="455288" y="26955"/>
                  <a:pt x="453962" y="26789"/>
                  <a:pt x="452744" y="26789"/>
                </a:cubicBezTo>
                <a:cubicBezTo>
                  <a:pt x="450367" y="26789"/>
                  <a:pt x="448294" y="27195"/>
                  <a:pt x="446525" y="28006"/>
                </a:cubicBezTo>
                <a:cubicBezTo>
                  <a:pt x="444757" y="28818"/>
                  <a:pt x="443234" y="29876"/>
                  <a:pt x="441959" y="31181"/>
                </a:cubicBezTo>
                <a:cubicBezTo>
                  <a:pt x="440683" y="32486"/>
                  <a:pt x="439639" y="33971"/>
                  <a:pt x="438828" y="35638"/>
                </a:cubicBezTo>
                <a:cubicBezTo>
                  <a:pt x="438016" y="37306"/>
                  <a:pt x="437371" y="39009"/>
                  <a:pt x="436892" y="40748"/>
                </a:cubicBezTo>
                <a:cubicBezTo>
                  <a:pt x="436414" y="42488"/>
                  <a:pt x="436081" y="44184"/>
                  <a:pt x="435892" y="45836"/>
                </a:cubicBezTo>
                <a:cubicBezTo>
                  <a:pt x="435704" y="47489"/>
                  <a:pt x="435610" y="48939"/>
                  <a:pt x="435610" y="50185"/>
                </a:cubicBezTo>
                <a:close/>
                <a:moveTo>
                  <a:pt x="514721" y="28485"/>
                </a:moveTo>
                <a:cubicBezTo>
                  <a:pt x="512083" y="27861"/>
                  <a:pt x="509720" y="27401"/>
                  <a:pt x="507633" y="27104"/>
                </a:cubicBezTo>
                <a:cubicBezTo>
                  <a:pt x="505545" y="26807"/>
                  <a:pt x="503690" y="26658"/>
                  <a:pt x="502066" y="26658"/>
                </a:cubicBezTo>
                <a:cubicBezTo>
                  <a:pt x="500066" y="26658"/>
                  <a:pt x="498348" y="26818"/>
                  <a:pt x="496913" y="27137"/>
                </a:cubicBezTo>
                <a:cubicBezTo>
                  <a:pt x="495478" y="27455"/>
                  <a:pt x="494297" y="27905"/>
                  <a:pt x="493369" y="28485"/>
                </a:cubicBezTo>
                <a:cubicBezTo>
                  <a:pt x="492441" y="29065"/>
                  <a:pt x="491760" y="29768"/>
                  <a:pt x="491325" y="30594"/>
                </a:cubicBezTo>
                <a:cubicBezTo>
                  <a:pt x="490890" y="31420"/>
                  <a:pt x="490673" y="32341"/>
                  <a:pt x="490673" y="33355"/>
                </a:cubicBezTo>
                <a:cubicBezTo>
                  <a:pt x="490673" y="34080"/>
                  <a:pt x="490839" y="34725"/>
                  <a:pt x="491173" y="35291"/>
                </a:cubicBezTo>
                <a:cubicBezTo>
                  <a:pt x="491506" y="35856"/>
                  <a:pt x="492035" y="36392"/>
                  <a:pt x="492760" y="36900"/>
                </a:cubicBezTo>
                <a:cubicBezTo>
                  <a:pt x="493485" y="37407"/>
                  <a:pt x="494449" y="37907"/>
                  <a:pt x="495652" y="38400"/>
                </a:cubicBezTo>
                <a:cubicBezTo>
                  <a:pt x="496855" y="38893"/>
                  <a:pt x="498341" y="39415"/>
                  <a:pt x="500109" y="39966"/>
                </a:cubicBezTo>
                <a:cubicBezTo>
                  <a:pt x="502226" y="40661"/>
                  <a:pt x="504031" y="41379"/>
                  <a:pt x="505524" y="42118"/>
                </a:cubicBezTo>
                <a:cubicBezTo>
                  <a:pt x="507017" y="42858"/>
                  <a:pt x="508242" y="43691"/>
                  <a:pt x="509198" y="44619"/>
                </a:cubicBezTo>
                <a:cubicBezTo>
                  <a:pt x="510155" y="45547"/>
                  <a:pt x="510851" y="46576"/>
                  <a:pt x="511286" y="47706"/>
                </a:cubicBezTo>
                <a:cubicBezTo>
                  <a:pt x="511721" y="48837"/>
                  <a:pt x="511938" y="50142"/>
                  <a:pt x="511938" y="51620"/>
                </a:cubicBezTo>
                <a:cubicBezTo>
                  <a:pt x="511938" y="53882"/>
                  <a:pt x="511445" y="55882"/>
                  <a:pt x="510460" y="57622"/>
                </a:cubicBezTo>
                <a:cubicBezTo>
                  <a:pt x="509474" y="59361"/>
                  <a:pt x="508097" y="60818"/>
                  <a:pt x="506328" y="61992"/>
                </a:cubicBezTo>
                <a:cubicBezTo>
                  <a:pt x="504560" y="63166"/>
                  <a:pt x="502436" y="64058"/>
                  <a:pt x="499957" y="64667"/>
                </a:cubicBezTo>
                <a:cubicBezTo>
                  <a:pt x="497478" y="65276"/>
                  <a:pt x="494760" y="65580"/>
                  <a:pt x="491803" y="65580"/>
                </a:cubicBezTo>
                <a:cubicBezTo>
                  <a:pt x="489020" y="65580"/>
                  <a:pt x="486374" y="65460"/>
                  <a:pt x="483867" y="65221"/>
                </a:cubicBezTo>
                <a:cubicBezTo>
                  <a:pt x="481359" y="64983"/>
                  <a:pt x="479018" y="64595"/>
                  <a:pt x="476843" y="64058"/>
                </a:cubicBezTo>
                <a:lnTo>
                  <a:pt x="476843" y="56665"/>
                </a:lnTo>
                <a:cubicBezTo>
                  <a:pt x="479453" y="57520"/>
                  <a:pt x="482047" y="58154"/>
                  <a:pt x="484628" y="58568"/>
                </a:cubicBezTo>
                <a:cubicBezTo>
                  <a:pt x="487208" y="58981"/>
                  <a:pt x="489759" y="59187"/>
                  <a:pt x="492282" y="59187"/>
                </a:cubicBezTo>
                <a:cubicBezTo>
                  <a:pt x="496398" y="59187"/>
                  <a:pt x="499399" y="58607"/>
                  <a:pt x="501284" y="57448"/>
                </a:cubicBezTo>
                <a:cubicBezTo>
                  <a:pt x="503168" y="56288"/>
                  <a:pt x="504110" y="54491"/>
                  <a:pt x="504110" y="52055"/>
                </a:cubicBezTo>
                <a:cubicBezTo>
                  <a:pt x="504110" y="51417"/>
                  <a:pt x="503965" y="50830"/>
                  <a:pt x="503676" y="50294"/>
                </a:cubicBezTo>
                <a:cubicBezTo>
                  <a:pt x="503386" y="49758"/>
                  <a:pt x="502893" y="49250"/>
                  <a:pt x="502197" y="48772"/>
                </a:cubicBezTo>
                <a:cubicBezTo>
                  <a:pt x="501501" y="48294"/>
                  <a:pt x="500544" y="47808"/>
                  <a:pt x="499327" y="47315"/>
                </a:cubicBezTo>
                <a:cubicBezTo>
                  <a:pt x="498109" y="46822"/>
                  <a:pt x="496558" y="46300"/>
                  <a:pt x="494673" y="45749"/>
                </a:cubicBezTo>
                <a:cubicBezTo>
                  <a:pt x="492934" y="45228"/>
                  <a:pt x="491347" y="44641"/>
                  <a:pt x="489912" y="43988"/>
                </a:cubicBezTo>
                <a:cubicBezTo>
                  <a:pt x="488476" y="43336"/>
                  <a:pt x="487237" y="42553"/>
                  <a:pt x="486193" y="41640"/>
                </a:cubicBezTo>
                <a:cubicBezTo>
                  <a:pt x="485150" y="40727"/>
                  <a:pt x="484345" y="39654"/>
                  <a:pt x="483780" y="38422"/>
                </a:cubicBezTo>
                <a:cubicBezTo>
                  <a:pt x="483214" y="37190"/>
                  <a:pt x="482932" y="35762"/>
                  <a:pt x="482932" y="34138"/>
                </a:cubicBezTo>
                <a:cubicBezTo>
                  <a:pt x="482932" y="32196"/>
                  <a:pt x="483323" y="30391"/>
                  <a:pt x="484106" y="28724"/>
                </a:cubicBezTo>
                <a:cubicBezTo>
                  <a:pt x="484889" y="27057"/>
                  <a:pt x="486099" y="25600"/>
                  <a:pt x="487737" y="24353"/>
                </a:cubicBezTo>
                <a:cubicBezTo>
                  <a:pt x="489375" y="23107"/>
                  <a:pt x="491441" y="22128"/>
                  <a:pt x="493934" y="21418"/>
                </a:cubicBezTo>
                <a:cubicBezTo>
                  <a:pt x="496427" y="20708"/>
                  <a:pt x="499370" y="20352"/>
                  <a:pt x="502762" y="20352"/>
                </a:cubicBezTo>
                <a:cubicBezTo>
                  <a:pt x="503574" y="20352"/>
                  <a:pt x="504466" y="20382"/>
                  <a:pt x="505437" y="20442"/>
                </a:cubicBezTo>
                <a:cubicBezTo>
                  <a:pt x="506408" y="20502"/>
                  <a:pt x="507415" y="20599"/>
                  <a:pt x="508459" y="20734"/>
                </a:cubicBezTo>
                <a:cubicBezTo>
                  <a:pt x="509503" y="20868"/>
                  <a:pt x="510554" y="21025"/>
                  <a:pt x="511612" y="21205"/>
                </a:cubicBezTo>
                <a:cubicBezTo>
                  <a:pt x="512670" y="21383"/>
                  <a:pt x="513707" y="21592"/>
                  <a:pt x="514721" y="21831"/>
                </a:cubicBezTo>
                <a:lnTo>
                  <a:pt x="514721" y="28485"/>
                </a:lnTo>
                <a:close/>
                <a:moveTo>
                  <a:pt x="562619" y="64797"/>
                </a:moveTo>
                <a:lnTo>
                  <a:pt x="553095" y="64797"/>
                </a:lnTo>
                <a:lnTo>
                  <a:pt x="538309" y="42270"/>
                </a:lnTo>
                <a:cubicBezTo>
                  <a:pt x="542107" y="42009"/>
                  <a:pt x="545289" y="41567"/>
                  <a:pt x="547855" y="40944"/>
                </a:cubicBezTo>
                <a:cubicBezTo>
                  <a:pt x="550421" y="40321"/>
                  <a:pt x="552479" y="39552"/>
                  <a:pt x="554030" y="38639"/>
                </a:cubicBezTo>
                <a:cubicBezTo>
                  <a:pt x="555581" y="37726"/>
                  <a:pt x="556690" y="36697"/>
                  <a:pt x="557357" y="35552"/>
                </a:cubicBezTo>
                <a:cubicBezTo>
                  <a:pt x="558024" y="34406"/>
                  <a:pt x="558357" y="33196"/>
                  <a:pt x="558357" y="31920"/>
                </a:cubicBezTo>
                <a:cubicBezTo>
                  <a:pt x="558357" y="31224"/>
                  <a:pt x="558249" y="30572"/>
                  <a:pt x="558031" y="29963"/>
                </a:cubicBezTo>
                <a:cubicBezTo>
                  <a:pt x="557814" y="29354"/>
                  <a:pt x="557480" y="28825"/>
                  <a:pt x="557031" y="28376"/>
                </a:cubicBezTo>
                <a:cubicBezTo>
                  <a:pt x="556582" y="27927"/>
                  <a:pt x="556016" y="27564"/>
                  <a:pt x="555335" y="27289"/>
                </a:cubicBezTo>
                <a:cubicBezTo>
                  <a:pt x="554654" y="27013"/>
                  <a:pt x="553849" y="26876"/>
                  <a:pt x="552921" y="26876"/>
                </a:cubicBezTo>
                <a:cubicBezTo>
                  <a:pt x="551066" y="26876"/>
                  <a:pt x="549218" y="27513"/>
                  <a:pt x="547377" y="28789"/>
                </a:cubicBezTo>
                <a:cubicBezTo>
                  <a:pt x="545536" y="30065"/>
                  <a:pt x="543825" y="31725"/>
                  <a:pt x="542245" y="33769"/>
                </a:cubicBezTo>
                <a:cubicBezTo>
                  <a:pt x="540665" y="35812"/>
                  <a:pt x="539288" y="38110"/>
                  <a:pt x="538114" y="40661"/>
                </a:cubicBezTo>
                <a:cubicBezTo>
                  <a:pt x="536940" y="43213"/>
                  <a:pt x="536092" y="45764"/>
                  <a:pt x="535570" y="48315"/>
                </a:cubicBezTo>
                <a:lnTo>
                  <a:pt x="532265" y="64797"/>
                </a:lnTo>
                <a:lnTo>
                  <a:pt x="524698" y="64797"/>
                </a:lnTo>
                <a:lnTo>
                  <a:pt x="536961" y="3305"/>
                </a:lnTo>
                <a:lnTo>
                  <a:pt x="544528" y="3305"/>
                </a:lnTo>
                <a:lnTo>
                  <a:pt x="541006" y="21120"/>
                </a:lnTo>
                <a:lnTo>
                  <a:pt x="538570" y="30398"/>
                </a:lnTo>
                <a:cubicBezTo>
                  <a:pt x="539382" y="28891"/>
                  <a:pt x="540353" y="27521"/>
                  <a:pt x="541484" y="26289"/>
                </a:cubicBezTo>
                <a:cubicBezTo>
                  <a:pt x="542615" y="25056"/>
                  <a:pt x="543861" y="23998"/>
                  <a:pt x="545224" y="23114"/>
                </a:cubicBezTo>
                <a:cubicBezTo>
                  <a:pt x="546587" y="22230"/>
                  <a:pt x="548036" y="21548"/>
                  <a:pt x="549573" y="21070"/>
                </a:cubicBezTo>
                <a:cubicBezTo>
                  <a:pt x="551109" y="20592"/>
                  <a:pt x="552704" y="20352"/>
                  <a:pt x="554357" y="20352"/>
                </a:cubicBezTo>
                <a:cubicBezTo>
                  <a:pt x="556212" y="20352"/>
                  <a:pt x="557857" y="20621"/>
                  <a:pt x="559292" y="21157"/>
                </a:cubicBezTo>
                <a:cubicBezTo>
                  <a:pt x="560728" y="21693"/>
                  <a:pt x="561938" y="22454"/>
                  <a:pt x="562924" y="23440"/>
                </a:cubicBezTo>
                <a:cubicBezTo>
                  <a:pt x="563909" y="24426"/>
                  <a:pt x="564656" y="25600"/>
                  <a:pt x="565163" y="26963"/>
                </a:cubicBezTo>
                <a:cubicBezTo>
                  <a:pt x="565671" y="28325"/>
                  <a:pt x="565924" y="29833"/>
                  <a:pt x="565924" y="31485"/>
                </a:cubicBezTo>
                <a:cubicBezTo>
                  <a:pt x="565924" y="33660"/>
                  <a:pt x="565424" y="35573"/>
                  <a:pt x="564424" y="37226"/>
                </a:cubicBezTo>
                <a:cubicBezTo>
                  <a:pt x="563424" y="38878"/>
                  <a:pt x="562134" y="40306"/>
                  <a:pt x="560554" y="41509"/>
                </a:cubicBezTo>
                <a:cubicBezTo>
                  <a:pt x="558974" y="42713"/>
                  <a:pt x="557190" y="43691"/>
                  <a:pt x="555205" y="44445"/>
                </a:cubicBezTo>
                <a:cubicBezTo>
                  <a:pt x="553219" y="45199"/>
                  <a:pt x="551240" y="45749"/>
                  <a:pt x="549268" y="46097"/>
                </a:cubicBezTo>
                <a:lnTo>
                  <a:pt x="562619" y="64797"/>
                </a:lnTo>
                <a:close/>
                <a:moveTo>
                  <a:pt x="585982" y="0"/>
                </a:moveTo>
                <a:cubicBezTo>
                  <a:pt x="599347" y="12386"/>
                  <a:pt x="606030" y="26164"/>
                  <a:pt x="606030" y="41335"/>
                </a:cubicBezTo>
                <a:cubicBezTo>
                  <a:pt x="606030" y="44468"/>
                  <a:pt x="605711" y="47717"/>
                  <a:pt x="605073" y="51082"/>
                </a:cubicBezTo>
                <a:cubicBezTo>
                  <a:pt x="604435" y="54447"/>
                  <a:pt x="603348" y="57892"/>
                  <a:pt x="601811" y="61416"/>
                </a:cubicBezTo>
                <a:cubicBezTo>
                  <a:pt x="600275" y="64940"/>
                  <a:pt x="598209" y="68515"/>
                  <a:pt x="595614" y="72141"/>
                </a:cubicBezTo>
                <a:cubicBezTo>
                  <a:pt x="593019" y="75767"/>
                  <a:pt x="589751" y="79407"/>
                  <a:pt x="585808" y="83062"/>
                </a:cubicBezTo>
                <a:lnTo>
                  <a:pt x="581415" y="78580"/>
                </a:lnTo>
                <a:cubicBezTo>
                  <a:pt x="587069" y="72982"/>
                  <a:pt x="591287" y="67137"/>
                  <a:pt x="594070" y="61046"/>
                </a:cubicBezTo>
                <a:cubicBezTo>
                  <a:pt x="596854" y="54954"/>
                  <a:pt x="598245" y="48573"/>
                  <a:pt x="598245" y="41901"/>
                </a:cubicBezTo>
                <a:cubicBezTo>
                  <a:pt x="598245" y="28093"/>
                  <a:pt x="592635" y="15678"/>
                  <a:pt x="581415" y="4656"/>
                </a:cubicBezTo>
                <a:lnTo>
                  <a:pt x="585982" y="0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if">
            <a:extLst xmlns:a="http://schemas.openxmlformats.org/drawingml/2006/main">
              <a:ext uri="{FF2B5EF4-FFF2-40B4-BE49-F238E27FC236}">
                <a16:creationId xmlns:a16="http://schemas.microsoft.com/office/drawing/2014/main" id="{A4DF539F-872B-4379-B6AF-D8265B60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703" y="5351579"/>
            <a:ext cx="94913" cy="80279"/>
          </a:xfrm>
          <a:custGeom xmlns:a="http://schemas.openxmlformats.org/drawingml/2006/main">
            <a:pathLst>
              <a:path w="94913" h="80279">
                <a:moveTo>
                  <a:pt x="16308" y="6219"/>
                </a:moveTo>
                <a:cubicBezTo>
                  <a:pt x="16308" y="5320"/>
                  <a:pt x="16467" y="4494"/>
                  <a:pt x="16786" y="3740"/>
                </a:cubicBezTo>
                <a:cubicBezTo>
                  <a:pt x="17105" y="2986"/>
                  <a:pt x="17547" y="2334"/>
                  <a:pt x="18113" y="1783"/>
                </a:cubicBezTo>
                <a:cubicBezTo>
                  <a:pt x="18678" y="1232"/>
                  <a:pt x="19338" y="797"/>
                  <a:pt x="20092" y="478"/>
                </a:cubicBezTo>
                <a:cubicBezTo>
                  <a:pt x="20845" y="159"/>
                  <a:pt x="21657" y="0"/>
                  <a:pt x="22527" y="0"/>
                </a:cubicBezTo>
                <a:cubicBezTo>
                  <a:pt x="23368" y="0"/>
                  <a:pt x="24136" y="152"/>
                  <a:pt x="24832" y="457"/>
                </a:cubicBezTo>
                <a:cubicBezTo>
                  <a:pt x="25528" y="761"/>
                  <a:pt x="26129" y="1167"/>
                  <a:pt x="26636" y="1674"/>
                </a:cubicBezTo>
                <a:cubicBezTo>
                  <a:pt x="27144" y="2182"/>
                  <a:pt x="27535" y="2783"/>
                  <a:pt x="27811" y="3479"/>
                </a:cubicBezTo>
                <a:cubicBezTo>
                  <a:pt x="28086" y="4175"/>
                  <a:pt x="28224" y="4914"/>
                  <a:pt x="28224" y="5697"/>
                </a:cubicBezTo>
                <a:cubicBezTo>
                  <a:pt x="28224" y="6596"/>
                  <a:pt x="28064" y="7422"/>
                  <a:pt x="27745" y="8176"/>
                </a:cubicBezTo>
                <a:cubicBezTo>
                  <a:pt x="27426" y="8930"/>
                  <a:pt x="26984" y="9582"/>
                  <a:pt x="26419" y="10133"/>
                </a:cubicBezTo>
                <a:cubicBezTo>
                  <a:pt x="25854" y="10684"/>
                  <a:pt x="25194" y="11118"/>
                  <a:pt x="24440" y="11437"/>
                </a:cubicBezTo>
                <a:cubicBezTo>
                  <a:pt x="23687" y="11756"/>
                  <a:pt x="22875" y="11916"/>
                  <a:pt x="22005" y="11916"/>
                </a:cubicBezTo>
                <a:cubicBezTo>
                  <a:pt x="21164" y="11916"/>
                  <a:pt x="20389" y="11764"/>
                  <a:pt x="19678" y="11459"/>
                </a:cubicBezTo>
                <a:cubicBezTo>
                  <a:pt x="18968" y="11155"/>
                  <a:pt x="18366" y="10749"/>
                  <a:pt x="17874" y="10241"/>
                </a:cubicBezTo>
                <a:cubicBezTo>
                  <a:pt x="17381" y="9734"/>
                  <a:pt x="16997" y="9133"/>
                  <a:pt x="16721" y="8437"/>
                </a:cubicBezTo>
                <a:cubicBezTo>
                  <a:pt x="16446" y="7741"/>
                  <a:pt x="16308" y="7002"/>
                  <a:pt x="16308" y="6219"/>
                </a:cubicBezTo>
                <a:moveTo>
                  <a:pt x="34269" y="59274"/>
                </a:moveTo>
                <a:cubicBezTo>
                  <a:pt x="32268" y="60376"/>
                  <a:pt x="30159" y="61238"/>
                  <a:pt x="27941" y="61862"/>
                </a:cubicBezTo>
                <a:cubicBezTo>
                  <a:pt x="25723" y="62485"/>
                  <a:pt x="23353" y="62797"/>
                  <a:pt x="20831" y="62797"/>
                </a:cubicBezTo>
                <a:cubicBezTo>
                  <a:pt x="18772" y="62797"/>
                  <a:pt x="17047" y="62507"/>
                  <a:pt x="15656" y="61927"/>
                </a:cubicBezTo>
                <a:cubicBezTo>
                  <a:pt x="14264" y="61347"/>
                  <a:pt x="13199" y="60427"/>
                  <a:pt x="12459" y="59166"/>
                </a:cubicBezTo>
                <a:cubicBezTo>
                  <a:pt x="11720" y="57904"/>
                  <a:pt x="11307" y="56288"/>
                  <a:pt x="11220" y="54317"/>
                </a:cubicBezTo>
                <a:cubicBezTo>
                  <a:pt x="11133" y="52345"/>
                  <a:pt x="11365" y="49953"/>
                  <a:pt x="11916" y="47141"/>
                </a:cubicBezTo>
                <a:lnTo>
                  <a:pt x="14873" y="32529"/>
                </a:lnTo>
                <a:cubicBezTo>
                  <a:pt x="15221" y="30877"/>
                  <a:pt x="15388" y="29492"/>
                  <a:pt x="15373" y="28376"/>
                </a:cubicBezTo>
                <a:cubicBezTo>
                  <a:pt x="15359" y="27260"/>
                  <a:pt x="15206" y="26368"/>
                  <a:pt x="14916" y="25701"/>
                </a:cubicBezTo>
                <a:cubicBezTo>
                  <a:pt x="14626" y="25035"/>
                  <a:pt x="14199" y="24564"/>
                  <a:pt x="13634" y="24288"/>
                </a:cubicBezTo>
                <a:cubicBezTo>
                  <a:pt x="13068" y="24013"/>
                  <a:pt x="12409" y="23875"/>
                  <a:pt x="11655" y="23875"/>
                </a:cubicBezTo>
                <a:cubicBezTo>
                  <a:pt x="9683" y="23875"/>
                  <a:pt x="7741" y="24264"/>
                  <a:pt x="5827" y="25041"/>
                </a:cubicBezTo>
                <a:cubicBezTo>
                  <a:pt x="3914" y="25817"/>
                  <a:pt x="1971" y="26762"/>
                  <a:pt x="0" y="27876"/>
                </a:cubicBezTo>
                <a:lnTo>
                  <a:pt x="0" y="21179"/>
                </a:lnTo>
                <a:cubicBezTo>
                  <a:pt x="2000" y="20063"/>
                  <a:pt x="4110" y="19183"/>
                  <a:pt x="6328" y="18538"/>
                </a:cubicBezTo>
                <a:cubicBezTo>
                  <a:pt x="8545" y="17892"/>
                  <a:pt x="10916" y="17569"/>
                  <a:pt x="13438" y="17569"/>
                </a:cubicBezTo>
                <a:cubicBezTo>
                  <a:pt x="15496" y="17569"/>
                  <a:pt x="17221" y="17859"/>
                  <a:pt x="18613" y="18439"/>
                </a:cubicBezTo>
                <a:cubicBezTo>
                  <a:pt x="20005" y="19019"/>
                  <a:pt x="21070" y="19939"/>
                  <a:pt x="21809" y="21200"/>
                </a:cubicBezTo>
                <a:cubicBezTo>
                  <a:pt x="22549" y="22462"/>
                  <a:pt x="22962" y="24078"/>
                  <a:pt x="23049" y="26049"/>
                </a:cubicBezTo>
                <a:cubicBezTo>
                  <a:pt x="23136" y="28021"/>
                  <a:pt x="22904" y="30413"/>
                  <a:pt x="22353" y="33225"/>
                </a:cubicBezTo>
                <a:lnTo>
                  <a:pt x="19396" y="47837"/>
                </a:lnTo>
                <a:cubicBezTo>
                  <a:pt x="19077" y="49518"/>
                  <a:pt x="18917" y="50910"/>
                  <a:pt x="18917" y="52012"/>
                </a:cubicBezTo>
                <a:cubicBezTo>
                  <a:pt x="18917" y="53113"/>
                  <a:pt x="19070" y="53998"/>
                  <a:pt x="19374" y="54665"/>
                </a:cubicBezTo>
                <a:cubicBezTo>
                  <a:pt x="19678" y="55331"/>
                  <a:pt x="20106" y="55802"/>
                  <a:pt x="20657" y="56078"/>
                </a:cubicBezTo>
                <a:cubicBezTo>
                  <a:pt x="21208" y="56353"/>
                  <a:pt x="21860" y="56491"/>
                  <a:pt x="22614" y="56491"/>
                </a:cubicBezTo>
                <a:cubicBezTo>
                  <a:pt x="24585" y="56491"/>
                  <a:pt x="26528" y="56107"/>
                  <a:pt x="28441" y="55339"/>
                </a:cubicBezTo>
                <a:cubicBezTo>
                  <a:pt x="30355" y="54570"/>
                  <a:pt x="32297" y="53650"/>
                  <a:pt x="34269" y="52577"/>
                </a:cubicBezTo>
                <a:lnTo>
                  <a:pt x="34269" y="59274"/>
                </a:lnTo>
                <a:close/>
                <a:moveTo>
                  <a:pt x="62036" y="62782"/>
                </a:moveTo>
                <a:cubicBezTo>
                  <a:pt x="61427" y="65800"/>
                  <a:pt x="60572" y="68404"/>
                  <a:pt x="59470" y="70595"/>
                </a:cubicBezTo>
                <a:cubicBezTo>
                  <a:pt x="58368" y="72785"/>
                  <a:pt x="56970" y="74599"/>
                  <a:pt x="55274" y="76035"/>
                </a:cubicBezTo>
                <a:cubicBezTo>
                  <a:pt x="53578" y="77472"/>
                  <a:pt x="51563" y="78538"/>
                  <a:pt x="49229" y="79234"/>
                </a:cubicBezTo>
                <a:cubicBezTo>
                  <a:pt x="46895" y="79931"/>
                  <a:pt x="44191" y="80279"/>
                  <a:pt x="41118" y="80279"/>
                </a:cubicBezTo>
                <a:cubicBezTo>
                  <a:pt x="40538" y="80279"/>
                  <a:pt x="39843" y="80265"/>
                  <a:pt x="39031" y="80236"/>
                </a:cubicBezTo>
                <a:cubicBezTo>
                  <a:pt x="38219" y="80207"/>
                  <a:pt x="37523" y="80163"/>
                  <a:pt x="36943" y="80105"/>
                </a:cubicBezTo>
                <a:lnTo>
                  <a:pt x="38161" y="73582"/>
                </a:lnTo>
                <a:cubicBezTo>
                  <a:pt x="39495" y="73756"/>
                  <a:pt x="40741" y="73843"/>
                  <a:pt x="41901" y="73843"/>
                </a:cubicBezTo>
                <a:cubicBezTo>
                  <a:pt x="45351" y="73843"/>
                  <a:pt x="48105" y="72957"/>
                  <a:pt x="50164" y="71185"/>
                </a:cubicBezTo>
                <a:cubicBezTo>
                  <a:pt x="52222" y="69412"/>
                  <a:pt x="53628" y="66611"/>
                  <a:pt x="54382" y="62781"/>
                </a:cubicBezTo>
                <a:lnTo>
                  <a:pt x="60775" y="30964"/>
                </a:lnTo>
                <a:lnTo>
                  <a:pt x="46728" y="30964"/>
                </a:lnTo>
                <a:lnTo>
                  <a:pt x="47989" y="24658"/>
                </a:lnTo>
                <a:lnTo>
                  <a:pt x="62036" y="24658"/>
                </a:lnTo>
                <a:lnTo>
                  <a:pt x="63471" y="17439"/>
                </a:lnTo>
                <a:cubicBezTo>
                  <a:pt x="64631" y="11669"/>
                  <a:pt x="66892" y="7320"/>
                  <a:pt x="70255" y="4392"/>
                </a:cubicBezTo>
                <a:cubicBezTo>
                  <a:pt x="73618" y="1464"/>
                  <a:pt x="78330" y="0"/>
                  <a:pt x="84389" y="0"/>
                </a:cubicBezTo>
                <a:cubicBezTo>
                  <a:pt x="85925" y="0"/>
                  <a:pt x="87614" y="87"/>
                  <a:pt x="89455" y="262"/>
                </a:cubicBezTo>
                <a:cubicBezTo>
                  <a:pt x="91296" y="437"/>
                  <a:pt x="93115" y="699"/>
                  <a:pt x="94913" y="1049"/>
                </a:cubicBezTo>
                <a:lnTo>
                  <a:pt x="93565" y="7523"/>
                </a:lnTo>
                <a:cubicBezTo>
                  <a:pt x="91912" y="7133"/>
                  <a:pt x="90252" y="6833"/>
                  <a:pt x="88585" y="6622"/>
                </a:cubicBezTo>
                <a:cubicBezTo>
                  <a:pt x="86918" y="6411"/>
                  <a:pt x="85259" y="6306"/>
                  <a:pt x="83606" y="6306"/>
                </a:cubicBezTo>
                <a:cubicBezTo>
                  <a:pt x="80156" y="6306"/>
                  <a:pt x="77402" y="7234"/>
                  <a:pt x="75343" y="9089"/>
                </a:cubicBezTo>
                <a:cubicBezTo>
                  <a:pt x="73285" y="10945"/>
                  <a:pt x="71879" y="13728"/>
                  <a:pt x="71125" y="17439"/>
                </a:cubicBezTo>
                <a:lnTo>
                  <a:pt x="69690" y="24658"/>
                </a:lnTo>
                <a:lnTo>
                  <a:pt x="88868" y="24658"/>
                </a:lnTo>
                <a:lnTo>
                  <a:pt x="87607" y="30964"/>
                </a:lnTo>
                <a:lnTo>
                  <a:pt x="68472" y="30964"/>
                </a:lnTo>
                <a:lnTo>
                  <a:pt x="62036" y="62782"/>
                </a:lnTo>
                <a:moveTo>
                  <a:pt x="41466" y="18352"/>
                </a:moveTo>
                <a:lnTo>
                  <a:pt x="41466" y="18352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legal">
            <a:extLst xmlns:a="http://schemas.openxmlformats.org/drawingml/2006/main">
              <a:ext uri="{FF2B5EF4-FFF2-40B4-BE49-F238E27FC236}">
                <a16:creationId xmlns:a16="http://schemas.microsoft.com/office/drawing/2014/main" id="{F795E8DA-E37B-4824-8903-967C0DF2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195" y="5352101"/>
            <a:ext cx="228187" cy="79757"/>
          </a:xfrm>
          <a:custGeom xmlns:a="http://schemas.openxmlformats.org/drawingml/2006/main">
            <a:pathLst>
              <a:path w="228187" h="79757">
                <a:moveTo>
                  <a:pt x="14351" y="6219"/>
                </a:moveTo>
                <a:lnTo>
                  <a:pt x="1435" y="6219"/>
                </a:lnTo>
                <a:lnTo>
                  <a:pt x="1435" y="0"/>
                </a:lnTo>
                <a:lnTo>
                  <a:pt x="22005" y="0"/>
                </a:lnTo>
                <a:lnTo>
                  <a:pt x="22005" y="55186"/>
                </a:lnTo>
                <a:lnTo>
                  <a:pt x="35008" y="55186"/>
                </a:lnTo>
                <a:lnTo>
                  <a:pt x="35008" y="61492"/>
                </a:lnTo>
                <a:lnTo>
                  <a:pt x="0" y="61492"/>
                </a:lnTo>
                <a:lnTo>
                  <a:pt x="0" y="55186"/>
                </a:lnTo>
                <a:lnTo>
                  <a:pt x="14351" y="55186"/>
                </a:lnTo>
                <a:lnTo>
                  <a:pt x="14351" y="6219"/>
                </a:lnTo>
                <a:close/>
                <a:moveTo>
                  <a:pt x="85341" y="37356"/>
                </a:moveTo>
                <a:cubicBezTo>
                  <a:pt x="85341" y="38429"/>
                  <a:pt x="85327" y="39328"/>
                  <a:pt x="85298" y="40053"/>
                </a:cubicBezTo>
                <a:cubicBezTo>
                  <a:pt x="85269" y="40777"/>
                  <a:pt x="85225" y="41459"/>
                  <a:pt x="85167" y="42096"/>
                </a:cubicBezTo>
                <a:lnTo>
                  <a:pt x="54508" y="42096"/>
                </a:lnTo>
                <a:cubicBezTo>
                  <a:pt x="54508" y="46561"/>
                  <a:pt x="55755" y="49990"/>
                  <a:pt x="58248" y="52381"/>
                </a:cubicBezTo>
                <a:cubicBezTo>
                  <a:pt x="60741" y="54773"/>
                  <a:pt x="64336" y="55969"/>
                  <a:pt x="69033" y="55969"/>
                </a:cubicBezTo>
                <a:cubicBezTo>
                  <a:pt x="70309" y="55969"/>
                  <a:pt x="71584" y="55918"/>
                  <a:pt x="72860" y="55814"/>
                </a:cubicBezTo>
                <a:cubicBezTo>
                  <a:pt x="74136" y="55710"/>
                  <a:pt x="75368" y="55569"/>
                  <a:pt x="76556" y="55392"/>
                </a:cubicBezTo>
                <a:cubicBezTo>
                  <a:pt x="77745" y="55213"/>
                  <a:pt x="78883" y="55013"/>
                  <a:pt x="79970" y="54791"/>
                </a:cubicBezTo>
                <a:cubicBezTo>
                  <a:pt x="81057" y="54568"/>
                  <a:pt x="82065" y="54323"/>
                  <a:pt x="82993" y="54056"/>
                </a:cubicBezTo>
                <a:lnTo>
                  <a:pt x="82993" y="60274"/>
                </a:lnTo>
                <a:cubicBezTo>
                  <a:pt x="80934" y="60867"/>
                  <a:pt x="78608" y="61349"/>
                  <a:pt x="76013" y="61719"/>
                </a:cubicBezTo>
                <a:cubicBezTo>
                  <a:pt x="73418" y="62090"/>
                  <a:pt x="70729" y="62275"/>
                  <a:pt x="67946" y="62275"/>
                </a:cubicBezTo>
                <a:cubicBezTo>
                  <a:pt x="64206" y="62275"/>
                  <a:pt x="60988" y="61768"/>
                  <a:pt x="58291" y="60753"/>
                </a:cubicBezTo>
                <a:cubicBezTo>
                  <a:pt x="55595" y="59738"/>
                  <a:pt x="53385" y="58267"/>
                  <a:pt x="51659" y="56339"/>
                </a:cubicBezTo>
                <a:cubicBezTo>
                  <a:pt x="49934" y="54411"/>
                  <a:pt x="48659" y="52048"/>
                  <a:pt x="47833" y="49250"/>
                </a:cubicBezTo>
                <a:cubicBezTo>
                  <a:pt x="47006" y="46453"/>
                  <a:pt x="46593" y="43285"/>
                  <a:pt x="46593" y="39748"/>
                </a:cubicBezTo>
                <a:cubicBezTo>
                  <a:pt x="46593" y="36675"/>
                  <a:pt x="47035" y="33769"/>
                  <a:pt x="47920" y="31029"/>
                </a:cubicBezTo>
                <a:cubicBezTo>
                  <a:pt x="48804" y="28289"/>
                  <a:pt x="50094" y="25883"/>
                  <a:pt x="51790" y="23810"/>
                </a:cubicBezTo>
                <a:cubicBezTo>
                  <a:pt x="53486" y="21737"/>
                  <a:pt x="55566" y="20091"/>
                  <a:pt x="58031" y="18874"/>
                </a:cubicBezTo>
                <a:cubicBezTo>
                  <a:pt x="60495" y="17656"/>
                  <a:pt x="63293" y="17047"/>
                  <a:pt x="66424" y="17047"/>
                </a:cubicBezTo>
                <a:cubicBezTo>
                  <a:pt x="69468" y="17047"/>
                  <a:pt x="72164" y="17526"/>
                  <a:pt x="74512" y="18482"/>
                </a:cubicBezTo>
                <a:cubicBezTo>
                  <a:pt x="76861" y="19439"/>
                  <a:pt x="78840" y="20795"/>
                  <a:pt x="80449" y="22549"/>
                </a:cubicBezTo>
                <a:cubicBezTo>
                  <a:pt x="82058" y="24303"/>
                  <a:pt x="83275" y="26434"/>
                  <a:pt x="84102" y="28941"/>
                </a:cubicBezTo>
                <a:cubicBezTo>
                  <a:pt x="84928" y="31449"/>
                  <a:pt x="85341" y="34254"/>
                  <a:pt x="85341" y="37356"/>
                </a:cubicBezTo>
                <a:moveTo>
                  <a:pt x="77470" y="36269"/>
                </a:moveTo>
                <a:cubicBezTo>
                  <a:pt x="77557" y="34327"/>
                  <a:pt x="77368" y="32551"/>
                  <a:pt x="76904" y="30942"/>
                </a:cubicBezTo>
                <a:cubicBezTo>
                  <a:pt x="76440" y="29333"/>
                  <a:pt x="75723" y="27948"/>
                  <a:pt x="74752" y="26789"/>
                </a:cubicBezTo>
                <a:cubicBezTo>
                  <a:pt x="73780" y="25629"/>
                  <a:pt x="72570" y="24723"/>
                  <a:pt x="71120" y="24071"/>
                </a:cubicBezTo>
                <a:cubicBezTo>
                  <a:pt x="69671" y="23418"/>
                  <a:pt x="67989" y="23092"/>
                  <a:pt x="66076" y="23092"/>
                </a:cubicBezTo>
                <a:cubicBezTo>
                  <a:pt x="64423" y="23092"/>
                  <a:pt x="62916" y="23411"/>
                  <a:pt x="61553" y="24049"/>
                </a:cubicBezTo>
                <a:cubicBezTo>
                  <a:pt x="60190" y="24687"/>
                  <a:pt x="59016" y="25585"/>
                  <a:pt x="58031" y="26745"/>
                </a:cubicBezTo>
                <a:cubicBezTo>
                  <a:pt x="57045" y="27905"/>
                  <a:pt x="56247" y="29296"/>
                  <a:pt x="55639" y="30920"/>
                </a:cubicBezTo>
                <a:cubicBezTo>
                  <a:pt x="55030" y="32544"/>
                  <a:pt x="54653" y="34327"/>
                  <a:pt x="54508" y="36269"/>
                </a:cubicBezTo>
                <a:lnTo>
                  <a:pt x="77470" y="36269"/>
                </a:lnTo>
                <a:close/>
                <a:moveTo>
                  <a:pt x="128445" y="24005"/>
                </a:moveTo>
                <a:cubicBezTo>
                  <a:pt x="129256" y="25020"/>
                  <a:pt x="129887" y="26202"/>
                  <a:pt x="130336" y="27550"/>
                </a:cubicBezTo>
                <a:cubicBezTo>
                  <a:pt x="130786" y="28898"/>
                  <a:pt x="131010" y="30355"/>
                  <a:pt x="131010" y="31920"/>
                </a:cubicBezTo>
                <a:cubicBezTo>
                  <a:pt x="131010" y="34182"/>
                  <a:pt x="130597" y="36247"/>
                  <a:pt x="129771" y="38117"/>
                </a:cubicBezTo>
                <a:cubicBezTo>
                  <a:pt x="128945" y="39987"/>
                  <a:pt x="127778" y="41589"/>
                  <a:pt x="126270" y="42923"/>
                </a:cubicBezTo>
                <a:cubicBezTo>
                  <a:pt x="124763" y="44256"/>
                  <a:pt x="122958" y="45293"/>
                  <a:pt x="120856" y="46032"/>
                </a:cubicBezTo>
                <a:cubicBezTo>
                  <a:pt x="118754" y="46771"/>
                  <a:pt x="116442" y="47141"/>
                  <a:pt x="113919" y="47141"/>
                </a:cubicBezTo>
                <a:cubicBezTo>
                  <a:pt x="112093" y="47141"/>
                  <a:pt x="110382" y="46945"/>
                  <a:pt x="108788" y="46554"/>
                </a:cubicBezTo>
                <a:cubicBezTo>
                  <a:pt x="107193" y="46163"/>
                  <a:pt x="105932" y="45677"/>
                  <a:pt x="105004" y="45097"/>
                </a:cubicBezTo>
                <a:cubicBezTo>
                  <a:pt x="104454" y="45909"/>
                  <a:pt x="103990" y="46676"/>
                  <a:pt x="103613" y="47398"/>
                </a:cubicBezTo>
                <a:cubicBezTo>
                  <a:pt x="103236" y="48119"/>
                  <a:pt x="103047" y="48926"/>
                  <a:pt x="103047" y="49820"/>
                </a:cubicBezTo>
                <a:cubicBezTo>
                  <a:pt x="103047" y="50914"/>
                  <a:pt x="103577" y="51822"/>
                  <a:pt x="104635" y="52542"/>
                </a:cubicBezTo>
                <a:cubicBezTo>
                  <a:pt x="105693" y="53261"/>
                  <a:pt x="107092" y="53650"/>
                  <a:pt x="108831" y="53708"/>
                </a:cubicBezTo>
                <a:lnTo>
                  <a:pt x="120312" y="54143"/>
                </a:lnTo>
                <a:cubicBezTo>
                  <a:pt x="122487" y="54201"/>
                  <a:pt x="124494" y="54477"/>
                  <a:pt x="126335" y="54970"/>
                </a:cubicBezTo>
                <a:cubicBezTo>
                  <a:pt x="128176" y="55464"/>
                  <a:pt x="129756" y="56176"/>
                  <a:pt x="131076" y="57105"/>
                </a:cubicBezTo>
                <a:cubicBezTo>
                  <a:pt x="132395" y="58034"/>
                  <a:pt x="133424" y="59181"/>
                  <a:pt x="134163" y="60546"/>
                </a:cubicBezTo>
                <a:cubicBezTo>
                  <a:pt x="134902" y="61911"/>
                  <a:pt x="135272" y="63494"/>
                  <a:pt x="135272" y="65295"/>
                </a:cubicBezTo>
                <a:cubicBezTo>
                  <a:pt x="135272" y="67241"/>
                  <a:pt x="134852" y="69085"/>
                  <a:pt x="134011" y="70827"/>
                </a:cubicBezTo>
                <a:cubicBezTo>
                  <a:pt x="133170" y="72569"/>
                  <a:pt x="131873" y="74101"/>
                  <a:pt x="130119" y="75422"/>
                </a:cubicBezTo>
                <a:cubicBezTo>
                  <a:pt x="128365" y="76744"/>
                  <a:pt x="126140" y="77797"/>
                  <a:pt x="123443" y="78580"/>
                </a:cubicBezTo>
                <a:cubicBezTo>
                  <a:pt x="120747" y="79365"/>
                  <a:pt x="117543" y="79757"/>
                  <a:pt x="113833" y="79757"/>
                </a:cubicBezTo>
                <a:cubicBezTo>
                  <a:pt x="110295" y="79757"/>
                  <a:pt x="107288" y="79474"/>
                  <a:pt x="104809" y="78908"/>
                </a:cubicBezTo>
                <a:cubicBezTo>
                  <a:pt x="102330" y="78342"/>
                  <a:pt x="100293" y="77557"/>
                  <a:pt x="98699" y="76555"/>
                </a:cubicBezTo>
                <a:cubicBezTo>
                  <a:pt x="97104" y="75553"/>
                  <a:pt x="95944" y="74362"/>
                  <a:pt x="95220" y="72983"/>
                </a:cubicBezTo>
                <a:cubicBezTo>
                  <a:pt x="94495" y="71604"/>
                  <a:pt x="94132" y="70086"/>
                  <a:pt x="94132" y="68431"/>
                </a:cubicBezTo>
                <a:cubicBezTo>
                  <a:pt x="94132" y="66311"/>
                  <a:pt x="94625" y="64453"/>
                  <a:pt x="95611" y="62855"/>
                </a:cubicBezTo>
                <a:cubicBezTo>
                  <a:pt x="96597" y="61259"/>
                  <a:pt x="98119" y="59720"/>
                  <a:pt x="100177" y="58239"/>
                </a:cubicBezTo>
                <a:cubicBezTo>
                  <a:pt x="99423" y="57892"/>
                  <a:pt x="98771" y="57458"/>
                  <a:pt x="98220" y="56937"/>
                </a:cubicBezTo>
                <a:cubicBezTo>
                  <a:pt x="97669" y="56416"/>
                  <a:pt x="97220" y="55845"/>
                  <a:pt x="96872" y="55223"/>
                </a:cubicBezTo>
                <a:cubicBezTo>
                  <a:pt x="96524" y="54601"/>
                  <a:pt x="96263" y="53942"/>
                  <a:pt x="96089" y="53248"/>
                </a:cubicBezTo>
                <a:cubicBezTo>
                  <a:pt x="95915" y="52554"/>
                  <a:pt x="95828" y="51874"/>
                  <a:pt x="95828" y="51209"/>
                </a:cubicBezTo>
                <a:cubicBezTo>
                  <a:pt x="95828" y="49328"/>
                  <a:pt x="96271" y="47606"/>
                  <a:pt x="97155" y="46044"/>
                </a:cubicBezTo>
                <a:cubicBezTo>
                  <a:pt x="98039" y="44482"/>
                  <a:pt x="99090" y="43007"/>
                  <a:pt x="100308" y="41618"/>
                </a:cubicBezTo>
                <a:cubicBezTo>
                  <a:pt x="99757" y="40951"/>
                  <a:pt x="99271" y="40299"/>
                  <a:pt x="98851" y="39661"/>
                </a:cubicBezTo>
                <a:cubicBezTo>
                  <a:pt x="98430" y="39023"/>
                  <a:pt x="98068" y="38335"/>
                  <a:pt x="97764" y="37595"/>
                </a:cubicBezTo>
                <a:cubicBezTo>
                  <a:pt x="97459" y="36856"/>
                  <a:pt x="97227" y="36059"/>
                  <a:pt x="97068" y="35204"/>
                </a:cubicBezTo>
                <a:cubicBezTo>
                  <a:pt x="96908" y="34348"/>
                  <a:pt x="96829" y="33370"/>
                  <a:pt x="96829" y="32268"/>
                </a:cubicBezTo>
                <a:cubicBezTo>
                  <a:pt x="96829" y="30007"/>
                  <a:pt x="97242" y="27941"/>
                  <a:pt x="98068" y="26071"/>
                </a:cubicBezTo>
                <a:cubicBezTo>
                  <a:pt x="98894" y="24201"/>
                  <a:pt x="100054" y="22599"/>
                  <a:pt x="101547" y="21266"/>
                </a:cubicBezTo>
                <a:cubicBezTo>
                  <a:pt x="103040" y="19932"/>
                  <a:pt x="104838" y="18896"/>
                  <a:pt x="106940" y="18156"/>
                </a:cubicBezTo>
                <a:cubicBezTo>
                  <a:pt x="109042" y="17417"/>
                  <a:pt x="111368" y="17047"/>
                  <a:pt x="113919" y="17047"/>
                </a:cubicBezTo>
                <a:cubicBezTo>
                  <a:pt x="114992" y="17047"/>
                  <a:pt x="116021" y="17120"/>
                  <a:pt x="117007" y="17265"/>
                </a:cubicBezTo>
                <a:cubicBezTo>
                  <a:pt x="117993" y="17410"/>
                  <a:pt x="118863" y="17598"/>
                  <a:pt x="119616" y="17830"/>
                </a:cubicBezTo>
                <a:lnTo>
                  <a:pt x="135446" y="17830"/>
                </a:lnTo>
                <a:lnTo>
                  <a:pt x="135446" y="24005"/>
                </a:lnTo>
                <a:lnTo>
                  <a:pt x="128445" y="24005"/>
                </a:lnTo>
                <a:moveTo>
                  <a:pt x="102178" y="67779"/>
                </a:moveTo>
                <a:cubicBezTo>
                  <a:pt x="102178" y="69844"/>
                  <a:pt x="103250" y="71349"/>
                  <a:pt x="105396" y="72294"/>
                </a:cubicBezTo>
                <a:cubicBezTo>
                  <a:pt x="107541" y="73239"/>
                  <a:pt x="110527" y="73712"/>
                  <a:pt x="114354" y="73712"/>
                </a:cubicBezTo>
                <a:cubicBezTo>
                  <a:pt x="116761" y="73712"/>
                  <a:pt x="118783" y="73494"/>
                  <a:pt x="120421" y="73057"/>
                </a:cubicBezTo>
                <a:cubicBezTo>
                  <a:pt x="122059" y="72621"/>
                  <a:pt x="123378" y="72047"/>
                  <a:pt x="124378" y="71334"/>
                </a:cubicBezTo>
                <a:cubicBezTo>
                  <a:pt x="125379" y="70621"/>
                  <a:pt x="126096" y="69807"/>
                  <a:pt x="126531" y="68891"/>
                </a:cubicBezTo>
                <a:cubicBezTo>
                  <a:pt x="126966" y="67975"/>
                  <a:pt x="127183" y="67036"/>
                  <a:pt x="127183" y="66076"/>
                </a:cubicBezTo>
                <a:cubicBezTo>
                  <a:pt x="127183" y="64301"/>
                  <a:pt x="126459" y="62992"/>
                  <a:pt x="125009" y="62149"/>
                </a:cubicBezTo>
                <a:cubicBezTo>
                  <a:pt x="123559" y="61305"/>
                  <a:pt x="121341" y="60811"/>
                  <a:pt x="118355" y="60666"/>
                </a:cubicBezTo>
                <a:lnTo>
                  <a:pt x="106961" y="60274"/>
                </a:lnTo>
                <a:cubicBezTo>
                  <a:pt x="106005" y="60914"/>
                  <a:pt x="105215" y="61539"/>
                  <a:pt x="104591" y="62150"/>
                </a:cubicBezTo>
                <a:cubicBezTo>
                  <a:pt x="103968" y="62761"/>
                  <a:pt x="103482" y="63380"/>
                  <a:pt x="103134" y="64005"/>
                </a:cubicBezTo>
                <a:cubicBezTo>
                  <a:pt x="102787" y="64630"/>
                  <a:pt x="102540" y="65255"/>
                  <a:pt x="102395" y="65880"/>
                </a:cubicBezTo>
                <a:cubicBezTo>
                  <a:pt x="102250" y="66506"/>
                  <a:pt x="102178" y="67139"/>
                  <a:pt x="102178" y="67779"/>
                </a:cubicBezTo>
                <a:moveTo>
                  <a:pt x="104483" y="32094"/>
                </a:moveTo>
                <a:cubicBezTo>
                  <a:pt x="104483" y="33486"/>
                  <a:pt x="104715" y="34761"/>
                  <a:pt x="105178" y="35921"/>
                </a:cubicBezTo>
                <a:cubicBezTo>
                  <a:pt x="105642" y="37081"/>
                  <a:pt x="106295" y="38067"/>
                  <a:pt x="107135" y="38878"/>
                </a:cubicBezTo>
                <a:cubicBezTo>
                  <a:pt x="107976" y="39690"/>
                  <a:pt x="108969" y="40321"/>
                  <a:pt x="110114" y="40770"/>
                </a:cubicBezTo>
                <a:cubicBezTo>
                  <a:pt x="111259" y="41219"/>
                  <a:pt x="112528" y="41444"/>
                  <a:pt x="113919" y="41444"/>
                </a:cubicBezTo>
                <a:cubicBezTo>
                  <a:pt x="115427" y="41444"/>
                  <a:pt x="116768" y="41190"/>
                  <a:pt x="117942" y="40683"/>
                </a:cubicBezTo>
                <a:cubicBezTo>
                  <a:pt x="119116" y="40176"/>
                  <a:pt x="120102" y="39487"/>
                  <a:pt x="120899" y="38617"/>
                </a:cubicBezTo>
                <a:cubicBezTo>
                  <a:pt x="121697" y="37748"/>
                  <a:pt x="122305" y="36747"/>
                  <a:pt x="122726" y="35617"/>
                </a:cubicBezTo>
                <a:cubicBezTo>
                  <a:pt x="123146" y="34486"/>
                  <a:pt x="123356" y="33312"/>
                  <a:pt x="123356" y="32094"/>
                </a:cubicBezTo>
                <a:cubicBezTo>
                  <a:pt x="123356" y="30703"/>
                  <a:pt x="123124" y="29427"/>
                  <a:pt x="122661" y="28267"/>
                </a:cubicBezTo>
                <a:cubicBezTo>
                  <a:pt x="122197" y="27108"/>
                  <a:pt x="121544" y="26122"/>
                  <a:pt x="120704" y="25310"/>
                </a:cubicBezTo>
                <a:cubicBezTo>
                  <a:pt x="119863" y="24498"/>
                  <a:pt x="118870" y="23868"/>
                  <a:pt x="117725" y="23418"/>
                </a:cubicBezTo>
                <a:cubicBezTo>
                  <a:pt x="116580" y="22969"/>
                  <a:pt x="115311" y="22744"/>
                  <a:pt x="113919" y="22744"/>
                </a:cubicBezTo>
                <a:cubicBezTo>
                  <a:pt x="112412" y="22744"/>
                  <a:pt x="111071" y="23005"/>
                  <a:pt x="109897" y="23527"/>
                </a:cubicBezTo>
                <a:cubicBezTo>
                  <a:pt x="108723" y="24049"/>
                  <a:pt x="107737" y="24737"/>
                  <a:pt x="106940" y="25593"/>
                </a:cubicBezTo>
                <a:cubicBezTo>
                  <a:pt x="106142" y="26448"/>
                  <a:pt x="105534" y="27441"/>
                  <a:pt x="105113" y="28572"/>
                </a:cubicBezTo>
                <a:cubicBezTo>
                  <a:pt x="104693" y="29702"/>
                  <a:pt x="104483" y="30877"/>
                  <a:pt x="104483" y="32094"/>
                </a:cubicBezTo>
                <a:close/>
                <a:moveTo>
                  <a:pt x="171721" y="61492"/>
                </a:moveTo>
                <a:lnTo>
                  <a:pt x="171547" y="55609"/>
                </a:lnTo>
                <a:cubicBezTo>
                  <a:pt x="169170" y="57962"/>
                  <a:pt x="166757" y="59661"/>
                  <a:pt x="164307" y="60707"/>
                </a:cubicBezTo>
                <a:cubicBezTo>
                  <a:pt x="161857" y="61752"/>
                  <a:pt x="159284" y="62275"/>
                  <a:pt x="156588" y="62275"/>
                </a:cubicBezTo>
                <a:cubicBezTo>
                  <a:pt x="154094" y="62275"/>
                  <a:pt x="151963" y="61956"/>
                  <a:pt x="150195" y="61317"/>
                </a:cubicBezTo>
                <a:cubicBezTo>
                  <a:pt x="148426" y="60678"/>
                  <a:pt x="146969" y="59800"/>
                  <a:pt x="145824" y="58682"/>
                </a:cubicBezTo>
                <a:cubicBezTo>
                  <a:pt x="144679" y="57564"/>
                  <a:pt x="143838" y="56250"/>
                  <a:pt x="143302" y="54739"/>
                </a:cubicBezTo>
                <a:cubicBezTo>
                  <a:pt x="142766" y="53229"/>
                  <a:pt x="142497" y="51588"/>
                  <a:pt x="142497" y="49817"/>
                </a:cubicBezTo>
                <a:cubicBezTo>
                  <a:pt x="142497" y="45432"/>
                  <a:pt x="144128" y="41998"/>
                  <a:pt x="147390" y="39516"/>
                </a:cubicBezTo>
                <a:cubicBezTo>
                  <a:pt x="150651" y="37032"/>
                  <a:pt x="155471" y="35791"/>
                  <a:pt x="161850" y="35791"/>
                </a:cubicBezTo>
                <a:lnTo>
                  <a:pt x="170895" y="35791"/>
                </a:lnTo>
                <a:lnTo>
                  <a:pt x="170895" y="31977"/>
                </a:lnTo>
                <a:cubicBezTo>
                  <a:pt x="170895" y="29406"/>
                  <a:pt x="170069" y="27348"/>
                  <a:pt x="168416" y="25802"/>
                </a:cubicBezTo>
                <a:cubicBezTo>
                  <a:pt x="166764" y="24256"/>
                  <a:pt x="164241" y="23484"/>
                  <a:pt x="160849" y="23484"/>
                </a:cubicBezTo>
                <a:cubicBezTo>
                  <a:pt x="158385" y="23484"/>
                  <a:pt x="155957" y="23763"/>
                  <a:pt x="153565" y="24322"/>
                </a:cubicBezTo>
                <a:cubicBezTo>
                  <a:pt x="151173" y="24880"/>
                  <a:pt x="148702" y="25673"/>
                  <a:pt x="146150" y="26702"/>
                </a:cubicBezTo>
                <a:lnTo>
                  <a:pt x="146150" y="19874"/>
                </a:lnTo>
                <a:cubicBezTo>
                  <a:pt x="147107" y="19521"/>
                  <a:pt x="148173" y="19175"/>
                  <a:pt x="149347" y="18836"/>
                </a:cubicBezTo>
                <a:cubicBezTo>
                  <a:pt x="150521" y="18497"/>
                  <a:pt x="151760" y="18195"/>
                  <a:pt x="153065" y="17931"/>
                </a:cubicBezTo>
                <a:cubicBezTo>
                  <a:pt x="154370" y="17665"/>
                  <a:pt x="155732" y="17452"/>
                  <a:pt x="157153" y="17291"/>
                </a:cubicBezTo>
                <a:cubicBezTo>
                  <a:pt x="158574" y="17128"/>
                  <a:pt x="160009" y="17047"/>
                  <a:pt x="161458" y="17047"/>
                </a:cubicBezTo>
                <a:cubicBezTo>
                  <a:pt x="164097" y="17047"/>
                  <a:pt x="166474" y="17337"/>
                  <a:pt x="168590" y="17917"/>
                </a:cubicBezTo>
                <a:cubicBezTo>
                  <a:pt x="170707" y="18497"/>
                  <a:pt x="172497" y="19381"/>
                  <a:pt x="173961" y="20570"/>
                </a:cubicBezTo>
                <a:cubicBezTo>
                  <a:pt x="175425" y="21759"/>
                  <a:pt x="176549" y="23252"/>
                  <a:pt x="177331" y="25049"/>
                </a:cubicBezTo>
                <a:cubicBezTo>
                  <a:pt x="178114" y="26847"/>
                  <a:pt x="178506" y="28963"/>
                  <a:pt x="178506" y="31398"/>
                </a:cubicBezTo>
                <a:lnTo>
                  <a:pt x="178506" y="61492"/>
                </a:lnTo>
                <a:lnTo>
                  <a:pt x="171721" y="61492"/>
                </a:lnTo>
                <a:moveTo>
                  <a:pt x="170895" y="41575"/>
                </a:moveTo>
                <a:lnTo>
                  <a:pt x="161284" y="41575"/>
                </a:lnTo>
                <a:cubicBezTo>
                  <a:pt x="159400" y="41575"/>
                  <a:pt x="157776" y="41764"/>
                  <a:pt x="156414" y="42143"/>
                </a:cubicBezTo>
                <a:cubicBezTo>
                  <a:pt x="155051" y="42520"/>
                  <a:pt x="153935" y="43058"/>
                  <a:pt x="153065" y="43756"/>
                </a:cubicBezTo>
                <a:cubicBezTo>
                  <a:pt x="152195" y="44453"/>
                  <a:pt x="151550" y="45290"/>
                  <a:pt x="151130" y="46265"/>
                </a:cubicBezTo>
                <a:cubicBezTo>
                  <a:pt x="150709" y="47238"/>
                  <a:pt x="150499" y="48336"/>
                  <a:pt x="150499" y="49557"/>
                </a:cubicBezTo>
                <a:cubicBezTo>
                  <a:pt x="150499" y="50401"/>
                  <a:pt x="150630" y="51208"/>
                  <a:pt x="150891" y="51979"/>
                </a:cubicBezTo>
                <a:cubicBezTo>
                  <a:pt x="151152" y="52749"/>
                  <a:pt x="151572" y="53432"/>
                  <a:pt x="152152" y="54029"/>
                </a:cubicBezTo>
                <a:cubicBezTo>
                  <a:pt x="152732" y="54625"/>
                  <a:pt x="153485" y="55097"/>
                  <a:pt x="154413" y="55446"/>
                </a:cubicBezTo>
                <a:cubicBezTo>
                  <a:pt x="155341" y="55795"/>
                  <a:pt x="156472" y="55969"/>
                  <a:pt x="157805" y="55969"/>
                </a:cubicBezTo>
                <a:cubicBezTo>
                  <a:pt x="159545" y="55969"/>
                  <a:pt x="161538" y="55439"/>
                  <a:pt x="163785" y="54378"/>
                </a:cubicBezTo>
                <a:cubicBezTo>
                  <a:pt x="166032" y="53316"/>
                  <a:pt x="168402" y="51636"/>
                  <a:pt x="170895" y="49339"/>
                </a:cubicBezTo>
                <a:lnTo>
                  <a:pt x="170895" y="41575"/>
                </a:lnTo>
                <a:close/>
                <a:moveTo>
                  <a:pt x="207530" y="6219"/>
                </a:moveTo>
                <a:lnTo>
                  <a:pt x="194614" y="6219"/>
                </a:lnTo>
                <a:lnTo>
                  <a:pt x="194614" y="0"/>
                </a:lnTo>
                <a:lnTo>
                  <a:pt x="215184" y="0"/>
                </a:lnTo>
                <a:lnTo>
                  <a:pt x="215184" y="55186"/>
                </a:lnTo>
                <a:lnTo>
                  <a:pt x="228187" y="55186"/>
                </a:lnTo>
                <a:lnTo>
                  <a:pt x="228187" y="61492"/>
                </a:lnTo>
                <a:lnTo>
                  <a:pt x="193179" y="61492"/>
                </a:lnTo>
                <a:lnTo>
                  <a:pt x="193179" y="55186"/>
                </a:lnTo>
                <a:lnTo>
                  <a:pt x="207530" y="55186"/>
                </a:lnTo>
                <a:lnTo>
                  <a:pt x="207530" y="6219"/>
                </a:ln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]">
            <a:extLst xmlns:a="http://schemas.openxmlformats.org/drawingml/2006/main">
              <a:ext uri="{FF2B5EF4-FFF2-40B4-BE49-F238E27FC236}">
                <a16:creationId xmlns:a16="http://schemas.microsoft.com/office/drawing/2014/main" id="{988C41D0-D247-492A-99F7-FA9AA736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983" y="5350623"/>
            <a:ext cx="21440" cy="80801"/>
          </a:xfrm>
          <a:custGeom xmlns:a="http://schemas.openxmlformats.org/drawingml/2006/main">
            <a:pathLst>
              <a:path w="21440" h="80801">
                <a:moveTo>
                  <a:pt x="21440" y="80801"/>
                </a:moveTo>
                <a:lnTo>
                  <a:pt x="0" y="80801"/>
                </a:lnTo>
                <a:lnTo>
                  <a:pt x="0" y="74713"/>
                </a:lnTo>
                <a:lnTo>
                  <a:pt x="14134" y="74713"/>
                </a:lnTo>
                <a:lnTo>
                  <a:pt x="14134" y="6088"/>
                </a:lnTo>
                <a:lnTo>
                  <a:pt x="0" y="6088"/>
                </a:lnTo>
                <a:lnTo>
                  <a:pt x="0" y="0"/>
                </a:lnTo>
                <a:lnTo>
                  <a:pt x="21440" y="0"/>
                </a:lnTo>
                <a:lnTo>
                  <a:pt x="21440" y="80801"/>
                </a:lnTo>
                <a:close/>
              </a:path>
            </a:pathLst>
          </a:custGeom>
          <a:solidFill xmlns:a="http://schemas.openxmlformats.org/drawingml/2006/main">
            <a:srgbClr val="D6D6D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ifnot">
            <a:extLst xmlns:a="http://schemas.openxmlformats.org/drawingml/2006/main">
              <a:ext uri="{FF2B5EF4-FFF2-40B4-BE49-F238E27FC236}">
                <a16:creationId xmlns:a16="http://schemas.microsoft.com/office/drawing/2014/main" id="{5B70EECD-5AB3-4D28-92CF-372A373A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045" y="5563636"/>
            <a:ext cx="278699" cy="80279"/>
          </a:xfrm>
          <a:custGeom xmlns:a="http://schemas.openxmlformats.org/drawingml/2006/main">
            <a:pathLst>
              <a:path w="278699" h="80279">
                <a:moveTo>
                  <a:pt x="16308" y="6219"/>
                </a:moveTo>
                <a:cubicBezTo>
                  <a:pt x="16308" y="5320"/>
                  <a:pt x="16467" y="4494"/>
                  <a:pt x="16786" y="3740"/>
                </a:cubicBezTo>
                <a:cubicBezTo>
                  <a:pt x="17105" y="2986"/>
                  <a:pt x="17547" y="2334"/>
                  <a:pt x="18113" y="1783"/>
                </a:cubicBezTo>
                <a:cubicBezTo>
                  <a:pt x="18678" y="1232"/>
                  <a:pt x="19338" y="797"/>
                  <a:pt x="20092" y="478"/>
                </a:cubicBezTo>
                <a:cubicBezTo>
                  <a:pt x="20845" y="159"/>
                  <a:pt x="21657" y="0"/>
                  <a:pt x="22527" y="0"/>
                </a:cubicBezTo>
                <a:cubicBezTo>
                  <a:pt x="23368" y="0"/>
                  <a:pt x="24136" y="152"/>
                  <a:pt x="24832" y="457"/>
                </a:cubicBezTo>
                <a:cubicBezTo>
                  <a:pt x="25528" y="761"/>
                  <a:pt x="26129" y="1167"/>
                  <a:pt x="26636" y="1674"/>
                </a:cubicBezTo>
                <a:cubicBezTo>
                  <a:pt x="27144" y="2182"/>
                  <a:pt x="27535" y="2783"/>
                  <a:pt x="27811" y="3479"/>
                </a:cubicBezTo>
                <a:cubicBezTo>
                  <a:pt x="28086" y="4175"/>
                  <a:pt x="28224" y="4914"/>
                  <a:pt x="28224" y="5697"/>
                </a:cubicBezTo>
                <a:cubicBezTo>
                  <a:pt x="28224" y="6596"/>
                  <a:pt x="28064" y="7422"/>
                  <a:pt x="27745" y="8176"/>
                </a:cubicBezTo>
                <a:cubicBezTo>
                  <a:pt x="27426" y="8930"/>
                  <a:pt x="26984" y="9582"/>
                  <a:pt x="26419" y="10133"/>
                </a:cubicBezTo>
                <a:cubicBezTo>
                  <a:pt x="25854" y="10684"/>
                  <a:pt x="25194" y="11118"/>
                  <a:pt x="24440" y="11437"/>
                </a:cubicBezTo>
                <a:cubicBezTo>
                  <a:pt x="23687" y="11756"/>
                  <a:pt x="22875" y="11916"/>
                  <a:pt x="22005" y="11916"/>
                </a:cubicBezTo>
                <a:cubicBezTo>
                  <a:pt x="21164" y="11916"/>
                  <a:pt x="20389" y="11764"/>
                  <a:pt x="19678" y="11459"/>
                </a:cubicBezTo>
                <a:cubicBezTo>
                  <a:pt x="18968" y="11155"/>
                  <a:pt x="18366" y="10749"/>
                  <a:pt x="17874" y="10241"/>
                </a:cubicBezTo>
                <a:cubicBezTo>
                  <a:pt x="17381" y="9734"/>
                  <a:pt x="16997" y="9133"/>
                  <a:pt x="16721" y="8437"/>
                </a:cubicBezTo>
                <a:cubicBezTo>
                  <a:pt x="16446" y="7741"/>
                  <a:pt x="16308" y="7002"/>
                  <a:pt x="16308" y="6219"/>
                </a:cubicBezTo>
                <a:moveTo>
                  <a:pt x="34269" y="59274"/>
                </a:moveTo>
                <a:cubicBezTo>
                  <a:pt x="32268" y="60376"/>
                  <a:pt x="30159" y="61238"/>
                  <a:pt x="27941" y="61862"/>
                </a:cubicBezTo>
                <a:cubicBezTo>
                  <a:pt x="25723" y="62485"/>
                  <a:pt x="23353" y="62797"/>
                  <a:pt x="20831" y="62797"/>
                </a:cubicBezTo>
                <a:cubicBezTo>
                  <a:pt x="18772" y="62797"/>
                  <a:pt x="17047" y="62507"/>
                  <a:pt x="15656" y="61927"/>
                </a:cubicBezTo>
                <a:cubicBezTo>
                  <a:pt x="14264" y="61347"/>
                  <a:pt x="13199" y="60427"/>
                  <a:pt x="12459" y="59166"/>
                </a:cubicBezTo>
                <a:cubicBezTo>
                  <a:pt x="11720" y="57904"/>
                  <a:pt x="11307" y="56288"/>
                  <a:pt x="11220" y="54317"/>
                </a:cubicBezTo>
                <a:cubicBezTo>
                  <a:pt x="11133" y="52345"/>
                  <a:pt x="11365" y="49953"/>
                  <a:pt x="11916" y="47141"/>
                </a:cubicBezTo>
                <a:lnTo>
                  <a:pt x="14873" y="32529"/>
                </a:lnTo>
                <a:cubicBezTo>
                  <a:pt x="15221" y="30877"/>
                  <a:pt x="15388" y="29492"/>
                  <a:pt x="15373" y="28376"/>
                </a:cubicBezTo>
                <a:cubicBezTo>
                  <a:pt x="15359" y="27260"/>
                  <a:pt x="15206" y="26368"/>
                  <a:pt x="14916" y="25701"/>
                </a:cubicBezTo>
                <a:cubicBezTo>
                  <a:pt x="14626" y="25035"/>
                  <a:pt x="14199" y="24564"/>
                  <a:pt x="13634" y="24288"/>
                </a:cubicBezTo>
                <a:cubicBezTo>
                  <a:pt x="13068" y="24013"/>
                  <a:pt x="12409" y="23875"/>
                  <a:pt x="11655" y="23875"/>
                </a:cubicBezTo>
                <a:cubicBezTo>
                  <a:pt x="9683" y="23875"/>
                  <a:pt x="7741" y="24264"/>
                  <a:pt x="5827" y="25041"/>
                </a:cubicBezTo>
                <a:cubicBezTo>
                  <a:pt x="3914" y="25817"/>
                  <a:pt x="1971" y="26762"/>
                  <a:pt x="0" y="27876"/>
                </a:cubicBezTo>
                <a:lnTo>
                  <a:pt x="0" y="21179"/>
                </a:lnTo>
                <a:cubicBezTo>
                  <a:pt x="2000" y="20063"/>
                  <a:pt x="4110" y="19183"/>
                  <a:pt x="6328" y="18538"/>
                </a:cubicBezTo>
                <a:cubicBezTo>
                  <a:pt x="8545" y="17892"/>
                  <a:pt x="10916" y="17569"/>
                  <a:pt x="13438" y="17569"/>
                </a:cubicBezTo>
                <a:cubicBezTo>
                  <a:pt x="15496" y="17569"/>
                  <a:pt x="17221" y="17859"/>
                  <a:pt x="18613" y="18439"/>
                </a:cubicBezTo>
                <a:cubicBezTo>
                  <a:pt x="20005" y="19019"/>
                  <a:pt x="21070" y="19939"/>
                  <a:pt x="21809" y="21200"/>
                </a:cubicBezTo>
                <a:cubicBezTo>
                  <a:pt x="22549" y="22462"/>
                  <a:pt x="22962" y="24078"/>
                  <a:pt x="23049" y="26049"/>
                </a:cubicBezTo>
                <a:cubicBezTo>
                  <a:pt x="23136" y="28021"/>
                  <a:pt x="22904" y="30413"/>
                  <a:pt x="22353" y="33225"/>
                </a:cubicBezTo>
                <a:lnTo>
                  <a:pt x="19396" y="47837"/>
                </a:lnTo>
                <a:cubicBezTo>
                  <a:pt x="19077" y="49518"/>
                  <a:pt x="18917" y="50910"/>
                  <a:pt x="18917" y="52012"/>
                </a:cubicBezTo>
                <a:cubicBezTo>
                  <a:pt x="18917" y="53113"/>
                  <a:pt x="19070" y="53998"/>
                  <a:pt x="19374" y="54665"/>
                </a:cubicBezTo>
                <a:cubicBezTo>
                  <a:pt x="19678" y="55331"/>
                  <a:pt x="20106" y="55802"/>
                  <a:pt x="20657" y="56078"/>
                </a:cubicBezTo>
                <a:cubicBezTo>
                  <a:pt x="21208" y="56353"/>
                  <a:pt x="21860" y="56491"/>
                  <a:pt x="22614" y="56491"/>
                </a:cubicBezTo>
                <a:cubicBezTo>
                  <a:pt x="24585" y="56491"/>
                  <a:pt x="26528" y="56107"/>
                  <a:pt x="28441" y="55339"/>
                </a:cubicBezTo>
                <a:cubicBezTo>
                  <a:pt x="30355" y="54570"/>
                  <a:pt x="32297" y="53650"/>
                  <a:pt x="34269" y="52577"/>
                </a:cubicBezTo>
                <a:lnTo>
                  <a:pt x="34269" y="59274"/>
                </a:lnTo>
                <a:close/>
                <a:moveTo>
                  <a:pt x="62037" y="62782"/>
                </a:moveTo>
                <a:cubicBezTo>
                  <a:pt x="61428" y="65800"/>
                  <a:pt x="60573" y="68404"/>
                  <a:pt x="59471" y="70595"/>
                </a:cubicBezTo>
                <a:cubicBezTo>
                  <a:pt x="58369" y="72785"/>
                  <a:pt x="56970" y="74599"/>
                  <a:pt x="55274" y="76035"/>
                </a:cubicBezTo>
                <a:cubicBezTo>
                  <a:pt x="53578" y="77472"/>
                  <a:pt x="51563" y="78538"/>
                  <a:pt x="49230" y="79234"/>
                </a:cubicBezTo>
                <a:cubicBezTo>
                  <a:pt x="46896" y="79931"/>
                  <a:pt x="44192" y="80279"/>
                  <a:pt x="41119" y="80279"/>
                </a:cubicBezTo>
                <a:cubicBezTo>
                  <a:pt x="40539" y="80279"/>
                  <a:pt x="39843" y="80265"/>
                  <a:pt x="39032" y="80236"/>
                </a:cubicBezTo>
                <a:cubicBezTo>
                  <a:pt x="38220" y="80207"/>
                  <a:pt x="37524" y="80163"/>
                  <a:pt x="36944" y="80105"/>
                </a:cubicBezTo>
                <a:lnTo>
                  <a:pt x="38162" y="73582"/>
                </a:lnTo>
                <a:cubicBezTo>
                  <a:pt x="39495" y="73756"/>
                  <a:pt x="40742" y="73843"/>
                  <a:pt x="41902" y="73843"/>
                </a:cubicBezTo>
                <a:cubicBezTo>
                  <a:pt x="45352" y="73843"/>
                  <a:pt x="48106" y="72957"/>
                  <a:pt x="50165" y="71185"/>
                </a:cubicBezTo>
                <a:cubicBezTo>
                  <a:pt x="52223" y="69412"/>
                  <a:pt x="53629" y="66611"/>
                  <a:pt x="54383" y="62781"/>
                </a:cubicBezTo>
                <a:lnTo>
                  <a:pt x="60776" y="30964"/>
                </a:lnTo>
                <a:lnTo>
                  <a:pt x="46729" y="30964"/>
                </a:lnTo>
                <a:lnTo>
                  <a:pt x="47990" y="24658"/>
                </a:lnTo>
                <a:lnTo>
                  <a:pt x="62037" y="24658"/>
                </a:lnTo>
                <a:lnTo>
                  <a:pt x="63472" y="17439"/>
                </a:lnTo>
                <a:cubicBezTo>
                  <a:pt x="64632" y="11669"/>
                  <a:pt x="66893" y="7320"/>
                  <a:pt x="70256" y="4392"/>
                </a:cubicBezTo>
                <a:cubicBezTo>
                  <a:pt x="73619" y="1464"/>
                  <a:pt x="78330" y="0"/>
                  <a:pt x="84390" y="0"/>
                </a:cubicBezTo>
                <a:cubicBezTo>
                  <a:pt x="85926" y="0"/>
                  <a:pt x="87615" y="87"/>
                  <a:pt x="89456" y="262"/>
                </a:cubicBezTo>
                <a:cubicBezTo>
                  <a:pt x="91297" y="437"/>
                  <a:pt x="93116" y="699"/>
                  <a:pt x="94914" y="1049"/>
                </a:cubicBezTo>
                <a:lnTo>
                  <a:pt x="93566" y="7523"/>
                </a:lnTo>
                <a:cubicBezTo>
                  <a:pt x="91913" y="7133"/>
                  <a:pt x="90253" y="6833"/>
                  <a:pt x="88586" y="6622"/>
                </a:cubicBezTo>
                <a:cubicBezTo>
                  <a:pt x="86919" y="6411"/>
                  <a:pt x="85259" y="6306"/>
                  <a:pt x="83607" y="6306"/>
                </a:cubicBezTo>
                <a:cubicBezTo>
                  <a:pt x="80157" y="6306"/>
                  <a:pt x="77403" y="7234"/>
                  <a:pt x="75344" y="9089"/>
                </a:cubicBezTo>
                <a:cubicBezTo>
                  <a:pt x="73286" y="10945"/>
                  <a:pt x="71880" y="13728"/>
                  <a:pt x="71126" y="17439"/>
                </a:cubicBezTo>
                <a:lnTo>
                  <a:pt x="69691" y="24658"/>
                </a:lnTo>
                <a:lnTo>
                  <a:pt x="88869" y="24658"/>
                </a:lnTo>
                <a:lnTo>
                  <a:pt x="87608" y="30964"/>
                </a:lnTo>
                <a:lnTo>
                  <a:pt x="68473" y="30964"/>
                </a:lnTo>
                <a:lnTo>
                  <a:pt x="62037" y="62782"/>
                </a:lnTo>
                <a:moveTo>
                  <a:pt x="41467" y="18352"/>
                </a:moveTo>
                <a:lnTo>
                  <a:pt x="41467" y="18352"/>
                </a:lnTo>
                <a:close/>
                <a:moveTo>
                  <a:pt x="145971" y="18352"/>
                </a:moveTo>
                <a:lnTo>
                  <a:pt x="152712" y="18352"/>
                </a:lnTo>
                <a:lnTo>
                  <a:pt x="153016" y="25397"/>
                </a:lnTo>
                <a:cubicBezTo>
                  <a:pt x="154292" y="23889"/>
                  <a:pt x="155524" y="22636"/>
                  <a:pt x="156713" y="21635"/>
                </a:cubicBezTo>
                <a:cubicBezTo>
                  <a:pt x="157901" y="20635"/>
                  <a:pt x="159068" y="19831"/>
                  <a:pt x="160214" y="19222"/>
                </a:cubicBezTo>
                <a:cubicBezTo>
                  <a:pt x="161359" y="18613"/>
                  <a:pt x="162526" y="18185"/>
                  <a:pt x="163714" y="17939"/>
                </a:cubicBezTo>
                <a:cubicBezTo>
                  <a:pt x="164903" y="17692"/>
                  <a:pt x="166135" y="17569"/>
                  <a:pt x="167411" y="17569"/>
                </a:cubicBezTo>
                <a:cubicBezTo>
                  <a:pt x="171905" y="17569"/>
                  <a:pt x="175304" y="18896"/>
                  <a:pt x="177609" y="21548"/>
                </a:cubicBezTo>
                <a:cubicBezTo>
                  <a:pt x="179914" y="24201"/>
                  <a:pt x="181066" y="28195"/>
                  <a:pt x="181066" y="33529"/>
                </a:cubicBezTo>
                <a:lnTo>
                  <a:pt x="181066" y="62014"/>
                </a:lnTo>
                <a:lnTo>
                  <a:pt x="173499" y="62014"/>
                </a:lnTo>
                <a:lnTo>
                  <a:pt x="173499" y="34138"/>
                </a:lnTo>
                <a:cubicBezTo>
                  <a:pt x="173499" y="30717"/>
                  <a:pt x="172861" y="28188"/>
                  <a:pt x="171586" y="26549"/>
                </a:cubicBezTo>
                <a:cubicBezTo>
                  <a:pt x="170310" y="24911"/>
                  <a:pt x="168411" y="24092"/>
                  <a:pt x="165889" y="24092"/>
                </a:cubicBezTo>
                <a:cubicBezTo>
                  <a:pt x="164961" y="24092"/>
                  <a:pt x="164055" y="24230"/>
                  <a:pt x="163171" y="24506"/>
                </a:cubicBezTo>
                <a:cubicBezTo>
                  <a:pt x="162287" y="24781"/>
                  <a:pt x="161366" y="25259"/>
                  <a:pt x="160409" y="25941"/>
                </a:cubicBezTo>
                <a:cubicBezTo>
                  <a:pt x="159453" y="26622"/>
                  <a:pt x="158416" y="27542"/>
                  <a:pt x="157300" y="28702"/>
                </a:cubicBezTo>
                <a:cubicBezTo>
                  <a:pt x="156184" y="29862"/>
                  <a:pt x="154930" y="31311"/>
                  <a:pt x="153538" y="33051"/>
                </a:cubicBezTo>
                <a:lnTo>
                  <a:pt x="153538" y="62014"/>
                </a:lnTo>
                <a:lnTo>
                  <a:pt x="145971" y="62014"/>
                </a:lnTo>
                <a:lnTo>
                  <a:pt x="145971" y="18352"/>
                </a:lnTo>
                <a:close/>
                <a:moveTo>
                  <a:pt x="232752" y="39835"/>
                </a:moveTo>
                <a:cubicBezTo>
                  <a:pt x="232752" y="43227"/>
                  <a:pt x="232274" y="46337"/>
                  <a:pt x="231317" y="49163"/>
                </a:cubicBezTo>
                <a:cubicBezTo>
                  <a:pt x="230361" y="51990"/>
                  <a:pt x="228984" y="54411"/>
                  <a:pt x="227186" y="56426"/>
                </a:cubicBezTo>
                <a:cubicBezTo>
                  <a:pt x="225389" y="58441"/>
                  <a:pt x="223200" y="60006"/>
                  <a:pt x="220619" y="61123"/>
                </a:cubicBezTo>
                <a:cubicBezTo>
                  <a:pt x="218039" y="62239"/>
                  <a:pt x="215111" y="62797"/>
                  <a:pt x="211835" y="62797"/>
                </a:cubicBezTo>
                <a:cubicBezTo>
                  <a:pt x="208704" y="62797"/>
                  <a:pt x="205899" y="62311"/>
                  <a:pt x="203420" y="61340"/>
                </a:cubicBezTo>
                <a:cubicBezTo>
                  <a:pt x="200941" y="60369"/>
                  <a:pt x="198839" y="58941"/>
                  <a:pt x="197114" y="57056"/>
                </a:cubicBezTo>
                <a:cubicBezTo>
                  <a:pt x="195389" y="55172"/>
                  <a:pt x="194070" y="52838"/>
                  <a:pt x="193157" y="50055"/>
                </a:cubicBezTo>
                <a:cubicBezTo>
                  <a:pt x="192243" y="47272"/>
                  <a:pt x="191787" y="44068"/>
                  <a:pt x="191787" y="40444"/>
                </a:cubicBezTo>
                <a:cubicBezTo>
                  <a:pt x="191787" y="37052"/>
                  <a:pt x="192265" y="33957"/>
                  <a:pt x="193222" y="31159"/>
                </a:cubicBezTo>
                <a:cubicBezTo>
                  <a:pt x="194179" y="28361"/>
                  <a:pt x="195556" y="25955"/>
                  <a:pt x="197353" y="23940"/>
                </a:cubicBezTo>
                <a:cubicBezTo>
                  <a:pt x="199151" y="21925"/>
                  <a:pt x="201340" y="20360"/>
                  <a:pt x="203920" y="19243"/>
                </a:cubicBezTo>
                <a:cubicBezTo>
                  <a:pt x="206500" y="18127"/>
                  <a:pt x="209428" y="17569"/>
                  <a:pt x="212704" y="17569"/>
                </a:cubicBezTo>
                <a:cubicBezTo>
                  <a:pt x="215836" y="17569"/>
                  <a:pt x="218641" y="18055"/>
                  <a:pt x="221119" y="19026"/>
                </a:cubicBezTo>
                <a:cubicBezTo>
                  <a:pt x="223598" y="19997"/>
                  <a:pt x="225700" y="21418"/>
                  <a:pt x="227425" y="23288"/>
                </a:cubicBezTo>
                <a:cubicBezTo>
                  <a:pt x="229150" y="25158"/>
                  <a:pt x="230469" y="27484"/>
                  <a:pt x="231383" y="30268"/>
                </a:cubicBezTo>
                <a:cubicBezTo>
                  <a:pt x="232296" y="33051"/>
                  <a:pt x="232752" y="36240"/>
                  <a:pt x="232752" y="39835"/>
                </a:cubicBezTo>
                <a:moveTo>
                  <a:pt x="225012" y="40183"/>
                </a:moveTo>
                <a:cubicBezTo>
                  <a:pt x="225012" y="37487"/>
                  <a:pt x="224714" y="35131"/>
                  <a:pt x="224120" y="33116"/>
                </a:cubicBezTo>
                <a:cubicBezTo>
                  <a:pt x="223526" y="31101"/>
                  <a:pt x="222678" y="29420"/>
                  <a:pt x="221576" y="28072"/>
                </a:cubicBezTo>
                <a:cubicBezTo>
                  <a:pt x="220474" y="26723"/>
                  <a:pt x="219133" y="25709"/>
                  <a:pt x="217553" y="25027"/>
                </a:cubicBezTo>
                <a:cubicBezTo>
                  <a:pt x="215973" y="24346"/>
                  <a:pt x="214212" y="24005"/>
                  <a:pt x="212270" y="24005"/>
                </a:cubicBezTo>
                <a:cubicBezTo>
                  <a:pt x="210008" y="24005"/>
                  <a:pt x="208073" y="24448"/>
                  <a:pt x="206464" y="25332"/>
                </a:cubicBezTo>
                <a:cubicBezTo>
                  <a:pt x="204855" y="26216"/>
                  <a:pt x="203536" y="27398"/>
                  <a:pt x="202507" y="28876"/>
                </a:cubicBezTo>
                <a:cubicBezTo>
                  <a:pt x="201477" y="30355"/>
                  <a:pt x="200724" y="32072"/>
                  <a:pt x="200245" y="34029"/>
                </a:cubicBezTo>
                <a:cubicBezTo>
                  <a:pt x="199767" y="35986"/>
                  <a:pt x="199528" y="38038"/>
                  <a:pt x="199528" y="40183"/>
                </a:cubicBezTo>
                <a:cubicBezTo>
                  <a:pt x="199528" y="42879"/>
                  <a:pt x="199825" y="45242"/>
                  <a:pt x="200419" y="47272"/>
                </a:cubicBezTo>
                <a:cubicBezTo>
                  <a:pt x="201013" y="49301"/>
                  <a:pt x="201861" y="50990"/>
                  <a:pt x="202963" y="52338"/>
                </a:cubicBezTo>
                <a:cubicBezTo>
                  <a:pt x="204065" y="53686"/>
                  <a:pt x="205398" y="54701"/>
                  <a:pt x="206964" y="55382"/>
                </a:cubicBezTo>
                <a:cubicBezTo>
                  <a:pt x="208530" y="56063"/>
                  <a:pt x="210298" y="56404"/>
                  <a:pt x="212270" y="56404"/>
                </a:cubicBezTo>
                <a:cubicBezTo>
                  <a:pt x="214531" y="56404"/>
                  <a:pt x="216466" y="55962"/>
                  <a:pt x="218075" y="55078"/>
                </a:cubicBezTo>
                <a:cubicBezTo>
                  <a:pt x="219684" y="54193"/>
                  <a:pt x="221003" y="53012"/>
                  <a:pt x="222033" y="51533"/>
                </a:cubicBezTo>
                <a:cubicBezTo>
                  <a:pt x="223062" y="50055"/>
                  <a:pt x="223816" y="48337"/>
                  <a:pt x="224294" y="46380"/>
                </a:cubicBezTo>
                <a:cubicBezTo>
                  <a:pt x="224772" y="44423"/>
                  <a:pt x="225012" y="42357"/>
                  <a:pt x="225012" y="40183"/>
                </a:cubicBezTo>
                <a:close/>
                <a:moveTo>
                  <a:pt x="278699" y="61362"/>
                </a:moveTo>
                <a:cubicBezTo>
                  <a:pt x="276988" y="61812"/>
                  <a:pt x="275220" y="62135"/>
                  <a:pt x="273393" y="62329"/>
                </a:cubicBezTo>
                <a:cubicBezTo>
                  <a:pt x="271567" y="62525"/>
                  <a:pt x="269711" y="62623"/>
                  <a:pt x="267827" y="62623"/>
                </a:cubicBezTo>
                <a:cubicBezTo>
                  <a:pt x="262347" y="62623"/>
                  <a:pt x="258260" y="61383"/>
                  <a:pt x="255563" y="58905"/>
                </a:cubicBezTo>
                <a:cubicBezTo>
                  <a:pt x="252867" y="56426"/>
                  <a:pt x="251519" y="52621"/>
                  <a:pt x="251519" y="47489"/>
                </a:cubicBezTo>
                <a:lnTo>
                  <a:pt x="251519" y="24701"/>
                </a:lnTo>
                <a:lnTo>
                  <a:pt x="239299" y="24701"/>
                </a:lnTo>
                <a:lnTo>
                  <a:pt x="239299" y="18352"/>
                </a:lnTo>
                <a:lnTo>
                  <a:pt x="251519" y="18352"/>
                </a:lnTo>
                <a:lnTo>
                  <a:pt x="251519" y="6311"/>
                </a:lnTo>
                <a:lnTo>
                  <a:pt x="259086" y="4349"/>
                </a:lnTo>
                <a:lnTo>
                  <a:pt x="259086" y="18352"/>
                </a:lnTo>
                <a:lnTo>
                  <a:pt x="278699" y="18352"/>
                </a:lnTo>
                <a:lnTo>
                  <a:pt x="278699" y="24701"/>
                </a:lnTo>
                <a:lnTo>
                  <a:pt x="259086" y="24701"/>
                </a:lnTo>
                <a:lnTo>
                  <a:pt x="259086" y="46880"/>
                </a:lnTo>
                <a:cubicBezTo>
                  <a:pt x="259086" y="50011"/>
                  <a:pt x="259919" y="52352"/>
                  <a:pt x="261586" y="53903"/>
                </a:cubicBezTo>
                <a:cubicBezTo>
                  <a:pt x="263253" y="55455"/>
                  <a:pt x="265711" y="56230"/>
                  <a:pt x="268958" y="56230"/>
                </a:cubicBezTo>
                <a:cubicBezTo>
                  <a:pt x="270349" y="56230"/>
                  <a:pt x="271871" y="56118"/>
                  <a:pt x="273524" y="55894"/>
                </a:cubicBezTo>
                <a:cubicBezTo>
                  <a:pt x="275176" y="55670"/>
                  <a:pt x="276902" y="55318"/>
                  <a:pt x="278699" y="54838"/>
                </a:cubicBezTo>
                <a:lnTo>
                  <a:pt x="278699" y="61362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legal_actions">
            <a:extLst xmlns:a="http://schemas.openxmlformats.org/drawingml/2006/main">
              <a:ext uri="{FF2B5EF4-FFF2-40B4-BE49-F238E27FC236}">
                <a16:creationId xmlns:a16="http://schemas.microsoft.com/office/drawing/2014/main" id="{A556A092-9EFD-425C-99DC-F32C2C93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630" y="5563636"/>
            <a:ext cx="617191" cy="80279"/>
          </a:xfrm>
          <a:custGeom xmlns:a="http://schemas.openxmlformats.org/drawingml/2006/main">
            <a:pathLst>
              <a:path w="617191" h="80279">
                <a:moveTo>
                  <a:pt x="14351" y="6741"/>
                </a:moveTo>
                <a:lnTo>
                  <a:pt x="1435" y="6741"/>
                </a:lnTo>
                <a:lnTo>
                  <a:pt x="1435" y="522"/>
                </a:lnTo>
                <a:lnTo>
                  <a:pt x="22005" y="522"/>
                </a:lnTo>
                <a:lnTo>
                  <a:pt x="22005" y="55708"/>
                </a:lnTo>
                <a:lnTo>
                  <a:pt x="35008" y="55708"/>
                </a:lnTo>
                <a:lnTo>
                  <a:pt x="35008" y="62014"/>
                </a:lnTo>
                <a:lnTo>
                  <a:pt x="0" y="62014"/>
                </a:lnTo>
                <a:lnTo>
                  <a:pt x="0" y="55708"/>
                </a:lnTo>
                <a:lnTo>
                  <a:pt x="14351" y="55708"/>
                </a:lnTo>
                <a:lnTo>
                  <a:pt x="14351" y="6741"/>
                </a:lnTo>
                <a:close/>
                <a:moveTo>
                  <a:pt x="85129" y="37878"/>
                </a:moveTo>
                <a:cubicBezTo>
                  <a:pt x="85129" y="38951"/>
                  <a:pt x="85115" y="39850"/>
                  <a:pt x="85086" y="40574"/>
                </a:cubicBezTo>
                <a:cubicBezTo>
                  <a:pt x="85057" y="41299"/>
                  <a:pt x="85013" y="41981"/>
                  <a:pt x="84955" y="42618"/>
                </a:cubicBezTo>
                <a:lnTo>
                  <a:pt x="54296" y="42618"/>
                </a:lnTo>
                <a:cubicBezTo>
                  <a:pt x="54296" y="47083"/>
                  <a:pt x="55543" y="50511"/>
                  <a:pt x="58036" y="52903"/>
                </a:cubicBezTo>
                <a:cubicBezTo>
                  <a:pt x="60529" y="55295"/>
                  <a:pt x="64124" y="56491"/>
                  <a:pt x="68821" y="56491"/>
                </a:cubicBezTo>
                <a:cubicBezTo>
                  <a:pt x="70097" y="56491"/>
                  <a:pt x="71372" y="56439"/>
                  <a:pt x="72648" y="56336"/>
                </a:cubicBezTo>
                <a:cubicBezTo>
                  <a:pt x="73924" y="56232"/>
                  <a:pt x="75156" y="56091"/>
                  <a:pt x="76344" y="55913"/>
                </a:cubicBezTo>
                <a:cubicBezTo>
                  <a:pt x="77533" y="55735"/>
                  <a:pt x="78671" y="55535"/>
                  <a:pt x="79758" y="55313"/>
                </a:cubicBezTo>
                <a:cubicBezTo>
                  <a:pt x="80845" y="55090"/>
                  <a:pt x="81853" y="54845"/>
                  <a:pt x="82781" y="54578"/>
                </a:cubicBezTo>
                <a:lnTo>
                  <a:pt x="82781" y="60796"/>
                </a:lnTo>
                <a:cubicBezTo>
                  <a:pt x="80722" y="61389"/>
                  <a:pt x="78396" y="61870"/>
                  <a:pt x="75801" y="62241"/>
                </a:cubicBezTo>
                <a:cubicBezTo>
                  <a:pt x="73206" y="62612"/>
                  <a:pt x="70517" y="62797"/>
                  <a:pt x="67734" y="62797"/>
                </a:cubicBezTo>
                <a:cubicBezTo>
                  <a:pt x="63994" y="62797"/>
                  <a:pt x="60776" y="62289"/>
                  <a:pt x="58079" y="61275"/>
                </a:cubicBezTo>
                <a:cubicBezTo>
                  <a:pt x="55383" y="60260"/>
                  <a:pt x="53172" y="58789"/>
                  <a:pt x="51447" y="56861"/>
                </a:cubicBezTo>
                <a:cubicBezTo>
                  <a:pt x="49722" y="54933"/>
                  <a:pt x="48447" y="52570"/>
                  <a:pt x="47621" y="49772"/>
                </a:cubicBezTo>
                <a:cubicBezTo>
                  <a:pt x="46794" y="46974"/>
                  <a:pt x="46381" y="43807"/>
                  <a:pt x="46381" y="40270"/>
                </a:cubicBezTo>
                <a:cubicBezTo>
                  <a:pt x="46381" y="37197"/>
                  <a:pt x="46823" y="34290"/>
                  <a:pt x="47707" y="31551"/>
                </a:cubicBezTo>
                <a:cubicBezTo>
                  <a:pt x="48592" y="28811"/>
                  <a:pt x="49882" y="26405"/>
                  <a:pt x="51578" y="24332"/>
                </a:cubicBezTo>
                <a:cubicBezTo>
                  <a:pt x="53274" y="22259"/>
                  <a:pt x="55354" y="20613"/>
                  <a:pt x="57818" y="19396"/>
                </a:cubicBezTo>
                <a:cubicBezTo>
                  <a:pt x="60283" y="18178"/>
                  <a:pt x="63081" y="17569"/>
                  <a:pt x="66212" y="17569"/>
                </a:cubicBezTo>
                <a:cubicBezTo>
                  <a:pt x="69256" y="17569"/>
                  <a:pt x="71952" y="18048"/>
                  <a:pt x="74300" y="19004"/>
                </a:cubicBezTo>
                <a:cubicBezTo>
                  <a:pt x="76649" y="19961"/>
                  <a:pt x="78628" y="21316"/>
                  <a:pt x="80237" y="23070"/>
                </a:cubicBezTo>
                <a:cubicBezTo>
                  <a:pt x="81846" y="24824"/>
                  <a:pt x="83063" y="26955"/>
                  <a:pt x="83890" y="29463"/>
                </a:cubicBezTo>
                <a:cubicBezTo>
                  <a:pt x="84716" y="31971"/>
                  <a:pt x="85129" y="34776"/>
                  <a:pt x="85129" y="37878"/>
                </a:cubicBezTo>
                <a:moveTo>
                  <a:pt x="77258" y="36791"/>
                </a:moveTo>
                <a:cubicBezTo>
                  <a:pt x="77345" y="34848"/>
                  <a:pt x="77156" y="33073"/>
                  <a:pt x="76692" y="31464"/>
                </a:cubicBezTo>
                <a:cubicBezTo>
                  <a:pt x="76228" y="29855"/>
                  <a:pt x="75511" y="28470"/>
                  <a:pt x="74540" y="27311"/>
                </a:cubicBezTo>
                <a:cubicBezTo>
                  <a:pt x="73568" y="26151"/>
                  <a:pt x="72358" y="25245"/>
                  <a:pt x="70908" y="24593"/>
                </a:cubicBezTo>
                <a:cubicBezTo>
                  <a:pt x="69459" y="23940"/>
                  <a:pt x="67777" y="23614"/>
                  <a:pt x="65864" y="23614"/>
                </a:cubicBezTo>
                <a:cubicBezTo>
                  <a:pt x="64211" y="23614"/>
                  <a:pt x="62704" y="23933"/>
                  <a:pt x="61341" y="24571"/>
                </a:cubicBezTo>
                <a:cubicBezTo>
                  <a:pt x="59978" y="25209"/>
                  <a:pt x="58804" y="26107"/>
                  <a:pt x="57818" y="27267"/>
                </a:cubicBezTo>
                <a:cubicBezTo>
                  <a:pt x="56833" y="28427"/>
                  <a:pt x="56035" y="29818"/>
                  <a:pt x="55427" y="31442"/>
                </a:cubicBezTo>
                <a:cubicBezTo>
                  <a:pt x="54818" y="33065"/>
                  <a:pt x="54441" y="34848"/>
                  <a:pt x="54296" y="36791"/>
                </a:cubicBezTo>
                <a:lnTo>
                  <a:pt x="77258" y="36791"/>
                </a:lnTo>
                <a:close/>
                <a:moveTo>
                  <a:pt x="128466" y="24527"/>
                </a:moveTo>
                <a:cubicBezTo>
                  <a:pt x="129278" y="25542"/>
                  <a:pt x="129909" y="26723"/>
                  <a:pt x="130358" y="28072"/>
                </a:cubicBezTo>
                <a:cubicBezTo>
                  <a:pt x="130807" y="29420"/>
                  <a:pt x="131032" y="30877"/>
                  <a:pt x="131032" y="32442"/>
                </a:cubicBezTo>
                <a:cubicBezTo>
                  <a:pt x="131032" y="34704"/>
                  <a:pt x="130619" y="36769"/>
                  <a:pt x="129793" y="38639"/>
                </a:cubicBezTo>
                <a:cubicBezTo>
                  <a:pt x="128966" y="40509"/>
                  <a:pt x="127799" y="42111"/>
                  <a:pt x="126292" y="43445"/>
                </a:cubicBezTo>
                <a:cubicBezTo>
                  <a:pt x="124784" y="44778"/>
                  <a:pt x="122979" y="45815"/>
                  <a:pt x="120878" y="46554"/>
                </a:cubicBezTo>
                <a:cubicBezTo>
                  <a:pt x="118776" y="47293"/>
                  <a:pt x="116464" y="47663"/>
                  <a:pt x="113941" y="47663"/>
                </a:cubicBezTo>
                <a:cubicBezTo>
                  <a:pt x="112115" y="47663"/>
                  <a:pt x="110404" y="47467"/>
                  <a:pt x="108810" y="47076"/>
                </a:cubicBezTo>
                <a:cubicBezTo>
                  <a:pt x="107215" y="46684"/>
                  <a:pt x="105954" y="46199"/>
                  <a:pt x="105026" y="45619"/>
                </a:cubicBezTo>
                <a:cubicBezTo>
                  <a:pt x="104475" y="46431"/>
                  <a:pt x="104011" y="47198"/>
                  <a:pt x="103635" y="47920"/>
                </a:cubicBezTo>
                <a:cubicBezTo>
                  <a:pt x="103258" y="48641"/>
                  <a:pt x="103069" y="49448"/>
                  <a:pt x="103069" y="50342"/>
                </a:cubicBezTo>
                <a:cubicBezTo>
                  <a:pt x="103069" y="51436"/>
                  <a:pt x="103598" y="52343"/>
                  <a:pt x="104656" y="53064"/>
                </a:cubicBezTo>
                <a:cubicBezTo>
                  <a:pt x="105715" y="53783"/>
                  <a:pt x="107114" y="54172"/>
                  <a:pt x="108853" y="54230"/>
                </a:cubicBezTo>
                <a:lnTo>
                  <a:pt x="120334" y="54665"/>
                </a:lnTo>
                <a:cubicBezTo>
                  <a:pt x="122508" y="54723"/>
                  <a:pt x="124516" y="54998"/>
                  <a:pt x="126357" y="55492"/>
                </a:cubicBezTo>
                <a:cubicBezTo>
                  <a:pt x="128198" y="55986"/>
                  <a:pt x="129778" y="56698"/>
                  <a:pt x="131097" y="57627"/>
                </a:cubicBezTo>
                <a:cubicBezTo>
                  <a:pt x="132416" y="58556"/>
                  <a:pt x="133446" y="59703"/>
                  <a:pt x="134185" y="61068"/>
                </a:cubicBezTo>
                <a:cubicBezTo>
                  <a:pt x="134924" y="62433"/>
                  <a:pt x="135294" y="64015"/>
                  <a:pt x="135294" y="65817"/>
                </a:cubicBezTo>
                <a:cubicBezTo>
                  <a:pt x="135294" y="67763"/>
                  <a:pt x="134873" y="69607"/>
                  <a:pt x="134033" y="71349"/>
                </a:cubicBezTo>
                <a:cubicBezTo>
                  <a:pt x="133192" y="73091"/>
                  <a:pt x="131895" y="74623"/>
                  <a:pt x="130141" y="75944"/>
                </a:cubicBezTo>
                <a:cubicBezTo>
                  <a:pt x="128386" y="77266"/>
                  <a:pt x="126161" y="78318"/>
                  <a:pt x="123465" y="79102"/>
                </a:cubicBezTo>
                <a:cubicBezTo>
                  <a:pt x="120769" y="79887"/>
                  <a:pt x="117565" y="80279"/>
                  <a:pt x="113854" y="80279"/>
                </a:cubicBezTo>
                <a:cubicBezTo>
                  <a:pt x="110317" y="80279"/>
                  <a:pt x="107309" y="79996"/>
                  <a:pt x="104830" y="79430"/>
                </a:cubicBezTo>
                <a:cubicBezTo>
                  <a:pt x="102352" y="78863"/>
                  <a:pt x="100315" y="78079"/>
                  <a:pt x="98720" y="77077"/>
                </a:cubicBezTo>
                <a:cubicBezTo>
                  <a:pt x="97126" y="76075"/>
                  <a:pt x="95966" y="74884"/>
                  <a:pt x="95241" y="73504"/>
                </a:cubicBezTo>
                <a:cubicBezTo>
                  <a:pt x="94517" y="72125"/>
                  <a:pt x="94154" y="70608"/>
                  <a:pt x="94154" y="68953"/>
                </a:cubicBezTo>
                <a:cubicBezTo>
                  <a:pt x="94154" y="66833"/>
                  <a:pt x="94647" y="64974"/>
                  <a:pt x="95633" y="63377"/>
                </a:cubicBezTo>
                <a:cubicBezTo>
                  <a:pt x="96618" y="61781"/>
                  <a:pt x="98141" y="60242"/>
                  <a:pt x="100199" y="58761"/>
                </a:cubicBezTo>
                <a:cubicBezTo>
                  <a:pt x="99445" y="58414"/>
                  <a:pt x="98793" y="57980"/>
                  <a:pt x="98242" y="57459"/>
                </a:cubicBezTo>
                <a:cubicBezTo>
                  <a:pt x="97691" y="56938"/>
                  <a:pt x="97242" y="56366"/>
                  <a:pt x="96894" y="55745"/>
                </a:cubicBezTo>
                <a:cubicBezTo>
                  <a:pt x="96546" y="55123"/>
                  <a:pt x="96285" y="54464"/>
                  <a:pt x="96111" y="53770"/>
                </a:cubicBezTo>
                <a:cubicBezTo>
                  <a:pt x="95937" y="53075"/>
                  <a:pt x="95850" y="52395"/>
                  <a:pt x="95850" y="51730"/>
                </a:cubicBezTo>
                <a:cubicBezTo>
                  <a:pt x="95850" y="49850"/>
                  <a:pt x="96292" y="48128"/>
                  <a:pt x="97177" y="46566"/>
                </a:cubicBezTo>
                <a:cubicBezTo>
                  <a:pt x="98061" y="45004"/>
                  <a:pt x="99112" y="43529"/>
                  <a:pt x="100329" y="42140"/>
                </a:cubicBezTo>
                <a:cubicBezTo>
                  <a:pt x="99779" y="41473"/>
                  <a:pt x="99293" y="40821"/>
                  <a:pt x="98873" y="40183"/>
                </a:cubicBezTo>
                <a:cubicBezTo>
                  <a:pt x="98452" y="39545"/>
                  <a:pt x="98090" y="38857"/>
                  <a:pt x="97785" y="38117"/>
                </a:cubicBezTo>
                <a:cubicBezTo>
                  <a:pt x="97481" y="37378"/>
                  <a:pt x="97249" y="36581"/>
                  <a:pt x="97090" y="35725"/>
                </a:cubicBezTo>
                <a:cubicBezTo>
                  <a:pt x="96930" y="34870"/>
                  <a:pt x="96850" y="33892"/>
                  <a:pt x="96850" y="32790"/>
                </a:cubicBezTo>
                <a:cubicBezTo>
                  <a:pt x="96850" y="30529"/>
                  <a:pt x="97264" y="28463"/>
                  <a:pt x="98090" y="26593"/>
                </a:cubicBezTo>
                <a:cubicBezTo>
                  <a:pt x="98916" y="24723"/>
                  <a:pt x="100076" y="23121"/>
                  <a:pt x="101569" y="21788"/>
                </a:cubicBezTo>
                <a:cubicBezTo>
                  <a:pt x="103062" y="20454"/>
                  <a:pt x="104859" y="19417"/>
                  <a:pt x="106961" y="18678"/>
                </a:cubicBezTo>
                <a:cubicBezTo>
                  <a:pt x="109063" y="17939"/>
                  <a:pt x="111390" y="17569"/>
                  <a:pt x="113941" y="17569"/>
                </a:cubicBezTo>
                <a:cubicBezTo>
                  <a:pt x="115014" y="17569"/>
                  <a:pt x="116043" y="17642"/>
                  <a:pt x="117029" y="17787"/>
                </a:cubicBezTo>
                <a:cubicBezTo>
                  <a:pt x="118015" y="17932"/>
                  <a:pt x="118884" y="18120"/>
                  <a:pt x="119638" y="18352"/>
                </a:cubicBezTo>
                <a:lnTo>
                  <a:pt x="135468" y="18352"/>
                </a:lnTo>
                <a:lnTo>
                  <a:pt x="135468" y="24527"/>
                </a:lnTo>
                <a:lnTo>
                  <a:pt x="128466" y="24527"/>
                </a:lnTo>
                <a:moveTo>
                  <a:pt x="102199" y="68301"/>
                </a:moveTo>
                <a:cubicBezTo>
                  <a:pt x="102199" y="70366"/>
                  <a:pt x="103272" y="71870"/>
                  <a:pt x="105418" y="72815"/>
                </a:cubicBezTo>
                <a:cubicBezTo>
                  <a:pt x="107563" y="73761"/>
                  <a:pt x="110549" y="74234"/>
                  <a:pt x="114376" y="74234"/>
                </a:cubicBezTo>
                <a:cubicBezTo>
                  <a:pt x="116782" y="74234"/>
                  <a:pt x="118805" y="74016"/>
                  <a:pt x="120443" y="73579"/>
                </a:cubicBezTo>
                <a:cubicBezTo>
                  <a:pt x="122081" y="73143"/>
                  <a:pt x="123400" y="72569"/>
                  <a:pt x="124400" y="71856"/>
                </a:cubicBezTo>
                <a:cubicBezTo>
                  <a:pt x="125400" y="71143"/>
                  <a:pt x="126118" y="70328"/>
                  <a:pt x="126553" y="69412"/>
                </a:cubicBezTo>
                <a:cubicBezTo>
                  <a:pt x="126988" y="68496"/>
                  <a:pt x="127205" y="67558"/>
                  <a:pt x="127205" y="66598"/>
                </a:cubicBezTo>
                <a:cubicBezTo>
                  <a:pt x="127205" y="64823"/>
                  <a:pt x="126480" y="63514"/>
                  <a:pt x="125031" y="62670"/>
                </a:cubicBezTo>
                <a:cubicBezTo>
                  <a:pt x="123581" y="61827"/>
                  <a:pt x="121363" y="61333"/>
                  <a:pt x="118377" y="61188"/>
                </a:cubicBezTo>
                <a:lnTo>
                  <a:pt x="106983" y="60796"/>
                </a:lnTo>
                <a:cubicBezTo>
                  <a:pt x="106026" y="61436"/>
                  <a:pt x="105236" y="62061"/>
                  <a:pt x="104613" y="62672"/>
                </a:cubicBezTo>
                <a:cubicBezTo>
                  <a:pt x="103990" y="63283"/>
                  <a:pt x="103504" y="63902"/>
                  <a:pt x="103156" y="64527"/>
                </a:cubicBezTo>
                <a:cubicBezTo>
                  <a:pt x="102808" y="65152"/>
                  <a:pt x="102562" y="65777"/>
                  <a:pt x="102417" y="66402"/>
                </a:cubicBezTo>
                <a:cubicBezTo>
                  <a:pt x="102272" y="67028"/>
                  <a:pt x="102199" y="67661"/>
                  <a:pt x="102199" y="68301"/>
                </a:cubicBezTo>
                <a:moveTo>
                  <a:pt x="104504" y="32616"/>
                </a:moveTo>
                <a:cubicBezTo>
                  <a:pt x="104504" y="34008"/>
                  <a:pt x="104736" y="35283"/>
                  <a:pt x="105200" y="36443"/>
                </a:cubicBezTo>
                <a:cubicBezTo>
                  <a:pt x="105664" y="37603"/>
                  <a:pt x="106316" y="38588"/>
                  <a:pt x="107157" y="39400"/>
                </a:cubicBezTo>
                <a:cubicBezTo>
                  <a:pt x="107998" y="40212"/>
                  <a:pt x="108991" y="40843"/>
                  <a:pt x="110136" y="41292"/>
                </a:cubicBezTo>
                <a:cubicBezTo>
                  <a:pt x="111281" y="41741"/>
                  <a:pt x="112550" y="41966"/>
                  <a:pt x="113941" y="41966"/>
                </a:cubicBezTo>
                <a:cubicBezTo>
                  <a:pt x="115449" y="41966"/>
                  <a:pt x="116790" y="41712"/>
                  <a:pt x="117964" y="41205"/>
                </a:cubicBezTo>
                <a:cubicBezTo>
                  <a:pt x="119138" y="40698"/>
                  <a:pt x="120124" y="40009"/>
                  <a:pt x="120921" y="39139"/>
                </a:cubicBezTo>
                <a:cubicBezTo>
                  <a:pt x="121718" y="38270"/>
                  <a:pt x="122327" y="37269"/>
                  <a:pt x="122748" y="36139"/>
                </a:cubicBezTo>
                <a:cubicBezTo>
                  <a:pt x="123168" y="35008"/>
                  <a:pt x="123378" y="33834"/>
                  <a:pt x="123378" y="32616"/>
                </a:cubicBezTo>
                <a:cubicBezTo>
                  <a:pt x="123378" y="31224"/>
                  <a:pt x="123146" y="29949"/>
                  <a:pt x="122682" y="28789"/>
                </a:cubicBezTo>
                <a:cubicBezTo>
                  <a:pt x="122218" y="27629"/>
                  <a:pt x="121566" y="26644"/>
                  <a:pt x="120725" y="25832"/>
                </a:cubicBezTo>
                <a:cubicBezTo>
                  <a:pt x="119885" y="25020"/>
                  <a:pt x="118892" y="24390"/>
                  <a:pt x="117746" y="23940"/>
                </a:cubicBezTo>
                <a:cubicBezTo>
                  <a:pt x="116601" y="23491"/>
                  <a:pt x="115333" y="23266"/>
                  <a:pt x="113941" y="23266"/>
                </a:cubicBezTo>
                <a:cubicBezTo>
                  <a:pt x="112434" y="23266"/>
                  <a:pt x="111093" y="23527"/>
                  <a:pt x="109919" y="24049"/>
                </a:cubicBezTo>
                <a:cubicBezTo>
                  <a:pt x="108744" y="24571"/>
                  <a:pt x="107759" y="25259"/>
                  <a:pt x="106961" y="26115"/>
                </a:cubicBezTo>
                <a:cubicBezTo>
                  <a:pt x="106164" y="26970"/>
                  <a:pt x="105555" y="27963"/>
                  <a:pt x="105135" y="29094"/>
                </a:cubicBezTo>
                <a:cubicBezTo>
                  <a:pt x="104714" y="30224"/>
                  <a:pt x="104504" y="31398"/>
                  <a:pt x="104504" y="32616"/>
                </a:cubicBezTo>
                <a:close/>
                <a:moveTo>
                  <a:pt x="173847" y="62014"/>
                </a:moveTo>
                <a:lnTo>
                  <a:pt x="173673" y="56131"/>
                </a:lnTo>
                <a:cubicBezTo>
                  <a:pt x="171296" y="58484"/>
                  <a:pt x="168883" y="60183"/>
                  <a:pt x="166433" y="61229"/>
                </a:cubicBezTo>
                <a:cubicBezTo>
                  <a:pt x="163983" y="62274"/>
                  <a:pt x="161410" y="62797"/>
                  <a:pt x="158714" y="62797"/>
                </a:cubicBezTo>
                <a:cubicBezTo>
                  <a:pt x="156220" y="62797"/>
                  <a:pt x="154089" y="62477"/>
                  <a:pt x="152321" y="61839"/>
                </a:cubicBezTo>
                <a:cubicBezTo>
                  <a:pt x="150552" y="61200"/>
                  <a:pt x="149095" y="60322"/>
                  <a:pt x="147950" y="59204"/>
                </a:cubicBezTo>
                <a:cubicBezTo>
                  <a:pt x="146805" y="58086"/>
                  <a:pt x="145964" y="56771"/>
                  <a:pt x="145428" y="55261"/>
                </a:cubicBezTo>
                <a:cubicBezTo>
                  <a:pt x="144892" y="53751"/>
                  <a:pt x="144623" y="52110"/>
                  <a:pt x="144623" y="50339"/>
                </a:cubicBezTo>
                <a:cubicBezTo>
                  <a:pt x="144623" y="45954"/>
                  <a:pt x="146254" y="42520"/>
                  <a:pt x="149516" y="40038"/>
                </a:cubicBezTo>
                <a:cubicBezTo>
                  <a:pt x="152777" y="37554"/>
                  <a:pt x="157597" y="36313"/>
                  <a:pt x="163976" y="36313"/>
                </a:cubicBezTo>
                <a:lnTo>
                  <a:pt x="173021" y="36313"/>
                </a:lnTo>
                <a:lnTo>
                  <a:pt x="173021" y="32499"/>
                </a:lnTo>
                <a:cubicBezTo>
                  <a:pt x="173021" y="29928"/>
                  <a:pt x="172195" y="27870"/>
                  <a:pt x="170542" y="26324"/>
                </a:cubicBezTo>
                <a:cubicBezTo>
                  <a:pt x="168890" y="24778"/>
                  <a:pt x="166367" y="24005"/>
                  <a:pt x="162975" y="24005"/>
                </a:cubicBezTo>
                <a:cubicBezTo>
                  <a:pt x="160511" y="24005"/>
                  <a:pt x="158083" y="24285"/>
                  <a:pt x="155691" y="24844"/>
                </a:cubicBezTo>
                <a:cubicBezTo>
                  <a:pt x="153299" y="25402"/>
                  <a:pt x="150828" y="26195"/>
                  <a:pt x="148276" y="27224"/>
                </a:cubicBezTo>
                <a:lnTo>
                  <a:pt x="148276" y="20396"/>
                </a:lnTo>
                <a:cubicBezTo>
                  <a:pt x="149233" y="20043"/>
                  <a:pt x="150299" y="19696"/>
                  <a:pt x="151473" y="19358"/>
                </a:cubicBezTo>
                <a:cubicBezTo>
                  <a:pt x="152647" y="19019"/>
                  <a:pt x="153886" y="18717"/>
                  <a:pt x="155191" y="18453"/>
                </a:cubicBezTo>
                <a:cubicBezTo>
                  <a:pt x="156496" y="18187"/>
                  <a:pt x="157858" y="17974"/>
                  <a:pt x="159279" y="17812"/>
                </a:cubicBezTo>
                <a:cubicBezTo>
                  <a:pt x="160699" y="17650"/>
                  <a:pt x="162135" y="17569"/>
                  <a:pt x="163584" y="17569"/>
                </a:cubicBezTo>
                <a:cubicBezTo>
                  <a:pt x="166222" y="17569"/>
                  <a:pt x="168600" y="17859"/>
                  <a:pt x="170716" y="18439"/>
                </a:cubicBezTo>
                <a:cubicBezTo>
                  <a:pt x="172833" y="19019"/>
                  <a:pt x="174623" y="19903"/>
                  <a:pt x="176087" y="21092"/>
                </a:cubicBezTo>
                <a:cubicBezTo>
                  <a:pt x="177551" y="22280"/>
                  <a:pt x="178675" y="23773"/>
                  <a:pt x="179457" y="25571"/>
                </a:cubicBezTo>
                <a:cubicBezTo>
                  <a:pt x="180240" y="27369"/>
                  <a:pt x="180632" y="29485"/>
                  <a:pt x="180632" y="31920"/>
                </a:cubicBezTo>
                <a:lnTo>
                  <a:pt x="180632" y="62014"/>
                </a:lnTo>
                <a:lnTo>
                  <a:pt x="173847" y="62014"/>
                </a:lnTo>
                <a:moveTo>
                  <a:pt x="173021" y="42096"/>
                </a:moveTo>
                <a:lnTo>
                  <a:pt x="163410" y="42096"/>
                </a:lnTo>
                <a:cubicBezTo>
                  <a:pt x="161526" y="42096"/>
                  <a:pt x="159902" y="42286"/>
                  <a:pt x="158540" y="42665"/>
                </a:cubicBezTo>
                <a:cubicBezTo>
                  <a:pt x="157177" y="43042"/>
                  <a:pt x="156061" y="43580"/>
                  <a:pt x="155191" y="44278"/>
                </a:cubicBezTo>
                <a:cubicBezTo>
                  <a:pt x="154321" y="44975"/>
                  <a:pt x="153676" y="45812"/>
                  <a:pt x="153256" y="46786"/>
                </a:cubicBezTo>
                <a:cubicBezTo>
                  <a:pt x="152835" y="47760"/>
                  <a:pt x="152625" y="48858"/>
                  <a:pt x="152625" y="50079"/>
                </a:cubicBezTo>
                <a:cubicBezTo>
                  <a:pt x="152625" y="50923"/>
                  <a:pt x="152756" y="51730"/>
                  <a:pt x="153017" y="52501"/>
                </a:cubicBezTo>
                <a:cubicBezTo>
                  <a:pt x="153278" y="53271"/>
                  <a:pt x="153698" y="53954"/>
                  <a:pt x="154278" y="54550"/>
                </a:cubicBezTo>
                <a:cubicBezTo>
                  <a:pt x="154858" y="55147"/>
                  <a:pt x="155611" y="55619"/>
                  <a:pt x="156539" y="55968"/>
                </a:cubicBezTo>
                <a:cubicBezTo>
                  <a:pt x="157467" y="56317"/>
                  <a:pt x="158598" y="56491"/>
                  <a:pt x="159931" y="56491"/>
                </a:cubicBezTo>
                <a:cubicBezTo>
                  <a:pt x="161671" y="56491"/>
                  <a:pt x="163664" y="55961"/>
                  <a:pt x="165911" y="54900"/>
                </a:cubicBezTo>
                <a:cubicBezTo>
                  <a:pt x="168158" y="53838"/>
                  <a:pt x="170528" y="52158"/>
                  <a:pt x="173021" y="49860"/>
                </a:cubicBezTo>
                <a:lnTo>
                  <a:pt x="173021" y="42096"/>
                </a:lnTo>
                <a:close/>
                <a:moveTo>
                  <a:pt x="209443" y="6741"/>
                </a:moveTo>
                <a:lnTo>
                  <a:pt x="196527" y="6741"/>
                </a:lnTo>
                <a:lnTo>
                  <a:pt x="196527" y="522"/>
                </a:lnTo>
                <a:lnTo>
                  <a:pt x="217097" y="522"/>
                </a:lnTo>
                <a:lnTo>
                  <a:pt x="217097" y="55708"/>
                </a:lnTo>
                <a:lnTo>
                  <a:pt x="230100" y="55708"/>
                </a:lnTo>
                <a:lnTo>
                  <a:pt x="230100" y="62014"/>
                </a:lnTo>
                <a:lnTo>
                  <a:pt x="195092" y="62014"/>
                </a:lnTo>
                <a:lnTo>
                  <a:pt x="195092" y="55708"/>
                </a:lnTo>
                <a:lnTo>
                  <a:pt x="209443" y="55708"/>
                </a:lnTo>
                <a:lnTo>
                  <a:pt x="209443" y="6741"/>
                </a:lnTo>
                <a:close/>
                <a:moveTo>
                  <a:pt x="285353" y="79844"/>
                </a:moveTo>
                <a:lnTo>
                  <a:pt x="236386" y="79844"/>
                </a:lnTo>
                <a:lnTo>
                  <a:pt x="236386" y="73582"/>
                </a:lnTo>
                <a:lnTo>
                  <a:pt x="285353" y="73582"/>
                </a:lnTo>
                <a:lnTo>
                  <a:pt x="285353" y="79844"/>
                </a:lnTo>
                <a:close/>
                <a:moveTo>
                  <a:pt x="320167" y="62014"/>
                </a:moveTo>
                <a:lnTo>
                  <a:pt x="319993" y="56131"/>
                </a:lnTo>
                <a:cubicBezTo>
                  <a:pt x="317615" y="58484"/>
                  <a:pt x="315202" y="60183"/>
                  <a:pt x="312752" y="61229"/>
                </a:cubicBezTo>
                <a:cubicBezTo>
                  <a:pt x="310302" y="62274"/>
                  <a:pt x="307729" y="62797"/>
                  <a:pt x="305033" y="62797"/>
                </a:cubicBezTo>
                <a:cubicBezTo>
                  <a:pt x="302539" y="62797"/>
                  <a:pt x="300408" y="62477"/>
                  <a:pt x="298640" y="61839"/>
                </a:cubicBezTo>
                <a:cubicBezTo>
                  <a:pt x="296871" y="61200"/>
                  <a:pt x="295415" y="60322"/>
                  <a:pt x="294269" y="59204"/>
                </a:cubicBezTo>
                <a:cubicBezTo>
                  <a:pt x="293124" y="58086"/>
                  <a:pt x="292283" y="56771"/>
                  <a:pt x="291747" y="55261"/>
                </a:cubicBezTo>
                <a:cubicBezTo>
                  <a:pt x="291211" y="53751"/>
                  <a:pt x="290943" y="52110"/>
                  <a:pt x="290943" y="50339"/>
                </a:cubicBezTo>
                <a:cubicBezTo>
                  <a:pt x="290943" y="45954"/>
                  <a:pt x="292573" y="42520"/>
                  <a:pt x="295835" y="40038"/>
                </a:cubicBezTo>
                <a:cubicBezTo>
                  <a:pt x="299097" y="37554"/>
                  <a:pt x="303916" y="36313"/>
                  <a:pt x="310295" y="36313"/>
                </a:cubicBezTo>
                <a:lnTo>
                  <a:pt x="319340" y="36313"/>
                </a:lnTo>
                <a:lnTo>
                  <a:pt x="319340" y="32499"/>
                </a:lnTo>
                <a:cubicBezTo>
                  <a:pt x="319340" y="29928"/>
                  <a:pt x="318514" y="27870"/>
                  <a:pt x="316861" y="26324"/>
                </a:cubicBezTo>
                <a:cubicBezTo>
                  <a:pt x="315209" y="24778"/>
                  <a:pt x="312687" y="24005"/>
                  <a:pt x="309295" y="24005"/>
                </a:cubicBezTo>
                <a:cubicBezTo>
                  <a:pt x="306830" y="24005"/>
                  <a:pt x="304402" y="24285"/>
                  <a:pt x="302010" y="24844"/>
                </a:cubicBezTo>
                <a:cubicBezTo>
                  <a:pt x="299618" y="25402"/>
                  <a:pt x="297147" y="26195"/>
                  <a:pt x="294596" y="27224"/>
                </a:cubicBezTo>
                <a:lnTo>
                  <a:pt x="294596" y="20396"/>
                </a:lnTo>
                <a:cubicBezTo>
                  <a:pt x="295552" y="20043"/>
                  <a:pt x="296618" y="19696"/>
                  <a:pt x="297792" y="19358"/>
                </a:cubicBezTo>
                <a:cubicBezTo>
                  <a:pt x="298966" y="19019"/>
                  <a:pt x="300206" y="18717"/>
                  <a:pt x="301510" y="18453"/>
                </a:cubicBezTo>
                <a:cubicBezTo>
                  <a:pt x="302815" y="18187"/>
                  <a:pt x="304177" y="17974"/>
                  <a:pt x="305598" y="17812"/>
                </a:cubicBezTo>
                <a:cubicBezTo>
                  <a:pt x="307019" y="17650"/>
                  <a:pt x="308454" y="17569"/>
                  <a:pt x="309903" y="17569"/>
                </a:cubicBezTo>
                <a:cubicBezTo>
                  <a:pt x="312542" y="17569"/>
                  <a:pt x="314919" y="17859"/>
                  <a:pt x="317035" y="18439"/>
                </a:cubicBezTo>
                <a:cubicBezTo>
                  <a:pt x="319152" y="19019"/>
                  <a:pt x="320942" y="19903"/>
                  <a:pt x="322406" y="21092"/>
                </a:cubicBezTo>
                <a:cubicBezTo>
                  <a:pt x="323870" y="22280"/>
                  <a:pt x="324994" y="23773"/>
                  <a:pt x="325777" y="25571"/>
                </a:cubicBezTo>
                <a:cubicBezTo>
                  <a:pt x="326559" y="27369"/>
                  <a:pt x="326951" y="29485"/>
                  <a:pt x="326951" y="31920"/>
                </a:cubicBezTo>
                <a:lnTo>
                  <a:pt x="326951" y="62014"/>
                </a:lnTo>
                <a:lnTo>
                  <a:pt x="320167" y="62014"/>
                </a:lnTo>
                <a:moveTo>
                  <a:pt x="319340" y="42096"/>
                </a:moveTo>
                <a:lnTo>
                  <a:pt x="309729" y="42096"/>
                </a:lnTo>
                <a:cubicBezTo>
                  <a:pt x="307845" y="42096"/>
                  <a:pt x="306221" y="42286"/>
                  <a:pt x="304859" y="42665"/>
                </a:cubicBezTo>
                <a:cubicBezTo>
                  <a:pt x="303496" y="43042"/>
                  <a:pt x="302380" y="43580"/>
                  <a:pt x="301510" y="44278"/>
                </a:cubicBezTo>
                <a:cubicBezTo>
                  <a:pt x="300640" y="44975"/>
                  <a:pt x="299995" y="45812"/>
                  <a:pt x="299575" y="46786"/>
                </a:cubicBezTo>
                <a:cubicBezTo>
                  <a:pt x="299155" y="47760"/>
                  <a:pt x="298944" y="48858"/>
                  <a:pt x="298944" y="50079"/>
                </a:cubicBezTo>
                <a:cubicBezTo>
                  <a:pt x="298944" y="50923"/>
                  <a:pt x="299075" y="51730"/>
                  <a:pt x="299336" y="52501"/>
                </a:cubicBezTo>
                <a:cubicBezTo>
                  <a:pt x="299597" y="53271"/>
                  <a:pt x="300017" y="53954"/>
                  <a:pt x="300597" y="54550"/>
                </a:cubicBezTo>
                <a:cubicBezTo>
                  <a:pt x="301177" y="55147"/>
                  <a:pt x="301931" y="55619"/>
                  <a:pt x="302858" y="55968"/>
                </a:cubicBezTo>
                <a:cubicBezTo>
                  <a:pt x="303786" y="56317"/>
                  <a:pt x="304917" y="56491"/>
                  <a:pt x="306250" y="56491"/>
                </a:cubicBezTo>
                <a:cubicBezTo>
                  <a:pt x="307990" y="56491"/>
                  <a:pt x="309983" y="55961"/>
                  <a:pt x="312230" y="54900"/>
                </a:cubicBezTo>
                <a:cubicBezTo>
                  <a:pt x="314477" y="53838"/>
                  <a:pt x="316847" y="52158"/>
                  <a:pt x="319340" y="49860"/>
                </a:cubicBezTo>
                <a:lnTo>
                  <a:pt x="319340" y="42096"/>
                </a:lnTo>
                <a:close/>
                <a:moveTo>
                  <a:pt x="374810" y="60405"/>
                </a:moveTo>
                <a:cubicBezTo>
                  <a:pt x="372839" y="61159"/>
                  <a:pt x="370817" y="61717"/>
                  <a:pt x="368744" y="62079"/>
                </a:cubicBezTo>
                <a:cubicBezTo>
                  <a:pt x="366671" y="62442"/>
                  <a:pt x="364533" y="62623"/>
                  <a:pt x="362329" y="62623"/>
                </a:cubicBezTo>
                <a:cubicBezTo>
                  <a:pt x="355429" y="62623"/>
                  <a:pt x="350116" y="60753"/>
                  <a:pt x="346391" y="57013"/>
                </a:cubicBezTo>
                <a:cubicBezTo>
                  <a:pt x="342665" y="53273"/>
                  <a:pt x="340803" y="47808"/>
                  <a:pt x="340803" y="40618"/>
                </a:cubicBezTo>
                <a:cubicBezTo>
                  <a:pt x="340803" y="37168"/>
                  <a:pt x="341339" y="34037"/>
                  <a:pt x="342412" y="31224"/>
                </a:cubicBezTo>
                <a:cubicBezTo>
                  <a:pt x="343484" y="28412"/>
                  <a:pt x="344992" y="26006"/>
                  <a:pt x="346935" y="24005"/>
                </a:cubicBezTo>
                <a:cubicBezTo>
                  <a:pt x="348877" y="22005"/>
                  <a:pt x="351196" y="20461"/>
                  <a:pt x="353893" y="19374"/>
                </a:cubicBezTo>
                <a:cubicBezTo>
                  <a:pt x="356589" y="18287"/>
                  <a:pt x="359561" y="17743"/>
                  <a:pt x="362808" y="17743"/>
                </a:cubicBezTo>
                <a:cubicBezTo>
                  <a:pt x="365069" y="17743"/>
                  <a:pt x="367185" y="17906"/>
                  <a:pt x="369157" y="18232"/>
                </a:cubicBezTo>
                <a:cubicBezTo>
                  <a:pt x="371128" y="18558"/>
                  <a:pt x="373013" y="19090"/>
                  <a:pt x="374810" y="19831"/>
                </a:cubicBezTo>
                <a:lnTo>
                  <a:pt x="374810" y="27050"/>
                </a:lnTo>
                <a:cubicBezTo>
                  <a:pt x="372926" y="26048"/>
                  <a:pt x="371005" y="25320"/>
                  <a:pt x="369048" y="24864"/>
                </a:cubicBezTo>
                <a:cubicBezTo>
                  <a:pt x="367091" y="24408"/>
                  <a:pt x="365069" y="24179"/>
                  <a:pt x="362982" y="24179"/>
                </a:cubicBezTo>
                <a:cubicBezTo>
                  <a:pt x="361039" y="24179"/>
                  <a:pt x="359205" y="24549"/>
                  <a:pt x="357480" y="25288"/>
                </a:cubicBezTo>
                <a:cubicBezTo>
                  <a:pt x="355755" y="26028"/>
                  <a:pt x="354241" y="27093"/>
                  <a:pt x="352936" y="28485"/>
                </a:cubicBezTo>
                <a:cubicBezTo>
                  <a:pt x="351631" y="29876"/>
                  <a:pt x="350602" y="31572"/>
                  <a:pt x="349848" y="33573"/>
                </a:cubicBezTo>
                <a:cubicBezTo>
                  <a:pt x="349094" y="35573"/>
                  <a:pt x="348718" y="37835"/>
                  <a:pt x="348718" y="40357"/>
                </a:cubicBezTo>
                <a:cubicBezTo>
                  <a:pt x="348718" y="45634"/>
                  <a:pt x="350000" y="49584"/>
                  <a:pt x="352566" y="52207"/>
                </a:cubicBezTo>
                <a:cubicBezTo>
                  <a:pt x="355132" y="54831"/>
                  <a:pt x="358691" y="56143"/>
                  <a:pt x="363243" y="56143"/>
                </a:cubicBezTo>
                <a:cubicBezTo>
                  <a:pt x="365301" y="56143"/>
                  <a:pt x="367294" y="55911"/>
                  <a:pt x="369222" y="55447"/>
                </a:cubicBezTo>
                <a:cubicBezTo>
                  <a:pt x="371150" y="54983"/>
                  <a:pt x="373013" y="54288"/>
                  <a:pt x="374810" y="53360"/>
                </a:cubicBezTo>
                <a:lnTo>
                  <a:pt x="374810" y="60405"/>
                </a:lnTo>
                <a:close/>
                <a:moveTo>
                  <a:pt x="424845" y="61362"/>
                </a:moveTo>
                <a:cubicBezTo>
                  <a:pt x="423134" y="61812"/>
                  <a:pt x="421366" y="62135"/>
                  <a:pt x="419539" y="62329"/>
                </a:cubicBezTo>
                <a:cubicBezTo>
                  <a:pt x="417713" y="62525"/>
                  <a:pt x="415857" y="62623"/>
                  <a:pt x="413973" y="62623"/>
                </a:cubicBezTo>
                <a:cubicBezTo>
                  <a:pt x="408493" y="62623"/>
                  <a:pt x="404405" y="61383"/>
                  <a:pt x="401709" y="58905"/>
                </a:cubicBezTo>
                <a:cubicBezTo>
                  <a:pt x="399013" y="56426"/>
                  <a:pt x="397665" y="52621"/>
                  <a:pt x="397665" y="47489"/>
                </a:cubicBezTo>
                <a:lnTo>
                  <a:pt x="397665" y="24701"/>
                </a:lnTo>
                <a:lnTo>
                  <a:pt x="385445" y="24701"/>
                </a:lnTo>
                <a:lnTo>
                  <a:pt x="385445" y="18352"/>
                </a:lnTo>
                <a:lnTo>
                  <a:pt x="397665" y="18352"/>
                </a:lnTo>
                <a:lnTo>
                  <a:pt x="397665" y="6311"/>
                </a:lnTo>
                <a:lnTo>
                  <a:pt x="405232" y="4349"/>
                </a:lnTo>
                <a:lnTo>
                  <a:pt x="405232" y="18352"/>
                </a:lnTo>
                <a:lnTo>
                  <a:pt x="424845" y="18352"/>
                </a:lnTo>
                <a:lnTo>
                  <a:pt x="424845" y="24701"/>
                </a:lnTo>
                <a:lnTo>
                  <a:pt x="405232" y="24701"/>
                </a:lnTo>
                <a:lnTo>
                  <a:pt x="405232" y="46880"/>
                </a:lnTo>
                <a:cubicBezTo>
                  <a:pt x="405232" y="50011"/>
                  <a:pt x="406065" y="52352"/>
                  <a:pt x="407732" y="53903"/>
                </a:cubicBezTo>
                <a:cubicBezTo>
                  <a:pt x="409399" y="55455"/>
                  <a:pt x="411856" y="56230"/>
                  <a:pt x="415103" y="56230"/>
                </a:cubicBezTo>
                <a:cubicBezTo>
                  <a:pt x="416495" y="56230"/>
                  <a:pt x="418017" y="56118"/>
                  <a:pt x="419670" y="55894"/>
                </a:cubicBezTo>
                <a:cubicBezTo>
                  <a:pt x="421322" y="55670"/>
                  <a:pt x="423047" y="55318"/>
                  <a:pt x="424845" y="54838"/>
                </a:cubicBezTo>
                <a:lnTo>
                  <a:pt x="424845" y="61362"/>
                </a:lnTo>
                <a:close/>
                <a:moveTo>
                  <a:pt x="453309" y="24614"/>
                </a:moveTo>
                <a:lnTo>
                  <a:pt x="440393" y="24614"/>
                </a:lnTo>
                <a:lnTo>
                  <a:pt x="440393" y="18352"/>
                </a:lnTo>
                <a:lnTo>
                  <a:pt x="460963" y="18352"/>
                </a:lnTo>
                <a:lnTo>
                  <a:pt x="460963" y="55708"/>
                </a:lnTo>
                <a:lnTo>
                  <a:pt x="473966" y="55708"/>
                </a:lnTo>
                <a:lnTo>
                  <a:pt x="473966" y="62014"/>
                </a:lnTo>
                <a:lnTo>
                  <a:pt x="438958" y="62014"/>
                </a:lnTo>
                <a:lnTo>
                  <a:pt x="438958" y="55708"/>
                </a:lnTo>
                <a:lnTo>
                  <a:pt x="453309" y="55708"/>
                </a:lnTo>
                <a:lnTo>
                  <a:pt x="453309" y="24614"/>
                </a:lnTo>
                <a:moveTo>
                  <a:pt x="455962" y="0"/>
                </a:moveTo>
                <a:cubicBezTo>
                  <a:pt x="456802" y="0"/>
                  <a:pt x="457585" y="152"/>
                  <a:pt x="458310" y="457"/>
                </a:cubicBezTo>
                <a:cubicBezTo>
                  <a:pt x="459035" y="761"/>
                  <a:pt x="459665" y="1189"/>
                  <a:pt x="460202" y="1740"/>
                </a:cubicBezTo>
                <a:cubicBezTo>
                  <a:pt x="460738" y="2290"/>
                  <a:pt x="461158" y="2921"/>
                  <a:pt x="461463" y="3631"/>
                </a:cubicBezTo>
                <a:cubicBezTo>
                  <a:pt x="461767" y="4342"/>
                  <a:pt x="461919" y="5117"/>
                  <a:pt x="461919" y="5958"/>
                </a:cubicBezTo>
                <a:cubicBezTo>
                  <a:pt x="461919" y="6770"/>
                  <a:pt x="461767" y="7538"/>
                  <a:pt x="461463" y="8263"/>
                </a:cubicBezTo>
                <a:cubicBezTo>
                  <a:pt x="461158" y="8988"/>
                  <a:pt x="460738" y="9625"/>
                  <a:pt x="460202" y="10176"/>
                </a:cubicBezTo>
                <a:cubicBezTo>
                  <a:pt x="459665" y="10727"/>
                  <a:pt x="459035" y="11155"/>
                  <a:pt x="458310" y="11459"/>
                </a:cubicBezTo>
                <a:cubicBezTo>
                  <a:pt x="457585" y="11764"/>
                  <a:pt x="456802" y="11916"/>
                  <a:pt x="455962" y="11916"/>
                </a:cubicBezTo>
                <a:cubicBezTo>
                  <a:pt x="455121" y="11916"/>
                  <a:pt x="454338" y="11764"/>
                  <a:pt x="453613" y="11459"/>
                </a:cubicBezTo>
                <a:cubicBezTo>
                  <a:pt x="452888" y="11155"/>
                  <a:pt x="452258" y="10727"/>
                  <a:pt x="451721" y="10176"/>
                </a:cubicBezTo>
                <a:cubicBezTo>
                  <a:pt x="451185" y="9625"/>
                  <a:pt x="450765" y="8988"/>
                  <a:pt x="450460" y="8263"/>
                </a:cubicBezTo>
                <a:cubicBezTo>
                  <a:pt x="450156" y="7538"/>
                  <a:pt x="450004" y="6770"/>
                  <a:pt x="450004" y="5958"/>
                </a:cubicBezTo>
                <a:cubicBezTo>
                  <a:pt x="450004" y="5117"/>
                  <a:pt x="450156" y="4342"/>
                  <a:pt x="450460" y="3631"/>
                </a:cubicBezTo>
                <a:cubicBezTo>
                  <a:pt x="450765" y="2921"/>
                  <a:pt x="451185" y="2290"/>
                  <a:pt x="451721" y="1740"/>
                </a:cubicBezTo>
                <a:cubicBezTo>
                  <a:pt x="452258" y="1189"/>
                  <a:pt x="452888" y="761"/>
                  <a:pt x="453613" y="457"/>
                </a:cubicBezTo>
                <a:cubicBezTo>
                  <a:pt x="454338" y="152"/>
                  <a:pt x="455121" y="0"/>
                  <a:pt x="455962" y="0"/>
                </a:cubicBezTo>
                <a:close/>
                <a:moveTo>
                  <a:pt x="523080" y="39835"/>
                </a:moveTo>
                <a:cubicBezTo>
                  <a:pt x="523080" y="43227"/>
                  <a:pt x="522602" y="46337"/>
                  <a:pt x="521645" y="49163"/>
                </a:cubicBezTo>
                <a:cubicBezTo>
                  <a:pt x="520688" y="51990"/>
                  <a:pt x="519311" y="54411"/>
                  <a:pt x="517514" y="56426"/>
                </a:cubicBezTo>
                <a:cubicBezTo>
                  <a:pt x="515716" y="58441"/>
                  <a:pt x="513527" y="60006"/>
                  <a:pt x="510947" y="61123"/>
                </a:cubicBezTo>
                <a:cubicBezTo>
                  <a:pt x="508367" y="62239"/>
                  <a:pt x="505438" y="62797"/>
                  <a:pt x="502162" y="62797"/>
                </a:cubicBezTo>
                <a:cubicBezTo>
                  <a:pt x="499031" y="62797"/>
                  <a:pt x="496226" y="62311"/>
                  <a:pt x="493747" y="61340"/>
                </a:cubicBezTo>
                <a:cubicBezTo>
                  <a:pt x="491268" y="60369"/>
                  <a:pt x="489167" y="58941"/>
                  <a:pt x="487442" y="57056"/>
                </a:cubicBezTo>
                <a:cubicBezTo>
                  <a:pt x="485716" y="55172"/>
                  <a:pt x="484397" y="52838"/>
                  <a:pt x="483484" y="50055"/>
                </a:cubicBezTo>
                <a:cubicBezTo>
                  <a:pt x="482571" y="47272"/>
                  <a:pt x="482114" y="44068"/>
                  <a:pt x="482114" y="40444"/>
                </a:cubicBezTo>
                <a:cubicBezTo>
                  <a:pt x="482114" y="37052"/>
                  <a:pt x="482593" y="33957"/>
                  <a:pt x="483549" y="31159"/>
                </a:cubicBezTo>
                <a:cubicBezTo>
                  <a:pt x="484506" y="28361"/>
                  <a:pt x="485883" y="25955"/>
                  <a:pt x="487681" y="23940"/>
                </a:cubicBezTo>
                <a:cubicBezTo>
                  <a:pt x="489478" y="21925"/>
                  <a:pt x="491667" y="20360"/>
                  <a:pt x="494247" y="19243"/>
                </a:cubicBezTo>
                <a:cubicBezTo>
                  <a:pt x="496828" y="18127"/>
                  <a:pt x="499756" y="17569"/>
                  <a:pt x="503032" y="17569"/>
                </a:cubicBezTo>
                <a:cubicBezTo>
                  <a:pt x="506163" y="17569"/>
                  <a:pt x="508968" y="18055"/>
                  <a:pt x="511447" y="19026"/>
                </a:cubicBezTo>
                <a:cubicBezTo>
                  <a:pt x="513926" y="19997"/>
                  <a:pt x="516028" y="21418"/>
                  <a:pt x="517753" y="23288"/>
                </a:cubicBezTo>
                <a:cubicBezTo>
                  <a:pt x="519478" y="25158"/>
                  <a:pt x="520797" y="27484"/>
                  <a:pt x="521710" y="30268"/>
                </a:cubicBezTo>
                <a:cubicBezTo>
                  <a:pt x="522623" y="33051"/>
                  <a:pt x="523080" y="36240"/>
                  <a:pt x="523080" y="39835"/>
                </a:cubicBezTo>
                <a:moveTo>
                  <a:pt x="515339" y="40183"/>
                </a:moveTo>
                <a:cubicBezTo>
                  <a:pt x="515339" y="37487"/>
                  <a:pt x="515042" y="35131"/>
                  <a:pt x="514448" y="33116"/>
                </a:cubicBezTo>
                <a:cubicBezTo>
                  <a:pt x="513853" y="31101"/>
                  <a:pt x="513005" y="29420"/>
                  <a:pt x="511904" y="28072"/>
                </a:cubicBezTo>
                <a:cubicBezTo>
                  <a:pt x="510802" y="26723"/>
                  <a:pt x="509461" y="25709"/>
                  <a:pt x="507881" y="25027"/>
                </a:cubicBezTo>
                <a:cubicBezTo>
                  <a:pt x="506301" y="24346"/>
                  <a:pt x="504540" y="24005"/>
                  <a:pt x="502597" y="24005"/>
                </a:cubicBezTo>
                <a:cubicBezTo>
                  <a:pt x="500336" y="24005"/>
                  <a:pt x="498401" y="24448"/>
                  <a:pt x="496791" y="25332"/>
                </a:cubicBezTo>
                <a:cubicBezTo>
                  <a:pt x="495182" y="26216"/>
                  <a:pt x="493863" y="27398"/>
                  <a:pt x="492834" y="28876"/>
                </a:cubicBezTo>
                <a:cubicBezTo>
                  <a:pt x="491805" y="30355"/>
                  <a:pt x="491051" y="32072"/>
                  <a:pt x="490573" y="34029"/>
                </a:cubicBezTo>
                <a:cubicBezTo>
                  <a:pt x="490094" y="35986"/>
                  <a:pt x="489855" y="38038"/>
                  <a:pt x="489855" y="40183"/>
                </a:cubicBezTo>
                <a:cubicBezTo>
                  <a:pt x="489855" y="42879"/>
                  <a:pt x="490152" y="45242"/>
                  <a:pt x="490747" y="47272"/>
                </a:cubicBezTo>
                <a:cubicBezTo>
                  <a:pt x="491341" y="49301"/>
                  <a:pt x="492189" y="50990"/>
                  <a:pt x="493291" y="52338"/>
                </a:cubicBezTo>
                <a:cubicBezTo>
                  <a:pt x="494392" y="53686"/>
                  <a:pt x="495726" y="54701"/>
                  <a:pt x="497292" y="55382"/>
                </a:cubicBezTo>
                <a:cubicBezTo>
                  <a:pt x="498857" y="56063"/>
                  <a:pt x="500626" y="56404"/>
                  <a:pt x="502597" y="56404"/>
                </a:cubicBezTo>
                <a:cubicBezTo>
                  <a:pt x="504858" y="56404"/>
                  <a:pt x="506794" y="55962"/>
                  <a:pt x="508403" y="55078"/>
                </a:cubicBezTo>
                <a:cubicBezTo>
                  <a:pt x="510012" y="54193"/>
                  <a:pt x="511331" y="53012"/>
                  <a:pt x="512360" y="51533"/>
                </a:cubicBezTo>
                <a:cubicBezTo>
                  <a:pt x="513389" y="50055"/>
                  <a:pt x="514143" y="48337"/>
                  <a:pt x="514622" y="46380"/>
                </a:cubicBezTo>
                <a:cubicBezTo>
                  <a:pt x="515100" y="44423"/>
                  <a:pt x="515339" y="42357"/>
                  <a:pt x="515339" y="40183"/>
                </a:cubicBezTo>
                <a:close/>
                <a:moveTo>
                  <a:pt x="533845" y="18352"/>
                </a:moveTo>
                <a:lnTo>
                  <a:pt x="540585" y="18352"/>
                </a:lnTo>
                <a:lnTo>
                  <a:pt x="540890" y="25397"/>
                </a:lnTo>
                <a:cubicBezTo>
                  <a:pt x="542165" y="23889"/>
                  <a:pt x="543398" y="22636"/>
                  <a:pt x="544586" y="21635"/>
                </a:cubicBezTo>
                <a:cubicBezTo>
                  <a:pt x="545775" y="20635"/>
                  <a:pt x="546942" y="19831"/>
                  <a:pt x="548087" y="19222"/>
                </a:cubicBezTo>
                <a:cubicBezTo>
                  <a:pt x="549232" y="18613"/>
                  <a:pt x="550399" y="18185"/>
                  <a:pt x="551588" y="17939"/>
                </a:cubicBezTo>
                <a:cubicBezTo>
                  <a:pt x="552776" y="17692"/>
                  <a:pt x="554009" y="17569"/>
                  <a:pt x="555284" y="17569"/>
                </a:cubicBezTo>
                <a:cubicBezTo>
                  <a:pt x="559778" y="17569"/>
                  <a:pt x="563177" y="18896"/>
                  <a:pt x="565482" y="21548"/>
                </a:cubicBezTo>
                <a:cubicBezTo>
                  <a:pt x="567787" y="24201"/>
                  <a:pt x="568940" y="28195"/>
                  <a:pt x="568940" y="33529"/>
                </a:cubicBezTo>
                <a:lnTo>
                  <a:pt x="568940" y="62014"/>
                </a:lnTo>
                <a:lnTo>
                  <a:pt x="561373" y="62014"/>
                </a:lnTo>
                <a:lnTo>
                  <a:pt x="561373" y="34138"/>
                </a:lnTo>
                <a:cubicBezTo>
                  <a:pt x="561373" y="30717"/>
                  <a:pt x="560735" y="28188"/>
                  <a:pt x="559459" y="26549"/>
                </a:cubicBezTo>
                <a:cubicBezTo>
                  <a:pt x="558183" y="24911"/>
                  <a:pt x="556285" y="24092"/>
                  <a:pt x="553762" y="24092"/>
                </a:cubicBezTo>
                <a:cubicBezTo>
                  <a:pt x="552834" y="24092"/>
                  <a:pt x="551928" y="24230"/>
                  <a:pt x="551044" y="24506"/>
                </a:cubicBezTo>
                <a:cubicBezTo>
                  <a:pt x="550160" y="24781"/>
                  <a:pt x="549239" y="25259"/>
                  <a:pt x="548283" y="25941"/>
                </a:cubicBezTo>
                <a:cubicBezTo>
                  <a:pt x="547326" y="26622"/>
                  <a:pt x="546289" y="27542"/>
                  <a:pt x="545173" y="28702"/>
                </a:cubicBezTo>
                <a:cubicBezTo>
                  <a:pt x="544057" y="29862"/>
                  <a:pt x="542803" y="31311"/>
                  <a:pt x="541412" y="33051"/>
                </a:cubicBezTo>
                <a:lnTo>
                  <a:pt x="541412" y="62014"/>
                </a:lnTo>
                <a:lnTo>
                  <a:pt x="533845" y="62014"/>
                </a:lnTo>
                <a:lnTo>
                  <a:pt x="533845" y="18352"/>
                </a:lnTo>
                <a:close/>
                <a:moveTo>
                  <a:pt x="617191" y="50098"/>
                </a:moveTo>
                <a:cubicBezTo>
                  <a:pt x="617191" y="51635"/>
                  <a:pt x="616930" y="53012"/>
                  <a:pt x="616408" y="54230"/>
                </a:cubicBezTo>
                <a:cubicBezTo>
                  <a:pt x="615886" y="55447"/>
                  <a:pt x="615176" y="56527"/>
                  <a:pt x="614277" y="57470"/>
                </a:cubicBezTo>
                <a:cubicBezTo>
                  <a:pt x="613378" y="58412"/>
                  <a:pt x="612334" y="59216"/>
                  <a:pt x="611146" y="59883"/>
                </a:cubicBezTo>
                <a:cubicBezTo>
                  <a:pt x="609957" y="60550"/>
                  <a:pt x="608689" y="61101"/>
                  <a:pt x="607341" y="61536"/>
                </a:cubicBezTo>
                <a:cubicBezTo>
                  <a:pt x="605992" y="61971"/>
                  <a:pt x="604608" y="62289"/>
                  <a:pt x="603187" y="62492"/>
                </a:cubicBezTo>
                <a:cubicBezTo>
                  <a:pt x="601767" y="62695"/>
                  <a:pt x="600375" y="62797"/>
                  <a:pt x="599013" y="62797"/>
                </a:cubicBezTo>
                <a:cubicBezTo>
                  <a:pt x="596055" y="62797"/>
                  <a:pt x="593337" y="62666"/>
                  <a:pt x="590859" y="62405"/>
                </a:cubicBezTo>
                <a:cubicBezTo>
                  <a:pt x="588380" y="62144"/>
                  <a:pt x="585952" y="61724"/>
                  <a:pt x="583574" y="61144"/>
                </a:cubicBezTo>
                <a:lnTo>
                  <a:pt x="583574" y="54186"/>
                </a:lnTo>
                <a:cubicBezTo>
                  <a:pt x="586126" y="54911"/>
                  <a:pt x="588662" y="55462"/>
                  <a:pt x="591185" y="55839"/>
                </a:cubicBezTo>
                <a:cubicBezTo>
                  <a:pt x="593707" y="56216"/>
                  <a:pt x="596215" y="56404"/>
                  <a:pt x="598708" y="56404"/>
                </a:cubicBezTo>
                <a:cubicBezTo>
                  <a:pt x="602332" y="56404"/>
                  <a:pt x="605014" y="55911"/>
                  <a:pt x="606753" y="54925"/>
                </a:cubicBezTo>
                <a:cubicBezTo>
                  <a:pt x="608493" y="53940"/>
                  <a:pt x="609363" y="52534"/>
                  <a:pt x="609363" y="50707"/>
                </a:cubicBezTo>
                <a:cubicBezTo>
                  <a:pt x="609363" y="49924"/>
                  <a:pt x="609225" y="49221"/>
                  <a:pt x="608950" y="48598"/>
                </a:cubicBezTo>
                <a:cubicBezTo>
                  <a:pt x="608674" y="47975"/>
                  <a:pt x="608174" y="47380"/>
                  <a:pt x="607449" y="46815"/>
                </a:cubicBezTo>
                <a:cubicBezTo>
                  <a:pt x="606724" y="46250"/>
                  <a:pt x="605601" y="45663"/>
                  <a:pt x="604079" y="45054"/>
                </a:cubicBezTo>
                <a:cubicBezTo>
                  <a:pt x="602557" y="44445"/>
                  <a:pt x="600477" y="43749"/>
                  <a:pt x="597838" y="42966"/>
                </a:cubicBezTo>
                <a:cubicBezTo>
                  <a:pt x="595867" y="42386"/>
                  <a:pt x="594048" y="41727"/>
                  <a:pt x="592381" y="40988"/>
                </a:cubicBezTo>
                <a:cubicBezTo>
                  <a:pt x="590714" y="40248"/>
                  <a:pt x="589271" y="39371"/>
                  <a:pt x="588054" y="38357"/>
                </a:cubicBezTo>
                <a:cubicBezTo>
                  <a:pt x="586836" y="37342"/>
                  <a:pt x="585879" y="36153"/>
                  <a:pt x="585183" y="34790"/>
                </a:cubicBezTo>
                <a:cubicBezTo>
                  <a:pt x="584488" y="33428"/>
                  <a:pt x="584140" y="31819"/>
                  <a:pt x="584140" y="29963"/>
                </a:cubicBezTo>
                <a:cubicBezTo>
                  <a:pt x="584140" y="28746"/>
                  <a:pt x="584422" y="27412"/>
                  <a:pt x="584988" y="25962"/>
                </a:cubicBezTo>
                <a:cubicBezTo>
                  <a:pt x="585553" y="24513"/>
                  <a:pt x="586517" y="23165"/>
                  <a:pt x="587880" y="21918"/>
                </a:cubicBezTo>
                <a:cubicBezTo>
                  <a:pt x="589242" y="20671"/>
                  <a:pt x="591083" y="19635"/>
                  <a:pt x="593403" y="18809"/>
                </a:cubicBezTo>
                <a:cubicBezTo>
                  <a:pt x="595722" y="17982"/>
                  <a:pt x="598621" y="17569"/>
                  <a:pt x="602100" y="17569"/>
                </a:cubicBezTo>
                <a:cubicBezTo>
                  <a:pt x="603811" y="17569"/>
                  <a:pt x="605710" y="17663"/>
                  <a:pt x="607797" y="17852"/>
                </a:cubicBezTo>
                <a:cubicBezTo>
                  <a:pt x="609885" y="18040"/>
                  <a:pt x="612059" y="18366"/>
                  <a:pt x="614320" y="18830"/>
                </a:cubicBezTo>
                <a:lnTo>
                  <a:pt x="614320" y="25571"/>
                </a:lnTo>
                <a:cubicBezTo>
                  <a:pt x="611943" y="24991"/>
                  <a:pt x="609689" y="24564"/>
                  <a:pt x="607558" y="24288"/>
                </a:cubicBezTo>
                <a:cubicBezTo>
                  <a:pt x="605427" y="24013"/>
                  <a:pt x="603579" y="23875"/>
                  <a:pt x="602013" y="23875"/>
                </a:cubicBezTo>
                <a:cubicBezTo>
                  <a:pt x="600129" y="23875"/>
                  <a:pt x="598541" y="24020"/>
                  <a:pt x="597251" y="24310"/>
                </a:cubicBezTo>
                <a:cubicBezTo>
                  <a:pt x="595961" y="24600"/>
                  <a:pt x="594917" y="24998"/>
                  <a:pt x="594120" y="25506"/>
                </a:cubicBezTo>
                <a:cubicBezTo>
                  <a:pt x="593323" y="26013"/>
                  <a:pt x="592750" y="26607"/>
                  <a:pt x="592402" y="27289"/>
                </a:cubicBezTo>
                <a:cubicBezTo>
                  <a:pt x="592055" y="27970"/>
                  <a:pt x="591881" y="28702"/>
                  <a:pt x="591881" y="29485"/>
                </a:cubicBezTo>
                <a:cubicBezTo>
                  <a:pt x="591881" y="30268"/>
                  <a:pt x="592033" y="30978"/>
                  <a:pt x="592337" y="31616"/>
                </a:cubicBezTo>
                <a:cubicBezTo>
                  <a:pt x="592642" y="32254"/>
                  <a:pt x="593207" y="32870"/>
                  <a:pt x="594033" y="33464"/>
                </a:cubicBezTo>
                <a:cubicBezTo>
                  <a:pt x="594859" y="34058"/>
                  <a:pt x="596012" y="34653"/>
                  <a:pt x="597491" y="35247"/>
                </a:cubicBezTo>
                <a:cubicBezTo>
                  <a:pt x="598969" y="35841"/>
                  <a:pt x="600897" y="36487"/>
                  <a:pt x="603274" y="37182"/>
                </a:cubicBezTo>
                <a:cubicBezTo>
                  <a:pt x="605855" y="37936"/>
                  <a:pt x="608029" y="38726"/>
                  <a:pt x="609798" y="39552"/>
                </a:cubicBezTo>
                <a:cubicBezTo>
                  <a:pt x="611566" y="40379"/>
                  <a:pt x="613001" y="41299"/>
                  <a:pt x="614103" y="42314"/>
                </a:cubicBezTo>
                <a:cubicBezTo>
                  <a:pt x="615205" y="43329"/>
                  <a:pt x="615995" y="44474"/>
                  <a:pt x="616473" y="45749"/>
                </a:cubicBezTo>
                <a:cubicBezTo>
                  <a:pt x="616951" y="47025"/>
                  <a:pt x="617191" y="48475"/>
                  <a:pt x="617191" y="50098"/>
                </a:cubicBezTo>
                <a:close/>
              </a:path>
            </a:pathLst>
          </a:custGeom>
          <a:solidFill xmlns:a="http://schemas.openxmlformats.org/drawingml/2006/main">
            <a:srgbClr val="94C1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:">
            <a:extLst xmlns:a="http://schemas.openxmlformats.org/drawingml/2006/main">
              <a:ext uri="{FF2B5EF4-FFF2-40B4-BE49-F238E27FC236}">
                <a16:creationId xmlns:a16="http://schemas.microsoft.com/office/drawing/2014/main" id="{3C31367A-450E-42D5-8397-61C7BB7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907" y="5581205"/>
            <a:ext cx="13351" cy="45228"/>
          </a:xfrm>
          <a:custGeom xmlns:a="http://schemas.openxmlformats.org/drawingml/2006/main">
            <a:pathLst>
              <a:path w="13351" h="45228">
                <a:moveTo>
                  <a:pt x="6654" y="0"/>
                </a:moveTo>
                <a:cubicBezTo>
                  <a:pt x="7552" y="0"/>
                  <a:pt x="8408" y="181"/>
                  <a:pt x="9219" y="544"/>
                </a:cubicBezTo>
                <a:cubicBezTo>
                  <a:pt x="10031" y="906"/>
                  <a:pt x="10742" y="1392"/>
                  <a:pt x="11350" y="2000"/>
                </a:cubicBezTo>
                <a:cubicBezTo>
                  <a:pt x="11959" y="2609"/>
                  <a:pt x="12445" y="3320"/>
                  <a:pt x="12807" y="4131"/>
                </a:cubicBezTo>
                <a:cubicBezTo>
                  <a:pt x="13170" y="4943"/>
                  <a:pt x="13351" y="5798"/>
                  <a:pt x="13351" y="6697"/>
                </a:cubicBezTo>
                <a:cubicBezTo>
                  <a:pt x="13351" y="7625"/>
                  <a:pt x="13170" y="8487"/>
                  <a:pt x="12807" y="9285"/>
                </a:cubicBezTo>
                <a:cubicBezTo>
                  <a:pt x="12445" y="10082"/>
                  <a:pt x="11959" y="10785"/>
                  <a:pt x="11350" y="11394"/>
                </a:cubicBezTo>
                <a:cubicBezTo>
                  <a:pt x="10742" y="12003"/>
                  <a:pt x="10031" y="12481"/>
                  <a:pt x="9219" y="12829"/>
                </a:cubicBezTo>
                <a:cubicBezTo>
                  <a:pt x="8408" y="13177"/>
                  <a:pt x="7552" y="13351"/>
                  <a:pt x="6654" y="13351"/>
                </a:cubicBezTo>
                <a:cubicBezTo>
                  <a:pt x="5726" y="13351"/>
                  <a:pt x="4863" y="13177"/>
                  <a:pt x="4066" y="12829"/>
                </a:cubicBezTo>
                <a:cubicBezTo>
                  <a:pt x="3269" y="12481"/>
                  <a:pt x="2566" y="12003"/>
                  <a:pt x="1957" y="11394"/>
                </a:cubicBezTo>
                <a:cubicBezTo>
                  <a:pt x="1348" y="10785"/>
                  <a:pt x="870" y="10082"/>
                  <a:pt x="522" y="9285"/>
                </a:cubicBezTo>
                <a:cubicBezTo>
                  <a:pt x="174" y="8487"/>
                  <a:pt x="0" y="7625"/>
                  <a:pt x="0" y="6697"/>
                </a:cubicBezTo>
                <a:cubicBezTo>
                  <a:pt x="0" y="5798"/>
                  <a:pt x="174" y="4943"/>
                  <a:pt x="522" y="4131"/>
                </a:cubicBezTo>
                <a:cubicBezTo>
                  <a:pt x="870" y="3320"/>
                  <a:pt x="1348" y="2609"/>
                  <a:pt x="1957" y="2000"/>
                </a:cubicBezTo>
                <a:cubicBezTo>
                  <a:pt x="2566" y="1392"/>
                  <a:pt x="3269" y="906"/>
                  <a:pt x="4066" y="544"/>
                </a:cubicBezTo>
                <a:cubicBezTo>
                  <a:pt x="4863" y="181"/>
                  <a:pt x="5726" y="0"/>
                  <a:pt x="6654" y="0"/>
                </a:cubicBezTo>
                <a:moveTo>
                  <a:pt x="6654" y="31877"/>
                </a:moveTo>
                <a:cubicBezTo>
                  <a:pt x="7552" y="31877"/>
                  <a:pt x="8408" y="32058"/>
                  <a:pt x="9219" y="32420"/>
                </a:cubicBezTo>
                <a:cubicBezTo>
                  <a:pt x="10031" y="32783"/>
                  <a:pt x="10742" y="33268"/>
                  <a:pt x="11350" y="33877"/>
                </a:cubicBezTo>
                <a:cubicBezTo>
                  <a:pt x="11959" y="34486"/>
                  <a:pt x="12445" y="35196"/>
                  <a:pt x="12807" y="36008"/>
                </a:cubicBezTo>
                <a:cubicBezTo>
                  <a:pt x="13170" y="36820"/>
                  <a:pt x="13351" y="37675"/>
                  <a:pt x="13351" y="38574"/>
                </a:cubicBezTo>
                <a:cubicBezTo>
                  <a:pt x="13351" y="39502"/>
                  <a:pt x="13170" y="40364"/>
                  <a:pt x="12807" y="41161"/>
                </a:cubicBezTo>
                <a:cubicBezTo>
                  <a:pt x="12445" y="41959"/>
                  <a:pt x="11959" y="42662"/>
                  <a:pt x="11350" y="43271"/>
                </a:cubicBezTo>
                <a:cubicBezTo>
                  <a:pt x="10742" y="43879"/>
                  <a:pt x="10031" y="44358"/>
                  <a:pt x="9219" y="44706"/>
                </a:cubicBezTo>
                <a:cubicBezTo>
                  <a:pt x="8408" y="45054"/>
                  <a:pt x="7552" y="45228"/>
                  <a:pt x="6654" y="45228"/>
                </a:cubicBezTo>
                <a:cubicBezTo>
                  <a:pt x="5726" y="45228"/>
                  <a:pt x="4863" y="45054"/>
                  <a:pt x="4066" y="44706"/>
                </a:cubicBezTo>
                <a:cubicBezTo>
                  <a:pt x="3269" y="44358"/>
                  <a:pt x="2566" y="43879"/>
                  <a:pt x="1957" y="43271"/>
                </a:cubicBezTo>
                <a:cubicBezTo>
                  <a:pt x="1348" y="42662"/>
                  <a:pt x="870" y="41959"/>
                  <a:pt x="522" y="41161"/>
                </a:cubicBezTo>
                <a:cubicBezTo>
                  <a:pt x="174" y="40364"/>
                  <a:pt x="0" y="39502"/>
                  <a:pt x="0" y="38574"/>
                </a:cubicBezTo>
                <a:cubicBezTo>
                  <a:pt x="0" y="37675"/>
                  <a:pt x="174" y="36820"/>
                  <a:pt x="522" y="36008"/>
                </a:cubicBezTo>
                <a:cubicBezTo>
                  <a:pt x="870" y="35196"/>
                  <a:pt x="1348" y="34486"/>
                  <a:pt x="1957" y="33877"/>
                </a:cubicBezTo>
                <a:cubicBezTo>
                  <a:pt x="2566" y="33268"/>
                  <a:pt x="3269" y="32783"/>
                  <a:pt x="4066" y="32420"/>
                </a:cubicBezTo>
                <a:cubicBezTo>
                  <a:pt x="4863" y="32058"/>
                  <a:pt x="5726" y="31877"/>
                  <a:pt x="6654" y="31877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return">
            <a:extLst xmlns:a="http://schemas.openxmlformats.org/drawingml/2006/main">
              <a:ext uri="{FF2B5EF4-FFF2-40B4-BE49-F238E27FC236}">
                <a16:creationId xmlns:a16="http://schemas.microsoft.com/office/drawing/2014/main" id="{46E38B05-B944-4AB8-A7A1-E1FAFD7B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093" y="5674013"/>
            <a:ext cx="283889" cy="58448"/>
          </a:xfrm>
          <a:custGeom xmlns:a="http://schemas.openxmlformats.org/drawingml/2006/main">
            <a:pathLst>
              <a:path w="283889" h="58448">
                <a:moveTo>
                  <a:pt x="4740" y="34013"/>
                </a:moveTo>
                <a:cubicBezTo>
                  <a:pt x="4856" y="33461"/>
                  <a:pt x="4979" y="32737"/>
                  <a:pt x="5110" y="31840"/>
                </a:cubicBezTo>
                <a:cubicBezTo>
                  <a:pt x="5240" y="30943"/>
                  <a:pt x="5393" y="29735"/>
                  <a:pt x="5566" y="28217"/>
                </a:cubicBezTo>
                <a:cubicBezTo>
                  <a:pt x="5740" y="26698"/>
                  <a:pt x="5958" y="24788"/>
                  <a:pt x="6219" y="22487"/>
                </a:cubicBezTo>
                <a:cubicBezTo>
                  <a:pt x="6480" y="20187"/>
                  <a:pt x="6784" y="17359"/>
                  <a:pt x="7132" y="14003"/>
                </a:cubicBezTo>
                <a:lnTo>
                  <a:pt x="14264" y="14003"/>
                </a:lnTo>
                <a:lnTo>
                  <a:pt x="13177" y="24067"/>
                </a:lnTo>
                <a:cubicBezTo>
                  <a:pt x="14192" y="22592"/>
                  <a:pt x="15293" y="21196"/>
                  <a:pt x="16482" y="19881"/>
                </a:cubicBezTo>
                <a:cubicBezTo>
                  <a:pt x="17671" y="18564"/>
                  <a:pt x="18975" y="17415"/>
                  <a:pt x="20396" y="16432"/>
                </a:cubicBezTo>
                <a:cubicBezTo>
                  <a:pt x="21817" y="15448"/>
                  <a:pt x="23368" y="14667"/>
                  <a:pt x="25049" y="14089"/>
                </a:cubicBezTo>
                <a:cubicBezTo>
                  <a:pt x="26731" y="13510"/>
                  <a:pt x="28572" y="13220"/>
                  <a:pt x="30572" y="13220"/>
                </a:cubicBezTo>
                <a:cubicBezTo>
                  <a:pt x="35356" y="13220"/>
                  <a:pt x="38661" y="14710"/>
                  <a:pt x="40487" y="17689"/>
                </a:cubicBezTo>
                <a:cubicBezTo>
                  <a:pt x="42314" y="20668"/>
                  <a:pt x="42604" y="24977"/>
                  <a:pt x="41357" y="30616"/>
                </a:cubicBezTo>
                <a:lnTo>
                  <a:pt x="33660" y="30616"/>
                </a:lnTo>
                <a:cubicBezTo>
                  <a:pt x="34095" y="28623"/>
                  <a:pt x="34312" y="26934"/>
                  <a:pt x="34312" y="25548"/>
                </a:cubicBezTo>
                <a:cubicBezTo>
                  <a:pt x="34312" y="24162"/>
                  <a:pt x="34116" y="23043"/>
                  <a:pt x="33725" y="22191"/>
                </a:cubicBezTo>
                <a:cubicBezTo>
                  <a:pt x="33334" y="21340"/>
                  <a:pt x="32754" y="20719"/>
                  <a:pt x="31985" y="20329"/>
                </a:cubicBezTo>
                <a:cubicBezTo>
                  <a:pt x="31217" y="19939"/>
                  <a:pt x="30297" y="19744"/>
                  <a:pt x="29224" y="19744"/>
                </a:cubicBezTo>
                <a:cubicBezTo>
                  <a:pt x="27137" y="19744"/>
                  <a:pt x="25107" y="20373"/>
                  <a:pt x="23136" y="21633"/>
                </a:cubicBezTo>
                <a:cubicBezTo>
                  <a:pt x="21164" y="22891"/>
                  <a:pt x="19359" y="24540"/>
                  <a:pt x="17721" y="26581"/>
                </a:cubicBezTo>
                <a:cubicBezTo>
                  <a:pt x="16083" y="28620"/>
                  <a:pt x="14677" y="30913"/>
                  <a:pt x="13503" y="33460"/>
                </a:cubicBezTo>
                <a:cubicBezTo>
                  <a:pt x="12329" y="36007"/>
                  <a:pt x="11481" y="38573"/>
                  <a:pt x="10959" y="41157"/>
                </a:cubicBezTo>
                <a:lnTo>
                  <a:pt x="7654" y="57665"/>
                </a:lnTo>
                <a:lnTo>
                  <a:pt x="0" y="57665"/>
                </a:lnTo>
                <a:lnTo>
                  <a:pt x="4740" y="34013"/>
                </a:lnTo>
                <a:close/>
                <a:moveTo>
                  <a:pt x="57079" y="38270"/>
                </a:moveTo>
                <a:cubicBezTo>
                  <a:pt x="56935" y="39023"/>
                  <a:pt x="56826" y="39734"/>
                  <a:pt x="56753" y="40400"/>
                </a:cubicBezTo>
                <a:cubicBezTo>
                  <a:pt x="56681" y="41067"/>
                  <a:pt x="56645" y="41720"/>
                  <a:pt x="56645" y="42357"/>
                </a:cubicBezTo>
                <a:cubicBezTo>
                  <a:pt x="56645" y="45518"/>
                  <a:pt x="57587" y="47938"/>
                  <a:pt x="59471" y="49620"/>
                </a:cubicBezTo>
                <a:cubicBezTo>
                  <a:pt x="61356" y="51301"/>
                  <a:pt x="64269" y="52142"/>
                  <a:pt x="68212" y="52142"/>
                </a:cubicBezTo>
                <a:cubicBezTo>
                  <a:pt x="70764" y="52142"/>
                  <a:pt x="73293" y="51950"/>
                  <a:pt x="75801" y="51565"/>
                </a:cubicBezTo>
                <a:cubicBezTo>
                  <a:pt x="78309" y="51179"/>
                  <a:pt x="80549" y="50733"/>
                  <a:pt x="82520" y="50229"/>
                </a:cubicBezTo>
                <a:lnTo>
                  <a:pt x="82520" y="56448"/>
                </a:lnTo>
                <a:cubicBezTo>
                  <a:pt x="80346" y="57040"/>
                  <a:pt x="77903" y="57522"/>
                  <a:pt x="75192" y="57892"/>
                </a:cubicBezTo>
                <a:cubicBezTo>
                  <a:pt x="72481" y="58263"/>
                  <a:pt x="69734" y="58448"/>
                  <a:pt x="66951" y="58448"/>
                </a:cubicBezTo>
                <a:cubicBezTo>
                  <a:pt x="60805" y="58448"/>
                  <a:pt x="56268" y="57078"/>
                  <a:pt x="53339" y="54338"/>
                </a:cubicBezTo>
                <a:cubicBezTo>
                  <a:pt x="50411" y="51599"/>
                  <a:pt x="48947" y="47634"/>
                  <a:pt x="48947" y="42444"/>
                </a:cubicBezTo>
                <a:cubicBezTo>
                  <a:pt x="48947" y="38443"/>
                  <a:pt x="49571" y="34675"/>
                  <a:pt x="50817" y="31137"/>
                </a:cubicBezTo>
                <a:cubicBezTo>
                  <a:pt x="52064" y="27600"/>
                  <a:pt x="53789" y="24506"/>
                  <a:pt x="55992" y="21853"/>
                </a:cubicBezTo>
                <a:cubicBezTo>
                  <a:pt x="58196" y="19200"/>
                  <a:pt x="60812" y="17098"/>
                  <a:pt x="63842" y="15547"/>
                </a:cubicBezTo>
                <a:cubicBezTo>
                  <a:pt x="66872" y="13996"/>
                  <a:pt x="70169" y="13220"/>
                  <a:pt x="73735" y="13220"/>
                </a:cubicBezTo>
                <a:cubicBezTo>
                  <a:pt x="76200" y="13220"/>
                  <a:pt x="78396" y="13510"/>
                  <a:pt x="80324" y="14090"/>
                </a:cubicBezTo>
                <a:cubicBezTo>
                  <a:pt x="82252" y="14670"/>
                  <a:pt x="83883" y="15467"/>
                  <a:pt x="85216" y="16482"/>
                </a:cubicBezTo>
                <a:cubicBezTo>
                  <a:pt x="86550" y="17497"/>
                  <a:pt x="87565" y="18693"/>
                  <a:pt x="88260" y="20070"/>
                </a:cubicBezTo>
                <a:cubicBezTo>
                  <a:pt x="88956" y="21447"/>
                  <a:pt x="89304" y="22933"/>
                  <a:pt x="89304" y="24527"/>
                </a:cubicBezTo>
                <a:cubicBezTo>
                  <a:pt x="89304" y="26615"/>
                  <a:pt x="88862" y="28499"/>
                  <a:pt x="87978" y="30181"/>
                </a:cubicBezTo>
                <a:cubicBezTo>
                  <a:pt x="87093" y="31862"/>
                  <a:pt x="85687" y="33305"/>
                  <a:pt x="83759" y="34508"/>
                </a:cubicBezTo>
                <a:cubicBezTo>
                  <a:pt x="81831" y="35711"/>
                  <a:pt x="79345" y="36639"/>
                  <a:pt x="76301" y="37291"/>
                </a:cubicBezTo>
                <a:cubicBezTo>
                  <a:pt x="73257" y="37943"/>
                  <a:pt x="69575" y="38270"/>
                  <a:pt x="65255" y="38270"/>
                </a:cubicBezTo>
                <a:lnTo>
                  <a:pt x="57079" y="38270"/>
                </a:lnTo>
                <a:moveTo>
                  <a:pt x="65168" y="32442"/>
                </a:moveTo>
                <a:cubicBezTo>
                  <a:pt x="68386" y="32442"/>
                  <a:pt x="71046" y="32246"/>
                  <a:pt x="73148" y="31855"/>
                </a:cubicBezTo>
                <a:cubicBezTo>
                  <a:pt x="75250" y="31464"/>
                  <a:pt x="76917" y="30935"/>
                  <a:pt x="78149" y="30268"/>
                </a:cubicBezTo>
                <a:cubicBezTo>
                  <a:pt x="79382" y="29601"/>
                  <a:pt x="80244" y="28833"/>
                  <a:pt x="80737" y="27963"/>
                </a:cubicBezTo>
                <a:cubicBezTo>
                  <a:pt x="81230" y="27093"/>
                  <a:pt x="81476" y="26194"/>
                  <a:pt x="81476" y="25267"/>
                </a:cubicBezTo>
                <a:cubicBezTo>
                  <a:pt x="81476" y="24455"/>
                  <a:pt x="81317" y="23687"/>
                  <a:pt x="80998" y="22962"/>
                </a:cubicBezTo>
                <a:cubicBezTo>
                  <a:pt x="80679" y="22237"/>
                  <a:pt x="80179" y="21599"/>
                  <a:pt x="79498" y="21048"/>
                </a:cubicBezTo>
                <a:cubicBezTo>
                  <a:pt x="78816" y="20497"/>
                  <a:pt x="77961" y="20063"/>
                  <a:pt x="76932" y="19744"/>
                </a:cubicBezTo>
                <a:cubicBezTo>
                  <a:pt x="75903" y="19425"/>
                  <a:pt x="74692" y="19265"/>
                  <a:pt x="73301" y="19265"/>
                </a:cubicBezTo>
                <a:cubicBezTo>
                  <a:pt x="71416" y="19265"/>
                  <a:pt x="69698" y="19577"/>
                  <a:pt x="68147" y="20200"/>
                </a:cubicBezTo>
                <a:cubicBezTo>
                  <a:pt x="66596" y="20824"/>
                  <a:pt x="65197" y="21708"/>
                  <a:pt x="63951" y="22853"/>
                </a:cubicBezTo>
                <a:cubicBezTo>
                  <a:pt x="62704" y="23998"/>
                  <a:pt x="61602" y="25383"/>
                  <a:pt x="60645" y="27006"/>
                </a:cubicBezTo>
                <a:cubicBezTo>
                  <a:pt x="59689" y="28630"/>
                  <a:pt x="58877" y="30442"/>
                  <a:pt x="58210" y="32442"/>
                </a:cubicBezTo>
                <a:lnTo>
                  <a:pt x="65168" y="32442"/>
                </a:lnTo>
                <a:close/>
                <a:moveTo>
                  <a:pt x="131771" y="57050"/>
                </a:moveTo>
                <a:cubicBezTo>
                  <a:pt x="129945" y="57487"/>
                  <a:pt x="128140" y="57801"/>
                  <a:pt x="126357" y="57990"/>
                </a:cubicBezTo>
                <a:cubicBezTo>
                  <a:pt x="124574" y="58179"/>
                  <a:pt x="122987" y="58274"/>
                  <a:pt x="121595" y="58274"/>
                </a:cubicBezTo>
                <a:cubicBezTo>
                  <a:pt x="118638" y="58274"/>
                  <a:pt x="116108" y="57948"/>
                  <a:pt x="114006" y="57296"/>
                </a:cubicBezTo>
                <a:cubicBezTo>
                  <a:pt x="111905" y="56643"/>
                  <a:pt x="110245" y="55607"/>
                  <a:pt x="109027" y="54186"/>
                </a:cubicBezTo>
                <a:cubicBezTo>
                  <a:pt x="107809" y="52766"/>
                  <a:pt x="107048" y="50932"/>
                  <a:pt x="106744" y="48685"/>
                </a:cubicBezTo>
                <a:cubicBezTo>
                  <a:pt x="106440" y="46438"/>
                  <a:pt x="106621" y="43706"/>
                  <a:pt x="107288" y="40487"/>
                </a:cubicBezTo>
                <a:lnTo>
                  <a:pt x="111288" y="20352"/>
                </a:lnTo>
                <a:lnTo>
                  <a:pt x="99068" y="20352"/>
                </a:lnTo>
                <a:lnTo>
                  <a:pt x="100329" y="14003"/>
                </a:lnTo>
                <a:lnTo>
                  <a:pt x="112506" y="14003"/>
                </a:lnTo>
                <a:lnTo>
                  <a:pt x="114941" y="1962"/>
                </a:lnTo>
                <a:lnTo>
                  <a:pt x="122943" y="0"/>
                </a:lnTo>
                <a:lnTo>
                  <a:pt x="120073" y="14003"/>
                </a:lnTo>
                <a:lnTo>
                  <a:pt x="139686" y="14003"/>
                </a:lnTo>
                <a:lnTo>
                  <a:pt x="138425" y="20352"/>
                </a:lnTo>
                <a:lnTo>
                  <a:pt x="118855" y="20352"/>
                </a:lnTo>
                <a:lnTo>
                  <a:pt x="114767" y="40748"/>
                </a:lnTo>
                <a:cubicBezTo>
                  <a:pt x="114362" y="42749"/>
                  <a:pt x="114202" y="44452"/>
                  <a:pt x="114289" y="45858"/>
                </a:cubicBezTo>
                <a:cubicBezTo>
                  <a:pt x="114376" y="47264"/>
                  <a:pt x="114724" y="48417"/>
                  <a:pt x="115333" y="49315"/>
                </a:cubicBezTo>
                <a:cubicBezTo>
                  <a:pt x="115942" y="50214"/>
                  <a:pt x="116826" y="50867"/>
                  <a:pt x="117986" y="51272"/>
                </a:cubicBezTo>
                <a:cubicBezTo>
                  <a:pt x="119145" y="51678"/>
                  <a:pt x="120624" y="51881"/>
                  <a:pt x="122421" y="51881"/>
                </a:cubicBezTo>
                <a:cubicBezTo>
                  <a:pt x="123494" y="51881"/>
                  <a:pt x="124842" y="51769"/>
                  <a:pt x="126466" y="51546"/>
                </a:cubicBezTo>
                <a:cubicBezTo>
                  <a:pt x="128089" y="51321"/>
                  <a:pt x="129858" y="50969"/>
                  <a:pt x="131771" y="50490"/>
                </a:cubicBezTo>
                <a:lnTo>
                  <a:pt x="131771" y="57050"/>
                </a:lnTo>
                <a:close/>
                <a:moveTo>
                  <a:pt x="183632" y="37617"/>
                </a:moveTo>
                <a:cubicBezTo>
                  <a:pt x="183516" y="38168"/>
                  <a:pt x="183393" y="38893"/>
                  <a:pt x="183263" y="39792"/>
                </a:cubicBezTo>
                <a:cubicBezTo>
                  <a:pt x="183132" y="40690"/>
                  <a:pt x="182980" y="41901"/>
                  <a:pt x="182806" y="43423"/>
                </a:cubicBezTo>
                <a:cubicBezTo>
                  <a:pt x="182632" y="44945"/>
                  <a:pt x="182415" y="46858"/>
                  <a:pt x="182154" y="49163"/>
                </a:cubicBezTo>
                <a:cubicBezTo>
                  <a:pt x="181893" y="51468"/>
                  <a:pt x="181588" y="54302"/>
                  <a:pt x="181240" y="57665"/>
                </a:cubicBezTo>
                <a:lnTo>
                  <a:pt x="174108" y="57665"/>
                </a:lnTo>
                <a:lnTo>
                  <a:pt x="175196" y="47619"/>
                </a:lnTo>
                <a:cubicBezTo>
                  <a:pt x="173195" y="51099"/>
                  <a:pt x="170781" y="53773"/>
                  <a:pt x="167955" y="55643"/>
                </a:cubicBezTo>
                <a:cubicBezTo>
                  <a:pt x="165128" y="57513"/>
                  <a:pt x="162048" y="58448"/>
                  <a:pt x="158714" y="58448"/>
                </a:cubicBezTo>
                <a:cubicBezTo>
                  <a:pt x="154104" y="58448"/>
                  <a:pt x="150835" y="57056"/>
                  <a:pt x="148907" y="54273"/>
                </a:cubicBezTo>
                <a:cubicBezTo>
                  <a:pt x="146979" y="51490"/>
                  <a:pt x="146566" y="47402"/>
                  <a:pt x="147668" y="42009"/>
                </a:cubicBezTo>
                <a:lnTo>
                  <a:pt x="153278" y="14003"/>
                </a:lnTo>
                <a:lnTo>
                  <a:pt x="160844" y="14003"/>
                </a:lnTo>
                <a:lnTo>
                  <a:pt x="155234" y="41923"/>
                </a:lnTo>
                <a:cubicBezTo>
                  <a:pt x="154510" y="45431"/>
                  <a:pt x="154560" y="47982"/>
                  <a:pt x="155387" y="49576"/>
                </a:cubicBezTo>
                <a:cubicBezTo>
                  <a:pt x="156213" y="51171"/>
                  <a:pt x="157800" y="51968"/>
                  <a:pt x="160149" y="51968"/>
                </a:cubicBezTo>
                <a:cubicBezTo>
                  <a:pt x="161395" y="51968"/>
                  <a:pt x="162635" y="51678"/>
                  <a:pt x="163867" y="51099"/>
                </a:cubicBezTo>
                <a:cubicBezTo>
                  <a:pt x="165099" y="50519"/>
                  <a:pt x="166302" y="49714"/>
                  <a:pt x="167476" y="48685"/>
                </a:cubicBezTo>
                <a:cubicBezTo>
                  <a:pt x="168651" y="47656"/>
                  <a:pt x="169767" y="46453"/>
                  <a:pt x="170825" y="45075"/>
                </a:cubicBezTo>
                <a:cubicBezTo>
                  <a:pt x="171883" y="43698"/>
                  <a:pt x="172854" y="42212"/>
                  <a:pt x="173739" y="40618"/>
                </a:cubicBezTo>
                <a:cubicBezTo>
                  <a:pt x="174623" y="39023"/>
                  <a:pt x="175384" y="37364"/>
                  <a:pt x="176022" y="35638"/>
                </a:cubicBezTo>
                <a:cubicBezTo>
                  <a:pt x="176660" y="33913"/>
                  <a:pt x="177152" y="32196"/>
                  <a:pt x="177500" y="30485"/>
                </a:cubicBezTo>
                <a:lnTo>
                  <a:pt x="180805" y="14003"/>
                </a:lnTo>
                <a:lnTo>
                  <a:pt x="188372" y="14003"/>
                </a:lnTo>
                <a:lnTo>
                  <a:pt x="183632" y="37617"/>
                </a:lnTo>
                <a:close/>
                <a:moveTo>
                  <a:pt x="199833" y="34013"/>
                </a:moveTo>
                <a:cubicBezTo>
                  <a:pt x="199949" y="33461"/>
                  <a:pt x="200072" y="32737"/>
                  <a:pt x="200203" y="31840"/>
                </a:cubicBezTo>
                <a:cubicBezTo>
                  <a:pt x="200333" y="30943"/>
                  <a:pt x="200485" y="29735"/>
                  <a:pt x="200659" y="28217"/>
                </a:cubicBezTo>
                <a:cubicBezTo>
                  <a:pt x="200833" y="26698"/>
                  <a:pt x="201051" y="24788"/>
                  <a:pt x="201311" y="22487"/>
                </a:cubicBezTo>
                <a:cubicBezTo>
                  <a:pt x="201572" y="20187"/>
                  <a:pt x="201877" y="17359"/>
                  <a:pt x="202225" y="14003"/>
                </a:cubicBezTo>
                <a:lnTo>
                  <a:pt x="209357" y="14003"/>
                </a:lnTo>
                <a:lnTo>
                  <a:pt x="208270" y="24067"/>
                </a:lnTo>
                <a:cubicBezTo>
                  <a:pt x="209284" y="22592"/>
                  <a:pt x="210386" y="21196"/>
                  <a:pt x="211575" y="19881"/>
                </a:cubicBezTo>
                <a:cubicBezTo>
                  <a:pt x="212763" y="18564"/>
                  <a:pt x="214068" y="17415"/>
                  <a:pt x="215489" y="16432"/>
                </a:cubicBezTo>
                <a:cubicBezTo>
                  <a:pt x="216909" y="15448"/>
                  <a:pt x="218460" y="14667"/>
                  <a:pt x="220142" y="14089"/>
                </a:cubicBezTo>
                <a:cubicBezTo>
                  <a:pt x="221823" y="13510"/>
                  <a:pt x="223664" y="13220"/>
                  <a:pt x="225665" y="13220"/>
                </a:cubicBezTo>
                <a:cubicBezTo>
                  <a:pt x="230448" y="13220"/>
                  <a:pt x="233754" y="14710"/>
                  <a:pt x="235580" y="17689"/>
                </a:cubicBezTo>
                <a:cubicBezTo>
                  <a:pt x="237407" y="20668"/>
                  <a:pt x="237697" y="24977"/>
                  <a:pt x="236450" y="30616"/>
                </a:cubicBezTo>
                <a:lnTo>
                  <a:pt x="228752" y="30616"/>
                </a:lnTo>
                <a:cubicBezTo>
                  <a:pt x="229187" y="28623"/>
                  <a:pt x="229405" y="26934"/>
                  <a:pt x="229405" y="25548"/>
                </a:cubicBezTo>
                <a:cubicBezTo>
                  <a:pt x="229405" y="24162"/>
                  <a:pt x="229209" y="23043"/>
                  <a:pt x="228818" y="22191"/>
                </a:cubicBezTo>
                <a:cubicBezTo>
                  <a:pt x="228426" y="21340"/>
                  <a:pt x="227846" y="20719"/>
                  <a:pt x="227078" y="20329"/>
                </a:cubicBezTo>
                <a:cubicBezTo>
                  <a:pt x="226310" y="19939"/>
                  <a:pt x="225389" y="19744"/>
                  <a:pt x="224317" y="19744"/>
                </a:cubicBezTo>
                <a:cubicBezTo>
                  <a:pt x="222229" y="19744"/>
                  <a:pt x="220200" y="20373"/>
                  <a:pt x="218228" y="21633"/>
                </a:cubicBezTo>
                <a:cubicBezTo>
                  <a:pt x="216257" y="22891"/>
                  <a:pt x="214452" y="24540"/>
                  <a:pt x="212814" y="26581"/>
                </a:cubicBezTo>
                <a:cubicBezTo>
                  <a:pt x="211176" y="28620"/>
                  <a:pt x="209770" y="30913"/>
                  <a:pt x="208596" y="33460"/>
                </a:cubicBezTo>
                <a:cubicBezTo>
                  <a:pt x="207422" y="36007"/>
                  <a:pt x="206574" y="38573"/>
                  <a:pt x="206052" y="41157"/>
                </a:cubicBezTo>
                <a:lnTo>
                  <a:pt x="202747" y="57665"/>
                </a:lnTo>
                <a:lnTo>
                  <a:pt x="195093" y="57665"/>
                </a:lnTo>
                <a:lnTo>
                  <a:pt x="199833" y="34013"/>
                </a:lnTo>
                <a:close/>
                <a:moveTo>
                  <a:pt x="246823" y="34051"/>
                </a:moveTo>
                <a:cubicBezTo>
                  <a:pt x="246938" y="33500"/>
                  <a:pt x="247062" y="32776"/>
                  <a:pt x="247192" y="31877"/>
                </a:cubicBezTo>
                <a:cubicBezTo>
                  <a:pt x="247323" y="30978"/>
                  <a:pt x="247475" y="29768"/>
                  <a:pt x="247649" y="28246"/>
                </a:cubicBezTo>
                <a:cubicBezTo>
                  <a:pt x="247823" y="26723"/>
                  <a:pt x="248040" y="24810"/>
                  <a:pt x="248301" y="22505"/>
                </a:cubicBezTo>
                <a:cubicBezTo>
                  <a:pt x="248562" y="20200"/>
                  <a:pt x="248866" y="17366"/>
                  <a:pt x="249214" y="14003"/>
                </a:cubicBezTo>
                <a:lnTo>
                  <a:pt x="256346" y="14003"/>
                </a:lnTo>
                <a:lnTo>
                  <a:pt x="255259" y="24092"/>
                </a:lnTo>
                <a:cubicBezTo>
                  <a:pt x="257289" y="20584"/>
                  <a:pt x="259717" y="17895"/>
                  <a:pt x="262543" y="16025"/>
                </a:cubicBezTo>
                <a:cubicBezTo>
                  <a:pt x="265370" y="14155"/>
                  <a:pt x="268436" y="13220"/>
                  <a:pt x="271741" y="13220"/>
                </a:cubicBezTo>
                <a:cubicBezTo>
                  <a:pt x="276351" y="13220"/>
                  <a:pt x="279620" y="14612"/>
                  <a:pt x="281548" y="17395"/>
                </a:cubicBezTo>
                <a:cubicBezTo>
                  <a:pt x="283476" y="20178"/>
                  <a:pt x="283889" y="24281"/>
                  <a:pt x="282787" y="29702"/>
                </a:cubicBezTo>
                <a:lnTo>
                  <a:pt x="277177" y="57665"/>
                </a:lnTo>
                <a:lnTo>
                  <a:pt x="269610" y="57665"/>
                </a:lnTo>
                <a:lnTo>
                  <a:pt x="275220" y="29789"/>
                </a:lnTo>
                <a:cubicBezTo>
                  <a:pt x="275945" y="26252"/>
                  <a:pt x="275894" y="23694"/>
                  <a:pt x="275068" y="22114"/>
                </a:cubicBezTo>
                <a:cubicBezTo>
                  <a:pt x="274242" y="20534"/>
                  <a:pt x="272669" y="19744"/>
                  <a:pt x="270350" y="19744"/>
                </a:cubicBezTo>
                <a:cubicBezTo>
                  <a:pt x="268494" y="19744"/>
                  <a:pt x="266646" y="20381"/>
                  <a:pt x="264805" y="21657"/>
                </a:cubicBezTo>
                <a:cubicBezTo>
                  <a:pt x="262964" y="22933"/>
                  <a:pt x="261246" y="24593"/>
                  <a:pt x="259652" y="26636"/>
                </a:cubicBezTo>
                <a:cubicBezTo>
                  <a:pt x="258057" y="28680"/>
                  <a:pt x="256673" y="30978"/>
                  <a:pt x="255498" y="33529"/>
                </a:cubicBezTo>
                <a:cubicBezTo>
                  <a:pt x="254324" y="36081"/>
                  <a:pt x="253476" y="38632"/>
                  <a:pt x="252954" y="41183"/>
                </a:cubicBezTo>
                <a:lnTo>
                  <a:pt x="249649" y="57665"/>
                </a:lnTo>
                <a:lnTo>
                  <a:pt x="242082" y="57665"/>
                </a:lnTo>
                <a:lnTo>
                  <a:pt x="246823" y="34051"/>
                </a:lnTo>
                <a:close/>
              </a:path>
            </a:pathLst>
          </a:custGeom>
          <a:solidFill xmlns:a="http://schemas.openxmlformats.org/drawingml/2006/main">
            <a:srgbClr val="83D6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None">
            <a:extLst xmlns:a="http://schemas.openxmlformats.org/drawingml/2006/main">
              <a:ext uri="{FF2B5EF4-FFF2-40B4-BE49-F238E27FC236}">
                <a16:creationId xmlns:a16="http://schemas.microsoft.com/office/drawing/2014/main" id="{C64788C6-63D0-4F42-9487-4DB85739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417" y="5674795"/>
            <a:ext cx="184980" cy="57665"/>
          </a:xfrm>
          <a:custGeom xmlns:a="http://schemas.openxmlformats.org/drawingml/2006/main">
            <a:pathLst>
              <a:path w="184980" h="57665">
                <a:moveTo>
                  <a:pt x="38661" y="56882"/>
                </a:moveTo>
                <a:lnTo>
                  <a:pt x="28572" y="56882"/>
                </a:lnTo>
                <a:lnTo>
                  <a:pt x="12003" y="21407"/>
                </a:lnTo>
                <a:lnTo>
                  <a:pt x="7219" y="10002"/>
                </a:lnTo>
                <a:lnTo>
                  <a:pt x="7219" y="38688"/>
                </a:lnTo>
                <a:lnTo>
                  <a:pt x="7219" y="56882"/>
                </a:lnTo>
                <a:lnTo>
                  <a:pt x="0" y="56882"/>
                </a:lnTo>
                <a:lnTo>
                  <a:pt x="0" y="0"/>
                </a:lnTo>
                <a:lnTo>
                  <a:pt x="9959" y="0"/>
                </a:lnTo>
                <a:lnTo>
                  <a:pt x="25745" y="33604"/>
                </a:lnTo>
                <a:lnTo>
                  <a:pt x="31442" y="46619"/>
                </a:lnTo>
                <a:lnTo>
                  <a:pt x="31442" y="16149"/>
                </a:lnTo>
                <a:lnTo>
                  <a:pt x="31442" y="0"/>
                </a:lnTo>
                <a:lnTo>
                  <a:pt x="38661" y="0"/>
                </a:lnTo>
                <a:lnTo>
                  <a:pt x="38661" y="56882"/>
                </a:lnTo>
                <a:close/>
                <a:moveTo>
                  <a:pt x="88564" y="34704"/>
                </a:moveTo>
                <a:cubicBezTo>
                  <a:pt x="88564" y="38096"/>
                  <a:pt x="88086" y="41205"/>
                  <a:pt x="87129" y="44032"/>
                </a:cubicBezTo>
                <a:cubicBezTo>
                  <a:pt x="86172" y="46858"/>
                  <a:pt x="84795" y="49279"/>
                  <a:pt x="82998" y="51294"/>
                </a:cubicBezTo>
                <a:cubicBezTo>
                  <a:pt x="81200" y="53309"/>
                  <a:pt x="79011" y="54875"/>
                  <a:pt x="76431" y="55991"/>
                </a:cubicBezTo>
                <a:cubicBezTo>
                  <a:pt x="73851" y="57107"/>
                  <a:pt x="70923" y="57665"/>
                  <a:pt x="67647" y="57665"/>
                </a:cubicBezTo>
                <a:cubicBezTo>
                  <a:pt x="64515" y="57665"/>
                  <a:pt x="61710" y="57180"/>
                  <a:pt x="59232" y="56208"/>
                </a:cubicBezTo>
                <a:cubicBezTo>
                  <a:pt x="56753" y="55237"/>
                  <a:pt x="54651" y="53809"/>
                  <a:pt x="52926" y="51925"/>
                </a:cubicBezTo>
                <a:cubicBezTo>
                  <a:pt x="51201" y="50040"/>
                  <a:pt x="49882" y="47706"/>
                  <a:pt x="48968" y="44923"/>
                </a:cubicBezTo>
                <a:cubicBezTo>
                  <a:pt x="48055" y="42140"/>
                  <a:pt x="47598" y="38936"/>
                  <a:pt x="47598" y="35312"/>
                </a:cubicBezTo>
                <a:cubicBezTo>
                  <a:pt x="47598" y="31920"/>
                  <a:pt x="48077" y="28825"/>
                  <a:pt x="49034" y="26028"/>
                </a:cubicBezTo>
                <a:cubicBezTo>
                  <a:pt x="49990" y="23230"/>
                  <a:pt x="51367" y="20824"/>
                  <a:pt x="53165" y="18809"/>
                </a:cubicBezTo>
                <a:cubicBezTo>
                  <a:pt x="54962" y="16794"/>
                  <a:pt x="57151" y="15228"/>
                  <a:pt x="59732" y="14112"/>
                </a:cubicBezTo>
                <a:cubicBezTo>
                  <a:pt x="62312" y="12996"/>
                  <a:pt x="65240" y="12438"/>
                  <a:pt x="68516" y="12438"/>
                </a:cubicBezTo>
                <a:cubicBezTo>
                  <a:pt x="71647" y="12438"/>
                  <a:pt x="74452" y="12923"/>
                  <a:pt x="76931" y="13894"/>
                </a:cubicBezTo>
                <a:cubicBezTo>
                  <a:pt x="79410" y="14866"/>
                  <a:pt x="81512" y="16286"/>
                  <a:pt x="83237" y="18156"/>
                </a:cubicBezTo>
                <a:cubicBezTo>
                  <a:pt x="84962" y="20026"/>
                  <a:pt x="86281" y="22353"/>
                  <a:pt x="87194" y="25136"/>
                </a:cubicBezTo>
                <a:cubicBezTo>
                  <a:pt x="88108" y="27919"/>
                  <a:pt x="88564" y="31108"/>
                  <a:pt x="88564" y="34704"/>
                </a:cubicBezTo>
                <a:moveTo>
                  <a:pt x="80823" y="35051"/>
                </a:moveTo>
                <a:cubicBezTo>
                  <a:pt x="80823" y="32355"/>
                  <a:pt x="80526" y="30000"/>
                  <a:pt x="79932" y="27985"/>
                </a:cubicBezTo>
                <a:cubicBezTo>
                  <a:pt x="79338" y="25970"/>
                  <a:pt x="78490" y="24288"/>
                  <a:pt x="77388" y="22940"/>
                </a:cubicBezTo>
                <a:cubicBezTo>
                  <a:pt x="76286" y="21592"/>
                  <a:pt x="74945" y="20577"/>
                  <a:pt x="73365" y="19896"/>
                </a:cubicBezTo>
                <a:cubicBezTo>
                  <a:pt x="71785" y="19214"/>
                  <a:pt x="70024" y="18874"/>
                  <a:pt x="68081" y="18874"/>
                </a:cubicBezTo>
                <a:cubicBezTo>
                  <a:pt x="65820" y="18874"/>
                  <a:pt x="63885" y="19316"/>
                  <a:pt x="62276" y="20200"/>
                </a:cubicBezTo>
                <a:cubicBezTo>
                  <a:pt x="60667" y="21084"/>
                  <a:pt x="59348" y="22266"/>
                  <a:pt x="58318" y="23745"/>
                </a:cubicBezTo>
                <a:cubicBezTo>
                  <a:pt x="57289" y="25223"/>
                  <a:pt x="56535" y="26941"/>
                  <a:pt x="56057" y="28898"/>
                </a:cubicBezTo>
                <a:cubicBezTo>
                  <a:pt x="55579" y="30855"/>
                  <a:pt x="55339" y="32906"/>
                  <a:pt x="55339" y="35051"/>
                </a:cubicBezTo>
                <a:cubicBezTo>
                  <a:pt x="55339" y="37748"/>
                  <a:pt x="55637" y="40111"/>
                  <a:pt x="56231" y="42140"/>
                </a:cubicBezTo>
                <a:cubicBezTo>
                  <a:pt x="56825" y="44169"/>
                  <a:pt x="57673" y="45858"/>
                  <a:pt x="58775" y="47206"/>
                </a:cubicBezTo>
                <a:cubicBezTo>
                  <a:pt x="59877" y="48554"/>
                  <a:pt x="61210" y="49569"/>
                  <a:pt x="62776" y="50250"/>
                </a:cubicBezTo>
                <a:cubicBezTo>
                  <a:pt x="64341" y="50932"/>
                  <a:pt x="66110" y="51272"/>
                  <a:pt x="68081" y="51272"/>
                </a:cubicBezTo>
                <a:cubicBezTo>
                  <a:pt x="70343" y="51272"/>
                  <a:pt x="72278" y="50830"/>
                  <a:pt x="73887" y="49946"/>
                </a:cubicBezTo>
                <a:cubicBezTo>
                  <a:pt x="75496" y="49062"/>
                  <a:pt x="76815" y="47880"/>
                  <a:pt x="77844" y="46402"/>
                </a:cubicBezTo>
                <a:cubicBezTo>
                  <a:pt x="78874" y="44923"/>
                  <a:pt x="79627" y="43205"/>
                  <a:pt x="80106" y="41248"/>
                </a:cubicBezTo>
                <a:cubicBezTo>
                  <a:pt x="80584" y="39291"/>
                  <a:pt x="80823" y="37226"/>
                  <a:pt x="80823" y="35051"/>
                </a:cubicBezTo>
                <a:close/>
                <a:moveTo>
                  <a:pt x="99329" y="13220"/>
                </a:moveTo>
                <a:lnTo>
                  <a:pt x="106070" y="13220"/>
                </a:lnTo>
                <a:lnTo>
                  <a:pt x="106374" y="20265"/>
                </a:lnTo>
                <a:cubicBezTo>
                  <a:pt x="107650" y="18758"/>
                  <a:pt x="108882" y="17504"/>
                  <a:pt x="110070" y="16504"/>
                </a:cubicBezTo>
                <a:cubicBezTo>
                  <a:pt x="111259" y="15504"/>
                  <a:pt x="112426" y="14699"/>
                  <a:pt x="113571" y="14090"/>
                </a:cubicBezTo>
                <a:cubicBezTo>
                  <a:pt x="114716" y="13481"/>
                  <a:pt x="115883" y="13054"/>
                  <a:pt x="117072" y="12807"/>
                </a:cubicBezTo>
                <a:cubicBezTo>
                  <a:pt x="118261" y="12561"/>
                  <a:pt x="119493" y="12438"/>
                  <a:pt x="120769" y="12438"/>
                </a:cubicBezTo>
                <a:cubicBezTo>
                  <a:pt x="125262" y="12438"/>
                  <a:pt x="128662" y="13764"/>
                  <a:pt x="130967" y="16417"/>
                </a:cubicBezTo>
                <a:cubicBezTo>
                  <a:pt x="133271" y="19070"/>
                  <a:pt x="134424" y="23063"/>
                  <a:pt x="134424" y="28398"/>
                </a:cubicBezTo>
                <a:lnTo>
                  <a:pt x="134424" y="56882"/>
                </a:lnTo>
                <a:lnTo>
                  <a:pt x="126857" y="56882"/>
                </a:lnTo>
                <a:lnTo>
                  <a:pt x="126857" y="29007"/>
                </a:lnTo>
                <a:cubicBezTo>
                  <a:pt x="126857" y="25585"/>
                  <a:pt x="126219" y="23056"/>
                  <a:pt x="124943" y="21418"/>
                </a:cubicBezTo>
                <a:cubicBezTo>
                  <a:pt x="123668" y="19780"/>
                  <a:pt x="121769" y="18961"/>
                  <a:pt x="119246" y="18961"/>
                </a:cubicBezTo>
                <a:cubicBezTo>
                  <a:pt x="118319" y="18961"/>
                  <a:pt x="117413" y="19099"/>
                  <a:pt x="116528" y="19374"/>
                </a:cubicBezTo>
                <a:cubicBezTo>
                  <a:pt x="115644" y="19649"/>
                  <a:pt x="114724" y="20128"/>
                  <a:pt x="113767" y="20809"/>
                </a:cubicBezTo>
                <a:cubicBezTo>
                  <a:pt x="112810" y="21490"/>
                  <a:pt x="111774" y="22411"/>
                  <a:pt x="110658" y="23571"/>
                </a:cubicBezTo>
                <a:cubicBezTo>
                  <a:pt x="109541" y="24730"/>
                  <a:pt x="108287" y="26180"/>
                  <a:pt x="106896" y="27919"/>
                </a:cubicBezTo>
                <a:lnTo>
                  <a:pt x="106896" y="56882"/>
                </a:lnTo>
                <a:lnTo>
                  <a:pt x="99329" y="56882"/>
                </a:lnTo>
                <a:lnTo>
                  <a:pt x="99329" y="13220"/>
                </a:lnTo>
                <a:close/>
                <a:moveTo>
                  <a:pt x="184980" y="32747"/>
                </a:moveTo>
                <a:cubicBezTo>
                  <a:pt x="184980" y="33819"/>
                  <a:pt x="184966" y="34718"/>
                  <a:pt x="184937" y="35443"/>
                </a:cubicBezTo>
                <a:cubicBezTo>
                  <a:pt x="184908" y="36168"/>
                  <a:pt x="184864" y="36849"/>
                  <a:pt x="184806" y="37487"/>
                </a:cubicBezTo>
                <a:lnTo>
                  <a:pt x="154147" y="37487"/>
                </a:lnTo>
                <a:cubicBezTo>
                  <a:pt x="154147" y="41952"/>
                  <a:pt x="155394" y="45380"/>
                  <a:pt x="157887" y="47772"/>
                </a:cubicBezTo>
                <a:cubicBezTo>
                  <a:pt x="160380" y="50164"/>
                  <a:pt x="163975" y="51359"/>
                  <a:pt x="168672" y="51359"/>
                </a:cubicBezTo>
                <a:cubicBezTo>
                  <a:pt x="169948" y="51359"/>
                  <a:pt x="171223" y="51308"/>
                  <a:pt x="172499" y="51205"/>
                </a:cubicBezTo>
                <a:cubicBezTo>
                  <a:pt x="173775" y="51100"/>
                  <a:pt x="175007" y="50959"/>
                  <a:pt x="176195" y="50782"/>
                </a:cubicBezTo>
                <a:cubicBezTo>
                  <a:pt x="177384" y="50603"/>
                  <a:pt x="178522" y="50403"/>
                  <a:pt x="179609" y="50181"/>
                </a:cubicBezTo>
                <a:cubicBezTo>
                  <a:pt x="180696" y="49958"/>
                  <a:pt x="181704" y="49713"/>
                  <a:pt x="182632" y="49446"/>
                </a:cubicBezTo>
                <a:lnTo>
                  <a:pt x="182632" y="55665"/>
                </a:lnTo>
                <a:cubicBezTo>
                  <a:pt x="180573" y="56257"/>
                  <a:pt x="178247" y="56739"/>
                  <a:pt x="175652" y="57109"/>
                </a:cubicBezTo>
                <a:cubicBezTo>
                  <a:pt x="173057" y="57480"/>
                  <a:pt x="170368" y="57665"/>
                  <a:pt x="167585" y="57665"/>
                </a:cubicBezTo>
                <a:cubicBezTo>
                  <a:pt x="163845" y="57665"/>
                  <a:pt x="160627" y="57158"/>
                  <a:pt x="157930" y="56143"/>
                </a:cubicBezTo>
                <a:cubicBezTo>
                  <a:pt x="155234" y="55128"/>
                  <a:pt x="153024" y="53657"/>
                  <a:pt x="151299" y="51729"/>
                </a:cubicBezTo>
                <a:cubicBezTo>
                  <a:pt x="149574" y="49801"/>
                  <a:pt x="148298" y="47438"/>
                  <a:pt x="147472" y="44641"/>
                </a:cubicBezTo>
                <a:cubicBezTo>
                  <a:pt x="146645" y="41843"/>
                  <a:pt x="146232" y="38675"/>
                  <a:pt x="146232" y="35138"/>
                </a:cubicBezTo>
                <a:cubicBezTo>
                  <a:pt x="146232" y="32065"/>
                  <a:pt x="146674" y="29159"/>
                  <a:pt x="147559" y="26419"/>
                </a:cubicBezTo>
                <a:cubicBezTo>
                  <a:pt x="148443" y="23679"/>
                  <a:pt x="149733" y="21273"/>
                  <a:pt x="151429" y="19200"/>
                </a:cubicBezTo>
                <a:cubicBezTo>
                  <a:pt x="153125" y="17127"/>
                  <a:pt x="155205" y="15482"/>
                  <a:pt x="157670" y="14264"/>
                </a:cubicBezTo>
                <a:cubicBezTo>
                  <a:pt x="160134" y="13046"/>
                  <a:pt x="162932" y="12438"/>
                  <a:pt x="166063" y="12438"/>
                </a:cubicBezTo>
                <a:cubicBezTo>
                  <a:pt x="169107" y="12438"/>
                  <a:pt x="171803" y="12916"/>
                  <a:pt x="174152" y="13873"/>
                </a:cubicBezTo>
                <a:cubicBezTo>
                  <a:pt x="176500" y="14829"/>
                  <a:pt x="178479" y="16185"/>
                  <a:pt x="180088" y="17939"/>
                </a:cubicBezTo>
                <a:cubicBezTo>
                  <a:pt x="181697" y="19693"/>
                  <a:pt x="182914" y="21824"/>
                  <a:pt x="183741" y="24332"/>
                </a:cubicBezTo>
                <a:cubicBezTo>
                  <a:pt x="184567" y="26839"/>
                  <a:pt x="184980" y="29644"/>
                  <a:pt x="184980" y="32747"/>
                </a:cubicBezTo>
                <a:moveTo>
                  <a:pt x="177109" y="31659"/>
                </a:moveTo>
                <a:cubicBezTo>
                  <a:pt x="177196" y="29717"/>
                  <a:pt x="177007" y="27941"/>
                  <a:pt x="176543" y="26332"/>
                </a:cubicBezTo>
                <a:cubicBezTo>
                  <a:pt x="176079" y="24723"/>
                  <a:pt x="175362" y="23339"/>
                  <a:pt x="174391" y="22179"/>
                </a:cubicBezTo>
                <a:cubicBezTo>
                  <a:pt x="173419" y="21019"/>
                  <a:pt x="172209" y="20113"/>
                  <a:pt x="170759" y="19461"/>
                </a:cubicBezTo>
                <a:cubicBezTo>
                  <a:pt x="169310" y="18809"/>
                  <a:pt x="167628" y="18482"/>
                  <a:pt x="165715" y="18482"/>
                </a:cubicBezTo>
                <a:cubicBezTo>
                  <a:pt x="164062" y="18482"/>
                  <a:pt x="162555" y="18801"/>
                  <a:pt x="161192" y="19439"/>
                </a:cubicBezTo>
                <a:cubicBezTo>
                  <a:pt x="159829" y="20077"/>
                  <a:pt x="158655" y="20976"/>
                  <a:pt x="157670" y="22135"/>
                </a:cubicBezTo>
                <a:cubicBezTo>
                  <a:pt x="156684" y="23295"/>
                  <a:pt x="155887" y="24687"/>
                  <a:pt x="155278" y="26310"/>
                </a:cubicBezTo>
                <a:cubicBezTo>
                  <a:pt x="154669" y="27934"/>
                  <a:pt x="154292" y="29717"/>
                  <a:pt x="154147" y="31659"/>
                </a:cubicBezTo>
                <a:lnTo>
                  <a:pt x="177109" y="31659"/>
                </a:ln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...">
            <a:extLst xmlns:a="http://schemas.openxmlformats.org/drawingml/2006/main">
              <a:ext uri="{FF2B5EF4-FFF2-40B4-BE49-F238E27FC236}">
                <a16:creationId xmlns:a16="http://schemas.microsoft.com/office/drawing/2014/main" id="{6E46B87D-BE16-488D-9A0C-EA72725D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540" y="5930036"/>
            <a:ext cx="111985" cy="14482"/>
          </a:xfrm>
          <a:custGeom xmlns:a="http://schemas.openxmlformats.org/drawingml/2006/main">
            <a:pathLst>
              <a:path w="111985" h="14482">
                <a:moveTo>
                  <a:pt x="7219" y="0"/>
                </a:moveTo>
                <a:cubicBezTo>
                  <a:pt x="8205" y="0"/>
                  <a:pt x="9140" y="188"/>
                  <a:pt x="10024" y="565"/>
                </a:cubicBezTo>
                <a:cubicBezTo>
                  <a:pt x="10908" y="942"/>
                  <a:pt x="11677" y="1464"/>
                  <a:pt x="12329" y="2131"/>
                </a:cubicBezTo>
                <a:cubicBezTo>
                  <a:pt x="12981" y="2798"/>
                  <a:pt x="13496" y="3573"/>
                  <a:pt x="13873" y="4458"/>
                </a:cubicBezTo>
                <a:cubicBezTo>
                  <a:pt x="14250" y="5342"/>
                  <a:pt x="14438" y="6291"/>
                  <a:pt x="14438" y="7306"/>
                </a:cubicBezTo>
                <a:cubicBezTo>
                  <a:pt x="14438" y="8292"/>
                  <a:pt x="14250" y="9219"/>
                  <a:pt x="13873" y="10089"/>
                </a:cubicBezTo>
                <a:cubicBezTo>
                  <a:pt x="13496" y="10959"/>
                  <a:pt x="12981" y="11720"/>
                  <a:pt x="12329" y="12372"/>
                </a:cubicBezTo>
                <a:cubicBezTo>
                  <a:pt x="11677" y="13025"/>
                  <a:pt x="10908" y="13539"/>
                  <a:pt x="10024" y="13916"/>
                </a:cubicBezTo>
                <a:cubicBezTo>
                  <a:pt x="9140" y="14293"/>
                  <a:pt x="8205" y="14482"/>
                  <a:pt x="7219" y="14482"/>
                </a:cubicBezTo>
                <a:cubicBezTo>
                  <a:pt x="6204" y="14482"/>
                  <a:pt x="5262" y="14293"/>
                  <a:pt x="4392" y="13916"/>
                </a:cubicBezTo>
                <a:cubicBezTo>
                  <a:pt x="3523" y="13539"/>
                  <a:pt x="2761" y="13025"/>
                  <a:pt x="2109" y="12372"/>
                </a:cubicBezTo>
                <a:cubicBezTo>
                  <a:pt x="1457" y="11720"/>
                  <a:pt x="942" y="10959"/>
                  <a:pt x="565" y="10089"/>
                </a:cubicBezTo>
                <a:cubicBezTo>
                  <a:pt x="188" y="9219"/>
                  <a:pt x="0" y="8292"/>
                  <a:pt x="0" y="7306"/>
                </a:cubicBezTo>
                <a:cubicBezTo>
                  <a:pt x="0" y="6291"/>
                  <a:pt x="188" y="5342"/>
                  <a:pt x="565" y="4458"/>
                </a:cubicBezTo>
                <a:cubicBezTo>
                  <a:pt x="942" y="3573"/>
                  <a:pt x="1457" y="2798"/>
                  <a:pt x="2109" y="2131"/>
                </a:cubicBezTo>
                <a:cubicBezTo>
                  <a:pt x="2761" y="1464"/>
                  <a:pt x="3523" y="942"/>
                  <a:pt x="4392" y="565"/>
                </a:cubicBezTo>
                <a:cubicBezTo>
                  <a:pt x="5262" y="188"/>
                  <a:pt x="6204" y="0"/>
                  <a:pt x="7219" y="0"/>
                </a:cubicBezTo>
                <a:close/>
                <a:moveTo>
                  <a:pt x="55992" y="0"/>
                </a:moveTo>
                <a:cubicBezTo>
                  <a:pt x="56978" y="0"/>
                  <a:pt x="57913" y="188"/>
                  <a:pt x="58797" y="565"/>
                </a:cubicBezTo>
                <a:cubicBezTo>
                  <a:pt x="59682" y="942"/>
                  <a:pt x="60450" y="1464"/>
                  <a:pt x="61102" y="2131"/>
                </a:cubicBezTo>
                <a:cubicBezTo>
                  <a:pt x="61754" y="2798"/>
                  <a:pt x="62269" y="3573"/>
                  <a:pt x="62646" y="4458"/>
                </a:cubicBezTo>
                <a:cubicBezTo>
                  <a:pt x="63023" y="5342"/>
                  <a:pt x="63211" y="6291"/>
                  <a:pt x="63211" y="7306"/>
                </a:cubicBezTo>
                <a:cubicBezTo>
                  <a:pt x="63211" y="8292"/>
                  <a:pt x="63023" y="9219"/>
                  <a:pt x="62646" y="10089"/>
                </a:cubicBezTo>
                <a:cubicBezTo>
                  <a:pt x="62269" y="10959"/>
                  <a:pt x="61754" y="11720"/>
                  <a:pt x="61102" y="12372"/>
                </a:cubicBezTo>
                <a:cubicBezTo>
                  <a:pt x="60450" y="13025"/>
                  <a:pt x="59682" y="13539"/>
                  <a:pt x="58797" y="13916"/>
                </a:cubicBezTo>
                <a:cubicBezTo>
                  <a:pt x="57913" y="14293"/>
                  <a:pt x="56978" y="14482"/>
                  <a:pt x="55992" y="14482"/>
                </a:cubicBezTo>
                <a:cubicBezTo>
                  <a:pt x="54978" y="14482"/>
                  <a:pt x="54035" y="14293"/>
                  <a:pt x="53166" y="13916"/>
                </a:cubicBezTo>
                <a:cubicBezTo>
                  <a:pt x="52296" y="13539"/>
                  <a:pt x="51535" y="13025"/>
                  <a:pt x="50882" y="12372"/>
                </a:cubicBezTo>
                <a:cubicBezTo>
                  <a:pt x="50230" y="11720"/>
                  <a:pt x="49715" y="10959"/>
                  <a:pt x="49339" y="10089"/>
                </a:cubicBezTo>
                <a:cubicBezTo>
                  <a:pt x="48962" y="9219"/>
                  <a:pt x="48773" y="8292"/>
                  <a:pt x="48773" y="7306"/>
                </a:cubicBezTo>
                <a:cubicBezTo>
                  <a:pt x="48773" y="6291"/>
                  <a:pt x="48962" y="5342"/>
                  <a:pt x="49339" y="4458"/>
                </a:cubicBezTo>
                <a:cubicBezTo>
                  <a:pt x="49715" y="3573"/>
                  <a:pt x="50230" y="2798"/>
                  <a:pt x="50882" y="2131"/>
                </a:cubicBezTo>
                <a:cubicBezTo>
                  <a:pt x="51535" y="1464"/>
                  <a:pt x="52296" y="942"/>
                  <a:pt x="53166" y="565"/>
                </a:cubicBezTo>
                <a:cubicBezTo>
                  <a:pt x="54035" y="188"/>
                  <a:pt x="54978" y="0"/>
                  <a:pt x="55992" y="0"/>
                </a:cubicBezTo>
                <a:close/>
                <a:moveTo>
                  <a:pt x="104766" y="0"/>
                </a:moveTo>
                <a:cubicBezTo>
                  <a:pt x="105751" y="0"/>
                  <a:pt x="106686" y="188"/>
                  <a:pt x="107570" y="565"/>
                </a:cubicBezTo>
                <a:cubicBezTo>
                  <a:pt x="108455" y="942"/>
                  <a:pt x="109223" y="1464"/>
                  <a:pt x="109875" y="2131"/>
                </a:cubicBezTo>
                <a:cubicBezTo>
                  <a:pt x="110528" y="2798"/>
                  <a:pt x="111042" y="3573"/>
                  <a:pt x="111419" y="4458"/>
                </a:cubicBezTo>
                <a:cubicBezTo>
                  <a:pt x="111796" y="5342"/>
                  <a:pt x="111985" y="6291"/>
                  <a:pt x="111985" y="7306"/>
                </a:cubicBezTo>
                <a:cubicBezTo>
                  <a:pt x="111985" y="8292"/>
                  <a:pt x="111796" y="9219"/>
                  <a:pt x="111419" y="10089"/>
                </a:cubicBezTo>
                <a:cubicBezTo>
                  <a:pt x="111042" y="10959"/>
                  <a:pt x="110528" y="11720"/>
                  <a:pt x="109875" y="12372"/>
                </a:cubicBezTo>
                <a:cubicBezTo>
                  <a:pt x="109223" y="13025"/>
                  <a:pt x="108455" y="13539"/>
                  <a:pt x="107570" y="13916"/>
                </a:cubicBezTo>
                <a:cubicBezTo>
                  <a:pt x="106686" y="14293"/>
                  <a:pt x="105751" y="14482"/>
                  <a:pt x="104766" y="14482"/>
                </a:cubicBezTo>
                <a:cubicBezTo>
                  <a:pt x="103751" y="14482"/>
                  <a:pt x="102809" y="14293"/>
                  <a:pt x="101939" y="13916"/>
                </a:cubicBezTo>
                <a:cubicBezTo>
                  <a:pt x="101069" y="13539"/>
                  <a:pt x="100308" y="13025"/>
                  <a:pt x="99656" y="12372"/>
                </a:cubicBezTo>
                <a:cubicBezTo>
                  <a:pt x="99003" y="11720"/>
                  <a:pt x="98489" y="10959"/>
                  <a:pt x="98112" y="10089"/>
                </a:cubicBezTo>
                <a:cubicBezTo>
                  <a:pt x="97735" y="9219"/>
                  <a:pt x="97546" y="8292"/>
                  <a:pt x="97546" y="7306"/>
                </a:cubicBezTo>
                <a:cubicBezTo>
                  <a:pt x="97546" y="6291"/>
                  <a:pt x="97735" y="5342"/>
                  <a:pt x="98112" y="4458"/>
                </a:cubicBezTo>
                <a:cubicBezTo>
                  <a:pt x="98489" y="3573"/>
                  <a:pt x="99003" y="2798"/>
                  <a:pt x="99656" y="2131"/>
                </a:cubicBezTo>
                <a:cubicBezTo>
                  <a:pt x="100308" y="1464"/>
                  <a:pt x="101069" y="942"/>
                  <a:pt x="101939" y="565"/>
                </a:cubicBezTo>
                <a:cubicBezTo>
                  <a:pt x="102809" y="188"/>
                  <a:pt x="103751" y="0"/>
                  <a:pt x="104766" y="0"/>
                </a:cubicBezTo>
                <a:close/>
              </a:path>
            </a:pathLst>
          </a:custGeom>
          <a:solidFill xmlns:a="http://schemas.openxmlformats.org/drawingml/2006/main">
            <a:srgbClr val="D8DEE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5b8b0ffae47a6"/>
          <a:stretch xmlns:a="http://schemas.openxmlformats.org/drawingml/2006/main"/>
        </p:blipFill>
        <p:spPr>
          <a:xfrm xmlns:a="http://schemas.openxmlformats.org/drawingml/2006/main">
            <a:off x="1853078" y="4516685"/>
            <a:ext cx="974133" cy="974133"/>
          </a:xfrm>
          <a:prstGeom xmlns:a="http://schemas.openxmlformats.org/drawingml/2006/main" prst="rect">
            <a:avLst/>
          </a:prstGeom>
        </p:spPr>
      </p:pic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C2772-AC2F-4D46-844E-0BA45ACD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891" y="5120073"/>
            <a:ext cx="216297" cy="216121"/>
          </a:xfrm>
          <a:custGeom xmlns:a="http://schemas.openxmlformats.org/drawingml/2006/main">
            <a:pathLst>
              <a:path w="216297" h="216121" fill="none">
                <a:moveTo>
                  <a:pt x="0" y="108149"/>
                </a:moveTo>
                <a:cubicBezTo>
                  <a:pt x="0" y="48420"/>
                  <a:pt x="48420" y="0"/>
                  <a:pt x="108149" y="0"/>
                </a:cubicBezTo>
                <a:cubicBezTo>
                  <a:pt x="167878" y="0"/>
                  <a:pt x="216297" y="48420"/>
                  <a:pt x="216297" y="108149"/>
                </a:cubicBezTo>
                <a:cubicBezTo>
                  <a:pt x="216297" y="167878"/>
                  <a:pt x="167878" y="216121"/>
                  <a:pt x="108149" y="216121"/>
                </a:cubicBezTo>
                <a:cubicBezTo>
                  <a:pt x="48420" y="216121"/>
                  <a:pt x="0" y="167878"/>
                  <a:pt x="0" y="1081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215" name="Text GameBoard">
            <a:extLst xmlns:a="http://schemas.openxmlformats.org/drawingml/2006/main">
              <a:ext uri="{FF2B5EF4-FFF2-40B4-BE49-F238E27FC236}">
                <a16:creationId xmlns:a16="http://schemas.microsoft.com/office/drawing/2014/main" id="{E47D44CE-3B40-48A8-9164-AECCD638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812" y="6736433"/>
            <a:ext cx="1163924" cy="143097"/>
          </a:xfrm>
          <a:custGeom xmlns:a="http://schemas.openxmlformats.org/drawingml/2006/main">
            <a:pathLst>
              <a:path w="1163924" h="143097">
                <a:moveTo>
                  <a:pt x="73521" y="142975"/>
                </a:moveTo>
                <a:lnTo>
                  <a:pt x="75136" y="142881"/>
                </a:lnTo>
                <a:lnTo>
                  <a:pt x="76730" y="142759"/>
                </a:lnTo>
                <a:lnTo>
                  <a:pt x="78301" y="142611"/>
                </a:lnTo>
                <a:lnTo>
                  <a:pt x="79851" y="142436"/>
                </a:lnTo>
                <a:lnTo>
                  <a:pt x="81379" y="142234"/>
                </a:lnTo>
                <a:lnTo>
                  <a:pt x="82885" y="142004"/>
                </a:lnTo>
                <a:lnTo>
                  <a:pt x="84370" y="141748"/>
                </a:lnTo>
                <a:lnTo>
                  <a:pt x="85833" y="141465"/>
                </a:lnTo>
                <a:lnTo>
                  <a:pt x="87274" y="141155"/>
                </a:lnTo>
                <a:lnTo>
                  <a:pt x="88693" y="140818"/>
                </a:lnTo>
                <a:lnTo>
                  <a:pt x="90091" y="140454"/>
                </a:lnTo>
                <a:lnTo>
                  <a:pt x="91467" y="140063"/>
                </a:lnTo>
                <a:lnTo>
                  <a:pt x="92821" y="139645"/>
                </a:lnTo>
                <a:lnTo>
                  <a:pt x="94153" y="139200"/>
                </a:lnTo>
                <a:lnTo>
                  <a:pt x="95463" y="138728"/>
                </a:lnTo>
                <a:lnTo>
                  <a:pt x="96752" y="138229"/>
                </a:lnTo>
                <a:lnTo>
                  <a:pt x="98019" y="137704"/>
                </a:lnTo>
                <a:lnTo>
                  <a:pt x="99265" y="137151"/>
                </a:lnTo>
                <a:lnTo>
                  <a:pt x="100488" y="136571"/>
                </a:lnTo>
                <a:lnTo>
                  <a:pt x="101690" y="135964"/>
                </a:lnTo>
                <a:lnTo>
                  <a:pt x="102870" y="135331"/>
                </a:lnTo>
                <a:lnTo>
                  <a:pt x="104028" y="134673"/>
                </a:lnTo>
                <a:lnTo>
                  <a:pt x="105162" y="133995"/>
                </a:lnTo>
                <a:lnTo>
                  <a:pt x="106272" y="133296"/>
                </a:lnTo>
                <a:lnTo>
                  <a:pt x="107360" y="132575"/>
                </a:lnTo>
                <a:lnTo>
                  <a:pt x="108424" y="131834"/>
                </a:lnTo>
                <a:lnTo>
                  <a:pt x="109464" y="131073"/>
                </a:lnTo>
                <a:lnTo>
                  <a:pt x="110482" y="130290"/>
                </a:lnTo>
                <a:lnTo>
                  <a:pt x="111476" y="129486"/>
                </a:lnTo>
                <a:lnTo>
                  <a:pt x="112446" y="128662"/>
                </a:lnTo>
                <a:lnTo>
                  <a:pt x="113393" y="127817"/>
                </a:lnTo>
                <a:lnTo>
                  <a:pt x="114317" y="126951"/>
                </a:lnTo>
                <a:lnTo>
                  <a:pt x="115218" y="126064"/>
                </a:lnTo>
                <a:lnTo>
                  <a:pt x="116095" y="125156"/>
                </a:lnTo>
                <a:lnTo>
                  <a:pt x="116948" y="124227"/>
                </a:lnTo>
                <a:lnTo>
                  <a:pt x="117779" y="123278"/>
                </a:lnTo>
                <a:lnTo>
                  <a:pt x="118586" y="122307"/>
                </a:lnTo>
                <a:lnTo>
                  <a:pt x="119369" y="121316"/>
                </a:lnTo>
                <a:lnTo>
                  <a:pt x="120129" y="120304"/>
                </a:lnTo>
                <a:lnTo>
                  <a:pt x="120866" y="119271"/>
                </a:lnTo>
                <a:lnTo>
                  <a:pt x="121580" y="118217"/>
                </a:lnTo>
                <a:lnTo>
                  <a:pt x="122270" y="117143"/>
                </a:lnTo>
                <a:lnTo>
                  <a:pt x="122937" y="116047"/>
                </a:lnTo>
                <a:lnTo>
                  <a:pt x="123580" y="114931"/>
                </a:lnTo>
                <a:lnTo>
                  <a:pt x="124200" y="113794"/>
                </a:lnTo>
                <a:lnTo>
                  <a:pt x="124796" y="112639"/>
                </a:lnTo>
                <a:lnTo>
                  <a:pt x="125366" y="111468"/>
                </a:lnTo>
                <a:lnTo>
                  <a:pt x="125911" y="110283"/>
                </a:lnTo>
                <a:lnTo>
                  <a:pt x="126430" y="109083"/>
                </a:lnTo>
                <a:lnTo>
                  <a:pt x="126925" y="107867"/>
                </a:lnTo>
                <a:lnTo>
                  <a:pt x="127394" y="106636"/>
                </a:lnTo>
                <a:lnTo>
                  <a:pt x="127837" y="105391"/>
                </a:lnTo>
                <a:lnTo>
                  <a:pt x="128255" y="104130"/>
                </a:lnTo>
                <a:lnTo>
                  <a:pt x="128648" y="102854"/>
                </a:lnTo>
                <a:lnTo>
                  <a:pt x="129016" y="101563"/>
                </a:lnTo>
                <a:lnTo>
                  <a:pt x="129358" y="100257"/>
                </a:lnTo>
                <a:lnTo>
                  <a:pt x="129675" y="98935"/>
                </a:lnTo>
                <a:lnTo>
                  <a:pt x="129966" y="97599"/>
                </a:lnTo>
                <a:lnTo>
                  <a:pt x="130232" y="96248"/>
                </a:lnTo>
                <a:lnTo>
                  <a:pt x="130473" y="94881"/>
                </a:lnTo>
                <a:lnTo>
                  <a:pt x="130689" y="93499"/>
                </a:lnTo>
                <a:lnTo>
                  <a:pt x="130879" y="92103"/>
                </a:lnTo>
                <a:lnTo>
                  <a:pt x="131043" y="90691"/>
                </a:lnTo>
                <a:lnTo>
                  <a:pt x="131183" y="89264"/>
                </a:lnTo>
                <a:lnTo>
                  <a:pt x="131297" y="87822"/>
                </a:lnTo>
                <a:lnTo>
                  <a:pt x="131386" y="86365"/>
                </a:lnTo>
                <a:lnTo>
                  <a:pt x="131449" y="84892"/>
                </a:lnTo>
                <a:lnTo>
                  <a:pt x="131487" y="83405"/>
                </a:lnTo>
                <a:lnTo>
                  <a:pt x="131500" y="81903"/>
                </a:lnTo>
                <a:lnTo>
                  <a:pt x="131500" y="67717"/>
                </a:lnTo>
                <a:lnTo>
                  <a:pt x="69270" y="67717"/>
                </a:lnTo>
                <a:lnTo>
                  <a:pt x="69270" y="90911"/>
                </a:lnTo>
                <a:lnTo>
                  <a:pt x="102301" y="90911"/>
                </a:lnTo>
                <a:lnTo>
                  <a:pt x="102243" y="91598"/>
                </a:lnTo>
                <a:lnTo>
                  <a:pt x="102173" y="92278"/>
                </a:lnTo>
                <a:lnTo>
                  <a:pt x="102091" y="92951"/>
                </a:lnTo>
                <a:lnTo>
                  <a:pt x="101997" y="93617"/>
                </a:lnTo>
                <a:lnTo>
                  <a:pt x="101891" y="94277"/>
                </a:lnTo>
                <a:lnTo>
                  <a:pt x="101773" y="94930"/>
                </a:lnTo>
                <a:lnTo>
                  <a:pt x="101643" y="95575"/>
                </a:lnTo>
                <a:lnTo>
                  <a:pt x="101501" y="96215"/>
                </a:lnTo>
                <a:lnTo>
                  <a:pt x="101347" y="96847"/>
                </a:lnTo>
                <a:lnTo>
                  <a:pt x="101181" y="97472"/>
                </a:lnTo>
                <a:lnTo>
                  <a:pt x="101002" y="98091"/>
                </a:lnTo>
                <a:lnTo>
                  <a:pt x="100812" y="98702"/>
                </a:lnTo>
                <a:lnTo>
                  <a:pt x="100610" y="99307"/>
                </a:lnTo>
                <a:lnTo>
                  <a:pt x="100395" y="99905"/>
                </a:lnTo>
                <a:lnTo>
                  <a:pt x="100169" y="100497"/>
                </a:lnTo>
                <a:lnTo>
                  <a:pt x="99931" y="101081"/>
                </a:lnTo>
                <a:lnTo>
                  <a:pt x="99680" y="101659"/>
                </a:lnTo>
                <a:lnTo>
                  <a:pt x="99418" y="102229"/>
                </a:lnTo>
                <a:lnTo>
                  <a:pt x="99143" y="102793"/>
                </a:lnTo>
                <a:lnTo>
                  <a:pt x="98856" y="103350"/>
                </a:lnTo>
                <a:lnTo>
                  <a:pt x="98558" y="103901"/>
                </a:lnTo>
                <a:lnTo>
                  <a:pt x="98247" y="104444"/>
                </a:lnTo>
                <a:lnTo>
                  <a:pt x="97924" y="104981"/>
                </a:lnTo>
                <a:lnTo>
                  <a:pt x="97589" y="105510"/>
                </a:lnTo>
                <a:lnTo>
                  <a:pt x="97243" y="106032"/>
                </a:lnTo>
                <a:lnTo>
                  <a:pt x="96885" y="106544"/>
                </a:lnTo>
                <a:lnTo>
                  <a:pt x="96517" y="107047"/>
                </a:lnTo>
                <a:lnTo>
                  <a:pt x="96137" y="107540"/>
                </a:lnTo>
                <a:lnTo>
                  <a:pt x="95746" y="108023"/>
                </a:lnTo>
                <a:lnTo>
                  <a:pt x="95344" y="108497"/>
                </a:lnTo>
                <a:lnTo>
                  <a:pt x="94930" y="108961"/>
                </a:lnTo>
                <a:lnTo>
                  <a:pt x="94506" y="109416"/>
                </a:lnTo>
                <a:lnTo>
                  <a:pt x="94071" y="109862"/>
                </a:lnTo>
                <a:lnTo>
                  <a:pt x="93624" y="110297"/>
                </a:lnTo>
                <a:lnTo>
                  <a:pt x="93166" y="110724"/>
                </a:lnTo>
                <a:lnTo>
                  <a:pt x="92697" y="111141"/>
                </a:lnTo>
                <a:lnTo>
                  <a:pt x="92217" y="111548"/>
                </a:lnTo>
                <a:lnTo>
                  <a:pt x="91726" y="111946"/>
                </a:lnTo>
                <a:lnTo>
                  <a:pt x="91223" y="112334"/>
                </a:lnTo>
                <a:lnTo>
                  <a:pt x="90709" y="112712"/>
                </a:lnTo>
                <a:lnTo>
                  <a:pt x="90185" y="113082"/>
                </a:lnTo>
                <a:lnTo>
                  <a:pt x="89649" y="113441"/>
                </a:lnTo>
                <a:lnTo>
                  <a:pt x="89102" y="113791"/>
                </a:lnTo>
                <a:lnTo>
                  <a:pt x="88544" y="114132"/>
                </a:lnTo>
                <a:lnTo>
                  <a:pt x="87974" y="114463"/>
                </a:lnTo>
                <a:lnTo>
                  <a:pt x="87394" y="114784"/>
                </a:lnTo>
                <a:lnTo>
                  <a:pt x="86802" y="115096"/>
                </a:lnTo>
                <a:lnTo>
                  <a:pt x="86200" y="115399"/>
                </a:lnTo>
                <a:lnTo>
                  <a:pt x="85586" y="115690"/>
                </a:lnTo>
                <a:lnTo>
                  <a:pt x="84962" y="115969"/>
                </a:lnTo>
                <a:lnTo>
                  <a:pt x="84327" y="116236"/>
                </a:lnTo>
                <a:lnTo>
                  <a:pt x="83682" y="116490"/>
                </a:lnTo>
                <a:lnTo>
                  <a:pt x="83025" y="116732"/>
                </a:lnTo>
                <a:lnTo>
                  <a:pt x="82359" y="116962"/>
                </a:lnTo>
                <a:lnTo>
                  <a:pt x="81682" y="117179"/>
                </a:lnTo>
                <a:lnTo>
                  <a:pt x="80994" y="117383"/>
                </a:lnTo>
                <a:lnTo>
                  <a:pt x="80295" y="117576"/>
                </a:lnTo>
                <a:lnTo>
                  <a:pt x="79586" y="117755"/>
                </a:lnTo>
                <a:lnTo>
                  <a:pt x="78866" y="117923"/>
                </a:lnTo>
                <a:lnTo>
                  <a:pt x="78136" y="118078"/>
                </a:lnTo>
                <a:lnTo>
                  <a:pt x="77395" y="118221"/>
                </a:lnTo>
                <a:lnTo>
                  <a:pt x="76644" y="118351"/>
                </a:lnTo>
                <a:lnTo>
                  <a:pt x="75882" y="118469"/>
                </a:lnTo>
                <a:lnTo>
                  <a:pt x="75109" y="118574"/>
                </a:lnTo>
                <a:lnTo>
                  <a:pt x="74326" y="118667"/>
                </a:lnTo>
                <a:lnTo>
                  <a:pt x="73532" y="118748"/>
                </a:lnTo>
                <a:lnTo>
                  <a:pt x="72727" y="118816"/>
                </a:lnTo>
                <a:lnTo>
                  <a:pt x="71912" y="118872"/>
                </a:lnTo>
                <a:lnTo>
                  <a:pt x="71086" y="118915"/>
                </a:lnTo>
                <a:lnTo>
                  <a:pt x="70250" y="118946"/>
                </a:lnTo>
                <a:lnTo>
                  <a:pt x="69403" y="118965"/>
                </a:lnTo>
                <a:lnTo>
                  <a:pt x="68546" y="118971"/>
                </a:lnTo>
                <a:lnTo>
                  <a:pt x="67390" y="118960"/>
                </a:lnTo>
                <a:lnTo>
                  <a:pt x="66254" y="118926"/>
                </a:lnTo>
                <a:lnTo>
                  <a:pt x="65137" y="118869"/>
                </a:lnTo>
                <a:lnTo>
                  <a:pt x="64039" y="118790"/>
                </a:lnTo>
                <a:lnTo>
                  <a:pt x="62959" y="118688"/>
                </a:lnTo>
                <a:lnTo>
                  <a:pt x="61899" y="118563"/>
                </a:lnTo>
                <a:lnTo>
                  <a:pt x="60858" y="118416"/>
                </a:lnTo>
                <a:lnTo>
                  <a:pt x="59836" y="118246"/>
                </a:lnTo>
                <a:lnTo>
                  <a:pt x="58834" y="118054"/>
                </a:lnTo>
                <a:lnTo>
                  <a:pt x="57850" y="117838"/>
                </a:lnTo>
                <a:lnTo>
                  <a:pt x="56885" y="117601"/>
                </a:lnTo>
                <a:lnTo>
                  <a:pt x="55939" y="117340"/>
                </a:lnTo>
                <a:lnTo>
                  <a:pt x="55012" y="117057"/>
                </a:lnTo>
                <a:lnTo>
                  <a:pt x="54105" y="116751"/>
                </a:lnTo>
                <a:lnTo>
                  <a:pt x="53216" y="116423"/>
                </a:lnTo>
                <a:lnTo>
                  <a:pt x="52347" y="116072"/>
                </a:lnTo>
                <a:lnTo>
                  <a:pt x="51496" y="115698"/>
                </a:lnTo>
                <a:lnTo>
                  <a:pt x="50665" y="115302"/>
                </a:lnTo>
                <a:lnTo>
                  <a:pt x="49853" y="114883"/>
                </a:lnTo>
                <a:lnTo>
                  <a:pt x="49059" y="114441"/>
                </a:lnTo>
                <a:lnTo>
                  <a:pt x="48285" y="113977"/>
                </a:lnTo>
                <a:lnTo>
                  <a:pt x="47530" y="113490"/>
                </a:lnTo>
                <a:lnTo>
                  <a:pt x="46794" y="112980"/>
                </a:lnTo>
                <a:lnTo>
                  <a:pt x="46077" y="112448"/>
                </a:lnTo>
                <a:lnTo>
                  <a:pt x="45377" y="111897"/>
                </a:lnTo>
                <a:lnTo>
                  <a:pt x="44694" y="111331"/>
                </a:lnTo>
                <a:lnTo>
                  <a:pt x="44026" y="110751"/>
                </a:lnTo>
                <a:lnTo>
                  <a:pt x="43374" y="110155"/>
                </a:lnTo>
                <a:lnTo>
                  <a:pt x="42739" y="109546"/>
                </a:lnTo>
                <a:lnTo>
                  <a:pt x="42119" y="108921"/>
                </a:lnTo>
                <a:lnTo>
                  <a:pt x="41516" y="108281"/>
                </a:lnTo>
                <a:lnTo>
                  <a:pt x="40928" y="107627"/>
                </a:lnTo>
                <a:lnTo>
                  <a:pt x="40357" y="106958"/>
                </a:lnTo>
                <a:lnTo>
                  <a:pt x="39801" y="106275"/>
                </a:lnTo>
                <a:lnTo>
                  <a:pt x="39262" y="105576"/>
                </a:lnTo>
                <a:lnTo>
                  <a:pt x="38738" y="104863"/>
                </a:lnTo>
                <a:lnTo>
                  <a:pt x="38230" y="104135"/>
                </a:lnTo>
                <a:lnTo>
                  <a:pt x="37739" y="103393"/>
                </a:lnTo>
                <a:lnTo>
                  <a:pt x="37263" y="102635"/>
                </a:lnTo>
                <a:lnTo>
                  <a:pt x="36804" y="101863"/>
                </a:lnTo>
                <a:lnTo>
                  <a:pt x="36360" y="101077"/>
                </a:lnTo>
                <a:lnTo>
                  <a:pt x="35933" y="100275"/>
                </a:lnTo>
                <a:lnTo>
                  <a:pt x="35521" y="99459"/>
                </a:lnTo>
                <a:lnTo>
                  <a:pt x="35126" y="98628"/>
                </a:lnTo>
                <a:lnTo>
                  <a:pt x="34746" y="97782"/>
                </a:lnTo>
                <a:lnTo>
                  <a:pt x="34382" y="96921"/>
                </a:lnTo>
                <a:lnTo>
                  <a:pt x="34035" y="96046"/>
                </a:lnTo>
                <a:lnTo>
                  <a:pt x="33703" y="95156"/>
                </a:lnTo>
                <a:lnTo>
                  <a:pt x="33386" y="94255"/>
                </a:lnTo>
                <a:lnTo>
                  <a:pt x="33083" y="93348"/>
                </a:lnTo>
                <a:lnTo>
                  <a:pt x="32793" y="92433"/>
                </a:lnTo>
                <a:lnTo>
                  <a:pt x="32517" y="91512"/>
                </a:lnTo>
                <a:lnTo>
                  <a:pt x="32254" y="90584"/>
                </a:lnTo>
                <a:lnTo>
                  <a:pt x="32005" y="89649"/>
                </a:lnTo>
                <a:lnTo>
                  <a:pt x="31769" y="88707"/>
                </a:lnTo>
                <a:lnTo>
                  <a:pt x="31546" y="87759"/>
                </a:lnTo>
                <a:lnTo>
                  <a:pt x="31337" y="86803"/>
                </a:lnTo>
                <a:lnTo>
                  <a:pt x="31142" y="85841"/>
                </a:lnTo>
                <a:lnTo>
                  <a:pt x="30960" y="84872"/>
                </a:lnTo>
                <a:lnTo>
                  <a:pt x="30791" y="83896"/>
                </a:lnTo>
                <a:lnTo>
                  <a:pt x="30636" y="82913"/>
                </a:lnTo>
                <a:lnTo>
                  <a:pt x="30495" y="81923"/>
                </a:lnTo>
                <a:lnTo>
                  <a:pt x="30366" y="80927"/>
                </a:lnTo>
                <a:lnTo>
                  <a:pt x="30252" y="79924"/>
                </a:lnTo>
                <a:lnTo>
                  <a:pt x="30151" y="78914"/>
                </a:lnTo>
                <a:lnTo>
                  <a:pt x="30063" y="77897"/>
                </a:lnTo>
                <a:lnTo>
                  <a:pt x="29989" y="76873"/>
                </a:lnTo>
                <a:lnTo>
                  <a:pt x="29928" y="75842"/>
                </a:lnTo>
                <a:lnTo>
                  <a:pt x="29881" y="74805"/>
                </a:lnTo>
                <a:lnTo>
                  <a:pt x="29847" y="73761"/>
                </a:lnTo>
                <a:lnTo>
                  <a:pt x="29827" y="72710"/>
                </a:lnTo>
                <a:lnTo>
                  <a:pt x="29820" y="71652"/>
                </a:lnTo>
                <a:lnTo>
                  <a:pt x="29827" y="70586"/>
                </a:lnTo>
                <a:lnTo>
                  <a:pt x="29847" y="69527"/>
                </a:lnTo>
                <a:lnTo>
                  <a:pt x="29880" y="68475"/>
                </a:lnTo>
                <a:lnTo>
                  <a:pt x="29927" y="67431"/>
                </a:lnTo>
                <a:lnTo>
                  <a:pt x="29987" y="66394"/>
                </a:lnTo>
                <a:lnTo>
                  <a:pt x="30060" y="65365"/>
                </a:lnTo>
                <a:lnTo>
                  <a:pt x="30146" y="64343"/>
                </a:lnTo>
                <a:lnTo>
                  <a:pt x="30246" y="63328"/>
                </a:lnTo>
                <a:lnTo>
                  <a:pt x="30359" y="62321"/>
                </a:lnTo>
                <a:lnTo>
                  <a:pt x="30486" y="61321"/>
                </a:lnTo>
                <a:lnTo>
                  <a:pt x="30625" y="60328"/>
                </a:lnTo>
                <a:lnTo>
                  <a:pt x="30778" y="59343"/>
                </a:lnTo>
                <a:lnTo>
                  <a:pt x="30944" y="58365"/>
                </a:lnTo>
                <a:lnTo>
                  <a:pt x="31124" y="57395"/>
                </a:lnTo>
                <a:lnTo>
                  <a:pt x="31317" y="56432"/>
                </a:lnTo>
                <a:lnTo>
                  <a:pt x="31523" y="55476"/>
                </a:lnTo>
                <a:lnTo>
                  <a:pt x="31743" y="54528"/>
                </a:lnTo>
                <a:lnTo>
                  <a:pt x="31975" y="53587"/>
                </a:lnTo>
                <a:lnTo>
                  <a:pt x="32221" y="52653"/>
                </a:lnTo>
                <a:lnTo>
                  <a:pt x="32481" y="51727"/>
                </a:lnTo>
                <a:lnTo>
                  <a:pt x="32754" y="50808"/>
                </a:lnTo>
                <a:lnTo>
                  <a:pt x="33040" y="49897"/>
                </a:lnTo>
                <a:lnTo>
                  <a:pt x="33339" y="48992"/>
                </a:lnTo>
                <a:lnTo>
                  <a:pt x="33651" y="48096"/>
                </a:lnTo>
                <a:lnTo>
                  <a:pt x="33979" y="47210"/>
                </a:lnTo>
                <a:lnTo>
                  <a:pt x="34322" y="46338"/>
                </a:lnTo>
                <a:lnTo>
                  <a:pt x="34680" y="45481"/>
                </a:lnTo>
                <a:lnTo>
                  <a:pt x="35055" y="44639"/>
                </a:lnTo>
                <a:lnTo>
                  <a:pt x="35446" y="43810"/>
                </a:lnTo>
                <a:lnTo>
                  <a:pt x="35852" y="42996"/>
                </a:lnTo>
                <a:lnTo>
                  <a:pt x="36274" y="42197"/>
                </a:lnTo>
                <a:lnTo>
                  <a:pt x="36712" y="41411"/>
                </a:lnTo>
                <a:lnTo>
                  <a:pt x="37165" y="40641"/>
                </a:lnTo>
                <a:lnTo>
                  <a:pt x="37635" y="39884"/>
                </a:lnTo>
                <a:lnTo>
                  <a:pt x="38120" y="39142"/>
                </a:lnTo>
                <a:lnTo>
                  <a:pt x="38622" y="38414"/>
                </a:lnTo>
                <a:lnTo>
                  <a:pt x="39139" y="37701"/>
                </a:lnTo>
                <a:lnTo>
                  <a:pt x="39671" y="37002"/>
                </a:lnTo>
                <a:lnTo>
                  <a:pt x="40220" y="36318"/>
                </a:lnTo>
                <a:lnTo>
                  <a:pt x="40784" y="35648"/>
                </a:lnTo>
                <a:lnTo>
                  <a:pt x="41365" y="34992"/>
                </a:lnTo>
                <a:lnTo>
                  <a:pt x="41961" y="34350"/>
                </a:lnTo>
                <a:lnTo>
                  <a:pt x="42573" y="33723"/>
                </a:lnTo>
                <a:lnTo>
                  <a:pt x="43200" y="33111"/>
                </a:lnTo>
                <a:lnTo>
                  <a:pt x="43844" y="32513"/>
                </a:lnTo>
                <a:lnTo>
                  <a:pt x="44503" y="31929"/>
                </a:lnTo>
                <a:lnTo>
                  <a:pt x="45179" y="31359"/>
                </a:lnTo>
                <a:lnTo>
                  <a:pt x="45870" y="30804"/>
                </a:lnTo>
                <a:lnTo>
                  <a:pt x="46578" y="30268"/>
                </a:lnTo>
                <a:lnTo>
                  <a:pt x="47304" y="29754"/>
                </a:lnTo>
                <a:lnTo>
                  <a:pt x="48049" y="29263"/>
                </a:lnTo>
                <a:lnTo>
                  <a:pt x="48812" y="28795"/>
                </a:lnTo>
                <a:lnTo>
                  <a:pt x="49593" y="28350"/>
                </a:lnTo>
                <a:lnTo>
                  <a:pt x="50393" y="27927"/>
                </a:lnTo>
                <a:lnTo>
                  <a:pt x="51211" y="27528"/>
                </a:lnTo>
                <a:lnTo>
                  <a:pt x="52048" y="27151"/>
                </a:lnTo>
                <a:lnTo>
                  <a:pt x="52902" y="26797"/>
                </a:lnTo>
                <a:lnTo>
                  <a:pt x="53776" y="26466"/>
                </a:lnTo>
                <a:lnTo>
                  <a:pt x="54667" y="26158"/>
                </a:lnTo>
                <a:lnTo>
                  <a:pt x="55577" y="25873"/>
                </a:lnTo>
                <a:lnTo>
                  <a:pt x="56505" y="25610"/>
                </a:lnTo>
                <a:lnTo>
                  <a:pt x="57451" y="25371"/>
                </a:lnTo>
                <a:lnTo>
                  <a:pt x="58416" y="25154"/>
                </a:lnTo>
                <a:lnTo>
                  <a:pt x="59399" y="24960"/>
                </a:lnTo>
                <a:lnTo>
                  <a:pt x="60401" y="24788"/>
                </a:lnTo>
                <a:lnTo>
                  <a:pt x="61420" y="24640"/>
                </a:lnTo>
                <a:lnTo>
                  <a:pt x="62459" y="24514"/>
                </a:lnTo>
                <a:lnTo>
                  <a:pt x="63515" y="24412"/>
                </a:lnTo>
                <a:lnTo>
                  <a:pt x="64590" y="24332"/>
                </a:lnTo>
                <a:lnTo>
                  <a:pt x="65683" y="24275"/>
                </a:lnTo>
                <a:lnTo>
                  <a:pt x="66794" y="24240"/>
                </a:lnTo>
                <a:lnTo>
                  <a:pt x="67924" y="24229"/>
                </a:lnTo>
                <a:lnTo>
                  <a:pt x="68713" y="24234"/>
                </a:lnTo>
                <a:lnTo>
                  <a:pt x="69493" y="24250"/>
                </a:lnTo>
                <a:lnTo>
                  <a:pt x="70264" y="24276"/>
                </a:lnTo>
                <a:lnTo>
                  <a:pt x="71025" y="24312"/>
                </a:lnTo>
                <a:lnTo>
                  <a:pt x="71777" y="24359"/>
                </a:lnTo>
                <a:lnTo>
                  <a:pt x="72519" y="24417"/>
                </a:lnTo>
                <a:lnTo>
                  <a:pt x="73252" y="24485"/>
                </a:lnTo>
                <a:lnTo>
                  <a:pt x="73976" y="24563"/>
                </a:lnTo>
                <a:lnTo>
                  <a:pt x="74690" y="24651"/>
                </a:lnTo>
                <a:lnTo>
                  <a:pt x="75395" y="24750"/>
                </a:lnTo>
                <a:lnTo>
                  <a:pt x="76091" y="24860"/>
                </a:lnTo>
                <a:lnTo>
                  <a:pt x="76777" y="24980"/>
                </a:lnTo>
                <a:lnTo>
                  <a:pt x="77454" y="25110"/>
                </a:lnTo>
                <a:lnTo>
                  <a:pt x="78122" y="25251"/>
                </a:lnTo>
                <a:lnTo>
                  <a:pt x="78780" y="25402"/>
                </a:lnTo>
                <a:lnTo>
                  <a:pt x="79429" y="25564"/>
                </a:lnTo>
                <a:lnTo>
                  <a:pt x="80069" y="25736"/>
                </a:lnTo>
                <a:lnTo>
                  <a:pt x="80699" y="25918"/>
                </a:lnTo>
                <a:lnTo>
                  <a:pt x="81320" y="26111"/>
                </a:lnTo>
                <a:lnTo>
                  <a:pt x="81931" y="26314"/>
                </a:lnTo>
                <a:lnTo>
                  <a:pt x="82534" y="26528"/>
                </a:lnTo>
                <a:lnTo>
                  <a:pt x="83126" y="26752"/>
                </a:lnTo>
                <a:lnTo>
                  <a:pt x="83710" y="26987"/>
                </a:lnTo>
                <a:lnTo>
                  <a:pt x="84284" y="27232"/>
                </a:lnTo>
                <a:lnTo>
                  <a:pt x="84849" y="27486"/>
                </a:lnTo>
                <a:lnTo>
                  <a:pt x="85403" y="27748"/>
                </a:lnTo>
                <a:lnTo>
                  <a:pt x="85947" y="28018"/>
                </a:lnTo>
                <a:lnTo>
                  <a:pt x="86481" y="28296"/>
                </a:lnTo>
                <a:lnTo>
                  <a:pt x="87006" y="28582"/>
                </a:lnTo>
                <a:lnTo>
                  <a:pt x="87520" y="28876"/>
                </a:lnTo>
                <a:lnTo>
                  <a:pt x="88024" y="29177"/>
                </a:lnTo>
                <a:lnTo>
                  <a:pt x="88518" y="29487"/>
                </a:lnTo>
                <a:lnTo>
                  <a:pt x="89002" y="29804"/>
                </a:lnTo>
                <a:lnTo>
                  <a:pt x="89476" y="30130"/>
                </a:lnTo>
                <a:lnTo>
                  <a:pt x="89939" y="30463"/>
                </a:lnTo>
                <a:lnTo>
                  <a:pt x="90393" y="30804"/>
                </a:lnTo>
                <a:lnTo>
                  <a:pt x="90837" y="31153"/>
                </a:lnTo>
                <a:lnTo>
                  <a:pt x="91270" y="31510"/>
                </a:lnTo>
                <a:lnTo>
                  <a:pt x="91694" y="31875"/>
                </a:lnTo>
                <a:lnTo>
                  <a:pt x="92107" y="32248"/>
                </a:lnTo>
                <a:lnTo>
                  <a:pt x="92511" y="32629"/>
                </a:lnTo>
                <a:lnTo>
                  <a:pt x="92904" y="33017"/>
                </a:lnTo>
                <a:lnTo>
                  <a:pt x="93287" y="33414"/>
                </a:lnTo>
                <a:lnTo>
                  <a:pt x="93660" y="33818"/>
                </a:lnTo>
                <a:lnTo>
                  <a:pt x="94024" y="34231"/>
                </a:lnTo>
                <a:lnTo>
                  <a:pt x="94377" y="34651"/>
                </a:lnTo>
                <a:lnTo>
                  <a:pt x="94720" y="35079"/>
                </a:lnTo>
                <a:lnTo>
                  <a:pt x="95053" y="35515"/>
                </a:lnTo>
                <a:lnTo>
                  <a:pt x="95375" y="35958"/>
                </a:lnTo>
                <a:lnTo>
                  <a:pt x="95687" y="36406"/>
                </a:lnTo>
                <a:lnTo>
                  <a:pt x="95988" y="36860"/>
                </a:lnTo>
                <a:lnTo>
                  <a:pt x="96278" y="37319"/>
                </a:lnTo>
                <a:lnTo>
                  <a:pt x="96557" y="37783"/>
                </a:lnTo>
                <a:lnTo>
                  <a:pt x="96826" y="38253"/>
                </a:lnTo>
                <a:lnTo>
                  <a:pt x="97084" y="38728"/>
                </a:lnTo>
                <a:lnTo>
                  <a:pt x="97330" y="39208"/>
                </a:lnTo>
                <a:lnTo>
                  <a:pt x="97567" y="39694"/>
                </a:lnTo>
                <a:lnTo>
                  <a:pt x="97792" y="40185"/>
                </a:lnTo>
                <a:lnTo>
                  <a:pt x="98007" y="40682"/>
                </a:lnTo>
                <a:lnTo>
                  <a:pt x="98211" y="41184"/>
                </a:lnTo>
                <a:lnTo>
                  <a:pt x="98404" y="41692"/>
                </a:lnTo>
                <a:lnTo>
                  <a:pt x="98586" y="42205"/>
                </a:lnTo>
                <a:lnTo>
                  <a:pt x="98757" y="42723"/>
                </a:lnTo>
                <a:lnTo>
                  <a:pt x="98918" y="43246"/>
                </a:lnTo>
                <a:lnTo>
                  <a:pt x="99068" y="43776"/>
                </a:lnTo>
                <a:lnTo>
                  <a:pt x="99207" y="44310"/>
                </a:lnTo>
                <a:lnTo>
                  <a:pt x="99336" y="44850"/>
                </a:lnTo>
                <a:lnTo>
                  <a:pt x="99453" y="45395"/>
                </a:lnTo>
                <a:lnTo>
                  <a:pt x="99560" y="45946"/>
                </a:lnTo>
                <a:lnTo>
                  <a:pt x="99656" y="46502"/>
                </a:lnTo>
                <a:lnTo>
                  <a:pt x="99741" y="47063"/>
                </a:lnTo>
                <a:lnTo>
                  <a:pt x="99816" y="47630"/>
                </a:lnTo>
                <a:lnTo>
                  <a:pt x="129532" y="47630"/>
                </a:lnTo>
                <a:lnTo>
                  <a:pt x="129430" y="46609"/>
                </a:lnTo>
                <a:lnTo>
                  <a:pt x="129312" y="45599"/>
                </a:lnTo>
                <a:lnTo>
                  <a:pt x="129178" y="44601"/>
                </a:lnTo>
                <a:lnTo>
                  <a:pt x="129029" y="43615"/>
                </a:lnTo>
                <a:lnTo>
                  <a:pt x="128865" y="42640"/>
                </a:lnTo>
                <a:lnTo>
                  <a:pt x="128685" y="41676"/>
                </a:lnTo>
                <a:lnTo>
                  <a:pt x="128489" y="40724"/>
                </a:lnTo>
                <a:lnTo>
                  <a:pt x="128278" y="39784"/>
                </a:lnTo>
                <a:lnTo>
                  <a:pt x="128052" y="38855"/>
                </a:lnTo>
                <a:lnTo>
                  <a:pt x="127810" y="37937"/>
                </a:lnTo>
                <a:lnTo>
                  <a:pt x="127553" y="37031"/>
                </a:lnTo>
                <a:lnTo>
                  <a:pt x="127280" y="36137"/>
                </a:lnTo>
                <a:lnTo>
                  <a:pt x="126992" y="35254"/>
                </a:lnTo>
                <a:lnTo>
                  <a:pt x="126689" y="34382"/>
                </a:lnTo>
                <a:lnTo>
                  <a:pt x="126369" y="33522"/>
                </a:lnTo>
                <a:lnTo>
                  <a:pt x="126035" y="32674"/>
                </a:lnTo>
                <a:lnTo>
                  <a:pt x="125685" y="31837"/>
                </a:lnTo>
                <a:lnTo>
                  <a:pt x="125319" y="31011"/>
                </a:lnTo>
                <a:lnTo>
                  <a:pt x="124939" y="30197"/>
                </a:lnTo>
                <a:lnTo>
                  <a:pt x="124542" y="29395"/>
                </a:lnTo>
                <a:lnTo>
                  <a:pt x="124130" y="28604"/>
                </a:lnTo>
                <a:lnTo>
                  <a:pt x="123703" y="27824"/>
                </a:lnTo>
                <a:lnTo>
                  <a:pt x="123260" y="27056"/>
                </a:lnTo>
                <a:lnTo>
                  <a:pt x="122802" y="26300"/>
                </a:lnTo>
                <a:lnTo>
                  <a:pt x="122331" y="25555"/>
                </a:lnTo>
                <a:lnTo>
                  <a:pt x="121849" y="24820"/>
                </a:lnTo>
                <a:lnTo>
                  <a:pt x="121357" y="24097"/>
                </a:lnTo>
                <a:lnTo>
                  <a:pt x="120855" y="23385"/>
                </a:lnTo>
                <a:lnTo>
                  <a:pt x="120342" y="22684"/>
                </a:lnTo>
                <a:lnTo>
                  <a:pt x="119819" y="21993"/>
                </a:lnTo>
                <a:lnTo>
                  <a:pt x="119285" y="21314"/>
                </a:lnTo>
                <a:lnTo>
                  <a:pt x="118741" y="20645"/>
                </a:lnTo>
                <a:lnTo>
                  <a:pt x="118186" y="19988"/>
                </a:lnTo>
                <a:lnTo>
                  <a:pt x="117621" y="19341"/>
                </a:lnTo>
                <a:lnTo>
                  <a:pt x="117046" y="18706"/>
                </a:lnTo>
                <a:lnTo>
                  <a:pt x="116460" y="18081"/>
                </a:lnTo>
                <a:lnTo>
                  <a:pt x="115864" y="17468"/>
                </a:lnTo>
                <a:lnTo>
                  <a:pt x="115257" y="16865"/>
                </a:lnTo>
                <a:lnTo>
                  <a:pt x="114640" y="16273"/>
                </a:lnTo>
                <a:lnTo>
                  <a:pt x="114012" y="15693"/>
                </a:lnTo>
                <a:lnTo>
                  <a:pt x="113374" y="15123"/>
                </a:lnTo>
                <a:lnTo>
                  <a:pt x="112726" y="14564"/>
                </a:lnTo>
                <a:lnTo>
                  <a:pt x="112067" y="14016"/>
                </a:lnTo>
                <a:lnTo>
                  <a:pt x="111398" y="13479"/>
                </a:lnTo>
                <a:lnTo>
                  <a:pt x="110718" y="12953"/>
                </a:lnTo>
                <a:lnTo>
                  <a:pt x="110028" y="12438"/>
                </a:lnTo>
                <a:lnTo>
                  <a:pt x="109328" y="11934"/>
                </a:lnTo>
                <a:lnTo>
                  <a:pt x="108617" y="11441"/>
                </a:lnTo>
                <a:lnTo>
                  <a:pt x="107897" y="10959"/>
                </a:lnTo>
                <a:lnTo>
                  <a:pt x="107172" y="10488"/>
                </a:lnTo>
                <a:lnTo>
                  <a:pt x="106441" y="10027"/>
                </a:lnTo>
                <a:lnTo>
                  <a:pt x="105703" y="9576"/>
                </a:lnTo>
                <a:lnTo>
                  <a:pt x="104959" y="9136"/>
                </a:lnTo>
                <a:lnTo>
                  <a:pt x="104210" y="8707"/>
                </a:lnTo>
                <a:lnTo>
                  <a:pt x="103454" y="8289"/>
                </a:lnTo>
                <a:lnTo>
                  <a:pt x="102692" y="7881"/>
                </a:lnTo>
                <a:lnTo>
                  <a:pt x="101924" y="7483"/>
                </a:lnTo>
                <a:lnTo>
                  <a:pt x="101149" y="7097"/>
                </a:lnTo>
                <a:lnTo>
                  <a:pt x="100369" y="6720"/>
                </a:lnTo>
                <a:lnTo>
                  <a:pt x="99583" y="6355"/>
                </a:lnTo>
                <a:lnTo>
                  <a:pt x="98790" y="6000"/>
                </a:lnTo>
                <a:lnTo>
                  <a:pt x="97991" y="5656"/>
                </a:lnTo>
                <a:lnTo>
                  <a:pt x="97186" y="5322"/>
                </a:lnTo>
                <a:lnTo>
                  <a:pt x="96376" y="4999"/>
                </a:lnTo>
                <a:lnTo>
                  <a:pt x="95559" y="4686"/>
                </a:lnTo>
                <a:lnTo>
                  <a:pt x="94735" y="4384"/>
                </a:lnTo>
                <a:lnTo>
                  <a:pt x="93906" y="4093"/>
                </a:lnTo>
                <a:lnTo>
                  <a:pt x="93071" y="3812"/>
                </a:lnTo>
                <a:lnTo>
                  <a:pt x="92229" y="3542"/>
                </a:lnTo>
                <a:lnTo>
                  <a:pt x="91382" y="3283"/>
                </a:lnTo>
                <a:lnTo>
                  <a:pt x="90528" y="3034"/>
                </a:lnTo>
                <a:lnTo>
                  <a:pt x="89668" y="2796"/>
                </a:lnTo>
                <a:lnTo>
                  <a:pt x="88805" y="2568"/>
                </a:lnTo>
                <a:lnTo>
                  <a:pt x="87940" y="2349"/>
                </a:lnTo>
                <a:lnTo>
                  <a:pt x="87073" y="2140"/>
                </a:lnTo>
                <a:lnTo>
                  <a:pt x="86205" y="1941"/>
                </a:lnTo>
                <a:lnTo>
                  <a:pt x="85336" y="1752"/>
                </a:lnTo>
                <a:lnTo>
                  <a:pt x="84465" y="1573"/>
                </a:lnTo>
                <a:lnTo>
                  <a:pt x="83593" y="1403"/>
                </a:lnTo>
                <a:lnTo>
                  <a:pt x="82719" y="1243"/>
                </a:lnTo>
                <a:lnTo>
                  <a:pt x="81844" y="1092"/>
                </a:lnTo>
                <a:lnTo>
                  <a:pt x="80968" y="951"/>
                </a:lnTo>
                <a:lnTo>
                  <a:pt x="80090" y="820"/>
                </a:lnTo>
                <a:lnTo>
                  <a:pt x="79210" y="699"/>
                </a:lnTo>
                <a:lnTo>
                  <a:pt x="78330" y="587"/>
                </a:lnTo>
                <a:lnTo>
                  <a:pt x="77447" y="485"/>
                </a:lnTo>
                <a:lnTo>
                  <a:pt x="76564" y="393"/>
                </a:lnTo>
                <a:lnTo>
                  <a:pt x="75678" y="311"/>
                </a:lnTo>
                <a:lnTo>
                  <a:pt x="74792" y="238"/>
                </a:lnTo>
                <a:lnTo>
                  <a:pt x="73904" y="175"/>
                </a:lnTo>
                <a:lnTo>
                  <a:pt x="73014" y="121"/>
                </a:lnTo>
                <a:lnTo>
                  <a:pt x="72124" y="78"/>
                </a:lnTo>
                <a:lnTo>
                  <a:pt x="71231" y="44"/>
                </a:lnTo>
                <a:lnTo>
                  <a:pt x="70337" y="19"/>
                </a:lnTo>
                <a:lnTo>
                  <a:pt x="69442" y="5"/>
                </a:lnTo>
                <a:lnTo>
                  <a:pt x="68546" y="0"/>
                </a:lnTo>
                <a:lnTo>
                  <a:pt x="66770" y="15"/>
                </a:lnTo>
                <a:lnTo>
                  <a:pt x="65016" y="61"/>
                </a:lnTo>
                <a:lnTo>
                  <a:pt x="63283" y="138"/>
                </a:lnTo>
                <a:lnTo>
                  <a:pt x="61571" y="246"/>
                </a:lnTo>
                <a:lnTo>
                  <a:pt x="59880" y="384"/>
                </a:lnTo>
                <a:lnTo>
                  <a:pt x="58211" y="553"/>
                </a:lnTo>
                <a:lnTo>
                  <a:pt x="56562" y="753"/>
                </a:lnTo>
                <a:lnTo>
                  <a:pt x="54935" y="984"/>
                </a:lnTo>
                <a:lnTo>
                  <a:pt x="53330" y="1245"/>
                </a:lnTo>
                <a:lnTo>
                  <a:pt x="51745" y="1537"/>
                </a:lnTo>
                <a:lnTo>
                  <a:pt x="50182" y="1860"/>
                </a:lnTo>
                <a:lnTo>
                  <a:pt x="48639" y="2213"/>
                </a:lnTo>
                <a:lnTo>
                  <a:pt x="47118" y="2597"/>
                </a:lnTo>
                <a:lnTo>
                  <a:pt x="45619" y="3012"/>
                </a:lnTo>
                <a:lnTo>
                  <a:pt x="44140" y="3458"/>
                </a:lnTo>
                <a:lnTo>
                  <a:pt x="42683" y="3935"/>
                </a:lnTo>
                <a:lnTo>
                  <a:pt x="41247" y="4442"/>
                </a:lnTo>
                <a:lnTo>
                  <a:pt x="39832" y="4980"/>
                </a:lnTo>
                <a:lnTo>
                  <a:pt x="38438" y="5548"/>
                </a:lnTo>
                <a:lnTo>
                  <a:pt x="37066" y="6148"/>
                </a:lnTo>
                <a:lnTo>
                  <a:pt x="35714" y="6778"/>
                </a:lnTo>
                <a:lnTo>
                  <a:pt x="34384" y="7439"/>
                </a:lnTo>
                <a:lnTo>
                  <a:pt x="33075" y="8131"/>
                </a:lnTo>
                <a:lnTo>
                  <a:pt x="31788" y="8853"/>
                </a:lnTo>
                <a:lnTo>
                  <a:pt x="30523" y="9603"/>
                </a:lnTo>
                <a:lnTo>
                  <a:pt x="29283" y="10379"/>
                </a:lnTo>
                <a:lnTo>
                  <a:pt x="28067" y="11179"/>
                </a:lnTo>
                <a:lnTo>
                  <a:pt x="26877" y="12005"/>
                </a:lnTo>
                <a:lnTo>
                  <a:pt x="25710" y="12856"/>
                </a:lnTo>
                <a:lnTo>
                  <a:pt x="24569" y="13732"/>
                </a:lnTo>
                <a:lnTo>
                  <a:pt x="23452" y="14634"/>
                </a:lnTo>
                <a:lnTo>
                  <a:pt x="22360" y="15560"/>
                </a:lnTo>
                <a:lnTo>
                  <a:pt x="21292" y="16512"/>
                </a:lnTo>
                <a:lnTo>
                  <a:pt x="20249" y="17489"/>
                </a:lnTo>
                <a:lnTo>
                  <a:pt x="19230" y="18491"/>
                </a:lnTo>
                <a:lnTo>
                  <a:pt x="18237" y="19518"/>
                </a:lnTo>
                <a:lnTo>
                  <a:pt x="17267" y="20570"/>
                </a:lnTo>
                <a:lnTo>
                  <a:pt x="16323" y="21648"/>
                </a:lnTo>
                <a:lnTo>
                  <a:pt x="15403" y="22750"/>
                </a:lnTo>
                <a:lnTo>
                  <a:pt x="14508" y="23878"/>
                </a:lnTo>
                <a:lnTo>
                  <a:pt x="13637" y="25031"/>
                </a:lnTo>
                <a:lnTo>
                  <a:pt x="12791" y="26209"/>
                </a:lnTo>
                <a:lnTo>
                  <a:pt x="11969" y="27413"/>
                </a:lnTo>
                <a:lnTo>
                  <a:pt x="11173" y="28641"/>
                </a:lnTo>
                <a:lnTo>
                  <a:pt x="10400" y="29895"/>
                </a:lnTo>
                <a:lnTo>
                  <a:pt x="9653" y="31174"/>
                </a:lnTo>
                <a:lnTo>
                  <a:pt x="8930" y="32478"/>
                </a:lnTo>
                <a:lnTo>
                  <a:pt x="8232" y="33807"/>
                </a:lnTo>
                <a:lnTo>
                  <a:pt x="7560" y="35158"/>
                </a:lnTo>
                <a:lnTo>
                  <a:pt x="6917" y="36529"/>
                </a:lnTo>
                <a:lnTo>
                  <a:pt x="6302" y="37920"/>
                </a:lnTo>
                <a:lnTo>
                  <a:pt x="5716" y="39331"/>
                </a:lnTo>
                <a:lnTo>
                  <a:pt x="5159" y="40760"/>
                </a:lnTo>
                <a:lnTo>
                  <a:pt x="4630" y="42210"/>
                </a:lnTo>
                <a:lnTo>
                  <a:pt x="4130" y="43679"/>
                </a:lnTo>
                <a:lnTo>
                  <a:pt x="3659" y="45168"/>
                </a:lnTo>
                <a:lnTo>
                  <a:pt x="3215" y="46676"/>
                </a:lnTo>
                <a:lnTo>
                  <a:pt x="2801" y="48204"/>
                </a:lnTo>
                <a:lnTo>
                  <a:pt x="2415" y="49751"/>
                </a:lnTo>
                <a:lnTo>
                  <a:pt x="2058" y="51319"/>
                </a:lnTo>
                <a:lnTo>
                  <a:pt x="1729" y="52905"/>
                </a:lnTo>
                <a:lnTo>
                  <a:pt x="1429" y="54511"/>
                </a:lnTo>
                <a:lnTo>
                  <a:pt x="1158" y="56137"/>
                </a:lnTo>
                <a:lnTo>
                  <a:pt x="915" y="57783"/>
                </a:lnTo>
                <a:lnTo>
                  <a:pt x="700" y="59448"/>
                </a:lnTo>
                <a:lnTo>
                  <a:pt x="514" y="61132"/>
                </a:lnTo>
                <a:lnTo>
                  <a:pt x="357" y="62837"/>
                </a:lnTo>
                <a:lnTo>
                  <a:pt x="229" y="64561"/>
                </a:lnTo>
                <a:lnTo>
                  <a:pt x="129" y="66304"/>
                </a:lnTo>
                <a:lnTo>
                  <a:pt x="57" y="68067"/>
                </a:lnTo>
                <a:lnTo>
                  <a:pt x="14" y="69850"/>
                </a:lnTo>
                <a:lnTo>
                  <a:pt x="0" y="71652"/>
                </a:lnTo>
                <a:lnTo>
                  <a:pt x="14" y="73445"/>
                </a:lnTo>
                <a:lnTo>
                  <a:pt x="57" y="75220"/>
                </a:lnTo>
                <a:lnTo>
                  <a:pt x="129" y="76975"/>
                </a:lnTo>
                <a:lnTo>
                  <a:pt x="229" y="78710"/>
                </a:lnTo>
                <a:lnTo>
                  <a:pt x="357" y="80426"/>
                </a:lnTo>
                <a:lnTo>
                  <a:pt x="514" y="82123"/>
                </a:lnTo>
                <a:lnTo>
                  <a:pt x="700" y="83800"/>
                </a:lnTo>
                <a:lnTo>
                  <a:pt x="915" y="85458"/>
                </a:lnTo>
                <a:lnTo>
                  <a:pt x="1158" y="87096"/>
                </a:lnTo>
                <a:lnTo>
                  <a:pt x="1429" y="88715"/>
                </a:lnTo>
                <a:lnTo>
                  <a:pt x="1729" y="90314"/>
                </a:lnTo>
                <a:lnTo>
                  <a:pt x="2058" y="91894"/>
                </a:lnTo>
                <a:lnTo>
                  <a:pt x="2415" y="93455"/>
                </a:lnTo>
                <a:lnTo>
                  <a:pt x="2801" y="94996"/>
                </a:lnTo>
                <a:lnTo>
                  <a:pt x="3215" y="96518"/>
                </a:lnTo>
                <a:lnTo>
                  <a:pt x="3659" y="98021"/>
                </a:lnTo>
                <a:lnTo>
                  <a:pt x="4130" y="99504"/>
                </a:lnTo>
                <a:lnTo>
                  <a:pt x="4630" y="100967"/>
                </a:lnTo>
                <a:lnTo>
                  <a:pt x="5159" y="102412"/>
                </a:lnTo>
                <a:lnTo>
                  <a:pt x="5716" y="103836"/>
                </a:lnTo>
                <a:lnTo>
                  <a:pt x="6302" y="105242"/>
                </a:lnTo>
                <a:lnTo>
                  <a:pt x="6917" y="106628"/>
                </a:lnTo>
                <a:lnTo>
                  <a:pt x="7560" y="107994"/>
                </a:lnTo>
                <a:lnTo>
                  <a:pt x="8232" y="109341"/>
                </a:lnTo>
                <a:lnTo>
                  <a:pt x="8930" y="110666"/>
                </a:lnTo>
                <a:lnTo>
                  <a:pt x="9653" y="111966"/>
                </a:lnTo>
                <a:lnTo>
                  <a:pt x="10400" y="113241"/>
                </a:lnTo>
                <a:lnTo>
                  <a:pt x="11173" y="114491"/>
                </a:lnTo>
                <a:lnTo>
                  <a:pt x="11969" y="115716"/>
                </a:lnTo>
                <a:lnTo>
                  <a:pt x="12791" y="116916"/>
                </a:lnTo>
                <a:lnTo>
                  <a:pt x="13637" y="118091"/>
                </a:lnTo>
                <a:lnTo>
                  <a:pt x="14508" y="119241"/>
                </a:lnTo>
                <a:lnTo>
                  <a:pt x="15403" y="120366"/>
                </a:lnTo>
                <a:lnTo>
                  <a:pt x="16323" y="121466"/>
                </a:lnTo>
                <a:lnTo>
                  <a:pt x="17267" y="122542"/>
                </a:lnTo>
                <a:lnTo>
                  <a:pt x="18237" y="123592"/>
                </a:lnTo>
                <a:lnTo>
                  <a:pt x="19230" y="124617"/>
                </a:lnTo>
                <a:lnTo>
                  <a:pt x="20249" y="125617"/>
                </a:lnTo>
                <a:lnTo>
                  <a:pt x="21292" y="126592"/>
                </a:lnTo>
                <a:lnTo>
                  <a:pt x="22360" y="127542"/>
                </a:lnTo>
                <a:lnTo>
                  <a:pt x="23452" y="128467"/>
                </a:lnTo>
                <a:lnTo>
                  <a:pt x="24569" y="129367"/>
                </a:lnTo>
                <a:lnTo>
                  <a:pt x="25710" y="130243"/>
                </a:lnTo>
                <a:lnTo>
                  <a:pt x="26877" y="131093"/>
                </a:lnTo>
                <a:lnTo>
                  <a:pt x="28067" y="131918"/>
                </a:lnTo>
                <a:lnTo>
                  <a:pt x="29283" y="132718"/>
                </a:lnTo>
                <a:lnTo>
                  <a:pt x="30523" y="133493"/>
                </a:lnTo>
                <a:lnTo>
                  <a:pt x="31788" y="134244"/>
                </a:lnTo>
                <a:lnTo>
                  <a:pt x="33075" y="134966"/>
                </a:lnTo>
                <a:lnTo>
                  <a:pt x="34384" y="135658"/>
                </a:lnTo>
                <a:lnTo>
                  <a:pt x="35714" y="136318"/>
                </a:lnTo>
                <a:lnTo>
                  <a:pt x="37066" y="136949"/>
                </a:lnTo>
                <a:lnTo>
                  <a:pt x="38438" y="137548"/>
                </a:lnTo>
                <a:lnTo>
                  <a:pt x="39832" y="138117"/>
                </a:lnTo>
                <a:lnTo>
                  <a:pt x="41247" y="138655"/>
                </a:lnTo>
                <a:lnTo>
                  <a:pt x="42683" y="139162"/>
                </a:lnTo>
                <a:lnTo>
                  <a:pt x="44140" y="139638"/>
                </a:lnTo>
                <a:lnTo>
                  <a:pt x="45619" y="140084"/>
                </a:lnTo>
                <a:lnTo>
                  <a:pt x="47118" y="140499"/>
                </a:lnTo>
                <a:lnTo>
                  <a:pt x="48639" y="140883"/>
                </a:lnTo>
                <a:lnTo>
                  <a:pt x="50182" y="141237"/>
                </a:lnTo>
                <a:lnTo>
                  <a:pt x="51745" y="141560"/>
                </a:lnTo>
                <a:lnTo>
                  <a:pt x="53330" y="141852"/>
                </a:lnTo>
                <a:lnTo>
                  <a:pt x="54935" y="142113"/>
                </a:lnTo>
                <a:lnTo>
                  <a:pt x="56562" y="142343"/>
                </a:lnTo>
                <a:lnTo>
                  <a:pt x="58211" y="142543"/>
                </a:lnTo>
                <a:lnTo>
                  <a:pt x="59880" y="142712"/>
                </a:lnTo>
                <a:lnTo>
                  <a:pt x="61571" y="142851"/>
                </a:lnTo>
                <a:lnTo>
                  <a:pt x="63283" y="142958"/>
                </a:lnTo>
                <a:lnTo>
                  <a:pt x="65016" y="143035"/>
                </a:lnTo>
                <a:lnTo>
                  <a:pt x="66770" y="143081"/>
                </a:lnTo>
                <a:lnTo>
                  <a:pt x="68546" y="143097"/>
                </a:lnTo>
                <a:lnTo>
                  <a:pt x="70226" y="143083"/>
                </a:lnTo>
                <a:lnTo>
                  <a:pt x="71884" y="143043"/>
                </a:lnTo>
                <a:lnTo>
                  <a:pt x="73521" y="142975"/>
                </a:lnTo>
                <a:close/>
                <a:moveTo>
                  <a:pt x="362898" y="52443"/>
                </a:moveTo>
                <a:lnTo>
                  <a:pt x="362376" y="51479"/>
                </a:lnTo>
                <a:lnTo>
                  <a:pt x="361825" y="50543"/>
                </a:lnTo>
                <a:lnTo>
                  <a:pt x="361247" y="49636"/>
                </a:lnTo>
                <a:lnTo>
                  <a:pt x="360640" y="48757"/>
                </a:lnTo>
                <a:lnTo>
                  <a:pt x="360005" y="47906"/>
                </a:lnTo>
                <a:lnTo>
                  <a:pt x="359342" y="47083"/>
                </a:lnTo>
                <a:lnTo>
                  <a:pt x="358652" y="46291"/>
                </a:lnTo>
                <a:lnTo>
                  <a:pt x="357938" y="45533"/>
                </a:lnTo>
                <a:lnTo>
                  <a:pt x="357199" y="44809"/>
                </a:lnTo>
                <a:lnTo>
                  <a:pt x="356435" y="44118"/>
                </a:lnTo>
                <a:lnTo>
                  <a:pt x="355647" y="43461"/>
                </a:lnTo>
                <a:lnTo>
                  <a:pt x="354834" y="42838"/>
                </a:lnTo>
                <a:lnTo>
                  <a:pt x="353997" y="42248"/>
                </a:lnTo>
                <a:lnTo>
                  <a:pt x="353135" y="41692"/>
                </a:lnTo>
                <a:lnTo>
                  <a:pt x="352248" y="41170"/>
                </a:lnTo>
                <a:lnTo>
                  <a:pt x="351337" y="40681"/>
                </a:lnTo>
                <a:lnTo>
                  <a:pt x="350401" y="40226"/>
                </a:lnTo>
                <a:lnTo>
                  <a:pt x="349440" y="39805"/>
                </a:lnTo>
                <a:lnTo>
                  <a:pt x="348455" y="39418"/>
                </a:lnTo>
                <a:lnTo>
                  <a:pt x="347445" y="39064"/>
                </a:lnTo>
                <a:lnTo>
                  <a:pt x="346411" y="38744"/>
                </a:lnTo>
                <a:lnTo>
                  <a:pt x="345352" y="38457"/>
                </a:lnTo>
                <a:lnTo>
                  <a:pt x="344268" y="38205"/>
                </a:lnTo>
                <a:lnTo>
                  <a:pt x="343160" y="37986"/>
                </a:lnTo>
                <a:lnTo>
                  <a:pt x="342027" y="37800"/>
                </a:lnTo>
                <a:lnTo>
                  <a:pt x="340869" y="37649"/>
                </a:lnTo>
                <a:lnTo>
                  <a:pt x="339687" y="37531"/>
                </a:lnTo>
                <a:lnTo>
                  <a:pt x="338480" y="37446"/>
                </a:lnTo>
                <a:lnTo>
                  <a:pt x="337249" y="37396"/>
                </a:lnTo>
                <a:lnTo>
                  <a:pt x="335993" y="37379"/>
                </a:lnTo>
                <a:lnTo>
                  <a:pt x="334930" y="37388"/>
                </a:lnTo>
                <a:lnTo>
                  <a:pt x="333881" y="37414"/>
                </a:lnTo>
                <a:lnTo>
                  <a:pt x="332847" y="37458"/>
                </a:lnTo>
                <a:lnTo>
                  <a:pt x="331827" y="37519"/>
                </a:lnTo>
                <a:lnTo>
                  <a:pt x="330821" y="37597"/>
                </a:lnTo>
                <a:lnTo>
                  <a:pt x="329829" y="37693"/>
                </a:lnTo>
                <a:lnTo>
                  <a:pt x="328851" y="37806"/>
                </a:lnTo>
                <a:lnTo>
                  <a:pt x="327888" y="37937"/>
                </a:lnTo>
                <a:lnTo>
                  <a:pt x="326938" y="38085"/>
                </a:lnTo>
                <a:lnTo>
                  <a:pt x="326003" y="38251"/>
                </a:lnTo>
                <a:lnTo>
                  <a:pt x="325083" y="38434"/>
                </a:lnTo>
                <a:lnTo>
                  <a:pt x="324176" y="38635"/>
                </a:lnTo>
                <a:lnTo>
                  <a:pt x="323284" y="38852"/>
                </a:lnTo>
                <a:lnTo>
                  <a:pt x="322405" y="39088"/>
                </a:lnTo>
                <a:lnTo>
                  <a:pt x="321541" y="39341"/>
                </a:lnTo>
                <a:lnTo>
                  <a:pt x="320691" y="39611"/>
                </a:lnTo>
                <a:lnTo>
                  <a:pt x="319856" y="39899"/>
                </a:lnTo>
                <a:lnTo>
                  <a:pt x="319034" y="40204"/>
                </a:lnTo>
                <a:lnTo>
                  <a:pt x="318227" y="40526"/>
                </a:lnTo>
                <a:lnTo>
                  <a:pt x="317434" y="40866"/>
                </a:lnTo>
                <a:lnTo>
                  <a:pt x="316655" y="41224"/>
                </a:lnTo>
                <a:lnTo>
                  <a:pt x="315891" y="41599"/>
                </a:lnTo>
                <a:lnTo>
                  <a:pt x="315140" y="41991"/>
                </a:lnTo>
                <a:lnTo>
                  <a:pt x="314404" y="42401"/>
                </a:lnTo>
                <a:lnTo>
                  <a:pt x="313682" y="42822"/>
                </a:lnTo>
                <a:lnTo>
                  <a:pt x="312972" y="43248"/>
                </a:lnTo>
                <a:lnTo>
                  <a:pt x="312276" y="43680"/>
                </a:lnTo>
                <a:lnTo>
                  <a:pt x="311593" y="44117"/>
                </a:lnTo>
                <a:lnTo>
                  <a:pt x="310923" y="44558"/>
                </a:lnTo>
                <a:lnTo>
                  <a:pt x="310266" y="45006"/>
                </a:lnTo>
                <a:lnTo>
                  <a:pt x="309622" y="45458"/>
                </a:lnTo>
                <a:lnTo>
                  <a:pt x="308991" y="45916"/>
                </a:lnTo>
                <a:lnTo>
                  <a:pt x="308374" y="46378"/>
                </a:lnTo>
                <a:lnTo>
                  <a:pt x="307769" y="46846"/>
                </a:lnTo>
                <a:lnTo>
                  <a:pt x="307178" y="47320"/>
                </a:lnTo>
                <a:lnTo>
                  <a:pt x="306600" y="47798"/>
                </a:lnTo>
                <a:lnTo>
                  <a:pt x="306034" y="48282"/>
                </a:lnTo>
                <a:lnTo>
                  <a:pt x="305482" y="48771"/>
                </a:lnTo>
                <a:lnTo>
                  <a:pt x="304944" y="49265"/>
                </a:lnTo>
                <a:lnTo>
                  <a:pt x="304418" y="49764"/>
                </a:lnTo>
                <a:lnTo>
                  <a:pt x="303905" y="50268"/>
                </a:lnTo>
                <a:lnTo>
                  <a:pt x="303406" y="50778"/>
                </a:lnTo>
                <a:lnTo>
                  <a:pt x="302920" y="51293"/>
                </a:lnTo>
                <a:lnTo>
                  <a:pt x="302446" y="51813"/>
                </a:lnTo>
                <a:lnTo>
                  <a:pt x="301986" y="52339"/>
                </a:lnTo>
                <a:lnTo>
                  <a:pt x="301539" y="52869"/>
                </a:lnTo>
                <a:lnTo>
                  <a:pt x="301105" y="53405"/>
                </a:lnTo>
                <a:lnTo>
                  <a:pt x="300685" y="53946"/>
                </a:lnTo>
                <a:lnTo>
                  <a:pt x="300167" y="38932"/>
                </a:lnTo>
                <a:lnTo>
                  <a:pt x="273763" y="38932"/>
                </a:lnTo>
                <a:lnTo>
                  <a:pt x="273763" y="141233"/>
                </a:lnTo>
                <a:lnTo>
                  <a:pt x="301202" y="141233"/>
                </a:lnTo>
                <a:lnTo>
                  <a:pt x="301202" y="72700"/>
                </a:lnTo>
                <a:lnTo>
                  <a:pt x="301567" y="72238"/>
                </a:lnTo>
                <a:lnTo>
                  <a:pt x="301937" y="71782"/>
                </a:lnTo>
                <a:lnTo>
                  <a:pt x="302311" y="71332"/>
                </a:lnTo>
                <a:lnTo>
                  <a:pt x="302689" y="70887"/>
                </a:lnTo>
                <a:lnTo>
                  <a:pt x="303073" y="70449"/>
                </a:lnTo>
                <a:lnTo>
                  <a:pt x="303461" y="70016"/>
                </a:lnTo>
                <a:lnTo>
                  <a:pt x="303854" y="69589"/>
                </a:lnTo>
                <a:lnTo>
                  <a:pt x="304251" y="69168"/>
                </a:lnTo>
                <a:lnTo>
                  <a:pt x="304653" y="68753"/>
                </a:lnTo>
                <a:lnTo>
                  <a:pt x="305060" y="68344"/>
                </a:lnTo>
                <a:lnTo>
                  <a:pt x="305472" y="67940"/>
                </a:lnTo>
                <a:lnTo>
                  <a:pt x="305888" y="67542"/>
                </a:lnTo>
                <a:lnTo>
                  <a:pt x="306309" y="67151"/>
                </a:lnTo>
                <a:lnTo>
                  <a:pt x="306734" y="66765"/>
                </a:lnTo>
                <a:lnTo>
                  <a:pt x="307164" y="66384"/>
                </a:lnTo>
                <a:lnTo>
                  <a:pt x="307599" y="66010"/>
                </a:lnTo>
                <a:lnTo>
                  <a:pt x="308039" y="65642"/>
                </a:lnTo>
                <a:lnTo>
                  <a:pt x="308483" y="65279"/>
                </a:lnTo>
                <a:lnTo>
                  <a:pt x="308932" y="64922"/>
                </a:lnTo>
                <a:lnTo>
                  <a:pt x="309385" y="64571"/>
                </a:lnTo>
                <a:lnTo>
                  <a:pt x="309843" y="64226"/>
                </a:lnTo>
                <a:lnTo>
                  <a:pt x="310306" y="63887"/>
                </a:lnTo>
                <a:lnTo>
                  <a:pt x="310774" y="63554"/>
                </a:lnTo>
                <a:lnTo>
                  <a:pt x="311246" y="63226"/>
                </a:lnTo>
                <a:lnTo>
                  <a:pt x="311725" y="62908"/>
                </a:lnTo>
                <a:lnTo>
                  <a:pt x="312211" y="62604"/>
                </a:lnTo>
                <a:lnTo>
                  <a:pt x="312705" y="62313"/>
                </a:lnTo>
                <a:lnTo>
                  <a:pt x="313208" y="62036"/>
                </a:lnTo>
                <a:lnTo>
                  <a:pt x="313718" y="61772"/>
                </a:lnTo>
                <a:lnTo>
                  <a:pt x="314236" y="61522"/>
                </a:lnTo>
                <a:lnTo>
                  <a:pt x="314762" y="61285"/>
                </a:lnTo>
                <a:lnTo>
                  <a:pt x="315296" y="61062"/>
                </a:lnTo>
                <a:lnTo>
                  <a:pt x="315838" y="60852"/>
                </a:lnTo>
                <a:lnTo>
                  <a:pt x="316387" y="60656"/>
                </a:lnTo>
                <a:lnTo>
                  <a:pt x="316945" y="60473"/>
                </a:lnTo>
                <a:lnTo>
                  <a:pt x="317510" y="60304"/>
                </a:lnTo>
                <a:lnTo>
                  <a:pt x="318084" y="60149"/>
                </a:lnTo>
                <a:lnTo>
                  <a:pt x="318665" y="60007"/>
                </a:lnTo>
                <a:lnTo>
                  <a:pt x="319254" y="59878"/>
                </a:lnTo>
                <a:lnTo>
                  <a:pt x="319852" y="59763"/>
                </a:lnTo>
                <a:lnTo>
                  <a:pt x="320457" y="59662"/>
                </a:lnTo>
                <a:lnTo>
                  <a:pt x="321070" y="59574"/>
                </a:lnTo>
                <a:lnTo>
                  <a:pt x="321691" y="59499"/>
                </a:lnTo>
                <a:lnTo>
                  <a:pt x="322319" y="59438"/>
                </a:lnTo>
                <a:lnTo>
                  <a:pt x="322956" y="59391"/>
                </a:lnTo>
                <a:lnTo>
                  <a:pt x="323601" y="59357"/>
                </a:lnTo>
                <a:lnTo>
                  <a:pt x="324253" y="59337"/>
                </a:lnTo>
                <a:lnTo>
                  <a:pt x="324914" y="59330"/>
                </a:lnTo>
                <a:lnTo>
                  <a:pt x="325359" y="59334"/>
                </a:lnTo>
                <a:lnTo>
                  <a:pt x="325797" y="59346"/>
                </a:lnTo>
                <a:lnTo>
                  <a:pt x="326228" y="59366"/>
                </a:lnTo>
                <a:lnTo>
                  <a:pt x="326652" y="59395"/>
                </a:lnTo>
                <a:lnTo>
                  <a:pt x="327070" y="59431"/>
                </a:lnTo>
                <a:lnTo>
                  <a:pt x="327480" y="59475"/>
                </a:lnTo>
                <a:lnTo>
                  <a:pt x="327883" y="59527"/>
                </a:lnTo>
                <a:lnTo>
                  <a:pt x="328279" y="59588"/>
                </a:lnTo>
                <a:lnTo>
                  <a:pt x="328668" y="59656"/>
                </a:lnTo>
                <a:lnTo>
                  <a:pt x="329050" y="59732"/>
                </a:lnTo>
                <a:lnTo>
                  <a:pt x="329425" y="59817"/>
                </a:lnTo>
                <a:lnTo>
                  <a:pt x="329793" y="59909"/>
                </a:lnTo>
                <a:lnTo>
                  <a:pt x="330154" y="60010"/>
                </a:lnTo>
                <a:lnTo>
                  <a:pt x="330508" y="60119"/>
                </a:lnTo>
                <a:lnTo>
                  <a:pt x="330855" y="60235"/>
                </a:lnTo>
                <a:lnTo>
                  <a:pt x="331195" y="60360"/>
                </a:lnTo>
                <a:lnTo>
                  <a:pt x="331528" y="60493"/>
                </a:lnTo>
                <a:lnTo>
                  <a:pt x="331854" y="60633"/>
                </a:lnTo>
                <a:lnTo>
                  <a:pt x="332173" y="60782"/>
                </a:lnTo>
                <a:lnTo>
                  <a:pt x="332485" y="60939"/>
                </a:lnTo>
                <a:lnTo>
                  <a:pt x="332790" y="61104"/>
                </a:lnTo>
                <a:lnTo>
                  <a:pt x="333088" y="61277"/>
                </a:lnTo>
                <a:lnTo>
                  <a:pt x="333379" y="61458"/>
                </a:lnTo>
                <a:lnTo>
                  <a:pt x="333663" y="61647"/>
                </a:lnTo>
                <a:lnTo>
                  <a:pt x="333940" y="61843"/>
                </a:lnTo>
                <a:lnTo>
                  <a:pt x="334211" y="62046"/>
                </a:lnTo>
                <a:lnTo>
                  <a:pt x="334475" y="62256"/>
                </a:lnTo>
                <a:lnTo>
                  <a:pt x="334733" y="62472"/>
                </a:lnTo>
                <a:lnTo>
                  <a:pt x="334984" y="62694"/>
                </a:lnTo>
                <a:lnTo>
                  <a:pt x="335229" y="62924"/>
                </a:lnTo>
                <a:lnTo>
                  <a:pt x="335468" y="63159"/>
                </a:lnTo>
                <a:lnTo>
                  <a:pt x="335699" y="63402"/>
                </a:lnTo>
                <a:lnTo>
                  <a:pt x="335925" y="63651"/>
                </a:lnTo>
                <a:lnTo>
                  <a:pt x="336144" y="63906"/>
                </a:lnTo>
                <a:lnTo>
                  <a:pt x="336356" y="64168"/>
                </a:lnTo>
                <a:lnTo>
                  <a:pt x="336562" y="64437"/>
                </a:lnTo>
                <a:lnTo>
                  <a:pt x="336762" y="64712"/>
                </a:lnTo>
                <a:lnTo>
                  <a:pt x="336955" y="64994"/>
                </a:lnTo>
                <a:lnTo>
                  <a:pt x="337142" y="65282"/>
                </a:lnTo>
                <a:lnTo>
                  <a:pt x="337322" y="65577"/>
                </a:lnTo>
                <a:lnTo>
                  <a:pt x="337495" y="65879"/>
                </a:lnTo>
                <a:lnTo>
                  <a:pt x="337662" y="66187"/>
                </a:lnTo>
                <a:lnTo>
                  <a:pt x="337823" y="66502"/>
                </a:lnTo>
                <a:lnTo>
                  <a:pt x="337977" y="66823"/>
                </a:lnTo>
                <a:lnTo>
                  <a:pt x="338125" y="67151"/>
                </a:lnTo>
                <a:lnTo>
                  <a:pt x="338266" y="67485"/>
                </a:lnTo>
                <a:lnTo>
                  <a:pt x="338401" y="67826"/>
                </a:lnTo>
                <a:lnTo>
                  <a:pt x="338530" y="68173"/>
                </a:lnTo>
                <a:lnTo>
                  <a:pt x="338652" y="68527"/>
                </a:lnTo>
                <a:lnTo>
                  <a:pt x="338769" y="68885"/>
                </a:lnTo>
                <a:lnTo>
                  <a:pt x="338882" y="69247"/>
                </a:lnTo>
                <a:lnTo>
                  <a:pt x="338988" y="69615"/>
                </a:lnTo>
                <a:lnTo>
                  <a:pt x="339090" y="69987"/>
                </a:lnTo>
                <a:lnTo>
                  <a:pt x="339186" y="70364"/>
                </a:lnTo>
                <a:lnTo>
                  <a:pt x="339278" y="70746"/>
                </a:lnTo>
                <a:lnTo>
                  <a:pt x="339364" y="71132"/>
                </a:lnTo>
                <a:lnTo>
                  <a:pt x="339445" y="71524"/>
                </a:lnTo>
                <a:lnTo>
                  <a:pt x="339520" y="71920"/>
                </a:lnTo>
                <a:lnTo>
                  <a:pt x="339591" y="72320"/>
                </a:lnTo>
                <a:lnTo>
                  <a:pt x="339656" y="72726"/>
                </a:lnTo>
                <a:lnTo>
                  <a:pt x="339716" y="73136"/>
                </a:lnTo>
                <a:lnTo>
                  <a:pt x="339770" y="73552"/>
                </a:lnTo>
                <a:lnTo>
                  <a:pt x="339820" y="73971"/>
                </a:lnTo>
                <a:lnTo>
                  <a:pt x="339864" y="74396"/>
                </a:lnTo>
                <a:lnTo>
                  <a:pt x="339903" y="74825"/>
                </a:lnTo>
                <a:lnTo>
                  <a:pt x="339937" y="75260"/>
                </a:lnTo>
                <a:lnTo>
                  <a:pt x="339966" y="75699"/>
                </a:lnTo>
                <a:lnTo>
                  <a:pt x="339989" y="76142"/>
                </a:lnTo>
                <a:lnTo>
                  <a:pt x="340008" y="76591"/>
                </a:lnTo>
                <a:lnTo>
                  <a:pt x="340021" y="77044"/>
                </a:lnTo>
                <a:lnTo>
                  <a:pt x="340028" y="77502"/>
                </a:lnTo>
                <a:lnTo>
                  <a:pt x="340031" y="77965"/>
                </a:lnTo>
                <a:lnTo>
                  <a:pt x="340031" y="141233"/>
                </a:lnTo>
                <a:lnTo>
                  <a:pt x="367470" y="141233"/>
                </a:lnTo>
                <a:lnTo>
                  <a:pt x="367470" y="74619"/>
                </a:lnTo>
                <a:lnTo>
                  <a:pt x="367456" y="73147"/>
                </a:lnTo>
                <a:lnTo>
                  <a:pt x="367413" y="71703"/>
                </a:lnTo>
                <a:lnTo>
                  <a:pt x="367403" y="71491"/>
                </a:lnTo>
                <a:lnTo>
                  <a:pt x="367645" y="71215"/>
                </a:lnTo>
                <a:lnTo>
                  <a:pt x="368030" y="70784"/>
                </a:lnTo>
                <a:lnTo>
                  <a:pt x="368420" y="70359"/>
                </a:lnTo>
                <a:lnTo>
                  <a:pt x="368815" y="69940"/>
                </a:lnTo>
                <a:lnTo>
                  <a:pt x="369213" y="69528"/>
                </a:lnTo>
                <a:lnTo>
                  <a:pt x="369615" y="69121"/>
                </a:lnTo>
                <a:lnTo>
                  <a:pt x="370022" y="68721"/>
                </a:lnTo>
                <a:lnTo>
                  <a:pt x="370432" y="68327"/>
                </a:lnTo>
                <a:lnTo>
                  <a:pt x="370847" y="67939"/>
                </a:lnTo>
                <a:lnTo>
                  <a:pt x="371266" y="67557"/>
                </a:lnTo>
                <a:lnTo>
                  <a:pt x="371689" y="67181"/>
                </a:lnTo>
                <a:lnTo>
                  <a:pt x="372116" y="66811"/>
                </a:lnTo>
                <a:lnTo>
                  <a:pt x="372548" y="66448"/>
                </a:lnTo>
                <a:lnTo>
                  <a:pt x="372983" y="66090"/>
                </a:lnTo>
                <a:lnTo>
                  <a:pt x="373423" y="65739"/>
                </a:lnTo>
                <a:lnTo>
                  <a:pt x="373867" y="65393"/>
                </a:lnTo>
                <a:lnTo>
                  <a:pt x="374314" y="65054"/>
                </a:lnTo>
                <a:lnTo>
                  <a:pt x="374766" y="64721"/>
                </a:lnTo>
                <a:lnTo>
                  <a:pt x="375223" y="64394"/>
                </a:lnTo>
                <a:lnTo>
                  <a:pt x="375683" y="64073"/>
                </a:lnTo>
                <a:lnTo>
                  <a:pt x="376147" y="63758"/>
                </a:lnTo>
                <a:lnTo>
                  <a:pt x="376616" y="63450"/>
                </a:lnTo>
                <a:lnTo>
                  <a:pt x="377089" y="63147"/>
                </a:lnTo>
                <a:lnTo>
                  <a:pt x="377565" y="62851"/>
                </a:lnTo>
                <a:lnTo>
                  <a:pt x="378048" y="62563"/>
                </a:lnTo>
                <a:lnTo>
                  <a:pt x="378539" y="62288"/>
                </a:lnTo>
                <a:lnTo>
                  <a:pt x="379037" y="62026"/>
                </a:lnTo>
                <a:lnTo>
                  <a:pt x="379543" y="61775"/>
                </a:lnTo>
                <a:lnTo>
                  <a:pt x="380056" y="61537"/>
                </a:lnTo>
                <a:lnTo>
                  <a:pt x="380578" y="61310"/>
                </a:lnTo>
                <a:lnTo>
                  <a:pt x="381107" y="61097"/>
                </a:lnTo>
                <a:lnTo>
                  <a:pt x="381644" y="60895"/>
                </a:lnTo>
                <a:lnTo>
                  <a:pt x="382188" y="60705"/>
                </a:lnTo>
                <a:lnTo>
                  <a:pt x="382741" y="60528"/>
                </a:lnTo>
                <a:lnTo>
                  <a:pt x="383301" y="60363"/>
                </a:lnTo>
                <a:lnTo>
                  <a:pt x="383869" y="60210"/>
                </a:lnTo>
                <a:lnTo>
                  <a:pt x="384444" y="60070"/>
                </a:lnTo>
                <a:lnTo>
                  <a:pt x="385027" y="59941"/>
                </a:lnTo>
                <a:lnTo>
                  <a:pt x="385618" y="59825"/>
                </a:lnTo>
                <a:lnTo>
                  <a:pt x="386217" y="59721"/>
                </a:lnTo>
                <a:lnTo>
                  <a:pt x="386823" y="59630"/>
                </a:lnTo>
                <a:lnTo>
                  <a:pt x="387438" y="59550"/>
                </a:lnTo>
                <a:lnTo>
                  <a:pt x="388059" y="59483"/>
                </a:lnTo>
                <a:lnTo>
                  <a:pt x="388689" y="59428"/>
                </a:lnTo>
                <a:lnTo>
                  <a:pt x="389326" y="59385"/>
                </a:lnTo>
                <a:lnTo>
                  <a:pt x="389971" y="59355"/>
                </a:lnTo>
                <a:lnTo>
                  <a:pt x="390624" y="59336"/>
                </a:lnTo>
                <a:lnTo>
                  <a:pt x="391285" y="59330"/>
                </a:lnTo>
                <a:lnTo>
                  <a:pt x="391730" y="59334"/>
                </a:lnTo>
                <a:lnTo>
                  <a:pt x="392168" y="59346"/>
                </a:lnTo>
                <a:lnTo>
                  <a:pt x="392599" y="59366"/>
                </a:lnTo>
                <a:lnTo>
                  <a:pt x="393023" y="59395"/>
                </a:lnTo>
                <a:lnTo>
                  <a:pt x="393441" y="59431"/>
                </a:lnTo>
                <a:lnTo>
                  <a:pt x="393851" y="59475"/>
                </a:lnTo>
                <a:lnTo>
                  <a:pt x="394254" y="59527"/>
                </a:lnTo>
                <a:lnTo>
                  <a:pt x="394650" y="59588"/>
                </a:lnTo>
                <a:lnTo>
                  <a:pt x="395039" y="59656"/>
                </a:lnTo>
                <a:lnTo>
                  <a:pt x="395421" y="59732"/>
                </a:lnTo>
                <a:lnTo>
                  <a:pt x="395796" y="59817"/>
                </a:lnTo>
                <a:lnTo>
                  <a:pt x="396164" y="59909"/>
                </a:lnTo>
                <a:lnTo>
                  <a:pt x="396525" y="60010"/>
                </a:lnTo>
                <a:lnTo>
                  <a:pt x="396879" y="60119"/>
                </a:lnTo>
                <a:lnTo>
                  <a:pt x="397226" y="60235"/>
                </a:lnTo>
                <a:lnTo>
                  <a:pt x="397566" y="60360"/>
                </a:lnTo>
                <a:lnTo>
                  <a:pt x="397899" y="60493"/>
                </a:lnTo>
                <a:lnTo>
                  <a:pt x="398225" y="60633"/>
                </a:lnTo>
                <a:lnTo>
                  <a:pt x="398544" y="60782"/>
                </a:lnTo>
                <a:lnTo>
                  <a:pt x="398856" y="60939"/>
                </a:lnTo>
                <a:lnTo>
                  <a:pt x="399161" y="61104"/>
                </a:lnTo>
                <a:lnTo>
                  <a:pt x="399459" y="61277"/>
                </a:lnTo>
                <a:lnTo>
                  <a:pt x="399750" y="61458"/>
                </a:lnTo>
                <a:lnTo>
                  <a:pt x="400034" y="61647"/>
                </a:lnTo>
                <a:lnTo>
                  <a:pt x="400311" y="61843"/>
                </a:lnTo>
                <a:lnTo>
                  <a:pt x="400582" y="62046"/>
                </a:lnTo>
                <a:lnTo>
                  <a:pt x="400846" y="62256"/>
                </a:lnTo>
                <a:lnTo>
                  <a:pt x="401104" y="62472"/>
                </a:lnTo>
                <a:lnTo>
                  <a:pt x="401355" y="62694"/>
                </a:lnTo>
                <a:lnTo>
                  <a:pt x="401600" y="62924"/>
                </a:lnTo>
                <a:lnTo>
                  <a:pt x="401839" y="63159"/>
                </a:lnTo>
                <a:lnTo>
                  <a:pt x="402071" y="63402"/>
                </a:lnTo>
                <a:lnTo>
                  <a:pt x="402296" y="63651"/>
                </a:lnTo>
                <a:lnTo>
                  <a:pt x="402515" y="63906"/>
                </a:lnTo>
                <a:lnTo>
                  <a:pt x="402727" y="64168"/>
                </a:lnTo>
                <a:lnTo>
                  <a:pt x="402933" y="64437"/>
                </a:lnTo>
                <a:lnTo>
                  <a:pt x="403133" y="64712"/>
                </a:lnTo>
                <a:lnTo>
                  <a:pt x="403326" y="64994"/>
                </a:lnTo>
                <a:lnTo>
                  <a:pt x="403513" y="65282"/>
                </a:lnTo>
                <a:lnTo>
                  <a:pt x="403693" y="65577"/>
                </a:lnTo>
                <a:lnTo>
                  <a:pt x="403866" y="65879"/>
                </a:lnTo>
                <a:lnTo>
                  <a:pt x="404034" y="66187"/>
                </a:lnTo>
                <a:lnTo>
                  <a:pt x="404194" y="66502"/>
                </a:lnTo>
                <a:lnTo>
                  <a:pt x="404349" y="66823"/>
                </a:lnTo>
                <a:lnTo>
                  <a:pt x="404496" y="67151"/>
                </a:lnTo>
                <a:lnTo>
                  <a:pt x="404638" y="67485"/>
                </a:lnTo>
                <a:lnTo>
                  <a:pt x="404772" y="67826"/>
                </a:lnTo>
                <a:lnTo>
                  <a:pt x="404901" y="68173"/>
                </a:lnTo>
                <a:lnTo>
                  <a:pt x="405023" y="68527"/>
                </a:lnTo>
                <a:lnTo>
                  <a:pt x="405141" y="68885"/>
                </a:lnTo>
                <a:lnTo>
                  <a:pt x="405253" y="69247"/>
                </a:lnTo>
                <a:lnTo>
                  <a:pt x="405360" y="69615"/>
                </a:lnTo>
                <a:lnTo>
                  <a:pt x="405461" y="69987"/>
                </a:lnTo>
                <a:lnTo>
                  <a:pt x="405558" y="70364"/>
                </a:lnTo>
                <a:lnTo>
                  <a:pt x="405649" y="70746"/>
                </a:lnTo>
                <a:lnTo>
                  <a:pt x="405735" y="71132"/>
                </a:lnTo>
                <a:lnTo>
                  <a:pt x="405816" y="71524"/>
                </a:lnTo>
                <a:lnTo>
                  <a:pt x="405891" y="71920"/>
                </a:lnTo>
                <a:lnTo>
                  <a:pt x="405962" y="72320"/>
                </a:lnTo>
                <a:lnTo>
                  <a:pt x="406027" y="72726"/>
                </a:lnTo>
                <a:lnTo>
                  <a:pt x="406087" y="73136"/>
                </a:lnTo>
                <a:lnTo>
                  <a:pt x="406141" y="73552"/>
                </a:lnTo>
                <a:lnTo>
                  <a:pt x="406191" y="73971"/>
                </a:lnTo>
                <a:lnTo>
                  <a:pt x="406235" y="74396"/>
                </a:lnTo>
                <a:lnTo>
                  <a:pt x="406274" y="74825"/>
                </a:lnTo>
                <a:lnTo>
                  <a:pt x="406308" y="75260"/>
                </a:lnTo>
                <a:lnTo>
                  <a:pt x="406337" y="75699"/>
                </a:lnTo>
                <a:lnTo>
                  <a:pt x="406360" y="76142"/>
                </a:lnTo>
                <a:lnTo>
                  <a:pt x="406379" y="76591"/>
                </a:lnTo>
                <a:lnTo>
                  <a:pt x="406392" y="77044"/>
                </a:lnTo>
                <a:lnTo>
                  <a:pt x="406400" y="77502"/>
                </a:lnTo>
                <a:lnTo>
                  <a:pt x="406402" y="77965"/>
                </a:lnTo>
                <a:lnTo>
                  <a:pt x="406402" y="141233"/>
                </a:lnTo>
                <a:lnTo>
                  <a:pt x="433841" y="141233"/>
                </a:lnTo>
                <a:lnTo>
                  <a:pt x="433841" y="74619"/>
                </a:lnTo>
                <a:lnTo>
                  <a:pt x="433827" y="73147"/>
                </a:lnTo>
                <a:lnTo>
                  <a:pt x="433784" y="71703"/>
                </a:lnTo>
                <a:lnTo>
                  <a:pt x="433712" y="70288"/>
                </a:lnTo>
                <a:lnTo>
                  <a:pt x="433612" y="68901"/>
                </a:lnTo>
                <a:lnTo>
                  <a:pt x="433484" y="67542"/>
                </a:lnTo>
                <a:lnTo>
                  <a:pt x="433327" y="66211"/>
                </a:lnTo>
                <a:lnTo>
                  <a:pt x="433141" y="64908"/>
                </a:lnTo>
                <a:lnTo>
                  <a:pt x="432926" y="63634"/>
                </a:lnTo>
                <a:lnTo>
                  <a:pt x="432683" y="62388"/>
                </a:lnTo>
                <a:lnTo>
                  <a:pt x="432412" y="61170"/>
                </a:lnTo>
                <a:lnTo>
                  <a:pt x="432112" y="59980"/>
                </a:lnTo>
                <a:lnTo>
                  <a:pt x="431783" y="58819"/>
                </a:lnTo>
                <a:lnTo>
                  <a:pt x="431426" y="57686"/>
                </a:lnTo>
                <a:lnTo>
                  <a:pt x="431040" y="56581"/>
                </a:lnTo>
                <a:lnTo>
                  <a:pt x="430626" y="55504"/>
                </a:lnTo>
                <a:lnTo>
                  <a:pt x="430183" y="54455"/>
                </a:lnTo>
                <a:lnTo>
                  <a:pt x="429711" y="53435"/>
                </a:lnTo>
                <a:lnTo>
                  <a:pt x="429211" y="52443"/>
                </a:lnTo>
                <a:lnTo>
                  <a:pt x="428682" y="51479"/>
                </a:lnTo>
                <a:lnTo>
                  <a:pt x="428125" y="50543"/>
                </a:lnTo>
                <a:lnTo>
                  <a:pt x="427539" y="49636"/>
                </a:lnTo>
                <a:lnTo>
                  <a:pt x="426924" y="48757"/>
                </a:lnTo>
                <a:lnTo>
                  <a:pt x="426281" y="47906"/>
                </a:lnTo>
                <a:lnTo>
                  <a:pt x="425609" y="47083"/>
                </a:lnTo>
                <a:lnTo>
                  <a:pt x="424911" y="46291"/>
                </a:lnTo>
                <a:lnTo>
                  <a:pt x="424190" y="45533"/>
                </a:lnTo>
                <a:lnTo>
                  <a:pt x="423444" y="44809"/>
                </a:lnTo>
                <a:lnTo>
                  <a:pt x="422674" y="44118"/>
                </a:lnTo>
                <a:lnTo>
                  <a:pt x="421881" y="43461"/>
                </a:lnTo>
                <a:lnTo>
                  <a:pt x="421063" y="42838"/>
                </a:lnTo>
                <a:lnTo>
                  <a:pt x="420222" y="42248"/>
                </a:lnTo>
                <a:lnTo>
                  <a:pt x="419357" y="41692"/>
                </a:lnTo>
                <a:lnTo>
                  <a:pt x="418467" y="41170"/>
                </a:lnTo>
                <a:lnTo>
                  <a:pt x="417554" y="40681"/>
                </a:lnTo>
                <a:lnTo>
                  <a:pt x="416617" y="40226"/>
                </a:lnTo>
                <a:lnTo>
                  <a:pt x="415656" y="39805"/>
                </a:lnTo>
                <a:lnTo>
                  <a:pt x="414671" y="39418"/>
                </a:lnTo>
                <a:lnTo>
                  <a:pt x="413663" y="39064"/>
                </a:lnTo>
                <a:lnTo>
                  <a:pt x="412630" y="38744"/>
                </a:lnTo>
                <a:lnTo>
                  <a:pt x="411574" y="38457"/>
                </a:lnTo>
                <a:lnTo>
                  <a:pt x="410493" y="38205"/>
                </a:lnTo>
                <a:lnTo>
                  <a:pt x="409389" y="37986"/>
                </a:lnTo>
                <a:lnTo>
                  <a:pt x="408260" y="37800"/>
                </a:lnTo>
                <a:lnTo>
                  <a:pt x="407108" y="37649"/>
                </a:lnTo>
                <a:lnTo>
                  <a:pt x="405932" y="37531"/>
                </a:lnTo>
                <a:lnTo>
                  <a:pt x="404732" y="37446"/>
                </a:lnTo>
                <a:lnTo>
                  <a:pt x="403508" y="37396"/>
                </a:lnTo>
                <a:lnTo>
                  <a:pt x="402260" y="37379"/>
                </a:lnTo>
                <a:lnTo>
                  <a:pt x="401196" y="37388"/>
                </a:lnTo>
                <a:lnTo>
                  <a:pt x="400144" y="37415"/>
                </a:lnTo>
                <a:lnTo>
                  <a:pt x="399103" y="37460"/>
                </a:lnTo>
                <a:lnTo>
                  <a:pt x="398074" y="37523"/>
                </a:lnTo>
                <a:lnTo>
                  <a:pt x="397057" y="37604"/>
                </a:lnTo>
                <a:lnTo>
                  <a:pt x="396051" y="37703"/>
                </a:lnTo>
                <a:lnTo>
                  <a:pt x="395057" y="37819"/>
                </a:lnTo>
                <a:lnTo>
                  <a:pt x="394075" y="37954"/>
                </a:lnTo>
                <a:lnTo>
                  <a:pt x="393104" y="38107"/>
                </a:lnTo>
                <a:lnTo>
                  <a:pt x="392145" y="38278"/>
                </a:lnTo>
                <a:lnTo>
                  <a:pt x="391198" y="38467"/>
                </a:lnTo>
                <a:lnTo>
                  <a:pt x="390262" y="38673"/>
                </a:lnTo>
                <a:lnTo>
                  <a:pt x="389338" y="38898"/>
                </a:lnTo>
                <a:lnTo>
                  <a:pt x="388426" y="39141"/>
                </a:lnTo>
                <a:lnTo>
                  <a:pt x="387526" y="39401"/>
                </a:lnTo>
                <a:lnTo>
                  <a:pt x="386637" y="39680"/>
                </a:lnTo>
                <a:lnTo>
                  <a:pt x="385760" y="39977"/>
                </a:lnTo>
                <a:lnTo>
                  <a:pt x="384894" y="40291"/>
                </a:lnTo>
                <a:lnTo>
                  <a:pt x="384041" y="40624"/>
                </a:lnTo>
                <a:lnTo>
                  <a:pt x="383198" y="40974"/>
                </a:lnTo>
                <a:lnTo>
                  <a:pt x="382368" y="41343"/>
                </a:lnTo>
                <a:lnTo>
                  <a:pt x="381549" y="41729"/>
                </a:lnTo>
                <a:lnTo>
                  <a:pt x="380742" y="42134"/>
                </a:lnTo>
                <a:lnTo>
                  <a:pt x="379947" y="42556"/>
                </a:lnTo>
                <a:lnTo>
                  <a:pt x="379162" y="42991"/>
                </a:lnTo>
                <a:lnTo>
                  <a:pt x="378388" y="43431"/>
                </a:lnTo>
                <a:lnTo>
                  <a:pt x="377624" y="43878"/>
                </a:lnTo>
                <a:lnTo>
                  <a:pt x="376871" y="44331"/>
                </a:lnTo>
                <a:lnTo>
                  <a:pt x="376127" y="44790"/>
                </a:lnTo>
                <a:lnTo>
                  <a:pt x="375394" y="45255"/>
                </a:lnTo>
                <a:lnTo>
                  <a:pt x="374671" y="45726"/>
                </a:lnTo>
                <a:lnTo>
                  <a:pt x="373959" y="46203"/>
                </a:lnTo>
                <a:lnTo>
                  <a:pt x="373256" y="46687"/>
                </a:lnTo>
                <a:lnTo>
                  <a:pt x="372564" y="47176"/>
                </a:lnTo>
                <a:lnTo>
                  <a:pt x="371882" y="47672"/>
                </a:lnTo>
                <a:lnTo>
                  <a:pt x="371210" y="48173"/>
                </a:lnTo>
                <a:lnTo>
                  <a:pt x="370549" y="48681"/>
                </a:lnTo>
                <a:lnTo>
                  <a:pt x="369898" y="49195"/>
                </a:lnTo>
                <a:lnTo>
                  <a:pt x="369257" y="49715"/>
                </a:lnTo>
                <a:lnTo>
                  <a:pt x="368626" y="50241"/>
                </a:lnTo>
                <a:lnTo>
                  <a:pt x="368006" y="50774"/>
                </a:lnTo>
                <a:lnTo>
                  <a:pt x="367395" y="51312"/>
                </a:lnTo>
                <a:lnTo>
                  <a:pt x="366796" y="51857"/>
                </a:lnTo>
                <a:lnTo>
                  <a:pt x="366206" y="52407"/>
                </a:lnTo>
                <a:lnTo>
                  <a:pt x="365626" y="52964"/>
                </a:lnTo>
                <a:lnTo>
                  <a:pt x="365057" y="53527"/>
                </a:lnTo>
                <a:lnTo>
                  <a:pt x="364498" y="54096"/>
                </a:lnTo>
                <a:lnTo>
                  <a:pt x="363949" y="54671"/>
                </a:lnTo>
                <a:lnTo>
                  <a:pt x="363951" y="54681"/>
                </a:lnTo>
                <a:lnTo>
                  <a:pt x="363857" y="54455"/>
                </a:lnTo>
                <a:lnTo>
                  <a:pt x="363392" y="53435"/>
                </a:lnTo>
                <a:lnTo>
                  <a:pt x="362898" y="52443"/>
                </a:lnTo>
                <a:close/>
                <a:moveTo>
                  <a:pt x="187872" y="142992"/>
                </a:moveTo>
                <a:lnTo>
                  <a:pt x="188755" y="142932"/>
                </a:lnTo>
                <a:lnTo>
                  <a:pt x="189628" y="142860"/>
                </a:lnTo>
                <a:lnTo>
                  <a:pt x="190493" y="142775"/>
                </a:lnTo>
                <a:lnTo>
                  <a:pt x="191349" y="142677"/>
                </a:lnTo>
                <a:lnTo>
                  <a:pt x="192196" y="142565"/>
                </a:lnTo>
                <a:lnTo>
                  <a:pt x="193034" y="142440"/>
                </a:lnTo>
                <a:lnTo>
                  <a:pt x="193863" y="142303"/>
                </a:lnTo>
                <a:lnTo>
                  <a:pt x="194683" y="142152"/>
                </a:lnTo>
                <a:lnTo>
                  <a:pt x="195494" y="141988"/>
                </a:lnTo>
                <a:lnTo>
                  <a:pt x="196295" y="141811"/>
                </a:lnTo>
                <a:lnTo>
                  <a:pt x="197088" y="141620"/>
                </a:lnTo>
                <a:lnTo>
                  <a:pt x="197872" y="141417"/>
                </a:lnTo>
                <a:lnTo>
                  <a:pt x="198647" y="141200"/>
                </a:lnTo>
                <a:lnTo>
                  <a:pt x="199413" y="140971"/>
                </a:lnTo>
                <a:lnTo>
                  <a:pt x="200170" y="140728"/>
                </a:lnTo>
                <a:lnTo>
                  <a:pt x="200918" y="140472"/>
                </a:lnTo>
                <a:lnTo>
                  <a:pt x="201657" y="140203"/>
                </a:lnTo>
                <a:lnTo>
                  <a:pt x="202387" y="139921"/>
                </a:lnTo>
                <a:lnTo>
                  <a:pt x="203108" y="139626"/>
                </a:lnTo>
                <a:lnTo>
                  <a:pt x="203820" y="139317"/>
                </a:lnTo>
                <a:lnTo>
                  <a:pt x="204524" y="138996"/>
                </a:lnTo>
                <a:lnTo>
                  <a:pt x="205221" y="138663"/>
                </a:lnTo>
                <a:lnTo>
                  <a:pt x="205911" y="138317"/>
                </a:lnTo>
                <a:lnTo>
                  <a:pt x="206593" y="137958"/>
                </a:lnTo>
                <a:lnTo>
                  <a:pt x="207268" y="137587"/>
                </a:lnTo>
                <a:lnTo>
                  <a:pt x="207936" y="137204"/>
                </a:lnTo>
                <a:lnTo>
                  <a:pt x="208597" y="136809"/>
                </a:lnTo>
                <a:lnTo>
                  <a:pt x="209251" y="136401"/>
                </a:lnTo>
                <a:lnTo>
                  <a:pt x="209897" y="135980"/>
                </a:lnTo>
                <a:lnTo>
                  <a:pt x="210536" y="135548"/>
                </a:lnTo>
                <a:lnTo>
                  <a:pt x="211168" y="135102"/>
                </a:lnTo>
                <a:lnTo>
                  <a:pt x="211793" y="134645"/>
                </a:lnTo>
                <a:lnTo>
                  <a:pt x="212411" y="134175"/>
                </a:lnTo>
                <a:lnTo>
                  <a:pt x="213021" y="133692"/>
                </a:lnTo>
                <a:lnTo>
                  <a:pt x="213625" y="133198"/>
                </a:lnTo>
                <a:lnTo>
                  <a:pt x="214221" y="132690"/>
                </a:lnTo>
                <a:lnTo>
                  <a:pt x="214810" y="132171"/>
                </a:lnTo>
                <a:lnTo>
                  <a:pt x="215391" y="131639"/>
                </a:lnTo>
                <a:lnTo>
                  <a:pt x="215966" y="131094"/>
                </a:lnTo>
                <a:lnTo>
                  <a:pt x="216533" y="130538"/>
                </a:lnTo>
                <a:lnTo>
                  <a:pt x="217093" y="129968"/>
                </a:lnTo>
                <a:lnTo>
                  <a:pt x="217646" y="129387"/>
                </a:lnTo>
                <a:lnTo>
                  <a:pt x="218192" y="128793"/>
                </a:lnTo>
                <a:lnTo>
                  <a:pt x="218731" y="128186"/>
                </a:lnTo>
                <a:lnTo>
                  <a:pt x="219559" y="141233"/>
                </a:lnTo>
                <a:lnTo>
                  <a:pt x="245238" y="141233"/>
                </a:lnTo>
                <a:lnTo>
                  <a:pt x="245238" y="72590"/>
                </a:lnTo>
                <a:lnTo>
                  <a:pt x="245232" y="71740"/>
                </a:lnTo>
                <a:lnTo>
                  <a:pt x="245215" y="70902"/>
                </a:lnTo>
                <a:lnTo>
                  <a:pt x="245187" y="70076"/>
                </a:lnTo>
                <a:lnTo>
                  <a:pt x="245148" y="69261"/>
                </a:lnTo>
                <a:lnTo>
                  <a:pt x="245098" y="68459"/>
                </a:lnTo>
                <a:lnTo>
                  <a:pt x="245037" y="67668"/>
                </a:lnTo>
                <a:lnTo>
                  <a:pt x="244965" y="66889"/>
                </a:lnTo>
                <a:lnTo>
                  <a:pt x="244881" y="66122"/>
                </a:lnTo>
                <a:lnTo>
                  <a:pt x="244786" y="65367"/>
                </a:lnTo>
                <a:lnTo>
                  <a:pt x="244680" y="64623"/>
                </a:lnTo>
                <a:lnTo>
                  <a:pt x="244563" y="63892"/>
                </a:lnTo>
                <a:lnTo>
                  <a:pt x="244435" y="63172"/>
                </a:lnTo>
                <a:lnTo>
                  <a:pt x="244296" y="62464"/>
                </a:lnTo>
                <a:lnTo>
                  <a:pt x="244145" y="61768"/>
                </a:lnTo>
                <a:lnTo>
                  <a:pt x="243984" y="61083"/>
                </a:lnTo>
                <a:lnTo>
                  <a:pt x="243811" y="60411"/>
                </a:lnTo>
                <a:lnTo>
                  <a:pt x="243627" y="59750"/>
                </a:lnTo>
                <a:lnTo>
                  <a:pt x="243432" y="59101"/>
                </a:lnTo>
                <a:lnTo>
                  <a:pt x="243226" y="58464"/>
                </a:lnTo>
                <a:lnTo>
                  <a:pt x="243009" y="57839"/>
                </a:lnTo>
                <a:lnTo>
                  <a:pt x="242780" y="57226"/>
                </a:lnTo>
                <a:lnTo>
                  <a:pt x="242540" y="56625"/>
                </a:lnTo>
                <a:lnTo>
                  <a:pt x="242290" y="56035"/>
                </a:lnTo>
                <a:lnTo>
                  <a:pt x="242028" y="55457"/>
                </a:lnTo>
                <a:lnTo>
                  <a:pt x="241756" y="54890"/>
                </a:lnTo>
                <a:lnTo>
                  <a:pt x="241474" y="54333"/>
                </a:lnTo>
                <a:lnTo>
                  <a:pt x="241184" y="53786"/>
                </a:lnTo>
                <a:lnTo>
                  <a:pt x="240884" y="53248"/>
                </a:lnTo>
                <a:lnTo>
                  <a:pt x="240576" y="52721"/>
                </a:lnTo>
                <a:lnTo>
                  <a:pt x="240258" y="52204"/>
                </a:lnTo>
                <a:lnTo>
                  <a:pt x="239931" y="51697"/>
                </a:lnTo>
                <a:lnTo>
                  <a:pt x="239594" y="51200"/>
                </a:lnTo>
                <a:lnTo>
                  <a:pt x="239249" y="50713"/>
                </a:lnTo>
                <a:lnTo>
                  <a:pt x="238894" y="50236"/>
                </a:lnTo>
                <a:lnTo>
                  <a:pt x="238531" y="49769"/>
                </a:lnTo>
                <a:lnTo>
                  <a:pt x="238158" y="49312"/>
                </a:lnTo>
                <a:lnTo>
                  <a:pt x="237776" y="48865"/>
                </a:lnTo>
                <a:lnTo>
                  <a:pt x="237384" y="48429"/>
                </a:lnTo>
                <a:lnTo>
                  <a:pt x="236984" y="48002"/>
                </a:lnTo>
                <a:lnTo>
                  <a:pt x="236574" y="47585"/>
                </a:lnTo>
                <a:lnTo>
                  <a:pt x="236156" y="47178"/>
                </a:lnTo>
                <a:lnTo>
                  <a:pt x="235728" y="46781"/>
                </a:lnTo>
                <a:lnTo>
                  <a:pt x="235291" y="46394"/>
                </a:lnTo>
                <a:lnTo>
                  <a:pt x="234844" y="46018"/>
                </a:lnTo>
                <a:lnTo>
                  <a:pt x="234389" y="45651"/>
                </a:lnTo>
                <a:lnTo>
                  <a:pt x="233924" y="45294"/>
                </a:lnTo>
                <a:lnTo>
                  <a:pt x="233451" y="44948"/>
                </a:lnTo>
                <a:lnTo>
                  <a:pt x="232968" y="44611"/>
                </a:lnTo>
                <a:lnTo>
                  <a:pt x="232477" y="44283"/>
                </a:lnTo>
                <a:lnTo>
                  <a:pt x="231978" y="43963"/>
                </a:lnTo>
                <a:lnTo>
                  <a:pt x="231472" y="43652"/>
                </a:lnTo>
                <a:lnTo>
                  <a:pt x="230959" y="43349"/>
                </a:lnTo>
                <a:lnTo>
                  <a:pt x="230438" y="43054"/>
                </a:lnTo>
                <a:lnTo>
                  <a:pt x="229910" y="42767"/>
                </a:lnTo>
                <a:lnTo>
                  <a:pt x="229375" y="42488"/>
                </a:lnTo>
                <a:lnTo>
                  <a:pt x="228832" y="42218"/>
                </a:lnTo>
                <a:lnTo>
                  <a:pt x="228282" y="41955"/>
                </a:lnTo>
                <a:lnTo>
                  <a:pt x="227724" y="41701"/>
                </a:lnTo>
                <a:lnTo>
                  <a:pt x="227159" y="41455"/>
                </a:lnTo>
                <a:lnTo>
                  <a:pt x="226587" y="41217"/>
                </a:lnTo>
                <a:lnTo>
                  <a:pt x="226007" y="40988"/>
                </a:lnTo>
                <a:lnTo>
                  <a:pt x="225420" y="40767"/>
                </a:lnTo>
                <a:lnTo>
                  <a:pt x="224826" y="40553"/>
                </a:lnTo>
                <a:lnTo>
                  <a:pt x="224224" y="40348"/>
                </a:lnTo>
                <a:lnTo>
                  <a:pt x="223615" y="40152"/>
                </a:lnTo>
                <a:lnTo>
                  <a:pt x="222998" y="39963"/>
                </a:lnTo>
                <a:lnTo>
                  <a:pt x="222375" y="39783"/>
                </a:lnTo>
                <a:lnTo>
                  <a:pt x="221743" y="39610"/>
                </a:lnTo>
                <a:lnTo>
                  <a:pt x="221105" y="39446"/>
                </a:lnTo>
                <a:lnTo>
                  <a:pt x="220459" y="39290"/>
                </a:lnTo>
                <a:lnTo>
                  <a:pt x="219805" y="39143"/>
                </a:lnTo>
                <a:lnTo>
                  <a:pt x="219145" y="39003"/>
                </a:lnTo>
                <a:lnTo>
                  <a:pt x="218477" y="38871"/>
                </a:lnTo>
                <a:lnTo>
                  <a:pt x="217804" y="38744"/>
                </a:lnTo>
                <a:lnTo>
                  <a:pt x="217126" y="38623"/>
                </a:lnTo>
                <a:lnTo>
                  <a:pt x="216441" y="38507"/>
                </a:lnTo>
                <a:lnTo>
                  <a:pt x="215751" y="38397"/>
                </a:lnTo>
                <a:lnTo>
                  <a:pt x="215055" y="38293"/>
                </a:lnTo>
                <a:lnTo>
                  <a:pt x="214353" y="38194"/>
                </a:lnTo>
                <a:lnTo>
                  <a:pt x="213645" y="38101"/>
                </a:lnTo>
                <a:lnTo>
                  <a:pt x="212932" y="38014"/>
                </a:lnTo>
                <a:lnTo>
                  <a:pt x="212213" y="37932"/>
                </a:lnTo>
                <a:lnTo>
                  <a:pt x="211488" y="37856"/>
                </a:lnTo>
                <a:lnTo>
                  <a:pt x="210758" y="37785"/>
                </a:lnTo>
                <a:lnTo>
                  <a:pt x="210021" y="37720"/>
                </a:lnTo>
                <a:lnTo>
                  <a:pt x="209279" y="37661"/>
                </a:lnTo>
                <a:lnTo>
                  <a:pt x="208532" y="37607"/>
                </a:lnTo>
                <a:lnTo>
                  <a:pt x="207778" y="37560"/>
                </a:lnTo>
                <a:lnTo>
                  <a:pt x="207019" y="37517"/>
                </a:lnTo>
                <a:lnTo>
                  <a:pt x="206254" y="37481"/>
                </a:lnTo>
                <a:lnTo>
                  <a:pt x="205483" y="37450"/>
                </a:lnTo>
                <a:lnTo>
                  <a:pt x="204706" y="37424"/>
                </a:lnTo>
                <a:lnTo>
                  <a:pt x="203924" y="37404"/>
                </a:lnTo>
                <a:lnTo>
                  <a:pt x="203136" y="37390"/>
                </a:lnTo>
                <a:lnTo>
                  <a:pt x="202342" y="37382"/>
                </a:lnTo>
                <a:lnTo>
                  <a:pt x="201542" y="37379"/>
                </a:lnTo>
                <a:lnTo>
                  <a:pt x="200452" y="37385"/>
                </a:lnTo>
                <a:lnTo>
                  <a:pt x="199373" y="37402"/>
                </a:lnTo>
                <a:lnTo>
                  <a:pt x="198304" y="37431"/>
                </a:lnTo>
                <a:lnTo>
                  <a:pt x="197247" y="37472"/>
                </a:lnTo>
                <a:lnTo>
                  <a:pt x="196200" y="37525"/>
                </a:lnTo>
                <a:lnTo>
                  <a:pt x="195165" y="37589"/>
                </a:lnTo>
                <a:lnTo>
                  <a:pt x="194140" y="37664"/>
                </a:lnTo>
                <a:lnTo>
                  <a:pt x="193127" y="37752"/>
                </a:lnTo>
                <a:lnTo>
                  <a:pt x="192124" y="37851"/>
                </a:lnTo>
                <a:lnTo>
                  <a:pt x="191132" y="37962"/>
                </a:lnTo>
                <a:lnTo>
                  <a:pt x="190152" y="38084"/>
                </a:lnTo>
                <a:lnTo>
                  <a:pt x="189182" y="38218"/>
                </a:lnTo>
                <a:lnTo>
                  <a:pt x="188223" y="38364"/>
                </a:lnTo>
                <a:lnTo>
                  <a:pt x="187275" y="38521"/>
                </a:lnTo>
                <a:lnTo>
                  <a:pt x="186339" y="38690"/>
                </a:lnTo>
                <a:lnTo>
                  <a:pt x="185413" y="38870"/>
                </a:lnTo>
                <a:lnTo>
                  <a:pt x="184498" y="39063"/>
                </a:lnTo>
                <a:lnTo>
                  <a:pt x="183594" y="39266"/>
                </a:lnTo>
                <a:lnTo>
                  <a:pt x="182701" y="39482"/>
                </a:lnTo>
                <a:lnTo>
                  <a:pt x="181819" y="39709"/>
                </a:lnTo>
                <a:lnTo>
                  <a:pt x="180948" y="39948"/>
                </a:lnTo>
                <a:lnTo>
                  <a:pt x="180088" y="40199"/>
                </a:lnTo>
                <a:lnTo>
                  <a:pt x="179239" y="40461"/>
                </a:lnTo>
                <a:lnTo>
                  <a:pt x="178401" y="40734"/>
                </a:lnTo>
                <a:lnTo>
                  <a:pt x="177575" y="41022"/>
                </a:lnTo>
                <a:lnTo>
                  <a:pt x="176765" y="41324"/>
                </a:lnTo>
                <a:lnTo>
                  <a:pt x="175970" y="41641"/>
                </a:lnTo>
                <a:lnTo>
                  <a:pt x="175191" y="41973"/>
                </a:lnTo>
                <a:lnTo>
                  <a:pt x="174426" y="42319"/>
                </a:lnTo>
                <a:lnTo>
                  <a:pt x="173676" y="42681"/>
                </a:lnTo>
                <a:lnTo>
                  <a:pt x="172942" y="43058"/>
                </a:lnTo>
                <a:lnTo>
                  <a:pt x="172222" y="43450"/>
                </a:lnTo>
                <a:lnTo>
                  <a:pt x="171518" y="43856"/>
                </a:lnTo>
                <a:lnTo>
                  <a:pt x="170829" y="44278"/>
                </a:lnTo>
                <a:lnTo>
                  <a:pt x="170155" y="44714"/>
                </a:lnTo>
                <a:lnTo>
                  <a:pt x="169496" y="45166"/>
                </a:lnTo>
                <a:lnTo>
                  <a:pt x="168852" y="45632"/>
                </a:lnTo>
                <a:lnTo>
                  <a:pt x="168223" y="46114"/>
                </a:lnTo>
                <a:lnTo>
                  <a:pt x="167609" y="46610"/>
                </a:lnTo>
                <a:lnTo>
                  <a:pt x="167011" y="47121"/>
                </a:lnTo>
                <a:lnTo>
                  <a:pt x="166427" y="47647"/>
                </a:lnTo>
                <a:lnTo>
                  <a:pt x="165859" y="48188"/>
                </a:lnTo>
                <a:lnTo>
                  <a:pt x="165306" y="48744"/>
                </a:lnTo>
                <a:lnTo>
                  <a:pt x="164767" y="49315"/>
                </a:lnTo>
                <a:lnTo>
                  <a:pt x="164244" y="49901"/>
                </a:lnTo>
                <a:lnTo>
                  <a:pt x="163736" y="50502"/>
                </a:lnTo>
                <a:lnTo>
                  <a:pt x="163243" y="51118"/>
                </a:lnTo>
                <a:lnTo>
                  <a:pt x="162766" y="51749"/>
                </a:lnTo>
                <a:lnTo>
                  <a:pt x="162305" y="52396"/>
                </a:lnTo>
                <a:lnTo>
                  <a:pt x="161864" y="53063"/>
                </a:lnTo>
                <a:lnTo>
                  <a:pt x="161443" y="53748"/>
                </a:lnTo>
                <a:lnTo>
                  <a:pt x="161041" y="54452"/>
                </a:lnTo>
                <a:lnTo>
                  <a:pt x="160659" y="55175"/>
                </a:lnTo>
                <a:lnTo>
                  <a:pt x="160297" y="55918"/>
                </a:lnTo>
                <a:lnTo>
                  <a:pt x="159954" y="56679"/>
                </a:lnTo>
                <a:lnTo>
                  <a:pt x="159630" y="57458"/>
                </a:lnTo>
                <a:lnTo>
                  <a:pt x="159327" y="58257"/>
                </a:lnTo>
                <a:lnTo>
                  <a:pt x="159043" y="59075"/>
                </a:lnTo>
                <a:lnTo>
                  <a:pt x="158778" y="59912"/>
                </a:lnTo>
                <a:lnTo>
                  <a:pt x="158533" y="60768"/>
                </a:lnTo>
                <a:lnTo>
                  <a:pt x="158308" y="61642"/>
                </a:lnTo>
                <a:lnTo>
                  <a:pt x="158102" y="62536"/>
                </a:lnTo>
                <a:lnTo>
                  <a:pt x="157916" y="63448"/>
                </a:lnTo>
                <a:lnTo>
                  <a:pt x="157749" y="64380"/>
                </a:lnTo>
                <a:lnTo>
                  <a:pt x="157602" y="65330"/>
                </a:lnTo>
                <a:lnTo>
                  <a:pt x="157475" y="66299"/>
                </a:lnTo>
                <a:lnTo>
                  <a:pt x="157367" y="67288"/>
                </a:lnTo>
                <a:lnTo>
                  <a:pt x="157279" y="68295"/>
                </a:lnTo>
                <a:lnTo>
                  <a:pt x="157211" y="69321"/>
                </a:lnTo>
                <a:lnTo>
                  <a:pt x="157162" y="70366"/>
                </a:lnTo>
                <a:lnTo>
                  <a:pt x="157132" y="71430"/>
                </a:lnTo>
                <a:lnTo>
                  <a:pt x="157122" y="72513"/>
                </a:lnTo>
                <a:lnTo>
                  <a:pt x="182801" y="72513"/>
                </a:lnTo>
                <a:lnTo>
                  <a:pt x="182810" y="71777"/>
                </a:lnTo>
                <a:lnTo>
                  <a:pt x="182838" y="71058"/>
                </a:lnTo>
                <a:lnTo>
                  <a:pt x="182884" y="70356"/>
                </a:lnTo>
                <a:lnTo>
                  <a:pt x="182948" y="69672"/>
                </a:lnTo>
                <a:lnTo>
                  <a:pt x="183030" y="69005"/>
                </a:lnTo>
                <a:lnTo>
                  <a:pt x="183131" y="68355"/>
                </a:lnTo>
                <a:lnTo>
                  <a:pt x="183250" y="67722"/>
                </a:lnTo>
                <a:lnTo>
                  <a:pt x="183388" y="67106"/>
                </a:lnTo>
                <a:lnTo>
                  <a:pt x="183544" y="66508"/>
                </a:lnTo>
                <a:lnTo>
                  <a:pt x="183718" y="65927"/>
                </a:lnTo>
                <a:lnTo>
                  <a:pt x="183910" y="65362"/>
                </a:lnTo>
                <a:lnTo>
                  <a:pt x="184121" y="64816"/>
                </a:lnTo>
                <a:lnTo>
                  <a:pt x="184350" y="64286"/>
                </a:lnTo>
                <a:lnTo>
                  <a:pt x="184598" y="63773"/>
                </a:lnTo>
                <a:lnTo>
                  <a:pt x="184864" y="63278"/>
                </a:lnTo>
                <a:lnTo>
                  <a:pt x="185148" y="62800"/>
                </a:lnTo>
                <a:lnTo>
                  <a:pt x="185451" y="62339"/>
                </a:lnTo>
                <a:lnTo>
                  <a:pt x="185771" y="61895"/>
                </a:lnTo>
                <a:lnTo>
                  <a:pt x="186111" y="61468"/>
                </a:lnTo>
                <a:lnTo>
                  <a:pt x="186468" y="61059"/>
                </a:lnTo>
                <a:lnTo>
                  <a:pt x="186844" y="60666"/>
                </a:lnTo>
                <a:lnTo>
                  <a:pt x="187238" y="60291"/>
                </a:lnTo>
                <a:lnTo>
                  <a:pt x="187651" y="59933"/>
                </a:lnTo>
                <a:lnTo>
                  <a:pt x="188082" y="59592"/>
                </a:lnTo>
                <a:lnTo>
                  <a:pt x="188527" y="59267"/>
                </a:lnTo>
                <a:lnTo>
                  <a:pt x="188982" y="58955"/>
                </a:lnTo>
                <a:lnTo>
                  <a:pt x="189447" y="58657"/>
                </a:lnTo>
                <a:lnTo>
                  <a:pt x="189923" y="58373"/>
                </a:lnTo>
                <a:lnTo>
                  <a:pt x="190408" y="58103"/>
                </a:lnTo>
                <a:lnTo>
                  <a:pt x="190903" y="57847"/>
                </a:lnTo>
                <a:lnTo>
                  <a:pt x="191409" y="57604"/>
                </a:lnTo>
                <a:lnTo>
                  <a:pt x="191924" y="57376"/>
                </a:lnTo>
                <a:lnTo>
                  <a:pt x="192450" y="57161"/>
                </a:lnTo>
                <a:lnTo>
                  <a:pt x="192986" y="56960"/>
                </a:lnTo>
                <a:lnTo>
                  <a:pt x="193531" y="56773"/>
                </a:lnTo>
                <a:lnTo>
                  <a:pt x="194087" y="56600"/>
                </a:lnTo>
                <a:lnTo>
                  <a:pt x="194653" y="56441"/>
                </a:lnTo>
                <a:lnTo>
                  <a:pt x="195229" y="56295"/>
                </a:lnTo>
                <a:lnTo>
                  <a:pt x="195815" y="56164"/>
                </a:lnTo>
                <a:lnTo>
                  <a:pt x="196411" y="56046"/>
                </a:lnTo>
                <a:lnTo>
                  <a:pt x="197017" y="55942"/>
                </a:lnTo>
                <a:lnTo>
                  <a:pt x="197634" y="55852"/>
                </a:lnTo>
                <a:lnTo>
                  <a:pt x="198260" y="55776"/>
                </a:lnTo>
                <a:lnTo>
                  <a:pt x="198896" y="55713"/>
                </a:lnTo>
                <a:lnTo>
                  <a:pt x="199543" y="55665"/>
                </a:lnTo>
                <a:lnTo>
                  <a:pt x="200199" y="55630"/>
                </a:lnTo>
                <a:lnTo>
                  <a:pt x="200866" y="55610"/>
                </a:lnTo>
                <a:lnTo>
                  <a:pt x="201542" y="55603"/>
                </a:lnTo>
                <a:lnTo>
                  <a:pt x="202159" y="55609"/>
                </a:lnTo>
                <a:lnTo>
                  <a:pt x="202766" y="55629"/>
                </a:lnTo>
                <a:lnTo>
                  <a:pt x="203363" y="55661"/>
                </a:lnTo>
                <a:lnTo>
                  <a:pt x="203951" y="55707"/>
                </a:lnTo>
                <a:lnTo>
                  <a:pt x="204530" y="55765"/>
                </a:lnTo>
                <a:lnTo>
                  <a:pt x="205098" y="55836"/>
                </a:lnTo>
                <a:lnTo>
                  <a:pt x="205658" y="55921"/>
                </a:lnTo>
                <a:lnTo>
                  <a:pt x="206208" y="56018"/>
                </a:lnTo>
                <a:lnTo>
                  <a:pt x="206748" y="56129"/>
                </a:lnTo>
                <a:lnTo>
                  <a:pt x="207279" y="56252"/>
                </a:lnTo>
                <a:lnTo>
                  <a:pt x="207800" y="56388"/>
                </a:lnTo>
                <a:lnTo>
                  <a:pt x="208312" y="56538"/>
                </a:lnTo>
                <a:lnTo>
                  <a:pt x="208814" y="56700"/>
                </a:lnTo>
                <a:lnTo>
                  <a:pt x="209306" y="56875"/>
                </a:lnTo>
                <a:lnTo>
                  <a:pt x="209789" y="57064"/>
                </a:lnTo>
                <a:lnTo>
                  <a:pt x="210263" y="57265"/>
                </a:lnTo>
                <a:lnTo>
                  <a:pt x="210727" y="57479"/>
                </a:lnTo>
                <a:lnTo>
                  <a:pt x="211182" y="57707"/>
                </a:lnTo>
                <a:lnTo>
                  <a:pt x="211627" y="57947"/>
                </a:lnTo>
                <a:lnTo>
                  <a:pt x="212062" y="58200"/>
                </a:lnTo>
                <a:lnTo>
                  <a:pt x="212488" y="58466"/>
                </a:lnTo>
                <a:lnTo>
                  <a:pt x="212904" y="58746"/>
                </a:lnTo>
                <a:lnTo>
                  <a:pt x="213311" y="59038"/>
                </a:lnTo>
                <a:lnTo>
                  <a:pt x="213709" y="59343"/>
                </a:lnTo>
                <a:lnTo>
                  <a:pt x="214093" y="59666"/>
                </a:lnTo>
                <a:lnTo>
                  <a:pt x="214461" y="60011"/>
                </a:lnTo>
                <a:lnTo>
                  <a:pt x="214813" y="60378"/>
                </a:lnTo>
                <a:lnTo>
                  <a:pt x="215148" y="60768"/>
                </a:lnTo>
                <a:lnTo>
                  <a:pt x="215467" y="61180"/>
                </a:lnTo>
                <a:lnTo>
                  <a:pt x="215770" y="61614"/>
                </a:lnTo>
                <a:lnTo>
                  <a:pt x="216056" y="62071"/>
                </a:lnTo>
                <a:lnTo>
                  <a:pt x="216326" y="62549"/>
                </a:lnTo>
                <a:lnTo>
                  <a:pt x="216580" y="63050"/>
                </a:lnTo>
                <a:lnTo>
                  <a:pt x="216817" y="63574"/>
                </a:lnTo>
                <a:lnTo>
                  <a:pt x="217038" y="64119"/>
                </a:lnTo>
                <a:lnTo>
                  <a:pt x="217242" y="64687"/>
                </a:lnTo>
                <a:lnTo>
                  <a:pt x="217430" y="65277"/>
                </a:lnTo>
                <a:lnTo>
                  <a:pt x="217602" y="65889"/>
                </a:lnTo>
                <a:lnTo>
                  <a:pt x="217757" y="66524"/>
                </a:lnTo>
                <a:lnTo>
                  <a:pt x="217896" y="67181"/>
                </a:lnTo>
                <a:lnTo>
                  <a:pt x="218019" y="67860"/>
                </a:lnTo>
                <a:lnTo>
                  <a:pt x="218125" y="68561"/>
                </a:lnTo>
                <a:lnTo>
                  <a:pt x="218215" y="69285"/>
                </a:lnTo>
                <a:lnTo>
                  <a:pt x="218289" y="70031"/>
                </a:lnTo>
                <a:lnTo>
                  <a:pt x="218346" y="70799"/>
                </a:lnTo>
                <a:lnTo>
                  <a:pt x="218387" y="71590"/>
                </a:lnTo>
                <a:lnTo>
                  <a:pt x="218412" y="72402"/>
                </a:lnTo>
                <a:lnTo>
                  <a:pt x="218420" y="73237"/>
                </a:lnTo>
                <a:lnTo>
                  <a:pt x="218420" y="78793"/>
                </a:lnTo>
                <a:lnTo>
                  <a:pt x="216763" y="78832"/>
                </a:lnTo>
                <a:lnTo>
                  <a:pt x="215123" y="78878"/>
                </a:lnTo>
                <a:lnTo>
                  <a:pt x="213501" y="78931"/>
                </a:lnTo>
                <a:lnTo>
                  <a:pt x="211895" y="78992"/>
                </a:lnTo>
                <a:lnTo>
                  <a:pt x="210307" y="79060"/>
                </a:lnTo>
                <a:lnTo>
                  <a:pt x="208735" y="79136"/>
                </a:lnTo>
                <a:lnTo>
                  <a:pt x="207181" y="79219"/>
                </a:lnTo>
                <a:lnTo>
                  <a:pt x="205644" y="79310"/>
                </a:lnTo>
                <a:lnTo>
                  <a:pt x="204124" y="79408"/>
                </a:lnTo>
                <a:lnTo>
                  <a:pt x="202621" y="79513"/>
                </a:lnTo>
                <a:lnTo>
                  <a:pt x="201135" y="79626"/>
                </a:lnTo>
                <a:lnTo>
                  <a:pt x="199666" y="79747"/>
                </a:lnTo>
                <a:lnTo>
                  <a:pt x="198214" y="79875"/>
                </a:lnTo>
                <a:lnTo>
                  <a:pt x="196779" y="80010"/>
                </a:lnTo>
                <a:lnTo>
                  <a:pt x="195361" y="80153"/>
                </a:lnTo>
                <a:lnTo>
                  <a:pt x="193961" y="80303"/>
                </a:lnTo>
                <a:lnTo>
                  <a:pt x="192577" y="80461"/>
                </a:lnTo>
                <a:lnTo>
                  <a:pt x="191211" y="80626"/>
                </a:lnTo>
                <a:lnTo>
                  <a:pt x="189861" y="80798"/>
                </a:lnTo>
                <a:lnTo>
                  <a:pt x="188529" y="80978"/>
                </a:lnTo>
                <a:lnTo>
                  <a:pt x="187214" y="81166"/>
                </a:lnTo>
                <a:lnTo>
                  <a:pt x="185916" y="81361"/>
                </a:lnTo>
                <a:lnTo>
                  <a:pt x="184635" y="81563"/>
                </a:lnTo>
                <a:lnTo>
                  <a:pt x="183371" y="81773"/>
                </a:lnTo>
                <a:lnTo>
                  <a:pt x="182127" y="81995"/>
                </a:lnTo>
                <a:lnTo>
                  <a:pt x="180906" y="82232"/>
                </a:lnTo>
                <a:lnTo>
                  <a:pt x="179709" y="82486"/>
                </a:lnTo>
                <a:lnTo>
                  <a:pt x="178534" y="82755"/>
                </a:lnTo>
                <a:lnTo>
                  <a:pt x="177383" y="83041"/>
                </a:lnTo>
                <a:lnTo>
                  <a:pt x="176255" y="83342"/>
                </a:lnTo>
                <a:lnTo>
                  <a:pt x="175151" y="83659"/>
                </a:lnTo>
                <a:lnTo>
                  <a:pt x="174069" y="83993"/>
                </a:lnTo>
                <a:lnTo>
                  <a:pt x="173011" y="84342"/>
                </a:lnTo>
                <a:lnTo>
                  <a:pt x="171975" y="84708"/>
                </a:lnTo>
                <a:lnTo>
                  <a:pt x="170963" y="85089"/>
                </a:lnTo>
                <a:lnTo>
                  <a:pt x="169975" y="85486"/>
                </a:lnTo>
                <a:lnTo>
                  <a:pt x="169009" y="85899"/>
                </a:lnTo>
                <a:lnTo>
                  <a:pt x="168067" y="86329"/>
                </a:lnTo>
                <a:lnTo>
                  <a:pt x="167147" y="86774"/>
                </a:lnTo>
                <a:lnTo>
                  <a:pt x="166251" y="87235"/>
                </a:lnTo>
                <a:lnTo>
                  <a:pt x="165379" y="87712"/>
                </a:lnTo>
                <a:lnTo>
                  <a:pt x="164529" y="88205"/>
                </a:lnTo>
                <a:lnTo>
                  <a:pt x="163703" y="88714"/>
                </a:lnTo>
                <a:lnTo>
                  <a:pt x="162899" y="89240"/>
                </a:lnTo>
                <a:lnTo>
                  <a:pt x="162119" y="89781"/>
                </a:lnTo>
                <a:lnTo>
                  <a:pt x="161362" y="90338"/>
                </a:lnTo>
                <a:lnTo>
                  <a:pt x="160629" y="90911"/>
                </a:lnTo>
                <a:lnTo>
                  <a:pt x="159918" y="91500"/>
                </a:lnTo>
                <a:lnTo>
                  <a:pt x="159234" y="92109"/>
                </a:lnTo>
                <a:lnTo>
                  <a:pt x="158578" y="92741"/>
                </a:lnTo>
                <a:lnTo>
                  <a:pt x="157952" y="93399"/>
                </a:lnTo>
                <a:lnTo>
                  <a:pt x="157355" y="94080"/>
                </a:lnTo>
                <a:lnTo>
                  <a:pt x="156788" y="94785"/>
                </a:lnTo>
                <a:lnTo>
                  <a:pt x="156249" y="95515"/>
                </a:lnTo>
                <a:lnTo>
                  <a:pt x="155739" y="96268"/>
                </a:lnTo>
                <a:lnTo>
                  <a:pt x="155259" y="97046"/>
                </a:lnTo>
                <a:lnTo>
                  <a:pt x="154807" y="97848"/>
                </a:lnTo>
                <a:lnTo>
                  <a:pt x="154385" y="98674"/>
                </a:lnTo>
                <a:lnTo>
                  <a:pt x="153992" y="99524"/>
                </a:lnTo>
                <a:lnTo>
                  <a:pt x="153628" y="100399"/>
                </a:lnTo>
                <a:lnTo>
                  <a:pt x="153293" y="101297"/>
                </a:lnTo>
                <a:lnTo>
                  <a:pt x="152987" y="102220"/>
                </a:lnTo>
                <a:lnTo>
                  <a:pt x="152711" y="103167"/>
                </a:lnTo>
                <a:lnTo>
                  <a:pt x="152463" y="104138"/>
                </a:lnTo>
                <a:lnTo>
                  <a:pt x="152245" y="105133"/>
                </a:lnTo>
                <a:lnTo>
                  <a:pt x="152055" y="106152"/>
                </a:lnTo>
                <a:lnTo>
                  <a:pt x="151895" y="107195"/>
                </a:lnTo>
                <a:lnTo>
                  <a:pt x="151764" y="108263"/>
                </a:lnTo>
                <a:lnTo>
                  <a:pt x="151662" y="109355"/>
                </a:lnTo>
                <a:lnTo>
                  <a:pt x="151589" y="110471"/>
                </a:lnTo>
                <a:lnTo>
                  <a:pt x="151546" y="111610"/>
                </a:lnTo>
                <a:lnTo>
                  <a:pt x="151531" y="112775"/>
                </a:lnTo>
                <a:lnTo>
                  <a:pt x="151539" y="113614"/>
                </a:lnTo>
                <a:lnTo>
                  <a:pt x="151563" y="114441"/>
                </a:lnTo>
                <a:lnTo>
                  <a:pt x="151603" y="115257"/>
                </a:lnTo>
                <a:lnTo>
                  <a:pt x="151659" y="116061"/>
                </a:lnTo>
                <a:lnTo>
                  <a:pt x="151731" y="116853"/>
                </a:lnTo>
                <a:lnTo>
                  <a:pt x="151819" y="117633"/>
                </a:lnTo>
                <a:lnTo>
                  <a:pt x="151923" y="118401"/>
                </a:lnTo>
                <a:lnTo>
                  <a:pt x="152043" y="119158"/>
                </a:lnTo>
                <a:lnTo>
                  <a:pt x="152179" y="119903"/>
                </a:lnTo>
                <a:lnTo>
                  <a:pt x="152331" y="120636"/>
                </a:lnTo>
                <a:lnTo>
                  <a:pt x="152499" y="121357"/>
                </a:lnTo>
                <a:lnTo>
                  <a:pt x="152683" y="122067"/>
                </a:lnTo>
                <a:lnTo>
                  <a:pt x="152883" y="122765"/>
                </a:lnTo>
                <a:lnTo>
                  <a:pt x="153099" y="123450"/>
                </a:lnTo>
                <a:lnTo>
                  <a:pt x="153331" y="124125"/>
                </a:lnTo>
                <a:lnTo>
                  <a:pt x="153579" y="124787"/>
                </a:lnTo>
                <a:lnTo>
                  <a:pt x="153843" y="125438"/>
                </a:lnTo>
                <a:lnTo>
                  <a:pt x="154123" y="126076"/>
                </a:lnTo>
                <a:lnTo>
                  <a:pt x="154419" y="126703"/>
                </a:lnTo>
                <a:lnTo>
                  <a:pt x="154731" y="127319"/>
                </a:lnTo>
                <a:lnTo>
                  <a:pt x="155059" y="127922"/>
                </a:lnTo>
                <a:lnTo>
                  <a:pt x="155403" y="128514"/>
                </a:lnTo>
                <a:lnTo>
                  <a:pt x="155763" y="129094"/>
                </a:lnTo>
                <a:lnTo>
                  <a:pt x="156139" y="129662"/>
                </a:lnTo>
                <a:lnTo>
                  <a:pt x="156528" y="130218"/>
                </a:lnTo>
                <a:lnTo>
                  <a:pt x="156926" y="130762"/>
                </a:lnTo>
                <a:lnTo>
                  <a:pt x="157335" y="131295"/>
                </a:lnTo>
                <a:lnTo>
                  <a:pt x="157754" y="131815"/>
                </a:lnTo>
                <a:lnTo>
                  <a:pt x="158182" y="132324"/>
                </a:lnTo>
                <a:lnTo>
                  <a:pt x="158621" y="132821"/>
                </a:lnTo>
                <a:lnTo>
                  <a:pt x="159069" y="133306"/>
                </a:lnTo>
                <a:lnTo>
                  <a:pt x="159527" y="133780"/>
                </a:lnTo>
                <a:lnTo>
                  <a:pt x="159995" y="134241"/>
                </a:lnTo>
                <a:lnTo>
                  <a:pt x="160473" y="134691"/>
                </a:lnTo>
                <a:lnTo>
                  <a:pt x="160961" y="135129"/>
                </a:lnTo>
                <a:lnTo>
                  <a:pt x="161458" y="135556"/>
                </a:lnTo>
                <a:lnTo>
                  <a:pt x="161966" y="135970"/>
                </a:lnTo>
                <a:lnTo>
                  <a:pt x="162483" y="136373"/>
                </a:lnTo>
                <a:lnTo>
                  <a:pt x="163011" y="136764"/>
                </a:lnTo>
                <a:lnTo>
                  <a:pt x="163548" y="137143"/>
                </a:lnTo>
                <a:lnTo>
                  <a:pt x="164095" y="137510"/>
                </a:lnTo>
                <a:lnTo>
                  <a:pt x="164652" y="137866"/>
                </a:lnTo>
                <a:lnTo>
                  <a:pt x="165219" y="138209"/>
                </a:lnTo>
                <a:lnTo>
                  <a:pt x="165796" y="138541"/>
                </a:lnTo>
                <a:lnTo>
                  <a:pt x="166382" y="138861"/>
                </a:lnTo>
                <a:lnTo>
                  <a:pt x="166979" y="139170"/>
                </a:lnTo>
                <a:lnTo>
                  <a:pt x="167585" y="139466"/>
                </a:lnTo>
                <a:lnTo>
                  <a:pt x="168202" y="139751"/>
                </a:lnTo>
                <a:lnTo>
                  <a:pt x="168825" y="140024"/>
                </a:lnTo>
                <a:lnTo>
                  <a:pt x="169452" y="140285"/>
                </a:lnTo>
                <a:lnTo>
                  <a:pt x="170083" y="140535"/>
                </a:lnTo>
                <a:lnTo>
                  <a:pt x="170718" y="140773"/>
                </a:lnTo>
                <a:lnTo>
                  <a:pt x="171357" y="141000"/>
                </a:lnTo>
                <a:lnTo>
                  <a:pt x="172000" y="141215"/>
                </a:lnTo>
                <a:lnTo>
                  <a:pt x="172647" y="141418"/>
                </a:lnTo>
                <a:lnTo>
                  <a:pt x="173298" y="141610"/>
                </a:lnTo>
                <a:lnTo>
                  <a:pt x="173953" y="141790"/>
                </a:lnTo>
                <a:lnTo>
                  <a:pt x="174612" y="141958"/>
                </a:lnTo>
                <a:lnTo>
                  <a:pt x="175275" y="142115"/>
                </a:lnTo>
                <a:lnTo>
                  <a:pt x="175941" y="142260"/>
                </a:lnTo>
                <a:lnTo>
                  <a:pt x="176612" y="142394"/>
                </a:lnTo>
                <a:lnTo>
                  <a:pt x="177287" y="142516"/>
                </a:lnTo>
                <a:lnTo>
                  <a:pt x="177965" y="142626"/>
                </a:lnTo>
                <a:lnTo>
                  <a:pt x="178648" y="142725"/>
                </a:lnTo>
                <a:lnTo>
                  <a:pt x="179334" y="142812"/>
                </a:lnTo>
                <a:lnTo>
                  <a:pt x="180025" y="142887"/>
                </a:lnTo>
                <a:lnTo>
                  <a:pt x="180719" y="142951"/>
                </a:lnTo>
                <a:lnTo>
                  <a:pt x="181418" y="143004"/>
                </a:lnTo>
                <a:lnTo>
                  <a:pt x="182120" y="143044"/>
                </a:lnTo>
                <a:lnTo>
                  <a:pt x="182826" y="143073"/>
                </a:lnTo>
                <a:lnTo>
                  <a:pt x="183537" y="143091"/>
                </a:lnTo>
                <a:lnTo>
                  <a:pt x="184251" y="143097"/>
                </a:lnTo>
                <a:lnTo>
                  <a:pt x="185169" y="143090"/>
                </a:lnTo>
                <a:lnTo>
                  <a:pt x="186079" y="143070"/>
                </a:lnTo>
                <a:lnTo>
                  <a:pt x="186980" y="143037"/>
                </a:lnTo>
                <a:lnTo>
                  <a:pt x="187872" y="142992"/>
                </a:lnTo>
                <a:close/>
                <a:moveTo>
                  <a:pt x="191218" y="124164"/>
                </a:moveTo>
                <a:lnTo>
                  <a:pt x="190728" y="124114"/>
                </a:lnTo>
                <a:lnTo>
                  <a:pt x="190246" y="124053"/>
                </a:lnTo>
                <a:lnTo>
                  <a:pt x="189773" y="123982"/>
                </a:lnTo>
                <a:lnTo>
                  <a:pt x="189307" y="123899"/>
                </a:lnTo>
                <a:lnTo>
                  <a:pt x="188849" y="123806"/>
                </a:lnTo>
                <a:lnTo>
                  <a:pt x="188400" y="123701"/>
                </a:lnTo>
                <a:lnTo>
                  <a:pt x="187959" y="123586"/>
                </a:lnTo>
                <a:lnTo>
                  <a:pt x="187525" y="123459"/>
                </a:lnTo>
                <a:lnTo>
                  <a:pt x="187100" y="123321"/>
                </a:lnTo>
                <a:lnTo>
                  <a:pt x="186683" y="123173"/>
                </a:lnTo>
                <a:lnTo>
                  <a:pt x="186274" y="123013"/>
                </a:lnTo>
                <a:lnTo>
                  <a:pt x="185873" y="122842"/>
                </a:lnTo>
                <a:lnTo>
                  <a:pt x="185480" y="122661"/>
                </a:lnTo>
                <a:lnTo>
                  <a:pt x="185095" y="122468"/>
                </a:lnTo>
                <a:lnTo>
                  <a:pt x="184719" y="122264"/>
                </a:lnTo>
                <a:lnTo>
                  <a:pt x="184350" y="122050"/>
                </a:lnTo>
                <a:lnTo>
                  <a:pt x="183989" y="121824"/>
                </a:lnTo>
                <a:lnTo>
                  <a:pt x="183637" y="121587"/>
                </a:lnTo>
                <a:lnTo>
                  <a:pt x="183293" y="121339"/>
                </a:lnTo>
                <a:lnTo>
                  <a:pt x="182956" y="121081"/>
                </a:lnTo>
                <a:lnTo>
                  <a:pt x="182631" y="120811"/>
                </a:lnTo>
                <a:lnTo>
                  <a:pt x="182320" y="120529"/>
                </a:lnTo>
                <a:lnTo>
                  <a:pt x="182022" y="120235"/>
                </a:lnTo>
                <a:lnTo>
                  <a:pt x="181738" y="119930"/>
                </a:lnTo>
                <a:lnTo>
                  <a:pt x="181468" y="119613"/>
                </a:lnTo>
                <a:lnTo>
                  <a:pt x="181212" y="119284"/>
                </a:lnTo>
                <a:lnTo>
                  <a:pt x="180970" y="118943"/>
                </a:lnTo>
                <a:lnTo>
                  <a:pt x="180742" y="118591"/>
                </a:lnTo>
                <a:lnTo>
                  <a:pt x="180527" y="118226"/>
                </a:lnTo>
                <a:lnTo>
                  <a:pt x="180326" y="117851"/>
                </a:lnTo>
                <a:lnTo>
                  <a:pt x="180140" y="117463"/>
                </a:lnTo>
                <a:lnTo>
                  <a:pt x="179967" y="117064"/>
                </a:lnTo>
                <a:lnTo>
                  <a:pt x="179807" y="116652"/>
                </a:lnTo>
                <a:lnTo>
                  <a:pt x="179662" y="116229"/>
                </a:lnTo>
                <a:lnTo>
                  <a:pt x="179531" y="115795"/>
                </a:lnTo>
                <a:lnTo>
                  <a:pt x="179413" y="115348"/>
                </a:lnTo>
                <a:lnTo>
                  <a:pt x="179309" y="114890"/>
                </a:lnTo>
                <a:lnTo>
                  <a:pt x="179219" y="114420"/>
                </a:lnTo>
                <a:lnTo>
                  <a:pt x="179143" y="113939"/>
                </a:lnTo>
                <a:lnTo>
                  <a:pt x="179081" y="113445"/>
                </a:lnTo>
                <a:lnTo>
                  <a:pt x="179032" y="112940"/>
                </a:lnTo>
                <a:lnTo>
                  <a:pt x="178998" y="112423"/>
                </a:lnTo>
                <a:lnTo>
                  <a:pt x="178977" y="111895"/>
                </a:lnTo>
                <a:lnTo>
                  <a:pt x="178970" y="111354"/>
                </a:lnTo>
                <a:lnTo>
                  <a:pt x="178985" y="110605"/>
                </a:lnTo>
                <a:lnTo>
                  <a:pt x="179030" y="109874"/>
                </a:lnTo>
                <a:lnTo>
                  <a:pt x="179106" y="109159"/>
                </a:lnTo>
                <a:lnTo>
                  <a:pt x="179212" y="108463"/>
                </a:lnTo>
                <a:lnTo>
                  <a:pt x="179347" y="107784"/>
                </a:lnTo>
                <a:lnTo>
                  <a:pt x="179514" y="107122"/>
                </a:lnTo>
                <a:lnTo>
                  <a:pt x="179710" y="106477"/>
                </a:lnTo>
                <a:lnTo>
                  <a:pt x="179936" y="105850"/>
                </a:lnTo>
                <a:lnTo>
                  <a:pt x="180193" y="105241"/>
                </a:lnTo>
                <a:lnTo>
                  <a:pt x="180480" y="104649"/>
                </a:lnTo>
                <a:lnTo>
                  <a:pt x="180797" y="104074"/>
                </a:lnTo>
                <a:lnTo>
                  <a:pt x="181144" y="103517"/>
                </a:lnTo>
                <a:lnTo>
                  <a:pt x="181522" y="102977"/>
                </a:lnTo>
                <a:lnTo>
                  <a:pt x="181930" y="102455"/>
                </a:lnTo>
                <a:lnTo>
                  <a:pt x="182368" y="101950"/>
                </a:lnTo>
                <a:lnTo>
                  <a:pt x="182836" y="101463"/>
                </a:lnTo>
                <a:lnTo>
                  <a:pt x="183334" y="100993"/>
                </a:lnTo>
                <a:lnTo>
                  <a:pt x="183862" y="100540"/>
                </a:lnTo>
                <a:lnTo>
                  <a:pt x="184421" y="100105"/>
                </a:lnTo>
                <a:lnTo>
                  <a:pt x="185010" y="99688"/>
                </a:lnTo>
                <a:lnTo>
                  <a:pt x="185629" y="99287"/>
                </a:lnTo>
                <a:lnTo>
                  <a:pt x="186278" y="98904"/>
                </a:lnTo>
                <a:lnTo>
                  <a:pt x="186958" y="98539"/>
                </a:lnTo>
                <a:lnTo>
                  <a:pt x="187668" y="98191"/>
                </a:lnTo>
                <a:lnTo>
                  <a:pt x="188415" y="97859"/>
                </a:lnTo>
                <a:lnTo>
                  <a:pt x="189208" y="97540"/>
                </a:lnTo>
                <a:lnTo>
                  <a:pt x="190046" y="97235"/>
                </a:lnTo>
                <a:lnTo>
                  <a:pt x="190929" y="96944"/>
                </a:lnTo>
                <a:lnTo>
                  <a:pt x="191858" y="96667"/>
                </a:lnTo>
                <a:lnTo>
                  <a:pt x="192832" y="96404"/>
                </a:lnTo>
                <a:lnTo>
                  <a:pt x="193851" y="96154"/>
                </a:lnTo>
                <a:lnTo>
                  <a:pt x="194916" y="95918"/>
                </a:lnTo>
                <a:lnTo>
                  <a:pt x="196025" y="95696"/>
                </a:lnTo>
                <a:lnTo>
                  <a:pt x="197181" y="95487"/>
                </a:lnTo>
                <a:lnTo>
                  <a:pt x="198381" y="95293"/>
                </a:lnTo>
                <a:lnTo>
                  <a:pt x="199627" y="95112"/>
                </a:lnTo>
                <a:lnTo>
                  <a:pt x="200918" y="94944"/>
                </a:lnTo>
                <a:lnTo>
                  <a:pt x="202254" y="94791"/>
                </a:lnTo>
                <a:lnTo>
                  <a:pt x="203636" y="94651"/>
                </a:lnTo>
                <a:lnTo>
                  <a:pt x="205063" y="94525"/>
                </a:lnTo>
                <a:lnTo>
                  <a:pt x="206535" y="94413"/>
                </a:lnTo>
                <a:lnTo>
                  <a:pt x="208053" y="94315"/>
                </a:lnTo>
                <a:lnTo>
                  <a:pt x="209616" y="94230"/>
                </a:lnTo>
                <a:lnTo>
                  <a:pt x="211224" y="94160"/>
                </a:lnTo>
                <a:lnTo>
                  <a:pt x="212877" y="94102"/>
                </a:lnTo>
                <a:lnTo>
                  <a:pt x="214576" y="94059"/>
                </a:lnTo>
                <a:lnTo>
                  <a:pt x="216320" y="94030"/>
                </a:lnTo>
                <a:lnTo>
                  <a:pt x="218109" y="94014"/>
                </a:lnTo>
                <a:lnTo>
                  <a:pt x="218109" y="110720"/>
                </a:lnTo>
                <a:lnTo>
                  <a:pt x="217777" y="111158"/>
                </a:lnTo>
                <a:lnTo>
                  <a:pt x="217435" y="111593"/>
                </a:lnTo>
                <a:lnTo>
                  <a:pt x="217084" y="112023"/>
                </a:lnTo>
                <a:lnTo>
                  <a:pt x="216724" y="112449"/>
                </a:lnTo>
                <a:lnTo>
                  <a:pt x="216355" y="112871"/>
                </a:lnTo>
                <a:lnTo>
                  <a:pt x="215977" y="113289"/>
                </a:lnTo>
                <a:lnTo>
                  <a:pt x="215589" y="113704"/>
                </a:lnTo>
                <a:lnTo>
                  <a:pt x="215193" y="114114"/>
                </a:lnTo>
                <a:lnTo>
                  <a:pt x="214787" y="114520"/>
                </a:lnTo>
                <a:lnTo>
                  <a:pt x="214372" y="114922"/>
                </a:lnTo>
                <a:lnTo>
                  <a:pt x="213948" y="115320"/>
                </a:lnTo>
                <a:lnTo>
                  <a:pt x="213515" y="115714"/>
                </a:lnTo>
                <a:lnTo>
                  <a:pt x="213072" y="116104"/>
                </a:lnTo>
                <a:lnTo>
                  <a:pt x="212620" y="116490"/>
                </a:lnTo>
                <a:lnTo>
                  <a:pt x="212160" y="116872"/>
                </a:lnTo>
                <a:lnTo>
                  <a:pt x="211690" y="117250"/>
                </a:lnTo>
                <a:lnTo>
                  <a:pt x="211210" y="117624"/>
                </a:lnTo>
                <a:lnTo>
                  <a:pt x="210722" y="117994"/>
                </a:lnTo>
                <a:lnTo>
                  <a:pt x="210225" y="118360"/>
                </a:lnTo>
                <a:lnTo>
                  <a:pt x="209718" y="118722"/>
                </a:lnTo>
                <a:lnTo>
                  <a:pt x="209202" y="119080"/>
                </a:lnTo>
                <a:lnTo>
                  <a:pt x="208677" y="119434"/>
                </a:lnTo>
                <a:lnTo>
                  <a:pt x="208143" y="119784"/>
                </a:lnTo>
                <a:lnTo>
                  <a:pt x="207600" y="120129"/>
                </a:lnTo>
                <a:lnTo>
                  <a:pt x="207050" y="120466"/>
                </a:lnTo>
                <a:lnTo>
                  <a:pt x="206496" y="120788"/>
                </a:lnTo>
                <a:lnTo>
                  <a:pt x="205937" y="121096"/>
                </a:lnTo>
                <a:lnTo>
                  <a:pt x="205375" y="121389"/>
                </a:lnTo>
                <a:lnTo>
                  <a:pt x="204808" y="121668"/>
                </a:lnTo>
                <a:lnTo>
                  <a:pt x="204238" y="121933"/>
                </a:lnTo>
                <a:lnTo>
                  <a:pt x="203663" y="122183"/>
                </a:lnTo>
                <a:lnTo>
                  <a:pt x="203084" y="122420"/>
                </a:lnTo>
                <a:lnTo>
                  <a:pt x="202501" y="122641"/>
                </a:lnTo>
                <a:lnTo>
                  <a:pt x="201914" y="122849"/>
                </a:lnTo>
                <a:lnTo>
                  <a:pt x="201322" y="123042"/>
                </a:lnTo>
                <a:lnTo>
                  <a:pt x="200727" y="123221"/>
                </a:lnTo>
                <a:lnTo>
                  <a:pt x="200127" y="123386"/>
                </a:lnTo>
                <a:lnTo>
                  <a:pt x="199524" y="123536"/>
                </a:lnTo>
                <a:lnTo>
                  <a:pt x="198916" y="123672"/>
                </a:lnTo>
                <a:lnTo>
                  <a:pt x="198304" y="123794"/>
                </a:lnTo>
                <a:lnTo>
                  <a:pt x="197688" y="123901"/>
                </a:lnTo>
                <a:lnTo>
                  <a:pt x="197067" y="123994"/>
                </a:lnTo>
                <a:lnTo>
                  <a:pt x="196443" y="124073"/>
                </a:lnTo>
                <a:lnTo>
                  <a:pt x="195814" y="124137"/>
                </a:lnTo>
                <a:lnTo>
                  <a:pt x="195182" y="124187"/>
                </a:lnTo>
                <a:lnTo>
                  <a:pt x="194545" y="124223"/>
                </a:lnTo>
                <a:lnTo>
                  <a:pt x="193904" y="124245"/>
                </a:lnTo>
                <a:lnTo>
                  <a:pt x="193259" y="124252"/>
                </a:lnTo>
                <a:lnTo>
                  <a:pt x="192737" y="124246"/>
                </a:lnTo>
                <a:lnTo>
                  <a:pt x="192222" y="124230"/>
                </a:lnTo>
                <a:lnTo>
                  <a:pt x="191716" y="124202"/>
                </a:lnTo>
                <a:lnTo>
                  <a:pt x="191218" y="124164"/>
                </a:lnTo>
                <a:close/>
                <a:moveTo>
                  <a:pt x="512585" y="143035"/>
                </a:moveTo>
                <a:lnTo>
                  <a:pt x="513690" y="142987"/>
                </a:lnTo>
                <a:lnTo>
                  <a:pt x="514784" y="142926"/>
                </a:lnTo>
                <a:lnTo>
                  <a:pt x="515865" y="142851"/>
                </a:lnTo>
                <a:lnTo>
                  <a:pt x="516934" y="142762"/>
                </a:lnTo>
                <a:lnTo>
                  <a:pt x="517992" y="142659"/>
                </a:lnTo>
                <a:lnTo>
                  <a:pt x="519037" y="142543"/>
                </a:lnTo>
                <a:lnTo>
                  <a:pt x="520070" y="142413"/>
                </a:lnTo>
                <a:lnTo>
                  <a:pt x="521091" y="142270"/>
                </a:lnTo>
                <a:lnTo>
                  <a:pt x="522100" y="142113"/>
                </a:lnTo>
                <a:lnTo>
                  <a:pt x="523097" y="141942"/>
                </a:lnTo>
                <a:lnTo>
                  <a:pt x="524082" y="141758"/>
                </a:lnTo>
                <a:lnTo>
                  <a:pt x="525055" y="141560"/>
                </a:lnTo>
                <a:lnTo>
                  <a:pt x="526016" y="141348"/>
                </a:lnTo>
                <a:lnTo>
                  <a:pt x="526965" y="141122"/>
                </a:lnTo>
                <a:lnTo>
                  <a:pt x="527902" y="140883"/>
                </a:lnTo>
                <a:lnTo>
                  <a:pt x="528827" y="140631"/>
                </a:lnTo>
                <a:lnTo>
                  <a:pt x="529739" y="140364"/>
                </a:lnTo>
                <a:lnTo>
                  <a:pt x="530640" y="140084"/>
                </a:lnTo>
                <a:lnTo>
                  <a:pt x="531529" y="139790"/>
                </a:lnTo>
                <a:lnTo>
                  <a:pt x="532405" y="139483"/>
                </a:lnTo>
                <a:lnTo>
                  <a:pt x="533270" y="139162"/>
                </a:lnTo>
                <a:lnTo>
                  <a:pt x="534121" y="138827"/>
                </a:lnTo>
                <a:lnTo>
                  <a:pt x="534957" y="138478"/>
                </a:lnTo>
                <a:lnTo>
                  <a:pt x="535778" y="138115"/>
                </a:lnTo>
                <a:lnTo>
                  <a:pt x="536583" y="137738"/>
                </a:lnTo>
                <a:lnTo>
                  <a:pt x="537374" y="137347"/>
                </a:lnTo>
                <a:lnTo>
                  <a:pt x="538149" y="136942"/>
                </a:lnTo>
                <a:lnTo>
                  <a:pt x="538910" y="136523"/>
                </a:lnTo>
                <a:lnTo>
                  <a:pt x="539655" y="136090"/>
                </a:lnTo>
                <a:lnTo>
                  <a:pt x="540385" y="135643"/>
                </a:lnTo>
                <a:lnTo>
                  <a:pt x="541100" y="135182"/>
                </a:lnTo>
                <a:lnTo>
                  <a:pt x="541800" y="134707"/>
                </a:lnTo>
                <a:lnTo>
                  <a:pt x="542485" y="134218"/>
                </a:lnTo>
                <a:lnTo>
                  <a:pt x="543155" y="133715"/>
                </a:lnTo>
                <a:lnTo>
                  <a:pt x="543810" y="133197"/>
                </a:lnTo>
                <a:lnTo>
                  <a:pt x="544449" y="132666"/>
                </a:lnTo>
                <a:lnTo>
                  <a:pt x="545074" y="132121"/>
                </a:lnTo>
                <a:lnTo>
                  <a:pt x="545683" y="131562"/>
                </a:lnTo>
                <a:lnTo>
                  <a:pt x="546278" y="130988"/>
                </a:lnTo>
                <a:lnTo>
                  <a:pt x="546857" y="130401"/>
                </a:lnTo>
                <a:lnTo>
                  <a:pt x="547421" y="129800"/>
                </a:lnTo>
                <a:lnTo>
                  <a:pt x="547970" y="129185"/>
                </a:lnTo>
                <a:lnTo>
                  <a:pt x="548504" y="128555"/>
                </a:lnTo>
                <a:lnTo>
                  <a:pt x="549023" y="127912"/>
                </a:lnTo>
                <a:lnTo>
                  <a:pt x="549526" y="127254"/>
                </a:lnTo>
                <a:lnTo>
                  <a:pt x="550013" y="126583"/>
                </a:lnTo>
                <a:lnTo>
                  <a:pt x="550481" y="125898"/>
                </a:lnTo>
                <a:lnTo>
                  <a:pt x="550930" y="125199"/>
                </a:lnTo>
                <a:lnTo>
                  <a:pt x="551360" y="124486"/>
                </a:lnTo>
                <a:lnTo>
                  <a:pt x="551771" y="123759"/>
                </a:lnTo>
                <a:lnTo>
                  <a:pt x="552163" y="123019"/>
                </a:lnTo>
                <a:lnTo>
                  <a:pt x="552537" y="122265"/>
                </a:lnTo>
                <a:lnTo>
                  <a:pt x="552891" y="121496"/>
                </a:lnTo>
                <a:lnTo>
                  <a:pt x="553227" y="120714"/>
                </a:lnTo>
                <a:lnTo>
                  <a:pt x="553544" y="119918"/>
                </a:lnTo>
                <a:lnTo>
                  <a:pt x="553842" y="119109"/>
                </a:lnTo>
                <a:lnTo>
                  <a:pt x="554121" y="118285"/>
                </a:lnTo>
                <a:lnTo>
                  <a:pt x="554381" y="117448"/>
                </a:lnTo>
                <a:lnTo>
                  <a:pt x="554622" y="116596"/>
                </a:lnTo>
                <a:lnTo>
                  <a:pt x="554845" y="115731"/>
                </a:lnTo>
                <a:lnTo>
                  <a:pt x="555049" y="114852"/>
                </a:lnTo>
                <a:lnTo>
                  <a:pt x="555233" y="113959"/>
                </a:lnTo>
                <a:lnTo>
                  <a:pt x="555399" y="113053"/>
                </a:lnTo>
                <a:lnTo>
                  <a:pt x="555546" y="112132"/>
                </a:lnTo>
                <a:lnTo>
                  <a:pt x="555674" y="111198"/>
                </a:lnTo>
                <a:lnTo>
                  <a:pt x="555783" y="110250"/>
                </a:lnTo>
                <a:lnTo>
                  <a:pt x="555874" y="109288"/>
                </a:lnTo>
                <a:lnTo>
                  <a:pt x="555945" y="108312"/>
                </a:lnTo>
                <a:lnTo>
                  <a:pt x="555998" y="107322"/>
                </a:lnTo>
                <a:lnTo>
                  <a:pt x="528973" y="107322"/>
                </a:lnTo>
                <a:lnTo>
                  <a:pt x="528955" y="107974"/>
                </a:lnTo>
                <a:lnTo>
                  <a:pt x="528919" y="108611"/>
                </a:lnTo>
                <a:lnTo>
                  <a:pt x="528865" y="109235"/>
                </a:lnTo>
                <a:lnTo>
                  <a:pt x="528792" y="109846"/>
                </a:lnTo>
                <a:lnTo>
                  <a:pt x="528701" y="110443"/>
                </a:lnTo>
                <a:lnTo>
                  <a:pt x="528591" y="111026"/>
                </a:lnTo>
                <a:lnTo>
                  <a:pt x="528463" y="111596"/>
                </a:lnTo>
                <a:lnTo>
                  <a:pt x="528317" y="112153"/>
                </a:lnTo>
                <a:lnTo>
                  <a:pt x="528153" y="112696"/>
                </a:lnTo>
                <a:lnTo>
                  <a:pt x="527970" y="113225"/>
                </a:lnTo>
                <a:lnTo>
                  <a:pt x="527769" y="113741"/>
                </a:lnTo>
                <a:lnTo>
                  <a:pt x="527549" y="114244"/>
                </a:lnTo>
                <a:lnTo>
                  <a:pt x="527311" y="114732"/>
                </a:lnTo>
                <a:lnTo>
                  <a:pt x="527055" y="115208"/>
                </a:lnTo>
                <a:lnTo>
                  <a:pt x="526781" y="115670"/>
                </a:lnTo>
                <a:lnTo>
                  <a:pt x="526488" y="116118"/>
                </a:lnTo>
                <a:lnTo>
                  <a:pt x="526177" y="116553"/>
                </a:lnTo>
                <a:lnTo>
                  <a:pt x="525847" y="116974"/>
                </a:lnTo>
                <a:lnTo>
                  <a:pt x="525499" y="117381"/>
                </a:lnTo>
                <a:lnTo>
                  <a:pt x="525133" y="117776"/>
                </a:lnTo>
                <a:lnTo>
                  <a:pt x="524749" y="118156"/>
                </a:lnTo>
                <a:lnTo>
                  <a:pt x="524346" y="118523"/>
                </a:lnTo>
                <a:lnTo>
                  <a:pt x="523925" y="118877"/>
                </a:lnTo>
                <a:lnTo>
                  <a:pt x="523485" y="119217"/>
                </a:lnTo>
                <a:lnTo>
                  <a:pt x="523030" y="119543"/>
                </a:lnTo>
                <a:lnTo>
                  <a:pt x="522563" y="119856"/>
                </a:lnTo>
                <a:lnTo>
                  <a:pt x="522084" y="120154"/>
                </a:lnTo>
                <a:lnTo>
                  <a:pt x="521593" y="120439"/>
                </a:lnTo>
                <a:lnTo>
                  <a:pt x="521089" y="120710"/>
                </a:lnTo>
                <a:lnTo>
                  <a:pt x="520573" y="120967"/>
                </a:lnTo>
                <a:lnTo>
                  <a:pt x="520045" y="121210"/>
                </a:lnTo>
                <a:lnTo>
                  <a:pt x="519504" y="121439"/>
                </a:lnTo>
                <a:lnTo>
                  <a:pt x="518952" y="121654"/>
                </a:lnTo>
                <a:lnTo>
                  <a:pt x="518387" y="121855"/>
                </a:lnTo>
                <a:lnTo>
                  <a:pt x="517810" y="122043"/>
                </a:lnTo>
                <a:lnTo>
                  <a:pt x="517221" y="122216"/>
                </a:lnTo>
                <a:lnTo>
                  <a:pt x="516619" y="122376"/>
                </a:lnTo>
                <a:lnTo>
                  <a:pt x="516006" y="122522"/>
                </a:lnTo>
                <a:lnTo>
                  <a:pt x="515380" y="122654"/>
                </a:lnTo>
                <a:lnTo>
                  <a:pt x="514741" y="122772"/>
                </a:lnTo>
                <a:lnTo>
                  <a:pt x="514091" y="122876"/>
                </a:lnTo>
                <a:lnTo>
                  <a:pt x="513429" y="122966"/>
                </a:lnTo>
                <a:lnTo>
                  <a:pt x="512754" y="123043"/>
                </a:lnTo>
                <a:lnTo>
                  <a:pt x="512067" y="123105"/>
                </a:lnTo>
                <a:lnTo>
                  <a:pt x="511367" y="123154"/>
                </a:lnTo>
                <a:lnTo>
                  <a:pt x="510656" y="123188"/>
                </a:lnTo>
                <a:lnTo>
                  <a:pt x="509932" y="123209"/>
                </a:lnTo>
                <a:lnTo>
                  <a:pt x="509196" y="123216"/>
                </a:lnTo>
                <a:lnTo>
                  <a:pt x="508486" y="123210"/>
                </a:lnTo>
                <a:lnTo>
                  <a:pt x="507787" y="123189"/>
                </a:lnTo>
                <a:lnTo>
                  <a:pt x="507099" y="123156"/>
                </a:lnTo>
                <a:lnTo>
                  <a:pt x="506424" y="123109"/>
                </a:lnTo>
                <a:lnTo>
                  <a:pt x="505759" y="123049"/>
                </a:lnTo>
                <a:lnTo>
                  <a:pt x="505106" y="122975"/>
                </a:lnTo>
                <a:lnTo>
                  <a:pt x="504465" y="122888"/>
                </a:lnTo>
                <a:lnTo>
                  <a:pt x="503835" y="122787"/>
                </a:lnTo>
                <a:lnTo>
                  <a:pt x="503217" y="122673"/>
                </a:lnTo>
                <a:lnTo>
                  <a:pt x="502610" y="122546"/>
                </a:lnTo>
                <a:lnTo>
                  <a:pt x="502014" y="122405"/>
                </a:lnTo>
                <a:lnTo>
                  <a:pt x="501430" y="122250"/>
                </a:lnTo>
                <a:lnTo>
                  <a:pt x="500858" y="122083"/>
                </a:lnTo>
                <a:lnTo>
                  <a:pt x="500297" y="121902"/>
                </a:lnTo>
                <a:lnTo>
                  <a:pt x="499748" y="121707"/>
                </a:lnTo>
                <a:lnTo>
                  <a:pt x="499210" y="121499"/>
                </a:lnTo>
                <a:lnTo>
                  <a:pt x="498684" y="121278"/>
                </a:lnTo>
                <a:lnTo>
                  <a:pt x="498169" y="121043"/>
                </a:lnTo>
                <a:lnTo>
                  <a:pt x="497666" y="120795"/>
                </a:lnTo>
                <a:lnTo>
                  <a:pt x="497174" y="120533"/>
                </a:lnTo>
                <a:lnTo>
                  <a:pt x="496693" y="120258"/>
                </a:lnTo>
                <a:lnTo>
                  <a:pt x="496225" y="119970"/>
                </a:lnTo>
                <a:lnTo>
                  <a:pt x="495767" y="119668"/>
                </a:lnTo>
                <a:lnTo>
                  <a:pt x="495321" y="119353"/>
                </a:lnTo>
                <a:lnTo>
                  <a:pt x="494886" y="119026"/>
                </a:lnTo>
                <a:lnTo>
                  <a:pt x="494461" y="118691"/>
                </a:lnTo>
                <a:lnTo>
                  <a:pt x="494046" y="118347"/>
                </a:lnTo>
                <a:lnTo>
                  <a:pt x="493640" y="117995"/>
                </a:lnTo>
                <a:lnTo>
                  <a:pt x="493245" y="117634"/>
                </a:lnTo>
                <a:lnTo>
                  <a:pt x="492859" y="117264"/>
                </a:lnTo>
                <a:lnTo>
                  <a:pt x="492483" y="116886"/>
                </a:lnTo>
                <a:lnTo>
                  <a:pt x="492117" y="116499"/>
                </a:lnTo>
                <a:lnTo>
                  <a:pt x="491761" y="116103"/>
                </a:lnTo>
                <a:lnTo>
                  <a:pt x="491415" y="115699"/>
                </a:lnTo>
                <a:lnTo>
                  <a:pt x="491079" y="115286"/>
                </a:lnTo>
                <a:lnTo>
                  <a:pt x="490753" y="114864"/>
                </a:lnTo>
                <a:lnTo>
                  <a:pt x="490436" y="114434"/>
                </a:lnTo>
                <a:lnTo>
                  <a:pt x="490130" y="113995"/>
                </a:lnTo>
                <a:lnTo>
                  <a:pt x="489833" y="113547"/>
                </a:lnTo>
                <a:lnTo>
                  <a:pt x="489546" y="113091"/>
                </a:lnTo>
                <a:lnTo>
                  <a:pt x="489269" y="112627"/>
                </a:lnTo>
                <a:lnTo>
                  <a:pt x="489002" y="112153"/>
                </a:lnTo>
                <a:lnTo>
                  <a:pt x="488745" y="111671"/>
                </a:lnTo>
                <a:lnTo>
                  <a:pt x="488498" y="111180"/>
                </a:lnTo>
                <a:lnTo>
                  <a:pt x="488260" y="110681"/>
                </a:lnTo>
                <a:lnTo>
                  <a:pt x="488033" y="110173"/>
                </a:lnTo>
                <a:lnTo>
                  <a:pt x="487815" y="109656"/>
                </a:lnTo>
                <a:lnTo>
                  <a:pt x="487607" y="109131"/>
                </a:lnTo>
                <a:lnTo>
                  <a:pt x="487409" y="108600"/>
                </a:lnTo>
                <a:lnTo>
                  <a:pt x="487217" y="108065"/>
                </a:lnTo>
                <a:lnTo>
                  <a:pt x="487034" y="107528"/>
                </a:lnTo>
                <a:lnTo>
                  <a:pt x="486858" y="106986"/>
                </a:lnTo>
                <a:lnTo>
                  <a:pt x="486690" y="106442"/>
                </a:lnTo>
                <a:lnTo>
                  <a:pt x="486530" y="105894"/>
                </a:lnTo>
                <a:lnTo>
                  <a:pt x="486377" y="105343"/>
                </a:lnTo>
                <a:lnTo>
                  <a:pt x="486233" y="104788"/>
                </a:lnTo>
                <a:lnTo>
                  <a:pt x="486096" y="104231"/>
                </a:lnTo>
                <a:lnTo>
                  <a:pt x="485966" y="103670"/>
                </a:lnTo>
                <a:lnTo>
                  <a:pt x="485845" y="103105"/>
                </a:lnTo>
                <a:lnTo>
                  <a:pt x="485731" y="102538"/>
                </a:lnTo>
                <a:lnTo>
                  <a:pt x="485625" y="101967"/>
                </a:lnTo>
                <a:lnTo>
                  <a:pt x="485526" y="101392"/>
                </a:lnTo>
                <a:lnTo>
                  <a:pt x="485435" y="100815"/>
                </a:lnTo>
                <a:lnTo>
                  <a:pt x="485353" y="100234"/>
                </a:lnTo>
                <a:lnTo>
                  <a:pt x="485277" y="99649"/>
                </a:lnTo>
                <a:lnTo>
                  <a:pt x="485210" y="99062"/>
                </a:lnTo>
                <a:lnTo>
                  <a:pt x="485150" y="98471"/>
                </a:lnTo>
                <a:lnTo>
                  <a:pt x="485098" y="97877"/>
                </a:lnTo>
                <a:lnTo>
                  <a:pt x="485054" y="97279"/>
                </a:lnTo>
                <a:lnTo>
                  <a:pt x="485017" y="96678"/>
                </a:lnTo>
                <a:lnTo>
                  <a:pt x="484988" y="96074"/>
                </a:lnTo>
                <a:lnTo>
                  <a:pt x="484967" y="95467"/>
                </a:lnTo>
                <a:lnTo>
                  <a:pt x="555894" y="95467"/>
                </a:lnTo>
                <a:lnTo>
                  <a:pt x="555911" y="95369"/>
                </a:lnTo>
                <a:lnTo>
                  <a:pt x="555928" y="95268"/>
                </a:lnTo>
                <a:lnTo>
                  <a:pt x="555944" y="95163"/>
                </a:lnTo>
                <a:lnTo>
                  <a:pt x="555960" y="95055"/>
                </a:lnTo>
                <a:lnTo>
                  <a:pt x="555976" y="94944"/>
                </a:lnTo>
                <a:lnTo>
                  <a:pt x="555991" y="94829"/>
                </a:lnTo>
                <a:lnTo>
                  <a:pt x="556006" y="94710"/>
                </a:lnTo>
                <a:lnTo>
                  <a:pt x="556021" y="94588"/>
                </a:lnTo>
                <a:lnTo>
                  <a:pt x="556035" y="94463"/>
                </a:lnTo>
                <a:lnTo>
                  <a:pt x="556049" y="94334"/>
                </a:lnTo>
                <a:lnTo>
                  <a:pt x="556062" y="94202"/>
                </a:lnTo>
                <a:lnTo>
                  <a:pt x="556075" y="94066"/>
                </a:lnTo>
                <a:lnTo>
                  <a:pt x="556088" y="93927"/>
                </a:lnTo>
                <a:lnTo>
                  <a:pt x="556100" y="93785"/>
                </a:lnTo>
                <a:lnTo>
                  <a:pt x="556113" y="93639"/>
                </a:lnTo>
                <a:lnTo>
                  <a:pt x="556124" y="93489"/>
                </a:lnTo>
                <a:lnTo>
                  <a:pt x="556136" y="93336"/>
                </a:lnTo>
                <a:lnTo>
                  <a:pt x="556146" y="93180"/>
                </a:lnTo>
                <a:lnTo>
                  <a:pt x="556157" y="93020"/>
                </a:lnTo>
                <a:lnTo>
                  <a:pt x="556167" y="92857"/>
                </a:lnTo>
                <a:lnTo>
                  <a:pt x="556177" y="92690"/>
                </a:lnTo>
                <a:lnTo>
                  <a:pt x="556187" y="92520"/>
                </a:lnTo>
                <a:lnTo>
                  <a:pt x="556196" y="92347"/>
                </a:lnTo>
                <a:lnTo>
                  <a:pt x="556205" y="92170"/>
                </a:lnTo>
                <a:lnTo>
                  <a:pt x="556213" y="91992"/>
                </a:lnTo>
                <a:lnTo>
                  <a:pt x="556221" y="91818"/>
                </a:lnTo>
                <a:lnTo>
                  <a:pt x="556229" y="91647"/>
                </a:lnTo>
                <a:lnTo>
                  <a:pt x="556236" y="91479"/>
                </a:lnTo>
                <a:lnTo>
                  <a:pt x="556243" y="91314"/>
                </a:lnTo>
                <a:lnTo>
                  <a:pt x="556250" y="91152"/>
                </a:lnTo>
                <a:lnTo>
                  <a:pt x="556256" y="90994"/>
                </a:lnTo>
                <a:lnTo>
                  <a:pt x="556262" y="90838"/>
                </a:lnTo>
                <a:lnTo>
                  <a:pt x="556268" y="90686"/>
                </a:lnTo>
                <a:lnTo>
                  <a:pt x="556273" y="90536"/>
                </a:lnTo>
                <a:lnTo>
                  <a:pt x="556278" y="90390"/>
                </a:lnTo>
                <a:lnTo>
                  <a:pt x="556282" y="90247"/>
                </a:lnTo>
                <a:lnTo>
                  <a:pt x="556287" y="90107"/>
                </a:lnTo>
                <a:lnTo>
                  <a:pt x="556290" y="89969"/>
                </a:lnTo>
                <a:lnTo>
                  <a:pt x="556294" y="89835"/>
                </a:lnTo>
                <a:lnTo>
                  <a:pt x="556297" y="89705"/>
                </a:lnTo>
                <a:lnTo>
                  <a:pt x="556299" y="89577"/>
                </a:lnTo>
                <a:lnTo>
                  <a:pt x="556302" y="89452"/>
                </a:lnTo>
                <a:lnTo>
                  <a:pt x="556304" y="89330"/>
                </a:lnTo>
                <a:lnTo>
                  <a:pt x="556305" y="89212"/>
                </a:lnTo>
                <a:lnTo>
                  <a:pt x="556307" y="89097"/>
                </a:lnTo>
                <a:lnTo>
                  <a:pt x="556308" y="88984"/>
                </a:lnTo>
                <a:lnTo>
                  <a:pt x="556308" y="88875"/>
                </a:lnTo>
                <a:lnTo>
                  <a:pt x="556308" y="88769"/>
                </a:lnTo>
                <a:lnTo>
                  <a:pt x="556286" y="86730"/>
                </a:lnTo>
                <a:lnTo>
                  <a:pt x="556217" y="84731"/>
                </a:lnTo>
                <a:lnTo>
                  <a:pt x="556104" y="82771"/>
                </a:lnTo>
                <a:lnTo>
                  <a:pt x="555944" y="80850"/>
                </a:lnTo>
                <a:lnTo>
                  <a:pt x="555740" y="78969"/>
                </a:lnTo>
                <a:lnTo>
                  <a:pt x="555490" y="77128"/>
                </a:lnTo>
                <a:lnTo>
                  <a:pt x="555194" y="75326"/>
                </a:lnTo>
                <a:lnTo>
                  <a:pt x="554853" y="73563"/>
                </a:lnTo>
                <a:lnTo>
                  <a:pt x="554466" y="71840"/>
                </a:lnTo>
                <a:lnTo>
                  <a:pt x="554034" y="70156"/>
                </a:lnTo>
                <a:lnTo>
                  <a:pt x="553557" y="68512"/>
                </a:lnTo>
                <a:lnTo>
                  <a:pt x="553034" y="66907"/>
                </a:lnTo>
                <a:lnTo>
                  <a:pt x="552465" y="65341"/>
                </a:lnTo>
                <a:lnTo>
                  <a:pt x="551851" y="63815"/>
                </a:lnTo>
                <a:lnTo>
                  <a:pt x="551192" y="62328"/>
                </a:lnTo>
                <a:lnTo>
                  <a:pt x="550487" y="60881"/>
                </a:lnTo>
                <a:lnTo>
                  <a:pt x="549736" y="59473"/>
                </a:lnTo>
                <a:lnTo>
                  <a:pt x="548941" y="58105"/>
                </a:lnTo>
                <a:lnTo>
                  <a:pt x="548099" y="56776"/>
                </a:lnTo>
                <a:lnTo>
                  <a:pt x="547212" y="55487"/>
                </a:lnTo>
                <a:lnTo>
                  <a:pt x="546280" y="54237"/>
                </a:lnTo>
                <a:lnTo>
                  <a:pt x="545302" y="53026"/>
                </a:lnTo>
                <a:lnTo>
                  <a:pt x="544279" y="51855"/>
                </a:lnTo>
                <a:lnTo>
                  <a:pt x="543210" y="50723"/>
                </a:lnTo>
                <a:lnTo>
                  <a:pt x="542102" y="49634"/>
                </a:lnTo>
                <a:lnTo>
                  <a:pt x="540961" y="48592"/>
                </a:lnTo>
                <a:lnTo>
                  <a:pt x="539787" y="47596"/>
                </a:lnTo>
                <a:lnTo>
                  <a:pt x="538581" y="46646"/>
                </a:lnTo>
                <a:lnTo>
                  <a:pt x="537341" y="45742"/>
                </a:lnTo>
                <a:lnTo>
                  <a:pt x="536069" y="44885"/>
                </a:lnTo>
                <a:lnTo>
                  <a:pt x="534764" y="44074"/>
                </a:lnTo>
                <a:lnTo>
                  <a:pt x="533425" y="43310"/>
                </a:lnTo>
                <a:lnTo>
                  <a:pt x="532054" y="42592"/>
                </a:lnTo>
                <a:lnTo>
                  <a:pt x="530650" y="41920"/>
                </a:lnTo>
                <a:lnTo>
                  <a:pt x="529213" y="41294"/>
                </a:lnTo>
                <a:lnTo>
                  <a:pt x="527743" y="40715"/>
                </a:lnTo>
                <a:lnTo>
                  <a:pt x="526241" y="40182"/>
                </a:lnTo>
                <a:lnTo>
                  <a:pt x="524705" y="39696"/>
                </a:lnTo>
                <a:lnTo>
                  <a:pt x="523136" y="39256"/>
                </a:lnTo>
                <a:lnTo>
                  <a:pt x="521535" y="38862"/>
                </a:lnTo>
                <a:lnTo>
                  <a:pt x="519901" y="38514"/>
                </a:lnTo>
                <a:lnTo>
                  <a:pt x="518234" y="38213"/>
                </a:lnTo>
                <a:lnTo>
                  <a:pt x="516533" y="37958"/>
                </a:lnTo>
                <a:lnTo>
                  <a:pt x="514800" y="37750"/>
                </a:lnTo>
                <a:lnTo>
                  <a:pt x="513035" y="37588"/>
                </a:lnTo>
                <a:lnTo>
                  <a:pt x="511236" y="37472"/>
                </a:lnTo>
                <a:lnTo>
                  <a:pt x="509404" y="37402"/>
                </a:lnTo>
                <a:lnTo>
                  <a:pt x="507539" y="37379"/>
                </a:lnTo>
                <a:lnTo>
                  <a:pt x="506194" y="37390"/>
                </a:lnTo>
                <a:lnTo>
                  <a:pt x="504866" y="37423"/>
                </a:lnTo>
                <a:lnTo>
                  <a:pt x="503556" y="37478"/>
                </a:lnTo>
                <a:lnTo>
                  <a:pt x="502263" y="37555"/>
                </a:lnTo>
                <a:lnTo>
                  <a:pt x="500989" y="37654"/>
                </a:lnTo>
                <a:lnTo>
                  <a:pt x="499732" y="37775"/>
                </a:lnTo>
                <a:lnTo>
                  <a:pt x="498493" y="37918"/>
                </a:lnTo>
                <a:lnTo>
                  <a:pt x="497271" y="38083"/>
                </a:lnTo>
                <a:lnTo>
                  <a:pt x="496068" y="38270"/>
                </a:lnTo>
                <a:lnTo>
                  <a:pt x="494882" y="38480"/>
                </a:lnTo>
                <a:lnTo>
                  <a:pt x="493715" y="38711"/>
                </a:lnTo>
                <a:lnTo>
                  <a:pt x="492565" y="38964"/>
                </a:lnTo>
                <a:lnTo>
                  <a:pt x="491432" y="39239"/>
                </a:lnTo>
                <a:lnTo>
                  <a:pt x="490318" y="39536"/>
                </a:lnTo>
                <a:lnTo>
                  <a:pt x="489221" y="39855"/>
                </a:lnTo>
                <a:lnTo>
                  <a:pt x="488142" y="40196"/>
                </a:lnTo>
                <a:lnTo>
                  <a:pt x="487081" y="40559"/>
                </a:lnTo>
                <a:lnTo>
                  <a:pt x="486038" y="40945"/>
                </a:lnTo>
                <a:lnTo>
                  <a:pt x="485013" y="41352"/>
                </a:lnTo>
                <a:lnTo>
                  <a:pt x="484005" y="41781"/>
                </a:lnTo>
                <a:lnTo>
                  <a:pt x="483015" y="42232"/>
                </a:lnTo>
                <a:lnTo>
                  <a:pt x="482043" y="42705"/>
                </a:lnTo>
                <a:lnTo>
                  <a:pt x="481089" y="43201"/>
                </a:lnTo>
                <a:lnTo>
                  <a:pt x="480152" y="43718"/>
                </a:lnTo>
                <a:lnTo>
                  <a:pt x="479234" y="44255"/>
                </a:lnTo>
                <a:lnTo>
                  <a:pt x="478335" y="44812"/>
                </a:lnTo>
                <a:lnTo>
                  <a:pt x="477454" y="45387"/>
                </a:lnTo>
                <a:lnTo>
                  <a:pt x="476592" y="45981"/>
                </a:lnTo>
                <a:lnTo>
                  <a:pt x="475748" y="46593"/>
                </a:lnTo>
                <a:lnTo>
                  <a:pt x="474923" y="47225"/>
                </a:lnTo>
                <a:lnTo>
                  <a:pt x="474117" y="47875"/>
                </a:lnTo>
                <a:lnTo>
                  <a:pt x="473330" y="48543"/>
                </a:lnTo>
                <a:lnTo>
                  <a:pt x="472561" y="49231"/>
                </a:lnTo>
                <a:lnTo>
                  <a:pt x="471811" y="49937"/>
                </a:lnTo>
                <a:lnTo>
                  <a:pt x="471080" y="50662"/>
                </a:lnTo>
                <a:lnTo>
                  <a:pt x="470368" y="51406"/>
                </a:lnTo>
                <a:lnTo>
                  <a:pt x="469674" y="52168"/>
                </a:lnTo>
                <a:lnTo>
                  <a:pt x="468998" y="52950"/>
                </a:lnTo>
                <a:lnTo>
                  <a:pt x="468342" y="53750"/>
                </a:lnTo>
                <a:lnTo>
                  <a:pt x="467704" y="54568"/>
                </a:lnTo>
                <a:lnTo>
                  <a:pt x="467085" y="55406"/>
                </a:lnTo>
                <a:lnTo>
                  <a:pt x="466485" y="56262"/>
                </a:lnTo>
                <a:lnTo>
                  <a:pt x="465903" y="57137"/>
                </a:lnTo>
                <a:lnTo>
                  <a:pt x="465340" y="58030"/>
                </a:lnTo>
                <a:lnTo>
                  <a:pt x="464796" y="58943"/>
                </a:lnTo>
                <a:lnTo>
                  <a:pt x="464270" y="59874"/>
                </a:lnTo>
                <a:lnTo>
                  <a:pt x="463763" y="60824"/>
                </a:lnTo>
                <a:lnTo>
                  <a:pt x="463275" y="61793"/>
                </a:lnTo>
                <a:lnTo>
                  <a:pt x="462806" y="62778"/>
                </a:lnTo>
                <a:lnTo>
                  <a:pt x="462357" y="63779"/>
                </a:lnTo>
                <a:lnTo>
                  <a:pt x="461928" y="64796"/>
                </a:lnTo>
                <a:lnTo>
                  <a:pt x="461519" y="65829"/>
                </a:lnTo>
                <a:lnTo>
                  <a:pt x="461130" y="66877"/>
                </a:lnTo>
                <a:lnTo>
                  <a:pt x="460761" y="67941"/>
                </a:lnTo>
                <a:lnTo>
                  <a:pt x="460411" y="69020"/>
                </a:lnTo>
                <a:lnTo>
                  <a:pt x="460082" y="70115"/>
                </a:lnTo>
                <a:lnTo>
                  <a:pt x="459773" y="71226"/>
                </a:lnTo>
                <a:lnTo>
                  <a:pt x="459484" y="72352"/>
                </a:lnTo>
                <a:lnTo>
                  <a:pt x="459214" y="73494"/>
                </a:lnTo>
                <a:lnTo>
                  <a:pt x="458965" y="74652"/>
                </a:lnTo>
                <a:lnTo>
                  <a:pt x="458735" y="75825"/>
                </a:lnTo>
                <a:lnTo>
                  <a:pt x="458526" y="77014"/>
                </a:lnTo>
                <a:lnTo>
                  <a:pt x="458336" y="78219"/>
                </a:lnTo>
                <a:lnTo>
                  <a:pt x="458167" y="79439"/>
                </a:lnTo>
                <a:lnTo>
                  <a:pt x="458017" y="80675"/>
                </a:lnTo>
                <a:lnTo>
                  <a:pt x="457887" y="81927"/>
                </a:lnTo>
                <a:lnTo>
                  <a:pt x="457778" y="83194"/>
                </a:lnTo>
                <a:lnTo>
                  <a:pt x="457688" y="84477"/>
                </a:lnTo>
                <a:lnTo>
                  <a:pt x="457618" y="85776"/>
                </a:lnTo>
                <a:lnTo>
                  <a:pt x="457568" y="87090"/>
                </a:lnTo>
                <a:lnTo>
                  <a:pt x="457538" y="88420"/>
                </a:lnTo>
                <a:lnTo>
                  <a:pt x="457528" y="89765"/>
                </a:lnTo>
                <a:lnTo>
                  <a:pt x="457538" y="91154"/>
                </a:lnTo>
                <a:lnTo>
                  <a:pt x="457569" y="92526"/>
                </a:lnTo>
                <a:lnTo>
                  <a:pt x="457620" y="93881"/>
                </a:lnTo>
                <a:lnTo>
                  <a:pt x="457692" y="95220"/>
                </a:lnTo>
                <a:lnTo>
                  <a:pt x="457784" y="96541"/>
                </a:lnTo>
                <a:lnTo>
                  <a:pt x="457897" y="97846"/>
                </a:lnTo>
                <a:lnTo>
                  <a:pt x="458030" y="99135"/>
                </a:lnTo>
                <a:lnTo>
                  <a:pt x="458184" y="100406"/>
                </a:lnTo>
                <a:lnTo>
                  <a:pt x="458358" y="101661"/>
                </a:lnTo>
                <a:lnTo>
                  <a:pt x="458553" y="102899"/>
                </a:lnTo>
                <a:lnTo>
                  <a:pt x="458768" y="104121"/>
                </a:lnTo>
                <a:lnTo>
                  <a:pt x="459004" y="105325"/>
                </a:lnTo>
                <a:lnTo>
                  <a:pt x="459260" y="106513"/>
                </a:lnTo>
                <a:lnTo>
                  <a:pt x="459536" y="107684"/>
                </a:lnTo>
                <a:lnTo>
                  <a:pt x="459834" y="108839"/>
                </a:lnTo>
                <a:lnTo>
                  <a:pt x="460151" y="109976"/>
                </a:lnTo>
                <a:lnTo>
                  <a:pt x="460489" y="111097"/>
                </a:lnTo>
                <a:lnTo>
                  <a:pt x="460848" y="112202"/>
                </a:lnTo>
                <a:lnTo>
                  <a:pt x="461227" y="113289"/>
                </a:lnTo>
                <a:lnTo>
                  <a:pt x="461627" y="114360"/>
                </a:lnTo>
                <a:lnTo>
                  <a:pt x="462047" y="115414"/>
                </a:lnTo>
                <a:lnTo>
                  <a:pt x="462487" y="116451"/>
                </a:lnTo>
                <a:lnTo>
                  <a:pt x="462949" y="117472"/>
                </a:lnTo>
                <a:lnTo>
                  <a:pt x="463430" y="118476"/>
                </a:lnTo>
                <a:lnTo>
                  <a:pt x="463932" y="119461"/>
                </a:lnTo>
                <a:lnTo>
                  <a:pt x="464453" y="120428"/>
                </a:lnTo>
                <a:lnTo>
                  <a:pt x="464993" y="121374"/>
                </a:lnTo>
                <a:lnTo>
                  <a:pt x="465553" y="122301"/>
                </a:lnTo>
                <a:lnTo>
                  <a:pt x="466132" y="123209"/>
                </a:lnTo>
                <a:lnTo>
                  <a:pt x="466731" y="124097"/>
                </a:lnTo>
                <a:lnTo>
                  <a:pt x="467349" y="124966"/>
                </a:lnTo>
                <a:lnTo>
                  <a:pt x="467986" y="125815"/>
                </a:lnTo>
                <a:lnTo>
                  <a:pt x="468643" y="126645"/>
                </a:lnTo>
                <a:lnTo>
                  <a:pt x="469319" y="127455"/>
                </a:lnTo>
                <a:lnTo>
                  <a:pt x="470015" y="128246"/>
                </a:lnTo>
                <a:lnTo>
                  <a:pt x="470730" y="129018"/>
                </a:lnTo>
                <a:lnTo>
                  <a:pt x="471464" y="129770"/>
                </a:lnTo>
                <a:lnTo>
                  <a:pt x="472218" y="130502"/>
                </a:lnTo>
                <a:lnTo>
                  <a:pt x="472992" y="131216"/>
                </a:lnTo>
                <a:lnTo>
                  <a:pt x="473784" y="131909"/>
                </a:lnTo>
                <a:lnTo>
                  <a:pt x="474597" y="132583"/>
                </a:lnTo>
                <a:lnTo>
                  <a:pt x="475428" y="133238"/>
                </a:lnTo>
                <a:lnTo>
                  <a:pt x="476279" y="133873"/>
                </a:lnTo>
                <a:lnTo>
                  <a:pt x="477150" y="134489"/>
                </a:lnTo>
                <a:lnTo>
                  <a:pt x="478039" y="135085"/>
                </a:lnTo>
                <a:lnTo>
                  <a:pt x="478949" y="135662"/>
                </a:lnTo>
                <a:lnTo>
                  <a:pt x="479877" y="136220"/>
                </a:lnTo>
                <a:lnTo>
                  <a:pt x="480825" y="136758"/>
                </a:lnTo>
                <a:lnTo>
                  <a:pt x="481793" y="137275"/>
                </a:lnTo>
                <a:lnTo>
                  <a:pt x="482778" y="137770"/>
                </a:lnTo>
                <a:lnTo>
                  <a:pt x="483783" y="138243"/>
                </a:lnTo>
                <a:lnTo>
                  <a:pt x="484806" y="138695"/>
                </a:lnTo>
                <a:lnTo>
                  <a:pt x="485848" y="139124"/>
                </a:lnTo>
                <a:lnTo>
                  <a:pt x="486909" y="139531"/>
                </a:lnTo>
                <a:lnTo>
                  <a:pt x="487988" y="139916"/>
                </a:lnTo>
                <a:lnTo>
                  <a:pt x="489086" y="140279"/>
                </a:lnTo>
                <a:lnTo>
                  <a:pt x="490202" y="140620"/>
                </a:lnTo>
                <a:lnTo>
                  <a:pt x="491338" y="140940"/>
                </a:lnTo>
                <a:lnTo>
                  <a:pt x="492492" y="141237"/>
                </a:lnTo>
                <a:lnTo>
                  <a:pt x="493665" y="141512"/>
                </a:lnTo>
                <a:lnTo>
                  <a:pt x="494856" y="141765"/>
                </a:lnTo>
                <a:lnTo>
                  <a:pt x="496066" y="141996"/>
                </a:lnTo>
                <a:lnTo>
                  <a:pt x="497295" y="142205"/>
                </a:lnTo>
                <a:lnTo>
                  <a:pt x="498543" y="142392"/>
                </a:lnTo>
                <a:lnTo>
                  <a:pt x="499809" y="142557"/>
                </a:lnTo>
                <a:lnTo>
                  <a:pt x="501094" y="142700"/>
                </a:lnTo>
                <a:lnTo>
                  <a:pt x="502398" y="142821"/>
                </a:lnTo>
                <a:lnTo>
                  <a:pt x="503720" y="142920"/>
                </a:lnTo>
                <a:lnTo>
                  <a:pt x="505061" y="142997"/>
                </a:lnTo>
                <a:lnTo>
                  <a:pt x="506421" y="143053"/>
                </a:lnTo>
                <a:lnTo>
                  <a:pt x="507799" y="143086"/>
                </a:lnTo>
                <a:lnTo>
                  <a:pt x="509196" y="143097"/>
                </a:lnTo>
                <a:lnTo>
                  <a:pt x="510338" y="143090"/>
                </a:lnTo>
                <a:lnTo>
                  <a:pt x="511467" y="143069"/>
                </a:lnTo>
                <a:lnTo>
                  <a:pt x="512585" y="143035"/>
                </a:lnTo>
                <a:close/>
                <a:moveTo>
                  <a:pt x="485518" y="75511"/>
                </a:moveTo>
                <a:lnTo>
                  <a:pt x="485636" y="74692"/>
                </a:lnTo>
                <a:lnTo>
                  <a:pt x="485773" y="73891"/>
                </a:lnTo>
                <a:lnTo>
                  <a:pt x="485928" y="73107"/>
                </a:lnTo>
                <a:lnTo>
                  <a:pt x="486103" y="72341"/>
                </a:lnTo>
                <a:lnTo>
                  <a:pt x="486296" y="71592"/>
                </a:lnTo>
                <a:lnTo>
                  <a:pt x="486508" y="70860"/>
                </a:lnTo>
                <a:lnTo>
                  <a:pt x="486739" y="70146"/>
                </a:lnTo>
                <a:lnTo>
                  <a:pt x="486989" y="69449"/>
                </a:lnTo>
                <a:lnTo>
                  <a:pt x="487258" y="68770"/>
                </a:lnTo>
                <a:lnTo>
                  <a:pt x="487546" y="68108"/>
                </a:lnTo>
                <a:lnTo>
                  <a:pt x="487852" y="67463"/>
                </a:lnTo>
                <a:lnTo>
                  <a:pt x="488178" y="66836"/>
                </a:lnTo>
                <a:lnTo>
                  <a:pt x="488522" y="66226"/>
                </a:lnTo>
                <a:lnTo>
                  <a:pt x="488885" y="65633"/>
                </a:lnTo>
                <a:lnTo>
                  <a:pt x="489267" y="65058"/>
                </a:lnTo>
                <a:lnTo>
                  <a:pt x="489668" y="64501"/>
                </a:lnTo>
                <a:lnTo>
                  <a:pt x="490088" y="63961"/>
                </a:lnTo>
                <a:lnTo>
                  <a:pt x="490527" y="63438"/>
                </a:lnTo>
                <a:lnTo>
                  <a:pt x="490984" y="62932"/>
                </a:lnTo>
                <a:lnTo>
                  <a:pt x="491461" y="62444"/>
                </a:lnTo>
                <a:lnTo>
                  <a:pt x="491956" y="61974"/>
                </a:lnTo>
                <a:lnTo>
                  <a:pt x="492467" y="61521"/>
                </a:lnTo>
                <a:lnTo>
                  <a:pt x="492990" y="61088"/>
                </a:lnTo>
                <a:lnTo>
                  <a:pt x="493525" y="60675"/>
                </a:lnTo>
                <a:lnTo>
                  <a:pt x="494072" y="60280"/>
                </a:lnTo>
                <a:lnTo>
                  <a:pt x="494631" y="59905"/>
                </a:lnTo>
                <a:lnTo>
                  <a:pt x="495202" y="59549"/>
                </a:lnTo>
                <a:lnTo>
                  <a:pt x="495785" y="59212"/>
                </a:lnTo>
                <a:lnTo>
                  <a:pt x="496380" y="58894"/>
                </a:lnTo>
                <a:lnTo>
                  <a:pt x="496987" y="58596"/>
                </a:lnTo>
                <a:lnTo>
                  <a:pt x="497606" y="58317"/>
                </a:lnTo>
                <a:lnTo>
                  <a:pt x="498237" y="58057"/>
                </a:lnTo>
                <a:lnTo>
                  <a:pt x="498881" y="57817"/>
                </a:lnTo>
                <a:lnTo>
                  <a:pt x="499536" y="57595"/>
                </a:lnTo>
                <a:lnTo>
                  <a:pt x="500203" y="57393"/>
                </a:lnTo>
                <a:lnTo>
                  <a:pt x="500883" y="57210"/>
                </a:lnTo>
                <a:lnTo>
                  <a:pt x="501574" y="57047"/>
                </a:lnTo>
                <a:lnTo>
                  <a:pt x="502278" y="56902"/>
                </a:lnTo>
                <a:lnTo>
                  <a:pt x="502993" y="56777"/>
                </a:lnTo>
                <a:lnTo>
                  <a:pt x="503721" y="56672"/>
                </a:lnTo>
                <a:lnTo>
                  <a:pt x="504461" y="56585"/>
                </a:lnTo>
                <a:lnTo>
                  <a:pt x="505212" y="56518"/>
                </a:lnTo>
                <a:lnTo>
                  <a:pt x="505976" y="56469"/>
                </a:lnTo>
                <a:lnTo>
                  <a:pt x="506752" y="56441"/>
                </a:lnTo>
                <a:lnTo>
                  <a:pt x="507539" y="56431"/>
                </a:lnTo>
                <a:lnTo>
                  <a:pt x="508310" y="56440"/>
                </a:lnTo>
                <a:lnTo>
                  <a:pt x="509069" y="56468"/>
                </a:lnTo>
                <a:lnTo>
                  <a:pt x="509817" y="56515"/>
                </a:lnTo>
                <a:lnTo>
                  <a:pt x="510552" y="56581"/>
                </a:lnTo>
                <a:lnTo>
                  <a:pt x="511276" y="56665"/>
                </a:lnTo>
                <a:lnTo>
                  <a:pt x="511989" y="56767"/>
                </a:lnTo>
                <a:lnTo>
                  <a:pt x="512689" y="56889"/>
                </a:lnTo>
                <a:lnTo>
                  <a:pt x="513378" y="57029"/>
                </a:lnTo>
                <a:lnTo>
                  <a:pt x="514055" y="57188"/>
                </a:lnTo>
                <a:lnTo>
                  <a:pt x="514721" y="57366"/>
                </a:lnTo>
                <a:lnTo>
                  <a:pt x="515375" y="57562"/>
                </a:lnTo>
                <a:lnTo>
                  <a:pt x="516017" y="57777"/>
                </a:lnTo>
                <a:lnTo>
                  <a:pt x="516648" y="58011"/>
                </a:lnTo>
                <a:lnTo>
                  <a:pt x="517266" y="58263"/>
                </a:lnTo>
                <a:lnTo>
                  <a:pt x="517874" y="58534"/>
                </a:lnTo>
                <a:lnTo>
                  <a:pt x="518469" y="58824"/>
                </a:lnTo>
                <a:lnTo>
                  <a:pt x="519053" y="59132"/>
                </a:lnTo>
                <a:lnTo>
                  <a:pt x="519625" y="59460"/>
                </a:lnTo>
                <a:lnTo>
                  <a:pt x="520185" y="59805"/>
                </a:lnTo>
                <a:lnTo>
                  <a:pt x="520734" y="60170"/>
                </a:lnTo>
                <a:lnTo>
                  <a:pt x="521271" y="60553"/>
                </a:lnTo>
                <a:lnTo>
                  <a:pt x="521796" y="60955"/>
                </a:lnTo>
                <a:lnTo>
                  <a:pt x="522310" y="61376"/>
                </a:lnTo>
                <a:lnTo>
                  <a:pt x="522812" y="61815"/>
                </a:lnTo>
                <a:lnTo>
                  <a:pt x="523298" y="62273"/>
                </a:lnTo>
                <a:lnTo>
                  <a:pt x="523765" y="62751"/>
                </a:lnTo>
                <a:lnTo>
                  <a:pt x="524212" y="63247"/>
                </a:lnTo>
                <a:lnTo>
                  <a:pt x="524640" y="63762"/>
                </a:lnTo>
                <a:lnTo>
                  <a:pt x="525048" y="64297"/>
                </a:lnTo>
                <a:lnTo>
                  <a:pt x="525436" y="64850"/>
                </a:lnTo>
                <a:lnTo>
                  <a:pt x="525805" y="65423"/>
                </a:lnTo>
                <a:lnTo>
                  <a:pt x="526154" y="66014"/>
                </a:lnTo>
                <a:lnTo>
                  <a:pt x="526484" y="66625"/>
                </a:lnTo>
                <a:lnTo>
                  <a:pt x="526794" y="67255"/>
                </a:lnTo>
                <a:lnTo>
                  <a:pt x="527084" y="67904"/>
                </a:lnTo>
                <a:lnTo>
                  <a:pt x="527355" y="68571"/>
                </a:lnTo>
                <a:lnTo>
                  <a:pt x="527606" y="69258"/>
                </a:lnTo>
                <a:lnTo>
                  <a:pt x="527838" y="69964"/>
                </a:lnTo>
                <a:lnTo>
                  <a:pt x="528050" y="70689"/>
                </a:lnTo>
                <a:lnTo>
                  <a:pt x="528242" y="71433"/>
                </a:lnTo>
                <a:lnTo>
                  <a:pt x="528415" y="72196"/>
                </a:lnTo>
                <a:lnTo>
                  <a:pt x="528568" y="72978"/>
                </a:lnTo>
                <a:lnTo>
                  <a:pt x="528702" y="73780"/>
                </a:lnTo>
                <a:lnTo>
                  <a:pt x="528816" y="74600"/>
                </a:lnTo>
                <a:lnTo>
                  <a:pt x="528911" y="75439"/>
                </a:lnTo>
                <a:lnTo>
                  <a:pt x="528985" y="76298"/>
                </a:lnTo>
                <a:lnTo>
                  <a:pt x="529041" y="77175"/>
                </a:lnTo>
                <a:lnTo>
                  <a:pt x="529076" y="78071"/>
                </a:lnTo>
                <a:lnTo>
                  <a:pt x="485278" y="78071"/>
                </a:lnTo>
                <a:lnTo>
                  <a:pt x="485339" y="77201"/>
                </a:lnTo>
                <a:lnTo>
                  <a:pt x="485419" y="76347"/>
                </a:lnTo>
                <a:lnTo>
                  <a:pt x="485518" y="75511"/>
                </a:lnTo>
                <a:close/>
                <a:moveTo>
                  <a:pt x="683238" y="141164"/>
                </a:moveTo>
                <a:lnTo>
                  <a:pt x="684561" y="141111"/>
                </a:lnTo>
                <a:lnTo>
                  <a:pt x="685868" y="141042"/>
                </a:lnTo>
                <a:lnTo>
                  <a:pt x="687159" y="140958"/>
                </a:lnTo>
                <a:lnTo>
                  <a:pt x="688433" y="140858"/>
                </a:lnTo>
                <a:lnTo>
                  <a:pt x="689691" y="140744"/>
                </a:lnTo>
                <a:lnTo>
                  <a:pt x="690933" y="140614"/>
                </a:lnTo>
                <a:lnTo>
                  <a:pt x="692158" y="140469"/>
                </a:lnTo>
                <a:lnTo>
                  <a:pt x="693367" y="140308"/>
                </a:lnTo>
                <a:lnTo>
                  <a:pt x="694559" y="140133"/>
                </a:lnTo>
                <a:lnTo>
                  <a:pt x="695735" y="139942"/>
                </a:lnTo>
                <a:lnTo>
                  <a:pt x="696895" y="139735"/>
                </a:lnTo>
                <a:lnTo>
                  <a:pt x="698038" y="139514"/>
                </a:lnTo>
                <a:lnTo>
                  <a:pt x="699165" y="139277"/>
                </a:lnTo>
                <a:lnTo>
                  <a:pt x="700276" y="139025"/>
                </a:lnTo>
                <a:lnTo>
                  <a:pt x="701370" y="138757"/>
                </a:lnTo>
                <a:lnTo>
                  <a:pt x="702448" y="138475"/>
                </a:lnTo>
                <a:lnTo>
                  <a:pt x="703510" y="138177"/>
                </a:lnTo>
                <a:lnTo>
                  <a:pt x="704555" y="137864"/>
                </a:lnTo>
                <a:lnTo>
                  <a:pt x="705584" y="137535"/>
                </a:lnTo>
                <a:lnTo>
                  <a:pt x="706596" y="137191"/>
                </a:lnTo>
                <a:lnTo>
                  <a:pt x="707593" y="136832"/>
                </a:lnTo>
                <a:lnTo>
                  <a:pt x="708571" y="136457"/>
                </a:lnTo>
                <a:lnTo>
                  <a:pt x="709530" y="136066"/>
                </a:lnTo>
                <a:lnTo>
                  <a:pt x="710471" y="135659"/>
                </a:lnTo>
                <a:lnTo>
                  <a:pt x="711392" y="135236"/>
                </a:lnTo>
                <a:lnTo>
                  <a:pt x="712294" y="134796"/>
                </a:lnTo>
                <a:lnTo>
                  <a:pt x="713177" y="134341"/>
                </a:lnTo>
                <a:lnTo>
                  <a:pt x="714041" y="133869"/>
                </a:lnTo>
                <a:lnTo>
                  <a:pt x="714887" y="133381"/>
                </a:lnTo>
                <a:lnTo>
                  <a:pt x="715713" y="132876"/>
                </a:lnTo>
                <a:lnTo>
                  <a:pt x="716520" y="132356"/>
                </a:lnTo>
                <a:lnTo>
                  <a:pt x="717307" y="131819"/>
                </a:lnTo>
                <a:lnTo>
                  <a:pt x="718076" y="131267"/>
                </a:lnTo>
                <a:lnTo>
                  <a:pt x="718826" y="130698"/>
                </a:lnTo>
                <a:lnTo>
                  <a:pt x="719557" y="130113"/>
                </a:lnTo>
                <a:lnTo>
                  <a:pt x="720268" y="129511"/>
                </a:lnTo>
                <a:lnTo>
                  <a:pt x="720961" y="128894"/>
                </a:lnTo>
                <a:lnTo>
                  <a:pt x="721635" y="128260"/>
                </a:lnTo>
                <a:lnTo>
                  <a:pt x="722289" y="127610"/>
                </a:lnTo>
                <a:lnTo>
                  <a:pt x="722925" y="126944"/>
                </a:lnTo>
                <a:lnTo>
                  <a:pt x="723541" y="126262"/>
                </a:lnTo>
                <a:lnTo>
                  <a:pt x="724138" y="125564"/>
                </a:lnTo>
                <a:lnTo>
                  <a:pt x="724717" y="124849"/>
                </a:lnTo>
                <a:lnTo>
                  <a:pt x="725276" y="124118"/>
                </a:lnTo>
                <a:lnTo>
                  <a:pt x="725816" y="123372"/>
                </a:lnTo>
                <a:lnTo>
                  <a:pt x="726336" y="122608"/>
                </a:lnTo>
                <a:lnTo>
                  <a:pt x="726833" y="121827"/>
                </a:lnTo>
                <a:lnTo>
                  <a:pt x="727309" y="121030"/>
                </a:lnTo>
                <a:lnTo>
                  <a:pt x="727762" y="120215"/>
                </a:lnTo>
                <a:lnTo>
                  <a:pt x="728193" y="119383"/>
                </a:lnTo>
                <a:lnTo>
                  <a:pt x="728602" y="118534"/>
                </a:lnTo>
                <a:lnTo>
                  <a:pt x="728989" y="117668"/>
                </a:lnTo>
                <a:lnTo>
                  <a:pt x="729354" y="116785"/>
                </a:lnTo>
                <a:lnTo>
                  <a:pt x="729697" y="115885"/>
                </a:lnTo>
                <a:lnTo>
                  <a:pt x="730017" y="114968"/>
                </a:lnTo>
                <a:lnTo>
                  <a:pt x="730316" y="114033"/>
                </a:lnTo>
                <a:lnTo>
                  <a:pt x="730592" y="113082"/>
                </a:lnTo>
                <a:lnTo>
                  <a:pt x="730846" y="112114"/>
                </a:lnTo>
                <a:lnTo>
                  <a:pt x="731078" y="111128"/>
                </a:lnTo>
                <a:lnTo>
                  <a:pt x="731289" y="110125"/>
                </a:lnTo>
                <a:lnTo>
                  <a:pt x="731476" y="109106"/>
                </a:lnTo>
                <a:lnTo>
                  <a:pt x="731642" y="108069"/>
                </a:lnTo>
                <a:lnTo>
                  <a:pt x="731786" y="107015"/>
                </a:lnTo>
                <a:lnTo>
                  <a:pt x="731908" y="105944"/>
                </a:lnTo>
                <a:lnTo>
                  <a:pt x="732007" y="104856"/>
                </a:lnTo>
                <a:lnTo>
                  <a:pt x="732084" y="103751"/>
                </a:lnTo>
                <a:lnTo>
                  <a:pt x="732140" y="102629"/>
                </a:lnTo>
                <a:lnTo>
                  <a:pt x="732173" y="101490"/>
                </a:lnTo>
                <a:lnTo>
                  <a:pt x="732184" y="100333"/>
                </a:lnTo>
                <a:lnTo>
                  <a:pt x="732171" y="99253"/>
                </a:lnTo>
                <a:lnTo>
                  <a:pt x="732131" y="98188"/>
                </a:lnTo>
                <a:lnTo>
                  <a:pt x="732065" y="97136"/>
                </a:lnTo>
                <a:lnTo>
                  <a:pt x="731973" y="96099"/>
                </a:lnTo>
                <a:lnTo>
                  <a:pt x="731854" y="95077"/>
                </a:lnTo>
                <a:lnTo>
                  <a:pt x="731708" y="94069"/>
                </a:lnTo>
                <a:lnTo>
                  <a:pt x="731537" y="93075"/>
                </a:lnTo>
                <a:lnTo>
                  <a:pt x="731338" y="92096"/>
                </a:lnTo>
                <a:lnTo>
                  <a:pt x="731114" y="91131"/>
                </a:lnTo>
                <a:lnTo>
                  <a:pt x="730863" y="90180"/>
                </a:lnTo>
                <a:lnTo>
                  <a:pt x="730585" y="89244"/>
                </a:lnTo>
                <a:lnTo>
                  <a:pt x="730281" y="88322"/>
                </a:lnTo>
                <a:lnTo>
                  <a:pt x="729951" y="87415"/>
                </a:lnTo>
                <a:lnTo>
                  <a:pt x="729594" y="86522"/>
                </a:lnTo>
                <a:lnTo>
                  <a:pt x="729211" y="85643"/>
                </a:lnTo>
                <a:lnTo>
                  <a:pt x="728802" y="84779"/>
                </a:lnTo>
                <a:lnTo>
                  <a:pt x="728366" y="83929"/>
                </a:lnTo>
                <a:lnTo>
                  <a:pt x="727903" y="83093"/>
                </a:lnTo>
                <a:lnTo>
                  <a:pt x="727414" y="82272"/>
                </a:lnTo>
                <a:lnTo>
                  <a:pt x="726899" y="81465"/>
                </a:lnTo>
                <a:lnTo>
                  <a:pt x="726357" y="80673"/>
                </a:lnTo>
                <a:lnTo>
                  <a:pt x="725789" y="79895"/>
                </a:lnTo>
                <a:lnTo>
                  <a:pt x="725195" y="79131"/>
                </a:lnTo>
                <a:lnTo>
                  <a:pt x="724574" y="78382"/>
                </a:lnTo>
                <a:lnTo>
                  <a:pt x="723927" y="77650"/>
                </a:lnTo>
                <a:lnTo>
                  <a:pt x="723257" y="76940"/>
                </a:lnTo>
                <a:lnTo>
                  <a:pt x="722563" y="76250"/>
                </a:lnTo>
                <a:lnTo>
                  <a:pt x="721846" y="75581"/>
                </a:lnTo>
                <a:lnTo>
                  <a:pt x="721104" y="74932"/>
                </a:lnTo>
                <a:lnTo>
                  <a:pt x="720338" y="74305"/>
                </a:lnTo>
                <a:lnTo>
                  <a:pt x="719548" y="73699"/>
                </a:lnTo>
                <a:lnTo>
                  <a:pt x="718735" y="73113"/>
                </a:lnTo>
                <a:lnTo>
                  <a:pt x="717897" y="72548"/>
                </a:lnTo>
                <a:lnTo>
                  <a:pt x="717036" y="72004"/>
                </a:lnTo>
                <a:lnTo>
                  <a:pt x="716151" y="71481"/>
                </a:lnTo>
                <a:lnTo>
                  <a:pt x="715242" y="70979"/>
                </a:lnTo>
                <a:lnTo>
                  <a:pt x="714309" y="70497"/>
                </a:lnTo>
                <a:lnTo>
                  <a:pt x="713352" y="70037"/>
                </a:lnTo>
                <a:lnTo>
                  <a:pt x="712371" y="69597"/>
                </a:lnTo>
                <a:lnTo>
                  <a:pt x="711366" y="69178"/>
                </a:lnTo>
                <a:lnTo>
                  <a:pt x="710337" y="68780"/>
                </a:lnTo>
                <a:lnTo>
                  <a:pt x="709285" y="68403"/>
                </a:lnTo>
                <a:lnTo>
                  <a:pt x="708208" y="68047"/>
                </a:lnTo>
                <a:lnTo>
                  <a:pt x="707108" y="67711"/>
                </a:lnTo>
                <a:lnTo>
                  <a:pt x="705984" y="67397"/>
                </a:lnTo>
                <a:lnTo>
                  <a:pt x="704835" y="67103"/>
                </a:lnTo>
                <a:lnTo>
                  <a:pt x="703663" y="66830"/>
                </a:lnTo>
                <a:lnTo>
                  <a:pt x="702467" y="66578"/>
                </a:lnTo>
                <a:lnTo>
                  <a:pt x="703229" y="66286"/>
                </a:lnTo>
                <a:lnTo>
                  <a:pt x="703977" y="65979"/>
                </a:lnTo>
                <a:lnTo>
                  <a:pt x="704714" y="65657"/>
                </a:lnTo>
                <a:lnTo>
                  <a:pt x="705437" y="65320"/>
                </a:lnTo>
                <a:lnTo>
                  <a:pt x="706147" y="64968"/>
                </a:lnTo>
                <a:lnTo>
                  <a:pt x="706845" y="64601"/>
                </a:lnTo>
                <a:lnTo>
                  <a:pt x="707530" y="64219"/>
                </a:lnTo>
                <a:lnTo>
                  <a:pt x="708202" y="63823"/>
                </a:lnTo>
                <a:lnTo>
                  <a:pt x="708862" y="63411"/>
                </a:lnTo>
                <a:lnTo>
                  <a:pt x="709508" y="62985"/>
                </a:lnTo>
                <a:lnTo>
                  <a:pt x="710142" y="62543"/>
                </a:lnTo>
                <a:lnTo>
                  <a:pt x="710764" y="62087"/>
                </a:lnTo>
                <a:lnTo>
                  <a:pt x="711372" y="61616"/>
                </a:lnTo>
                <a:lnTo>
                  <a:pt x="711968" y="61130"/>
                </a:lnTo>
                <a:lnTo>
                  <a:pt x="712550" y="60629"/>
                </a:lnTo>
                <a:lnTo>
                  <a:pt x="713121" y="60113"/>
                </a:lnTo>
                <a:lnTo>
                  <a:pt x="713678" y="59582"/>
                </a:lnTo>
                <a:lnTo>
                  <a:pt x="714223" y="59036"/>
                </a:lnTo>
                <a:lnTo>
                  <a:pt x="714754" y="58475"/>
                </a:lnTo>
                <a:lnTo>
                  <a:pt x="715273" y="57899"/>
                </a:lnTo>
                <a:lnTo>
                  <a:pt x="715780" y="57309"/>
                </a:lnTo>
                <a:lnTo>
                  <a:pt x="716273" y="56703"/>
                </a:lnTo>
                <a:lnTo>
                  <a:pt x="716754" y="56083"/>
                </a:lnTo>
                <a:lnTo>
                  <a:pt x="717222" y="55447"/>
                </a:lnTo>
                <a:lnTo>
                  <a:pt x="717674" y="54799"/>
                </a:lnTo>
                <a:lnTo>
                  <a:pt x="718107" y="54138"/>
                </a:lnTo>
                <a:lnTo>
                  <a:pt x="718520" y="53466"/>
                </a:lnTo>
                <a:lnTo>
                  <a:pt x="718915" y="52783"/>
                </a:lnTo>
                <a:lnTo>
                  <a:pt x="719290" y="52087"/>
                </a:lnTo>
                <a:lnTo>
                  <a:pt x="719646" y="51380"/>
                </a:lnTo>
                <a:lnTo>
                  <a:pt x="719982" y="50661"/>
                </a:lnTo>
                <a:lnTo>
                  <a:pt x="720300" y="49931"/>
                </a:lnTo>
                <a:lnTo>
                  <a:pt x="720598" y="49189"/>
                </a:lnTo>
                <a:lnTo>
                  <a:pt x="720877" y="48435"/>
                </a:lnTo>
                <a:lnTo>
                  <a:pt x="721136" y="47669"/>
                </a:lnTo>
                <a:lnTo>
                  <a:pt x="721377" y="46892"/>
                </a:lnTo>
                <a:lnTo>
                  <a:pt x="721598" y="46103"/>
                </a:lnTo>
                <a:lnTo>
                  <a:pt x="721800" y="45303"/>
                </a:lnTo>
                <a:lnTo>
                  <a:pt x="721983" y="44490"/>
                </a:lnTo>
                <a:lnTo>
                  <a:pt x="722146" y="43666"/>
                </a:lnTo>
                <a:lnTo>
                  <a:pt x="722290" y="42831"/>
                </a:lnTo>
                <a:lnTo>
                  <a:pt x="722415" y="41983"/>
                </a:lnTo>
                <a:lnTo>
                  <a:pt x="722521" y="41124"/>
                </a:lnTo>
                <a:lnTo>
                  <a:pt x="722608" y="40254"/>
                </a:lnTo>
                <a:lnTo>
                  <a:pt x="722675" y="39371"/>
                </a:lnTo>
                <a:lnTo>
                  <a:pt x="722723" y="38477"/>
                </a:lnTo>
                <a:lnTo>
                  <a:pt x="722752" y="37572"/>
                </a:lnTo>
                <a:lnTo>
                  <a:pt x="722762" y="36654"/>
                </a:lnTo>
                <a:lnTo>
                  <a:pt x="722739" y="35195"/>
                </a:lnTo>
                <a:lnTo>
                  <a:pt x="722670" y="33767"/>
                </a:lnTo>
                <a:lnTo>
                  <a:pt x="722556" y="32371"/>
                </a:lnTo>
                <a:lnTo>
                  <a:pt x="722396" y="31007"/>
                </a:lnTo>
                <a:lnTo>
                  <a:pt x="722191" y="29675"/>
                </a:lnTo>
                <a:lnTo>
                  <a:pt x="721940" y="28374"/>
                </a:lnTo>
                <a:lnTo>
                  <a:pt x="721643" y="27105"/>
                </a:lnTo>
                <a:lnTo>
                  <a:pt x="721300" y="25869"/>
                </a:lnTo>
                <a:lnTo>
                  <a:pt x="720912" y="24663"/>
                </a:lnTo>
                <a:lnTo>
                  <a:pt x="720479" y="23490"/>
                </a:lnTo>
                <a:lnTo>
                  <a:pt x="719999" y="22349"/>
                </a:lnTo>
                <a:lnTo>
                  <a:pt x="719474" y="21239"/>
                </a:lnTo>
                <a:lnTo>
                  <a:pt x="718903" y="20162"/>
                </a:lnTo>
                <a:lnTo>
                  <a:pt x="718287" y="19116"/>
                </a:lnTo>
                <a:lnTo>
                  <a:pt x="717625" y="18101"/>
                </a:lnTo>
                <a:lnTo>
                  <a:pt x="716917" y="17119"/>
                </a:lnTo>
                <a:lnTo>
                  <a:pt x="716164" y="16169"/>
                </a:lnTo>
                <a:lnTo>
                  <a:pt x="715365" y="15250"/>
                </a:lnTo>
                <a:lnTo>
                  <a:pt x="714520" y="14363"/>
                </a:lnTo>
                <a:lnTo>
                  <a:pt x="713630" y="13508"/>
                </a:lnTo>
                <a:lnTo>
                  <a:pt x="712694" y="12685"/>
                </a:lnTo>
                <a:lnTo>
                  <a:pt x="711712" y="11893"/>
                </a:lnTo>
                <a:lnTo>
                  <a:pt x="710685" y="11134"/>
                </a:lnTo>
                <a:lnTo>
                  <a:pt x="709612" y="10406"/>
                </a:lnTo>
                <a:lnTo>
                  <a:pt x="708499" y="9709"/>
                </a:lnTo>
                <a:lnTo>
                  <a:pt x="707355" y="9042"/>
                </a:lnTo>
                <a:lnTo>
                  <a:pt x="706177" y="8404"/>
                </a:lnTo>
                <a:lnTo>
                  <a:pt x="704967" y="7796"/>
                </a:lnTo>
                <a:lnTo>
                  <a:pt x="703723" y="7218"/>
                </a:lnTo>
                <a:lnTo>
                  <a:pt x="702448" y="6669"/>
                </a:lnTo>
                <a:lnTo>
                  <a:pt x="701139" y="6150"/>
                </a:lnTo>
                <a:lnTo>
                  <a:pt x="699798" y="5660"/>
                </a:lnTo>
                <a:lnTo>
                  <a:pt x="698424" y="5201"/>
                </a:lnTo>
                <a:lnTo>
                  <a:pt x="697017" y="4771"/>
                </a:lnTo>
                <a:lnTo>
                  <a:pt x="695578" y="4370"/>
                </a:lnTo>
                <a:lnTo>
                  <a:pt x="694106" y="3999"/>
                </a:lnTo>
                <a:lnTo>
                  <a:pt x="692601" y="3658"/>
                </a:lnTo>
                <a:lnTo>
                  <a:pt x="691064" y="3347"/>
                </a:lnTo>
                <a:lnTo>
                  <a:pt x="689494" y="3065"/>
                </a:lnTo>
                <a:lnTo>
                  <a:pt x="687891" y="2813"/>
                </a:lnTo>
                <a:lnTo>
                  <a:pt x="686255" y="2590"/>
                </a:lnTo>
                <a:lnTo>
                  <a:pt x="684587" y="2398"/>
                </a:lnTo>
                <a:lnTo>
                  <a:pt x="682885" y="2235"/>
                </a:lnTo>
                <a:lnTo>
                  <a:pt x="681152" y="2101"/>
                </a:lnTo>
                <a:lnTo>
                  <a:pt x="679385" y="1997"/>
                </a:lnTo>
                <a:lnTo>
                  <a:pt x="677586" y="1923"/>
                </a:lnTo>
                <a:lnTo>
                  <a:pt x="675754" y="1879"/>
                </a:lnTo>
                <a:lnTo>
                  <a:pt x="673889" y="1864"/>
                </a:lnTo>
                <a:lnTo>
                  <a:pt x="626259" y="1864"/>
                </a:lnTo>
                <a:lnTo>
                  <a:pt x="626259" y="141233"/>
                </a:lnTo>
                <a:lnTo>
                  <a:pt x="679170" y="141233"/>
                </a:lnTo>
                <a:lnTo>
                  <a:pt x="680542" y="141225"/>
                </a:lnTo>
                <a:lnTo>
                  <a:pt x="681898" y="141202"/>
                </a:lnTo>
                <a:lnTo>
                  <a:pt x="683238" y="141164"/>
                </a:lnTo>
                <a:close/>
                <a:moveTo>
                  <a:pt x="679886" y="80584"/>
                </a:moveTo>
                <a:lnTo>
                  <a:pt x="680743" y="80619"/>
                </a:lnTo>
                <a:lnTo>
                  <a:pt x="681586" y="80667"/>
                </a:lnTo>
                <a:lnTo>
                  <a:pt x="682416" y="80730"/>
                </a:lnTo>
                <a:lnTo>
                  <a:pt x="683234" y="80806"/>
                </a:lnTo>
                <a:lnTo>
                  <a:pt x="684039" y="80896"/>
                </a:lnTo>
                <a:lnTo>
                  <a:pt x="684830" y="80999"/>
                </a:lnTo>
                <a:lnTo>
                  <a:pt x="685609" y="81117"/>
                </a:lnTo>
                <a:lnTo>
                  <a:pt x="686375" y="81249"/>
                </a:lnTo>
                <a:lnTo>
                  <a:pt x="687128" y="81394"/>
                </a:lnTo>
                <a:lnTo>
                  <a:pt x="687868" y="81553"/>
                </a:lnTo>
                <a:lnTo>
                  <a:pt x="688595" y="81726"/>
                </a:lnTo>
                <a:lnTo>
                  <a:pt x="689309" y="81913"/>
                </a:lnTo>
                <a:lnTo>
                  <a:pt x="690010" y="82114"/>
                </a:lnTo>
                <a:lnTo>
                  <a:pt x="690698" y="82328"/>
                </a:lnTo>
                <a:lnTo>
                  <a:pt x="691373" y="82557"/>
                </a:lnTo>
                <a:lnTo>
                  <a:pt x="692035" y="82799"/>
                </a:lnTo>
                <a:lnTo>
                  <a:pt x="692684" y="83055"/>
                </a:lnTo>
                <a:lnTo>
                  <a:pt x="693321" y="83325"/>
                </a:lnTo>
                <a:lnTo>
                  <a:pt x="693944" y="83609"/>
                </a:lnTo>
                <a:lnTo>
                  <a:pt x="694555" y="83906"/>
                </a:lnTo>
                <a:lnTo>
                  <a:pt x="695152" y="84218"/>
                </a:lnTo>
                <a:lnTo>
                  <a:pt x="695737" y="84543"/>
                </a:lnTo>
                <a:lnTo>
                  <a:pt x="696303" y="84884"/>
                </a:lnTo>
                <a:lnTo>
                  <a:pt x="696845" y="85244"/>
                </a:lnTo>
                <a:lnTo>
                  <a:pt x="697363" y="85623"/>
                </a:lnTo>
                <a:lnTo>
                  <a:pt x="697857" y="86020"/>
                </a:lnTo>
                <a:lnTo>
                  <a:pt x="698326" y="86435"/>
                </a:lnTo>
                <a:lnTo>
                  <a:pt x="698772" y="86869"/>
                </a:lnTo>
                <a:lnTo>
                  <a:pt x="699193" y="87322"/>
                </a:lnTo>
                <a:lnTo>
                  <a:pt x="699591" y="87793"/>
                </a:lnTo>
                <a:lnTo>
                  <a:pt x="699964" y="88283"/>
                </a:lnTo>
                <a:lnTo>
                  <a:pt x="700314" y="88791"/>
                </a:lnTo>
                <a:lnTo>
                  <a:pt x="700639" y="89317"/>
                </a:lnTo>
                <a:lnTo>
                  <a:pt x="700940" y="89862"/>
                </a:lnTo>
                <a:lnTo>
                  <a:pt x="701217" y="90426"/>
                </a:lnTo>
                <a:lnTo>
                  <a:pt x="701470" y="91008"/>
                </a:lnTo>
                <a:lnTo>
                  <a:pt x="701699" y="91609"/>
                </a:lnTo>
                <a:lnTo>
                  <a:pt x="701903" y="92228"/>
                </a:lnTo>
                <a:lnTo>
                  <a:pt x="702084" y="92866"/>
                </a:lnTo>
                <a:lnTo>
                  <a:pt x="702241" y="93522"/>
                </a:lnTo>
                <a:lnTo>
                  <a:pt x="702373" y="94197"/>
                </a:lnTo>
                <a:lnTo>
                  <a:pt x="702482" y="94890"/>
                </a:lnTo>
                <a:lnTo>
                  <a:pt x="702566" y="95602"/>
                </a:lnTo>
                <a:lnTo>
                  <a:pt x="702626" y="96332"/>
                </a:lnTo>
                <a:lnTo>
                  <a:pt x="702662" y="97081"/>
                </a:lnTo>
                <a:lnTo>
                  <a:pt x="702674" y="97848"/>
                </a:lnTo>
                <a:lnTo>
                  <a:pt x="702669" y="98447"/>
                </a:lnTo>
                <a:lnTo>
                  <a:pt x="702652" y="99036"/>
                </a:lnTo>
                <a:lnTo>
                  <a:pt x="702623" y="99614"/>
                </a:lnTo>
                <a:lnTo>
                  <a:pt x="702584" y="100182"/>
                </a:lnTo>
                <a:lnTo>
                  <a:pt x="702533" y="100740"/>
                </a:lnTo>
                <a:lnTo>
                  <a:pt x="702470" y="101288"/>
                </a:lnTo>
                <a:lnTo>
                  <a:pt x="702397" y="101825"/>
                </a:lnTo>
                <a:lnTo>
                  <a:pt x="702312" y="102352"/>
                </a:lnTo>
                <a:lnTo>
                  <a:pt x="702216" y="102869"/>
                </a:lnTo>
                <a:lnTo>
                  <a:pt x="702108" y="103376"/>
                </a:lnTo>
                <a:lnTo>
                  <a:pt x="701989" y="103872"/>
                </a:lnTo>
                <a:lnTo>
                  <a:pt x="701859" y="104358"/>
                </a:lnTo>
                <a:lnTo>
                  <a:pt x="701717" y="104834"/>
                </a:lnTo>
                <a:lnTo>
                  <a:pt x="701564" y="105300"/>
                </a:lnTo>
                <a:lnTo>
                  <a:pt x="701400" y="105755"/>
                </a:lnTo>
                <a:lnTo>
                  <a:pt x="701225" y="106201"/>
                </a:lnTo>
                <a:lnTo>
                  <a:pt x="701038" y="106636"/>
                </a:lnTo>
                <a:lnTo>
                  <a:pt x="700840" y="107060"/>
                </a:lnTo>
                <a:lnTo>
                  <a:pt x="700630" y="107475"/>
                </a:lnTo>
                <a:lnTo>
                  <a:pt x="700409" y="107879"/>
                </a:lnTo>
                <a:lnTo>
                  <a:pt x="700177" y="108273"/>
                </a:lnTo>
                <a:lnTo>
                  <a:pt x="699934" y="108657"/>
                </a:lnTo>
                <a:lnTo>
                  <a:pt x="699679" y="109030"/>
                </a:lnTo>
                <a:lnTo>
                  <a:pt x="699413" y="109393"/>
                </a:lnTo>
                <a:lnTo>
                  <a:pt x="699137" y="109747"/>
                </a:lnTo>
                <a:lnTo>
                  <a:pt x="698853" y="110091"/>
                </a:lnTo>
                <a:lnTo>
                  <a:pt x="698561" y="110427"/>
                </a:lnTo>
                <a:lnTo>
                  <a:pt x="698261" y="110754"/>
                </a:lnTo>
                <a:lnTo>
                  <a:pt x="697952" y="111071"/>
                </a:lnTo>
                <a:lnTo>
                  <a:pt x="697636" y="111380"/>
                </a:lnTo>
                <a:lnTo>
                  <a:pt x="697312" y="111680"/>
                </a:lnTo>
                <a:lnTo>
                  <a:pt x="696979" y="111970"/>
                </a:lnTo>
                <a:lnTo>
                  <a:pt x="696639" y="112252"/>
                </a:lnTo>
                <a:lnTo>
                  <a:pt x="696290" y="112525"/>
                </a:lnTo>
                <a:lnTo>
                  <a:pt x="695933" y="112788"/>
                </a:lnTo>
                <a:lnTo>
                  <a:pt x="695569" y="113043"/>
                </a:lnTo>
                <a:lnTo>
                  <a:pt x="695196" y="113289"/>
                </a:lnTo>
                <a:lnTo>
                  <a:pt x="694815" y="113526"/>
                </a:lnTo>
                <a:lnTo>
                  <a:pt x="694426" y="113753"/>
                </a:lnTo>
                <a:lnTo>
                  <a:pt x="694028" y="113972"/>
                </a:lnTo>
                <a:lnTo>
                  <a:pt x="693623" y="114182"/>
                </a:lnTo>
                <a:lnTo>
                  <a:pt x="693210" y="114383"/>
                </a:lnTo>
                <a:lnTo>
                  <a:pt x="692788" y="114575"/>
                </a:lnTo>
                <a:lnTo>
                  <a:pt x="692359" y="114757"/>
                </a:lnTo>
                <a:lnTo>
                  <a:pt x="691921" y="114931"/>
                </a:lnTo>
                <a:lnTo>
                  <a:pt x="691475" y="115096"/>
                </a:lnTo>
                <a:lnTo>
                  <a:pt x="691022" y="115252"/>
                </a:lnTo>
                <a:lnTo>
                  <a:pt x="690560" y="115399"/>
                </a:lnTo>
                <a:lnTo>
                  <a:pt x="690092" y="115538"/>
                </a:lnTo>
                <a:lnTo>
                  <a:pt x="689619" y="115672"/>
                </a:lnTo>
                <a:lnTo>
                  <a:pt x="689142" y="115799"/>
                </a:lnTo>
                <a:lnTo>
                  <a:pt x="688661" y="115921"/>
                </a:lnTo>
                <a:lnTo>
                  <a:pt x="688176" y="116036"/>
                </a:lnTo>
                <a:lnTo>
                  <a:pt x="687686" y="116146"/>
                </a:lnTo>
                <a:lnTo>
                  <a:pt x="687192" y="116250"/>
                </a:lnTo>
                <a:lnTo>
                  <a:pt x="686694" y="116348"/>
                </a:lnTo>
                <a:lnTo>
                  <a:pt x="686191" y="116440"/>
                </a:lnTo>
                <a:lnTo>
                  <a:pt x="685685" y="116526"/>
                </a:lnTo>
                <a:lnTo>
                  <a:pt x="685173" y="116606"/>
                </a:lnTo>
                <a:lnTo>
                  <a:pt x="684658" y="116680"/>
                </a:lnTo>
                <a:lnTo>
                  <a:pt x="684138" y="116748"/>
                </a:lnTo>
                <a:lnTo>
                  <a:pt x="683614" y="116811"/>
                </a:lnTo>
                <a:lnTo>
                  <a:pt x="683085" y="116867"/>
                </a:lnTo>
                <a:lnTo>
                  <a:pt x="682552" y="116917"/>
                </a:lnTo>
                <a:lnTo>
                  <a:pt x="682015" y="116962"/>
                </a:lnTo>
                <a:lnTo>
                  <a:pt x="681474" y="117000"/>
                </a:lnTo>
                <a:lnTo>
                  <a:pt x="680928" y="117033"/>
                </a:lnTo>
                <a:lnTo>
                  <a:pt x="680378" y="117060"/>
                </a:lnTo>
                <a:lnTo>
                  <a:pt x="679824" y="117081"/>
                </a:lnTo>
                <a:lnTo>
                  <a:pt x="679265" y="117095"/>
                </a:lnTo>
                <a:lnTo>
                  <a:pt x="678702" y="117104"/>
                </a:lnTo>
                <a:lnTo>
                  <a:pt x="678135" y="117107"/>
                </a:lnTo>
                <a:lnTo>
                  <a:pt x="655355" y="117107"/>
                </a:lnTo>
                <a:lnTo>
                  <a:pt x="655355" y="80557"/>
                </a:lnTo>
                <a:lnTo>
                  <a:pt x="678135" y="80557"/>
                </a:lnTo>
                <a:lnTo>
                  <a:pt x="679017" y="80563"/>
                </a:lnTo>
                <a:lnTo>
                  <a:pt x="679886" y="80584"/>
                </a:lnTo>
                <a:close/>
                <a:moveTo>
                  <a:pt x="674416" y="25378"/>
                </a:moveTo>
                <a:lnTo>
                  <a:pt x="674879" y="25392"/>
                </a:lnTo>
                <a:lnTo>
                  <a:pt x="675339" y="25410"/>
                </a:lnTo>
                <a:lnTo>
                  <a:pt x="675794" y="25433"/>
                </a:lnTo>
                <a:lnTo>
                  <a:pt x="676245" y="25462"/>
                </a:lnTo>
                <a:lnTo>
                  <a:pt x="676691" y="25496"/>
                </a:lnTo>
                <a:lnTo>
                  <a:pt x="677134" y="25535"/>
                </a:lnTo>
                <a:lnTo>
                  <a:pt x="677571" y="25579"/>
                </a:lnTo>
                <a:lnTo>
                  <a:pt x="678005" y="25629"/>
                </a:lnTo>
                <a:lnTo>
                  <a:pt x="678434" y="25683"/>
                </a:lnTo>
                <a:lnTo>
                  <a:pt x="678859" y="25743"/>
                </a:lnTo>
                <a:lnTo>
                  <a:pt x="679280" y="25809"/>
                </a:lnTo>
                <a:lnTo>
                  <a:pt x="679696" y="25879"/>
                </a:lnTo>
                <a:lnTo>
                  <a:pt x="680108" y="25955"/>
                </a:lnTo>
                <a:lnTo>
                  <a:pt x="680516" y="26035"/>
                </a:lnTo>
                <a:lnTo>
                  <a:pt x="680919" y="26121"/>
                </a:lnTo>
                <a:lnTo>
                  <a:pt x="681318" y="26213"/>
                </a:lnTo>
                <a:lnTo>
                  <a:pt x="681713" y="26309"/>
                </a:lnTo>
                <a:lnTo>
                  <a:pt x="682104" y="26411"/>
                </a:lnTo>
                <a:lnTo>
                  <a:pt x="682490" y="26518"/>
                </a:lnTo>
                <a:lnTo>
                  <a:pt x="682872" y="26630"/>
                </a:lnTo>
                <a:lnTo>
                  <a:pt x="683249" y="26747"/>
                </a:lnTo>
                <a:lnTo>
                  <a:pt x="683622" y="26869"/>
                </a:lnTo>
                <a:lnTo>
                  <a:pt x="683990" y="26998"/>
                </a:lnTo>
                <a:lnTo>
                  <a:pt x="684351" y="27133"/>
                </a:lnTo>
                <a:lnTo>
                  <a:pt x="684706" y="27276"/>
                </a:lnTo>
                <a:lnTo>
                  <a:pt x="685055" y="27425"/>
                </a:lnTo>
                <a:lnTo>
                  <a:pt x="685397" y="27580"/>
                </a:lnTo>
                <a:lnTo>
                  <a:pt x="685732" y="27743"/>
                </a:lnTo>
                <a:lnTo>
                  <a:pt x="686061" y="27913"/>
                </a:lnTo>
                <a:lnTo>
                  <a:pt x="686383" y="28089"/>
                </a:lnTo>
                <a:lnTo>
                  <a:pt x="686699" y="28272"/>
                </a:lnTo>
                <a:lnTo>
                  <a:pt x="687009" y="28462"/>
                </a:lnTo>
                <a:lnTo>
                  <a:pt x="687312" y="28659"/>
                </a:lnTo>
                <a:lnTo>
                  <a:pt x="687609" y="28863"/>
                </a:lnTo>
                <a:lnTo>
                  <a:pt x="687899" y="29073"/>
                </a:lnTo>
                <a:lnTo>
                  <a:pt x="688183" y="29290"/>
                </a:lnTo>
                <a:lnTo>
                  <a:pt x="688460" y="29515"/>
                </a:lnTo>
                <a:lnTo>
                  <a:pt x="688730" y="29746"/>
                </a:lnTo>
                <a:lnTo>
                  <a:pt x="688995" y="29983"/>
                </a:lnTo>
                <a:lnTo>
                  <a:pt x="689252" y="30228"/>
                </a:lnTo>
                <a:lnTo>
                  <a:pt x="689504" y="30480"/>
                </a:lnTo>
                <a:lnTo>
                  <a:pt x="689749" y="30738"/>
                </a:lnTo>
                <a:lnTo>
                  <a:pt x="689987" y="31003"/>
                </a:lnTo>
                <a:lnTo>
                  <a:pt x="690219" y="31275"/>
                </a:lnTo>
                <a:lnTo>
                  <a:pt x="690444" y="31554"/>
                </a:lnTo>
                <a:lnTo>
                  <a:pt x="690663" y="31839"/>
                </a:lnTo>
                <a:lnTo>
                  <a:pt x="690874" y="32133"/>
                </a:lnTo>
                <a:lnTo>
                  <a:pt x="691077" y="32434"/>
                </a:lnTo>
                <a:lnTo>
                  <a:pt x="691270" y="32745"/>
                </a:lnTo>
                <a:lnTo>
                  <a:pt x="691454" y="33063"/>
                </a:lnTo>
                <a:lnTo>
                  <a:pt x="691629" y="33390"/>
                </a:lnTo>
                <a:lnTo>
                  <a:pt x="691796" y="33726"/>
                </a:lnTo>
                <a:lnTo>
                  <a:pt x="691953" y="34070"/>
                </a:lnTo>
                <a:lnTo>
                  <a:pt x="692101" y="34422"/>
                </a:lnTo>
                <a:lnTo>
                  <a:pt x="692241" y="34783"/>
                </a:lnTo>
                <a:lnTo>
                  <a:pt x="692371" y="35153"/>
                </a:lnTo>
                <a:lnTo>
                  <a:pt x="692492" y="35530"/>
                </a:lnTo>
                <a:lnTo>
                  <a:pt x="692605" y="35916"/>
                </a:lnTo>
                <a:lnTo>
                  <a:pt x="692708" y="36311"/>
                </a:lnTo>
                <a:lnTo>
                  <a:pt x="692802" y="36714"/>
                </a:lnTo>
                <a:lnTo>
                  <a:pt x="692888" y="37126"/>
                </a:lnTo>
                <a:lnTo>
                  <a:pt x="692964" y="37546"/>
                </a:lnTo>
                <a:lnTo>
                  <a:pt x="693032" y="37974"/>
                </a:lnTo>
                <a:lnTo>
                  <a:pt x="693090" y="38411"/>
                </a:lnTo>
                <a:lnTo>
                  <a:pt x="693139" y="38857"/>
                </a:lnTo>
                <a:lnTo>
                  <a:pt x="693180" y="39310"/>
                </a:lnTo>
                <a:lnTo>
                  <a:pt x="693211" y="39773"/>
                </a:lnTo>
                <a:lnTo>
                  <a:pt x="693234" y="40243"/>
                </a:lnTo>
                <a:lnTo>
                  <a:pt x="693247" y="40723"/>
                </a:lnTo>
                <a:lnTo>
                  <a:pt x="693252" y="41210"/>
                </a:lnTo>
                <a:lnTo>
                  <a:pt x="693242" y="41902"/>
                </a:lnTo>
                <a:lnTo>
                  <a:pt x="693212" y="42580"/>
                </a:lnTo>
                <a:lnTo>
                  <a:pt x="693163" y="43244"/>
                </a:lnTo>
                <a:lnTo>
                  <a:pt x="693094" y="43894"/>
                </a:lnTo>
                <a:lnTo>
                  <a:pt x="693005" y="44529"/>
                </a:lnTo>
                <a:lnTo>
                  <a:pt x="692896" y="45151"/>
                </a:lnTo>
                <a:lnTo>
                  <a:pt x="692767" y="45759"/>
                </a:lnTo>
                <a:lnTo>
                  <a:pt x="692619" y="46353"/>
                </a:lnTo>
                <a:lnTo>
                  <a:pt x="692451" y="46933"/>
                </a:lnTo>
                <a:lnTo>
                  <a:pt x="692263" y="47498"/>
                </a:lnTo>
                <a:lnTo>
                  <a:pt x="692055" y="48050"/>
                </a:lnTo>
                <a:lnTo>
                  <a:pt x="691828" y="48588"/>
                </a:lnTo>
                <a:lnTo>
                  <a:pt x="691581" y="49111"/>
                </a:lnTo>
                <a:lnTo>
                  <a:pt x="691314" y="49621"/>
                </a:lnTo>
                <a:lnTo>
                  <a:pt x="691027" y="50116"/>
                </a:lnTo>
                <a:lnTo>
                  <a:pt x="690721" y="50598"/>
                </a:lnTo>
                <a:lnTo>
                  <a:pt x="690394" y="51066"/>
                </a:lnTo>
                <a:lnTo>
                  <a:pt x="690048" y="51519"/>
                </a:lnTo>
                <a:lnTo>
                  <a:pt x="689683" y="51959"/>
                </a:lnTo>
                <a:lnTo>
                  <a:pt x="689297" y="52384"/>
                </a:lnTo>
                <a:lnTo>
                  <a:pt x="688892" y="52796"/>
                </a:lnTo>
                <a:lnTo>
                  <a:pt x="688467" y="53193"/>
                </a:lnTo>
                <a:lnTo>
                  <a:pt x="688022" y="53577"/>
                </a:lnTo>
                <a:lnTo>
                  <a:pt x="687557" y="53946"/>
                </a:lnTo>
                <a:lnTo>
                  <a:pt x="687078" y="54301"/>
                </a:lnTo>
                <a:lnTo>
                  <a:pt x="686589" y="54641"/>
                </a:lnTo>
                <a:lnTo>
                  <a:pt x="686091" y="54965"/>
                </a:lnTo>
                <a:lnTo>
                  <a:pt x="685584" y="55275"/>
                </a:lnTo>
                <a:lnTo>
                  <a:pt x="685067" y="55569"/>
                </a:lnTo>
                <a:lnTo>
                  <a:pt x="684541" y="55849"/>
                </a:lnTo>
                <a:lnTo>
                  <a:pt x="684006" y="56113"/>
                </a:lnTo>
                <a:lnTo>
                  <a:pt x="683461" y="56362"/>
                </a:lnTo>
                <a:lnTo>
                  <a:pt x="682907" y="56596"/>
                </a:lnTo>
                <a:lnTo>
                  <a:pt x="682344" y="56815"/>
                </a:lnTo>
                <a:lnTo>
                  <a:pt x="681771" y="57019"/>
                </a:lnTo>
                <a:lnTo>
                  <a:pt x="681189" y="57208"/>
                </a:lnTo>
                <a:lnTo>
                  <a:pt x="680598" y="57381"/>
                </a:lnTo>
                <a:lnTo>
                  <a:pt x="679997" y="57540"/>
                </a:lnTo>
                <a:lnTo>
                  <a:pt x="679387" y="57683"/>
                </a:lnTo>
                <a:lnTo>
                  <a:pt x="678767" y="57812"/>
                </a:lnTo>
                <a:lnTo>
                  <a:pt x="678138" y="57925"/>
                </a:lnTo>
                <a:lnTo>
                  <a:pt x="677500" y="58023"/>
                </a:lnTo>
                <a:lnTo>
                  <a:pt x="676853" y="58106"/>
                </a:lnTo>
                <a:lnTo>
                  <a:pt x="676196" y="58174"/>
                </a:lnTo>
                <a:lnTo>
                  <a:pt x="675530" y="58227"/>
                </a:lnTo>
                <a:lnTo>
                  <a:pt x="674854" y="58265"/>
                </a:lnTo>
                <a:lnTo>
                  <a:pt x="674169" y="58287"/>
                </a:lnTo>
                <a:lnTo>
                  <a:pt x="673475" y="58295"/>
                </a:lnTo>
                <a:lnTo>
                  <a:pt x="655355" y="58295"/>
                </a:lnTo>
                <a:lnTo>
                  <a:pt x="655355" y="25368"/>
                </a:lnTo>
                <a:lnTo>
                  <a:pt x="673475" y="25368"/>
                </a:lnTo>
                <a:lnTo>
                  <a:pt x="673947" y="25371"/>
                </a:lnTo>
                <a:lnTo>
                  <a:pt x="674416" y="25378"/>
                </a:lnTo>
                <a:close/>
                <a:moveTo>
                  <a:pt x="1107467" y="142976"/>
                </a:moveTo>
                <a:lnTo>
                  <a:pt x="1108363" y="142908"/>
                </a:lnTo>
                <a:lnTo>
                  <a:pt x="1109247" y="142825"/>
                </a:lnTo>
                <a:lnTo>
                  <a:pt x="1110119" y="142727"/>
                </a:lnTo>
                <a:lnTo>
                  <a:pt x="1110979" y="142613"/>
                </a:lnTo>
                <a:lnTo>
                  <a:pt x="1111827" y="142485"/>
                </a:lnTo>
                <a:lnTo>
                  <a:pt x="1112664" y="142342"/>
                </a:lnTo>
                <a:lnTo>
                  <a:pt x="1113488" y="142183"/>
                </a:lnTo>
                <a:lnTo>
                  <a:pt x="1114301" y="142009"/>
                </a:lnTo>
                <a:lnTo>
                  <a:pt x="1115102" y="141821"/>
                </a:lnTo>
                <a:lnTo>
                  <a:pt x="1115891" y="141617"/>
                </a:lnTo>
                <a:lnTo>
                  <a:pt x="1116668" y="141398"/>
                </a:lnTo>
                <a:lnTo>
                  <a:pt x="1117433" y="141164"/>
                </a:lnTo>
                <a:lnTo>
                  <a:pt x="1118186" y="140915"/>
                </a:lnTo>
                <a:lnTo>
                  <a:pt x="1118928" y="140650"/>
                </a:lnTo>
                <a:lnTo>
                  <a:pt x="1119658" y="140371"/>
                </a:lnTo>
                <a:lnTo>
                  <a:pt x="1120375" y="140077"/>
                </a:lnTo>
                <a:lnTo>
                  <a:pt x="1121081" y="139767"/>
                </a:lnTo>
                <a:lnTo>
                  <a:pt x="1121775" y="139442"/>
                </a:lnTo>
                <a:lnTo>
                  <a:pt x="1122458" y="139103"/>
                </a:lnTo>
                <a:lnTo>
                  <a:pt x="1123128" y="138748"/>
                </a:lnTo>
                <a:lnTo>
                  <a:pt x="1123788" y="138380"/>
                </a:lnTo>
                <a:lnTo>
                  <a:pt x="1124439" y="138001"/>
                </a:lnTo>
                <a:lnTo>
                  <a:pt x="1125081" y="137612"/>
                </a:lnTo>
                <a:lnTo>
                  <a:pt x="1125714" y="137212"/>
                </a:lnTo>
                <a:lnTo>
                  <a:pt x="1126338" y="136801"/>
                </a:lnTo>
                <a:lnTo>
                  <a:pt x="1126952" y="136379"/>
                </a:lnTo>
                <a:lnTo>
                  <a:pt x="1127558" y="135947"/>
                </a:lnTo>
                <a:lnTo>
                  <a:pt x="1128155" y="135503"/>
                </a:lnTo>
                <a:lnTo>
                  <a:pt x="1128743" y="135049"/>
                </a:lnTo>
                <a:lnTo>
                  <a:pt x="1129322" y="134584"/>
                </a:lnTo>
                <a:lnTo>
                  <a:pt x="1129892" y="134109"/>
                </a:lnTo>
                <a:lnTo>
                  <a:pt x="1130454" y="133622"/>
                </a:lnTo>
                <a:lnTo>
                  <a:pt x="1131006" y="133125"/>
                </a:lnTo>
                <a:lnTo>
                  <a:pt x="1131549" y="132617"/>
                </a:lnTo>
                <a:lnTo>
                  <a:pt x="1132083" y="132098"/>
                </a:lnTo>
                <a:lnTo>
                  <a:pt x="1132608" y="131569"/>
                </a:lnTo>
                <a:lnTo>
                  <a:pt x="1133124" y="131028"/>
                </a:lnTo>
                <a:lnTo>
                  <a:pt x="1133631" y="130477"/>
                </a:lnTo>
                <a:lnTo>
                  <a:pt x="1134129" y="129915"/>
                </a:lnTo>
                <a:lnTo>
                  <a:pt x="1134618" y="129343"/>
                </a:lnTo>
                <a:lnTo>
                  <a:pt x="1135098" y="128759"/>
                </a:lnTo>
                <a:lnTo>
                  <a:pt x="1135570" y="128165"/>
                </a:lnTo>
                <a:lnTo>
                  <a:pt x="1136032" y="127560"/>
                </a:lnTo>
                <a:lnTo>
                  <a:pt x="1136485" y="126944"/>
                </a:lnTo>
                <a:lnTo>
                  <a:pt x="1137624" y="141233"/>
                </a:lnTo>
                <a:lnTo>
                  <a:pt x="1163924" y="141233"/>
                </a:lnTo>
                <a:lnTo>
                  <a:pt x="1163924" y="1864"/>
                </a:lnTo>
                <a:lnTo>
                  <a:pt x="1136485" y="1864"/>
                </a:lnTo>
                <a:lnTo>
                  <a:pt x="1136485" y="53118"/>
                </a:lnTo>
                <a:lnTo>
                  <a:pt x="1136108" y="52536"/>
                </a:lnTo>
                <a:lnTo>
                  <a:pt x="1135721" y="51963"/>
                </a:lnTo>
                <a:lnTo>
                  <a:pt x="1135323" y="51399"/>
                </a:lnTo>
                <a:lnTo>
                  <a:pt x="1134915" y="50845"/>
                </a:lnTo>
                <a:lnTo>
                  <a:pt x="1134495" y="50301"/>
                </a:lnTo>
                <a:lnTo>
                  <a:pt x="1134065" y="49765"/>
                </a:lnTo>
                <a:lnTo>
                  <a:pt x="1133623" y="49239"/>
                </a:lnTo>
                <a:lnTo>
                  <a:pt x="1133172" y="48723"/>
                </a:lnTo>
                <a:lnTo>
                  <a:pt x="1132709" y="48215"/>
                </a:lnTo>
                <a:lnTo>
                  <a:pt x="1132235" y="47718"/>
                </a:lnTo>
                <a:lnTo>
                  <a:pt x="1131751" y="47229"/>
                </a:lnTo>
                <a:lnTo>
                  <a:pt x="1131256" y="46750"/>
                </a:lnTo>
                <a:lnTo>
                  <a:pt x="1130750" y="46280"/>
                </a:lnTo>
                <a:lnTo>
                  <a:pt x="1130234" y="45819"/>
                </a:lnTo>
                <a:lnTo>
                  <a:pt x="1129706" y="45368"/>
                </a:lnTo>
                <a:lnTo>
                  <a:pt x="1129168" y="44926"/>
                </a:lnTo>
                <a:lnTo>
                  <a:pt x="1128619" y="44494"/>
                </a:lnTo>
                <a:lnTo>
                  <a:pt x="1128059" y="44071"/>
                </a:lnTo>
                <a:lnTo>
                  <a:pt x="1127489" y="43657"/>
                </a:lnTo>
                <a:lnTo>
                  <a:pt x="1126907" y="43252"/>
                </a:lnTo>
                <a:lnTo>
                  <a:pt x="1126315" y="42857"/>
                </a:lnTo>
                <a:lnTo>
                  <a:pt x="1125712" y="42471"/>
                </a:lnTo>
                <a:lnTo>
                  <a:pt x="1125098" y="42095"/>
                </a:lnTo>
                <a:lnTo>
                  <a:pt x="1124474" y="41728"/>
                </a:lnTo>
                <a:lnTo>
                  <a:pt x="1123839" y="41373"/>
                </a:lnTo>
                <a:lnTo>
                  <a:pt x="1123193" y="41033"/>
                </a:lnTo>
                <a:lnTo>
                  <a:pt x="1122537" y="40709"/>
                </a:lnTo>
                <a:lnTo>
                  <a:pt x="1121871" y="40399"/>
                </a:lnTo>
                <a:lnTo>
                  <a:pt x="1121194" y="40105"/>
                </a:lnTo>
                <a:lnTo>
                  <a:pt x="1120507" y="39825"/>
                </a:lnTo>
                <a:lnTo>
                  <a:pt x="1119809" y="39561"/>
                </a:lnTo>
                <a:lnTo>
                  <a:pt x="1119101" y="39312"/>
                </a:lnTo>
                <a:lnTo>
                  <a:pt x="1118383" y="39078"/>
                </a:lnTo>
                <a:lnTo>
                  <a:pt x="1117654" y="38859"/>
                </a:lnTo>
                <a:lnTo>
                  <a:pt x="1116914" y="38655"/>
                </a:lnTo>
                <a:lnTo>
                  <a:pt x="1116165" y="38466"/>
                </a:lnTo>
                <a:lnTo>
                  <a:pt x="1115404" y="38293"/>
                </a:lnTo>
                <a:lnTo>
                  <a:pt x="1114634" y="38134"/>
                </a:lnTo>
                <a:lnTo>
                  <a:pt x="1113853" y="37991"/>
                </a:lnTo>
                <a:lnTo>
                  <a:pt x="1113061" y="37862"/>
                </a:lnTo>
                <a:lnTo>
                  <a:pt x="1112259" y="37749"/>
                </a:lnTo>
                <a:lnTo>
                  <a:pt x="1111447" y="37651"/>
                </a:lnTo>
                <a:lnTo>
                  <a:pt x="1110624" y="37568"/>
                </a:lnTo>
                <a:lnTo>
                  <a:pt x="1109791" y="37500"/>
                </a:lnTo>
                <a:lnTo>
                  <a:pt x="1108947" y="37447"/>
                </a:lnTo>
                <a:lnTo>
                  <a:pt x="1108093" y="37409"/>
                </a:lnTo>
                <a:lnTo>
                  <a:pt x="1107229" y="37387"/>
                </a:lnTo>
                <a:lnTo>
                  <a:pt x="1106354" y="37379"/>
                </a:lnTo>
                <a:lnTo>
                  <a:pt x="1105357" y="37389"/>
                </a:lnTo>
                <a:lnTo>
                  <a:pt x="1104369" y="37418"/>
                </a:lnTo>
                <a:lnTo>
                  <a:pt x="1103388" y="37467"/>
                </a:lnTo>
                <a:lnTo>
                  <a:pt x="1102416" y="37536"/>
                </a:lnTo>
                <a:lnTo>
                  <a:pt x="1101453" y="37625"/>
                </a:lnTo>
                <a:lnTo>
                  <a:pt x="1100497" y="37733"/>
                </a:lnTo>
                <a:lnTo>
                  <a:pt x="1099550" y="37860"/>
                </a:lnTo>
                <a:lnTo>
                  <a:pt x="1098611" y="38008"/>
                </a:lnTo>
                <a:lnTo>
                  <a:pt x="1097681" y="38175"/>
                </a:lnTo>
                <a:lnTo>
                  <a:pt x="1096758" y="38362"/>
                </a:lnTo>
                <a:lnTo>
                  <a:pt x="1095844" y="38568"/>
                </a:lnTo>
                <a:lnTo>
                  <a:pt x="1094938" y="38794"/>
                </a:lnTo>
                <a:lnTo>
                  <a:pt x="1094041" y="39039"/>
                </a:lnTo>
                <a:lnTo>
                  <a:pt x="1093151" y="39305"/>
                </a:lnTo>
                <a:lnTo>
                  <a:pt x="1092270" y="39590"/>
                </a:lnTo>
                <a:lnTo>
                  <a:pt x="1091398" y="39894"/>
                </a:lnTo>
                <a:lnTo>
                  <a:pt x="1090533" y="40219"/>
                </a:lnTo>
                <a:lnTo>
                  <a:pt x="1089677" y="40562"/>
                </a:lnTo>
                <a:lnTo>
                  <a:pt x="1088829" y="40926"/>
                </a:lnTo>
                <a:lnTo>
                  <a:pt x="1087989" y="41309"/>
                </a:lnTo>
                <a:lnTo>
                  <a:pt x="1087158" y="41712"/>
                </a:lnTo>
                <a:lnTo>
                  <a:pt x="1086335" y="42134"/>
                </a:lnTo>
                <a:lnTo>
                  <a:pt x="1085520" y="42577"/>
                </a:lnTo>
                <a:lnTo>
                  <a:pt x="1084713" y="43038"/>
                </a:lnTo>
                <a:lnTo>
                  <a:pt x="1083918" y="43520"/>
                </a:lnTo>
                <a:lnTo>
                  <a:pt x="1083136" y="44022"/>
                </a:lnTo>
                <a:lnTo>
                  <a:pt x="1082368" y="44544"/>
                </a:lnTo>
                <a:lnTo>
                  <a:pt x="1081614" y="45087"/>
                </a:lnTo>
                <a:lnTo>
                  <a:pt x="1080874" y="45650"/>
                </a:lnTo>
                <a:lnTo>
                  <a:pt x="1080148" y="46233"/>
                </a:lnTo>
                <a:lnTo>
                  <a:pt x="1079435" y="46837"/>
                </a:lnTo>
                <a:lnTo>
                  <a:pt x="1078737" y="47461"/>
                </a:lnTo>
                <a:lnTo>
                  <a:pt x="1078052" y="48106"/>
                </a:lnTo>
                <a:lnTo>
                  <a:pt x="1077381" y="48771"/>
                </a:lnTo>
                <a:lnTo>
                  <a:pt x="1076724" y="49456"/>
                </a:lnTo>
                <a:lnTo>
                  <a:pt x="1076080" y="50162"/>
                </a:lnTo>
                <a:lnTo>
                  <a:pt x="1075451" y="50888"/>
                </a:lnTo>
                <a:lnTo>
                  <a:pt x="1074835" y="51634"/>
                </a:lnTo>
                <a:lnTo>
                  <a:pt x="1074234" y="52401"/>
                </a:lnTo>
                <a:lnTo>
                  <a:pt x="1073646" y="53188"/>
                </a:lnTo>
                <a:lnTo>
                  <a:pt x="1073072" y="53996"/>
                </a:lnTo>
                <a:lnTo>
                  <a:pt x="1072511" y="54824"/>
                </a:lnTo>
                <a:lnTo>
                  <a:pt x="1071965" y="55672"/>
                </a:lnTo>
                <a:lnTo>
                  <a:pt x="1071433" y="56541"/>
                </a:lnTo>
                <a:lnTo>
                  <a:pt x="1070914" y="57430"/>
                </a:lnTo>
                <a:lnTo>
                  <a:pt x="1070409" y="58340"/>
                </a:lnTo>
                <a:lnTo>
                  <a:pt x="1069918" y="59270"/>
                </a:lnTo>
                <a:lnTo>
                  <a:pt x="1069441" y="60220"/>
                </a:lnTo>
                <a:lnTo>
                  <a:pt x="1068980" y="61191"/>
                </a:lnTo>
                <a:lnTo>
                  <a:pt x="1068539" y="62184"/>
                </a:lnTo>
                <a:lnTo>
                  <a:pt x="1068118" y="63198"/>
                </a:lnTo>
                <a:lnTo>
                  <a:pt x="1067716" y="64234"/>
                </a:lnTo>
                <a:lnTo>
                  <a:pt x="1067334" y="65291"/>
                </a:lnTo>
                <a:lnTo>
                  <a:pt x="1066972" y="66369"/>
                </a:lnTo>
                <a:lnTo>
                  <a:pt x="1066629" y="67469"/>
                </a:lnTo>
                <a:lnTo>
                  <a:pt x="1066306" y="68590"/>
                </a:lnTo>
                <a:lnTo>
                  <a:pt x="1066002" y="69733"/>
                </a:lnTo>
                <a:lnTo>
                  <a:pt x="1065718" y="70898"/>
                </a:lnTo>
                <a:lnTo>
                  <a:pt x="1065453" y="72083"/>
                </a:lnTo>
                <a:lnTo>
                  <a:pt x="1065208" y="73291"/>
                </a:lnTo>
                <a:lnTo>
                  <a:pt x="1064983" y="74519"/>
                </a:lnTo>
                <a:lnTo>
                  <a:pt x="1064777" y="75770"/>
                </a:lnTo>
                <a:lnTo>
                  <a:pt x="1064591" y="77041"/>
                </a:lnTo>
                <a:lnTo>
                  <a:pt x="1064425" y="78334"/>
                </a:lnTo>
                <a:lnTo>
                  <a:pt x="1064278" y="79649"/>
                </a:lnTo>
                <a:lnTo>
                  <a:pt x="1064150" y="80985"/>
                </a:lnTo>
                <a:lnTo>
                  <a:pt x="1064043" y="82342"/>
                </a:lnTo>
                <a:lnTo>
                  <a:pt x="1063954" y="83721"/>
                </a:lnTo>
                <a:lnTo>
                  <a:pt x="1063886" y="85122"/>
                </a:lnTo>
                <a:lnTo>
                  <a:pt x="1063837" y="86543"/>
                </a:lnTo>
                <a:lnTo>
                  <a:pt x="1063807" y="87987"/>
                </a:lnTo>
                <a:lnTo>
                  <a:pt x="1063798" y="89452"/>
                </a:lnTo>
                <a:lnTo>
                  <a:pt x="1063807" y="90968"/>
                </a:lnTo>
                <a:lnTo>
                  <a:pt x="1063834" y="92463"/>
                </a:lnTo>
                <a:lnTo>
                  <a:pt x="1063879" y="93935"/>
                </a:lnTo>
                <a:lnTo>
                  <a:pt x="1063943" y="95385"/>
                </a:lnTo>
                <a:lnTo>
                  <a:pt x="1064025" y="96812"/>
                </a:lnTo>
                <a:lnTo>
                  <a:pt x="1064124" y="98217"/>
                </a:lnTo>
                <a:lnTo>
                  <a:pt x="1064242" y="99600"/>
                </a:lnTo>
                <a:lnTo>
                  <a:pt x="1064379" y="100960"/>
                </a:lnTo>
                <a:lnTo>
                  <a:pt x="1064533" y="102298"/>
                </a:lnTo>
                <a:lnTo>
                  <a:pt x="1064705" y="103613"/>
                </a:lnTo>
                <a:lnTo>
                  <a:pt x="1064896" y="104906"/>
                </a:lnTo>
                <a:lnTo>
                  <a:pt x="1065105" y="106177"/>
                </a:lnTo>
                <a:lnTo>
                  <a:pt x="1065332" y="107425"/>
                </a:lnTo>
                <a:lnTo>
                  <a:pt x="1065577" y="108651"/>
                </a:lnTo>
                <a:lnTo>
                  <a:pt x="1065840" y="109855"/>
                </a:lnTo>
                <a:lnTo>
                  <a:pt x="1066122" y="111036"/>
                </a:lnTo>
                <a:lnTo>
                  <a:pt x="1066421" y="112195"/>
                </a:lnTo>
                <a:lnTo>
                  <a:pt x="1066739" y="113331"/>
                </a:lnTo>
                <a:lnTo>
                  <a:pt x="1067075" y="114445"/>
                </a:lnTo>
                <a:lnTo>
                  <a:pt x="1067429" y="115537"/>
                </a:lnTo>
                <a:lnTo>
                  <a:pt x="1067801" y="116606"/>
                </a:lnTo>
                <a:lnTo>
                  <a:pt x="1068191" y="117653"/>
                </a:lnTo>
                <a:lnTo>
                  <a:pt x="1068600" y="118677"/>
                </a:lnTo>
                <a:lnTo>
                  <a:pt x="1069027" y="119680"/>
                </a:lnTo>
                <a:lnTo>
                  <a:pt x="1069469" y="120660"/>
                </a:lnTo>
                <a:lnTo>
                  <a:pt x="1069925" y="121619"/>
                </a:lnTo>
                <a:lnTo>
                  <a:pt x="1070394" y="122557"/>
                </a:lnTo>
                <a:lnTo>
                  <a:pt x="1070876" y="123473"/>
                </a:lnTo>
                <a:lnTo>
                  <a:pt x="1071372" y="124368"/>
                </a:lnTo>
                <a:lnTo>
                  <a:pt x="1071881" y="125242"/>
                </a:lnTo>
                <a:lnTo>
                  <a:pt x="1072403" y="126095"/>
                </a:lnTo>
                <a:lnTo>
                  <a:pt x="1072938" y="126926"/>
                </a:lnTo>
                <a:lnTo>
                  <a:pt x="1073487" y="127736"/>
                </a:lnTo>
                <a:lnTo>
                  <a:pt x="1074049" y="128525"/>
                </a:lnTo>
                <a:lnTo>
                  <a:pt x="1074625" y="129293"/>
                </a:lnTo>
                <a:lnTo>
                  <a:pt x="1075213" y="130039"/>
                </a:lnTo>
                <a:lnTo>
                  <a:pt x="1075815" y="130764"/>
                </a:lnTo>
                <a:lnTo>
                  <a:pt x="1076431" y="131467"/>
                </a:lnTo>
                <a:lnTo>
                  <a:pt x="1077059" y="132150"/>
                </a:lnTo>
                <a:lnTo>
                  <a:pt x="1077701" y="132811"/>
                </a:lnTo>
                <a:lnTo>
                  <a:pt x="1078356" y="133451"/>
                </a:lnTo>
                <a:lnTo>
                  <a:pt x="1079025" y="134069"/>
                </a:lnTo>
                <a:lnTo>
                  <a:pt x="1079707" y="134667"/>
                </a:lnTo>
                <a:lnTo>
                  <a:pt x="1080402" y="135243"/>
                </a:lnTo>
                <a:lnTo>
                  <a:pt x="1081110" y="135797"/>
                </a:lnTo>
                <a:lnTo>
                  <a:pt x="1081832" y="136331"/>
                </a:lnTo>
                <a:lnTo>
                  <a:pt x="1082567" y="136843"/>
                </a:lnTo>
                <a:lnTo>
                  <a:pt x="1083316" y="137334"/>
                </a:lnTo>
                <a:lnTo>
                  <a:pt x="1084075" y="137804"/>
                </a:lnTo>
                <a:lnTo>
                  <a:pt x="1084842" y="138254"/>
                </a:lnTo>
                <a:lnTo>
                  <a:pt x="1085617" y="138684"/>
                </a:lnTo>
                <a:lnTo>
                  <a:pt x="1086400" y="139095"/>
                </a:lnTo>
                <a:lnTo>
                  <a:pt x="1087192" y="139485"/>
                </a:lnTo>
                <a:lnTo>
                  <a:pt x="1087991" y="139855"/>
                </a:lnTo>
                <a:lnTo>
                  <a:pt x="1088799" y="140205"/>
                </a:lnTo>
                <a:lnTo>
                  <a:pt x="1089614" y="140535"/>
                </a:lnTo>
                <a:lnTo>
                  <a:pt x="1090438" y="140845"/>
                </a:lnTo>
                <a:lnTo>
                  <a:pt x="1091270" y="141136"/>
                </a:lnTo>
                <a:lnTo>
                  <a:pt x="1092110" y="141406"/>
                </a:lnTo>
                <a:lnTo>
                  <a:pt x="1092958" y="141656"/>
                </a:lnTo>
                <a:lnTo>
                  <a:pt x="1093814" y="141886"/>
                </a:lnTo>
                <a:lnTo>
                  <a:pt x="1094678" y="142096"/>
                </a:lnTo>
                <a:lnTo>
                  <a:pt x="1095551" y="142286"/>
                </a:lnTo>
                <a:lnTo>
                  <a:pt x="1096431" y="142456"/>
                </a:lnTo>
                <a:lnTo>
                  <a:pt x="1097319" y="142606"/>
                </a:lnTo>
                <a:lnTo>
                  <a:pt x="1098216" y="142736"/>
                </a:lnTo>
                <a:lnTo>
                  <a:pt x="1099121" y="142846"/>
                </a:lnTo>
                <a:lnTo>
                  <a:pt x="1100033" y="142936"/>
                </a:lnTo>
                <a:lnTo>
                  <a:pt x="1100954" y="143006"/>
                </a:lnTo>
                <a:lnTo>
                  <a:pt x="1101883" y="143057"/>
                </a:lnTo>
                <a:lnTo>
                  <a:pt x="1102820" y="143087"/>
                </a:lnTo>
                <a:lnTo>
                  <a:pt x="1103765" y="143097"/>
                </a:lnTo>
                <a:lnTo>
                  <a:pt x="1104709" y="143089"/>
                </a:lnTo>
                <a:lnTo>
                  <a:pt x="1105640" y="143066"/>
                </a:lnTo>
                <a:lnTo>
                  <a:pt x="1106559" y="143029"/>
                </a:lnTo>
                <a:lnTo>
                  <a:pt x="1107467" y="142976"/>
                </a:lnTo>
                <a:close/>
                <a:moveTo>
                  <a:pt x="1108846" y="121958"/>
                </a:moveTo>
                <a:lnTo>
                  <a:pt x="1108132" y="121833"/>
                </a:lnTo>
                <a:lnTo>
                  <a:pt x="1107431" y="121679"/>
                </a:lnTo>
                <a:lnTo>
                  <a:pt x="1106745" y="121498"/>
                </a:lnTo>
                <a:lnTo>
                  <a:pt x="1106072" y="121289"/>
                </a:lnTo>
                <a:lnTo>
                  <a:pt x="1105413" y="121052"/>
                </a:lnTo>
                <a:lnTo>
                  <a:pt x="1104768" y="120788"/>
                </a:lnTo>
                <a:lnTo>
                  <a:pt x="1104137" y="120495"/>
                </a:lnTo>
                <a:lnTo>
                  <a:pt x="1103519" y="120175"/>
                </a:lnTo>
                <a:lnTo>
                  <a:pt x="1102916" y="119826"/>
                </a:lnTo>
                <a:lnTo>
                  <a:pt x="1102326" y="119450"/>
                </a:lnTo>
                <a:lnTo>
                  <a:pt x="1101750" y="119046"/>
                </a:lnTo>
                <a:lnTo>
                  <a:pt x="1101188" y="118614"/>
                </a:lnTo>
                <a:lnTo>
                  <a:pt x="1100640" y="118155"/>
                </a:lnTo>
                <a:lnTo>
                  <a:pt x="1100106" y="117667"/>
                </a:lnTo>
                <a:lnTo>
                  <a:pt x="1099585" y="117152"/>
                </a:lnTo>
                <a:lnTo>
                  <a:pt x="1099079" y="116608"/>
                </a:lnTo>
                <a:lnTo>
                  <a:pt x="1098586" y="116037"/>
                </a:lnTo>
                <a:lnTo>
                  <a:pt x="1098107" y="115438"/>
                </a:lnTo>
                <a:lnTo>
                  <a:pt x="1097642" y="114811"/>
                </a:lnTo>
                <a:lnTo>
                  <a:pt x="1097190" y="114156"/>
                </a:lnTo>
                <a:lnTo>
                  <a:pt x="1096755" y="113472"/>
                </a:lnTo>
                <a:lnTo>
                  <a:pt x="1096339" y="112759"/>
                </a:lnTo>
                <a:lnTo>
                  <a:pt x="1095941" y="112015"/>
                </a:lnTo>
                <a:lnTo>
                  <a:pt x="1095561" y="111241"/>
                </a:lnTo>
                <a:lnTo>
                  <a:pt x="1095200" y="110437"/>
                </a:lnTo>
                <a:lnTo>
                  <a:pt x="1094857" y="109603"/>
                </a:lnTo>
                <a:lnTo>
                  <a:pt x="1094533" y="108739"/>
                </a:lnTo>
                <a:lnTo>
                  <a:pt x="1094228" y="107844"/>
                </a:lnTo>
                <a:lnTo>
                  <a:pt x="1093941" y="106920"/>
                </a:lnTo>
                <a:lnTo>
                  <a:pt x="1093672" y="105966"/>
                </a:lnTo>
                <a:lnTo>
                  <a:pt x="1093422" y="104981"/>
                </a:lnTo>
                <a:lnTo>
                  <a:pt x="1093191" y="103967"/>
                </a:lnTo>
                <a:lnTo>
                  <a:pt x="1092978" y="102922"/>
                </a:lnTo>
                <a:lnTo>
                  <a:pt x="1092784" y="101848"/>
                </a:lnTo>
                <a:lnTo>
                  <a:pt x="1092608" y="100743"/>
                </a:lnTo>
                <a:lnTo>
                  <a:pt x="1092450" y="99608"/>
                </a:lnTo>
                <a:lnTo>
                  <a:pt x="1092311" y="98444"/>
                </a:lnTo>
                <a:lnTo>
                  <a:pt x="1092191" y="97249"/>
                </a:lnTo>
                <a:lnTo>
                  <a:pt x="1092089" y="96024"/>
                </a:lnTo>
                <a:lnTo>
                  <a:pt x="1092006" y="94769"/>
                </a:lnTo>
                <a:lnTo>
                  <a:pt x="1091941" y="93484"/>
                </a:lnTo>
                <a:lnTo>
                  <a:pt x="1091895" y="92169"/>
                </a:lnTo>
                <a:lnTo>
                  <a:pt x="1091867" y="90824"/>
                </a:lnTo>
                <a:lnTo>
                  <a:pt x="1091858" y="89448"/>
                </a:lnTo>
                <a:lnTo>
                  <a:pt x="1091868" y="88193"/>
                </a:lnTo>
                <a:lnTo>
                  <a:pt x="1091897" y="86964"/>
                </a:lnTo>
                <a:lnTo>
                  <a:pt x="1091945" y="85759"/>
                </a:lnTo>
                <a:lnTo>
                  <a:pt x="1092013" y="84579"/>
                </a:lnTo>
                <a:lnTo>
                  <a:pt x="1092101" y="83423"/>
                </a:lnTo>
                <a:lnTo>
                  <a:pt x="1092207" y="82293"/>
                </a:lnTo>
                <a:lnTo>
                  <a:pt x="1092334" y="81188"/>
                </a:lnTo>
                <a:lnTo>
                  <a:pt x="1092479" y="80108"/>
                </a:lnTo>
                <a:lnTo>
                  <a:pt x="1092644" y="79053"/>
                </a:lnTo>
                <a:lnTo>
                  <a:pt x="1092829" y="78022"/>
                </a:lnTo>
                <a:lnTo>
                  <a:pt x="1093032" y="77017"/>
                </a:lnTo>
                <a:lnTo>
                  <a:pt x="1093256" y="76036"/>
                </a:lnTo>
                <a:lnTo>
                  <a:pt x="1093498" y="75081"/>
                </a:lnTo>
                <a:lnTo>
                  <a:pt x="1093760" y="74150"/>
                </a:lnTo>
                <a:lnTo>
                  <a:pt x="1094042" y="73244"/>
                </a:lnTo>
                <a:lnTo>
                  <a:pt x="1094343" y="72364"/>
                </a:lnTo>
                <a:lnTo>
                  <a:pt x="1094663" y="71508"/>
                </a:lnTo>
                <a:lnTo>
                  <a:pt x="1095003" y="70677"/>
                </a:lnTo>
                <a:lnTo>
                  <a:pt x="1095362" y="69871"/>
                </a:lnTo>
                <a:lnTo>
                  <a:pt x="1095741" y="69090"/>
                </a:lnTo>
                <a:lnTo>
                  <a:pt x="1096139" y="68334"/>
                </a:lnTo>
                <a:lnTo>
                  <a:pt x="1096556" y="67603"/>
                </a:lnTo>
                <a:lnTo>
                  <a:pt x="1096993" y="66897"/>
                </a:lnTo>
                <a:lnTo>
                  <a:pt x="1097449" y="66216"/>
                </a:lnTo>
                <a:lnTo>
                  <a:pt x="1097923" y="65561"/>
                </a:lnTo>
                <a:lnTo>
                  <a:pt x="1098413" y="64934"/>
                </a:lnTo>
                <a:lnTo>
                  <a:pt x="1098918" y="64335"/>
                </a:lnTo>
                <a:lnTo>
                  <a:pt x="1099440" y="63764"/>
                </a:lnTo>
                <a:lnTo>
                  <a:pt x="1099977" y="63220"/>
                </a:lnTo>
                <a:lnTo>
                  <a:pt x="1100530" y="62705"/>
                </a:lnTo>
                <a:lnTo>
                  <a:pt x="1101098" y="62217"/>
                </a:lnTo>
                <a:lnTo>
                  <a:pt x="1101683" y="61758"/>
                </a:lnTo>
                <a:lnTo>
                  <a:pt x="1102283" y="61326"/>
                </a:lnTo>
                <a:lnTo>
                  <a:pt x="1102900" y="60922"/>
                </a:lnTo>
                <a:lnTo>
                  <a:pt x="1103532" y="60546"/>
                </a:lnTo>
                <a:lnTo>
                  <a:pt x="1104179" y="60197"/>
                </a:lnTo>
                <a:lnTo>
                  <a:pt x="1104843" y="59877"/>
                </a:lnTo>
                <a:lnTo>
                  <a:pt x="1105523" y="59584"/>
                </a:lnTo>
                <a:lnTo>
                  <a:pt x="1106218" y="59320"/>
                </a:lnTo>
                <a:lnTo>
                  <a:pt x="1106929" y="59083"/>
                </a:lnTo>
                <a:lnTo>
                  <a:pt x="1107656" y="58874"/>
                </a:lnTo>
                <a:lnTo>
                  <a:pt x="1108399" y="58693"/>
                </a:lnTo>
                <a:lnTo>
                  <a:pt x="1109157" y="58539"/>
                </a:lnTo>
                <a:lnTo>
                  <a:pt x="1109932" y="58414"/>
                </a:lnTo>
                <a:lnTo>
                  <a:pt x="1110722" y="58317"/>
                </a:lnTo>
                <a:lnTo>
                  <a:pt x="1111528" y="58247"/>
                </a:lnTo>
                <a:lnTo>
                  <a:pt x="1112350" y="58205"/>
                </a:lnTo>
                <a:lnTo>
                  <a:pt x="1113188" y="58191"/>
                </a:lnTo>
                <a:lnTo>
                  <a:pt x="1113891" y="58200"/>
                </a:lnTo>
                <a:lnTo>
                  <a:pt x="1114584" y="58227"/>
                </a:lnTo>
                <a:lnTo>
                  <a:pt x="1115268" y="58272"/>
                </a:lnTo>
                <a:lnTo>
                  <a:pt x="1115943" y="58335"/>
                </a:lnTo>
                <a:lnTo>
                  <a:pt x="1116609" y="58416"/>
                </a:lnTo>
                <a:lnTo>
                  <a:pt x="1117265" y="58515"/>
                </a:lnTo>
                <a:lnTo>
                  <a:pt x="1117912" y="58631"/>
                </a:lnTo>
                <a:lnTo>
                  <a:pt x="1118549" y="58766"/>
                </a:lnTo>
                <a:lnTo>
                  <a:pt x="1119177" y="58919"/>
                </a:lnTo>
                <a:lnTo>
                  <a:pt x="1119796" y="59089"/>
                </a:lnTo>
                <a:lnTo>
                  <a:pt x="1120405" y="59278"/>
                </a:lnTo>
                <a:lnTo>
                  <a:pt x="1121005" y="59485"/>
                </a:lnTo>
                <a:lnTo>
                  <a:pt x="1121596" y="59709"/>
                </a:lnTo>
                <a:lnTo>
                  <a:pt x="1122177" y="59952"/>
                </a:lnTo>
                <a:lnTo>
                  <a:pt x="1122749" y="60212"/>
                </a:lnTo>
                <a:lnTo>
                  <a:pt x="1123312" y="60491"/>
                </a:lnTo>
                <a:lnTo>
                  <a:pt x="1123865" y="60787"/>
                </a:lnTo>
                <a:lnTo>
                  <a:pt x="1124409" y="61102"/>
                </a:lnTo>
                <a:lnTo>
                  <a:pt x="1124944" y="61434"/>
                </a:lnTo>
                <a:lnTo>
                  <a:pt x="1125469" y="61784"/>
                </a:lnTo>
                <a:lnTo>
                  <a:pt x="1125985" y="62152"/>
                </a:lnTo>
                <a:lnTo>
                  <a:pt x="1126492" y="62539"/>
                </a:lnTo>
                <a:lnTo>
                  <a:pt x="1126989" y="62943"/>
                </a:lnTo>
                <a:lnTo>
                  <a:pt x="1127477" y="63365"/>
                </a:lnTo>
                <a:lnTo>
                  <a:pt x="1127955" y="63799"/>
                </a:lnTo>
                <a:lnTo>
                  <a:pt x="1128425" y="64240"/>
                </a:lnTo>
                <a:lnTo>
                  <a:pt x="1128886" y="64687"/>
                </a:lnTo>
                <a:lnTo>
                  <a:pt x="1129338" y="65140"/>
                </a:lnTo>
                <a:lnTo>
                  <a:pt x="1129780" y="65599"/>
                </a:lnTo>
                <a:lnTo>
                  <a:pt x="1130214" y="66064"/>
                </a:lnTo>
                <a:lnTo>
                  <a:pt x="1130639" y="66536"/>
                </a:lnTo>
                <a:lnTo>
                  <a:pt x="1131055" y="67014"/>
                </a:lnTo>
                <a:lnTo>
                  <a:pt x="1131461" y="67498"/>
                </a:lnTo>
                <a:lnTo>
                  <a:pt x="1131859" y="67988"/>
                </a:lnTo>
                <a:lnTo>
                  <a:pt x="1132248" y="68485"/>
                </a:lnTo>
                <a:lnTo>
                  <a:pt x="1132628" y="68988"/>
                </a:lnTo>
                <a:lnTo>
                  <a:pt x="1132999" y="69497"/>
                </a:lnTo>
                <a:lnTo>
                  <a:pt x="1133361" y="70012"/>
                </a:lnTo>
                <a:lnTo>
                  <a:pt x="1133714" y="70534"/>
                </a:lnTo>
                <a:lnTo>
                  <a:pt x="1134057" y="71062"/>
                </a:lnTo>
                <a:lnTo>
                  <a:pt x="1134392" y="71596"/>
                </a:lnTo>
                <a:lnTo>
                  <a:pt x="1134718" y="72136"/>
                </a:lnTo>
                <a:lnTo>
                  <a:pt x="1135035" y="72683"/>
                </a:lnTo>
                <a:lnTo>
                  <a:pt x="1135343" y="73235"/>
                </a:lnTo>
                <a:lnTo>
                  <a:pt x="1135642" y="73794"/>
                </a:lnTo>
                <a:lnTo>
                  <a:pt x="1135932" y="74360"/>
                </a:lnTo>
                <a:lnTo>
                  <a:pt x="1136213" y="74931"/>
                </a:lnTo>
                <a:lnTo>
                  <a:pt x="1136485" y="75509"/>
                </a:lnTo>
                <a:lnTo>
                  <a:pt x="1136485" y="105604"/>
                </a:lnTo>
                <a:lnTo>
                  <a:pt x="1136204" y="106155"/>
                </a:lnTo>
                <a:lnTo>
                  <a:pt x="1135912" y="106701"/>
                </a:lnTo>
                <a:lnTo>
                  <a:pt x="1135610" y="107240"/>
                </a:lnTo>
                <a:lnTo>
                  <a:pt x="1135297" y="107774"/>
                </a:lnTo>
                <a:lnTo>
                  <a:pt x="1134974" y="108302"/>
                </a:lnTo>
                <a:lnTo>
                  <a:pt x="1134641" y="108824"/>
                </a:lnTo>
                <a:lnTo>
                  <a:pt x="1134297" y="109340"/>
                </a:lnTo>
                <a:lnTo>
                  <a:pt x="1133942" y="109850"/>
                </a:lnTo>
                <a:lnTo>
                  <a:pt x="1133578" y="110354"/>
                </a:lnTo>
                <a:lnTo>
                  <a:pt x="1133202" y="110853"/>
                </a:lnTo>
                <a:lnTo>
                  <a:pt x="1132817" y="111345"/>
                </a:lnTo>
                <a:lnTo>
                  <a:pt x="1132421" y="111832"/>
                </a:lnTo>
                <a:lnTo>
                  <a:pt x="1132014" y="112313"/>
                </a:lnTo>
                <a:lnTo>
                  <a:pt x="1131598" y="112788"/>
                </a:lnTo>
                <a:lnTo>
                  <a:pt x="1131170" y="113257"/>
                </a:lnTo>
                <a:lnTo>
                  <a:pt x="1130733" y="113721"/>
                </a:lnTo>
                <a:lnTo>
                  <a:pt x="1130284" y="114178"/>
                </a:lnTo>
                <a:lnTo>
                  <a:pt x="1129826" y="114630"/>
                </a:lnTo>
                <a:lnTo>
                  <a:pt x="1129357" y="115076"/>
                </a:lnTo>
                <a:lnTo>
                  <a:pt x="1128877" y="115516"/>
                </a:lnTo>
                <a:lnTo>
                  <a:pt x="1128388" y="115950"/>
                </a:lnTo>
                <a:lnTo>
                  <a:pt x="1127887" y="116378"/>
                </a:lnTo>
                <a:lnTo>
                  <a:pt x="1127377" y="116801"/>
                </a:lnTo>
                <a:lnTo>
                  <a:pt x="1126855" y="117217"/>
                </a:lnTo>
                <a:lnTo>
                  <a:pt x="1126325" y="117622"/>
                </a:lnTo>
                <a:lnTo>
                  <a:pt x="1125786" y="118010"/>
                </a:lnTo>
                <a:lnTo>
                  <a:pt x="1125239" y="118381"/>
                </a:lnTo>
                <a:lnTo>
                  <a:pt x="1124684" y="118734"/>
                </a:lnTo>
                <a:lnTo>
                  <a:pt x="1124120" y="119070"/>
                </a:lnTo>
                <a:lnTo>
                  <a:pt x="1123549" y="119389"/>
                </a:lnTo>
                <a:lnTo>
                  <a:pt x="1122968" y="119690"/>
                </a:lnTo>
                <a:lnTo>
                  <a:pt x="1122380" y="119975"/>
                </a:lnTo>
                <a:lnTo>
                  <a:pt x="1121783" y="120242"/>
                </a:lnTo>
                <a:lnTo>
                  <a:pt x="1121179" y="120492"/>
                </a:lnTo>
                <a:lnTo>
                  <a:pt x="1120565" y="120724"/>
                </a:lnTo>
                <a:lnTo>
                  <a:pt x="1119944" y="120940"/>
                </a:lnTo>
                <a:lnTo>
                  <a:pt x="1119314" y="121138"/>
                </a:lnTo>
                <a:lnTo>
                  <a:pt x="1118676" y="121319"/>
                </a:lnTo>
                <a:lnTo>
                  <a:pt x="1118030" y="121483"/>
                </a:lnTo>
                <a:lnTo>
                  <a:pt x="1117375" y="121629"/>
                </a:lnTo>
                <a:lnTo>
                  <a:pt x="1116713" y="121759"/>
                </a:lnTo>
                <a:lnTo>
                  <a:pt x="1116042" y="121871"/>
                </a:lnTo>
                <a:lnTo>
                  <a:pt x="1115362" y="121965"/>
                </a:lnTo>
                <a:lnTo>
                  <a:pt x="1114675" y="122043"/>
                </a:lnTo>
                <a:lnTo>
                  <a:pt x="1113979" y="122103"/>
                </a:lnTo>
                <a:lnTo>
                  <a:pt x="1113275" y="122146"/>
                </a:lnTo>
                <a:lnTo>
                  <a:pt x="1112562" y="122172"/>
                </a:lnTo>
                <a:lnTo>
                  <a:pt x="1111842" y="122181"/>
                </a:lnTo>
                <a:lnTo>
                  <a:pt x="1111072" y="122167"/>
                </a:lnTo>
                <a:lnTo>
                  <a:pt x="1110316" y="122125"/>
                </a:lnTo>
                <a:lnTo>
                  <a:pt x="1109574" y="122055"/>
                </a:lnTo>
                <a:lnTo>
                  <a:pt x="1108846" y="121958"/>
                </a:lnTo>
                <a:close/>
                <a:moveTo>
                  <a:pt x="1020775" y="72412"/>
                </a:moveTo>
                <a:lnTo>
                  <a:pt x="1021058" y="72027"/>
                </a:lnTo>
                <a:lnTo>
                  <a:pt x="1021345" y="71650"/>
                </a:lnTo>
                <a:lnTo>
                  <a:pt x="1021636" y="71280"/>
                </a:lnTo>
                <a:lnTo>
                  <a:pt x="1021932" y="70916"/>
                </a:lnTo>
                <a:lnTo>
                  <a:pt x="1022231" y="70560"/>
                </a:lnTo>
                <a:lnTo>
                  <a:pt x="1022536" y="70211"/>
                </a:lnTo>
                <a:lnTo>
                  <a:pt x="1022844" y="69870"/>
                </a:lnTo>
                <a:lnTo>
                  <a:pt x="1023157" y="69535"/>
                </a:lnTo>
                <a:lnTo>
                  <a:pt x="1023474" y="69207"/>
                </a:lnTo>
                <a:lnTo>
                  <a:pt x="1023795" y="68887"/>
                </a:lnTo>
                <a:lnTo>
                  <a:pt x="1024121" y="68574"/>
                </a:lnTo>
                <a:lnTo>
                  <a:pt x="1024451" y="68268"/>
                </a:lnTo>
                <a:lnTo>
                  <a:pt x="1024786" y="67969"/>
                </a:lnTo>
                <a:lnTo>
                  <a:pt x="1025124" y="67677"/>
                </a:lnTo>
                <a:lnTo>
                  <a:pt x="1025467" y="67392"/>
                </a:lnTo>
                <a:lnTo>
                  <a:pt x="1025814" y="67115"/>
                </a:lnTo>
                <a:lnTo>
                  <a:pt x="1026166" y="66844"/>
                </a:lnTo>
                <a:lnTo>
                  <a:pt x="1026522" y="66581"/>
                </a:lnTo>
                <a:lnTo>
                  <a:pt x="1026882" y="66325"/>
                </a:lnTo>
                <a:lnTo>
                  <a:pt x="1027247" y="66076"/>
                </a:lnTo>
                <a:lnTo>
                  <a:pt x="1027616" y="65834"/>
                </a:lnTo>
                <a:lnTo>
                  <a:pt x="1027989" y="65599"/>
                </a:lnTo>
                <a:lnTo>
                  <a:pt x="1028366" y="65371"/>
                </a:lnTo>
                <a:lnTo>
                  <a:pt x="1028748" y="65150"/>
                </a:lnTo>
                <a:lnTo>
                  <a:pt x="1029133" y="64934"/>
                </a:lnTo>
                <a:lnTo>
                  <a:pt x="1029522" y="64724"/>
                </a:lnTo>
                <a:lnTo>
                  <a:pt x="1029914" y="64519"/>
                </a:lnTo>
                <a:lnTo>
                  <a:pt x="1030310" y="64320"/>
                </a:lnTo>
                <a:lnTo>
                  <a:pt x="1030709" y="64126"/>
                </a:lnTo>
                <a:lnTo>
                  <a:pt x="1031112" y="63937"/>
                </a:lnTo>
                <a:lnTo>
                  <a:pt x="1031519" y="63754"/>
                </a:lnTo>
                <a:lnTo>
                  <a:pt x="1031929" y="63577"/>
                </a:lnTo>
                <a:lnTo>
                  <a:pt x="1032343" y="63405"/>
                </a:lnTo>
                <a:lnTo>
                  <a:pt x="1032760" y="63239"/>
                </a:lnTo>
                <a:lnTo>
                  <a:pt x="1033181" y="63078"/>
                </a:lnTo>
                <a:lnTo>
                  <a:pt x="1033606" y="62923"/>
                </a:lnTo>
                <a:lnTo>
                  <a:pt x="1034034" y="62773"/>
                </a:lnTo>
                <a:lnTo>
                  <a:pt x="1034466" y="62628"/>
                </a:lnTo>
                <a:lnTo>
                  <a:pt x="1034901" y="62489"/>
                </a:lnTo>
                <a:lnTo>
                  <a:pt x="1035340" y="62356"/>
                </a:lnTo>
                <a:lnTo>
                  <a:pt x="1035783" y="62228"/>
                </a:lnTo>
                <a:lnTo>
                  <a:pt x="1036229" y="62106"/>
                </a:lnTo>
                <a:lnTo>
                  <a:pt x="1036679" y="61989"/>
                </a:lnTo>
                <a:lnTo>
                  <a:pt x="1037132" y="61877"/>
                </a:lnTo>
                <a:lnTo>
                  <a:pt x="1037589" y="61771"/>
                </a:lnTo>
                <a:lnTo>
                  <a:pt x="1038049" y="61671"/>
                </a:lnTo>
                <a:lnTo>
                  <a:pt x="1038514" y="61576"/>
                </a:lnTo>
                <a:lnTo>
                  <a:pt x="1038980" y="61485"/>
                </a:lnTo>
                <a:lnTo>
                  <a:pt x="1039449" y="61399"/>
                </a:lnTo>
                <a:lnTo>
                  <a:pt x="1039920" y="61316"/>
                </a:lnTo>
                <a:lnTo>
                  <a:pt x="1040392" y="61238"/>
                </a:lnTo>
                <a:lnTo>
                  <a:pt x="1040866" y="61163"/>
                </a:lnTo>
                <a:lnTo>
                  <a:pt x="1041342" y="61092"/>
                </a:lnTo>
                <a:lnTo>
                  <a:pt x="1041819" y="61024"/>
                </a:lnTo>
                <a:lnTo>
                  <a:pt x="1042299" y="60961"/>
                </a:lnTo>
                <a:lnTo>
                  <a:pt x="1042780" y="60901"/>
                </a:lnTo>
                <a:lnTo>
                  <a:pt x="1043263" y="60846"/>
                </a:lnTo>
                <a:lnTo>
                  <a:pt x="1043748" y="60794"/>
                </a:lnTo>
                <a:lnTo>
                  <a:pt x="1044234" y="60746"/>
                </a:lnTo>
                <a:lnTo>
                  <a:pt x="1044723" y="60702"/>
                </a:lnTo>
                <a:lnTo>
                  <a:pt x="1045213" y="60661"/>
                </a:lnTo>
                <a:lnTo>
                  <a:pt x="1045705" y="60625"/>
                </a:lnTo>
                <a:lnTo>
                  <a:pt x="1046199" y="60592"/>
                </a:lnTo>
                <a:lnTo>
                  <a:pt x="1046694" y="60563"/>
                </a:lnTo>
                <a:lnTo>
                  <a:pt x="1047192" y="60538"/>
                </a:lnTo>
                <a:lnTo>
                  <a:pt x="1047691" y="60517"/>
                </a:lnTo>
                <a:lnTo>
                  <a:pt x="1048192" y="60500"/>
                </a:lnTo>
                <a:lnTo>
                  <a:pt x="1048695" y="60486"/>
                </a:lnTo>
                <a:lnTo>
                  <a:pt x="1049199" y="60477"/>
                </a:lnTo>
                <a:lnTo>
                  <a:pt x="1049706" y="60471"/>
                </a:lnTo>
                <a:lnTo>
                  <a:pt x="1050214" y="60469"/>
                </a:lnTo>
                <a:lnTo>
                  <a:pt x="1052803" y="60469"/>
                </a:lnTo>
                <a:lnTo>
                  <a:pt x="1052803" y="37379"/>
                </a:lnTo>
                <a:lnTo>
                  <a:pt x="1050732" y="37379"/>
                </a:lnTo>
                <a:lnTo>
                  <a:pt x="1049806" y="37387"/>
                </a:lnTo>
                <a:lnTo>
                  <a:pt x="1048891" y="37413"/>
                </a:lnTo>
                <a:lnTo>
                  <a:pt x="1047988" y="37455"/>
                </a:lnTo>
                <a:lnTo>
                  <a:pt x="1047096" y="37514"/>
                </a:lnTo>
                <a:lnTo>
                  <a:pt x="1046216" y="37590"/>
                </a:lnTo>
                <a:lnTo>
                  <a:pt x="1045347" y="37683"/>
                </a:lnTo>
                <a:lnTo>
                  <a:pt x="1044490" y="37793"/>
                </a:lnTo>
                <a:lnTo>
                  <a:pt x="1043645" y="37920"/>
                </a:lnTo>
                <a:lnTo>
                  <a:pt x="1042811" y="38063"/>
                </a:lnTo>
                <a:lnTo>
                  <a:pt x="1041988" y="38224"/>
                </a:lnTo>
                <a:lnTo>
                  <a:pt x="1041177" y="38401"/>
                </a:lnTo>
                <a:lnTo>
                  <a:pt x="1040377" y="38596"/>
                </a:lnTo>
                <a:lnTo>
                  <a:pt x="1039589" y="38807"/>
                </a:lnTo>
                <a:lnTo>
                  <a:pt x="1038813" y="39035"/>
                </a:lnTo>
                <a:lnTo>
                  <a:pt x="1038048" y="39280"/>
                </a:lnTo>
                <a:lnTo>
                  <a:pt x="1037294" y="39542"/>
                </a:lnTo>
                <a:lnTo>
                  <a:pt x="1036552" y="39821"/>
                </a:lnTo>
                <a:lnTo>
                  <a:pt x="1035821" y="40116"/>
                </a:lnTo>
                <a:lnTo>
                  <a:pt x="1035102" y="40429"/>
                </a:lnTo>
                <a:lnTo>
                  <a:pt x="1034395" y="40759"/>
                </a:lnTo>
                <a:lnTo>
                  <a:pt x="1033699" y="41105"/>
                </a:lnTo>
                <a:lnTo>
                  <a:pt x="1033014" y="41468"/>
                </a:lnTo>
                <a:lnTo>
                  <a:pt x="1032341" y="41848"/>
                </a:lnTo>
                <a:lnTo>
                  <a:pt x="1031680" y="42246"/>
                </a:lnTo>
                <a:lnTo>
                  <a:pt x="1031031" y="42658"/>
                </a:lnTo>
                <a:lnTo>
                  <a:pt x="1030396" y="43086"/>
                </a:lnTo>
                <a:lnTo>
                  <a:pt x="1029774" y="43529"/>
                </a:lnTo>
                <a:lnTo>
                  <a:pt x="1029166" y="43986"/>
                </a:lnTo>
                <a:lnTo>
                  <a:pt x="1028572" y="44458"/>
                </a:lnTo>
                <a:lnTo>
                  <a:pt x="1027991" y="44944"/>
                </a:lnTo>
                <a:lnTo>
                  <a:pt x="1027424" y="45446"/>
                </a:lnTo>
                <a:lnTo>
                  <a:pt x="1026871" y="45962"/>
                </a:lnTo>
                <a:lnTo>
                  <a:pt x="1026331" y="46492"/>
                </a:lnTo>
                <a:lnTo>
                  <a:pt x="1025805" y="47038"/>
                </a:lnTo>
                <a:lnTo>
                  <a:pt x="1025293" y="47598"/>
                </a:lnTo>
                <a:lnTo>
                  <a:pt x="1024794" y="48173"/>
                </a:lnTo>
                <a:lnTo>
                  <a:pt x="1024309" y="48763"/>
                </a:lnTo>
                <a:lnTo>
                  <a:pt x="1023838" y="49368"/>
                </a:lnTo>
                <a:lnTo>
                  <a:pt x="1023380" y="49987"/>
                </a:lnTo>
                <a:lnTo>
                  <a:pt x="1022936" y="50621"/>
                </a:lnTo>
                <a:lnTo>
                  <a:pt x="1022506" y="51270"/>
                </a:lnTo>
                <a:lnTo>
                  <a:pt x="1022089" y="51933"/>
                </a:lnTo>
                <a:lnTo>
                  <a:pt x="1021686" y="52612"/>
                </a:lnTo>
                <a:lnTo>
                  <a:pt x="1021297" y="53305"/>
                </a:lnTo>
                <a:lnTo>
                  <a:pt x="1020921" y="54012"/>
                </a:lnTo>
                <a:lnTo>
                  <a:pt x="1020559" y="54735"/>
                </a:lnTo>
                <a:lnTo>
                  <a:pt x="1020211" y="55472"/>
                </a:lnTo>
                <a:lnTo>
                  <a:pt x="1019876" y="56224"/>
                </a:lnTo>
                <a:lnTo>
                  <a:pt x="1019358" y="38932"/>
                </a:lnTo>
                <a:lnTo>
                  <a:pt x="993058" y="38932"/>
                </a:lnTo>
                <a:lnTo>
                  <a:pt x="993058" y="141233"/>
                </a:lnTo>
                <a:lnTo>
                  <a:pt x="1020497" y="141233"/>
                </a:lnTo>
                <a:lnTo>
                  <a:pt x="1020497" y="72804"/>
                </a:lnTo>
                <a:lnTo>
                  <a:pt x="1020775" y="72412"/>
                </a:lnTo>
                <a:close/>
                <a:moveTo>
                  <a:pt x="806491" y="142925"/>
                </a:moveTo>
                <a:lnTo>
                  <a:pt x="807723" y="142828"/>
                </a:lnTo>
                <a:lnTo>
                  <a:pt x="808941" y="142710"/>
                </a:lnTo>
                <a:lnTo>
                  <a:pt x="810146" y="142571"/>
                </a:lnTo>
                <a:lnTo>
                  <a:pt x="811336" y="142410"/>
                </a:lnTo>
                <a:lnTo>
                  <a:pt x="812513" y="142227"/>
                </a:lnTo>
                <a:lnTo>
                  <a:pt x="813675" y="142024"/>
                </a:lnTo>
                <a:lnTo>
                  <a:pt x="814824" y="141798"/>
                </a:lnTo>
                <a:lnTo>
                  <a:pt x="815960" y="141551"/>
                </a:lnTo>
                <a:lnTo>
                  <a:pt x="817081" y="141283"/>
                </a:lnTo>
                <a:lnTo>
                  <a:pt x="818188" y="140994"/>
                </a:lnTo>
                <a:lnTo>
                  <a:pt x="819282" y="140682"/>
                </a:lnTo>
                <a:lnTo>
                  <a:pt x="820362" y="140350"/>
                </a:lnTo>
                <a:lnTo>
                  <a:pt x="821427" y="139996"/>
                </a:lnTo>
                <a:lnTo>
                  <a:pt x="822480" y="139620"/>
                </a:lnTo>
                <a:lnTo>
                  <a:pt x="823518" y="139223"/>
                </a:lnTo>
                <a:lnTo>
                  <a:pt x="824542" y="138805"/>
                </a:lnTo>
                <a:lnTo>
                  <a:pt x="825553" y="138365"/>
                </a:lnTo>
                <a:lnTo>
                  <a:pt x="826549" y="137903"/>
                </a:lnTo>
                <a:lnTo>
                  <a:pt x="827532" y="137421"/>
                </a:lnTo>
                <a:lnTo>
                  <a:pt x="828501" y="136916"/>
                </a:lnTo>
                <a:lnTo>
                  <a:pt x="829454" y="136391"/>
                </a:lnTo>
                <a:lnTo>
                  <a:pt x="830390" y="135847"/>
                </a:lnTo>
                <a:lnTo>
                  <a:pt x="831307" y="135284"/>
                </a:lnTo>
                <a:lnTo>
                  <a:pt x="832207" y="134701"/>
                </a:lnTo>
                <a:lnTo>
                  <a:pt x="833089" y="134099"/>
                </a:lnTo>
                <a:lnTo>
                  <a:pt x="833953" y="133478"/>
                </a:lnTo>
                <a:lnTo>
                  <a:pt x="834800" y="132837"/>
                </a:lnTo>
                <a:lnTo>
                  <a:pt x="835628" y="132177"/>
                </a:lnTo>
                <a:lnTo>
                  <a:pt x="836439" y="131498"/>
                </a:lnTo>
                <a:lnTo>
                  <a:pt x="837232" y="130800"/>
                </a:lnTo>
                <a:lnTo>
                  <a:pt x="838007" y="130082"/>
                </a:lnTo>
                <a:lnTo>
                  <a:pt x="838765" y="129346"/>
                </a:lnTo>
                <a:lnTo>
                  <a:pt x="839505" y="128589"/>
                </a:lnTo>
                <a:lnTo>
                  <a:pt x="840226" y="127814"/>
                </a:lnTo>
                <a:lnTo>
                  <a:pt x="840930" y="127019"/>
                </a:lnTo>
                <a:lnTo>
                  <a:pt x="841617" y="126205"/>
                </a:lnTo>
                <a:lnTo>
                  <a:pt x="842285" y="125372"/>
                </a:lnTo>
                <a:lnTo>
                  <a:pt x="842936" y="124520"/>
                </a:lnTo>
                <a:lnTo>
                  <a:pt x="843569" y="123648"/>
                </a:lnTo>
                <a:lnTo>
                  <a:pt x="844184" y="122757"/>
                </a:lnTo>
                <a:lnTo>
                  <a:pt x="844781" y="121847"/>
                </a:lnTo>
                <a:lnTo>
                  <a:pt x="845360" y="120917"/>
                </a:lnTo>
                <a:lnTo>
                  <a:pt x="845922" y="119968"/>
                </a:lnTo>
                <a:lnTo>
                  <a:pt x="846466" y="119000"/>
                </a:lnTo>
                <a:lnTo>
                  <a:pt x="846990" y="118014"/>
                </a:lnTo>
                <a:lnTo>
                  <a:pt x="847491" y="117010"/>
                </a:lnTo>
                <a:lnTo>
                  <a:pt x="847971" y="115989"/>
                </a:lnTo>
                <a:lnTo>
                  <a:pt x="848427" y="114951"/>
                </a:lnTo>
                <a:lnTo>
                  <a:pt x="848862" y="113896"/>
                </a:lnTo>
                <a:lnTo>
                  <a:pt x="849275" y="112824"/>
                </a:lnTo>
                <a:lnTo>
                  <a:pt x="849665" y="111735"/>
                </a:lnTo>
                <a:lnTo>
                  <a:pt x="850032" y="110629"/>
                </a:lnTo>
                <a:lnTo>
                  <a:pt x="850378" y="109506"/>
                </a:lnTo>
                <a:lnTo>
                  <a:pt x="850701" y="108365"/>
                </a:lnTo>
                <a:lnTo>
                  <a:pt x="851002" y="107208"/>
                </a:lnTo>
                <a:lnTo>
                  <a:pt x="851281" y="106033"/>
                </a:lnTo>
                <a:lnTo>
                  <a:pt x="851537" y="104841"/>
                </a:lnTo>
                <a:lnTo>
                  <a:pt x="851771" y="103632"/>
                </a:lnTo>
                <a:lnTo>
                  <a:pt x="851983" y="102406"/>
                </a:lnTo>
                <a:lnTo>
                  <a:pt x="852172" y="101163"/>
                </a:lnTo>
                <a:lnTo>
                  <a:pt x="852339" y="99903"/>
                </a:lnTo>
                <a:lnTo>
                  <a:pt x="852484" y="98626"/>
                </a:lnTo>
                <a:lnTo>
                  <a:pt x="852607" y="97332"/>
                </a:lnTo>
                <a:lnTo>
                  <a:pt x="852707" y="96020"/>
                </a:lnTo>
                <a:lnTo>
                  <a:pt x="852785" y="94692"/>
                </a:lnTo>
                <a:lnTo>
                  <a:pt x="852841" y="93346"/>
                </a:lnTo>
                <a:lnTo>
                  <a:pt x="852874" y="91983"/>
                </a:lnTo>
                <a:lnTo>
                  <a:pt x="852886" y="90603"/>
                </a:lnTo>
                <a:lnTo>
                  <a:pt x="852874" y="89198"/>
                </a:lnTo>
                <a:lnTo>
                  <a:pt x="852841" y="87810"/>
                </a:lnTo>
                <a:lnTo>
                  <a:pt x="852785" y="86440"/>
                </a:lnTo>
                <a:lnTo>
                  <a:pt x="852707" y="85087"/>
                </a:lnTo>
                <a:lnTo>
                  <a:pt x="852607" y="83753"/>
                </a:lnTo>
                <a:lnTo>
                  <a:pt x="852484" y="82435"/>
                </a:lnTo>
                <a:lnTo>
                  <a:pt x="852339" y="81136"/>
                </a:lnTo>
                <a:lnTo>
                  <a:pt x="852172" y="79854"/>
                </a:lnTo>
                <a:lnTo>
                  <a:pt x="851983" y="78589"/>
                </a:lnTo>
                <a:lnTo>
                  <a:pt x="851771" y="77343"/>
                </a:lnTo>
                <a:lnTo>
                  <a:pt x="851537" y="76114"/>
                </a:lnTo>
                <a:lnTo>
                  <a:pt x="851281" y="74902"/>
                </a:lnTo>
                <a:lnTo>
                  <a:pt x="851002" y="73708"/>
                </a:lnTo>
                <a:lnTo>
                  <a:pt x="850701" y="72532"/>
                </a:lnTo>
                <a:lnTo>
                  <a:pt x="850378" y="71374"/>
                </a:lnTo>
                <a:lnTo>
                  <a:pt x="850032" y="70233"/>
                </a:lnTo>
                <a:lnTo>
                  <a:pt x="849665" y="69110"/>
                </a:lnTo>
                <a:lnTo>
                  <a:pt x="849275" y="68004"/>
                </a:lnTo>
                <a:lnTo>
                  <a:pt x="848862" y="66916"/>
                </a:lnTo>
                <a:lnTo>
                  <a:pt x="848427" y="65846"/>
                </a:lnTo>
                <a:lnTo>
                  <a:pt x="847971" y="64793"/>
                </a:lnTo>
                <a:lnTo>
                  <a:pt x="847491" y="63758"/>
                </a:lnTo>
                <a:lnTo>
                  <a:pt x="846990" y="62741"/>
                </a:lnTo>
                <a:lnTo>
                  <a:pt x="846466" y="61741"/>
                </a:lnTo>
                <a:lnTo>
                  <a:pt x="845922" y="60759"/>
                </a:lnTo>
                <a:lnTo>
                  <a:pt x="845360" y="59798"/>
                </a:lnTo>
                <a:lnTo>
                  <a:pt x="844781" y="58856"/>
                </a:lnTo>
                <a:lnTo>
                  <a:pt x="844184" y="57933"/>
                </a:lnTo>
                <a:lnTo>
                  <a:pt x="843569" y="57031"/>
                </a:lnTo>
                <a:lnTo>
                  <a:pt x="842936" y="56147"/>
                </a:lnTo>
                <a:lnTo>
                  <a:pt x="842285" y="55284"/>
                </a:lnTo>
                <a:lnTo>
                  <a:pt x="841617" y="54440"/>
                </a:lnTo>
                <a:lnTo>
                  <a:pt x="840930" y="53616"/>
                </a:lnTo>
                <a:lnTo>
                  <a:pt x="840226" y="52812"/>
                </a:lnTo>
                <a:lnTo>
                  <a:pt x="839505" y="52027"/>
                </a:lnTo>
                <a:lnTo>
                  <a:pt x="838765" y="51262"/>
                </a:lnTo>
                <a:lnTo>
                  <a:pt x="838007" y="50516"/>
                </a:lnTo>
                <a:lnTo>
                  <a:pt x="837232" y="49791"/>
                </a:lnTo>
                <a:lnTo>
                  <a:pt x="836439" y="49085"/>
                </a:lnTo>
                <a:lnTo>
                  <a:pt x="835628" y="48398"/>
                </a:lnTo>
                <a:lnTo>
                  <a:pt x="834800" y="47731"/>
                </a:lnTo>
                <a:lnTo>
                  <a:pt x="833953" y="47084"/>
                </a:lnTo>
                <a:lnTo>
                  <a:pt x="833089" y="46457"/>
                </a:lnTo>
                <a:lnTo>
                  <a:pt x="832207" y="45849"/>
                </a:lnTo>
                <a:lnTo>
                  <a:pt x="831307" y="45261"/>
                </a:lnTo>
                <a:lnTo>
                  <a:pt x="830390" y="44692"/>
                </a:lnTo>
                <a:lnTo>
                  <a:pt x="829454" y="44143"/>
                </a:lnTo>
                <a:lnTo>
                  <a:pt x="828501" y="43614"/>
                </a:lnTo>
                <a:lnTo>
                  <a:pt x="827532" y="43106"/>
                </a:lnTo>
                <a:lnTo>
                  <a:pt x="826549" y="42618"/>
                </a:lnTo>
                <a:lnTo>
                  <a:pt x="825553" y="42153"/>
                </a:lnTo>
                <a:lnTo>
                  <a:pt x="824542" y="41709"/>
                </a:lnTo>
                <a:lnTo>
                  <a:pt x="823518" y="41287"/>
                </a:lnTo>
                <a:lnTo>
                  <a:pt x="822480" y="40886"/>
                </a:lnTo>
                <a:lnTo>
                  <a:pt x="821427" y="40507"/>
                </a:lnTo>
                <a:lnTo>
                  <a:pt x="820362" y="40150"/>
                </a:lnTo>
                <a:lnTo>
                  <a:pt x="819282" y="39815"/>
                </a:lnTo>
                <a:lnTo>
                  <a:pt x="818188" y="39501"/>
                </a:lnTo>
                <a:lnTo>
                  <a:pt x="817081" y="39208"/>
                </a:lnTo>
                <a:lnTo>
                  <a:pt x="815960" y="38938"/>
                </a:lnTo>
                <a:lnTo>
                  <a:pt x="814824" y="38689"/>
                </a:lnTo>
                <a:lnTo>
                  <a:pt x="813675" y="38462"/>
                </a:lnTo>
                <a:lnTo>
                  <a:pt x="812513" y="38256"/>
                </a:lnTo>
                <a:lnTo>
                  <a:pt x="811336" y="38072"/>
                </a:lnTo>
                <a:lnTo>
                  <a:pt x="810146" y="37909"/>
                </a:lnTo>
                <a:lnTo>
                  <a:pt x="808941" y="37769"/>
                </a:lnTo>
                <a:lnTo>
                  <a:pt x="807723" y="37650"/>
                </a:lnTo>
                <a:lnTo>
                  <a:pt x="806491" y="37552"/>
                </a:lnTo>
                <a:lnTo>
                  <a:pt x="805245" y="37476"/>
                </a:lnTo>
                <a:lnTo>
                  <a:pt x="803986" y="37422"/>
                </a:lnTo>
                <a:lnTo>
                  <a:pt x="802712" y="37390"/>
                </a:lnTo>
                <a:lnTo>
                  <a:pt x="801425" y="37379"/>
                </a:lnTo>
                <a:lnTo>
                  <a:pt x="800154" y="37390"/>
                </a:lnTo>
                <a:lnTo>
                  <a:pt x="798897" y="37422"/>
                </a:lnTo>
                <a:lnTo>
                  <a:pt x="797653" y="37476"/>
                </a:lnTo>
                <a:lnTo>
                  <a:pt x="796422" y="37552"/>
                </a:lnTo>
                <a:lnTo>
                  <a:pt x="795204" y="37650"/>
                </a:lnTo>
                <a:lnTo>
                  <a:pt x="793999" y="37769"/>
                </a:lnTo>
                <a:lnTo>
                  <a:pt x="792807" y="37909"/>
                </a:lnTo>
                <a:lnTo>
                  <a:pt x="791628" y="38072"/>
                </a:lnTo>
                <a:lnTo>
                  <a:pt x="790463" y="38256"/>
                </a:lnTo>
                <a:lnTo>
                  <a:pt x="789310" y="38462"/>
                </a:lnTo>
                <a:lnTo>
                  <a:pt x="788171" y="38689"/>
                </a:lnTo>
                <a:lnTo>
                  <a:pt x="787045" y="38938"/>
                </a:lnTo>
                <a:lnTo>
                  <a:pt x="785932" y="39208"/>
                </a:lnTo>
                <a:lnTo>
                  <a:pt x="784832" y="39501"/>
                </a:lnTo>
                <a:lnTo>
                  <a:pt x="783745" y="39815"/>
                </a:lnTo>
                <a:lnTo>
                  <a:pt x="782672" y="40150"/>
                </a:lnTo>
                <a:lnTo>
                  <a:pt x="781611" y="40507"/>
                </a:lnTo>
                <a:lnTo>
                  <a:pt x="780564" y="40886"/>
                </a:lnTo>
                <a:lnTo>
                  <a:pt x="779530" y="41287"/>
                </a:lnTo>
                <a:lnTo>
                  <a:pt x="778509" y="41709"/>
                </a:lnTo>
                <a:lnTo>
                  <a:pt x="777501" y="42153"/>
                </a:lnTo>
                <a:lnTo>
                  <a:pt x="776506" y="42618"/>
                </a:lnTo>
                <a:lnTo>
                  <a:pt x="775524" y="43106"/>
                </a:lnTo>
                <a:lnTo>
                  <a:pt x="774555" y="43614"/>
                </a:lnTo>
                <a:lnTo>
                  <a:pt x="773602" y="44143"/>
                </a:lnTo>
                <a:lnTo>
                  <a:pt x="772667" y="44692"/>
                </a:lnTo>
                <a:lnTo>
                  <a:pt x="771751" y="45261"/>
                </a:lnTo>
                <a:lnTo>
                  <a:pt x="770852" y="45849"/>
                </a:lnTo>
                <a:lnTo>
                  <a:pt x="769972" y="46457"/>
                </a:lnTo>
                <a:lnTo>
                  <a:pt x="769110" y="47084"/>
                </a:lnTo>
                <a:lnTo>
                  <a:pt x="768265" y="47731"/>
                </a:lnTo>
                <a:lnTo>
                  <a:pt x="767440" y="48398"/>
                </a:lnTo>
                <a:lnTo>
                  <a:pt x="766632" y="49085"/>
                </a:lnTo>
                <a:lnTo>
                  <a:pt x="765842" y="49791"/>
                </a:lnTo>
                <a:lnTo>
                  <a:pt x="765071" y="50516"/>
                </a:lnTo>
                <a:lnTo>
                  <a:pt x="764317" y="51262"/>
                </a:lnTo>
                <a:lnTo>
                  <a:pt x="763582" y="52027"/>
                </a:lnTo>
                <a:lnTo>
                  <a:pt x="762865" y="52812"/>
                </a:lnTo>
                <a:lnTo>
                  <a:pt x="762166" y="53616"/>
                </a:lnTo>
                <a:lnTo>
                  <a:pt x="761486" y="54440"/>
                </a:lnTo>
                <a:lnTo>
                  <a:pt x="760823" y="55284"/>
                </a:lnTo>
                <a:lnTo>
                  <a:pt x="760179" y="56147"/>
                </a:lnTo>
                <a:lnTo>
                  <a:pt x="759553" y="57031"/>
                </a:lnTo>
                <a:lnTo>
                  <a:pt x="758945" y="57933"/>
                </a:lnTo>
                <a:lnTo>
                  <a:pt x="758355" y="58856"/>
                </a:lnTo>
                <a:lnTo>
                  <a:pt x="757783" y="59798"/>
                </a:lnTo>
                <a:lnTo>
                  <a:pt x="757229" y="60759"/>
                </a:lnTo>
                <a:lnTo>
                  <a:pt x="756694" y="61741"/>
                </a:lnTo>
                <a:lnTo>
                  <a:pt x="756179" y="62741"/>
                </a:lnTo>
                <a:lnTo>
                  <a:pt x="755685" y="63758"/>
                </a:lnTo>
                <a:lnTo>
                  <a:pt x="755214" y="64793"/>
                </a:lnTo>
                <a:lnTo>
                  <a:pt x="754764" y="65846"/>
                </a:lnTo>
                <a:lnTo>
                  <a:pt x="754336" y="66916"/>
                </a:lnTo>
                <a:lnTo>
                  <a:pt x="753931" y="68004"/>
                </a:lnTo>
                <a:lnTo>
                  <a:pt x="753547" y="69110"/>
                </a:lnTo>
                <a:lnTo>
                  <a:pt x="753185" y="70233"/>
                </a:lnTo>
                <a:lnTo>
                  <a:pt x="752845" y="71374"/>
                </a:lnTo>
                <a:lnTo>
                  <a:pt x="752527" y="72532"/>
                </a:lnTo>
                <a:lnTo>
                  <a:pt x="752231" y="73708"/>
                </a:lnTo>
                <a:lnTo>
                  <a:pt x="751957" y="74902"/>
                </a:lnTo>
                <a:lnTo>
                  <a:pt x="751705" y="76114"/>
                </a:lnTo>
                <a:lnTo>
                  <a:pt x="751474" y="77343"/>
                </a:lnTo>
                <a:lnTo>
                  <a:pt x="751266" y="78589"/>
                </a:lnTo>
                <a:lnTo>
                  <a:pt x="751080" y="79854"/>
                </a:lnTo>
                <a:lnTo>
                  <a:pt x="750915" y="81136"/>
                </a:lnTo>
                <a:lnTo>
                  <a:pt x="750773" y="82435"/>
                </a:lnTo>
                <a:lnTo>
                  <a:pt x="750652" y="83753"/>
                </a:lnTo>
                <a:lnTo>
                  <a:pt x="750553" y="85087"/>
                </a:lnTo>
                <a:lnTo>
                  <a:pt x="750477" y="86440"/>
                </a:lnTo>
                <a:lnTo>
                  <a:pt x="750422" y="87810"/>
                </a:lnTo>
                <a:lnTo>
                  <a:pt x="750389" y="89198"/>
                </a:lnTo>
                <a:lnTo>
                  <a:pt x="750378" y="90603"/>
                </a:lnTo>
                <a:lnTo>
                  <a:pt x="750389" y="91983"/>
                </a:lnTo>
                <a:lnTo>
                  <a:pt x="750422" y="93346"/>
                </a:lnTo>
                <a:lnTo>
                  <a:pt x="750477" y="94692"/>
                </a:lnTo>
                <a:lnTo>
                  <a:pt x="750553" y="96020"/>
                </a:lnTo>
                <a:lnTo>
                  <a:pt x="750652" y="97332"/>
                </a:lnTo>
                <a:lnTo>
                  <a:pt x="750773" y="98626"/>
                </a:lnTo>
                <a:lnTo>
                  <a:pt x="750915" y="99903"/>
                </a:lnTo>
                <a:lnTo>
                  <a:pt x="751080" y="101163"/>
                </a:lnTo>
                <a:lnTo>
                  <a:pt x="751266" y="102406"/>
                </a:lnTo>
                <a:lnTo>
                  <a:pt x="751474" y="103632"/>
                </a:lnTo>
                <a:lnTo>
                  <a:pt x="751705" y="104841"/>
                </a:lnTo>
                <a:lnTo>
                  <a:pt x="751957" y="106033"/>
                </a:lnTo>
                <a:lnTo>
                  <a:pt x="752231" y="107208"/>
                </a:lnTo>
                <a:lnTo>
                  <a:pt x="752527" y="108365"/>
                </a:lnTo>
                <a:lnTo>
                  <a:pt x="752845" y="109506"/>
                </a:lnTo>
                <a:lnTo>
                  <a:pt x="753185" y="110629"/>
                </a:lnTo>
                <a:lnTo>
                  <a:pt x="753547" y="111735"/>
                </a:lnTo>
                <a:lnTo>
                  <a:pt x="753931" y="112824"/>
                </a:lnTo>
                <a:lnTo>
                  <a:pt x="754336" y="113896"/>
                </a:lnTo>
                <a:lnTo>
                  <a:pt x="754764" y="114951"/>
                </a:lnTo>
                <a:lnTo>
                  <a:pt x="755214" y="115989"/>
                </a:lnTo>
                <a:lnTo>
                  <a:pt x="755685" y="117010"/>
                </a:lnTo>
                <a:lnTo>
                  <a:pt x="756179" y="118014"/>
                </a:lnTo>
                <a:lnTo>
                  <a:pt x="756694" y="119000"/>
                </a:lnTo>
                <a:lnTo>
                  <a:pt x="757229" y="119968"/>
                </a:lnTo>
                <a:lnTo>
                  <a:pt x="757783" y="120917"/>
                </a:lnTo>
                <a:lnTo>
                  <a:pt x="758355" y="121847"/>
                </a:lnTo>
                <a:lnTo>
                  <a:pt x="758945" y="122757"/>
                </a:lnTo>
                <a:lnTo>
                  <a:pt x="759553" y="123648"/>
                </a:lnTo>
                <a:lnTo>
                  <a:pt x="760179" y="124520"/>
                </a:lnTo>
                <a:lnTo>
                  <a:pt x="760823" y="125372"/>
                </a:lnTo>
                <a:lnTo>
                  <a:pt x="761486" y="126205"/>
                </a:lnTo>
                <a:lnTo>
                  <a:pt x="762166" y="127019"/>
                </a:lnTo>
                <a:lnTo>
                  <a:pt x="762865" y="127814"/>
                </a:lnTo>
                <a:lnTo>
                  <a:pt x="763582" y="128589"/>
                </a:lnTo>
                <a:lnTo>
                  <a:pt x="764317" y="129346"/>
                </a:lnTo>
                <a:lnTo>
                  <a:pt x="765071" y="130082"/>
                </a:lnTo>
                <a:lnTo>
                  <a:pt x="765842" y="130800"/>
                </a:lnTo>
                <a:lnTo>
                  <a:pt x="766632" y="131498"/>
                </a:lnTo>
                <a:lnTo>
                  <a:pt x="767440" y="132177"/>
                </a:lnTo>
                <a:lnTo>
                  <a:pt x="768265" y="132837"/>
                </a:lnTo>
                <a:lnTo>
                  <a:pt x="769110" y="133478"/>
                </a:lnTo>
                <a:lnTo>
                  <a:pt x="769972" y="134099"/>
                </a:lnTo>
                <a:lnTo>
                  <a:pt x="770852" y="134701"/>
                </a:lnTo>
                <a:lnTo>
                  <a:pt x="771751" y="135284"/>
                </a:lnTo>
                <a:lnTo>
                  <a:pt x="772667" y="135847"/>
                </a:lnTo>
                <a:lnTo>
                  <a:pt x="773602" y="136391"/>
                </a:lnTo>
                <a:lnTo>
                  <a:pt x="774555" y="136916"/>
                </a:lnTo>
                <a:lnTo>
                  <a:pt x="775524" y="137421"/>
                </a:lnTo>
                <a:lnTo>
                  <a:pt x="776506" y="137903"/>
                </a:lnTo>
                <a:lnTo>
                  <a:pt x="777501" y="138365"/>
                </a:lnTo>
                <a:lnTo>
                  <a:pt x="778509" y="138805"/>
                </a:lnTo>
                <a:lnTo>
                  <a:pt x="779530" y="139223"/>
                </a:lnTo>
                <a:lnTo>
                  <a:pt x="780564" y="139620"/>
                </a:lnTo>
                <a:lnTo>
                  <a:pt x="781611" y="139996"/>
                </a:lnTo>
                <a:lnTo>
                  <a:pt x="782672" y="140350"/>
                </a:lnTo>
                <a:lnTo>
                  <a:pt x="783745" y="140682"/>
                </a:lnTo>
                <a:lnTo>
                  <a:pt x="784832" y="140994"/>
                </a:lnTo>
                <a:lnTo>
                  <a:pt x="785932" y="141283"/>
                </a:lnTo>
                <a:lnTo>
                  <a:pt x="787045" y="141551"/>
                </a:lnTo>
                <a:lnTo>
                  <a:pt x="788171" y="141798"/>
                </a:lnTo>
                <a:lnTo>
                  <a:pt x="789310" y="142024"/>
                </a:lnTo>
                <a:lnTo>
                  <a:pt x="790463" y="142227"/>
                </a:lnTo>
                <a:lnTo>
                  <a:pt x="791628" y="142410"/>
                </a:lnTo>
                <a:lnTo>
                  <a:pt x="792807" y="142571"/>
                </a:lnTo>
                <a:lnTo>
                  <a:pt x="793999" y="142710"/>
                </a:lnTo>
                <a:lnTo>
                  <a:pt x="795204" y="142828"/>
                </a:lnTo>
                <a:lnTo>
                  <a:pt x="796422" y="142925"/>
                </a:lnTo>
                <a:lnTo>
                  <a:pt x="797653" y="143000"/>
                </a:lnTo>
                <a:lnTo>
                  <a:pt x="798897" y="143054"/>
                </a:lnTo>
                <a:lnTo>
                  <a:pt x="800154" y="143086"/>
                </a:lnTo>
                <a:lnTo>
                  <a:pt x="801425" y="143097"/>
                </a:lnTo>
                <a:lnTo>
                  <a:pt x="802712" y="143086"/>
                </a:lnTo>
                <a:lnTo>
                  <a:pt x="803986" y="143054"/>
                </a:lnTo>
                <a:lnTo>
                  <a:pt x="805245" y="143000"/>
                </a:lnTo>
                <a:lnTo>
                  <a:pt x="806491" y="142925"/>
                </a:lnTo>
                <a:close/>
                <a:moveTo>
                  <a:pt x="798596" y="122062"/>
                </a:moveTo>
                <a:lnTo>
                  <a:pt x="797922" y="121995"/>
                </a:lnTo>
                <a:lnTo>
                  <a:pt x="797260" y="121913"/>
                </a:lnTo>
                <a:lnTo>
                  <a:pt x="796612" y="121817"/>
                </a:lnTo>
                <a:lnTo>
                  <a:pt x="795977" y="121706"/>
                </a:lnTo>
                <a:lnTo>
                  <a:pt x="795355" y="121579"/>
                </a:lnTo>
                <a:lnTo>
                  <a:pt x="794746" y="121438"/>
                </a:lnTo>
                <a:lnTo>
                  <a:pt x="794151" y="121282"/>
                </a:lnTo>
                <a:lnTo>
                  <a:pt x="793568" y="121111"/>
                </a:lnTo>
                <a:lnTo>
                  <a:pt x="792999" y="120926"/>
                </a:lnTo>
                <a:lnTo>
                  <a:pt x="792443" y="120725"/>
                </a:lnTo>
                <a:lnTo>
                  <a:pt x="791900" y="120510"/>
                </a:lnTo>
                <a:lnTo>
                  <a:pt x="791369" y="120280"/>
                </a:lnTo>
                <a:lnTo>
                  <a:pt x="790853" y="120035"/>
                </a:lnTo>
                <a:lnTo>
                  <a:pt x="790349" y="119775"/>
                </a:lnTo>
                <a:lnTo>
                  <a:pt x="789858" y="119500"/>
                </a:lnTo>
                <a:lnTo>
                  <a:pt x="789381" y="119210"/>
                </a:lnTo>
                <a:lnTo>
                  <a:pt x="788916" y="118906"/>
                </a:lnTo>
                <a:lnTo>
                  <a:pt x="788465" y="118586"/>
                </a:lnTo>
                <a:lnTo>
                  <a:pt x="788027" y="118252"/>
                </a:lnTo>
                <a:lnTo>
                  <a:pt x="787602" y="117903"/>
                </a:lnTo>
                <a:lnTo>
                  <a:pt x="787188" y="117542"/>
                </a:lnTo>
                <a:lnTo>
                  <a:pt x="786785" y="117170"/>
                </a:lnTo>
                <a:lnTo>
                  <a:pt x="786392" y="116788"/>
                </a:lnTo>
                <a:lnTo>
                  <a:pt x="786010" y="116397"/>
                </a:lnTo>
                <a:lnTo>
                  <a:pt x="785637" y="115995"/>
                </a:lnTo>
                <a:lnTo>
                  <a:pt x="785275" y="115583"/>
                </a:lnTo>
                <a:lnTo>
                  <a:pt x="784923" y="115161"/>
                </a:lnTo>
                <a:lnTo>
                  <a:pt x="784582" y="114729"/>
                </a:lnTo>
                <a:lnTo>
                  <a:pt x="784250" y="114287"/>
                </a:lnTo>
                <a:lnTo>
                  <a:pt x="783929" y="113835"/>
                </a:lnTo>
                <a:lnTo>
                  <a:pt x="783618" y="113372"/>
                </a:lnTo>
                <a:lnTo>
                  <a:pt x="783318" y="112900"/>
                </a:lnTo>
                <a:lnTo>
                  <a:pt x="783027" y="112418"/>
                </a:lnTo>
                <a:lnTo>
                  <a:pt x="782747" y="111925"/>
                </a:lnTo>
                <a:lnTo>
                  <a:pt x="782477" y="111422"/>
                </a:lnTo>
                <a:lnTo>
                  <a:pt x="782217" y="110910"/>
                </a:lnTo>
                <a:lnTo>
                  <a:pt x="781968" y="110387"/>
                </a:lnTo>
                <a:lnTo>
                  <a:pt x="781729" y="109854"/>
                </a:lnTo>
                <a:lnTo>
                  <a:pt x="781500" y="109311"/>
                </a:lnTo>
                <a:lnTo>
                  <a:pt x="781281" y="108758"/>
                </a:lnTo>
                <a:lnTo>
                  <a:pt x="781073" y="108195"/>
                </a:lnTo>
                <a:lnTo>
                  <a:pt x="780875" y="107622"/>
                </a:lnTo>
                <a:lnTo>
                  <a:pt x="780687" y="107039"/>
                </a:lnTo>
                <a:lnTo>
                  <a:pt x="780509" y="106446"/>
                </a:lnTo>
                <a:lnTo>
                  <a:pt x="780340" y="105845"/>
                </a:lnTo>
                <a:lnTo>
                  <a:pt x="780178" y="105239"/>
                </a:lnTo>
                <a:lnTo>
                  <a:pt x="780024" y="104627"/>
                </a:lnTo>
                <a:lnTo>
                  <a:pt x="779876" y="104011"/>
                </a:lnTo>
                <a:lnTo>
                  <a:pt x="779736" y="103390"/>
                </a:lnTo>
                <a:lnTo>
                  <a:pt x="779603" y="102763"/>
                </a:lnTo>
                <a:lnTo>
                  <a:pt x="779477" y="102131"/>
                </a:lnTo>
                <a:lnTo>
                  <a:pt x="779358" y="101494"/>
                </a:lnTo>
                <a:lnTo>
                  <a:pt x="779247" y="100853"/>
                </a:lnTo>
                <a:lnTo>
                  <a:pt x="779143" y="100205"/>
                </a:lnTo>
                <a:lnTo>
                  <a:pt x="779046" y="99553"/>
                </a:lnTo>
                <a:lnTo>
                  <a:pt x="778956" y="98896"/>
                </a:lnTo>
                <a:lnTo>
                  <a:pt x="778873" y="98233"/>
                </a:lnTo>
                <a:lnTo>
                  <a:pt x="778798" y="97566"/>
                </a:lnTo>
                <a:lnTo>
                  <a:pt x="778729" y="96893"/>
                </a:lnTo>
                <a:lnTo>
                  <a:pt x="778668" y="96215"/>
                </a:lnTo>
                <a:lnTo>
                  <a:pt x="778614" y="95532"/>
                </a:lnTo>
                <a:lnTo>
                  <a:pt x="778568" y="94844"/>
                </a:lnTo>
                <a:lnTo>
                  <a:pt x="778528" y="94150"/>
                </a:lnTo>
                <a:lnTo>
                  <a:pt x="778496" y="93452"/>
                </a:lnTo>
                <a:lnTo>
                  <a:pt x="778470" y="92748"/>
                </a:lnTo>
                <a:lnTo>
                  <a:pt x="778452" y="92040"/>
                </a:lnTo>
                <a:lnTo>
                  <a:pt x="778442" y="91326"/>
                </a:lnTo>
                <a:lnTo>
                  <a:pt x="778438" y="90607"/>
                </a:lnTo>
                <a:lnTo>
                  <a:pt x="778442" y="89870"/>
                </a:lnTo>
                <a:lnTo>
                  <a:pt x="778452" y="89139"/>
                </a:lnTo>
                <a:lnTo>
                  <a:pt x="778470" y="88413"/>
                </a:lnTo>
                <a:lnTo>
                  <a:pt x="778496" y="87693"/>
                </a:lnTo>
                <a:lnTo>
                  <a:pt x="778528" y="86979"/>
                </a:lnTo>
                <a:lnTo>
                  <a:pt x="778568" y="86270"/>
                </a:lnTo>
                <a:lnTo>
                  <a:pt x="778614" y="85566"/>
                </a:lnTo>
                <a:lnTo>
                  <a:pt x="778668" y="84868"/>
                </a:lnTo>
                <a:lnTo>
                  <a:pt x="778729" y="84175"/>
                </a:lnTo>
                <a:lnTo>
                  <a:pt x="778798" y="83488"/>
                </a:lnTo>
                <a:lnTo>
                  <a:pt x="778873" y="82807"/>
                </a:lnTo>
                <a:lnTo>
                  <a:pt x="778956" y="82131"/>
                </a:lnTo>
                <a:lnTo>
                  <a:pt x="779046" y="81460"/>
                </a:lnTo>
                <a:lnTo>
                  <a:pt x="779143" y="80795"/>
                </a:lnTo>
                <a:lnTo>
                  <a:pt x="779247" y="80136"/>
                </a:lnTo>
                <a:lnTo>
                  <a:pt x="779358" y="79482"/>
                </a:lnTo>
                <a:lnTo>
                  <a:pt x="779477" y="78833"/>
                </a:lnTo>
                <a:lnTo>
                  <a:pt x="779603" y="78190"/>
                </a:lnTo>
                <a:lnTo>
                  <a:pt x="779736" y="77552"/>
                </a:lnTo>
                <a:lnTo>
                  <a:pt x="779876" y="76920"/>
                </a:lnTo>
                <a:lnTo>
                  <a:pt x="780024" y="76294"/>
                </a:lnTo>
                <a:lnTo>
                  <a:pt x="780178" y="75673"/>
                </a:lnTo>
                <a:lnTo>
                  <a:pt x="780340" y="75057"/>
                </a:lnTo>
                <a:lnTo>
                  <a:pt x="780509" y="74447"/>
                </a:lnTo>
                <a:lnTo>
                  <a:pt x="780687" y="73845"/>
                </a:lnTo>
                <a:lnTo>
                  <a:pt x="780875" y="73254"/>
                </a:lnTo>
                <a:lnTo>
                  <a:pt x="781073" y="72672"/>
                </a:lnTo>
                <a:lnTo>
                  <a:pt x="781281" y="72101"/>
                </a:lnTo>
                <a:lnTo>
                  <a:pt x="781500" y="71540"/>
                </a:lnTo>
                <a:lnTo>
                  <a:pt x="781729" y="70989"/>
                </a:lnTo>
                <a:lnTo>
                  <a:pt x="781968" y="70448"/>
                </a:lnTo>
                <a:lnTo>
                  <a:pt x="782217" y="69918"/>
                </a:lnTo>
                <a:lnTo>
                  <a:pt x="782477" y="69398"/>
                </a:lnTo>
                <a:lnTo>
                  <a:pt x="782747" y="68889"/>
                </a:lnTo>
                <a:lnTo>
                  <a:pt x="783027" y="68389"/>
                </a:lnTo>
                <a:lnTo>
                  <a:pt x="783318" y="67900"/>
                </a:lnTo>
                <a:lnTo>
                  <a:pt x="783618" y="67421"/>
                </a:lnTo>
                <a:lnTo>
                  <a:pt x="783929" y="66952"/>
                </a:lnTo>
                <a:lnTo>
                  <a:pt x="784250" y="66494"/>
                </a:lnTo>
                <a:lnTo>
                  <a:pt x="784582" y="66046"/>
                </a:lnTo>
                <a:lnTo>
                  <a:pt x="784923" y="65608"/>
                </a:lnTo>
                <a:lnTo>
                  <a:pt x="785275" y="65181"/>
                </a:lnTo>
                <a:lnTo>
                  <a:pt x="785637" y="64764"/>
                </a:lnTo>
                <a:lnTo>
                  <a:pt x="786010" y="64357"/>
                </a:lnTo>
                <a:lnTo>
                  <a:pt x="786392" y="63960"/>
                </a:lnTo>
                <a:lnTo>
                  <a:pt x="786785" y="63573"/>
                </a:lnTo>
                <a:lnTo>
                  <a:pt x="787188" y="63197"/>
                </a:lnTo>
                <a:lnTo>
                  <a:pt x="787602" y="62831"/>
                </a:lnTo>
                <a:lnTo>
                  <a:pt x="788027" y="62478"/>
                </a:lnTo>
                <a:lnTo>
                  <a:pt x="788465" y="62140"/>
                </a:lnTo>
                <a:lnTo>
                  <a:pt x="788916" y="61817"/>
                </a:lnTo>
                <a:lnTo>
                  <a:pt x="789381" y="61508"/>
                </a:lnTo>
                <a:lnTo>
                  <a:pt x="789858" y="61215"/>
                </a:lnTo>
                <a:lnTo>
                  <a:pt x="790349" y="60937"/>
                </a:lnTo>
                <a:lnTo>
                  <a:pt x="790853" y="60674"/>
                </a:lnTo>
                <a:lnTo>
                  <a:pt x="791369" y="60426"/>
                </a:lnTo>
                <a:lnTo>
                  <a:pt x="791900" y="60193"/>
                </a:lnTo>
                <a:lnTo>
                  <a:pt x="792443" y="59975"/>
                </a:lnTo>
                <a:lnTo>
                  <a:pt x="792999" y="59772"/>
                </a:lnTo>
                <a:lnTo>
                  <a:pt x="793568" y="59584"/>
                </a:lnTo>
                <a:lnTo>
                  <a:pt x="794151" y="59411"/>
                </a:lnTo>
                <a:lnTo>
                  <a:pt x="794746" y="59253"/>
                </a:lnTo>
                <a:lnTo>
                  <a:pt x="795355" y="59111"/>
                </a:lnTo>
                <a:lnTo>
                  <a:pt x="795977" y="58983"/>
                </a:lnTo>
                <a:lnTo>
                  <a:pt x="796612" y="58870"/>
                </a:lnTo>
                <a:lnTo>
                  <a:pt x="797260" y="58772"/>
                </a:lnTo>
                <a:lnTo>
                  <a:pt x="797922" y="58690"/>
                </a:lnTo>
                <a:lnTo>
                  <a:pt x="798596" y="58622"/>
                </a:lnTo>
                <a:lnTo>
                  <a:pt x="799283" y="58569"/>
                </a:lnTo>
                <a:lnTo>
                  <a:pt x="799984" y="58532"/>
                </a:lnTo>
                <a:lnTo>
                  <a:pt x="800698" y="58509"/>
                </a:lnTo>
                <a:lnTo>
                  <a:pt x="801425" y="58502"/>
                </a:lnTo>
                <a:lnTo>
                  <a:pt x="802169" y="58509"/>
                </a:lnTo>
                <a:lnTo>
                  <a:pt x="802899" y="58532"/>
                </a:lnTo>
                <a:lnTo>
                  <a:pt x="803616" y="58569"/>
                </a:lnTo>
                <a:lnTo>
                  <a:pt x="804320" y="58622"/>
                </a:lnTo>
                <a:lnTo>
                  <a:pt x="805010" y="58690"/>
                </a:lnTo>
                <a:lnTo>
                  <a:pt x="805686" y="58772"/>
                </a:lnTo>
                <a:lnTo>
                  <a:pt x="806349" y="58870"/>
                </a:lnTo>
                <a:lnTo>
                  <a:pt x="806999" y="58983"/>
                </a:lnTo>
                <a:lnTo>
                  <a:pt x="807635" y="59111"/>
                </a:lnTo>
                <a:lnTo>
                  <a:pt x="808257" y="59253"/>
                </a:lnTo>
                <a:lnTo>
                  <a:pt x="808867" y="59411"/>
                </a:lnTo>
                <a:lnTo>
                  <a:pt x="809462" y="59584"/>
                </a:lnTo>
                <a:lnTo>
                  <a:pt x="810044" y="59772"/>
                </a:lnTo>
                <a:lnTo>
                  <a:pt x="810613" y="59975"/>
                </a:lnTo>
                <a:lnTo>
                  <a:pt x="811168" y="60193"/>
                </a:lnTo>
                <a:lnTo>
                  <a:pt x="811710" y="60426"/>
                </a:lnTo>
                <a:lnTo>
                  <a:pt x="812238" y="60674"/>
                </a:lnTo>
                <a:lnTo>
                  <a:pt x="812753" y="60937"/>
                </a:lnTo>
                <a:lnTo>
                  <a:pt x="813254" y="61215"/>
                </a:lnTo>
                <a:lnTo>
                  <a:pt x="813742" y="61508"/>
                </a:lnTo>
                <a:lnTo>
                  <a:pt x="814216" y="61817"/>
                </a:lnTo>
                <a:lnTo>
                  <a:pt x="814677" y="62140"/>
                </a:lnTo>
                <a:lnTo>
                  <a:pt x="815124" y="62478"/>
                </a:lnTo>
                <a:lnTo>
                  <a:pt x="815558" y="62831"/>
                </a:lnTo>
                <a:lnTo>
                  <a:pt x="815980" y="63197"/>
                </a:lnTo>
                <a:lnTo>
                  <a:pt x="816392" y="63573"/>
                </a:lnTo>
                <a:lnTo>
                  <a:pt x="816793" y="63960"/>
                </a:lnTo>
                <a:lnTo>
                  <a:pt x="817183" y="64357"/>
                </a:lnTo>
                <a:lnTo>
                  <a:pt x="817564" y="64764"/>
                </a:lnTo>
                <a:lnTo>
                  <a:pt x="817933" y="65181"/>
                </a:lnTo>
                <a:lnTo>
                  <a:pt x="818293" y="65608"/>
                </a:lnTo>
                <a:lnTo>
                  <a:pt x="818642" y="66046"/>
                </a:lnTo>
                <a:lnTo>
                  <a:pt x="818980" y="66494"/>
                </a:lnTo>
                <a:lnTo>
                  <a:pt x="819308" y="66952"/>
                </a:lnTo>
                <a:lnTo>
                  <a:pt x="819626" y="67421"/>
                </a:lnTo>
                <a:lnTo>
                  <a:pt x="819933" y="67900"/>
                </a:lnTo>
                <a:lnTo>
                  <a:pt x="820230" y="68389"/>
                </a:lnTo>
                <a:lnTo>
                  <a:pt x="820516" y="68889"/>
                </a:lnTo>
                <a:lnTo>
                  <a:pt x="820792" y="69398"/>
                </a:lnTo>
                <a:lnTo>
                  <a:pt x="821058" y="69918"/>
                </a:lnTo>
                <a:lnTo>
                  <a:pt x="821313" y="70448"/>
                </a:lnTo>
                <a:lnTo>
                  <a:pt x="821557" y="70989"/>
                </a:lnTo>
                <a:lnTo>
                  <a:pt x="821792" y="71540"/>
                </a:lnTo>
                <a:lnTo>
                  <a:pt x="822015" y="72101"/>
                </a:lnTo>
                <a:lnTo>
                  <a:pt x="822229" y="72672"/>
                </a:lnTo>
                <a:lnTo>
                  <a:pt x="822432" y="73254"/>
                </a:lnTo>
                <a:lnTo>
                  <a:pt x="822624" y="73845"/>
                </a:lnTo>
                <a:lnTo>
                  <a:pt x="822806" y="74447"/>
                </a:lnTo>
                <a:lnTo>
                  <a:pt x="822980" y="75057"/>
                </a:lnTo>
                <a:lnTo>
                  <a:pt x="823145" y="75673"/>
                </a:lnTo>
                <a:lnTo>
                  <a:pt x="823304" y="76294"/>
                </a:lnTo>
                <a:lnTo>
                  <a:pt x="823455" y="76920"/>
                </a:lnTo>
                <a:lnTo>
                  <a:pt x="823599" y="77552"/>
                </a:lnTo>
                <a:lnTo>
                  <a:pt x="823735" y="78190"/>
                </a:lnTo>
                <a:lnTo>
                  <a:pt x="823864" y="78833"/>
                </a:lnTo>
                <a:lnTo>
                  <a:pt x="823986" y="79482"/>
                </a:lnTo>
                <a:lnTo>
                  <a:pt x="824100" y="80136"/>
                </a:lnTo>
                <a:lnTo>
                  <a:pt x="824207" y="80795"/>
                </a:lnTo>
                <a:lnTo>
                  <a:pt x="824306" y="81460"/>
                </a:lnTo>
                <a:lnTo>
                  <a:pt x="824398" y="82131"/>
                </a:lnTo>
                <a:lnTo>
                  <a:pt x="824483" y="82807"/>
                </a:lnTo>
                <a:lnTo>
                  <a:pt x="824560" y="83488"/>
                </a:lnTo>
                <a:lnTo>
                  <a:pt x="824630" y="84175"/>
                </a:lnTo>
                <a:lnTo>
                  <a:pt x="824693" y="84868"/>
                </a:lnTo>
                <a:lnTo>
                  <a:pt x="824748" y="85566"/>
                </a:lnTo>
                <a:lnTo>
                  <a:pt x="824796" y="86270"/>
                </a:lnTo>
                <a:lnTo>
                  <a:pt x="824837" y="86979"/>
                </a:lnTo>
                <a:lnTo>
                  <a:pt x="824870" y="87693"/>
                </a:lnTo>
                <a:lnTo>
                  <a:pt x="824896" y="88413"/>
                </a:lnTo>
                <a:lnTo>
                  <a:pt x="824914" y="89139"/>
                </a:lnTo>
                <a:lnTo>
                  <a:pt x="824925" y="89870"/>
                </a:lnTo>
                <a:lnTo>
                  <a:pt x="824929" y="90607"/>
                </a:lnTo>
                <a:lnTo>
                  <a:pt x="824925" y="91326"/>
                </a:lnTo>
                <a:lnTo>
                  <a:pt x="824914" y="92040"/>
                </a:lnTo>
                <a:lnTo>
                  <a:pt x="824896" y="92748"/>
                </a:lnTo>
                <a:lnTo>
                  <a:pt x="824870" y="93452"/>
                </a:lnTo>
                <a:lnTo>
                  <a:pt x="824837" y="94150"/>
                </a:lnTo>
                <a:lnTo>
                  <a:pt x="824796" y="94844"/>
                </a:lnTo>
                <a:lnTo>
                  <a:pt x="824748" y="95532"/>
                </a:lnTo>
                <a:lnTo>
                  <a:pt x="824693" y="96215"/>
                </a:lnTo>
                <a:lnTo>
                  <a:pt x="824630" y="96893"/>
                </a:lnTo>
                <a:lnTo>
                  <a:pt x="824560" y="97566"/>
                </a:lnTo>
                <a:lnTo>
                  <a:pt x="824483" y="98233"/>
                </a:lnTo>
                <a:lnTo>
                  <a:pt x="824398" y="98896"/>
                </a:lnTo>
                <a:lnTo>
                  <a:pt x="824306" y="99553"/>
                </a:lnTo>
                <a:lnTo>
                  <a:pt x="824207" y="100205"/>
                </a:lnTo>
                <a:lnTo>
                  <a:pt x="824100" y="100853"/>
                </a:lnTo>
                <a:lnTo>
                  <a:pt x="823986" y="101494"/>
                </a:lnTo>
                <a:lnTo>
                  <a:pt x="823864" y="102131"/>
                </a:lnTo>
                <a:lnTo>
                  <a:pt x="823735" y="102763"/>
                </a:lnTo>
                <a:lnTo>
                  <a:pt x="823599" y="103390"/>
                </a:lnTo>
                <a:lnTo>
                  <a:pt x="823455" y="104011"/>
                </a:lnTo>
                <a:lnTo>
                  <a:pt x="823304" y="104627"/>
                </a:lnTo>
                <a:lnTo>
                  <a:pt x="823145" y="105239"/>
                </a:lnTo>
                <a:lnTo>
                  <a:pt x="822980" y="105845"/>
                </a:lnTo>
                <a:lnTo>
                  <a:pt x="822806" y="106446"/>
                </a:lnTo>
                <a:lnTo>
                  <a:pt x="822624" y="107039"/>
                </a:lnTo>
                <a:lnTo>
                  <a:pt x="822432" y="107622"/>
                </a:lnTo>
                <a:lnTo>
                  <a:pt x="822229" y="108195"/>
                </a:lnTo>
                <a:lnTo>
                  <a:pt x="822015" y="108758"/>
                </a:lnTo>
                <a:lnTo>
                  <a:pt x="821792" y="109311"/>
                </a:lnTo>
                <a:lnTo>
                  <a:pt x="821557" y="109854"/>
                </a:lnTo>
                <a:lnTo>
                  <a:pt x="821313" y="110387"/>
                </a:lnTo>
                <a:lnTo>
                  <a:pt x="821058" y="110910"/>
                </a:lnTo>
                <a:lnTo>
                  <a:pt x="820792" y="111422"/>
                </a:lnTo>
                <a:lnTo>
                  <a:pt x="820516" y="111925"/>
                </a:lnTo>
                <a:lnTo>
                  <a:pt x="820230" y="112418"/>
                </a:lnTo>
                <a:lnTo>
                  <a:pt x="819933" y="112900"/>
                </a:lnTo>
                <a:lnTo>
                  <a:pt x="819626" y="113372"/>
                </a:lnTo>
                <a:lnTo>
                  <a:pt x="819308" y="113835"/>
                </a:lnTo>
                <a:lnTo>
                  <a:pt x="818980" y="114287"/>
                </a:lnTo>
                <a:lnTo>
                  <a:pt x="818642" y="114729"/>
                </a:lnTo>
                <a:lnTo>
                  <a:pt x="818293" y="115161"/>
                </a:lnTo>
                <a:lnTo>
                  <a:pt x="817933" y="115583"/>
                </a:lnTo>
                <a:lnTo>
                  <a:pt x="817564" y="115995"/>
                </a:lnTo>
                <a:lnTo>
                  <a:pt x="817183" y="116397"/>
                </a:lnTo>
                <a:lnTo>
                  <a:pt x="816793" y="116788"/>
                </a:lnTo>
                <a:lnTo>
                  <a:pt x="816392" y="117170"/>
                </a:lnTo>
                <a:lnTo>
                  <a:pt x="815980" y="117542"/>
                </a:lnTo>
                <a:lnTo>
                  <a:pt x="815558" y="117903"/>
                </a:lnTo>
                <a:lnTo>
                  <a:pt x="815124" y="118252"/>
                </a:lnTo>
                <a:lnTo>
                  <a:pt x="814677" y="118586"/>
                </a:lnTo>
                <a:lnTo>
                  <a:pt x="814216" y="118906"/>
                </a:lnTo>
                <a:lnTo>
                  <a:pt x="813742" y="119210"/>
                </a:lnTo>
                <a:lnTo>
                  <a:pt x="813254" y="119500"/>
                </a:lnTo>
                <a:lnTo>
                  <a:pt x="812753" y="119775"/>
                </a:lnTo>
                <a:lnTo>
                  <a:pt x="812238" y="120035"/>
                </a:lnTo>
                <a:lnTo>
                  <a:pt x="811710" y="120280"/>
                </a:lnTo>
                <a:lnTo>
                  <a:pt x="811168" y="120510"/>
                </a:lnTo>
                <a:lnTo>
                  <a:pt x="810613" y="120725"/>
                </a:lnTo>
                <a:lnTo>
                  <a:pt x="810044" y="120926"/>
                </a:lnTo>
                <a:lnTo>
                  <a:pt x="809462" y="121111"/>
                </a:lnTo>
                <a:lnTo>
                  <a:pt x="808867" y="121282"/>
                </a:lnTo>
                <a:lnTo>
                  <a:pt x="808257" y="121438"/>
                </a:lnTo>
                <a:lnTo>
                  <a:pt x="807635" y="121579"/>
                </a:lnTo>
                <a:lnTo>
                  <a:pt x="806999" y="121706"/>
                </a:lnTo>
                <a:lnTo>
                  <a:pt x="806349" y="121817"/>
                </a:lnTo>
                <a:lnTo>
                  <a:pt x="805686" y="121913"/>
                </a:lnTo>
                <a:lnTo>
                  <a:pt x="805010" y="121995"/>
                </a:lnTo>
                <a:lnTo>
                  <a:pt x="804320" y="122062"/>
                </a:lnTo>
                <a:lnTo>
                  <a:pt x="803616" y="122114"/>
                </a:lnTo>
                <a:lnTo>
                  <a:pt x="802899" y="122151"/>
                </a:lnTo>
                <a:lnTo>
                  <a:pt x="802169" y="122173"/>
                </a:lnTo>
                <a:lnTo>
                  <a:pt x="801425" y="122181"/>
                </a:lnTo>
                <a:lnTo>
                  <a:pt x="800698" y="122173"/>
                </a:lnTo>
                <a:lnTo>
                  <a:pt x="799984" y="122151"/>
                </a:lnTo>
                <a:lnTo>
                  <a:pt x="799283" y="122114"/>
                </a:lnTo>
                <a:lnTo>
                  <a:pt x="798596" y="122062"/>
                </a:lnTo>
                <a:close/>
                <a:moveTo>
                  <a:pt x="907167" y="142992"/>
                </a:moveTo>
                <a:lnTo>
                  <a:pt x="908050" y="142932"/>
                </a:lnTo>
                <a:lnTo>
                  <a:pt x="908924" y="142860"/>
                </a:lnTo>
                <a:lnTo>
                  <a:pt x="909788" y="142775"/>
                </a:lnTo>
                <a:lnTo>
                  <a:pt x="910644" y="142677"/>
                </a:lnTo>
                <a:lnTo>
                  <a:pt x="911491" y="142565"/>
                </a:lnTo>
                <a:lnTo>
                  <a:pt x="912329" y="142440"/>
                </a:lnTo>
                <a:lnTo>
                  <a:pt x="913158" y="142303"/>
                </a:lnTo>
                <a:lnTo>
                  <a:pt x="913978" y="142152"/>
                </a:lnTo>
                <a:lnTo>
                  <a:pt x="914789" y="141988"/>
                </a:lnTo>
                <a:lnTo>
                  <a:pt x="915591" y="141811"/>
                </a:lnTo>
                <a:lnTo>
                  <a:pt x="916383" y="141620"/>
                </a:lnTo>
                <a:lnTo>
                  <a:pt x="917167" y="141417"/>
                </a:lnTo>
                <a:lnTo>
                  <a:pt x="917942" y="141200"/>
                </a:lnTo>
                <a:lnTo>
                  <a:pt x="918708" y="140971"/>
                </a:lnTo>
                <a:lnTo>
                  <a:pt x="919465" y="140728"/>
                </a:lnTo>
                <a:lnTo>
                  <a:pt x="920213" y="140472"/>
                </a:lnTo>
                <a:lnTo>
                  <a:pt x="920952" y="140203"/>
                </a:lnTo>
                <a:lnTo>
                  <a:pt x="921682" y="139921"/>
                </a:lnTo>
                <a:lnTo>
                  <a:pt x="922403" y="139626"/>
                </a:lnTo>
                <a:lnTo>
                  <a:pt x="923115" y="139317"/>
                </a:lnTo>
                <a:lnTo>
                  <a:pt x="923819" y="138996"/>
                </a:lnTo>
                <a:lnTo>
                  <a:pt x="924516" y="138663"/>
                </a:lnTo>
                <a:lnTo>
                  <a:pt x="925206" y="138317"/>
                </a:lnTo>
                <a:lnTo>
                  <a:pt x="925888" y="137958"/>
                </a:lnTo>
                <a:lnTo>
                  <a:pt x="926563" y="137587"/>
                </a:lnTo>
                <a:lnTo>
                  <a:pt x="927231" y="137204"/>
                </a:lnTo>
                <a:lnTo>
                  <a:pt x="927892" y="136809"/>
                </a:lnTo>
                <a:lnTo>
                  <a:pt x="928546" y="136401"/>
                </a:lnTo>
                <a:lnTo>
                  <a:pt x="929192" y="135980"/>
                </a:lnTo>
                <a:lnTo>
                  <a:pt x="929831" y="135548"/>
                </a:lnTo>
                <a:lnTo>
                  <a:pt x="930463" y="135102"/>
                </a:lnTo>
                <a:lnTo>
                  <a:pt x="931088" y="134645"/>
                </a:lnTo>
                <a:lnTo>
                  <a:pt x="931706" y="134175"/>
                </a:lnTo>
                <a:lnTo>
                  <a:pt x="932316" y="133692"/>
                </a:lnTo>
                <a:lnTo>
                  <a:pt x="932920" y="133198"/>
                </a:lnTo>
                <a:lnTo>
                  <a:pt x="933516" y="132690"/>
                </a:lnTo>
                <a:lnTo>
                  <a:pt x="934105" y="132171"/>
                </a:lnTo>
                <a:lnTo>
                  <a:pt x="934686" y="131639"/>
                </a:lnTo>
                <a:lnTo>
                  <a:pt x="935261" y="131094"/>
                </a:lnTo>
                <a:lnTo>
                  <a:pt x="935828" y="130538"/>
                </a:lnTo>
                <a:lnTo>
                  <a:pt x="936388" y="129968"/>
                </a:lnTo>
                <a:lnTo>
                  <a:pt x="936941" y="129387"/>
                </a:lnTo>
                <a:lnTo>
                  <a:pt x="937487" y="128793"/>
                </a:lnTo>
                <a:lnTo>
                  <a:pt x="938026" y="128186"/>
                </a:lnTo>
                <a:lnTo>
                  <a:pt x="938854" y="141233"/>
                </a:lnTo>
                <a:lnTo>
                  <a:pt x="964533" y="141233"/>
                </a:lnTo>
                <a:lnTo>
                  <a:pt x="964533" y="72590"/>
                </a:lnTo>
                <a:lnTo>
                  <a:pt x="964527" y="71740"/>
                </a:lnTo>
                <a:lnTo>
                  <a:pt x="964510" y="70902"/>
                </a:lnTo>
                <a:lnTo>
                  <a:pt x="964482" y="70076"/>
                </a:lnTo>
                <a:lnTo>
                  <a:pt x="964443" y="69261"/>
                </a:lnTo>
                <a:lnTo>
                  <a:pt x="964393" y="68459"/>
                </a:lnTo>
                <a:lnTo>
                  <a:pt x="964332" y="67668"/>
                </a:lnTo>
                <a:lnTo>
                  <a:pt x="964260" y="66889"/>
                </a:lnTo>
                <a:lnTo>
                  <a:pt x="964176" y="66122"/>
                </a:lnTo>
                <a:lnTo>
                  <a:pt x="964081" y="65367"/>
                </a:lnTo>
                <a:lnTo>
                  <a:pt x="963975" y="64623"/>
                </a:lnTo>
                <a:lnTo>
                  <a:pt x="963858" y="63892"/>
                </a:lnTo>
                <a:lnTo>
                  <a:pt x="963730" y="63172"/>
                </a:lnTo>
                <a:lnTo>
                  <a:pt x="963591" y="62464"/>
                </a:lnTo>
                <a:lnTo>
                  <a:pt x="963440" y="61768"/>
                </a:lnTo>
                <a:lnTo>
                  <a:pt x="963279" y="61083"/>
                </a:lnTo>
                <a:lnTo>
                  <a:pt x="963106" y="60411"/>
                </a:lnTo>
                <a:lnTo>
                  <a:pt x="962922" y="59750"/>
                </a:lnTo>
                <a:lnTo>
                  <a:pt x="962727" y="59101"/>
                </a:lnTo>
                <a:lnTo>
                  <a:pt x="962521" y="58464"/>
                </a:lnTo>
                <a:lnTo>
                  <a:pt x="962304" y="57839"/>
                </a:lnTo>
                <a:lnTo>
                  <a:pt x="962075" y="57226"/>
                </a:lnTo>
                <a:lnTo>
                  <a:pt x="961835" y="56625"/>
                </a:lnTo>
                <a:lnTo>
                  <a:pt x="961585" y="56035"/>
                </a:lnTo>
                <a:lnTo>
                  <a:pt x="961323" y="55457"/>
                </a:lnTo>
                <a:lnTo>
                  <a:pt x="961051" y="54890"/>
                </a:lnTo>
                <a:lnTo>
                  <a:pt x="960769" y="54333"/>
                </a:lnTo>
                <a:lnTo>
                  <a:pt x="960479" y="53786"/>
                </a:lnTo>
                <a:lnTo>
                  <a:pt x="960179" y="53248"/>
                </a:lnTo>
                <a:lnTo>
                  <a:pt x="959871" y="52721"/>
                </a:lnTo>
                <a:lnTo>
                  <a:pt x="959553" y="52204"/>
                </a:lnTo>
                <a:lnTo>
                  <a:pt x="959226" y="51697"/>
                </a:lnTo>
                <a:lnTo>
                  <a:pt x="958890" y="51200"/>
                </a:lnTo>
                <a:lnTo>
                  <a:pt x="958544" y="50713"/>
                </a:lnTo>
                <a:lnTo>
                  <a:pt x="958190" y="50236"/>
                </a:lnTo>
                <a:lnTo>
                  <a:pt x="957826" y="49769"/>
                </a:lnTo>
                <a:lnTo>
                  <a:pt x="957453" y="49312"/>
                </a:lnTo>
                <a:lnTo>
                  <a:pt x="957071" y="48865"/>
                </a:lnTo>
                <a:lnTo>
                  <a:pt x="956680" y="48429"/>
                </a:lnTo>
                <a:lnTo>
                  <a:pt x="956279" y="48002"/>
                </a:lnTo>
                <a:lnTo>
                  <a:pt x="955870" y="47585"/>
                </a:lnTo>
                <a:lnTo>
                  <a:pt x="955451" y="47178"/>
                </a:lnTo>
                <a:lnTo>
                  <a:pt x="955023" y="46781"/>
                </a:lnTo>
                <a:lnTo>
                  <a:pt x="954586" y="46394"/>
                </a:lnTo>
                <a:lnTo>
                  <a:pt x="954139" y="46018"/>
                </a:lnTo>
                <a:lnTo>
                  <a:pt x="953684" y="45651"/>
                </a:lnTo>
                <a:lnTo>
                  <a:pt x="953219" y="45294"/>
                </a:lnTo>
                <a:lnTo>
                  <a:pt x="952746" y="44948"/>
                </a:lnTo>
                <a:lnTo>
                  <a:pt x="952263" y="44611"/>
                </a:lnTo>
                <a:lnTo>
                  <a:pt x="951772" y="44283"/>
                </a:lnTo>
                <a:lnTo>
                  <a:pt x="951273" y="43963"/>
                </a:lnTo>
                <a:lnTo>
                  <a:pt x="950767" y="43652"/>
                </a:lnTo>
                <a:lnTo>
                  <a:pt x="950254" y="43349"/>
                </a:lnTo>
                <a:lnTo>
                  <a:pt x="949733" y="43054"/>
                </a:lnTo>
                <a:lnTo>
                  <a:pt x="949205" y="42767"/>
                </a:lnTo>
                <a:lnTo>
                  <a:pt x="948670" y="42488"/>
                </a:lnTo>
                <a:lnTo>
                  <a:pt x="948127" y="42218"/>
                </a:lnTo>
                <a:lnTo>
                  <a:pt x="947577" y="41955"/>
                </a:lnTo>
                <a:lnTo>
                  <a:pt x="947019" y="41701"/>
                </a:lnTo>
                <a:lnTo>
                  <a:pt x="946454" y="41455"/>
                </a:lnTo>
                <a:lnTo>
                  <a:pt x="945882" y="41217"/>
                </a:lnTo>
                <a:lnTo>
                  <a:pt x="945302" y="40988"/>
                </a:lnTo>
                <a:lnTo>
                  <a:pt x="944715" y="40767"/>
                </a:lnTo>
                <a:lnTo>
                  <a:pt x="944121" y="40553"/>
                </a:lnTo>
                <a:lnTo>
                  <a:pt x="943519" y="40348"/>
                </a:lnTo>
                <a:lnTo>
                  <a:pt x="942910" y="40152"/>
                </a:lnTo>
                <a:lnTo>
                  <a:pt x="942294" y="39963"/>
                </a:lnTo>
                <a:lnTo>
                  <a:pt x="941670" y="39783"/>
                </a:lnTo>
                <a:lnTo>
                  <a:pt x="941038" y="39610"/>
                </a:lnTo>
                <a:lnTo>
                  <a:pt x="940400" y="39446"/>
                </a:lnTo>
                <a:lnTo>
                  <a:pt x="939754" y="39290"/>
                </a:lnTo>
                <a:lnTo>
                  <a:pt x="939100" y="39143"/>
                </a:lnTo>
                <a:lnTo>
                  <a:pt x="938440" y="39003"/>
                </a:lnTo>
                <a:lnTo>
                  <a:pt x="937772" y="38871"/>
                </a:lnTo>
                <a:lnTo>
                  <a:pt x="937099" y="38744"/>
                </a:lnTo>
                <a:lnTo>
                  <a:pt x="936421" y="38623"/>
                </a:lnTo>
                <a:lnTo>
                  <a:pt x="935736" y="38507"/>
                </a:lnTo>
                <a:lnTo>
                  <a:pt x="935046" y="38397"/>
                </a:lnTo>
                <a:lnTo>
                  <a:pt x="934350" y="38293"/>
                </a:lnTo>
                <a:lnTo>
                  <a:pt x="933648" y="38194"/>
                </a:lnTo>
                <a:lnTo>
                  <a:pt x="932940" y="38101"/>
                </a:lnTo>
                <a:lnTo>
                  <a:pt x="932227" y="38014"/>
                </a:lnTo>
                <a:lnTo>
                  <a:pt x="931508" y="37932"/>
                </a:lnTo>
                <a:lnTo>
                  <a:pt x="930783" y="37856"/>
                </a:lnTo>
                <a:lnTo>
                  <a:pt x="930053" y="37785"/>
                </a:lnTo>
                <a:lnTo>
                  <a:pt x="929316" y="37720"/>
                </a:lnTo>
                <a:lnTo>
                  <a:pt x="928574" y="37661"/>
                </a:lnTo>
                <a:lnTo>
                  <a:pt x="927827" y="37607"/>
                </a:lnTo>
                <a:lnTo>
                  <a:pt x="927073" y="37560"/>
                </a:lnTo>
                <a:lnTo>
                  <a:pt x="926314" y="37517"/>
                </a:lnTo>
                <a:lnTo>
                  <a:pt x="925549" y="37481"/>
                </a:lnTo>
                <a:lnTo>
                  <a:pt x="924778" y="37450"/>
                </a:lnTo>
                <a:lnTo>
                  <a:pt x="924001" y="37424"/>
                </a:lnTo>
                <a:lnTo>
                  <a:pt x="923219" y="37404"/>
                </a:lnTo>
                <a:lnTo>
                  <a:pt x="922431" y="37390"/>
                </a:lnTo>
                <a:lnTo>
                  <a:pt x="921637" y="37382"/>
                </a:lnTo>
                <a:lnTo>
                  <a:pt x="920837" y="37379"/>
                </a:lnTo>
                <a:lnTo>
                  <a:pt x="919747" y="37385"/>
                </a:lnTo>
                <a:lnTo>
                  <a:pt x="918668" y="37402"/>
                </a:lnTo>
                <a:lnTo>
                  <a:pt x="917599" y="37431"/>
                </a:lnTo>
                <a:lnTo>
                  <a:pt x="916542" y="37472"/>
                </a:lnTo>
                <a:lnTo>
                  <a:pt x="915495" y="37525"/>
                </a:lnTo>
                <a:lnTo>
                  <a:pt x="914460" y="37589"/>
                </a:lnTo>
                <a:lnTo>
                  <a:pt x="913435" y="37664"/>
                </a:lnTo>
                <a:lnTo>
                  <a:pt x="912422" y="37752"/>
                </a:lnTo>
                <a:lnTo>
                  <a:pt x="911419" y="37851"/>
                </a:lnTo>
                <a:lnTo>
                  <a:pt x="910427" y="37962"/>
                </a:lnTo>
                <a:lnTo>
                  <a:pt x="909447" y="38084"/>
                </a:lnTo>
                <a:lnTo>
                  <a:pt x="908477" y="38218"/>
                </a:lnTo>
                <a:lnTo>
                  <a:pt x="907518" y="38364"/>
                </a:lnTo>
                <a:lnTo>
                  <a:pt x="906570" y="38521"/>
                </a:lnTo>
                <a:lnTo>
                  <a:pt x="905634" y="38690"/>
                </a:lnTo>
                <a:lnTo>
                  <a:pt x="904708" y="38870"/>
                </a:lnTo>
                <a:lnTo>
                  <a:pt x="903793" y="39063"/>
                </a:lnTo>
                <a:lnTo>
                  <a:pt x="902889" y="39266"/>
                </a:lnTo>
                <a:lnTo>
                  <a:pt x="901996" y="39482"/>
                </a:lnTo>
                <a:lnTo>
                  <a:pt x="901114" y="39709"/>
                </a:lnTo>
                <a:lnTo>
                  <a:pt x="900243" y="39948"/>
                </a:lnTo>
                <a:lnTo>
                  <a:pt x="899383" y="40199"/>
                </a:lnTo>
                <a:lnTo>
                  <a:pt x="898534" y="40461"/>
                </a:lnTo>
                <a:lnTo>
                  <a:pt x="897696" y="40734"/>
                </a:lnTo>
                <a:lnTo>
                  <a:pt x="896870" y="41022"/>
                </a:lnTo>
                <a:lnTo>
                  <a:pt x="896060" y="41324"/>
                </a:lnTo>
                <a:lnTo>
                  <a:pt x="895266" y="41641"/>
                </a:lnTo>
                <a:lnTo>
                  <a:pt x="894486" y="41973"/>
                </a:lnTo>
                <a:lnTo>
                  <a:pt x="893721" y="42319"/>
                </a:lnTo>
                <a:lnTo>
                  <a:pt x="892971" y="42681"/>
                </a:lnTo>
                <a:lnTo>
                  <a:pt x="892237" y="43058"/>
                </a:lnTo>
                <a:lnTo>
                  <a:pt x="891517" y="43450"/>
                </a:lnTo>
                <a:lnTo>
                  <a:pt x="890813" y="43856"/>
                </a:lnTo>
                <a:lnTo>
                  <a:pt x="890124" y="44278"/>
                </a:lnTo>
                <a:lnTo>
                  <a:pt x="889450" y="44714"/>
                </a:lnTo>
                <a:lnTo>
                  <a:pt x="888791" y="45166"/>
                </a:lnTo>
                <a:lnTo>
                  <a:pt x="888147" y="45632"/>
                </a:lnTo>
                <a:lnTo>
                  <a:pt x="887518" y="46114"/>
                </a:lnTo>
                <a:lnTo>
                  <a:pt x="886904" y="46610"/>
                </a:lnTo>
                <a:lnTo>
                  <a:pt x="886306" y="47121"/>
                </a:lnTo>
                <a:lnTo>
                  <a:pt x="885722" y="47647"/>
                </a:lnTo>
                <a:lnTo>
                  <a:pt x="885154" y="48188"/>
                </a:lnTo>
                <a:lnTo>
                  <a:pt x="884601" y="48744"/>
                </a:lnTo>
                <a:lnTo>
                  <a:pt x="884062" y="49315"/>
                </a:lnTo>
                <a:lnTo>
                  <a:pt x="883539" y="49901"/>
                </a:lnTo>
                <a:lnTo>
                  <a:pt x="883031" y="50502"/>
                </a:lnTo>
                <a:lnTo>
                  <a:pt x="882538" y="51118"/>
                </a:lnTo>
                <a:lnTo>
                  <a:pt x="882061" y="51749"/>
                </a:lnTo>
                <a:lnTo>
                  <a:pt x="881600" y="52396"/>
                </a:lnTo>
                <a:lnTo>
                  <a:pt x="881159" y="53063"/>
                </a:lnTo>
                <a:lnTo>
                  <a:pt x="880738" y="53748"/>
                </a:lnTo>
                <a:lnTo>
                  <a:pt x="880336" y="54452"/>
                </a:lnTo>
                <a:lnTo>
                  <a:pt x="879954" y="55175"/>
                </a:lnTo>
                <a:lnTo>
                  <a:pt x="879592" y="55918"/>
                </a:lnTo>
                <a:lnTo>
                  <a:pt x="879249" y="56679"/>
                </a:lnTo>
                <a:lnTo>
                  <a:pt x="878925" y="57458"/>
                </a:lnTo>
                <a:lnTo>
                  <a:pt x="878622" y="58257"/>
                </a:lnTo>
                <a:lnTo>
                  <a:pt x="878338" y="59075"/>
                </a:lnTo>
                <a:lnTo>
                  <a:pt x="878073" y="59912"/>
                </a:lnTo>
                <a:lnTo>
                  <a:pt x="877828" y="60768"/>
                </a:lnTo>
                <a:lnTo>
                  <a:pt x="877603" y="61642"/>
                </a:lnTo>
                <a:lnTo>
                  <a:pt x="877397" y="62536"/>
                </a:lnTo>
                <a:lnTo>
                  <a:pt x="877211" y="63448"/>
                </a:lnTo>
                <a:lnTo>
                  <a:pt x="877044" y="64380"/>
                </a:lnTo>
                <a:lnTo>
                  <a:pt x="876898" y="65330"/>
                </a:lnTo>
                <a:lnTo>
                  <a:pt x="876770" y="66299"/>
                </a:lnTo>
                <a:lnTo>
                  <a:pt x="876662" y="67288"/>
                </a:lnTo>
                <a:lnTo>
                  <a:pt x="876574" y="68295"/>
                </a:lnTo>
                <a:lnTo>
                  <a:pt x="876506" y="69321"/>
                </a:lnTo>
                <a:lnTo>
                  <a:pt x="876457" y="70366"/>
                </a:lnTo>
                <a:lnTo>
                  <a:pt x="876427" y="71430"/>
                </a:lnTo>
                <a:lnTo>
                  <a:pt x="876417" y="72513"/>
                </a:lnTo>
                <a:lnTo>
                  <a:pt x="902096" y="72513"/>
                </a:lnTo>
                <a:lnTo>
                  <a:pt x="902105" y="71777"/>
                </a:lnTo>
                <a:lnTo>
                  <a:pt x="902133" y="71058"/>
                </a:lnTo>
                <a:lnTo>
                  <a:pt x="902179" y="70356"/>
                </a:lnTo>
                <a:lnTo>
                  <a:pt x="902243" y="69672"/>
                </a:lnTo>
                <a:lnTo>
                  <a:pt x="902325" y="69005"/>
                </a:lnTo>
                <a:lnTo>
                  <a:pt x="902426" y="68355"/>
                </a:lnTo>
                <a:lnTo>
                  <a:pt x="902545" y="67722"/>
                </a:lnTo>
                <a:lnTo>
                  <a:pt x="902683" y="67106"/>
                </a:lnTo>
                <a:lnTo>
                  <a:pt x="902839" y="66508"/>
                </a:lnTo>
                <a:lnTo>
                  <a:pt x="903013" y="65927"/>
                </a:lnTo>
                <a:lnTo>
                  <a:pt x="903205" y="65362"/>
                </a:lnTo>
                <a:lnTo>
                  <a:pt x="903416" y="64816"/>
                </a:lnTo>
                <a:lnTo>
                  <a:pt x="903646" y="64286"/>
                </a:lnTo>
                <a:lnTo>
                  <a:pt x="903893" y="63773"/>
                </a:lnTo>
                <a:lnTo>
                  <a:pt x="904159" y="63278"/>
                </a:lnTo>
                <a:lnTo>
                  <a:pt x="904443" y="62800"/>
                </a:lnTo>
                <a:lnTo>
                  <a:pt x="904746" y="62339"/>
                </a:lnTo>
                <a:lnTo>
                  <a:pt x="905067" y="61895"/>
                </a:lnTo>
                <a:lnTo>
                  <a:pt x="905406" y="61468"/>
                </a:lnTo>
                <a:lnTo>
                  <a:pt x="905763" y="61059"/>
                </a:lnTo>
                <a:lnTo>
                  <a:pt x="906139" y="60666"/>
                </a:lnTo>
                <a:lnTo>
                  <a:pt x="906533" y="60291"/>
                </a:lnTo>
                <a:lnTo>
                  <a:pt x="906946" y="59933"/>
                </a:lnTo>
                <a:lnTo>
                  <a:pt x="907377" y="59592"/>
                </a:lnTo>
                <a:lnTo>
                  <a:pt x="907822" y="59267"/>
                </a:lnTo>
                <a:lnTo>
                  <a:pt x="908277" y="58955"/>
                </a:lnTo>
                <a:lnTo>
                  <a:pt x="908742" y="58657"/>
                </a:lnTo>
                <a:lnTo>
                  <a:pt x="909218" y="58373"/>
                </a:lnTo>
                <a:lnTo>
                  <a:pt x="909703" y="58103"/>
                </a:lnTo>
                <a:lnTo>
                  <a:pt x="910198" y="57847"/>
                </a:lnTo>
                <a:lnTo>
                  <a:pt x="910704" y="57604"/>
                </a:lnTo>
                <a:lnTo>
                  <a:pt x="911219" y="57376"/>
                </a:lnTo>
                <a:lnTo>
                  <a:pt x="911745" y="57161"/>
                </a:lnTo>
                <a:lnTo>
                  <a:pt x="912281" y="56960"/>
                </a:lnTo>
                <a:lnTo>
                  <a:pt x="912827" y="56773"/>
                </a:lnTo>
                <a:lnTo>
                  <a:pt x="913382" y="56600"/>
                </a:lnTo>
                <a:lnTo>
                  <a:pt x="913948" y="56441"/>
                </a:lnTo>
                <a:lnTo>
                  <a:pt x="914524" y="56295"/>
                </a:lnTo>
                <a:lnTo>
                  <a:pt x="915110" y="56164"/>
                </a:lnTo>
                <a:lnTo>
                  <a:pt x="915706" y="56046"/>
                </a:lnTo>
                <a:lnTo>
                  <a:pt x="916312" y="55942"/>
                </a:lnTo>
                <a:lnTo>
                  <a:pt x="916929" y="55852"/>
                </a:lnTo>
                <a:lnTo>
                  <a:pt x="917555" y="55776"/>
                </a:lnTo>
                <a:lnTo>
                  <a:pt x="918191" y="55713"/>
                </a:lnTo>
                <a:lnTo>
                  <a:pt x="918838" y="55665"/>
                </a:lnTo>
                <a:lnTo>
                  <a:pt x="919494" y="55630"/>
                </a:lnTo>
                <a:lnTo>
                  <a:pt x="920161" y="55610"/>
                </a:lnTo>
                <a:lnTo>
                  <a:pt x="920837" y="55603"/>
                </a:lnTo>
                <a:lnTo>
                  <a:pt x="921454" y="55609"/>
                </a:lnTo>
                <a:lnTo>
                  <a:pt x="922061" y="55629"/>
                </a:lnTo>
                <a:lnTo>
                  <a:pt x="922658" y="55661"/>
                </a:lnTo>
                <a:lnTo>
                  <a:pt x="923246" y="55707"/>
                </a:lnTo>
                <a:lnTo>
                  <a:pt x="923825" y="55765"/>
                </a:lnTo>
                <a:lnTo>
                  <a:pt x="924393" y="55836"/>
                </a:lnTo>
                <a:lnTo>
                  <a:pt x="924953" y="55921"/>
                </a:lnTo>
                <a:lnTo>
                  <a:pt x="925503" y="56018"/>
                </a:lnTo>
                <a:lnTo>
                  <a:pt x="926043" y="56129"/>
                </a:lnTo>
                <a:lnTo>
                  <a:pt x="926574" y="56252"/>
                </a:lnTo>
                <a:lnTo>
                  <a:pt x="927095" y="56388"/>
                </a:lnTo>
                <a:lnTo>
                  <a:pt x="927607" y="56538"/>
                </a:lnTo>
                <a:lnTo>
                  <a:pt x="928109" y="56700"/>
                </a:lnTo>
                <a:lnTo>
                  <a:pt x="928601" y="56875"/>
                </a:lnTo>
                <a:lnTo>
                  <a:pt x="929084" y="57064"/>
                </a:lnTo>
                <a:lnTo>
                  <a:pt x="929558" y="57265"/>
                </a:lnTo>
                <a:lnTo>
                  <a:pt x="930022" y="57479"/>
                </a:lnTo>
                <a:lnTo>
                  <a:pt x="930477" y="57707"/>
                </a:lnTo>
                <a:lnTo>
                  <a:pt x="930922" y="57947"/>
                </a:lnTo>
                <a:lnTo>
                  <a:pt x="931357" y="58200"/>
                </a:lnTo>
                <a:lnTo>
                  <a:pt x="931783" y="58466"/>
                </a:lnTo>
                <a:lnTo>
                  <a:pt x="932199" y="58746"/>
                </a:lnTo>
                <a:lnTo>
                  <a:pt x="932606" y="59038"/>
                </a:lnTo>
                <a:lnTo>
                  <a:pt x="933004" y="59343"/>
                </a:lnTo>
                <a:lnTo>
                  <a:pt x="933388" y="59666"/>
                </a:lnTo>
                <a:lnTo>
                  <a:pt x="933756" y="60011"/>
                </a:lnTo>
                <a:lnTo>
                  <a:pt x="934108" y="60378"/>
                </a:lnTo>
                <a:lnTo>
                  <a:pt x="934443" y="60768"/>
                </a:lnTo>
                <a:lnTo>
                  <a:pt x="934762" y="61180"/>
                </a:lnTo>
                <a:lnTo>
                  <a:pt x="935065" y="61614"/>
                </a:lnTo>
                <a:lnTo>
                  <a:pt x="935351" y="62071"/>
                </a:lnTo>
                <a:lnTo>
                  <a:pt x="935621" y="62549"/>
                </a:lnTo>
                <a:lnTo>
                  <a:pt x="935875" y="63050"/>
                </a:lnTo>
                <a:lnTo>
                  <a:pt x="936112" y="63574"/>
                </a:lnTo>
                <a:lnTo>
                  <a:pt x="936333" y="64119"/>
                </a:lnTo>
                <a:lnTo>
                  <a:pt x="936537" y="64687"/>
                </a:lnTo>
                <a:lnTo>
                  <a:pt x="936725" y="65277"/>
                </a:lnTo>
                <a:lnTo>
                  <a:pt x="936897" y="65889"/>
                </a:lnTo>
                <a:lnTo>
                  <a:pt x="937052" y="66524"/>
                </a:lnTo>
                <a:lnTo>
                  <a:pt x="937191" y="67181"/>
                </a:lnTo>
                <a:lnTo>
                  <a:pt x="937314" y="67860"/>
                </a:lnTo>
                <a:lnTo>
                  <a:pt x="937421" y="68561"/>
                </a:lnTo>
                <a:lnTo>
                  <a:pt x="937510" y="69285"/>
                </a:lnTo>
                <a:lnTo>
                  <a:pt x="937584" y="70031"/>
                </a:lnTo>
                <a:lnTo>
                  <a:pt x="937641" y="70799"/>
                </a:lnTo>
                <a:lnTo>
                  <a:pt x="937682" y="71590"/>
                </a:lnTo>
                <a:lnTo>
                  <a:pt x="937707" y="72402"/>
                </a:lnTo>
                <a:lnTo>
                  <a:pt x="937715" y="73237"/>
                </a:lnTo>
                <a:lnTo>
                  <a:pt x="937715" y="78793"/>
                </a:lnTo>
                <a:lnTo>
                  <a:pt x="936058" y="78832"/>
                </a:lnTo>
                <a:lnTo>
                  <a:pt x="934418" y="78878"/>
                </a:lnTo>
                <a:lnTo>
                  <a:pt x="932796" y="78931"/>
                </a:lnTo>
                <a:lnTo>
                  <a:pt x="931190" y="78992"/>
                </a:lnTo>
                <a:lnTo>
                  <a:pt x="929602" y="79060"/>
                </a:lnTo>
                <a:lnTo>
                  <a:pt x="928030" y="79136"/>
                </a:lnTo>
                <a:lnTo>
                  <a:pt x="926476" y="79219"/>
                </a:lnTo>
                <a:lnTo>
                  <a:pt x="924939" y="79310"/>
                </a:lnTo>
                <a:lnTo>
                  <a:pt x="923419" y="79408"/>
                </a:lnTo>
                <a:lnTo>
                  <a:pt x="921916" y="79513"/>
                </a:lnTo>
                <a:lnTo>
                  <a:pt x="920430" y="79626"/>
                </a:lnTo>
                <a:lnTo>
                  <a:pt x="918961" y="79747"/>
                </a:lnTo>
                <a:lnTo>
                  <a:pt x="917509" y="79875"/>
                </a:lnTo>
                <a:lnTo>
                  <a:pt x="916074" y="80010"/>
                </a:lnTo>
                <a:lnTo>
                  <a:pt x="914656" y="80153"/>
                </a:lnTo>
                <a:lnTo>
                  <a:pt x="913256" y="80303"/>
                </a:lnTo>
                <a:lnTo>
                  <a:pt x="911872" y="80461"/>
                </a:lnTo>
                <a:lnTo>
                  <a:pt x="910506" y="80626"/>
                </a:lnTo>
                <a:lnTo>
                  <a:pt x="909156" y="80798"/>
                </a:lnTo>
                <a:lnTo>
                  <a:pt x="907824" y="80978"/>
                </a:lnTo>
                <a:lnTo>
                  <a:pt x="906509" y="81166"/>
                </a:lnTo>
                <a:lnTo>
                  <a:pt x="905211" y="81361"/>
                </a:lnTo>
                <a:lnTo>
                  <a:pt x="903930" y="81563"/>
                </a:lnTo>
                <a:lnTo>
                  <a:pt x="902666" y="81773"/>
                </a:lnTo>
                <a:lnTo>
                  <a:pt x="901422" y="81995"/>
                </a:lnTo>
                <a:lnTo>
                  <a:pt x="900201" y="82232"/>
                </a:lnTo>
                <a:lnTo>
                  <a:pt x="899004" y="82486"/>
                </a:lnTo>
                <a:lnTo>
                  <a:pt x="897829" y="82755"/>
                </a:lnTo>
                <a:lnTo>
                  <a:pt x="896678" y="83041"/>
                </a:lnTo>
                <a:lnTo>
                  <a:pt x="895550" y="83342"/>
                </a:lnTo>
                <a:lnTo>
                  <a:pt x="894446" y="83659"/>
                </a:lnTo>
                <a:lnTo>
                  <a:pt x="893364" y="83993"/>
                </a:lnTo>
                <a:lnTo>
                  <a:pt x="892306" y="84342"/>
                </a:lnTo>
                <a:lnTo>
                  <a:pt x="891270" y="84708"/>
                </a:lnTo>
                <a:lnTo>
                  <a:pt x="890259" y="85089"/>
                </a:lnTo>
                <a:lnTo>
                  <a:pt x="889270" y="85486"/>
                </a:lnTo>
                <a:lnTo>
                  <a:pt x="888304" y="85899"/>
                </a:lnTo>
                <a:lnTo>
                  <a:pt x="887362" y="86329"/>
                </a:lnTo>
                <a:lnTo>
                  <a:pt x="886443" y="86774"/>
                </a:lnTo>
                <a:lnTo>
                  <a:pt x="885547" y="87235"/>
                </a:lnTo>
                <a:lnTo>
                  <a:pt x="884674" y="87712"/>
                </a:lnTo>
                <a:lnTo>
                  <a:pt x="883824" y="88205"/>
                </a:lnTo>
                <a:lnTo>
                  <a:pt x="882998" y="88714"/>
                </a:lnTo>
                <a:lnTo>
                  <a:pt x="882194" y="89240"/>
                </a:lnTo>
                <a:lnTo>
                  <a:pt x="881414" y="89781"/>
                </a:lnTo>
                <a:lnTo>
                  <a:pt x="880657" y="90338"/>
                </a:lnTo>
                <a:lnTo>
                  <a:pt x="879924" y="90911"/>
                </a:lnTo>
                <a:lnTo>
                  <a:pt x="879213" y="91500"/>
                </a:lnTo>
                <a:lnTo>
                  <a:pt x="878529" y="92109"/>
                </a:lnTo>
                <a:lnTo>
                  <a:pt x="877874" y="92741"/>
                </a:lnTo>
                <a:lnTo>
                  <a:pt x="877247" y="93399"/>
                </a:lnTo>
                <a:lnTo>
                  <a:pt x="876650" y="94080"/>
                </a:lnTo>
                <a:lnTo>
                  <a:pt x="876083" y="94785"/>
                </a:lnTo>
                <a:lnTo>
                  <a:pt x="875544" y="95515"/>
                </a:lnTo>
                <a:lnTo>
                  <a:pt x="875034" y="96268"/>
                </a:lnTo>
                <a:lnTo>
                  <a:pt x="874554" y="97046"/>
                </a:lnTo>
                <a:lnTo>
                  <a:pt x="874102" y="97848"/>
                </a:lnTo>
                <a:lnTo>
                  <a:pt x="873680" y="98674"/>
                </a:lnTo>
                <a:lnTo>
                  <a:pt x="873287" y="99524"/>
                </a:lnTo>
                <a:lnTo>
                  <a:pt x="872923" y="100399"/>
                </a:lnTo>
                <a:lnTo>
                  <a:pt x="872588" y="101297"/>
                </a:lnTo>
                <a:lnTo>
                  <a:pt x="872282" y="102220"/>
                </a:lnTo>
                <a:lnTo>
                  <a:pt x="872006" y="103167"/>
                </a:lnTo>
                <a:lnTo>
                  <a:pt x="871758" y="104138"/>
                </a:lnTo>
                <a:lnTo>
                  <a:pt x="871540" y="105133"/>
                </a:lnTo>
                <a:lnTo>
                  <a:pt x="871350" y="106152"/>
                </a:lnTo>
                <a:lnTo>
                  <a:pt x="871190" y="107195"/>
                </a:lnTo>
                <a:lnTo>
                  <a:pt x="871059" y="108263"/>
                </a:lnTo>
                <a:lnTo>
                  <a:pt x="870957" y="109355"/>
                </a:lnTo>
                <a:lnTo>
                  <a:pt x="870884" y="110471"/>
                </a:lnTo>
                <a:lnTo>
                  <a:pt x="870841" y="111610"/>
                </a:lnTo>
                <a:lnTo>
                  <a:pt x="870826" y="112775"/>
                </a:lnTo>
                <a:lnTo>
                  <a:pt x="870834" y="113614"/>
                </a:lnTo>
                <a:lnTo>
                  <a:pt x="870858" y="114441"/>
                </a:lnTo>
                <a:lnTo>
                  <a:pt x="870898" y="115257"/>
                </a:lnTo>
                <a:lnTo>
                  <a:pt x="870954" y="116061"/>
                </a:lnTo>
                <a:lnTo>
                  <a:pt x="871026" y="116853"/>
                </a:lnTo>
                <a:lnTo>
                  <a:pt x="871114" y="117633"/>
                </a:lnTo>
                <a:lnTo>
                  <a:pt x="871218" y="118401"/>
                </a:lnTo>
                <a:lnTo>
                  <a:pt x="871338" y="119158"/>
                </a:lnTo>
                <a:lnTo>
                  <a:pt x="871474" y="119903"/>
                </a:lnTo>
                <a:lnTo>
                  <a:pt x="871626" y="120636"/>
                </a:lnTo>
                <a:lnTo>
                  <a:pt x="871794" y="121357"/>
                </a:lnTo>
                <a:lnTo>
                  <a:pt x="871978" y="122067"/>
                </a:lnTo>
                <a:lnTo>
                  <a:pt x="872178" y="122765"/>
                </a:lnTo>
                <a:lnTo>
                  <a:pt x="872394" y="123450"/>
                </a:lnTo>
                <a:lnTo>
                  <a:pt x="872626" y="124125"/>
                </a:lnTo>
                <a:lnTo>
                  <a:pt x="872874" y="124787"/>
                </a:lnTo>
                <a:lnTo>
                  <a:pt x="873138" y="125438"/>
                </a:lnTo>
                <a:lnTo>
                  <a:pt x="873418" y="126076"/>
                </a:lnTo>
                <a:lnTo>
                  <a:pt x="873714" y="126703"/>
                </a:lnTo>
                <a:lnTo>
                  <a:pt x="874026" y="127319"/>
                </a:lnTo>
                <a:lnTo>
                  <a:pt x="874354" y="127922"/>
                </a:lnTo>
                <a:lnTo>
                  <a:pt x="874698" y="128514"/>
                </a:lnTo>
                <a:lnTo>
                  <a:pt x="875058" y="129094"/>
                </a:lnTo>
                <a:lnTo>
                  <a:pt x="875434" y="129662"/>
                </a:lnTo>
                <a:lnTo>
                  <a:pt x="875823" y="130218"/>
                </a:lnTo>
                <a:lnTo>
                  <a:pt x="876222" y="130762"/>
                </a:lnTo>
                <a:lnTo>
                  <a:pt x="876630" y="131295"/>
                </a:lnTo>
                <a:lnTo>
                  <a:pt x="877049" y="131815"/>
                </a:lnTo>
                <a:lnTo>
                  <a:pt x="877477" y="132324"/>
                </a:lnTo>
                <a:lnTo>
                  <a:pt x="877916" y="132821"/>
                </a:lnTo>
                <a:lnTo>
                  <a:pt x="878364" y="133306"/>
                </a:lnTo>
                <a:lnTo>
                  <a:pt x="878822" y="133780"/>
                </a:lnTo>
                <a:lnTo>
                  <a:pt x="879290" y="134241"/>
                </a:lnTo>
                <a:lnTo>
                  <a:pt x="879768" y="134691"/>
                </a:lnTo>
                <a:lnTo>
                  <a:pt x="880256" y="135129"/>
                </a:lnTo>
                <a:lnTo>
                  <a:pt x="880753" y="135556"/>
                </a:lnTo>
                <a:lnTo>
                  <a:pt x="881261" y="135970"/>
                </a:lnTo>
                <a:lnTo>
                  <a:pt x="881778" y="136373"/>
                </a:lnTo>
                <a:lnTo>
                  <a:pt x="882306" y="136764"/>
                </a:lnTo>
                <a:lnTo>
                  <a:pt x="882843" y="137143"/>
                </a:lnTo>
                <a:lnTo>
                  <a:pt x="883390" y="137510"/>
                </a:lnTo>
                <a:lnTo>
                  <a:pt x="883947" y="137866"/>
                </a:lnTo>
                <a:lnTo>
                  <a:pt x="884514" y="138209"/>
                </a:lnTo>
                <a:lnTo>
                  <a:pt x="885091" y="138541"/>
                </a:lnTo>
                <a:lnTo>
                  <a:pt x="885677" y="138861"/>
                </a:lnTo>
                <a:lnTo>
                  <a:pt x="886274" y="139170"/>
                </a:lnTo>
                <a:lnTo>
                  <a:pt x="886880" y="139466"/>
                </a:lnTo>
                <a:lnTo>
                  <a:pt x="887497" y="139751"/>
                </a:lnTo>
                <a:lnTo>
                  <a:pt x="888120" y="140024"/>
                </a:lnTo>
                <a:lnTo>
                  <a:pt x="888747" y="140285"/>
                </a:lnTo>
                <a:lnTo>
                  <a:pt x="889378" y="140535"/>
                </a:lnTo>
                <a:lnTo>
                  <a:pt x="890013" y="140773"/>
                </a:lnTo>
                <a:lnTo>
                  <a:pt x="890652" y="141000"/>
                </a:lnTo>
                <a:lnTo>
                  <a:pt x="891295" y="141215"/>
                </a:lnTo>
                <a:lnTo>
                  <a:pt x="891942" y="141418"/>
                </a:lnTo>
                <a:lnTo>
                  <a:pt x="892593" y="141610"/>
                </a:lnTo>
                <a:lnTo>
                  <a:pt x="893248" y="141790"/>
                </a:lnTo>
                <a:lnTo>
                  <a:pt x="893907" y="141958"/>
                </a:lnTo>
                <a:lnTo>
                  <a:pt x="894570" y="142115"/>
                </a:lnTo>
                <a:lnTo>
                  <a:pt x="895236" y="142260"/>
                </a:lnTo>
                <a:lnTo>
                  <a:pt x="895907" y="142394"/>
                </a:lnTo>
                <a:lnTo>
                  <a:pt x="896582" y="142516"/>
                </a:lnTo>
                <a:lnTo>
                  <a:pt x="897260" y="142626"/>
                </a:lnTo>
                <a:lnTo>
                  <a:pt x="897943" y="142725"/>
                </a:lnTo>
                <a:lnTo>
                  <a:pt x="898629" y="142812"/>
                </a:lnTo>
                <a:lnTo>
                  <a:pt x="899320" y="142887"/>
                </a:lnTo>
                <a:lnTo>
                  <a:pt x="900014" y="142951"/>
                </a:lnTo>
                <a:lnTo>
                  <a:pt x="900713" y="143004"/>
                </a:lnTo>
                <a:lnTo>
                  <a:pt x="901415" y="143044"/>
                </a:lnTo>
                <a:lnTo>
                  <a:pt x="902121" y="143073"/>
                </a:lnTo>
                <a:lnTo>
                  <a:pt x="902832" y="143091"/>
                </a:lnTo>
                <a:lnTo>
                  <a:pt x="903546" y="143097"/>
                </a:lnTo>
                <a:lnTo>
                  <a:pt x="904465" y="143090"/>
                </a:lnTo>
                <a:lnTo>
                  <a:pt x="905374" y="143070"/>
                </a:lnTo>
                <a:lnTo>
                  <a:pt x="906275" y="143037"/>
                </a:lnTo>
                <a:lnTo>
                  <a:pt x="907167" y="142992"/>
                </a:lnTo>
                <a:close/>
                <a:moveTo>
                  <a:pt x="910513" y="124164"/>
                </a:moveTo>
                <a:lnTo>
                  <a:pt x="910023" y="124114"/>
                </a:lnTo>
                <a:lnTo>
                  <a:pt x="909542" y="124053"/>
                </a:lnTo>
                <a:lnTo>
                  <a:pt x="909068" y="123982"/>
                </a:lnTo>
                <a:lnTo>
                  <a:pt x="908602" y="123899"/>
                </a:lnTo>
                <a:lnTo>
                  <a:pt x="908145" y="123806"/>
                </a:lnTo>
                <a:lnTo>
                  <a:pt x="907695" y="123701"/>
                </a:lnTo>
                <a:lnTo>
                  <a:pt x="907254" y="123586"/>
                </a:lnTo>
                <a:lnTo>
                  <a:pt x="906820" y="123459"/>
                </a:lnTo>
                <a:lnTo>
                  <a:pt x="906395" y="123321"/>
                </a:lnTo>
                <a:lnTo>
                  <a:pt x="905978" y="123173"/>
                </a:lnTo>
                <a:lnTo>
                  <a:pt x="905569" y="123013"/>
                </a:lnTo>
                <a:lnTo>
                  <a:pt x="905168" y="122842"/>
                </a:lnTo>
                <a:lnTo>
                  <a:pt x="904775" y="122661"/>
                </a:lnTo>
                <a:lnTo>
                  <a:pt x="904390" y="122468"/>
                </a:lnTo>
                <a:lnTo>
                  <a:pt x="904014" y="122264"/>
                </a:lnTo>
                <a:lnTo>
                  <a:pt x="903645" y="122050"/>
                </a:lnTo>
                <a:lnTo>
                  <a:pt x="903284" y="121824"/>
                </a:lnTo>
                <a:lnTo>
                  <a:pt x="902932" y="121587"/>
                </a:lnTo>
                <a:lnTo>
                  <a:pt x="902588" y="121339"/>
                </a:lnTo>
                <a:lnTo>
                  <a:pt x="902251" y="121081"/>
                </a:lnTo>
                <a:lnTo>
                  <a:pt x="901926" y="120811"/>
                </a:lnTo>
                <a:lnTo>
                  <a:pt x="901615" y="120529"/>
                </a:lnTo>
                <a:lnTo>
                  <a:pt x="901317" y="120235"/>
                </a:lnTo>
                <a:lnTo>
                  <a:pt x="901033" y="119930"/>
                </a:lnTo>
                <a:lnTo>
                  <a:pt x="900763" y="119613"/>
                </a:lnTo>
                <a:lnTo>
                  <a:pt x="900507" y="119284"/>
                </a:lnTo>
                <a:lnTo>
                  <a:pt x="900265" y="118943"/>
                </a:lnTo>
                <a:lnTo>
                  <a:pt x="900037" y="118591"/>
                </a:lnTo>
                <a:lnTo>
                  <a:pt x="899822" y="118226"/>
                </a:lnTo>
                <a:lnTo>
                  <a:pt x="899622" y="117851"/>
                </a:lnTo>
                <a:lnTo>
                  <a:pt x="899435" y="117463"/>
                </a:lnTo>
                <a:lnTo>
                  <a:pt x="899262" y="117064"/>
                </a:lnTo>
                <a:lnTo>
                  <a:pt x="899102" y="116652"/>
                </a:lnTo>
                <a:lnTo>
                  <a:pt x="898957" y="116229"/>
                </a:lnTo>
                <a:lnTo>
                  <a:pt x="898826" y="115795"/>
                </a:lnTo>
                <a:lnTo>
                  <a:pt x="898708" y="115348"/>
                </a:lnTo>
                <a:lnTo>
                  <a:pt x="898604" y="114890"/>
                </a:lnTo>
                <a:lnTo>
                  <a:pt x="898514" y="114420"/>
                </a:lnTo>
                <a:lnTo>
                  <a:pt x="898438" y="113939"/>
                </a:lnTo>
                <a:lnTo>
                  <a:pt x="898376" y="113445"/>
                </a:lnTo>
                <a:lnTo>
                  <a:pt x="898327" y="112940"/>
                </a:lnTo>
                <a:lnTo>
                  <a:pt x="898293" y="112423"/>
                </a:lnTo>
                <a:lnTo>
                  <a:pt x="898272" y="111895"/>
                </a:lnTo>
                <a:lnTo>
                  <a:pt x="898265" y="111354"/>
                </a:lnTo>
                <a:lnTo>
                  <a:pt x="898280" y="110605"/>
                </a:lnTo>
                <a:lnTo>
                  <a:pt x="898325" y="109874"/>
                </a:lnTo>
                <a:lnTo>
                  <a:pt x="898401" y="109159"/>
                </a:lnTo>
                <a:lnTo>
                  <a:pt x="898507" y="108463"/>
                </a:lnTo>
                <a:lnTo>
                  <a:pt x="898643" y="107784"/>
                </a:lnTo>
                <a:lnTo>
                  <a:pt x="898809" y="107122"/>
                </a:lnTo>
                <a:lnTo>
                  <a:pt x="899005" y="106477"/>
                </a:lnTo>
                <a:lnTo>
                  <a:pt x="899231" y="105850"/>
                </a:lnTo>
                <a:lnTo>
                  <a:pt x="899488" y="105241"/>
                </a:lnTo>
                <a:lnTo>
                  <a:pt x="899775" y="104649"/>
                </a:lnTo>
                <a:lnTo>
                  <a:pt x="900092" y="104074"/>
                </a:lnTo>
                <a:lnTo>
                  <a:pt x="900439" y="103517"/>
                </a:lnTo>
                <a:lnTo>
                  <a:pt x="900817" y="102977"/>
                </a:lnTo>
                <a:lnTo>
                  <a:pt x="901225" y="102455"/>
                </a:lnTo>
                <a:lnTo>
                  <a:pt x="901663" y="101950"/>
                </a:lnTo>
                <a:lnTo>
                  <a:pt x="902131" y="101463"/>
                </a:lnTo>
                <a:lnTo>
                  <a:pt x="902629" y="100993"/>
                </a:lnTo>
                <a:lnTo>
                  <a:pt x="903157" y="100540"/>
                </a:lnTo>
                <a:lnTo>
                  <a:pt x="903716" y="100105"/>
                </a:lnTo>
                <a:lnTo>
                  <a:pt x="904305" y="99688"/>
                </a:lnTo>
                <a:lnTo>
                  <a:pt x="904924" y="99287"/>
                </a:lnTo>
                <a:lnTo>
                  <a:pt x="905573" y="98904"/>
                </a:lnTo>
                <a:lnTo>
                  <a:pt x="906253" y="98539"/>
                </a:lnTo>
                <a:lnTo>
                  <a:pt x="906963" y="98191"/>
                </a:lnTo>
                <a:lnTo>
                  <a:pt x="907710" y="97859"/>
                </a:lnTo>
                <a:lnTo>
                  <a:pt x="908503" y="97540"/>
                </a:lnTo>
                <a:lnTo>
                  <a:pt x="909341" y="97235"/>
                </a:lnTo>
                <a:lnTo>
                  <a:pt x="910224" y="96944"/>
                </a:lnTo>
                <a:lnTo>
                  <a:pt x="911153" y="96667"/>
                </a:lnTo>
                <a:lnTo>
                  <a:pt x="912127" y="96404"/>
                </a:lnTo>
                <a:lnTo>
                  <a:pt x="913146" y="96154"/>
                </a:lnTo>
                <a:lnTo>
                  <a:pt x="914211" y="95918"/>
                </a:lnTo>
                <a:lnTo>
                  <a:pt x="915321" y="95696"/>
                </a:lnTo>
                <a:lnTo>
                  <a:pt x="916476" y="95487"/>
                </a:lnTo>
                <a:lnTo>
                  <a:pt x="917676" y="95293"/>
                </a:lnTo>
                <a:lnTo>
                  <a:pt x="918922" y="95112"/>
                </a:lnTo>
                <a:lnTo>
                  <a:pt x="920213" y="94944"/>
                </a:lnTo>
                <a:lnTo>
                  <a:pt x="921549" y="94791"/>
                </a:lnTo>
                <a:lnTo>
                  <a:pt x="922931" y="94651"/>
                </a:lnTo>
                <a:lnTo>
                  <a:pt x="924358" y="94525"/>
                </a:lnTo>
                <a:lnTo>
                  <a:pt x="925830" y="94413"/>
                </a:lnTo>
                <a:lnTo>
                  <a:pt x="927348" y="94315"/>
                </a:lnTo>
                <a:lnTo>
                  <a:pt x="928911" y="94230"/>
                </a:lnTo>
                <a:lnTo>
                  <a:pt x="930519" y="94160"/>
                </a:lnTo>
                <a:lnTo>
                  <a:pt x="932172" y="94102"/>
                </a:lnTo>
                <a:lnTo>
                  <a:pt x="933871" y="94059"/>
                </a:lnTo>
                <a:lnTo>
                  <a:pt x="935615" y="94030"/>
                </a:lnTo>
                <a:lnTo>
                  <a:pt x="937404" y="94014"/>
                </a:lnTo>
                <a:lnTo>
                  <a:pt x="937404" y="110720"/>
                </a:lnTo>
                <a:lnTo>
                  <a:pt x="937072" y="111158"/>
                </a:lnTo>
                <a:lnTo>
                  <a:pt x="936730" y="111593"/>
                </a:lnTo>
                <a:lnTo>
                  <a:pt x="936379" y="112023"/>
                </a:lnTo>
                <a:lnTo>
                  <a:pt x="936019" y="112449"/>
                </a:lnTo>
                <a:lnTo>
                  <a:pt x="935650" y="112871"/>
                </a:lnTo>
                <a:lnTo>
                  <a:pt x="935272" y="113289"/>
                </a:lnTo>
                <a:lnTo>
                  <a:pt x="934885" y="113704"/>
                </a:lnTo>
                <a:lnTo>
                  <a:pt x="934488" y="114114"/>
                </a:lnTo>
                <a:lnTo>
                  <a:pt x="934082" y="114520"/>
                </a:lnTo>
                <a:lnTo>
                  <a:pt x="933667" y="114922"/>
                </a:lnTo>
                <a:lnTo>
                  <a:pt x="933243" y="115320"/>
                </a:lnTo>
                <a:lnTo>
                  <a:pt x="932810" y="115714"/>
                </a:lnTo>
                <a:lnTo>
                  <a:pt x="932367" y="116104"/>
                </a:lnTo>
                <a:lnTo>
                  <a:pt x="931915" y="116490"/>
                </a:lnTo>
                <a:lnTo>
                  <a:pt x="931455" y="116872"/>
                </a:lnTo>
                <a:lnTo>
                  <a:pt x="930985" y="117250"/>
                </a:lnTo>
                <a:lnTo>
                  <a:pt x="930505" y="117624"/>
                </a:lnTo>
                <a:lnTo>
                  <a:pt x="930017" y="117994"/>
                </a:lnTo>
                <a:lnTo>
                  <a:pt x="929520" y="118360"/>
                </a:lnTo>
                <a:lnTo>
                  <a:pt x="929013" y="118722"/>
                </a:lnTo>
                <a:lnTo>
                  <a:pt x="928497" y="119080"/>
                </a:lnTo>
                <a:lnTo>
                  <a:pt x="927972" y="119434"/>
                </a:lnTo>
                <a:lnTo>
                  <a:pt x="927438" y="119784"/>
                </a:lnTo>
                <a:lnTo>
                  <a:pt x="926895" y="120129"/>
                </a:lnTo>
                <a:lnTo>
                  <a:pt x="926345" y="120466"/>
                </a:lnTo>
                <a:lnTo>
                  <a:pt x="925791" y="120788"/>
                </a:lnTo>
                <a:lnTo>
                  <a:pt x="925232" y="121096"/>
                </a:lnTo>
                <a:lnTo>
                  <a:pt x="924670" y="121389"/>
                </a:lnTo>
                <a:lnTo>
                  <a:pt x="924103" y="121668"/>
                </a:lnTo>
                <a:lnTo>
                  <a:pt x="923533" y="121933"/>
                </a:lnTo>
                <a:lnTo>
                  <a:pt x="922958" y="122183"/>
                </a:lnTo>
                <a:lnTo>
                  <a:pt x="922379" y="122420"/>
                </a:lnTo>
                <a:lnTo>
                  <a:pt x="921796" y="122641"/>
                </a:lnTo>
                <a:lnTo>
                  <a:pt x="921209" y="122849"/>
                </a:lnTo>
                <a:lnTo>
                  <a:pt x="920617" y="123042"/>
                </a:lnTo>
                <a:lnTo>
                  <a:pt x="920022" y="123221"/>
                </a:lnTo>
                <a:lnTo>
                  <a:pt x="919422" y="123386"/>
                </a:lnTo>
                <a:lnTo>
                  <a:pt x="918819" y="123536"/>
                </a:lnTo>
                <a:lnTo>
                  <a:pt x="918211" y="123672"/>
                </a:lnTo>
                <a:lnTo>
                  <a:pt x="917599" y="123794"/>
                </a:lnTo>
                <a:lnTo>
                  <a:pt x="916983" y="123901"/>
                </a:lnTo>
                <a:lnTo>
                  <a:pt x="916362" y="123994"/>
                </a:lnTo>
                <a:lnTo>
                  <a:pt x="915738" y="124073"/>
                </a:lnTo>
                <a:lnTo>
                  <a:pt x="915109" y="124137"/>
                </a:lnTo>
                <a:lnTo>
                  <a:pt x="914477" y="124187"/>
                </a:lnTo>
                <a:lnTo>
                  <a:pt x="913840" y="124223"/>
                </a:lnTo>
                <a:lnTo>
                  <a:pt x="913199" y="124245"/>
                </a:lnTo>
                <a:lnTo>
                  <a:pt x="912554" y="124252"/>
                </a:lnTo>
                <a:lnTo>
                  <a:pt x="912032" y="124246"/>
                </a:lnTo>
                <a:lnTo>
                  <a:pt x="911517" y="124230"/>
                </a:lnTo>
                <a:lnTo>
                  <a:pt x="911011" y="124202"/>
                </a:lnTo>
                <a:lnTo>
                  <a:pt x="910513" y="1241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BCE5A-B5B9-4BC4-BD45-2FA9624B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683" y="2823504"/>
            <a:ext cx="810055" cy="106028"/>
          </a:xfrm>
          <a:custGeom xmlns:a="http://schemas.openxmlformats.org/drawingml/2006/main">
            <a:pathLst>
              <a:path w="810055" h="106028">
                <a:moveTo>
                  <a:pt x="0" y="39761"/>
                </a:moveTo>
                <a:lnTo>
                  <a:pt x="0" y="66268"/>
                </a:lnTo>
                <a:lnTo>
                  <a:pt x="704027" y="66268"/>
                </a:lnTo>
                <a:lnTo>
                  <a:pt x="704027" y="106028"/>
                </a:lnTo>
                <a:lnTo>
                  <a:pt x="810055" y="53014"/>
                </a:lnTo>
                <a:lnTo>
                  <a:pt x="704027" y="0"/>
                </a:lnTo>
                <a:lnTo>
                  <a:pt x="704027" y="39761"/>
                </a:lnTo>
                <a:lnTo>
                  <a:pt x="0" y="39761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74B32-5620-43AB-830F-5F1F28EB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697" y="2982547"/>
            <a:ext cx="810055" cy="106028"/>
          </a:xfrm>
          <a:custGeom xmlns:a="http://schemas.openxmlformats.org/drawingml/2006/main">
            <a:pathLst>
              <a:path w="810055" h="106028">
                <a:moveTo>
                  <a:pt x="106028" y="0"/>
                </a:moveTo>
                <a:lnTo>
                  <a:pt x="0" y="53014"/>
                </a:lnTo>
                <a:lnTo>
                  <a:pt x="106028" y="106028"/>
                </a:lnTo>
                <a:lnTo>
                  <a:pt x="106028" y="66268"/>
                </a:lnTo>
                <a:lnTo>
                  <a:pt x="810055" y="66268"/>
                </a:lnTo>
                <a:lnTo>
                  <a:pt x="810055" y="39761"/>
                </a:lnTo>
                <a:lnTo>
                  <a:pt x="106028" y="39761"/>
                </a:lnTo>
                <a:lnTo>
                  <a:pt x="106028" y="0"/>
                </a:ln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E2BB8-6B86-4FBE-8D1D-56C0FB9A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17" y="3159437"/>
            <a:ext cx="106028" cy="1015573"/>
          </a:xfrm>
          <a:custGeom xmlns:a="http://schemas.openxmlformats.org/drawingml/2006/main">
            <a:pathLst>
              <a:path w="106028" h="1015573">
                <a:moveTo>
                  <a:pt x="64324" y="0"/>
                </a:moveTo>
                <a:lnTo>
                  <a:pt x="37817" y="0"/>
                </a:lnTo>
                <a:lnTo>
                  <a:pt x="39723" y="909478"/>
                </a:lnTo>
                <a:lnTo>
                  <a:pt x="0" y="909544"/>
                </a:lnTo>
                <a:lnTo>
                  <a:pt x="53191" y="1015573"/>
                </a:lnTo>
                <a:lnTo>
                  <a:pt x="106028" y="909368"/>
                </a:lnTo>
                <a:lnTo>
                  <a:pt x="66231" y="909434"/>
                </a:lnTo>
                <a:lnTo>
                  <a:pt x="64324" y="0"/>
                </a:ln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6e0d8d5bd4db0"/>
          <a:stretch xmlns:a="http://schemas.openxmlformats.org/drawingml/2006/main"/>
        </p:blipFill>
        <p:spPr>
          <a:xfrm xmlns:a="http://schemas.openxmlformats.org/drawingml/2006/main">
            <a:off x="949895" y="3492612"/>
            <a:ext cx="349115" cy="349115"/>
          </a:xfrm>
          <a:prstGeom xmlns:a="http://schemas.openxmlformats.org/drawingml/2006/main" prst="rect">
            <a:avLst/>
          </a:prstGeom>
        </p:spPr>
      </p:pic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0D389-B645-468E-B812-B891A16A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02" y="2717476"/>
            <a:ext cx="1502595" cy="441961"/>
          </a:xfrm>
          <a:custGeom xmlns:a="http://schemas.openxmlformats.org/drawingml/2006/main">
            <a:pathLst>
              <a:path w="1502595" h="441961">
                <a:moveTo>
                  <a:pt x="0" y="73690"/>
                </a:moveTo>
                <a:cubicBezTo>
                  <a:pt x="0" y="32869"/>
                  <a:pt x="33045" y="0"/>
                  <a:pt x="73690" y="0"/>
                </a:cubicBezTo>
                <a:lnTo>
                  <a:pt x="1428905" y="0"/>
                </a:lnTo>
                <a:cubicBezTo>
                  <a:pt x="1469726" y="0"/>
                  <a:pt x="1502595" y="32869"/>
                  <a:pt x="1502595" y="73690"/>
                </a:cubicBezTo>
                <a:lnTo>
                  <a:pt x="1502595" y="368271"/>
                </a:lnTo>
                <a:cubicBezTo>
                  <a:pt x="1502595" y="409092"/>
                  <a:pt x="1469726" y="441961"/>
                  <a:pt x="1428905" y="441961"/>
                </a:cubicBezTo>
                <a:lnTo>
                  <a:pt x="73690" y="441961"/>
                </a:lnTo>
                <a:cubicBezTo>
                  <a:pt x="33045" y="441961"/>
                  <a:pt x="0" y="409092"/>
                  <a:pt x="0" y="368271"/>
                </a:cubicBezTo>
                <a:lnTo>
                  <a:pt x="0" y="73690"/>
                </a:lnTo>
                <a:close/>
              </a:path>
            </a:pathLst>
          </a:custGeom>
          <a:solidFill xmlns:a="http://schemas.openxmlformats.org/drawingml/2006/main">
            <a:srgbClr val="D86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992AA-8BEB-47FB-BF6F-3A00E77D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02" y="2717476"/>
            <a:ext cx="1502595" cy="441961"/>
          </a:xfrm>
          <a:custGeom xmlns:a="http://schemas.openxmlformats.org/drawingml/2006/main">
            <a:pathLst>
              <a:path w="1502595" h="441961" fill="none">
                <a:moveTo>
                  <a:pt x="0" y="73690"/>
                </a:moveTo>
                <a:cubicBezTo>
                  <a:pt x="0" y="32869"/>
                  <a:pt x="33045" y="0"/>
                  <a:pt x="73690" y="0"/>
                </a:cubicBezTo>
                <a:lnTo>
                  <a:pt x="1428905" y="0"/>
                </a:lnTo>
                <a:cubicBezTo>
                  <a:pt x="1469726" y="0"/>
                  <a:pt x="1502595" y="32869"/>
                  <a:pt x="1502595" y="73690"/>
                </a:cubicBezTo>
                <a:lnTo>
                  <a:pt x="1502595" y="368271"/>
                </a:lnTo>
                <a:cubicBezTo>
                  <a:pt x="1502595" y="409092"/>
                  <a:pt x="1469726" y="441961"/>
                  <a:pt x="1428905" y="441961"/>
                </a:cubicBezTo>
                <a:lnTo>
                  <a:pt x="73690" y="441961"/>
                </a:lnTo>
                <a:cubicBezTo>
                  <a:pt x="33045" y="441961"/>
                  <a:pt x="0" y="409092"/>
                  <a:pt x="0" y="368271"/>
                </a:cubicBezTo>
                <a:lnTo>
                  <a:pt x="0" y="736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50164A"/>
            </a:solidFill>
            <a:miter/>
          </a:ln>
        </p:spPr>
      </p:sp>
      <p:sp>
        <p:nvSpPr>
          <p:cNvPr id="222" name="Text CoderA">
            <a:extLst xmlns:a="http://schemas.openxmlformats.org/drawingml/2006/main">
              <a:ext uri="{FF2B5EF4-FFF2-40B4-BE49-F238E27FC236}">
                <a16:creationId xmlns:a16="http://schemas.microsoft.com/office/drawing/2014/main" id="{76E1D3A4-1650-40D3-8E8B-88C66EF5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9" y="2829189"/>
            <a:ext cx="1082032" cy="214645"/>
          </a:xfrm>
          <a:custGeom xmlns:a="http://schemas.openxmlformats.org/drawingml/2006/main">
            <a:pathLst>
              <a:path w="1082032" h="214645">
                <a:moveTo>
                  <a:pt x="99712" y="214645"/>
                </a:moveTo>
                <a:cubicBezTo>
                  <a:pt x="78071" y="214645"/>
                  <a:pt x="59848" y="210089"/>
                  <a:pt x="45041" y="200977"/>
                </a:cubicBezTo>
                <a:cubicBezTo>
                  <a:pt x="30235" y="191865"/>
                  <a:pt x="19026" y="179285"/>
                  <a:pt x="11416" y="163236"/>
                </a:cubicBezTo>
                <a:cubicBezTo>
                  <a:pt x="3805" y="147186"/>
                  <a:pt x="0" y="128600"/>
                  <a:pt x="0" y="107478"/>
                </a:cubicBezTo>
                <a:cubicBezTo>
                  <a:pt x="0" y="86355"/>
                  <a:pt x="3805" y="67717"/>
                  <a:pt x="11416" y="51564"/>
                </a:cubicBezTo>
                <a:cubicBezTo>
                  <a:pt x="19026" y="35412"/>
                  <a:pt x="30235" y="22779"/>
                  <a:pt x="45041" y="13668"/>
                </a:cubicBezTo>
                <a:cubicBezTo>
                  <a:pt x="59848" y="4556"/>
                  <a:pt x="78071" y="0"/>
                  <a:pt x="99712" y="0"/>
                </a:cubicBezTo>
                <a:cubicBezTo>
                  <a:pt x="114001" y="0"/>
                  <a:pt x="127487" y="2485"/>
                  <a:pt x="140171" y="7455"/>
                </a:cubicBezTo>
                <a:cubicBezTo>
                  <a:pt x="152855" y="12425"/>
                  <a:pt x="163417" y="20010"/>
                  <a:pt x="171856" y="30209"/>
                </a:cubicBezTo>
                <a:cubicBezTo>
                  <a:pt x="180294" y="40408"/>
                  <a:pt x="185239" y="53273"/>
                  <a:pt x="186688" y="68804"/>
                </a:cubicBezTo>
                <a:lnTo>
                  <a:pt x="158576" y="68804"/>
                </a:lnTo>
                <a:cubicBezTo>
                  <a:pt x="157334" y="58347"/>
                  <a:pt x="153839" y="49727"/>
                  <a:pt x="148092" y="42944"/>
                </a:cubicBezTo>
                <a:cubicBezTo>
                  <a:pt x="142346" y="36162"/>
                  <a:pt x="135253" y="31115"/>
                  <a:pt x="126814" y="27801"/>
                </a:cubicBezTo>
                <a:cubicBezTo>
                  <a:pt x="118376" y="24488"/>
                  <a:pt x="109341" y="22831"/>
                  <a:pt x="99712" y="22831"/>
                </a:cubicBezTo>
                <a:cubicBezTo>
                  <a:pt x="82938" y="22831"/>
                  <a:pt x="69348" y="26662"/>
                  <a:pt x="58942" y="34325"/>
                </a:cubicBezTo>
                <a:cubicBezTo>
                  <a:pt x="48536" y="41987"/>
                  <a:pt x="40951" y="52186"/>
                  <a:pt x="36188" y="64921"/>
                </a:cubicBezTo>
                <a:cubicBezTo>
                  <a:pt x="31425" y="77657"/>
                  <a:pt x="29044" y="91843"/>
                  <a:pt x="29044" y="107478"/>
                </a:cubicBezTo>
                <a:cubicBezTo>
                  <a:pt x="29044" y="123009"/>
                  <a:pt x="31425" y="137143"/>
                  <a:pt x="36188" y="149879"/>
                </a:cubicBezTo>
                <a:cubicBezTo>
                  <a:pt x="40951" y="162614"/>
                  <a:pt x="48536" y="172736"/>
                  <a:pt x="58942" y="180243"/>
                </a:cubicBezTo>
                <a:cubicBezTo>
                  <a:pt x="69348" y="187749"/>
                  <a:pt x="82938" y="191503"/>
                  <a:pt x="99712" y="191503"/>
                </a:cubicBezTo>
                <a:cubicBezTo>
                  <a:pt x="116693" y="191503"/>
                  <a:pt x="130464" y="187309"/>
                  <a:pt x="141026" y="178922"/>
                </a:cubicBezTo>
                <a:cubicBezTo>
                  <a:pt x="151587" y="170535"/>
                  <a:pt x="157696" y="158007"/>
                  <a:pt x="159353" y="141336"/>
                </a:cubicBezTo>
                <a:lnTo>
                  <a:pt x="187620" y="141336"/>
                </a:lnTo>
                <a:cubicBezTo>
                  <a:pt x="185963" y="157800"/>
                  <a:pt x="181149" y="171441"/>
                  <a:pt x="173176" y="182262"/>
                </a:cubicBezTo>
                <a:cubicBezTo>
                  <a:pt x="165203" y="193082"/>
                  <a:pt x="154900" y="201184"/>
                  <a:pt x="142268" y="206568"/>
                </a:cubicBezTo>
                <a:cubicBezTo>
                  <a:pt x="129636" y="211953"/>
                  <a:pt x="115451" y="214645"/>
                  <a:pt x="99712" y="214645"/>
                </a:cubicBezTo>
                <a:close/>
                <a:moveTo>
                  <a:pt x="290316" y="214645"/>
                </a:moveTo>
                <a:cubicBezTo>
                  <a:pt x="275510" y="214645"/>
                  <a:pt x="262826" y="211420"/>
                  <a:pt x="252264" y="204972"/>
                </a:cubicBezTo>
                <a:cubicBezTo>
                  <a:pt x="241703" y="198520"/>
                  <a:pt x="233652" y="189296"/>
                  <a:pt x="228113" y="177301"/>
                </a:cubicBezTo>
                <a:cubicBezTo>
                  <a:pt x="222573" y="165307"/>
                  <a:pt x="219804" y="151045"/>
                  <a:pt x="219804" y="134517"/>
                </a:cubicBezTo>
                <a:cubicBezTo>
                  <a:pt x="219804" y="117565"/>
                  <a:pt x="222573" y="103038"/>
                  <a:pt x="228113" y="90937"/>
                </a:cubicBezTo>
                <a:cubicBezTo>
                  <a:pt x="233652" y="78835"/>
                  <a:pt x="241703" y="69532"/>
                  <a:pt x="252264" y="63029"/>
                </a:cubicBezTo>
                <a:cubicBezTo>
                  <a:pt x="262826" y="56525"/>
                  <a:pt x="275510" y="53273"/>
                  <a:pt x="290316" y="53273"/>
                </a:cubicBezTo>
                <a:cubicBezTo>
                  <a:pt x="305434" y="53273"/>
                  <a:pt x="318351" y="56525"/>
                  <a:pt x="329067" y="63029"/>
                </a:cubicBezTo>
                <a:cubicBezTo>
                  <a:pt x="339784" y="69532"/>
                  <a:pt x="348016" y="78835"/>
                  <a:pt x="353762" y="90937"/>
                </a:cubicBezTo>
                <a:cubicBezTo>
                  <a:pt x="359509" y="103038"/>
                  <a:pt x="362382" y="117565"/>
                  <a:pt x="362382" y="134517"/>
                </a:cubicBezTo>
                <a:cubicBezTo>
                  <a:pt x="362382" y="151045"/>
                  <a:pt x="359509" y="165307"/>
                  <a:pt x="353762" y="177301"/>
                </a:cubicBezTo>
                <a:cubicBezTo>
                  <a:pt x="348016" y="189296"/>
                  <a:pt x="339784" y="198520"/>
                  <a:pt x="329067" y="204972"/>
                </a:cubicBezTo>
                <a:cubicBezTo>
                  <a:pt x="318351" y="211420"/>
                  <a:pt x="305434" y="214645"/>
                  <a:pt x="290316" y="214645"/>
                </a:cubicBezTo>
                <a:moveTo>
                  <a:pt x="290316" y="193988"/>
                </a:moveTo>
                <a:cubicBezTo>
                  <a:pt x="301499" y="193988"/>
                  <a:pt x="310404" y="191430"/>
                  <a:pt x="317031" y="186314"/>
                </a:cubicBezTo>
                <a:cubicBezTo>
                  <a:pt x="323657" y="181196"/>
                  <a:pt x="328420" y="174138"/>
                  <a:pt x="331319" y="165143"/>
                </a:cubicBezTo>
                <a:cubicBezTo>
                  <a:pt x="334219" y="156148"/>
                  <a:pt x="335668" y="145942"/>
                  <a:pt x="335668" y="134527"/>
                </a:cubicBezTo>
                <a:cubicBezTo>
                  <a:pt x="335668" y="122891"/>
                  <a:pt x="334219" y="112495"/>
                  <a:pt x="331319" y="103338"/>
                </a:cubicBezTo>
                <a:cubicBezTo>
                  <a:pt x="328420" y="94181"/>
                  <a:pt x="323657" y="86991"/>
                  <a:pt x="317031" y="81768"/>
                </a:cubicBezTo>
                <a:cubicBezTo>
                  <a:pt x="310404" y="76543"/>
                  <a:pt x="301499" y="73930"/>
                  <a:pt x="290316" y="73930"/>
                </a:cubicBezTo>
                <a:cubicBezTo>
                  <a:pt x="279444" y="73930"/>
                  <a:pt x="270824" y="76543"/>
                  <a:pt x="264457" y="81768"/>
                </a:cubicBezTo>
                <a:cubicBezTo>
                  <a:pt x="258089" y="86991"/>
                  <a:pt x="253507" y="94181"/>
                  <a:pt x="250711" y="103338"/>
                </a:cubicBezTo>
                <a:cubicBezTo>
                  <a:pt x="247916" y="112495"/>
                  <a:pt x="246518" y="122891"/>
                  <a:pt x="246518" y="134527"/>
                </a:cubicBezTo>
                <a:cubicBezTo>
                  <a:pt x="246518" y="145942"/>
                  <a:pt x="247916" y="156148"/>
                  <a:pt x="250711" y="165143"/>
                </a:cubicBezTo>
                <a:cubicBezTo>
                  <a:pt x="253507" y="174138"/>
                  <a:pt x="258089" y="181196"/>
                  <a:pt x="264457" y="186314"/>
                </a:cubicBezTo>
                <a:cubicBezTo>
                  <a:pt x="270824" y="191430"/>
                  <a:pt x="279444" y="193988"/>
                  <a:pt x="290316" y="193988"/>
                </a:cubicBezTo>
                <a:close/>
                <a:moveTo>
                  <a:pt x="455648" y="214645"/>
                </a:moveTo>
                <a:cubicBezTo>
                  <a:pt x="443327" y="214645"/>
                  <a:pt x="432662" y="211606"/>
                  <a:pt x="423653" y="205530"/>
                </a:cubicBezTo>
                <a:cubicBezTo>
                  <a:pt x="414645" y="199453"/>
                  <a:pt x="407682" y="190364"/>
                  <a:pt x="402764" y="178262"/>
                </a:cubicBezTo>
                <a:cubicBezTo>
                  <a:pt x="397845" y="166161"/>
                  <a:pt x="395386" y="151207"/>
                  <a:pt x="395386" y="133401"/>
                </a:cubicBezTo>
                <a:cubicBezTo>
                  <a:pt x="395386" y="115701"/>
                  <a:pt x="398001" y="100935"/>
                  <a:pt x="403230" y="89102"/>
                </a:cubicBezTo>
                <a:cubicBezTo>
                  <a:pt x="408459" y="77266"/>
                  <a:pt x="415836" y="68335"/>
                  <a:pt x="425362" y="62310"/>
                </a:cubicBezTo>
                <a:cubicBezTo>
                  <a:pt x="434888" y="56285"/>
                  <a:pt x="446122" y="53273"/>
                  <a:pt x="459065" y="53273"/>
                </a:cubicBezTo>
                <a:cubicBezTo>
                  <a:pt x="469834" y="53273"/>
                  <a:pt x="479204" y="55629"/>
                  <a:pt x="487177" y="60340"/>
                </a:cubicBezTo>
                <a:cubicBezTo>
                  <a:pt x="495150" y="65051"/>
                  <a:pt x="501570" y="71445"/>
                  <a:pt x="506436" y="79521"/>
                </a:cubicBezTo>
                <a:lnTo>
                  <a:pt x="506436" y="2796"/>
                </a:lnTo>
                <a:lnTo>
                  <a:pt x="532374" y="2796"/>
                </a:lnTo>
                <a:lnTo>
                  <a:pt x="532374" y="211849"/>
                </a:lnTo>
                <a:lnTo>
                  <a:pt x="507834" y="211849"/>
                </a:lnTo>
                <a:lnTo>
                  <a:pt x="506436" y="189794"/>
                </a:lnTo>
                <a:cubicBezTo>
                  <a:pt x="501052" y="197146"/>
                  <a:pt x="494115" y="203126"/>
                  <a:pt x="485624" y="207733"/>
                </a:cubicBezTo>
                <a:cubicBezTo>
                  <a:pt x="477133" y="212341"/>
                  <a:pt x="467142" y="214645"/>
                  <a:pt x="455648" y="214645"/>
                </a:cubicBezTo>
                <a:moveTo>
                  <a:pt x="460929" y="193367"/>
                </a:moveTo>
                <a:cubicBezTo>
                  <a:pt x="472008" y="193367"/>
                  <a:pt x="481223" y="190645"/>
                  <a:pt x="488575" y="185203"/>
                </a:cubicBezTo>
                <a:cubicBezTo>
                  <a:pt x="495927" y="179760"/>
                  <a:pt x="501880" y="173215"/>
                  <a:pt x="506436" y="165565"/>
                </a:cubicBezTo>
                <a:lnTo>
                  <a:pt x="506436" y="104949"/>
                </a:lnTo>
                <a:cubicBezTo>
                  <a:pt x="502191" y="96112"/>
                  <a:pt x="496625" y="88811"/>
                  <a:pt x="489740" y="83045"/>
                </a:cubicBezTo>
                <a:cubicBezTo>
                  <a:pt x="482854" y="77279"/>
                  <a:pt x="474183" y="74396"/>
                  <a:pt x="463725" y="74396"/>
                </a:cubicBezTo>
                <a:cubicBezTo>
                  <a:pt x="449953" y="74396"/>
                  <a:pt x="439573" y="79515"/>
                  <a:pt x="432584" y="89752"/>
                </a:cubicBezTo>
                <a:cubicBezTo>
                  <a:pt x="425595" y="99990"/>
                  <a:pt x="422100" y="114538"/>
                  <a:pt x="422100" y="133396"/>
                </a:cubicBezTo>
                <a:cubicBezTo>
                  <a:pt x="422100" y="152901"/>
                  <a:pt x="425388" y="167772"/>
                  <a:pt x="431963" y="178010"/>
                </a:cubicBezTo>
                <a:cubicBezTo>
                  <a:pt x="438538" y="188248"/>
                  <a:pt x="448193" y="193367"/>
                  <a:pt x="460929" y="193367"/>
                </a:cubicBezTo>
                <a:close/>
                <a:moveTo>
                  <a:pt x="645276" y="214645"/>
                </a:moveTo>
                <a:cubicBezTo>
                  <a:pt x="628813" y="214645"/>
                  <a:pt x="615327" y="211100"/>
                  <a:pt x="604817" y="204011"/>
                </a:cubicBezTo>
                <a:cubicBezTo>
                  <a:pt x="594307" y="196918"/>
                  <a:pt x="586516" y="187269"/>
                  <a:pt x="581442" y="175064"/>
                </a:cubicBezTo>
                <a:cubicBezTo>
                  <a:pt x="576369" y="162855"/>
                  <a:pt x="573832" y="149128"/>
                  <a:pt x="573832" y="133881"/>
                </a:cubicBezTo>
                <a:cubicBezTo>
                  <a:pt x="573832" y="117994"/>
                  <a:pt x="576291" y="103999"/>
                  <a:pt x="581209" y="91898"/>
                </a:cubicBezTo>
                <a:cubicBezTo>
                  <a:pt x="586127" y="79796"/>
                  <a:pt x="593634" y="70333"/>
                  <a:pt x="603730" y="63509"/>
                </a:cubicBezTo>
                <a:cubicBezTo>
                  <a:pt x="613825" y="56685"/>
                  <a:pt x="626639" y="53273"/>
                  <a:pt x="642170" y="53273"/>
                </a:cubicBezTo>
                <a:cubicBezTo>
                  <a:pt x="662775" y="53273"/>
                  <a:pt x="678928" y="59662"/>
                  <a:pt x="690628" y="72440"/>
                </a:cubicBezTo>
                <a:cubicBezTo>
                  <a:pt x="702329" y="85214"/>
                  <a:pt x="708179" y="103580"/>
                  <a:pt x="708179" y="127538"/>
                </a:cubicBezTo>
                <a:cubicBezTo>
                  <a:pt x="708179" y="129136"/>
                  <a:pt x="708127" y="131027"/>
                  <a:pt x="708024" y="133211"/>
                </a:cubicBezTo>
                <a:cubicBezTo>
                  <a:pt x="707920" y="135392"/>
                  <a:pt x="707765" y="136962"/>
                  <a:pt x="707558" y="137919"/>
                </a:cubicBezTo>
                <a:lnTo>
                  <a:pt x="599769" y="137919"/>
                </a:lnTo>
                <a:cubicBezTo>
                  <a:pt x="599873" y="148177"/>
                  <a:pt x="601452" y="157597"/>
                  <a:pt x="604506" y="166182"/>
                </a:cubicBezTo>
                <a:cubicBezTo>
                  <a:pt x="607561" y="174766"/>
                  <a:pt x="612401" y="181650"/>
                  <a:pt x="619028" y="186834"/>
                </a:cubicBezTo>
                <a:cubicBezTo>
                  <a:pt x="625655" y="192017"/>
                  <a:pt x="634404" y="194609"/>
                  <a:pt x="645276" y="194609"/>
                </a:cubicBezTo>
                <a:cubicBezTo>
                  <a:pt x="656873" y="194609"/>
                  <a:pt x="665933" y="191752"/>
                  <a:pt x="672456" y="186038"/>
                </a:cubicBezTo>
                <a:cubicBezTo>
                  <a:pt x="678980" y="180323"/>
                  <a:pt x="682397" y="172079"/>
                  <a:pt x="682707" y="161304"/>
                </a:cubicBezTo>
                <a:lnTo>
                  <a:pt x="708334" y="161304"/>
                </a:lnTo>
                <a:cubicBezTo>
                  <a:pt x="708024" y="172302"/>
                  <a:pt x="705280" y="181780"/>
                  <a:pt x="700102" y="189736"/>
                </a:cubicBezTo>
                <a:cubicBezTo>
                  <a:pt x="694925" y="197693"/>
                  <a:pt x="687677" y="203834"/>
                  <a:pt x="678358" y="208160"/>
                </a:cubicBezTo>
                <a:cubicBezTo>
                  <a:pt x="669040" y="212483"/>
                  <a:pt x="658012" y="214645"/>
                  <a:pt x="645276" y="214645"/>
                </a:cubicBezTo>
                <a:moveTo>
                  <a:pt x="599925" y="118971"/>
                </a:moveTo>
                <a:lnTo>
                  <a:pt x="682552" y="118971"/>
                </a:lnTo>
                <a:cubicBezTo>
                  <a:pt x="682241" y="104135"/>
                  <a:pt x="678566" y="92791"/>
                  <a:pt x="671525" y="84938"/>
                </a:cubicBezTo>
                <a:cubicBezTo>
                  <a:pt x="664484" y="77081"/>
                  <a:pt x="654699" y="73153"/>
                  <a:pt x="642170" y="73153"/>
                </a:cubicBezTo>
                <a:cubicBezTo>
                  <a:pt x="629538" y="73153"/>
                  <a:pt x="619624" y="77054"/>
                  <a:pt x="612427" y="84855"/>
                </a:cubicBezTo>
                <a:cubicBezTo>
                  <a:pt x="605231" y="92653"/>
                  <a:pt x="601064" y="104025"/>
                  <a:pt x="599925" y="118971"/>
                </a:cubicBezTo>
                <a:close/>
                <a:moveTo>
                  <a:pt x="750004" y="211849"/>
                </a:moveTo>
                <a:lnTo>
                  <a:pt x="750004" y="55913"/>
                </a:lnTo>
                <a:lnTo>
                  <a:pt x="774389" y="55913"/>
                </a:lnTo>
                <a:lnTo>
                  <a:pt x="775321" y="80919"/>
                </a:lnTo>
                <a:cubicBezTo>
                  <a:pt x="779566" y="73050"/>
                  <a:pt x="785468" y="66475"/>
                  <a:pt x="793027" y="61194"/>
                </a:cubicBezTo>
                <a:cubicBezTo>
                  <a:pt x="800585" y="55913"/>
                  <a:pt x="810422" y="53273"/>
                  <a:pt x="822536" y="53273"/>
                </a:cubicBezTo>
                <a:lnTo>
                  <a:pt x="825643" y="53273"/>
                </a:lnTo>
                <a:lnTo>
                  <a:pt x="825643" y="77036"/>
                </a:lnTo>
                <a:lnTo>
                  <a:pt x="822070" y="77036"/>
                </a:lnTo>
                <a:cubicBezTo>
                  <a:pt x="814512" y="77036"/>
                  <a:pt x="807885" y="78062"/>
                  <a:pt x="802190" y="80113"/>
                </a:cubicBezTo>
                <a:cubicBezTo>
                  <a:pt x="796495" y="82161"/>
                  <a:pt x="791525" y="84993"/>
                  <a:pt x="787280" y="88607"/>
                </a:cubicBezTo>
                <a:cubicBezTo>
                  <a:pt x="783035" y="92221"/>
                  <a:pt x="779255" y="96402"/>
                  <a:pt x="775942" y="101149"/>
                </a:cubicBezTo>
                <a:lnTo>
                  <a:pt x="775942" y="211849"/>
                </a:lnTo>
                <a:lnTo>
                  <a:pt x="750004" y="211849"/>
                </a:lnTo>
                <a:close/>
                <a:moveTo>
                  <a:pt x="897053" y="211849"/>
                </a:moveTo>
                <a:lnTo>
                  <a:pt x="975331" y="2796"/>
                </a:lnTo>
                <a:lnTo>
                  <a:pt x="1004841" y="2796"/>
                </a:lnTo>
                <a:lnTo>
                  <a:pt x="1082032" y="211849"/>
                </a:lnTo>
                <a:lnTo>
                  <a:pt x="1053144" y="211849"/>
                </a:lnTo>
                <a:lnTo>
                  <a:pt x="1033264" y="153140"/>
                </a:lnTo>
                <a:lnTo>
                  <a:pt x="946598" y="153140"/>
                </a:lnTo>
                <a:lnTo>
                  <a:pt x="925786" y="211849"/>
                </a:lnTo>
                <a:lnTo>
                  <a:pt x="897053" y="211849"/>
                </a:lnTo>
                <a:moveTo>
                  <a:pt x="954208" y="129688"/>
                </a:moveTo>
                <a:lnTo>
                  <a:pt x="1025342" y="129688"/>
                </a:lnTo>
                <a:lnTo>
                  <a:pt x="989931" y="30597"/>
                </a:lnTo>
                <a:lnTo>
                  <a:pt x="954208" y="1296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b1217d23e4d43"/>
          <a:stretch xmlns:a="http://schemas.openxmlformats.org/drawingml/2006/main"/>
        </p:blipFill>
        <p:spPr>
          <a:xfrm xmlns:a="http://schemas.openxmlformats.org/drawingml/2006/main">
            <a:off x="195222" y="2481104"/>
            <a:ext cx="442066" cy="442066"/>
          </a:xfrm>
          <a:prstGeom xmlns:a="http://schemas.openxmlformats.org/drawingml/2006/main" prst="rect">
            <a:avLst/>
          </a:prstGeom>
        </p:spPr>
      </p:pic>
      <p:sp>
        <p:nvSpPr>
          <p:cNvPr id="224" name="Text UnitTestPassed">
            <a:extLst xmlns:a="http://schemas.openxmlformats.org/drawingml/2006/main">
              <a:ext uri="{FF2B5EF4-FFF2-40B4-BE49-F238E27FC236}">
                <a16:creationId xmlns:a16="http://schemas.microsoft.com/office/drawing/2014/main" id="{FB3F271A-2545-4C52-A415-F2986220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4" y="3598981"/>
            <a:ext cx="1441980" cy="132601"/>
          </a:xfrm>
          <a:custGeom xmlns:a="http://schemas.openxmlformats.org/drawingml/2006/main">
            <a:pathLst>
              <a:path w="1441980" h="132601">
                <a:moveTo>
                  <a:pt x="54107" y="132601"/>
                </a:moveTo>
                <a:cubicBezTo>
                  <a:pt x="41533" y="132601"/>
                  <a:pt x="31245" y="130585"/>
                  <a:pt x="23243" y="126552"/>
                </a:cubicBezTo>
                <a:cubicBezTo>
                  <a:pt x="15242" y="122520"/>
                  <a:pt x="9367" y="116566"/>
                  <a:pt x="5620" y="108691"/>
                </a:cubicBezTo>
                <a:cubicBezTo>
                  <a:pt x="1873" y="100816"/>
                  <a:pt x="0" y="91227"/>
                  <a:pt x="0" y="79923"/>
                </a:cubicBezTo>
                <a:lnTo>
                  <a:pt x="0" y="2667"/>
                </a:lnTo>
                <a:lnTo>
                  <a:pt x="27435" y="2667"/>
                </a:lnTo>
                <a:lnTo>
                  <a:pt x="27435" y="79256"/>
                </a:lnTo>
                <a:cubicBezTo>
                  <a:pt x="27435" y="89798"/>
                  <a:pt x="29594" y="97641"/>
                  <a:pt x="33912" y="102785"/>
                </a:cubicBezTo>
                <a:cubicBezTo>
                  <a:pt x="38231" y="107929"/>
                  <a:pt x="45026" y="110501"/>
                  <a:pt x="54298" y="110501"/>
                </a:cubicBezTo>
                <a:cubicBezTo>
                  <a:pt x="63633" y="110501"/>
                  <a:pt x="70381" y="107929"/>
                  <a:pt x="74541" y="102785"/>
                </a:cubicBezTo>
                <a:cubicBezTo>
                  <a:pt x="78700" y="97641"/>
                  <a:pt x="80780" y="89798"/>
                  <a:pt x="80780" y="79256"/>
                </a:cubicBezTo>
                <a:lnTo>
                  <a:pt x="80780" y="2667"/>
                </a:lnTo>
                <a:lnTo>
                  <a:pt x="108310" y="2667"/>
                </a:lnTo>
                <a:lnTo>
                  <a:pt x="108310" y="79923"/>
                </a:lnTo>
                <a:cubicBezTo>
                  <a:pt x="108310" y="91227"/>
                  <a:pt x="106437" y="100816"/>
                  <a:pt x="102690" y="108691"/>
                </a:cubicBezTo>
                <a:cubicBezTo>
                  <a:pt x="98943" y="116566"/>
                  <a:pt x="93085" y="122520"/>
                  <a:pt x="85114" y="126552"/>
                </a:cubicBezTo>
                <a:cubicBezTo>
                  <a:pt x="77144" y="130585"/>
                  <a:pt x="66809" y="132601"/>
                  <a:pt x="54107" y="132601"/>
                </a:cubicBezTo>
                <a:close/>
                <a:moveTo>
                  <a:pt x="135498" y="130887"/>
                </a:moveTo>
                <a:lnTo>
                  <a:pt x="135498" y="36770"/>
                </a:lnTo>
                <a:lnTo>
                  <a:pt x="159789" y="36770"/>
                </a:lnTo>
                <a:lnTo>
                  <a:pt x="160266" y="50583"/>
                </a:lnTo>
                <a:cubicBezTo>
                  <a:pt x="163377" y="46582"/>
                  <a:pt x="167474" y="43041"/>
                  <a:pt x="172554" y="39961"/>
                </a:cubicBezTo>
                <a:cubicBezTo>
                  <a:pt x="177635" y="36881"/>
                  <a:pt x="184239" y="35341"/>
                  <a:pt x="192368" y="35341"/>
                </a:cubicBezTo>
                <a:cubicBezTo>
                  <a:pt x="201830" y="35341"/>
                  <a:pt x="209165" y="38253"/>
                  <a:pt x="214373" y="44075"/>
                </a:cubicBezTo>
                <a:cubicBezTo>
                  <a:pt x="219581" y="49898"/>
                  <a:pt x="222184" y="58407"/>
                  <a:pt x="222184" y="69602"/>
                </a:cubicBezTo>
                <a:lnTo>
                  <a:pt x="222184" y="130887"/>
                </a:lnTo>
                <a:lnTo>
                  <a:pt x="197131" y="130887"/>
                </a:lnTo>
                <a:lnTo>
                  <a:pt x="197131" y="72680"/>
                </a:lnTo>
                <a:cubicBezTo>
                  <a:pt x="197131" y="69257"/>
                  <a:pt x="196655" y="66254"/>
                  <a:pt x="195702" y="63672"/>
                </a:cubicBezTo>
                <a:cubicBezTo>
                  <a:pt x="194750" y="61090"/>
                  <a:pt x="193241" y="59089"/>
                  <a:pt x="191177" y="57668"/>
                </a:cubicBezTo>
                <a:cubicBezTo>
                  <a:pt x="189113" y="56247"/>
                  <a:pt x="186398" y="55536"/>
                  <a:pt x="183033" y="55536"/>
                </a:cubicBezTo>
                <a:cubicBezTo>
                  <a:pt x="178016" y="55536"/>
                  <a:pt x="173713" y="56731"/>
                  <a:pt x="170125" y="59121"/>
                </a:cubicBezTo>
                <a:cubicBezTo>
                  <a:pt x="166537" y="61510"/>
                  <a:pt x="163409" y="64415"/>
                  <a:pt x="160742" y="67837"/>
                </a:cubicBezTo>
                <a:lnTo>
                  <a:pt x="160742" y="130887"/>
                </a:lnTo>
                <a:lnTo>
                  <a:pt x="135498" y="130887"/>
                </a:lnTo>
                <a:close/>
                <a:moveTo>
                  <a:pt x="247871" y="130887"/>
                </a:moveTo>
                <a:lnTo>
                  <a:pt x="247871" y="36770"/>
                </a:lnTo>
                <a:lnTo>
                  <a:pt x="273115" y="36770"/>
                </a:lnTo>
                <a:lnTo>
                  <a:pt x="273115" y="130887"/>
                </a:lnTo>
                <a:lnTo>
                  <a:pt x="247871" y="130887"/>
                </a:lnTo>
                <a:moveTo>
                  <a:pt x="260540" y="24577"/>
                </a:moveTo>
                <a:cubicBezTo>
                  <a:pt x="255904" y="24577"/>
                  <a:pt x="252364" y="23402"/>
                  <a:pt x="249919" y="21052"/>
                </a:cubicBezTo>
                <a:cubicBezTo>
                  <a:pt x="247474" y="18703"/>
                  <a:pt x="246251" y="15781"/>
                  <a:pt x="246251" y="12288"/>
                </a:cubicBezTo>
                <a:cubicBezTo>
                  <a:pt x="246251" y="8732"/>
                  <a:pt x="247474" y="5795"/>
                  <a:pt x="249919" y="3477"/>
                </a:cubicBezTo>
                <a:cubicBezTo>
                  <a:pt x="252364" y="1159"/>
                  <a:pt x="255904" y="0"/>
                  <a:pt x="260540" y="0"/>
                </a:cubicBezTo>
                <a:cubicBezTo>
                  <a:pt x="265176" y="0"/>
                  <a:pt x="268717" y="1159"/>
                  <a:pt x="271162" y="3477"/>
                </a:cubicBezTo>
                <a:cubicBezTo>
                  <a:pt x="273607" y="5795"/>
                  <a:pt x="274829" y="8732"/>
                  <a:pt x="274829" y="12288"/>
                </a:cubicBezTo>
                <a:cubicBezTo>
                  <a:pt x="274829" y="15781"/>
                  <a:pt x="273607" y="18703"/>
                  <a:pt x="271162" y="21052"/>
                </a:cubicBezTo>
                <a:cubicBezTo>
                  <a:pt x="268717" y="23402"/>
                  <a:pt x="265176" y="24577"/>
                  <a:pt x="260540" y="24577"/>
                </a:cubicBezTo>
                <a:close/>
                <a:moveTo>
                  <a:pt x="340464" y="130887"/>
                </a:moveTo>
                <a:cubicBezTo>
                  <a:pt x="331065" y="130887"/>
                  <a:pt x="323778" y="129743"/>
                  <a:pt x="318602" y="127454"/>
                </a:cubicBezTo>
                <a:cubicBezTo>
                  <a:pt x="313426" y="125164"/>
                  <a:pt x="309822" y="121617"/>
                  <a:pt x="307790" y="116812"/>
                </a:cubicBezTo>
                <a:cubicBezTo>
                  <a:pt x="305758" y="112007"/>
                  <a:pt x="304742" y="105735"/>
                  <a:pt x="304742" y="97995"/>
                </a:cubicBezTo>
                <a:lnTo>
                  <a:pt x="304742" y="56203"/>
                </a:lnTo>
                <a:lnTo>
                  <a:pt x="289310" y="56203"/>
                </a:lnTo>
                <a:lnTo>
                  <a:pt x="289310" y="36770"/>
                </a:lnTo>
                <a:lnTo>
                  <a:pt x="304742" y="36770"/>
                </a:lnTo>
                <a:lnTo>
                  <a:pt x="304742" y="14861"/>
                </a:lnTo>
                <a:lnTo>
                  <a:pt x="329986" y="14861"/>
                </a:lnTo>
                <a:lnTo>
                  <a:pt x="329986" y="36770"/>
                </a:lnTo>
                <a:lnTo>
                  <a:pt x="350276" y="36770"/>
                </a:lnTo>
                <a:lnTo>
                  <a:pt x="350276" y="56203"/>
                </a:lnTo>
                <a:lnTo>
                  <a:pt x="329986" y="56203"/>
                </a:lnTo>
                <a:lnTo>
                  <a:pt x="329986" y="96671"/>
                </a:lnTo>
                <a:cubicBezTo>
                  <a:pt x="329986" y="101664"/>
                  <a:pt x="330668" y="105360"/>
                  <a:pt x="332034" y="107759"/>
                </a:cubicBezTo>
                <a:cubicBezTo>
                  <a:pt x="333399" y="110159"/>
                  <a:pt x="336495" y="111359"/>
                  <a:pt x="341322" y="111359"/>
                </a:cubicBezTo>
                <a:lnTo>
                  <a:pt x="350276" y="111359"/>
                </a:lnTo>
                <a:lnTo>
                  <a:pt x="350276" y="130887"/>
                </a:lnTo>
                <a:lnTo>
                  <a:pt x="340464" y="130887"/>
                </a:lnTo>
                <a:close/>
                <a:moveTo>
                  <a:pt x="431303" y="130887"/>
                </a:moveTo>
                <a:lnTo>
                  <a:pt x="431303" y="24958"/>
                </a:lnTo>
                <a:lnTo>
                  <a:pt x="397010" y="24958"/>
                </a:lnTo>
                <a:lnTo>
                  <a:pt x="397010" y="2667"/>
                </a:lnTo>
                <a:lnTo>
                  <a:pt x="492174" y="2667"/>
                </a:lnTo>
                <a:lnTo>
                  <a:pt x="492174" y="24958"/>
                </a:lnTo>
                <a:lnTo>
                  <a:pt x="458071" y="24958"/>
                </a:lnTo>
                <a:lnTo>
                  <a:pt x="458071" y="130887"/>
                </a:lnTo>
                <a:lnTo>
                  <a:pt x="431303" y="130887"/>
                </a:lnTo>
                <a:close/>
                <a:moveTo>
                  <a:pt x="549139" y="132601"/>
                </a:moveTo>
                <a:cubicBezTo>
                  <a:pt x="538788" y="132601"/>
                  <a:pt x="530087" y="130658"/>
                  <a:pt x="523038" y="126770"/>
                </a:cubicBezTo>
                <a:cubicBezTo>
                  <a:pt x="515989" y="122882"/>
                  <a:pt x="510654" y="117276"/>
                  <a:pt x="507034" y="109950"/>
                </a:cubicBezTo>
                <a:cubicBezTo>
                  <a:pt x="503414" y="102623"/>
                  <a:pt x="501605" y="93819"/>
                  <a:pt x="501605" y="83537"/>
                </a:cubicBezTo>
                <a:cubicBezTo>
                  <a:pt x="501605" y="73576"/>
                  <a:pt x="503367" y="64998"/>
                  <a:pt x="506891" y="57802"/>
                </a:cubicBezTo>
                <a:cubicBezTo>
                  <a:pt x="510416" y="50604"/>
                  <a:pt x="515592" y="45061"/>
                  <a:pt x="522419" y="41173"/>
                </a:cubicBezTo>
                <a:cubicBezTo>
                  <a:pt x="529246" y="37285"/>
                  <a:pt x="537644" y="35341"/>
                  <a:pt x="547615" y="35341"/>
                </a:cubicBezTo>
                <a:cubicBezTo>
                  <a:pt x="561459" y="35341"/>
                  <a:pt x="572398" y="39434"/>
                  <a:pt x="580432" y="47618"/>
                </a:cubicBezTo>
                <a:cubicBezTo>
                  <a:pt x="588465" y="55802"/>
                  <a:pt x="592482" y="67470"/>
                  <a:pt x="592482" y="82620"/>
                </a:cubicBezTo>
                <a:cubicBezTo>
                  <a:pt x="592482" y="83390"/>
                  <a:pt x="592450" y="84433"/>
                  <a:pt x="592387" y="85749"/>
                </a:cubicBezTo>
                <a:cubicBezTo>
                  <a:pt x="592323" y="87064"/>
                  <a:pt x="592228" y="88075"/>
                  <a:pt x="592101" y="88782"/>
                </a:cubicBezTo>
                <a:lnTo>
                  <a:pt x="526848" y="88782"/>
                </a:lnTo>
                <a:cubicBezTo>
                  <a:pt x="526975" y="93265"/>
                  <a:pt x="527785" y="97456"/>
                  <a:pt x="529277" y="101353"/>
                </a:cubicBezTo>
                <a:cubicBezTo>
                  <a:pt x="530770" y="105251"/>
                  <a:pt x="533136" y="108386"/>
                  <a:pt x="536374" y="110757"/>
                </a:cubicBezTo>
                <a:cubicBezTo>
                  <a:pt x="539613" y="113127"/>
                  <a:pt x="543868" y="114312"/>
                  <a:pt x="549139" y="114312"/>
                </a:cubicBezTo>
                <a:cubicBezTo>
                  <a:pt x="554601" y="114312"/>
                  <a:pt x="558983" y="113085"/>
                  <a:pt x="562285" y="110632"/>
                </a:cubicBezTo>
                <a:cubicBezTo>
                  <a:pt x="565587" y="108179"/>
                  <a:pt x="567270" y="104532"/>
                  <a:pt x="567334" y="99689"/>
                </a:cubicBezTo>
                <a:lnTo>
                  <a:pt x="592196" y="99689"/>
                </a:lnTo>
                <a:cubicBezTo>
                  <a:pt x="591879" y="107024"/>
                  <a:pt x="589894" y="113137"/>
                  <a:pt x="586243" y="118027"/>
                </a:cubicBezTo>
                <a:cubicBezTo>
                  <a:pt x="582591" y="122917"/>
                  <a:pt x="577606" y="126568"/>
                  <a:pt x="571287" y="128982"/>
                </a:cubicBezTo>
                <a:cubicBezTo>
                  <a:pt x="564968" y="131395"/>
                  <a:pt x="557585" y="132601"/>
                  <a:pt x="549139" y="132601"/>
                </a:cubicBezTo>
                <a:moveTo>
                  <a:pt x="527134" y="72778"/>
                </a:moveTo>
                <a:lnTo>
                  <a:pt x="567429" y="72778"/>
                </a:lnTo>
                <a:cubicBezTo>
                  <a:pt x="567238" y="66110"/>
                  <a:pt x="565317" y="61125"/>
                  <a:pt x="561666" y="57823"/>
                </a:cubicBezTo>
                <a:cubicBezTo>
                  <a:pt x="558014" y="54520"/>
                  <a:pt x="553331" y="52869"/>
                  <a:pt x="547615" y="52869"/>
                </a:cubicBezTo>
                <a:cubicBezTo>
                  <a:pt x="541772" y="52869"/>
                  <a:pt x="536994" y="54569"/>
                  <a:pt x="533278" y="57968"/>
                </a:cubicBezTo>
                <a:cubicBezTo>
                  <a:pt x="529563" y="61368"/>
                  <a:pt x="527515" y="66305"/>
                  <a:pt x="527134" y="72778"/>
                </a:cubicBezTo>
                <a:close/>
                <a:moveTo>
                  <a:pt x="652181" y="132601"/>
                </a:moveTo>
                <a:cubicBezTo>
                  <a:pt x="647037" y="132601"/>
                  <a:pt x="641988" y="132120"/>
                  <a:pt x="637034" y="131158"/>
                </a:cubicBezTo>
                <a:cubicBezTo>
                  <a:pt x="632081" y="130195"/>
                  <a:pt x="627604" y="128542"/>
                  <a:pt x="623603" y="126198"/>
                </a:cubicBezTo>
                <a:cubicBezTo>
                  <a:pt x="619602" y="123854"/>
                  <a:pt x="616426" y="120660"/>
                  <a:pt x="614077" y="116616"/>
                </a:cubicBezTo>
                <a:cubicBezTo>
                  <a:pt x="611727" y="112571"/>
                  <a:pt x="610552" y="107531"/>
                  <a:pt x="610552" y="101496"/>
                </a:cubicBezTo>
                <a:lnTo>
                  <a:pt x="633986" y="101496"/>
                </a:lnTo>
                <a:cubicBezTo>
                  <a:pt x="633986" y="106829"/>
                  <a:pt x="635812" y="110536"/>
                  <a:pt x="639463" y="112618"/>
                </a:cubicBezTo>
                <a:cubicBezTo>
                  <a:pt x="643115" y="114700"/>
                  <a:pt x="647386" y="115740"/>
                  <a:pt x="652276" y="115740"/>
                </a:cubicBezTo>
                <a:cubicBezTo>
                  <a:pt x="657102" y="115740"/>
                  <a:pt x="660849" y="114941"/>
                  <a:pt x="663516" y="113341"/>
                </a:cubicBezTo>
                <a:cubicBezTo>
                  <a:pt x="666184" y="111740"/>
                  <a:pt x="667517" y="109044"/>
                  <a:pt x="667517" y="105253"/>
                </a:cubicBezTo>
                <a:cubicBezTo>
                  <a:pt x="667517" y="101722"/>
                  <a:pt x="665946" y="99091"/>
                  <a:pt x="662802" y="97358"/>
                </a:cubicBezTo>
                <a:cubicBezTo>
                  <a:pt x="659658" y="95624"/>
                  <a:pt x="654149" y="93858"/>
                  <a:pt x="646274" y="92060"/>
                </a:cubicBezTo>
                <a:cubicBezTo>
                  <a:pt x="639670" y="90454"/>
                  <a:pt x="633780" y="88512"/>
                  <a:pt x="628604" y="86234"/>
                </a:cubicBezTo>
                <a:cubicBezTo>
                  <a:pt x="623428" y="83955"/>
                  <a:pt x="619380" y="80907"/>
                  <a:pt x="616458" y="77089"/>
                </a:cubicBezTo>
                <a:cubicBezTo>
                  <a:pt x="613537" y="73269"/>
                  <a:pt x="612076" y="68245"/>
                  <a:pt x="612076" y="62017"/>
                </a:cubicBezTo>
                <a:cubicBezTo>
                  <a:pt x="612076" y="57137"/>
                  <a:pt x="613188" y="52996"/>
                  <a:pt x="615410" y="49595"/>
                </a:cubicBezTo>
                <a:cubicBezTo>
                  <a:pt x="617633" y="46191"/>
                  <a:pt x="620602" y="43446"/>
                  <a:pt x="624317" y="41361"/>
                </a:cubicBezTo>
                <a:cubicBezTo>
                  <a:pt x="628032" y="39275"/>
                  <a:pt x="632224" y="37751"/>
                  <a:pt x="636891" y="36788"/>
                </a:cubicBezTo>
                <a:cubicBezTo>
                  <a:pt x="641559" y="35824"/>
                  <a:pt x="646338" y="35341"/>
                  <a:pt x="651228" y="35341"/>
                </a:cubicBezTo>
                <a:cubicBezTo>
                  <a:pt x="655991" y="35341"/>
                  <a:pt x="660659" y="35823"/>
                  <a:pt x="665231" y="36785"/>
                </a:cubicBezTo>
                <a:cubicBezTo>
                  <a:pt x="669804" y="37748"/>
                  <a:pt x="673932" y="39369"/>
                  <a:pt x="677615" y="41649"/>
                </a:cubicBezTo>
                <a:cubicBezTo>
                  <a:pt x="681298" y="43928"/>
                  <a:pt x="684251" y="46993"/>
                  <a:pt x="686474" y="50845"/>
                </a:cubicBezTo>
                <a:cubicBezTo>
                  <a:pt x="688697" y="54697"/>
                  <a:pt x="689808" y="59511"/>
                  <a:pt x="689808" y="65289"/>
                </a:cubicBezTo>
                <a:lnTo>
                  <a:pt x="666374" y="65289"/>
                </a:lnTo>
                <a:cubicBezTo>
                  <a:pt x="666374" y="60405"/>
                  <a:pt x="664866" y="57019"/>
                  <a:pt x="661849" y="55132"/>
                </a:cubicBezTo>
                <a:cubicBezTo>
                  <a:pt x="658833" y="53242"/>
                  <a:pt x="655292" y="52298"/>
                  <a:pt x="651228" y="52298"/>
                </a:cubicBezTo>
                <a:cubicBezTo>
                  <a:pt x="646846" y="52298"/>
                  <a:pt x="643401" y="52954"/>
                  <a:pt x="640892" y="54268"/>
                </a:cubicBezTo>
                <a:cubicBezTo>
                  <a:pt x="638384" y="55580"/>
                  <a:pt x="637130" y="57745"/>
                  <a:pt x="637130" y="60764"/>
                </a:cubicBezTo>
                <a:cubicBezTo>
                  <a:pt x="637130" y="62496"/>
                  <a:pt x="637923" y="64021"/>
                  <a:pt x="639511" y="65339"/>
                </a:cubicBezTo>
                <a:cubicBezTo>
                  <a:pt x="641099" y="66655"/>
                  <a:pt x="643639" y="67874"/>
                  <a:pt x="647132" y="68998"/>
                </a:cubicBezTo>
                <a:cubicBezTo>
                  <a:pt x="650625" y="70121"/>
                  <a:pt x="655229" y="71325"/>
                  <a:pt x="660944" y="72609"/>
                </a:cubicBezTo>
                <a:cubicBezTo>
                  <a:pt x="666978" y="74022"/>
                  <a:pt x="672376" y="75851"/>
                  <a:pt x="677139" y="78098"/>
                </a:cubicBezTo>
                <a:cubicBezTo>
                  <a:pt x="681902" y="80345"/>
                  <a:pt x="685680" y="83362"/>
                  <a:pt x="688475" y="87151"/>
                </a:cubicBezTo>
                <a:cubicBezTo>
                  <a:pt x="691269" y="90937"/>
                  <a:pt x="692666" y="95848"/>
                  <a:pt x="692666" y="101883"/>
                </a:cubicBezTo>
                <a:cubicBezTo>
                  <a:pt x="692666" y="107533"/>
                  <a:pt x="691539" y="112316"/>
                  <a:pt x="689284" y="116232"/>
                </a:cubicBezTo>
                <a:cubicBezTo>
                  <a:pt x="687030" y="120147"/>
                  <a:pt x="684013" y="123309"/>
                  <a:pt x="680235" y="125716"/>
                </a:cubicBezTo>
                <a:cubicBezTo>
                  <a:pt x="676456" y="128123"/>
                  <a:pt x="672137" y="129873"/>
                  <a:pt x="667279" y="130964"/>
                </a:cubicBezTo>
                <a:cubicBezTo>
                  <a:pt x="662421" y="132056"/>
                  <a:pt x="657388" y="132601"/>
                  <a:pt x="652181" y="132601"/>
                </a:cubicBezTo>
                <a:close/>
                <a:moveTo>
                  <a:pt x="753863" y="130887"/>
                </a:moveTo>
                <a:cubicBezTo>
                  <a:pt x="744464" y="130887"/>
                  <a:pt x="737177" y="129743"/>
                  <a:pt x="732001" y="127454"/>
                </a:cubicBezTo>
                <a:cubicBezTo>
                  <a:pt x="726825" y="125164"/>
                  <a:pt x="723222" y="121617"/>
                  <a:pt x="721189" y="116812"/>
                </a:cubicBezTo>
                <a:cubicBezTo>
                  <a:pt x="719157" y="112007"/>
                  <a:pt x="718141" y="105735"/>
                  <a:pt x="718141" y="97995"/>
                </a:cubicBezTo>
                <a:lnTo>
                  <a:pt x="718141" y="56203"/>
                </a:lnTo>
                <a:lnTo>
                  <a:pt x="702709" y="56203"/>
                </a:lnTo>
                <a:lnTo>
                  <a:pt x="702709" y="36770"/>
                </a:lnTo>
                <a:lnTo>
                  <a:pt x="718141" y="36770"/>
                </a:lnTo>
                <a:lnTo>
                  <a:pt x="718141" y="14861"/>
                </a:lnTo>
                <a:lnTo>
                  <a:pt x="743385" y="14861"/>
                </a:lnTo>
                <a:lnTo>
                  <a:pt x="743385" y="36770"/>
                </a:lnTo>
                <a:lnTo>
                  <a:pt x="763675" y="36770"/>
                </a:lnTo>
                <a:lnTo>
                  <a:pt x="763675" y="56203"/>
                </a:lnTo>
                <a:lnTo>
                  <a:pt x="743385" y="56203"/>
                </a:lnTo>
                <a:lnTo>
                  <a:pt x="743385" y="96671"/>
                </a:lnTo>
                <a:cubicBezTo>
                  <a:pt x="743385" y="101664"/>
                  <a:pt x="744067" y="105360"/>
                  <a:pt x="745433" y="107759"/>
                </a:cubicBezTo>
                <a:cubicBezTo>
                  <a:pt x="746798" y="110159"/>
                  <a:pt x="749894" y="111359"/>
                  <a:pt x="754721" y="111359"/>
                </a:cubicBezTo>
                <a:lnTo>
                  <a:pt x="763675" y="111359"/>
                </a:lnTo>
                <a:lnTo>
                  <a:pt x="763675" y="130887"/>
                </a:lnTo>
                <a:lnTo>
                  <a:pt x="753863" y="130887"/>
                </a:lnTo>
                <a:close/>
                <a:moveTo>
                  <a:pt x="821886" y="130887"/>
                </a:moveTo>
                <a:lnTo>
                  <a:pt x="821886" y="2667"/>
                </a:lnTo>
                <a:lnTo>
                  <a:pt x="872183" y="2667"/>
                </a:lnTo>
                <a:cubicBezTo>
                  <a:pt x="880629" y="2667"/>
                  <a:pt x="888329" y="4159"/>
                  <a:pt x="895283" y="7142"/>
                </a:cubicBezTo>
                <a:cubicBezTo>
                  <a:pt x="902237" y="10122"/>
                  <a:pt x="907778" y="14657"/>
                  <a:pt x="911906" y="20746"/>
                </a:cubicBezTo>
                <a:cubicBezTo>
                  <a:pt x="916034" y="26834"/>
                  <a:pt x="918098" y="34605"/>
                  <a:pt x="918098" y="44058"/>
                </a:cubicBezTo>
                <a:cubicBezTo>
                  <a:pt x="918098" y="53383"/>
                  <a:pt x="916034" y="61090"/>
                  <a:pt x="911906" y="67179"/>
                </a:cubicBezTo>
                <a:cubicBezTo>
                  <a:pt x="907778" y="73268"/>
                  <a:pt x="902237" y="77787"/>
                  <a:pt x="895283" y="80738"/>
                </a:cubicBezTo>
                <a:cubicBezTo>
                  <a:pt x="888329" y="83688"/>
                  <a:pt x="880629" y="85162"/>
                  <a:pt x="872183" y="85162"/>
                </a:cubicBezTo>
                <a:lnTo>
                  <a:pt x="848653" y="85162"/>
                </a:lnTo>
                <a:lnTo>
                  <a:pt x="848653" y="130887"/>
                </a:lnTo>
                <a:lnTo>
                  <a:pt x="821886" y="130887"/>
                </a:lnTo>
                <a:moveTo>
                  <a:pt x="848653" y="63633"/>
                </a:moveTo>
                <a:lnTo>
                  <a:pt x="869706" y="63633"/>
                </a:lnTo>
                <a:cubicBezTo>
                  <a:pt x="875929" y="63633"/>
                  <a:pt x="880962" y="61986"/>
                  <a:pt x="884805" y="58692"/>
                </a:cubicBezTo>
                <a:cubicBezTo>
                  <a:pt x="888647" y="55397"/>
                  <a:pt x="890568" y="50519"/>
                  <a:pt x="890568" y="44058"/>
                </a:cubicBezTo>
                <a:cubicBezTo>
                  <a:pt x="890568" y="37342"/>
                  <a:pt x="888599" y="32368"/>
                  <a:pt x="884662" y="29138"/>
                </a:cubicBezTo>
                <a:cubicBezTo>
                  <a:pt x="880724" y="25907"/>
                  <a:pt x="875739" y="24291"/>
                  <a:pt x="869706" y="24291"/>
                </a:cubicBezTo>
                <a:lnTo>
                  <a:pt x="848653" y="24291"/>
                </a:lnTo>
                <a:lnTo>
                  <a:pt x="848653" y="63633"/>
                </a:lnTo>
                <a:close/>
                <a:moveTo>
                  <a:pt x="964030" y="132601"/>
                </a:moveTo>
                <a:cubicBezTo>
                  <a:pt x="958759" y="132601"/>
                  <a:pt x="953838" y="131575"/>
                  <a:pt x="949265" y="129523"/>
                </a:cubicBezTo>
                <a:cubicBezTo>
                  <a:pt x="944693" y="127471"/>
                  <a:pt x="940993" y="124377"/>
                  <a:pt x="938167" y="120241"/>
                </a:cubicBezTo>
                <a:cubicBezTo>
                  <a:pt x="935341" y="116104"/>
                  <a:pt x="933928" y="110925"/>
                  <a:pt x="933928" y="104705"/>
                </a:cubicBezTo>
                <a:cubicBezTo>
                  <a:pt x="933928" y="96049"/>
                  <a:pt x="936500" y="89524"/>
                  <a:pt x="941644" y="85132"/>
                </a:cubicBezTo>
                <a:cubicBezTo>
                  <a:pt x="946788" y="80738"/>
                  <a:pt x="953980" y="77756"/>
                  <a:pt x="963221" y="76184"/>
                </a:cubicBezTo>
                <a:cubicBezTo>
                  <a:pt x="972461" y="74612"/>
                  <a:pt x="983209" y="73698"/>
                  <a:pt x="995466" y="73442"/>
                </a:cubicBezTo>
                <a:lnTo>
                  <a:pt x="995466" y="68331"/>
                </a:lnTo>
                <a:cubicBezTo>
                  <a:pt x="995466" y="62103"/>
                  <a:pt x="994021" y="57842"/>
                  <a:pt x="991132" y="55548"/>
                </a:cubicBezTo>
                <a:cubicBezTo>
                  <a:pt x="988242" y="53254"/>
                  <a:pt x="984511" y="52107"/>
                  <a:pt x="979939" y="52107"/>
                </a:cubicBezTo>
                <a:cubicBezTo>
                  <a:pt x="974922" y="52107"/>
                  <a:pt x="970794" y="53331"/>
                  <a:pt x="967555" y="55777"/>
                </a:cubicBezTo>
                <a:cubicBezTo>
                  <a:pt x="964316" y="58222"/>
                  <a:pt x="962697" y="62185"/>
                  <a:pt x="962697" y="67664"/>
                </a:cubicBezTo>
                <a:lnTo>
                  <a:pt x="939072" y="67664"/>
                </a:lnTo>
                <a:cubicBezTo>
                  <a:pt x="939072" y="59625"/>
                  <a:pt x="940803" y="53257"/>
                  <a:pt x="944264" y="48562"/>
                </a:cubicBezTo>
                <a:cubicBezTo>
                  <a:pt x="947725" y="43864"/>
                  <a:pt x="952520" y="40486"/>
                  <a:pt x="958648" y="38428"/>
                </a:cubicBezTo>
                <a:cubicBezTo>
                  <a:pt x="964777" y="36370"/>
                  <a:pt x="971873" y="35341"/>
                  <a:pt x="979939" y="35341"/>
                </a:cubicBezTo>
                <a:cubicBezTo>
                  <a:pt x="985845" y="35341"/>
                  <a:pt x="991243" y="35839"/>
                  <a:pt x="996133" y="36836"/>
                </a:cubicBezTo>
                <a:cubicBezTo>
                  <a:pt x="1001023" y="37832"/>
                  <a:pt x="1005262" y="39552"/>
                  <a:pt x="1008850" y="41995"/>
                </a:cubicBezTo>
                <a:cubicBezTo>
                  <a:pt x="1012438" y="44436"/>
                  <a:pt x="1015217" y="47762"/>
                  <a:pt x="1017185" y="51973"/>
                </a:cubicBezTo>
                <a:cubicBezTo>
                  <a:pt x="1019154" y="56182"/>
                  <a:pt x="1020138" y="61437"/>
                  <a:pt x="1020138" y="67736"/>
                </a:cubicBezTo>
                <a:lnTo>
                  <a:pt x="1020138" y="130887"/>
                </a:lnTo>
                <a:lnTo>
                  <a:pt x="996514" y="130887"/>
                </a:lnTo>
                <a:lnTo>
                  <a:pt x="995752" y="118884"/>
                </a:lnTo>
                <a:cubicBezTo>
                  <a:pt x="991814" y="123393"/>
                  <a:pt x="987242" y="126806"/>
                  <a:pt x="982034" y="129124"/>
                </a:cubicBezTo>
                <a:cubicBezTo>
                  <a:pt x="976827" y="131442"/>
                  <a:pt x="970826" y="132601"/>
                  <a:pt x="964030" y="132601"/>
                </a:cubicBezTo>
                <a:moveTo>
                  <a:pt x="972318" y="115264"/>
                </a:moveTo>
                <a:cubicBezTo>
                  <a:pt x="977081" y="115264"/>
                  <a:pt x="981479" y="114000"/>
                  <a:pt x="985511" y="111472"/>
                </a:cubicBezTo>
                <a:cubicBezTo>
                  <a:pt x="989544" y="108941"/>
                  <a:pt x="992767" y="106056"/>
                  <a:pt x="995180" y="102815"/>
                </a:cubicBezTo>
                <a:lnTo>
                  <a:pt x="995180" y="87445"/>
                </a:lnTo>
                <a:cubicBezTo>
                  <a:pt x="981844" y="87511"/>
                  <a:pt x="972508" y="88792"/>
                  <a:pt x="967174" y="91289"/>
                </a:cubicBezTo>
                <a:cubicBezTo>
                  <a:pt x="961839" y="93785"/>
                  <a:pt x="959172" y="97822"/>
                  <a:pt x="959172" y="103398"/>
                </a:cubicBezTo>
                <a:cubicBezTo>
                  <a:pt x="959172" y="107419"/>
                  <a:pt x="960395" y="110402"/>
                  <a:pt x="962840" y="112347"/>
                </a:cubicBezTo>
                <a:cubicBezTo>
                  <a:pt x="965285" y="114292"/>
                  <a:pt x="968444" y="115264"/>
                  <a:pt x="972318" y="115264"/>
                </a:cubicBezTo>
                <a:close/>
                <a:moveTo>
                  <a:pt x="1083724" y="132601"/>
                </a:moveTo>
                <a:cubicBezTo>
                  <a:pt x="1078580" y="132601"/>
                  <a:pt x="1073531" y="132120"/>
                  <a:pt x="1068578" y="131158"/>
                </a:cubicBezTo>
                <a:cubicBezTo>
                  <a:pt x="1063624" y="130195"/>
                  <a:pt x="1059147" y="128542"/>
                  <a:pt x="1055146" y="126198"/>
                </a:cubicBezTo>
                <a:cubicBezTo>
                  <a:pt x="1051145" y="123854"/>
                  <a:pt x="1047970" y="120660"/>
                  <a:pt x="1045620" y="116616"/>
                </a:cubicBezTo>
                <a:cubicBezTo>
                  <a:pt x="1043270" y="112571"/>
                  <a:pt x="1042095" y="107531"/>
                  <a:pt x="1042095" y="101496"/>
                </a:cubicBezTo>
                <a:lnTo>
                  <a:pt x="1065529" y="101496"/>
                </a:lnTo>
                <a:cubicBezTo>
                  <a:pt x="1065529" y="106829"/>
                  <a:pt x="1067355" y="110536"/>
                  <a:pt x="1071007" y="112618"/>
                </a:cubicBezTo>
                <a:cubicBezTo>
                  <a:pt x="1074658" y="114700"/>
                  <a:pt x="1078929" y="115740"/>
                  <a:pt x="1083819" y="115740"/>
                </a:cubicBezTo>
                <a:cubicBezTo>
                  <a:pt x="1088646" y="115740"/>
                  <a:pt x="1092393" y="114941"/>
                  <a:pt x="1095060" y="113341"/>
                </a:cubicBezTo>
                <a:cubicBezTo>
                  <a:pt x="1097727" y="111740"/>
                  <a:pt x="1099061" y="109044"/>
                  <a:pt x="1099061" y="105253"/>
                </a:cubicBezTo>
                <a:cubicBezTo>
                  <a:pt x="1099061" y="101722"/>
                  <a:pt x="1097489" y="99091"/>
                  <a:pt x="1094345" y="97358"/>
                </a:cubicBezTo>
                <a:cubicBezTo>
                  <a:pt x="1091202" y="95624"/>
                  <a:pt x="1085693" y="93858"/>
                  <a:pt x="1077818" y="92060"/>
                </a:cubicBezTo>
                <a:cubicBezTo>
                  <a:pt x="1071213" y="90454"/>
                  <a:pt x="1065323" y="88512"/>
                  <a:pt x="1060147" y="86234"/>
                </a:cubicBezTo>
                <a:cubicBezTo>
                  <a:pt x="1054971" y="83955"/>
                  <a:pt x="1050923" y="80907"/>
                  <a:pt x="1048002" y="77089"/>
                </a:cubicBezTo>
                <a:cubicBezTo>
                  <a:pt x="1045080" y="73269"/>
                  <a:pt x="1043620" y="68245"/>
                  <a:pt x="1043620" y="62017"/>
                </a:cubicBezTo>
                <a:cubicBezTo>
                  <a:pt x="1043620" y="57137"/>
                  <a:pt x="1044731" y="52996"/>
                  <a:pt x="1046954" y="49595"/>
                </a:cubicBezTo>
                <a:cubicBezTo>
                  <a:pt x="1049176" y="46191"/>
                  <a:pt x="1052145" y="43446"/>
                  <a:pt x="1055860" y="41361"/>
                </a:cubicBezTo>
                <a:cubicBezTo>
                  <a:pt x="1059576" y="39275"/>
                  <a:pt x="1063767" y="37751"/>
                  <a:pt x="1068435" y="36788"/>
                </a:cubicBezTo>
                <a:cubicBezTo>
                  <a:pt x="1073102" y="35824"/>
                  <a:pt x="1077881" y="35341"/>
                  <a:pt x="1082771" y="35341"/>
                </a:cubicBezTo>
                <a:cubicBezTo>
                  <a:pt x="1087534" y="35341"/>
                  <a:pt x="1092202" y="35823"/>
                  <a:pt x="1096774" y="36785"/>
                </a:cubicBezTo>
                <a:cubicBezTo>
                  <a:pt x="1101347" y="37748"/>
                  <a:pt x="1105475" y="39369"/>
                  <a:pt x="1109158" y="41649"/>
                </a:cubicBezTo>
                <a:cubicBezTo>
                  <a:pt x="1112842" y="43928"/>
                  <a:pt x="1115795" y="46993"/>
                  <a:pt x="1118017" y="50845"/>
                </a:cubicBezTo>
                <a:cubicBezTo>
                  <a:pt x="1120240" y="54697"/>
                  <a:pt x="1121351" y="59511"/>
                  <a:pt x="1121351" y="65289"/>
                </a:cubicBezTo>
                <a:lnTo>
                  <a:pt x="1097918" y="65289"/>
                </a:lnTo>
                <a:cubicBezTo>
                  <a:pt x="1097918" y="60405"/>
                  <a:pt x="1096409" y="57019"/>
                  <a:pt x="1093393" y="55132"/>
                </a:cubicBezTo>
                <a:cubicBezTo>
                  <a:pt x="1090376" y="53242"/>
                  <a:pt x="1086836" y="52298"/>
                  <a:pt x="1082771" y="52298"/>
                </a:cubicBezTo>
                <a:cubicBezTo>
                  <a:pt x="1078389" y="52298"/>
                  <a:pt x="1074944" y="52954"/>
                  <a:pt x="1072436" y="54268"/>
                </a:cubicBezTo>
                <a:cubicBezTo>
                  <a:pt x="1069927" y="55580"/>
                  <a:pt x="1068673" y="57745"/>
                  <a:pt x="1068673" y="60764"/>
                </a:cubicBezTo>
                <a:cubicBezTo>
                  <a:pt x="1068673" y="62496"/>
                  <a:pt x="1069467" y="64021"/>
                  <a:pt x="1071054" y="65339"/>
                </a:cubicBezTo>
                <a:cubicBezTo>
                  <a:pt x="1072642" y="66655"/>
                  <a:pt x="1075182" y="67874"/>
                  <a:pt x="1078675" y="68998"/>
                </a:cubicBezTo>
                <a:cubicBezTo>
                  <a:pt x="1082168" y="70121"/>
                  <a:pt x="1086772" y="71325"/>
                  <a:pt x="1092488" y="72609"/>
                </a:cubicBezTo>
                <a:cubicBezTo>
                  <a:pt x="1098521" y="74022"/>
                  <a:pt x="1103919" y="75851"/>
                  <a:pt x="1108682" y="78098"/>
                </a:cubicBezTo>
                <a:cubicBezTo>
                  <a:pt x="1113445" y="80345"/>
                  <a:pt x="1117224" y="83362"/>
                  <a:pt x="1120018" y="87151"/>
                </a:cubicBezTo>
                <a:cubicBezTo>
                  <a:pt x="1122812" y="90937"/>
                  <a:pt x="1124209" y="95848"/>
                  <a:pt x="1124209" y="101883"/>
                </a:cubicBezTo>
                <a:cubicBezTo>
                  <a:pt x="1124209" y="107533"/>
                  <a:pt x="1123082" y="112316"/>
                  <a:pt x="1120828" y="116232"/>
                </a:cubicBezTo>
                <a:cubicBezTo>
                  <a:pt x="1118573" y="120147"/>
                  <a:pt x="1115556" y="123309"/>
                  <a:pt x="1111778" y="125716"/>
                </a:cubicBezTo>
                <a:cubicBezTo>
                  <a:pt x="1107999" y="128123"/>
                  <a:pt x="1103681" y="129873"/>
                  <a:pt x="1098823" y="130964"/>
                </a:cubicBezTo>
                <a:cubicBezTo>
                  <a:pt x="1093964" y="132056"/>
                  <a:pt x="1088931" y="132601"/>
                  <a:pt x="1083724" y="132601"/>
                </a:cubicBezTo>
                <a:close/>
                <a:moveTo>
                  <a:pt x="1184391" y="132601"/>
                </a:moveTo>
                <a:cubicBezTo>
                  <a:pt x="1179247" y="132601"/>
                  <a:pt x="1174198" y="132120"/>
                  <a:pt x="1169245" y="131158"/>
                </a:cubicBezTo>
                <a:cubicBezTo>
                  <a:pt x="1164291" y="130195"/>
                  <a:pt x="1159814" y="128542"/>
                  <a:pt x="1155813" y="126198"/>
                </a:cubicBezTo>
                <a:cubicBezTo>
                  <a:pt x="1151812" y="123854"/>
                  <a:pt x="1148637" y="120660"/>
                  <a:pt x="1146287" y="116616"/>
                </a:cubicBezTo>
                <a:cubicBezTo>
                  <a:pt x="1143938" y="112571"/>
                  <a:pt x="1142763" y="107531"/>
                  <a:pt x="1142763" y="101496"/>
                </a:cubicBezTo>
                <a:lnTo>
                  <a:pt x="1166197" y="101496"/>
                </a:lnTo>
                <a:cubicBezTo>
                  <a:pt x="1166197" y="106829"/>
                  <a:pt x="1168022" y="110536"/>
                  <a:pt x="1171674" y="112618"/>
                </a:cubicBezTo>
                <a:cubicBezTo>
                  <a:pt x="1175326" y="114700"/>
                  <a:pt x="1179596" y="115740"/>
                  <a:pt x="1184486" y="115740"/>
                </a:cubicBezTo>
                <a:cubicBezTo>
                  <a:pt x="1189313" y="115740"/>
                  <a:pt x="1193060" y="114941"/>
                  <a:pt x="1195727" y="113341"/>
                </a:cubicBezTo>
                <a:cubicBezTo>
                  <a:pt x="1198394" y="111740"/>
                  <a:pt x="1199728" y="109044"/>
                  <a:pt x="1199728" y="105253"/>
                </a:cubicBezTo>
                <a:cubicBezTo>
                  <a:pt x="1199728" y="101722"/>
                  <a:pt x="1198156" y="99091"/>
                  <a:pt x="1195013" y="97358"/>
                </a:cubicBezTo>
                <a:cubicBezTo>
                  <a:pt x="1191869" y="95624"/>
                  <a:pt x="1186360" y="93858"/>
                  <a:pt x="1178485" y="92060"/>
                </a:cubicBezTo>
                <a:cubicBezTo>
                  <a:pt x="1171880" y="90454"/>
                  <a:pt x="1165990" y="88512"/>
                  <a:pt x="1160814" y="86234"/>
                </a:cubicBezTo>
                <a:cubicBezTo>
                  <a:pt x="1155639" y="83955"/>
                  <a:pt x="1151590" y="80907"/>
                  <a:pt x="1148669" y="77089"/>
                </a:cubicBezTo>
                <a:cubicBezTo>
                  <a:pt x="1145747" y="73269"/>
                  <a:pt x="1144287" y="68245"/>
                  <a:pt x="1144287" y="62017"/>
                </a:cubicBezTo>
                <a:cubicBezTo>
                  <a:pt x="1144287" y="57137"/>
                  <a:pt x="1145398" y="52996"/>
                  <a:pt x="1147621" y="49595"/>
                </a:cubicBezTo>
                <a:cubicBezTo>
                  <a:pt x="1149844" y="46191"/>
                  <a:pt x="1152813" y="43446"/>
                  <a:pt x="1156528" y="41361"/>
                </a:cubicBezTo>
                <a:cubicBezTo>
                  <a:pt x="1160243" y="39275"/>
                  <a:pt x="1164434" y="37751"/>
                  <a:pt x="1169102" y="36788"/>
                </a:cubicBezTo>
                <a:cubicBezTo>
                  <a:pt x="1173770" y="35824"/>
                  <a:pt x="1178549" y="35341"/>
                  <a:pt x="1183439" y="35341"/>
                </a:cubicBezTo>
                <a:cubicBezTo>
                  <a:pt x="1188201" y="35341"/>
                  <a:pt x="1192869" y="35823"/>
                  <a:pt x="1197442" y="36785"/>
                </a:cubicBezTo>
                <a:cubicBezTo>
                  <a:pt x="1202014" y="37748"/>
                  <a:pt x="1206142" y="39369"/>
                  <a:pt x="1209825" y="41649"/>
                </a:cubicBezTo>
                <a:cubicBezTo>
                  <a:pt x="1213509" y="43928"/>
                  <a:pt x="1216462" y="46993"/>
                  <a:pt x="1218685" y="50845"/>
                </a:cubicBezTo>
                <a:cubicBezTo>
                  <a:pt x="1220907" y="54697"/>
                  <a:pt x="1222019" y="59511"/>
                  <a:pt x="1222019" y="65289"/>
                </a:cubicBezTo>
                <a:lnTo>
                  <a:pt x="1198585" y="65289"/>
                </a:lnTo>
                <a:cubicBezTo>
                  <a:pt x="1198585" y="60405"/>
                  <a:pt x="1197077" y="57019"/>
                  <a:pt x="1194060" y="55132"/>
                </a:cubicBezTo>
                <a:cubicBezTo>
                  <a:pt x="1191043" y="53242"/>
                  <a:pt x="1187503" y="52298"/>
                  <a:pt x="1183439" y="52298"/>
                </a:cubicBezTo>
                <a:cubicBezTo>
                  <a:pt x="1179057" y="52298"/>
                  <a:pt x="1175611" y="52954"/>
                  <a:pt x="1173103" y="54268"/>
                </a:cubicBezTo>
                <a:cubicBezTo>
                  <a:pt x="1170594" y="55580"/>
                  <a:pt x="1169340" y="57745"/>
                  <a:pt x="1169340" y="60764"/>
                </a:cubicBezTo>
                <a:cubicBezTo>
                  <a:pt x="1169340" y="62496"/>
                  <a:pt x="1170134" y="64021"/>
                  <a:pt x="1171722" y="65339"/>
                </a:cubicBezTo>
                <a:cubicBezTo>
                  <a:pt x="1173309" y="66655"/>
                  <a:pt x="1175849" y="67874"/>
                  <a:pt x="1179342" y="68998"/>
                </a:cubicBezTo>
                <a:cubicBezTo>
                  <a:pt x="1182835" y="70121"/>
                  <a:pt x="1187439" y="71325"/>
                  <a:pt x="1193155" y="72609"/>
                </a:cubicBezTo>
                <a:cubicBezTo>
                  <a:pt x="1199188" y="74022"/>
                  <a:pt x="1204586" y="75851"/>
                  <a:pt x="1209349" y="78098"/>
                </a:cubicBezTo>
                <a:cubicBezTo>
                  <a:pt x="1214112" y="80345"/>
                  <a:pt x="1217891" y="83362"/>
                  <a:pt x="1220685" y="87151"/>
                </a:cubicBezTo>
                <a:cubicBezTo>
                  <a:pt x="1223479" y="90937"/>
                  <a:pt x="1224876" y="95848"/>
                  <a:pt x="1224876" y="101883"/>
                </a:cubicBezTo>
                <a:cubicBezTo>
                  <a:pt x="1224876" y="107533"/>
                  <a:pt x="1223749" y="112316"/>
                  <a:pt x="1221495" y="116232"/>
                </a:cubicBezTo>
                <a:cubicBezTo>
                  <a:pt x="1219240" y="120147"/>
                  <a:pt x="1216224" y="123309"/>
                  <a:pt x="1212445" y="125716"/>
                </a:cubicBezTo>
                <a:cubicBezTo>
                  <a:pt x="1208666" y="128123"/>
                  <a:pt x="1204348" y="129873"/>
                  <a:pt x="1199490" y="130964"/>
                </a:cubicBezTo>
                <a:cubicBezTo>
                  <a:pt x="1194632" y="132056"/>
                  <a:pt x="1189599" y="132601"/>
                  <a:pt x="1184391" y="132601"/>
                </a:cubicBezTo>
                <a:close/>
                <a:moveTo>
                  <a:pt x="1288928" y="132601"/>
                </a:moveTo>
                <a:cubicBezTo>
                  <a:pt x="1278576" y="132601"/>
                  <a:pt x="1269876" y="130658"/>
                  <a:pt x="1262826" y="126770"/>
                </a:cubicBezTo>
                <a:cubicBezTo>
                  <a:pt x="1255777" y="122882"/>
                  <a:pt x="1250443" y="117276"/>
                  <a:pt x="1246823" y="109950"/>
                </a:cubicBezTo>
                <a:cubicBezTo>
                  <a:pt x="1243203" y="102623"/>
                  <a:pt x="1241393" y="93819"/>
                  <a:pt x="1241393" y="83537"/>
                </a:cubicBezTo>
                <a:cubicBezTo>
                  <a:pt x="1241393" y="73576"/>
                  <a:pt x="1243155" y="64998"/>
                  <a:pt x="1246680" y="57802"/>
                </a:cubicBezTo>
                <a:cubicBezTo>
                  <a:pt x="1250205" y="50604"/>
                  <a:pt x="1255380" y="45061"/>
                  <a:pt x="1262207" y="41173"/>
                </a:cubicBezTo>
                <a:cubicBezTo>
                  <a:pt x="1269034" y="37285"/>
                  <a:pt x="1277433" y="35341"/>
                  <a:pt x="1287403" y="35341"/>
                </a:cubicBezTo>
                <a:cubicBezTo>
                  <a:pt x="1301248" y="35341"/>
                  <a:pt x="1312187" y="39434"/>
                  <a:pt x="1320220" y="47618"/>
                </a:cubicBezTo>
                <a:cubicBezTo>
                  <a:pt x="1328254" y="55802"/>
                  <a:pt x="1332271" y="67470"/>
                  <a:pt x="1332271" y="82620"/>
                </a:cubicBezTo>
                <a:cubicBezTo>
                  <a:pt x="1332271" y="83390"/>
                  <a:pt x="1332239" y="84433"/>
                  <a:pt x="1332175" y="85749"/>
                </a:cubicBezTo>
                <a:cubicBezTo>
                  <a:pt x="1332112" y="87064"/>
                  <a:pt x="1332017" y="88075"/>
                  <a:pt x="1331890" y="88782"/>
                </a:cubicBezTo>
                <a:lnTo>
                  <a:pt x="1266637" y="88782"/>
                </a:lnTo>
                <a:cubicBezTo>
                  <a:pt x="1266764" y="93265"/>
                  <a:pt x="1267574" y="97456"/>
                  <a:pt x="1269066" y="101353"/>
                </a:cubicBezTo>
                <a:cubicBezTo>
                  <a:pt x="1270558" y="105251"/>
                  <a:pt x="1272924" y="108386"/>
                  <a:pt x="1276163" y="110757"/>
                </a:cubicBezTo>
                <a:cubicBezTo>
                  <a:pt x="1279402" y="113127"/>
                  <a:pt x="1283657" y="114312"/>
                  <a:pt x="1288928" y="114312"/>
                </a:cubicBezTo>
                <a:cubicBezTo>
                  <a:pt x="1294389" y="114312"/>
                  <a:pt x="1298771" y="113085"/>
                  <a:pt x="1302073" y="110632"/>
                </a:cubicBezTo>
                <a:cubicBezTo>
                  <a:pt x="1305376" y="108179"/>
                  <a:pt x="1307059" y="104532"/>
                  <a:pt x="1307122" y="99689"/>
                </a:cubicBezTo>
                <a:lnTo>
                  <a:pt x="1331985" y="99689"/>
                </a:lnTo>
                <a:cubicBezTo>
                  <a:pt x="1331667" y="107024"/>
                  <a:pt x="1329683" y="113137"/>
                  <a:pt x="1326031" y="118027"/>
                </a:cubicBezTo>
                <a:cubicBezTo>
                  <a:pt x="1322380" y="122917"/>
                  <a:pt x="1317394" y="126568"/>
                  <a:pt x="1311075" y="128982"/>
                </a:cubicBezTo>
                <a:cubicBezTo>
                  <a:pt x="1304757" y="131395"/>
                  <a:pt x="1297374" y="132601"/>
                  <a:pt x="1288928" y="132601"/>
                </a:cubicBezTo>
                <a:moveTo>
                  <a:pt x="1266923" y="72778"/>
                </a:moveTo>
                <a:lnTo>
                  <a:pt x="1307217" y="72778"/>
                </a:lnTo>
                <a:cubicBezTo>
                  <a:pt x="1307027" y="66110"/>
                  <a:pt x="1305106" y="61125"/>
                  <a:pt x="1301454" y="57823"/>
                </a:cubicBezTo>
                <a:cubicBezTo>
                  <a:pt x="1297803" y="54520"/>
                  <a:pt x="1293119" y="52869"/>
                  <a:pt x="1287403" y="52869"/>
                </a:cubicBezTo>
                <a:cubicBezTo>
                  <a:pt x="1281561" y="52869"/>
                  <a:pt x="1276782" y="54569"/>
                  <a:pt x="1273067" y="57968"/>
                </a:cubicBezTo>
                <a:cubicBezTo>
                  <a:pt x="1269352" y="61368"/>
                  <a:pt x="1267304" y="66305"/>
                  <a:pt x="1266923" y="72778"/>
                </a:cubicBezTo>
                <a:close/>
                <a:moveTo>
                  <a:pt x="1386635" y="132601"/>
                </a:moveTo>
                <a:cubicBezTo>
                  <a:pt x="1379649" y="132601"/>
                  <a:pt x="1373378" y="130834"/>
                  <a:pt x="1367821" y="127300"/>
                </a:cubicBezTo>
                <a:cubicBezTo>
                  <a:pt x="1362264" y="123765"/>
                  <a:pt x="1357882" y="118351"/>
                  <a:pt x="1354675" y="111058"/>
                </a:cubicBezTo>
                <a:cubicBezTo>
                  <a:pt x="1351468" y="103765"/>
                  <a:pt x="1349864" y="94495"/>
                  <a:pt x="1349864" y="83248"/>
                </a:cubicBezTo>
                <a:cubicBezTo>
                  <a:pt x="1349864" y="72388"/>
                  <a:pt x="1351595" y="63424"/>
                  <a:pt x="1355056" y="56355"/>
                </a:cubicBezTo>
                <a:cubicBezTo>
                  <a:pt x="1358517" y="49286"/>
                  <a:pt x="1363201" y="44017"/>
                  <a:pt x="1369107" y="40548"/>
                </a:cubicBezTo>
                <a:cubicBezTo>
                  <a:pt x="1375013" y="37077"/>
                  <a:pt x="1381649" y="35341"/>
                  <a:pt x="1389016" y="35341"/>
                </a:cubicBezTo>
                <a:cubicBezTo>
                  <a:pt x="1395494" y="35341"/>
                  <a:pt x="1401050" y="36675"/>
                  <a:pt x="1405686" y="39342"/>
                </a:cubicBezTo>
                <a:cubicBezTo>
                  <a:pt x="1410322" y="42010"/>
                  <a:pt x="1414006" y="45502"/>
                  <a:pt x="1416737" y="49821"/>
                </a:cubicBezTo>
                <a:lnTo>
                  <a:pt x="1416737" y="2667"/>
                </a:lnTo>
                <a:lnTo>
                  <a:pt x="1441980" y="2667"/>
                </a:lnTo>
                <a:lnTo>
                  <a:pt x="1441980" y="130887"/>
                </a:lnTo>
                <a:lnTo>
                  <a:pt x="1417784" y="130887"/>
                </a:lnTo>
                <a:lnTo>
                  <a:pt x="1416737" y="117741"/>
                </a:lnTo>
                <a:cubicBezTo>
                  <a:pt x="1413434" y="122313"/>
                  <a:pt x="1409338" y="125933"/>
                  <a:pt x="1404448" y="128601"/>
                </a:cubicBezTo>
                <a:cubicBezTo>
                  <a:pt x="1399558" y="131268"/>
                  <a:pt x="1393620" y="132601"/>
                  <a:pt x="1386635" y="132601"/>
                </a:cubicBezTo>
                <a:moveTo>
                  <a:pt x="1394065" y="113359"/>
                </a:moveTo>
                <a:cubicBezTo>
                  <a:pt x="1399399" y="113359"/>
                  <a:pt x="1404004" y="111837"/>
                  <a:pt x="1407877" y="108792"/>
                </a:cubicBezTo>
                <a:cubicBezTo>
                  <a:pt x="1411751" y="105748"/>
                  <a:pt x="1414704" y="102187"/>
                  <a:pt x="1416737" y="98108"/>
                </a:cubicBezTo>
                <a:lnTo>
                  <a:pt x="1416737" y="70421"/>
                </a:lnTo>
                <a:cubicBezTo>
                  <a:pt x="1414768" y="66146"/>
                  <a:pt x="1412005" y="62422"/>
                  <a:pt x="1408449" y="59249"/>
                </a:cubicBezTo>
                <a:cubicBezTo>
                  <a:pt x="1404893" y="56075"/>
                  <a:pt x="1400511" y="54489"/>
                  <a:pt x="1395303" y="54489"/>
                </a:cubicBezTo>
                <a:cubicBezTo>
                  <a:pt x="1389080" y="54489"/>
                  <a:pt x="1384253" y="56949"/>
                  <a:pt x="1380824" y="61871"/>
                </a:cubicBezTo>
                <a:cubicBezTo>
                  <a:pt x="1377394" y="66793"/>
                  <a:pt x="1375680" y="73918"/>
                  <a:pt x="1375680" y="83245"/>
                </a:cubicBezTo>
                <a:cubicBezTo>
                  <a:pt x="1375680" y="93477"/>
                  <a:pt x="1377315" y="101055"/>
                  <a:pt x="1380586" y="105976"/>
                </a:cubicBezTo>
                <a:cubicBezTo>
                  <a:pt x="1383856" y="110898"/>
                  <a:pt x="1388349" y="113359"/>
                  <a:pt x="1394065" y="113359"/>
                </a:cubicBez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A394B-F933-487D-BA97-BD49358C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637" y="2710938"/>
            <a:ext cx="1502595" cy="442137"/>
          </a:xfrm>
          <a:custGeom xmlns:a="http://schemas.openxmlformats.org/drawingml/2006/main">
            <a:pathLst>
              <a:path w="1502595" h="442137">
                <a:moveTo>
                  <a:pt x="0" y="73690"/>
                </a:moveTo>
                <a:cubicBezTo>
                  <a:pt x="0" y="33045"/>
                  <a:pt x="33045" y="0"/>
                  <a:pt x="73690" y="0"/>
                </a:cubicBezTo>
                <a:lnTo>
                  <a:pt x="1428905" y="0"/>
                </a:lnTo>
                <a:cubicBezTo>
                  <a:pt x="1469726" y="0"/>
                  <a:pt x="1502595" y="33045"/>
                  <a:pt x="1502595" y="73690"/>
                </a:cubicBezTo>
                <a:lnTo>
                  <a:pt x="1502595" y="368448"/>
                </a:lnTo>
                <a:cubicBezTo>
                  <a:pt x="1502595" y="409092"/>
                  <a:pt x="1469726" y="442137"/>
                  <a:pt x="1428905" y="442137"/>
                </a:cubicBezTo>
                <a:lnTo>
                  <a:pt x="73690" y="442137"/>
                </a:lnTo>
                <a:cubicBezTo>
                  <a:pt x="33045" y="442137"/>
                  <a:pt x="0" y="409092"/>
                  <a:pt x="0" y="368448"/>
                </a:cubicBezTo>
                <a:lnTo>
                  <a:pt x="0" y="73690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7EB23-2E45-4853-BF6D-3F15E54D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637" y="2710938"/>
            <a:ext cx="1502595" cy="442137"/>
          </a:xfrm>
          <a:custGeom xmlns:a="http://schemas.openxmlformats.org/drawingml/2006/main">
            <a:pathLst>
              <a:path w="1502595" h="442137" fill="none">
                <a:moveTo>
                  <a:pt x="0" y="73690"/>
                </a:moveTo>
                <a:cubicBezTo>
                  <a:pt x="0" y="33045"/>
                  <a:pt x="33045" y="0"/>
                  <a:pt x="73690" y="0"/>
                </a:cubicBezTo>
                <a:lnTo>
                  <a:pt x="1428905" y="0"/>
                </a:lnTo>
                <a:cubicBezTo>
                  <a:pt x="1469726" y="0"/>
                  <a:pt x="1502595" y="33045"/>
                  <a:pt x="1502595" y="73690"/>
                </a:cubicBezTo>
                <a:lnTo>
                  <a:pt x="1502595" y="368448"/>
                </a:lnTo>
                <a:cubicBezTo>
                  <a:pt x="1502595" y="409092"/>
                  <a:pt x="1469726" y="442137"/>
                  <a:pt x="1428905" y="442137"/>
                </a:cubicBezTo>
                <a:lnTo>
                  <a:pt x="73690" y="442137"/>
                </a:lnTo>
                <a:cubicBezTo>
                  <a:pt x="33045" y="442137"/>
                  <a:pt x="0" y="409092"/>
                  <a:pt x="0" y="368448"/>
                </a:cubicBezTo>
                <a:lnTo>
                  <a:pt x="0" y="736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80350E"/>
            </a:solidFill>
            <a:miter/>
          </a:ln>
        </p:spPr>
      </p:sp>
      <p:sp>
        <p:nvSpPr>
          <p:cNvPr id="227" name="Text T">
            <a:extLst xmlns:a="http://schemas.openxmlformats.org/drawingml/2006/main">
              <a:ext uri="{FF2B5EF4-FFF2-40B4-BE49-F238E27FC236}">
                <a16:creationId xmlns:a16="http://schemas.microsoft.com/office/drawing/2014/main" id="{9C8920F7-AD6C-40E1-9F62-98140DFF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667" y="2825623"/>
            <a:ext cx="146617" cy="209053"/>
          </a:xfrm>
          <a:custGeom xmlns:a="http://schemas.openxmlformats.org/drawingml/2006/main">
            <a:pathLst>
              <a:path w="146617" h="209053">
                <a:moveTo>
                  <a:pt x="59485" y="209053"/>
                </a:moveTo>
                <a:lnTo>
                  <a:pt x="59485" y="23453"/>
                </a:lnTo>
                <a:lnTo>
                  <a:pt x="0" y="23453"/>
                </a:lnTo>
                <a:lnTo>
                  <a:pt x="0" y="0"/>
                </a:lnTo>
                <a:lnTo>
                  <a:pt x="146617" y="0"/>
                </a:lnTo>
                <a:lnTo>
                  <a:pt x="146617" y="23453"/>
                </a:lnTo>
                <a:lnTo>
                  <a:pt x="87287" y="23453"/>
                </a:lnTo>
                <a:lnTo>
                  <a:pt x="87287" y="209053"/>
                </a:lnTo>
                <a:lnTo>
                  <a:pt x="59485" y="2090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ester">
            <a:extLst xmlns:a="http://schemas.openxmlformats.org/drawingml/2006/main">
              <a:ext uri="{FF2B5EF4-FFF2-40B4-BE49-F238E27FC236}">
                <a16:creationId xmlns:a16="http://schemas.microsoft.com/office/drawing/2014/main" id="{43BEE62A-8CB9-4816-9F34-8D75A410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569" y="2844106"/>
            <a:ext cx="671682" cy="193367"/>
          </a:xfrm>
          <a:custGeom xmlns:a="http://schemas.openxmlformats.org/drawingml/2006/main">
            <a:pathLst>
              <a:path w="671682" h="193367">
                <a:moveTo>
                  <a:pt x="71445" y="193367"/>
                </a:moveTo>
                <a:cubicBezTo>
                  <a:pt x="54981" y="193367"/>
                  <a:pt x="41495" y="189822"/>
                  <a:pt x="30985" y="182732"/>
                </a:cubicBezTo>
                <a:cubicBezTo>
                  <a:pt x="20476" y="175640"/>
                  <a:pt x="12684" y="165991"/>
                  <a:pt x="7610" y="153786"/>
                </a:cubicBezTo>
                <a:cubicBezTo>
                  <a:pt x="2537" y="141577"/>
                  <a:pt x="0" y="127850"/>
                  <a:pt x="0" y="112603"/>
                </a:cubicBezTo>
                <a:cubicBezTo>
                  <a:pt x="0" y="96716"/>
                  <a:pt x="2459" y="82721"/>
                  <a:pt x="7377" y="70620"/>
                </a:cubicBezTo>
                <a:cubicBezTo>
                  <a:pt x="12296" y="58518"/>
                  <a:pt x="19803" y="49055"/>
                  <a:pt x="29898" y="42231"/>
                </a:cubicBezTo>
                <a:cubicBezTo>
                  <a:pt x="39994" y="35407"/>
                  <a:pt x="52807" y="31995"/>
                  <a:pt x="68338" y="31995"/>
                </a:cubicBezTo>
                <a:cubicBezTo>
                  <a:pt x="88944" y="31995"/>
                  <a:pt x="105096" y="38384"/>
                  <a:pt x="116797" y="51162"/>
                </a:cubicBezTo>
                <a:cubicBezTo>
                  <a:pt x="128497" y="63936"/>
                  <a:pt x="134347" y="82302"/>
                  <a:pt x="134347" y="106259"/>
                </a:cubicBezTo>
                <a:cubicBezTo>
                  <a:pt x="134347" y="107858"/>
                  <a:pt x="134295" y="109749"/>
                  <a:pt x="134192" y="111933"/>
                </a:cubicBezTo>
                <a:cubicBezTo>
                  <a:pt x="134088" y="114114"/>
                  <a:pt x="133933" y="115684"/>
                  <a:pt x="133726" y="116641"/>
                </a:cubicBezTo>
                <a:lnTo>
                  <a:pt x="25938" y="116641"/>
                </a:lnTo>
                <a:cubicBezTo>
                  <a:pt x="26041" y="126899"/>
                  <a:pt x="27620" y="136319"/>
                  <a:pt x="30675" y="144904"/>
                </a:cubicBezTo>
                <a:cubicBezTo>
                  <a:pt x="33729" y="153488"/>
                  <a:pt x="38570" y="160372"/>
                  <a:pt x="45197" y="165556"/>
                </a:cubicBezTo>
                <a:cubicBezTo>
                  <a:pt x="51823" y="170739"/>
                  <a:pt x="60573" y="173331"/>
                  <a:pt x="71445" y="173331"/>
                </a:cubicBezTo>
                <a:cubicBezTo>
                  <a:pt x="83042" y="173331"/>
                  <a:pt x="92102" y="170474"/>
                  <a:pt x="98625" y="164760"/>
                </a:cubicBezTo>
                <a:cubicBezTo>
                  <a:pt x="105148" y="159045"/>
                  <a:pt x="108565" y="150801"/>
                  <a:pt x="108876" y="140026"/>
                </a:cubicBezTo>
                <a:lnTo>
                  <a:pt x="134502" y="140026"/>
                </a:lnTo>
                <a:cubicBezTo>
                  <a:pt x="134192" y="151024"/>
                  <a:pt x="131448" y="160501"/>
                  <a:pt x="126271" y="168458"/>
                </a:cubicBezTo>
                <a:cubicBezTo>
                  <a:pt x="121094" y="176415"/>
                  <a:pt x="113846" y="182556"/>
                  <a:pt x="104527" y="186882"/>
                </a:cubicBezTo>
                <a:cubicBezTo>
                  <a:pt x="95208" y="191205"/>
                  <a:pt x="84181" y="193367"/>
                  <a:pt x="71445" y="193367"/>
                </a:cubicBezTo>
                <a:moveTo>
                  <a:pt x="26093" y="97693"/>
                </a:moveTo>
                <a:lnTo>
                  <a:pt x="108720" y="97693"/>
                </a:lnTo>
                <a:cubicBezTo>
                  <a:pt x="108410" y="82857"/>
                  <a:pt x="104734" y="71513"/>
                  <a:pt x="97693" y="63660"/>
                </a:cubicBezTo>
                <a:cubicBezTo>
                  <a:pt x="90652" y="55803"/>
                  <a:pt x="80867" y="51875"/>
                  <a:pt x="68338" y="51875"/>
                </a:cubicBezTo>
                <a:cubicBezTo>
                  <a:pt x="55706" y="51875"/>
                  <a:pt x="45792" y="55776"/>
                  <a:pt x="38596" y="63577"/>
                </a:cubicBezTo>
                <a:cubicBezTo>
                  <a:pt x="31399" y="71375"/>
                  <a:pt x="27232" y="82747"/>
                  <a:pt x="26093" y="97693"/>
                </a:cubicBezTo>
                <a:close/>
                <a:moveTo>
                  <a:pt x="229756" y="193367"/>
                </a:moveTo>
                <a:cubicBezTo>
                  <a:pt x="221265" y="193367"/>
                  <a:pt x="213215" y="192407"/>
                  <a:pt x="205604" y="190489"/>
                </a:cubicBezTo>
                <a:cubicBezTo>
                  <a:pt x="197994" y="188570"/>
                  <a:pt x="191290" y="185531"/>
                  <a:pt x="185491" y="181373"/>
                </a:cubicBezTo>
                <a:cubicBezTo>
                  <a:pt x="179693" y="177216"/>
                  <a:pt x="175163" y="171752"/>
                  <a:pt x="171901" y="164983"/>
                </a:cubicBezTo>
                <a:cubicBezTo>
                  <a:pt x="168640" y="158211"/>
                  <a:pt x="167009" y="150026"/>
                  <a:pt x="167009" y="140429"/>
                </a:cubicBezTo>
                <a:lnTo>
                  <a:pt x="192014" y="140429"/>
                </a:lnTo>
                <a:cubicBezTo>
                  <a:pt x="192014" y="152792"/>
                  <a:pt x="195664" y="161496"/>
                  <a:pt x="202964" y="166541"/>
                </a:cubicBezTo>
                <a:cubicBezTo>
                  <a:pt x="210264" y="171585"/>
                  <a:pt x="219402" y="174108"/>
                  <a:pt x="230377" y="174108"/>
                </a:cubicBezTo>
                <a:cubicBezTo>
                  <a:pt x="240214" y="174108"/>
                  <a:pt x="248316" y="172118"/>
                  <a:pt x="254684" y="168138"/>
                </a:cubicBezTo>
                <a:cubicBezTo>
                  <a:pt x="261052" y="164158"/>
                  <a:pt x="264236" y="157588"/>
                  <a:pt x="264236" y="148427"/>
                </a:cubicBezTo>
                <a:cubicBezTo>
                  <a:pt x="264236" y="140749"/>
                  <a:pt x="261362" y="135044"/>
                  <a:pt x="255616" y="131314"/>
                </a:cubicBezTo>
                <a:cubicBezTo>
                  <a:pt x="249869" y="127580"/>
                  <a:pt x="239748" y="123954"/>
                  <a:pt x="225252" y="120437"/>
                </a:cubicBezTo>
                <a:cubicBezTo>
                  <a:pt x="213448" y="117557"/>
                  <a:pt x="203508" y="114226"/>
                  <a:pt x="195431" y="110443"/>
                </a:cubicBezTo>
                <a:cubicBezTo>
                  <a:pt x="187355" y="106657"/>
                  <a:pt x="181298" y="101859"/>
                  <a:pt x="177260" y="96048"/>
                </a:cubicBezTo>
                <a:cubicBezTo>
                  <a:pt x="173221" y="90236"/>
                  <a:pt x="171202" y="82906"/>
                  <a:pt x="171202" y="74056"/>
                </a:cubicBezTo>
                <a:cubicBezTo>
                  <a:pt x="171202" y="67125"/>
                  <a:pt x="172626" y="61021"/>
                  <a:pt x="175473" y="55743"/>
                </a:cubicBezTo>
                <a:cubicBezTo>
                  <a:pt x="178321" y="50466"/>
                  <a:pt x="182307" y="46069"/>
                  <a:pt x="187433" y="42551"/>
                </a:cubicBezTo>
                <a:cubicBezTo>
                  <a:pt x="192558" y="39031"/>
                  <a:pt x="198589" y="36392"/>
                  <a:pt x="205527" y="34635"/>
                </a:cubicBezTo>
                <a:cubicBezTo>
                  <a:pt x="212464" y="32875"/>
                  <a:pt x="219971" y="31995"/>
                  <a:pt x="228047" y="31995"/>
                </a:cubicBezTo>
                <a:cubicBezTo>
                  <a:pt x="236020" y="31995"/>
                  <a:pt x="243501" y="32954"/>
                  <a:pt x="250490" y="34873"/>
                </a:cubicBezTo>
                <a:cubicBezTo>
                  <a:pt x="257480" y="36792"/>
                  <a:pt x="263640" y="39778"/>
                  <a:pt x="268973" y="43833"/>
                </a:cubicBezTo>
                <a:cubicBezTo>
                  <a:pt x="274305" y="47884"/>
                  <a:pt x="278525" y="53108"/>
                  <a:pt x="281631" y="59505"/>
                </a:cubicBezTo>
                <a:cubicBezTo>
                  <a:pt x="284737" y="65902"/>
                  <a:pt x="286290" y="73579"/>
                  <a:pt x="286290" y="82535"/>
                </a:cubicBezTo>
                <a:lnTo>
                  <a:pt x="261129" y="82535"/>
                </a:lnTo>
                <a:cubicBezTo>
                  <a:pt x="261129" y="71233"/>
                  <a:pt x="257920" y="63245"/>
                  <a:pt x="251500" y="58573"/>
                </a:cubicBezTo>
                <a:cubicBezTo>
                  <a:pt x="245080" y="53901"/>
                  <a:pt x="237263" y="51564"/>
                  <a:pt x="228047" y="51564"/>
                </a:cubicBezTo>
                <a:cubicBezTo>
                  <a:pt x="218729" y="51564"/>
                  <a:pt x="211170" y="53318"/>
                  <a:pt x="205371" y="56826"/>
                </a:cubicBezTo>
                <a:cubicBezTo>
                  <a:pt x="199573" y="60330"/>
                  <a:pt x="196674" y="65806"/>
                  <a:pt x="196674" y="73255"/>
                </a:cubicBezTo>
                <a:cubicBezTo>
                  <a:pt x="196674" y="77413"/>
                  <a:pt x="197968" y="80932"/>
                  <a:pt x="200557" y="83812"/>
                </a:cubicBezTo>
                <a:cubicBezTo>
                  <a:pt x="203145" y="86691"/>
                  <a:pt x="207494" y="89278"/>
                  <a:pt x="213603" y="91573"/>
                </a:cubicBezTo>
                <a:cubicBezTo>
                  <a:pt x="219712" y="93863"/>
                  <a:pt x="227944" y="96289"/>
                  <a:pt x="238298" y="98848"/>
                </a:cubicBezTo>
                <a:cubicBezTo>
                  <a:pt x="249584" y="101621"/>
                  <a:pt x="259059" y="104926"/>
                  <a:pt x="266721" y="108764"/>
                </a:cubicBezTo>
                <a:cubicBezTo>
                  <a:pt x="274383" y="112601"/>
                  <a:pt x="280155" y="117533"/>
                  <a:pt x="284038" y="123558"/>
                </a:cubicBezTo>
                <a:cubicBezTo>
                  <a:pt x="287921" y="129579"/>
                  <a:pt x="289863" y="137282"/>
                  <a:pt x="289863" y="146666"/>
                </a:cubicBezTo>
                <a:cubicBezTo>
                  <a:pt x="289863" y="154768"/>
                  <a:pt x="288335" y="161778"/>
                  <a:pt x="285281" y="167696"/>
                </a:cubicBezTo>
                <a:cubicBezTo>
                  <a:pt x="282226" y="173614"/>
                  <a:pt x="277981" y="178466"/>
                  <a:pt x="272545" y="182252"/>
                </a:cubicBezTo>
                <a:cubicBezTo>
                  <a:pt x="267109" y="186038"/>
                  <a:pt x="260741" y="188837"/>
                  <a:pt x="253441" y="190649"/>
                </a:cubicBezTo>
                <a:cubicBezTo>
                  <a:pt x="246142" y="192461"/>
                  <a:pt x="238246" y="193367"/>
                  <a:pt x="229756" y="193367"/>
                </a:cubicBezTo>
                <a:close/>
                <a:moveTo>
                  <a:pt x="379330" y="190571"/>
                </a:moveTo>
                <a:cubicBezTo>
                  <a:pt x="367112" y="190571"/>
                  <a:pt x="357741" y="188560"/>
                  <a:pt x="351218" y="184538"/>
                </a:cubicBezTo>
                <a:cubicBezTo>
                  <a:pt x="344695" y="180516"/>
                  <a:pt x="340216" y="174726"/>
                  <a:pt x="337783" y="167167"/>
                </a:cubicBezTo>
                <a:cubicBezTo>
                  <a:pt x="335350" y="159605"/>
                  <a:pt x="334133" y="150516"/>
                  <a:pt x="334133" y="139900"/>
                </a:cubicBezTo>
                <a:lnTo>
                  <a:pt x="334133" y="55603"/>
                </a:lnTo>
                <a:lnTo>
                  <a:pt x="308817" y="55603"/>
                </a:lnTo>
                <a:lnTo>
                  <a:pt x="308817" y="34635"/>
                </a:lnTo>
                <a:lnTo>
                  <a:pt x="334133" y="34635"/>
                </a:lnTo>
                <a:lnTo>
                  <a:pt x="334133" y="0"/>
                </a:lnTo>
                <a:lnTo>
                  <a:pt x="359915" y="0"/>
                </a:lnTo>
                <a:lnTo>
                  <a:pt x="359915" y="34635"/>
                </a:lnTo>
                <a:lnTo>
                  <a:pt x="397191" y="34635"/>
                </a:lnTo>
                <a:lnTo>
                  <a:pt x="397191" y="55603"/>
                </a:lnTo>
                <a:lnTo>
                  <a:pt x="359915" y="55603"/>
                </a:lnTo>
                <a:lnTo>
                  <a:pt x="359915" y="139162"/>
                </a:lnTo>
                <a:cubicBezTo>
                  <a:pt x="359915" y="148986"/>
                  <a:pt x="361132" y="156515"/>
                  <a:pt x="363565" y="161750"/>
                </a:cubicBezTo>
                <a:cubicBezTo>
                  <a:pt x="365999" y="166986"/>
                  <a:pt x="371823" y="169604"/>
                  <a:pt x="381038" y="169604"/>
                </a:cubicBezTo>
                <a:lnTo>
                  <a:pt x="397502" y="169604"/>
                </a:lnTo>
                <a:lnTo>
                  <a:pt x="397502" y="190571"/>
                </a:lnTo>
                <a:lnTo>
                  <a:pt x="379330" y="190571"/>
                </a:lnTo>
                <a:close/>
                <a:moveTo>
                  <a:pt x="491315" y="193367"/>
                </a:moveTo>
                <a:cubicBezTo>
                  <a:pt x="474852" y="193367"/>
                  <a:pt x="461365" y="189822"/>
                  <a:pt x="450856" y="182732"/>
                </a:cubicBezTo>
                <a:cubicBezTo>
                  <a:pt x="440346" y="175640"/>
                  <a:pt x="432555" y="165991"/>
                  <a:pt x="427481" y="153786"/>
                </a:cubicBezTo>
                <a:cubicBezTo>
                  <a:pt x="422407" y="141577"/>
                  <a:pt x="419870" y="127850"/>
                  <a:pt x="419870" y="112603"/>
                </a:cubicBezTo>
                <a:cubicBezTo>
                  <a:pt x="419870" y="96716"/>
                  <a:pt x="422330" y="82721"/>
                  <a:pt x="427248" y="70620"/>
                </a:cubicBezTo>
                <a:cubicBezTo>
                  <a:pt x="432166" y="58518"/>
                  <a:pt x="439673" y="49055"/>
                  <a:pt x="449769" y="42231"/>
                </a:cubicBezTo>
                <a:cubicBezTo>
                  <a:pt x="459864" y="35407"/>
                  <a:pt x="472677" y="31995"/>
                  <a:pt x="488209" y="31995"/>
                </a:cubicBezTo>
                <a:cubicBezTo>
                  <a:pt x="508814" y="31995"/>
                  <a:pt x="524967" y="38384"/>
                  <a:pt x="536667" y="51162"/>
                </a:cubicBezTo>
                <a:cubicBezTo>
                  <a:pt x="548367" y="63936"/>
                  <a:pt x="554218" y="82302"/>
                  <a:pt x="554218" y="106259"/>
                </a:cubicBezTo>
                <a:cubicBezTo>
                  <a:pt x="554218" y="107858"/>
                  <a:pt x="554166" y="109749"/>
                  <a:pt x="554062" y="111933"/>
                </a:cubicBezTo>
                <a:cubicBezTo>
                  <a:pt x="553959" y="114114"/>
                  <a:pt x="553803" y="115684"/>
                  <a:pt x="553596" y="116641"/>
                </a:cubicBezTo>
                <a:lnTo>
                  <a:pt x="445808" y="116641"/>
                </a:lnTo>
                <a:cubicBezTo>
                  <a:pt x="445912" y="126899"/>
                  <a:pt x="447491" y="136319"/>
                  <a:pt x="450545" y="144904"/>
                </a:cubicBezTo>
                <a:cubicBezTo>
                  <a:pt x="453600" y="153488"/>
                  <a:pt x="458440" y="160372"/>
                  <a:pt x="465067" y="165556"/>
                </a:cubicBezTo>
                <a:cubicBezTo>
                  <a:pt x="471694" y="170739"/>
                  <a:pt x="480443" y="173331"/>
                  <a:pt x="491315" y="173331"/>
                </a:cubicBezTo>
                <a:cubicBezTo>
                  <a:pt x="502912" y="173331"/>
                  <a:pt x="511972" y="170474"/>
                  <a:pt x="518495" y="164760"/>
                </a:cubicBezTo>
                <a:cubicBezTo>
                  <a:pt x="525018" y="159045"/>
                  <a:pt x="528435" y="150801"/>
                  <a:pt x="528746" y="140026"/>
                </a:cubicBezTo>
                <a:lnTo>
                  <a:pt x="554373" y="140026"/>
                </a:lnTo>
                <a:cubicBezTo>
                  <a:pt x="554062" y="151024"/>
                  <a:pt x="551318" y="160501"/>
                  <a:pt x="546141" y="168458"/>
                </a:cubicBezTo>
                <a:cubicBezTo>
                  <a:pt x="540964" y="176415"/>
                  <a:pt x="533716" y="182556"/>
                  <a:pt x="524397" y="186882"/>
                </a:cubicBezTo>
                <a:cubicBezTo>
                  <a:pt x="515078" y="191205"/>
                  <a:pt x="504051" y="193367"/>
                  <a:pt x="491315" y="193367"/>
                </a:cubicBezTo>
                <a:moveTo>
                  <a:pt x="445963" y="97693"/>
                </a:moveTo>
                <a:lnTo>
                  <a:pt x="528591" y="97693"/>
                </a:lnTo>
                <a:cubicBezTo>
                  <a:pt x="528280" y="82857"/>
                  <a:pt x="524604" y="71513"/>
                  <a:pt x="517563" y="63660"/>
                </a:cubicBezTo>
                <a:cubicBezTo>
                  <a:pt x="510522" y="55803"/>
                  <a:pt x="500738" y="51875"/>
                  <a:pt x="488209" y="51875"/>
                </a:cubicBezTo>
                <a:cubicBezTo>
                  <a:pt x="475577" y="51875"/>
                  <a:pt x="465662" y="55776"/>
                  <a:pt x="458466" y="63577"/>
                </a:cubicBezTo>
                <a:cubicBezTo>
                  <a:pt x="451270" y="71375"/>
                  <a:pt x="447102" y="82747"/>
                  <a:pt x="445963" y="97693"/>
                </a:cubicBezTo>
                <a:close/>
                <a:moveTo>
                  <a:pt x="596043" y="190571"/>
                </a:moveTo>
                <a:lnTo>
                  <a:pt x="596043" y="34635"/>
                </a:lnTo>
                <a:lnTo>
                  <a:pt x="620428" y="34635"/>
                </a:lnTo>
                <a:lnTo>
                  <a:pt x="621360" y="59641"/>
                </a:lnTo>
                <a:cubicBezTo>
                  <a:pt x="625605" y="51772"/>
                  <a:pt x="631507" y="45197"/>
                  <a:pt x="639066" y="39916"/>
                </a:cubicBezTo>
                <a:cubicBezTo>
                  <a:pt x="646624" y="34635"/>
                  <a:pt x="656461" y="31995"/>
                  <a:pt x="668575" y="31995"/>
                </a:cubicBezTo>
                <a:lnTo>
                  <a:pt x="671682" y="31995"/>
                </a:lnTo>
                <a:lnTo>
                  <a:pt x="671682" y="55758"/>
                </a:lnTo>
                <a:lnTo>
                  <a:pt x="668109" y="55758"/>
                </a:lnTo>
                <a:cubicBezTo>
                  <a:pt x="660551" y="55758"/>
                  <a:pt x="653924" y="56784"/>
                  <a:pt x="648229" y="58835"/>
                </a:cubicBezTo>
                <a:cubicBezTo>
                  <a:pt x="642534" y="60883"/>
                  <a:pt x="637564" y="63715"/>
                  <a:pt x="633319" y="67329"/>
                </a:cubicBezTo>
                <a:cubicBezTo>
                  <a:pt x="629074" y="70943"/>
                  <a:pt x="625294" y="75124"/>
                  <a:pt x="621981" y="79871"/>
                </a:cubicBezTo>
                <a:lnTo>
                  <a:pt x="621981" y="190571"/>
                </a:lnTo>
                <a:lnTo>
                  <a:pt x="596043" y="19057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Unit">
            <a:extLst xmlns:a="http://schemas.openxmlformats.org/drawingml/2006/main">
              <a:ext uri="{FF2B5EF4-FFF2-40B4-BE49-F238E27FC236}">
                <a16:creationId xmlns:a16="http://schemas.microsoft.com/office/drawing/2014/main" id="{19A3171B-5EE4-44FB-8B1E-234CAD25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293" y="2471276"/>
            <a:ext cx="316010" cy="119630"/>
          </a:xfrm>
          <a:custGeom xmlns:a="http://schemas.openxmlformats.org/drawingml/2006/main">
            <a:pathLst>
              <a:path w="316010" h="119630">
                <a:moveTo>
                  <a:pt x="48814" y="119630"/>
                </a:moveTo>
                <a:cubicBezTo>
                  <a:pt x="37470" y="119630"/>
                  <a:pt x="28189" y="117810"/>
                  <a:pt x="20970" y="114172"/>
                </a:cubicBezTo>
                <a:cubicBezTo>
                  <a:pt x="13751" y="110534"/>
                  <a:pt x="8451" y="105163"/>
                  <a:pt x="5071" y="98058"/>
                </a:cubicBezTo>
                <a:cubicBezTo>
                  <a:pt x="1690" y="90954"/>
                  <a:pt x="0" y="82303"/>
                  <a:pt x="0" y="72104"/>
                </a:cubicBezTo>
                <a:lnTo>
                  <a:pt x="0" y="2406"/>
                </a:lnTo>
                <a:lnTo>
                  <a:pt x="24751" y="2406"/>
                </a:lnTo>
                <a:lnTo>
                  <a:pt x="24751" y="71503"/>
                </a:lnTo>
                <a:cubicBezTo>
                  <a:pt x="24751" y="81013"/>
                  <a:pt x="26699" y="88089"/>
                  <a:pt x="30595" y="92730"/>
                </a:cubicBezTo>
                <a:cubicBezTo>
                  <a:pt x="34491" y="97371"/>
                  <a:pt x="40621" y="99691"/>
                  <a:pt x="48986" y="99691"/>
                </a:cubicBezTo>
                <a:cubicBezTo>
                  <a:pt x="57408" y="99691"/>
                  <a:pt x="63496" y="97371"/>
                  <a:pt x="67249" y="92730"/>
                </a:cubicBezTo>
                <a:cubicBezTo>
                  <a:pt x="71001" y="88089"/>
                  <a:pt x="72878" y="81013"/>
                  <a:pt x="72878" y="71503"/>
                </a:cubicBezTo>
                <a:lnTo>
                  <a:pt x="72878" y="2406"/>
                </a:lnTo>
                <a:lnTo>
                  <a:pt x="97715" y="2406"/>
                </a:lnTo>
                <a:lnTo>
                  <a:pt x="97715" y="72104"/>
                </a:lnTo>
                <a:cubicBezTo>
                  <a:pt x="97715" y="82303"/>
                  <a:pt x="96024" y="90954"/>
                  <a:pt x="92644" y="98058"/>
                </a:cubicBezTo>
                <a:cubicBezTo>
                  <a:pt x="89264" y="105163"/>
                  <a:pt x="83978" y="110534"/>
                  <a:pt x="76788" y="114172"/>
                </a:cubicBezTo>
                <a:cubicBezTo>
                  <a:pt x="69598" y="117810"/>
                  <a:pt x="60273" y="119630"/>
                  <a:pt x="48814" y="119630"/>
                </a:cubicBezTo>
                <a:close/>
                <a:moveTo>
                  <a:pt x="122243" y="118083"/>
                </a:moveTo>
                <a:lnTo>
                  <a:pt x="122243" y="33173"/>
                </a:lnTo>
                <a:lnTo>
                  <a:pt x="144158" y="33173"/>
                </a:lnTo>
                <a:lnTo>
                  <a:pt x="144588" y="45635"/>
                </a:lnTo>
                <a:cubicBezTo>
                  <a:pt x="147395" y="42025"/>
                  <a:pt x="151090" y="38831"/>
                  <a:pt x="155674" y="36052"/>
                </a:cubicBezTo>
                <a:cubicBezTo>
                  <a:pt x="160257" y="33273"/>
                  <a:pt x="166216" y="31884"/>
                  <a:pt x="173550" y="31884"/>
                </a:cubicBezTo>
                <a:cubicBezTo>
                  <a:pt x="182086" y="31884"/>
                  <a:pt x="188704" y="34511"/>
                  <a:pt x="193402" y="39764"/>
                </a:cubicBezTo>
                <a:cubicBezTo>
                  <a:pt x="198100" y="45017"/>
                  <a:pt x="200449" y="52693"/>
                  <a:pt x="200449" y="62793"/>
                </a:cubicBezTo>
                <a:lnTo>
                  <a:pt x="200449" y="118083"/>
                </a:lnTo>
                <a:lnTo>
                  <a:pt x="177847" y="118083"/>
                </a:lnTo>
                <a:lnTo>
                  <a:pt x="177847" y="65570"/>
                </a:lnTo>
                <a:cubicBezTo>
                  <a:pt x="177847" y="62482"/>
                  <a:pt x="177417" y="59773"/>
                  <a:pt x="176557" y="57443"/>
                </a:cubicBezTo>
                <a:cubicBezTo>
                  <a:pt x="175698" y="55114"/>
                  <a:pt x="174337" y="53308"/>
                  <a:pt x="172475" y="52026"/>
                </a:cubicBezTo>
                <a:cubicBezTo>
                  <a:pt x="170613" y="50744"/>
                  <a:pt x="168164" y="50103"/>
                  <a:pt x="165127" y="50103"/>
                </a:cubicBezTo>
                <a:cubicBezTo>
                  <a:pt x="160601" y="50103"/>
                  <a:pt x="156719" y="51181"/>
                  <a:pt x="153482" y="53337"/>
                </a:cubicBezTo>
                <a:cubicBezTo>
                  <a:pt x="150245" y="55493"/>
                  <a:pt x="147424" y="58114"/>
                  <a:pt x="145017" y="61201"/>
                </a:cubicBezTo>
                <a:lnTo>
                  <a:pt x="145017" y="118083"/>
                </a:lnTo>
                <a:lnTo>
                  <a:pt x="122243" y="118083"/>
                </a:lnTo>
                <a:close/>
                <a:moveTo>
                  <a:pt x="224151" y="118083"/>
                </a:moveTo>
                <a:lnTo>
                  <a:pt x="224151" y="33173"/>
                </a:lnTo>
                <a:lnTo>
                  <a:pt x="246925" y="33173"/>
                </a:lnTo>
                <a:lnTo>
                  <a:pt x="246925" y="118083"/>
                </a:lnTo>
                <a:lnTo>
                  <a:pt x="224151" y="118083"/>
                </a:lnTo>
                <a:moveTo>
                  <a:pt x="235581" y="22173"/>
                </a:moveTo>
                <a:cubicBezTo>
                  <a:pt x="231398" y="22173"/>
                  <a:pt x="228204" y="21113"/>
                  <a:pt x="225999" y="18993"/>
                </a:cubicBezTo>
                <a:cubicBezTo>
                  <a:pt x="223793" y="16873"/>
                  <a:pt x="222690" y="14238"/>
                  <a:pt x="222690" y="11086"/>
                </a:cubicBezTo>
                <a:cubicBezTo>
                  <a:pt x="222690" y="7878"/>
                  <a:pt x="223793" y="5228"/>
                  <a:pt x="225999" y="3137"/>
                </a:cubicBezTo>
                <a:cubicBezTo>
                  <a:pt x="228204" y="1046"/>
                  <a:pt x="231398" y="0"/>
                  <a:pt x="235581" y="0"/>
                </a:cubicBezTo>
                <a:cubicBezTo>
                  <a:pt x="239763" y="0"/>
                  <a:pt x="242958" y="1046"/>
                  <a:pt x="245163" y="3137"/>
                </a:cubicBezTo>
                <a:cubicBezTo>
                  <a:pt x="247369" y="5228"/>
                  <a:pt x="248472" y="7878"/>
                  <a:pt x="248472" y="11086"/>
                </a:cubicBezTo>
                <a:cubicBezTo>
                  <a:pt x="248472" y="14238"/>
                  <a:pt x="247369" y="16873"/>
                  <a:pt x="245163" y="18993"/>
                </a:cubicBezTo>
                <a:cubicBezTo>
                  <a:pt x="242958" y="21113"/>
                  <a:pt x="239763" y="22173"/>
                  <a:pt x="235581" y="22173"/>
                </a:cubicBezTo>
                <a:close/>
                <a:moveTo>
                  <a:pt x="307158" y="118083"/>
                </a:moveTo>
                <a:cubicBezTo>
                  <a:pt x="298679" y="118083"/>
                  <a:pt x="292104" y="117050"/>
                  <a:pt x="287435" y="114986"/>
                </a:cubicBezTo>
                <a:cubicBezTo>
                  <a:pt x="282765" y="112920"/>
                  <a:pt x="279514" y="109719"/>
                  <a:pt x="277680" y="105385"/>
                </a:cubicBezTo>
                <a:cubicBezTo>
                  <a:pt x="275847" y="101050"/>
                  <a:pt x="274930" y="95392"/>
                  <a:pt x="274930" y="88409"/>
                </a:cubicBezTo>
                <a:lnTo>
                  <a:pt x="274930" y="50705"/>
                </a:lnTo>
                <a:lnTo>
                  <a:pt x="261008" y="50705"/>
                </a:lnTo>
                <a:lnTo>
                  <a:pt x="261008" y="33173"/>
                </a:lnTo>
                <a:lnTo>
                  <a:pt x="274930" y="33173"/>
                </a:lnTo>
                <a:lnTo>
                  <a:pt x="274930" y="13407"/>
                </a:lnTo>
                <a:lnTo>
                  <a:pt x="297705" y="13407"/>
                </a:lnTo>
                <a:lnTo>
                  <a:pt x="297705" y="33173"/>
                </a:lnTo>
                <a:lnTo>
                  <a:pt x="316010" y="33173"/>
                </a:lnTo>
                <a:lnTo>
                  <a:pt x="316010" y="50705"/>
                </a:lnTo>
                <a:lnTo>
                  <a:pt x="297705" y="50705"/>
                </a:lnTo>
                <a:lnTo>
                  <a:pt x="297705" y="87214"/>
                </a:lnTo>
                <a:cubicBezTo>
                  <a:pt x="297705" y="91718"/>
                  <a:pt x="298320" y="95053"/>
                  <a:pt x="299552" y="97218"/>
                </a:cubicBezTo>
                <a:cubicBezTo>
                  <a:pt x="300784" y="99382"/>
                  <a:pt x="303577" y="100465"/>
                  <a:pt x="307931" y="100465"/>
                </a:cubicBezTo>
                <a:lnTo>
                  <a:pt x="316010" y="100465"/>
                </a:lnTo>
                <a:lnTo>
                  <a:pt x="316010" y="118083"/>
                </a:lnTo>
                <a:lnTo>
                  <a:pt x="307158" y="118083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Test">
            <a:extLst xmlns:a="http://schemas.openxmlformats.org/drawingml/2006/main">
              <a:ext uri="{FF2B5EF4-FFF2-40B4-BE49-F238E27FC236}">
                <a16:creationId xmlns:a16="http://schemas.microsoft.com/office/drawing/2014/main" id="{DA6FE73F-3EAA-4087-927B-932A5DB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258" y="2685738"/>
            <a:ext cx="332909" cy="117223"/>
          </a:xfrm>
          <a:custGeom xmlns:a="http://schemas.openxmlformats.org/drawingml/2006/main">
            <a:pathLst>
              <a:path w="332909" h="117223">
                <a:moveTo>
                  <a:pt x="30939" y="115676"/>
                </a:moveTo>
                <a:lnTo>
                  <a:pt x="30939" y="20110"/>
                </a:lnTo>
                <a:lnTo>
                  <a:pt x="0" y="20110"/>
                </a:lnTo>
                <a:lnTo>
                  <a:pt x="0" y="0"/>
                </a:lnTo>
                <a:lnTo>
                  <a:pt x="85855" y="0"/>
                </a:lnTo>
                <a:lnTo>
                  <a:pt x="85855" y="20110"/>
                </a:lnTo>
                <a:lnTo>
                  <a:pt x="55088" y="20110"/>
                </a:lnTo>
                <a:lnTo>
                  <a:pt x="55088" y="115676"/>
                </a:lnTo>
                <a:lnTo>
                  <a:pt x="30939" y="115676"/>
                </a:lnTo>
                <a:close/>
                <a:moveTo>
                  <a:pt x="138128" y="117223"/>
                </a:moveTo>
                <a:cubicBezTo>
                  <a:pt x="128789" y="117223"/>
                  <a:pt x="120939" y="115469"/>
                  <a:pt x="114580" y="111962"/>
                </a:cubicBezTo>
                <a:cubicBezTo>
                  <a:pt x="108220" y="108455"/>
                  <a:pt x="103407" y="103397"/>
                  <a:pt x="100142" y="96788"/>
                </a:cubicBezTo>
                <a:cubicBezTo>
                  <a:pt x="96876" y="90178"/>
                  <a:pt x="95243" y="82235"/>
                  <a:pt x="95243" y="72958"/>
                </a:cubicBezTo>
                <a:cubicBezTo>
                  <a:pt x="95243" y="63972"/>
                  <a:pt x="96833" y="56233"/>
                  <a:pt x="100013" y="49741"/>
                </a:cubicBezTo>
                <a:cubicBezTo>
                  <a:pt x="103193" y="43247"/>
                  <a:pt x="107862" y="38246"/>
                  <a:pt x="114021" y="34739"/>
                </a:cubicBezTo>
                <a:cubicBezTo>
                  <a:pt x="120180" y="31231"/>
                  <a:pt x="127757" y="29478"/>
                  <a:pt x="136752" y="29478"/>
                </a:cubicBezTo>
                <a:cubicBezTo>
                  <a:pt x="149243" y="29478"/>
                  <a:pt x="159111" y="33170"/>
                  <a:pt x="166359" y="40553"/>
                </a:cubicBezTo>
                <a:cubicBezTo>
                  <a:pt x="173607" y="47937"/>
                  <a:pt x="177231" y="58463"/>
                  <a:pt x="177231" y="72131"/>
                </a:cubicBezTo>
                <a:cubicBezTo>
                  <a:pt x="177231" y="72826"/>
                  <a:pt x="177202" y="73767"/>
                  <a:pt x="177145" y="74954"/>
                </a:cubicBezTo>
                <a:cubicBezTo>
                  <a:pt x="177087" y="76141"/>
                  <a:pt x="177001" y="77053"/>
                  <a:pt x="176887" y="77690"/>
                </a:cubicBezTo>
                <a:lnTo>
                  <a:pt x="118017" y="77690"/>
                </a:lnTo>
                <a:cubicBezTo>
                  <a:pt x="118132" y="81735"/>
                  <a:pt x="118862" y="85516"/>
                  <a:pt x="120209" y="89032"/>
                </a:cubicBezTo>
                <a:cubicBezTo>
                  <a:pt x="121555" y="92548"/>
                  <a:pt x="123689" y="95376"/>
                  <a:pt x="126611" y="97516"/>
                </a:cubicBezTo>
                <a:cubicBezTo>
                  <a:pt x="129533" y="99654"/>
                  <a:pt x="133372" y="100723"/>
                  <a:pt x="138128" y="100723"/>
                </a:cubicBezTo>
                <a:cubicBezTo>
                  <a:pt x="143055" y="100723"/>
                  <a:pt x="147008" y="99616"/>
                  <a:pt x="149987" y="97403"/>
                </a:cubicBezTo>
                <a:cubicBezTo>
                  <a:pt x="152967" y="95190"/>
                  <a:pt x="154485" y="91899"/>
                  <a:pt x="154542" y="87531"/>
                </a:cubicBezTo>
                <a:lnTo>
                  <a:pt x="176973" y="87531"/>
                </a:lnTo>
                <a:cubicBezTo>
                  <a:pt x="176686" y="94148"/>
                  <a:pt x="174896" y="99663"/>
                  <a:pt x="171601" y="104074"/>
                </a:cubicBezTo>
                <a:cubicBezTo>
                  <a:pt x="168307" y="108486"/>
                  <a:pt x="163809" y="111780"/>
                  <a:pt x="158109" y="113957"/>
                </a:cubicBezTo>
                <a:cubicBezTo>
                  <a:pt x="152408" y="116135"/>
                  <a:pt x="145748" y="117223"/>
                  <a:pt x="138128" y="117223"/>
                </a:cubicBezTo>
                <a:moveTo>
                  <a:pt x="118275" y="63252"/>
                </a:moveTo>
                <a:lnTo>
                  <a:pt x="154628" y="63252"/>
                </a:lnTo>
                <a:cubicBezTo>
                  <a:pt x="154456" y="57237"/>
                  <a:pt x="152723" y="52739"/>
                  <a:pt x="149429" y="49760"/>
                </a:cubicBezTo>
                <a:cubicBezTo>
                  <a:pt x="146134" y="46780"/>
                  <a:pt x="141909" y="45291"/>
                  <a:pt x="136752" y="45291"/>
                </a:cubicBezTo>
                <a:cubicBezTo>
                  <a:pt x="131481" y="45291"/>
                  <a:pt x="127170" y="46824"/>
                  <a:pt x="123818" y="49891"/>
                </a:cubicBezTo>
                <a:cubicBezTo>
                  <a:pt x="120467" y="52958"/>
                  <a:pt x="118619" y="57412"/>
                  <a:pt x="118275" y="63252"/>
                </a:cubicBezTo>
                <a:close/>
                <a:moveTo>
                  <a:pt x="231089" y="117223"/>
                </a:moveTo>
                <a:cubicBezTo>
                  <a:pt x="226448" y="117223"/>
                  <a:pt x="221893" y="116789"/>
                  <a:pt x="217424" y="115921"/>
                </a:cubicBezTo>
                <a:cubicBezTo>
                  <a:pt x="212955" y="115052"/>
                  <a:pt x="208916" y="113561"/>
                  <a:pt x="205307" y="111446"/>
                </a:cubicBezTo>
                <a:cubicBezTo>
                  <a:pt x="201697" y="109332"/>
                  <a:pt x="198832" y="106450"/>
                  <a:pt x="196713" y="102801"/>
                </a:cubicBezTo>
                <a:cubicBezTo>
                  <a:pt x="194593" y="99152"/>
                  <a:pt x="193533" y="94606"/>
                  <a:pt x="193533" y="89161"/>
                </a:cubicBezTo>
                <a:lnTo>
                  <a:pt x="214674" y="89161"/>
                </a:lnTo>
                <a:cubicBezTo>
                  <a:pt x="214674" y="93972"/>
                  <a:pt x="216321" y="97316"/>
                  <a:pt x="219616" y="99194"/>
                </a:cubicBezTo>
                <a:cubicBezTo>
                  <a:pt x="222910" y="101073"/>
                  <a:pt x="226763" y="102012"/>
                  <a:pt x="231175" y="102012"/>
                </a:cubicBezTo>
                <a:cubicBezTo>
                  <a:pt x="235529" y="102012"/>
                  <a:pt x="238909" y="101290"/>
                  <a:pt x="241316" y="99847"/>
                </a:cubicBezTo>
                <a:cubicBezTo>
                  <a:pt x="243722" y="98402"/>
                  <a:pt x="244925" y="95970"/>
                  <a:pt x="244925" y="92550"/>
                </a:cubicBezTo>
                <a:cubicBezTo>
                  <a:pt x="244925" y="89365"/>
                  <a:pt x="243507" y="86991"/>
                  <a:pt x="240671" y="85428"/>
                </a:cubicBezTo>
                <a:cubicBezTo>
                  <a:pt x="237835" y="83863"/>
                  <a:pt x="232865" y="82269"/>
                  <a:pt x="225761" y="80647"/>
                </a:cubicBezTo>
                <a:cubicBezTo>
                  <a:pt x="219802" y="79199"/>
                  <a:pt x="214488" y="77447"/>
                  <a:pt x="209818" y="75392"/>
                </a:cubicBezTo>
                <a:cubicBezTo>
                  <a:pt x="205149" y="73336"/>
                  <a:pt x="201497" y="70586"/>
                  <a:pt x="198861" y="67141"/>
                </a:cubicBezTo>
                <a:cubicBezTo>
                  <a:pt x="196226" y="63695"/>
                  <a:pt x="194908" y="59162"/>
                  <a:pt x="194908" y="53544"/>
                </a:cubicBezTo>
                <a:cubicBezTo>
                  <a:pt x="194908" y="49141"/>
                  <a:pt x="195910" y="45405"/>
                  <a:pt x="197916" y="42337"/>
                </a:cubicBezTo>
                <a:cubicBezTo>
                  <a:pt x="199921" y="39266"/>
                  <a:pt x="202599" y="36790"/>
                  <a:pt x="205951" y="34908"/>
                </a:cubicBezTo>
                <a:cubicBezTo>
                  <a:pt x="209303" y="33026"/>
                  <a:pt x="213084" y="31651"/>
                  <a:pt x="217295" y="30783"/>
                </a:cubicBezTo>
                <a:cubicBezTo>
                  <a:pt x="221506" y="29913"/>
                  <a:pt x="225818" y="29478"/>
                  <a:pt x="230229" y="29478"/>
                </a:cubicBezTo>
                <a:cubicBezTo>
                  <a:pt x="234526" y="29478"/>
                  <a:pt x="238738" y="29912"/>
                  <a:pt x="242863" y="30780"/>
                </a:cubicBezTo>
                <a:cubicBezTo>
                  <a:pt x="246988" y="31649"/>
                  <a:pt x="250712" y="33111"/>
                  <a:pt x="254035" y="35169"/>
                </a:cubicBezTo>
                <a:cubicBezTo>
                  <a:pt x="257358" y="37224"/>
                  <a:pt x="260022" y="39989"/>
                  <a:pt x="262028" y="43465"/>
                </a:cubicBezTo>
                <a:cubicBezTo>
                  <a:pt x="264033" y="46940"/>
                  <a:pt x="265035" y="51283"/>
                  <a:pt x="265035" y="56495"/>
                </a:cubicBezTo>
                <a:lnTo>
                  <a:pt x="243894" y="56495"/>
                </a:lnTo>
                <a:cubicBezTo>
                  <a:pt x="243894" y="52089"/>
                  <a:pt x="242533" y="49035"/>
                  <a:pt x="239812" y="47332"/>
                </a:cubicBezTo>
                <a:cubicBezTo>
                  <a:pt x="237090" y="45627"/>
                  <a:pt x="233896" y="44775"/>
                  <a:pt x="230229" y="44775"/>
                </a:cubicBezTo>
                <a:cubicBezTo>
                  <a:pt x="226276" y="44775"/>
                  <a:pt x="223168" y="45368"/>
                  <a:pt x="220905" y="46553"/>
                </a:cubicBezTo>
                <a:cubicBezTo>
                  <a:pt x="218642" y="47737"/>
                  <a:pt x="217510" y="49690"/>
                  <a:pt x="217510" y="52413"/>
                </a:cubicBezTo>
                <a:cubicBezTo>
                  <a:pt x="217510" y="53976"/>
                  <a:pt x="218226" y="55352"/>
                  <a:pt x="219659" y="56541"/>
                </a:cubicBezTo>
                <a:cubicBezTo>
                  <a:pt x="221091" y="57728"/>
                  <a:pt x="223383" y="58828"/>
                  <a:pt x="226534" y="59842"/>
                </a:cubicBezTo>
                <a:cubicBezTo>
                  <a:pt x="229685" y="60855"/>
                  <a:pt x="233839" y="61941"/>
                  <a:pt x="238995" y="63099"/>
                </a:cubicBezTo>
                <a:cubicBezTo>
                  <a:pt x="244438" y="64374"/>
                  <a:pt x="249308" y="66025"/>
                  <a:pt x="253605" y="68052"/>
                </a:cubicBezTo>
                <a:cubicBezTo>
                  <a:pt x="257902" y="70078"/>
                  <a:pt x="261311" y="72801"/>
                  <a:pt x="263832" y="76219"/>
                </a:cubicBezTo>
                <a:cubicBezTo>
                  <a:pt x="266353" y="79635"/>
                  <a:pt x="267614" y="84065"/>
                  <a:pt x="267614" y="89510"/>
                </a:cubicBezTo>
                <a:cubicBezTo>
                  <a:pt x="267614" y="94607"/>
                  <a:pt x="266597" y="98922"/>
                  <a:pt x="264563" y="102455"/>
                </a:cubicBezTo>
                <a:cubicBezTo>
                  <a:pt x="262529" y="105987"/>
                  <a:pt x="259807" y="108839"/>
                  <a:pt x="256398" y="111011"/>
                </a:cubicBezTo>
                <a:cubicBezTo>
                  <a:pt x="252989" y="113183"/>
                  <a:pt x="249093" y="114761"/>
                  <a:pt x="244710" y="115746"/>
                </a:cubicBezTo>
                <a:cubicBezTo>
                  <a:pt x="240327" y="116731"/>
                  <a:pt x="235787" y="117223"/>
                  <a:pt x="231089" y="117223"/>
                </a:cubicBezTo>
                <a:close/>
                <a:moveTo>
                  <a:pt x="324057" y="115676"/>
                </a:moveTo>
                <a:cubicBezTo>
                  <a:pt x="315577" y="115676"/>
                  <a:pt x="309003" y="114644"/>
                  <a:pt x="304333" y="112580"/>
                </a:cubicBezTo>
                <a:cubicBezTo>
                  <a:pt x="299664" y="110514"/>
                  <a:pt x="296412" y="107313"/>
                  <a:pt x="294579" y="102979"/>
                </a:cubicBezTo>
                <a:cubicBezTo>
                  <a:pt x="292746" y="98644"/>
                  <a:pt x="291829" y="92985"/>
                  <a:pt x="291829" y="86003"/>
                </a:cubicBezTo>
                <a:lnTo>
                  <a:pt x="291829" y="48299"/>
                </a:lnTo>
                <a:lnTo>
                  <a:pt x="277907" y="48299"/>
                </a:lnTo>
                <a:lnTo>
                  <a:pt x="277907" y="30767"/>
                </a:lnTo>
                <a:lnTo>
                  <a:pt x="291829" y="30767"/>
                </a:lnTo>
                <a:lnTo>
                  <a:pt x="291829" y="11000"/>
                </a:lnTo>
                <a:lnTo>
                  <a:pt x="314603" y="11000"/>
                </a:lnTo>
                <a:lnTo>
                  <a:pt x="314603" y="30767"/>
                </a:lnTo>
                <a:lnTo>
                  <a:pt x="332909" y="30767"/>
                </a:lnTo>
                <a:lnTo>
                  <a:pt x="332909" y="48299"/>
                </a:lnTo>
                <a:lnTo>
                  <a:pt x="314603" y="48299"/>
                </a:lnTo>
                <a:lnTo>
                  <a:pt x="314603" y="84807"/>
                </a:lnTo>
                <a:cubicBezTo>
                  <a:pt x="314603" y="89312"/>
                  <a:pt x="315219" y="92647"/>
                  <a:pt x="316451" y="94811"/>
                </a:cubicBezTo>
                <a:cubicBezTo>
                  <a:pt x="317683" y="96976"/>
                  <a:pt x="320476" y="98058"/>
                  <a:pt x="324830" y="98058"/>
                </a:cubicBezTo>
                <a:lnTo>
                  <a:pt x="332909" y="98058"/>
                </a:lnTo>
                <a:lnTo>
                  <a:pt x="332909" y="115676"/>
                </a:lnTo>
                <a:lnTo>
                  <a:pt x="324057" y="115676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Test">
            <a:extLst xmlns:a="http://schemas.openxmlformats.org/drawingml/2006/main">
              <a:ext uri="{FF2B5EF4-FFF2-40B4-BE49-F238E27FC236}">
                <a16:creationId xmlns:a16="http://schemas.microsoft.com/office/drawing/2014/main" id="{6E6E7277-B97C-4EB5-A549-FAA87ED8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337" y="2473328"/>
            <a:ext cx="332908" cy="117223"/>
          </a:xfrm>
          <a:custGeom xmlns:a="http://schemas.openxmlformats.org/drawingml/2006/main">
            <a:pathLst>
              <a:path w="332908" h="117223">
                <a:moveTo>
                  <a:pt x="30939" y="115676"/>
                </a:moveTo>
                <a:lnTo>
                  <a:pt x="30939" y="20110"/>
                </a:lnTo>
                <a:lnTo>
                  <a:pt x="0" y="20110"/>
                </a:lnTo>
                <a:lnTo>
                  <a:pt x="0" y="0"/>
                </a:lnTo>
                <a:lnTo>
                  <a:pt x="85855" y="0"/>
                </a:lnTo>
                <a:lnTo>
                  <a:pt x="85855" y="20110"/>
                </a:lnTo>
                <a:lnTo>
                  <a:pt x="55088" y="20110"/>
                </a:lnTo>
                <a:lnTo>
                  <a:pt x="55088" y="115676"/>
                </a:lnTo>
                <a:lnTo>
                  <a:pt x="30939" y="115676"/>
                </a:lnTo>
                <a:close/>
                <a:moveTo>
                  <a:pt x="138127" y="117223"/>
                </a:moveTo>
                <a:cubicBezTo>
                  <a:pt x="128788" y="117223"/>
                  <a:pt x="120939" y="115469"/>
                  <a:pt x="114579" y="111962"/>
                </a:cubicBezTo>
                <a:cubicBezTo>
                  <a:pt x="108219" y="108455"/>
                  <a:pt x="103407" y="103397"/>
                  <a:pt x="100141" y="96788"/>
                </a:cubicBezTo>
                <a:cubicBezTo>
                  <a:pt x="96875" y="90178"/>
                  <a:pt x="95242" y="82235"/>
                  <a:pt x="95242" y="72958"/>
                </a:cubicBezTo>
                <a:cubicBezTo>
                  <a:pt x="95242" y="63972"/>
                  <a:pt x="96832" y="56233"/>
                  <a:pt x="100012" y="49741"/>
                </a:cubicBezTo>
                <a:cubicBezTo>
                  <a:pt x="103192" y="43247"/>
                  <a:pt x="107861" y="38246"/>
                  <a:pt x="114020" y="34739"/>
                </a:cubicBezTo>
                <a:cubicBezTo>
                  <a:pt x="120180" y="31231"/>
                  <a:pt x="127757" y="29478"/>
                  <a:pt x="136752" y="29478"/>
                </a:cubicBezTo>
                <a:cubicBezTo>
                  <a:pt x="149242" y="29478"/>
                  <a:pt x="159111" y="33170"/>
                  <a:pt x="166358" y="40553"/>
                </a:cubicBezTo>
                <a:cubicBezTo>
                  <a:pt x="173606" y="47937"/>
                  <a:pt x="177230" y="58463"/>
                  <a:pt x="177230" y="72131"/>
                </a:cubicBezTo>
                <a:cubicBezTo>
                  <a:pt x="177230" y="72826"/>
                  <a:pt x="177201" y="73767"/>
                  <a:pt x="177144" y="74954"/>
                </a:cubicBezTo>
                <a:cubicBezTo>
                  <a:pt x="177087" y="76141"/>
                  <a:pt x="177001" y="77053"/>
                  <a:pt x="176886" y="77690"/>
                </a:cubicBezTo>
                <a:lnTo>
                  <a:pt x="118017" y="77690"/>
                </a:lnTo>
                <a:cubicBezTo>
                  <a:pt x="118131" y="81735"/>
                  <a:pt x="118862" y="85516"/>
                  <a:pt x="120208" y="89032"/>
                </a:cubicBezTo>
                <a:cubicBezTo>
                  <a:pt x="121555" y="92548"/>
                  <a:pt x="123689" y="95376"/>
                  <a:pt x="126611" y="97516"/>
                </a:cubicBezTo>
                <a:cubicBezTo>
                  <a:pt x="129533" y="99654"/>
                  <a:pt x="133371" y="100723"/>
                  <a:pt x="138127" y="100723"/>
                </a:cubicBezTo>
                <a:cubicBezTo>
                  <a:pt x="143054" y="100723"/>
                  <a:pt x="147007" y="99616"/>
                  <a:pt x="149987" y="97403"/>
                </a:cubicBezTo>
                <a:cubicBezTo>
                  <a:pt x="152966" y="95190"/>
                  <a:pt x="154484" y="91899"/>
                  <a:pt x="154542" y="87531"/>
                </a:cubicBezTo>
                <a:lnTo>
                  <a:pt x="176972" y="87531"/>
                </a:lnTo>
                <a:cubicBezTo>
                  <a:pt x="176686" y="94148"/>
                  <a:pt x="174895" y="99663"/>
                  <a:pt x="171601" y="104074"/>
                </a:cubicBezTo>
                <a:cubicBezTo>
                  <a:pt x="168306" y="108486"/>
                  <a:pt x="163809" y="111780"/>
                  <a:pt x="158108" y="113957"/>
                </a:cubicBezTo>
                <a:cubicBezTo>
                  <a:pt x="152407" y="116135"/>
                  <a:pt x="145747" y="117223"/>
                  <a:pt x="138127" y="117223"/>
                </a:cubicBezTo>
                <a:moveTo>
                  <a:pt x="118275" y="63252"/>
                </a:moveTo>
                <a:lnTo>
                  <a:pt x="154628" y="63252"/>
                </a:lnTo>
                <a:cubicBezTo>
                  <a:pt x="154456" y="57237"/>
                  <a:pt x="152722" y="52739"/>
                  <a:pt x="149428" y="49760"/>
                </a:cubicBezTo>
                <a:cubicBezTo>
                  <a:pt x="146134" y="46780"/>
                  <a:pt x="141908" y="45291"/>
                  <a:pt x="136752" y="45291"/>
                </a:cubicBezTo>
                <a:cubicBezTo>
                  <a:pt x="131481" y="45291"/>
                  <a:pt x="127169" y="46824"/>
                  <a:pt x="123818" y="49891"/>
                </a:cubicBezTo>
                <a:cubicBezTo>
                  <a:pt x="120466" y="52958"/>
                  <a:pt x="118618" y="57412"/>
                  <a:pt x="118275" y="63252"/>
                </a:cubicBezTo>
                <a:close/>
                <a:moveTo>
                  <a:pt x="231088" y="117223"/>
                </a:moveTo>
                <a:cubicBezTo>
                  <a:pt x="226447" y="117223"/>
                  <a:pt x="221892" y="116789"/>
                  <a:pt x="217423" y="115921"/>
                </a:cubicBezTo>
                <a:cubicBezTo>
                  <a:pt x="212954" y="115052"/>
                  <a:pt x="208915" y="113561"/>
                  <a:pt x="205306" y="111446"/>
                </a:cubicBezTo>
                <a:cubicBezTo>
                  <a:pt x="201696" y="109332"/>
                  <a:pt x="198831" y="106450"/>
                  <a:pt x="196712" y="102801"/>
                </a:cubicBezTo>
                <a:cubicBezTo>
                  <a:pt x="194592" y="99152"/>
                  <a:pt x="193532" y="94606"/>
                  <a:pt x="193532" y="89161"/>
                </a:cubicBezTo>
                <a:lnTo>
                  <a:pt x="214673" y="89161"/>
                </a:lnTo>
                <a:cubicBezTo>
                  <a:pt x="214673" y="93972"/>
                  <a:pt x="216320" y="97316"/>
                  <a:pt x="219615" y="99194"/>
                </a:cubicBezTo>
                <a:cubicBezTo>
                  <a:pt x="222909" y="101073"/>
                  <a:pt x="226762" y="102012"/>
                  <a:pt x="231174" y="102012"/>
                </a:cubicBezTo>
                <a:cubicBezTo>
                  <a:pt x="235528" y="102012"/>
                  <a:pt x="238909" y="101290"/>
                  <a:pt x="241315" y="99847"/>
                </a:cubicBezTo>
                <a:cubicBezTo>
                  <a:pt x="243721" y="98402"/>
                  <a:pt x="244924" y="95970"/>
                  <a:pt x="244924" y="92550"/>
                </a:cubicBezTo>
                <a:cubicBezTo>
                  <a:pt x="244924" y="89365"/>
                  <a:pt x="243506" y="86991"/>
                  <a:pt x="240670" y="85428"/>
                </a:cubicBezTo>
                <a:cubicBezTo>
                  <a:pt x="237834" y="83863"/>
                  <a:pt x="232864" y="82269"/>
                  <a:pt x="225760" y="80647"/>
                </a:cubicBezTo>
                <a:cubicBezTo>
                  <a:pt x="219801" y="79199"/>
                  <a:pt x="214487" y="77447"/>
                  <a:pt x="209818" y="75392"/>
                </a:cubicBezTo>
                <a:cubicBezTo>
                  <a:pt x="205148" y="73336"/>
                  <a:pt x="201496" y="70586"/>
                  <a:pt x="198860" y="67141"/>
                </a:cubicBezTo>
                <a:cubicBezTo>
                  <a:pt x="196225" y="63695"/>
                  <a:pt x="194907" y="59162"/>
                  <a:pt x="194907" y="53544"/>
                </a:cubicBezTo>
                <a:cubicBezTo>
                  <a:pt x="194907" y="49141"/>
                  <a:pt x="195909" y="45405"/>
                  <a:pt x="197915" y="42337"/>
                </a:cubicBezTo>
                <a:cubicBezTo>
                  <a:pt x="199920" y="39266"/>
                  <a:pt x="202599" y="36790"/>
                  <a:pt x="205950" y="34908"/>
                </a:cubicBezTo>
                <a:cubicBezTo>
                  <a:pt x="209302" y="33026"/>
                  <a:pt x="213083" y="31651"/>
                  <a:pt x="217294" y="30783"/>
                </a:cubicBezTo>
                <a:cubicBezTo>
                  <a:pt x="221506" y="29913"/>
                  <a:pt x="225817" y="29478"/>
                  <a:pt x="230229" y="29478"/>
                </a:cubicBezTo>
                <a:cubicBezTo>
                  <a:pt x="234526" y="29478"/>
                  <a:pt x="238737" y="29912"/>
                  <a:pt x="242862" y="30780"/>
                </a:cubicBezTo>
                <a:cubicBezTo>
                  <a:pt x="246987" y="31649"/>
                  <a:pt x="250711" y="33111"/>
                  <a:pt x="254034" y="35169"/>
                </a:cubicBezTo>
                <a:cubicBezTo>
                  <a:pt x="257357" y="37224"/>
                  <a:pt x="260021" y="39989"/>
                  <a:pt x="262027" y="43465"/>
                </a:cubicBezTo>
                <a:cubicBezTo>
                  <a:pt x="264032" y="46940"/>
                  <a:pt x="265035" y="51283"/>
                  <a:pt x="265035" y="56495"/>
                </a:cubicBezTo>
                <a:lnTo>
                  <a:pt x="243893" y="56495"/>
                </a:lnTo>
                <a:cubicBezTo>
                  <a:pt x="243893" y="52089"/>
                  <a:pt x="242532" y="49035"/>
                  <a:pt x="239811" y="47332"/>
                </a:cubicBezTo>
                <a:cubicBezTo>
                  <a:pt x="237089" y="45627"/>
                  <a:pt x="233895" y="44775"/>
                  <a:pt x="230229" y="44775"/>
                </a:cubicBezTo>
                <a:cubicBezTo>
                  <a:pt x="226275" y="44775"/>
                  <a:pt x="223167" y="45368"/>
                  <a:pt x="220904" y="46553"/>
                </a:cubicBezTo>
                <a:cubicBezTo>
                  <a:pt x="218641" y="47737"/>
                  <a:pt x="217509" y="49690"/>
                  <a:pt x="217509" y="52413"/>
                </a:cubicBezTo>
                <a:cubicBezTo>
                  <a:pt x="217509" y="53976"/>
                  <a:pt x="218225" y="55352"/>
                  <a:pt x="219658" y="56541"/>
                </a:cubicBezTo>
                <a:cubicBezTo>
                  <a:pt x="221090" y="57728"/>
                  <a:pt x="223382" y="58828"/>
                  <a:pt x="226533" y="59842"/>
                </a:cubicBezTo>
                <a:cubicBezTo>
                  <a:pt x="229684" y="60855"/>
                  <a:pt x="233838" y="61941"/>
                  <a:pt x="238994" y="63099"/>
                </a:cubicBezTo>
                <a:cubicBezTo>
                  <a:pt x="244437" y="64374"/>
                  <a:pt x="249307" y="66025"/>
                  <a:pt x="253604" y="68052"/>
                </a:cubicBezTo>
                <a:cubicBezTo>
                  <a:pt x="257901" y="70078"/>
                  <a:pt x="261310" y="72801"/>
                  <a:pt x="263831" y="76219"/>
                </a:cubicBezTo>
                <a:cubicBezTo>
                  <a:pt x="266352" y="79635"/>
                  <a:pt x="267613" y="84065"/>
                  <a:pt x="267613" y="89510"/>
                </a:cubicBezTo>
                <a:cubicBezTo>
                  <a:pt x="267613" y="94607"/>
                  <a:pt x="266596" y="98922"/>
                  <a:pt x="264562" y="102455"/>
                </a:cubicBezTo>
                <a:cubicBezTo>
                  <a:pt x="262528" y="105987"/>
                  <a:pt x="259806" y="108839"/>
                  <a:pt x="256397" y="111011"/>
                </a:cubicBezTo>
                <a:cubicBezTo>
                  <a:pt x="252988" y="113183"/>
                  <a:pt x="249093" y="114761"/>
                  <a:pt x="244710" y="115746"/>
                </a:cubicBezTo>
                <a:cubicBezTo>
                  <a:pt x="240327" y="116731"/>
                  <a:pt x="235786" y="117223"/>
                  <a:pt x="231088" y="117223"/>
                </a:cubicBezTo>
                <a:close/>
                <a:moveTo>
                  <a:pt x="324056" y="115676"/>
                </a:moveTo>
                <a:cubicBezTo>
                  <a:pt x="315577" y="115676"/>
                  <a:pt x="309002" y="114644"/>
                  <a:pt x="304333" y="112580"/>
                </a:cubicBezTo>
                <a:cubicBezTo>
                  <a:pt x="299664" y="110514"/>
                  <a:pt x="296412" y="107313"/>
                  <a:pt x="294579" y="102979"/>
                </a:cubicBezTo>
                <a:cubicBezTo>
                  <a:pt x="292745" y="98644"/>
                  <a:pt x="291829" y="92985"/>
                  <a:pt x="291829" y="86003"/>
                </a:cubicBezTo>
                <a:lnTo>
                  <a:pt x="291829" y="48299"/>
                </a:lnTo>
                <a:lnTo>
                  <a:pt x="277906" y="48299"/>
                </a:lnTo>
                <a:lnTo>
                  <a:pt x="277906" y="30767"/>
                </a:lnTo>
                <a:lnTo>
                  <a:pt x="291829" y="30767"/>
                </a:lnTo>
                <a:lnTo>
                  <a:pt x="291829" y="11000"/>
                </a:lnTo>
                <a:lnTo>
                  <a:pt x="314603" y="11000"/>
                </a:lnTo>
                <a:lnTo>
                  <a:pt x="314603" y="30767"/>
                </a:lnTo>
                <a:lnTo>
                  <a:pt x="332908" y="30767"/>
                </a:lnTo>
                <a:lnTo>
                  <a:pt x="332908" y="48299"/>
                </a:lnTo>
                <a:lnTo>
                  <a:pt x="314603" y="48299"/>
                </a:lnTo>
                <a:lnTo>
                  <a:pt x="314603" y="84807"/>
                </a:lnTo>
                <a:cubicBezTo>
                  <a:pt x="314603" y="89312"/>
                  <a:pt x="315219" y="92647"/>
                  <a:pt x="316451" y="94811"/>
                </a:cubicBezTo>
                <a:cubicBezTo>
                  <a:pt x="317682" y="96976"/>
                  <a:pt x="320475" y="98058"/>
                  <a:pt x="324830" y="98058"/>
                </a:cubicBezTo>
                <a:lnTo>
                  <a:pt x="332908" y="98058"/>
                </a:lnTo>
                <a:lnTo>
                  <a:pt x="332908" y="115676"/>
                </a:lnTo>
                <a:lnTo>
                  <a:pt x="324056" y="11567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Failed">
            <a:extLst xmlns:a="http://schemas.openxmlformats.org/drawingml/2006/main">
              <a:ext uri="{FF2B5EF4-FFF2-40B4-BE49-F238E27FC236}">
                <a16:creationId xmlns:a16="http://schemas.microsoft.com/office/drawing/2014/main" id="{3ADF75CD-F43D-4EBB-B057-99AEFEB8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86" y="2682978"/>
            <a:ext cx="467205" cy="119630"/>
          </a:xfrm>
          <a:custGeom xmlns:a="http://schemas.openxmlformats.org/drawingml/2006/main">
            <a:pathLst>
              <a:path w="467205" h="119630">
                <a:moveTo>
                  <a:pt x="0" y="118083"/>
                </a:moveTo>
                <a:lnTo>
                  <a:pt x="0" y="2406"/>
                </a:lnTo>
                <a:lnTo>
                  <a:pt x="75628" y="2406"/>
                </a:lnTo>
                <a:lnTo>
                  <a:pt x="75628" y="22431"/>
                </a:lnTo>
                <a:lnTo>
                  <a:pt x="24149" y="22431"/>
                </a:lnTo>
                <a:lnTo>
                  <a:pt x="24149" y="49416"/>
                </a:lnTo>
                <a:lnTo>
                  <a:pt x="70300" y="49416"/>
                </a:lnTo>
                <a:lnTo>
                  <a:pt x="70300" y="68581"/>
                </a:lnTo>
                <a:lnTo>
                  <a:pt x="24149" y="68581"/>
                </a:lnTo>
                <a:lnTo>
                  <a:pt x="24149" y="118083"/>
                </a:lnTo>
                <a:lnTo>
                  <a:pt x="0" y="118083"/>
                </a:lnTo>
                <a:close/>
                <a:moveTo>
                  <a:pt x="116447" y="119630"/>
                </a:moveTo>
                <a:cubicBezTo>
                  <a:pt x="111691" y="119630"/>
                  <a:pt x="107251" y="118704"/>
                  <a:pt x="103126" y="116853"/>
                </a:cubicBezTo>
                <a:cubicBezTo>
                  <a:pt x="99001" y="115001"/>
                  <a:pt x="95663" y="112210"/>
                  <a:pt x="93114" y="108479"/>
                </a:cubicBezTo>
                <a:cubicBezTo>
                  <a:pt x="90564" y="104746"/>
                  <a:pt x="89289" y="100074"/>
                  <a:pt x="89289" y="94462"/>
                </a:cubicBezTo>
                <a:cubicBezTo>
                  <a:pt x="89289" y="86652"/>
                  <a:pt x="91610" y="80766"/>
                  <a:pt x="96251" y="76804"/>
                </a:cubicBezTo>
                <a:cubicBezTo>
                  <a:pt x="100891" y="72840"/>
                  <a:pt x="107380" y="70149"/>
                  <a:pt x="115716" y="68731"/>
                </a:cubicBezTo>
                <a:cubicBezTo>
                  <a:pt x="124052" y="67313"/>
                  <a:pt x="133749" y="66489"/>
                  <a:pt x="144807" y="66258"/>
                </a:cubicBezTo>
                <a:lnTo>
                  <a:pt x="144807" y="61646"/>
                </a:lnTo>
                <a:cubicBezTo>
                  <a:pt x="144807" y="56028"/>
                  <a:pt x="143504" y="52184"/>
                  <a:pt x="140897" y="50114"/>
                </a:cubicBezTo>
                <a:cubicBezTo>
                  <a:pt x="138290" y="48044"/>
                  <a:pt x="134924" y="47010"/>
                  <a:pt x="130799" y="47010"/>
                </a:cubicBezTo>
                <a:cubicBezTo>
                  <a:pt x="126273" y="47010"/>
                  <a:pt x="122548" y="48113"/>
                  <a:pt x="119627" y="50321"/>
                </a:cubicBezTo>
                <a:cubicBezTo>
                  <a:pt x="116705" y="52527"/>
                  <a:pt x="115244" y="56101"/>
                  <a:pt x="115244" y="61045"/>
                </a:cubicBezTo>
                <a:lnTo>
                  <a:pt x="93930" y="61045"/>
                </a:lnTo>
                <a:cubicBezTo>
                  <a:pt x="93930" y="53792"/>
                  <a:pt x="95491" y="48047"/>
                  <a:pt x="98614" y="43811"/>
                </a:cubicBezTo>
                <a:cubicBezTo>
                  <a:pt x="101737" y="39573"/>
                  <a:pt x="106062" y="36526"/>
                  <a:pt x="111591" y="34669"/>
                </a:cubicBezTo>
                <a:cubicBezTo>
                  <a:pt x="117120" y="32812"/>
                  <a:pt x="123522" y="31884"/>
                  <a:pt x="130799" y="31884"/>
                </a:cubicBezTo>
                <a:cubicBezTo>
                  <a:pt x="136127" y="31884"/>
                  <a:pt x="140997" y="32333"/>
                  <a:pt x="145409" y="33232"/>
                </a:cubicBezTo>
                <a:cubicBezTo>
                  <a:pt x="149820" y="34131"/>
                  <a:pt x="153645" y="35682"/>
                  <a:pt x="156882" y="37886"/>
                </a:cubicBezTo>
                <a:cubicBezTo>
                  <a:pt x="160119" y="40089"/>
                  <a:pt x="162626" y="43089"/>
                  <a:pt x="164402" y="46889"/>
                </a:cubicBezTo>
                <a:cubicBezTo>
                  <a:pt x="166178" y="50686"/>
                  <a:pt x="167066" y="55426"/>
                  <a:pt x="167066" y="61109"/>
                </a:cubicBezTo>
                <a:lnTo>
                  <a:pt x="167066" y="118083"/>
                </a:lnTo>
                <a:lnTo>
                  <a:pt x="145752" y="118083"/>
                </a:lnTo>
                <a:lnTo>
                  <a:pt x="145065" y="107254"/>
                </a:lnTo>
                <a:cubicBezTo>
                  <a:pt x="141513" y="111322"/>
                  <a:pt x="137388" y="114401"/>
                  <a:pt x="132689" y="116493"/>
                </a:cubicBezTo>
                <a:cubicBezTo>
                  <a:pt x="127991" y="118584"/>
                  <a:pt x="122577" y="119630"/>
                  <a:pt x="116447" y="119630"/>
                </a:cubicBezTo>
                <a:moveTo>
                  <a:pt x="123924" y="103988"/>
                </a:moveTo>
                <a:cubicBezTo>
                  <a:pt x="128221" y="103988"/>
                  <a:pt x="132188" y="102848"/>
                  <a:pt x="135826" y="100567"/>
                </a:cubicBezTo>
                <a:cubicBezTo>
                  <a:pt x="139464" y="98284"/>
                  <a:pt x="142372" y="95681"/>
                  <a:pt x="144549" y="92757"/>
                </a:cubicBezTo>
                <a:lnTo>
                  <a:pt x="144549" y="78891"/>
                </a:lnTo>
                <a:cubicBezTo>
                  <a:pt x="132518" y="78950"/>
                  <a:pt x="124095" y="80106"/>
                  <a:pt x="119283" y="82358"/>
                </a:cubicBezTo>
                <a:cubicBezTo>
                  <a:pt x="114470" y="84610"/>
                  <a:pt x="112064" y="88252"/>
                  <a:pt x="112064" y="93283"/>
                </a:cubicBezTo>
                <a:cubicBezTo>
                  <a:pt x="112064" y="96911"/>
                  <a:pt x="113167" y="99602"/>
                  <a:pt x="115372" y="101356"/>
                </a:cubicBezTo>
                <a:cubicBezTo>
                  <a:pt x="117578" y="103111"/>
                  <a:pt x="120429" y="103988"/>
                  <a:pt x="123924" y="103988"/>
                </a:cubicBezTo>
                <a:close/>
                <a:moveTo>
                  <a:pt x="190742" y="118083"/>
                </a:moveTo>
                <a:lnTo>
                  <a:pt x="190742" y="33173"/>
                </a:lnTo>
                <a:lnTo>
                  <a:pt x="213516" y="33173"/>
                </a:lnTo>
                <a:lnTo>
                  <a:pt x="213516" y="118083"/>
                </a:lnTo>
                <a:lnTo>
                  <a:pt x="190742" y="118083"/>
                </a:lnTo>
                <a:moveTo>
                  <a:pt x="202172" y="22173"/>
                </a:moveTo>
                <a:cubicBezTo>
                  <a:pt x="197990" y="22173"/>
                  <a:pt x="194796" y="21113"/>
                  <a:pt x="192590" y="18993"/>
                </a:cubicBezTo>
                <a:cubicBezTo>
                  <a:pt x="190384" y="16873"/>
                  <a:pt x="189281" y="14238"/>
                  <a:pt x="189281" y="11086"/>
                </a:cubicBezTo>
                <a:cubicBezTo>
                  <a:pt x="189281" y="7878"/>
                  <a:pt x="190384" y="5228"/>
                  <a:pt x="192590" y="3137"/>
                </a:cubicBezTo>
                <a:cubicBezTo>
                  <a:pt x="194796" y="1046"/>
                  <a:pt x="197990" y="0"/>
                  <a:pt x="202172" y="0"/>
                </a:cubicBezTo>
                <a:cubicBezTo>
                  <a:pt x="206355" y="0"/>
                  <a:pt x="209549" y="1046"/>
                  <a:pt x="211755" y="3137"/>
                </a:cubicBezTo>
                <a:cubicBezTo>
                  <a:pt x="213960" y="5228"/>
                  <a:pt x="215063" y="7878"/>
                  <a:pt x="215063" y="11086"/>
                </a:cubicBezTo>
                <a:cubicBezTo>
                  <a:pt x="215063" y="14238"/>
                  <a:pt x="213960" y="16873"/>
                  <a:pt x="211755" y="18993"/>
                </a:cubicBezTo>
                <a:cubicBezTo>
                  <a:pt x="209549" y="21113"/>
                  <a:pt x="206355" y="22173"/>
                  <a:pt x="202172" y="22173"/>
                </a:cubicBezTo>
                <a:close/>
                <a:moveTo>
                  <a:pt x="269367" y="118083"/>
                </a:moveTo>
                <a:cubicBezTo>
                  <a:pt x="260830" y="118083"/>
                  <a:pt x="254241" y="117066"/>
                  <a:pt x="249600" y="115032"/>
                </a:cubicBezTo>
                <a:cubicBezTo>
                  <a:pt x="244959" y="112998"/>
                  <a:pt x="241722" y="109847"/>
                  <a:pt x="239889" y="105578"/>
                </a:cubicBezTo>
                <a:cubicBezTo>
                  <a:pt x="238055" y="101310"/>
                  <a:pt x="237139" y="95738"/>
                  <a:pt x="237139" y="88863"/>
                </a:cubicBezTo>
                <a:lnTo>
                  <a:pt x="237139" y="2406"/>
                </a:lnTo>
                <a:lnTo>
                  <a:pt x="259827" y="2406"/>
                </a:lnTo>
                <a:lnTo>
                  <a:pt x="259827" y="87488"/>
                </a:lnTo>
                <a:cubicBezTo>
                  <a:pt x="259827" y="91899"/>
                  <a:pt x="260429" y="95136"/>
                  <a:pt x="261632" y="97199"/>
                </a:cubicBezTo>
                <a:cubicBezTo>
                  <a:pt x="262835" y="99262"/>
                  <a:pt x="265642" y="100293"/>
                  <a:pt x="270054" y="100293"/>
                </a:cubicBezTo>
                <a:lnTo>
                  <a:pt x="275296" y="100293"/>
                </a:lnTo>
                <a:lnTo>
                  <a:pt x="275296" y="118083"/>
                </a:lnTo>
                <a:lnTo>
                  <a:pt x="269367" y="118083"/>
                </a:lnTo>
                <a:close/>
                <a:moveTo>
                  <a:pt x="329125" y="119630"/>
                </a:moveTo>
                <a:cubicBezTo>
                  <a:pt x="319786" y="119630"/>
                  <a:pt x="311937" y="117876"/>
                  <a:pt x="305578" y="114368"/>
                </a:cubicBezTo>
                <a:cubicBezTo>
                  <a:pt x="299218" y="110861"/>
                  <a:pt x="294405" y="105803"/>
                  <a:pt x="291140" y="99194"/>
                </a:cubicBezTo>
                <a:cubicBezTo>
                  <a:pt x="287874" y="92584"/>
                  <a:pt x="286241" y="84641"/>
                  <a:pt x="286241" y="75365"/>
                </a:cubicBezTo>
                <a:cubicBezTo>
                  <a:pt x="286241" y="66378"/>
                  <a:pt x="287831" y="58639"/>
                  <a:pt x="291011" y="52147"/>
                </a:cubicBezTo>
                <a:cubicBezTo>
                  <a:pt x="294190" y="45653"/>
                  <a:pt x="298860" y="40653"/>
                  <a:pt x="305019" y="37145"/>
                </a:cubicBezTo>
                <a:cubicBezTo>
                  <a:pt x="311178" y="33638"/>
                  <a:pt x="318755" y="31884"/>
                  <a:pt x="327750" y="31884"/>
                </a:cubicBezTo>
                <a:cubicBezTo>
                  <a:pt x="340240" y="31884"/>
                  <a:pt x="350109" y="35576"/>
                  <a:pt x="357357" y="42960"/>
                </a:cubicBezTo>
                <a:cubicBezTo>
                  <a:pt x="364605" y="50343"/>
                  <a:pt x="368228" y="60869"/>
                  <a:pt x="368228" y="74537"/>
                </a:cubicBezTo>
                <a:cubicBezTo>
                  <a:pt x="368228" y="75232"/>
                  <a:pt x="368200" y="76173"/>
                  <a:pt x="368142" y="77360"/>
                </a:cubicBezTo>
                <a:cubicBezTo>
                  <a:pt x="368085" y="78547"/>
                  <a:pt x="367999" y="79459"/>
                  <a:pt x="367885" y="80097"/>
                </a:cubicBezTo>
                <a:lnTo>
                  <a:pt x="309015" y="80097"/>
                </a:lnTo>
                <a:cubicBezTo>
                  <a:pt x="309130" y="84141"/>
                  <a:pt x="309860" y="87922"/>
                  <a:pt x="311207" y="91438"/>
                </a:cubicBezTo>
                <a:cubicBezTo>
                  <a:pt x="312553" y="94955"/>
                  <a:pt x="314687" y="97783"/>
                  <a:pt x="317609" y="99922"/>
                </a:cubicBezTo>
                <a:cubicBezTo>
                  <a:pt x="320531" y="102060"/>
                  <a:pt x="324370" y="103129"/>
                  <a:pt x="329125" y="103129"/>
                </a:cubicBezTo>
                <a:cubicBezTo>
                  <a:pt x="334053" y="103129"/>
                  <a:pt x="338006" y="102022"/>
                  <a:pt x="340985" y="99809"/>
                </a:cubicBezTo>
                <a:cubicBezTo>
                  <a:pt x="343964" y="97596"/>
                  <a:pt x="345483" y="94306"/>
                  <a:pt x="345540" y="89937"/>
                </a:cubicBezTo>
                <a:lnTo>
                  <a:pt x="367971" y="89937"/>
                </a:lnTo>
                <a:cubicBezTo>
                  <a:pt x="367684" y="96554"/>
                  <a:pt x="365894" y="102069"/>
                  <a:pt x="362599" y="106481"/>
                </a:cubicBezTo>
                <a:cubicBezTo>
                  <a:pt x="359305" y="110892"/>
                  <a:pt x="354807" y="114187"/>
                  <a:pt x="349107" y="116364"/>
                </a:cubicBezTo>
                <a:cubicBezTo>
                  <a:pt x="343406" y="118541"/>
                  <a:pt x="336745" y="119630"/>
                  <a:pt x="329125" y="119630"/>
                </a:cubicBezTo>
                <a:moveTo>
                  <a:pt x="309273" y="65659"/>
                </a:moveTo>
                <a:lnTo>
                  <a:pt x="345626" y="65659"/>
                </a:lnTo>
                <a:cubicBezTo>
                  <a:pt x="345454" y="59643"/>
                  <a:pt x="343721" y="55145"/>
                  <a:pt x="340427" y="52166"/>
                </a:cubicBezTo>
                <a:cubicBezTo>
                  <a:pt x="337132" y="49187"/>
                  <a:pt x="332907" y="47697"/>
                  <a:pt x="327750" y="47697"/>
                </a:cubicBezTo>
                <a:cubicBezTo>
                  <a:pt x="322479" y="47697"/>
                  <a:pt x="318168" y="49231"/>
                  <a:pt x="314816" y="52298"/>
                </a:cubicBezTo>
                <a:cubicBezTo>
                  <a:pt x="311465" y="55365"/>
                  <a:pt x="309617" y="59818"/>
                  <a:pt x="309273" y="65659"/>
                </a:cubicBezTo>
                <a:close/>
                <a:moveTo>
                  <a:pt x="417273" y="119630"/>
                </a:moveTo>
                <a:cubicBezTo>
                  <a:pt x="410971" y="119630"/>
                  <a:pt x="405313" y="118035"/>
                  <a:pt x="400300" y="114846"/>
                </a:cubicBezTo>
                <a:cubicBezTo>
                  <a:pt x="395287" y="111658"/>
                  <a:pt x="391334" y="106773"/>
                  <a:pt x="388440" y="100193"/>
                </a:cubicBezTo>
                <a:cubicBezTo>
                  <a:pt x="385547" y="93614"/>
                  <a:pt x="384100" y="85251"/>
                  <a:pt x="384100" y="75104"/>
                </a:cubicBezTo>
                <a:cubicBezTo>
                  <a:pt x="384100" y="65307"/>
                  <a:pt x="385662" y="57220"/>
                  <a:pt x="388784" y="50842"/>
                </a:cubicBezTo>
                <a:cubicBezTo>
                  <a:pt x="391907" y="44464"/>
                  <a:pt x="396132" y="39711"/>
                  <a:pt x="401460" y="36581"/>
                </a:cubicBezTo>
                <a:cubicBezTo>
                  <a:pt x="406789" y="33450"/>
                  <a:pt x="412776" y="31884"/>
                  <a:pt x="419422" y="31884"/>
                </a:cubicBezTo>
                <a:cubicBezTo>
                  <a:pt x="425266" y="31884"/>
                  <a:pt x="430279" y="33087"/>
                  <a:pt x="434462" y="35494"/>
                </a:cubicBezTo>
                <a:cubicBezTo>
                  <a:pt x="438644" y="37900"/>
                  <a:pt x="441967" y="41051"/>
                  <a:pt x="444431" y="44947"/>
                </a:cubicBezTo>
                <a:lnTo>
                  <a:pt x="444431" y="2406"/>
                </a:lnTo>
                <a:lnTo>
                  <a:pt x="467205" y="2406"/>
                </a:lnTo>
                <a:lnTo>
                  <a:pt x="467205" y="118083"/>
                </a:lnTo>
                <a:lnTo>
                  <a:pt x="445376" y="118083"/>
                </a:lnTo>
                <a:lnTo>
                  <a:pt x="444431" y="106223"/>
                </a:lnTo>
                <a:cubicBezTo>
                  <a:pt x="441451" y="110348"/>
                  <a:pt x="437756" y="113614"/>
                  <a:pt x="433344" y="116020"/>
                </a:cubicBezTo>
                <a:cubicBezTo>
                  <a:pt x="428933" y="118426"/>
                  <a:pt x="423576" y="119630"/>
                  <a:pt x="417273" y="119630"/>
                </a:cubicBezTo>
                <a:moveTo>
                  <a:pt x="423977" y="102270"/>
                </a:moveTo>
                <a:cubicBezTo>
                  <a:pt x="428789" y="102270"/>
                  <a:pt x="432943" y="100896"/>
                  <a:pt x="436438" y="98150"/>
                </a:cubicBezTo>
                <a:cubicBezTo>
                  <a:pt x="439933" y="95403"/>
                  <a:pt x="442597" y="92190"/>
                  <a:pt x="444431" y="88511"/>
                </a:cubicBezTo>
                <a:lnTo>
                  <a:pt x="444431" y="63532"/>
                </a:lnTo>
                <a:cubicBezTo>
                  <a:pt x="442655" y="59675"/>
                  <a:pt x="440162" y="56315"/>
                  <a:pt x="436954" y="53452"/>
                </a:cubicBezTo>
                <a:cubicBezTo>
                  <a:pt x="433745" y="50590"/>
                  <a:pt x="429792" y="49158"/>
                  <a:pt x="425094" y="49158"/>
                </a:cubicBezTo>
                <a:cubicBezTo>
                  <a:pt x="419479" y="49158"/>
                  <a:pt x="415125" y="51378"/>
                  <a:pt x="412031" y="55819"/>
                </a:cubicBezTo>
                <a:cubicBezTo>
                  <a:pt x="408937" y="60259"/>
                  <a:pt x="407390" y="66686"/>
                  <a:pt x="407390" y="75101"/>
                </a:cubicBezTo>
                <a:cubicBezTo>
                  <a:pt x="407390" y="84333"/>
                  <a:pt x="408866" y="91169"/>
                  <a:pt x="411816" y="95609"/>
                </a:cubicBezTo>
                <a:cubicBezTo>
                  <a:pt x="414767" y="100049"/>
                  <a:pt x="418820" y="102270"/>
                  <a:pt x="423977" y="10227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Test">
            <a:extLst xmlns:a="http://schemas.openxmlformats.org/drawingml/2006/main">
              <a:ext uri="{FF2B5EF4-FFF2-40B4-BE49-F238E27FC236}">
                <a16:creationId xmlns:a16="http://schemas.microsoft.com/office/drawing/2014/main" id="{B8B37240-E2B7-427F-9800-EA41F88A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399" y="1776900"/>
            <a:ext cx="332908" cy="117223"/>
          </a:xfrm>
          <a:custGeom xmlns:a="http://schemas.openxmlformats.org/drawingml/2006/main">
            <a:pathLst>
              <a:path w="332908" h="117223">
                <a:moveTo>
                  <a:pt x="30939" y="115676"/>
                </a:moveTo>
                <a:lnTo>
                  <a:pt x="30939" y="20110"/>
                </a:lnTo>
                <a:lnTo>
                  <a:pt x="0" y="20110"/>
                </a:lnTo>
                <a:lnTo>
                  <a:pt x="0" y="0"/>
                </a:lnTo>
                <a:lnTo>
                  <a:pt x="85855" y="0"/>
                </a:lnTo>
                <a:lnTo>
                  <a:pt x="85855" y="20110"/>
                </a:lnTo>
                <a:lnTo>
                  <a:pt x="55088" y="20110"/>
                </a:lnTo>
                <a:lnTo>
                  <a:pt x="55088" y="115676"/>
                </a:lnTo>
                <a:lnTo>
                  <a:pt x="30939" y="115676"/>
                </a:lnTo>
                <a:close/>
                <a:moveTo>
                  <a:pt x="138127" y="117223"/>
                </a:moveTo>
                <a:cubicBezTo>
                  <a:pt x="128788" y="117223"/>
                  <a:pt x="120939" y="115469"/>
                  <a:pt x="114579" y="111962"/>
                </a:cubicBezTo>
                <a:cubicBezTo>
                  <a:pt x="108220" y="108455"/>
                  <a:pt x="103407" y="103397"/>
                  <a:pt x="100141" y="96788"/>
                </a:cubicBezTo>
                <a:cubicBezTo>
                  <a:pt x="96876" y="90178"/>
                  <a:pt x="95243" y="82235"/>
                  <a:pt x="95243" y="72958"/>
                </a:cubicBezTo>
                <a:cubicBezTo>
                  <a:pt x="95243" y="63972"/>
                  <a:pt x="96833" y="56233"/>
                  <a:pt x="100012" y="49741"/>
                </a:cubicBezTo>
                <a:cubicBezTo>
                  <a:pt x="103192" y="43247"/>
                  <a:pt x="107862" y="38246"/>
                  <a:pt x="114021" y="34739"/>
                </a:cubicBezTo>
                <a:cubicBezTo>
                  <a:pt x="120180" y="31231"/>
                  <a:pt x="127757" y="29478"/>
                  <a:pt x="136752" y="29478"/>
                </a:cubicBezTo>
                <a:cubicBezTo>
                  <a:pt x="149242" y="29478"/>
                  <a:pt x="159111" y="33170"/>
                  <a:pt x="166359" y="40553"/>
                </a:cubicBezTo>
                <a:cubicBezTo>
                  <a:pt x="173606" y="47937"/>
                  <a:pt x="177230" y="58463"/>
                  <a:pt x="177230" y="72131"/>
                </a:cubicBezTo>
                <a:cubicBezTo>
                  <a:pt x="177230" y="72826"/>
                  <a:pt x="177202" y="73767"/>
                  <a:pt x="177144" y="74954"/>
                </a:cubicBezTo>
                <a:cubicBezTo>
                  <a:pt x="177087" y="76141"/>
                  <a:pt x="177001" y="77053"/>
                  <a:pt x="176886" y="77690"/>
                </a:cubicBezTo>
                <a:lnTo>
                  <a:pt x="118017" y="77690"/>
                </a:lnTo>
                <a:cubicBezTo>
                  <a:pt x="118132" y="81735"/>
                  <a:pt x="118862" y="85516"/>
                  <a:pt x="120209" y="89032"/>
                </a:cubicBezTo>
                <a:cubicBezTo>
                  <a:pt x="121555" y="92548"/>
                  <a:pt x="123689" y="95376"/>
                  <a:pt x="126611" y="97516"/>
                </a:cubicBezTo>
                <a:cubicBezTo>
                  <a:pt x="129533" y="99654"/>
                  <a:pt x="133372" y="100723"/>
                  <a:pt x="138127" y="100723"/>
                </a:cubicBezTo>
                <a:cubicBezTo>
                  <a:pt x="143054" y="100723"/>
                  <a:pt x="147008" y="99616"/>
                  <a:pt x="149987" y="97403"/>
                </a:cubicBezTo>
                <a:cubicBezTo>
                  <a:pt x="152966" y="95190"/>
                  <a:pt x="154485" y="91899"/>
                  <a:pt x="154542" y="87531"/>
                </a:cubicBezTo>
                <a:lnTo>
                  <a:pt x="176972" y="87531"/>
                </a:lnTo>
                <a:cubicBezTo>
                  <a:pt x="176686" y="94148"/>
                  <a:pt x="174895" y="99663"/>
                  <a:pt x="171601" y="104074"/>
                </a:cubicBezTo>
                <a:cubicBezTo>
                  <a:pt x="168307" y="108486"/>
                  <a:pt x="163809" y="111780"/>
                  <a:pt x="158108" y="113957"/>
                </a:cubicBezTo>
                <a:cubicBezTo>
                  <a:pt x="152408" y="116135"/>
                  <a:pt x="145747" y="117223"/>
                  <a:pt x="138127" y="117223"/>
                </a:cubicBezTo>
                <a:moveTo>
                  <a:pt x="118275" y="63252"/>
                </a:moveTo>
                <a:lnTo>
                  <a:pt x="154628" y="63252"/>
                </a:lnTo>
                <a:cubicBezTo>
                  <a:pt x="154456" y="57237"/>
                  <a:pt x="152723" y="52739"/>
                  <a:pt x="149428" y="49760"/>
                </a:cubicBezTo>
                <a:cubicBezTo>
                  <a:pt x="146134" y="46780"/>
                  <a:pt x="141909" y="45291"/>
                  <a:pt x="136752" y="45291"/>
                </a:cubicBezTo>
                <a:cubicBezTo>
                  <a:pt x="131481" y="45291"/>
                  <a:pt x="127170" y="46824"/>
                  <a:pt x="123818" y="49891"/>
                </a:cubicBezTo>
                <a:cubicBezTo>
                  <a:pt x="120466" y="52958"/>
                  <a:pt x="118619" y="57412"/>
                  <a:pt x="118275" y="63252"/>
                </a:cubicBezTo>
                <a:close/>
                <a:moveTo>
                  <a:pt x="231088" y="117223"/>
                </a:moveTo>
                <a:cubicBezTo>
                  <a:pt x="226447" y="117223"/>
                  <a:pt x="221892" y="116789"/>
                  <a:pt x="217423" y="115921"/>
                </a:cubicBezTo>
                <a:cubicBezTo>
                  <a:pt x="212954" y="115052"/>
                  <a:pt x="208915" y="113561"/>
                  <a:pt x="205306" y="111446"/>
                </a:cubicBezTo>
                <a:cubicBezTo>
                  <a:pt x="201696" y="109332"/>
                  <a:pt x="198831" y="106450"/>
                  <a:pt x="196712" y="102801"/>
                </a:cubicBezTo>
                <a:cubicBezTo>
                  <a:pt x="194592" y="99152"/>
                  <a:pt x="193532" y="94606"/>
                  <a:pt x="193532" y="89161"/>
                </a:cubicBezTo>
                <a:lnTo>
                  <a:pt x="214673" y="89161"/>
                </a:lnTo>
                <a:cubicBezTo>
                  <a:pt x="214673" y="93972"/>
                  <a:pt x="216320" y="97316"/>
                  <a:pt x="219615" y="99194"/>
                </a:cubicBezTo>
                <a:cubicBezTo>
                  <a:pt x="222909" y="101073"/>
                  <a:pt x="226762" y="102012"/>
                  <a:pt x="231174" y="102012"/>
                </a:cubicBezTo>
                <a:cubicBezTo>
                  <a:pt x="235528" y="102012"/>
                  <a:pt x="238909" y="101290"/>
                  <a:pt x="241315" y="99847"/>
                </a:cubicBezTo>
                <a:cubicBezTo>
                  <a:pt x="243721" y="98402"/>
                  <a:pt x="244924" y="95970"/>
                  <a:pt x="244924" y="92550"/>
                </a:cubicBezTo>
                <a:cubicBezTo>
                  <a:pt x="244924" y="89365"/>
                  <a:pt x="243506" y="86991"/>
                  <a:pt x="240670" y="85428"/>
                </a:cubicBezTo>
                <a:cubicBezTo>
                  <a:pt x="237834" y="83863"/>
                  <a:pt x="232864" y="82269"/>
                  <a:pt x="225760" y="80647"/>
                </a:cubicBezTo>
                <a:cubicBezTo>
                  <a:pt x="219801" y="79199"/>
                  <a:pt x="214487" y="77447"/>
                  <a:pt x="209818" y="75392"/>
                </a:cubicBezTo>
                <a:cubicBezTo>
                  <a:pt x="205148" y="73336"/>
                  <a:pt x="201496" y="70586"/>
                  <a:pt x="198860" y="67141"/>
                </a:cubicBezTo>
                <a:cubicBezTo>
                  <a:pt x="196225" y="63695"/>
                  <a:pt x="194907" y="59162"/>
                  <a:pt x="194907" y="53544"/>
                </a:cubicBezTo>
                <a:cubicBezTo>
                  <a:pt x="194907" y="49141"/>
                  <a:pt x="195909" y="45405"/>
                  <a:pt x="197915" y="42337"/>
                </a:cubicBezTo>
                <a:cubicBezTo>
                  <a:pt x="199920" y="39266"/>
                  <a:pt x="202599" y="36790"/>
                  <a:pt x="205950" y="34908"/>
                </a:cubicBezTo>
                <a:cubicBezTo>
                  <a:pt x="209302" y="33026"/>
                  <a:pt x="213083" y="31651"/>
                  <a:pt x="217294" y="30783"/>
                </a:cubicBezTo>
                <a:cubicBezTo>
                  <a:pt x="221506" y="29913"/>
                  <a:pt x="225817" y="29478"/>
                  <a:pt x="230229" y="29478"/>
                </a:cubicBezTo>
                <a:cubicBezTo>
                  <a:pt x="234526" y="29478"/>
                  <a:pt x="238737" y="29912"/>
                  <a:pt x="242862" y="30780"/>
                </a:cubicBezTo>
                <a:cubicBezTo>
                  <a:pt x="246987" y="31649"/>
                  <a:pt x="250711" y="33111"/>
                  <a:pt x="254034" y="35169"/>
                </a:cubicBezTo>
                <a:cubicBezTo>
                  <a:pt x="257357" y="37224"/>
                  <a:pt x="260021" y="39989"/>
                  <a:pt x="262027" y="43465"/>
                </a:cubicBezTo>
                <a:cubicBezTo>
                  <a:pt x="264032" y="46940"/>
                  <a:pt x="265035" y="51283"/>
                  <a:pt x="265035" y="56495"/>
                </a:cubicBezTo>
                <a:lnTo>
                  <a:pt x="243893" y="56495"/>
                </a:lnTo>
                <a:cubicBezTo>
                  <a:pt x="243893" y="52089"/>
                  <a:pt x="242532" y="49035"/>
                  <a:pt x="239811" y="47332"/>
                </a:cubicBezTo>
                <a:cubicBezTo>
                  <a:pt x="237089" y="45627"/>
                  <a:pt x="233895" y="44775"/>
                  <a:pt x="230229" y="44775"/>
                </a:cubicBezTo>
                <a:cubicBezTo>
                  <a:pt x="226275" y="44775"/>
                  <a:pt x="223167" y="45368"/>
                  <a:pt x="220904" y="46553"/>
                </a:cubicBezTo>
                <a:cubicBezTo>
                  <a:pt x="218641" y="47737"/>
                  <a:pt x="217509" y="49690"/>
                  <a:pt x="217509" y="52413"/>
                </a:cubicBezTo>
                <a:cubicBezTo>
                  <a:pt x="217509" y="53976"/>
                  <a:pt x="218225" y="55352"/>
                  <a:pt x="219658" y="56541"/>
                </a:cubicBezTo>
                <a:cubicBezTo>
                  <a:pt x="221090" y="57728"/>
                  <a:pt x="223382" y="58828"/>
                  <a:pt x="226533" y="59842"/>
                </a:cubicBezTo>
                <a:cubicBezTo>
                  <a:pt x="229684" y="60855"/>
                  <a:pt x="233838" y="61941"/>
                  <a:pt x="238994" y="63099"/>
                </a:cubicBezTo>
                <a:cubicBezTo>
                  <a:pt x="244437" y="64374"/>
                  <a:pt x="249307" y="66025"/>
                  <a:pt x="253604" y="68052"/>
                </a:cubicBezTo>
                <a:cubicBezTo>
                  <a:pt x="257901" y="70078"/>
                  <a:pt x="261310" y="72801"/>
                  <a:pt x="263831" y="76219"/>
                </a:cubicBezTo>
                <a:cubicBezTo>
                  <a:pt x="266352" y="79635"/>
                  <a:pt x="267613" y="84065"/>
                  <a:pt x="267613" y="89510"/>
                </a:cubicBezTo>
                <a:cubicBezTo>
                  <a:pt x="267613" y="94607"/>
                  <a:pt x="266596" y="98922"/>
                  <a:pt x="264562" y="102455"/>
                </a:cubicBezTo>
                <a:cubicBezTo>
                  <a:pt x="262528" y="105987"/>
                  <a:pt x="259806" y="108839"/>
                  <a:pt x="256397" y="111011"/>
                </a:cubicBezTo>
                <a:cubicBezTo>
                  <a:pt x="252988" y="113183"/>
                  <a:pt x="249093" y="114761"/>
                  <a:pt x="244710" y="115746"/>
                </a:cubicBezTo>
                <a:cubicBezTo>
                  <a:pt x="240327" y="116731"/>
                  <a:pt x="235786" y="117223"/>
                  <a:pt x="231088" y="117223"/>
                </a:cubicBezTo>
                <a:close/>
                <a:moveTo>
                  <a:pt x="324056" y="115676"/>
                </a:moveTo>
                <a:cubicBezTo>
                  <a:pt x="315577" y="115676"/>
                  <a:pt x="309002" y="114644"/>
                  <a:pt x="304333" y="112580"/>
                </a:cubicBezTo>
                <a:cubicBezTo>
                  <a:pt x="299664" y="110514"/>
                  <a:pt x="296412" y="107313"/>
                  <a:pt x="294579" y="102979"/>
                </a:cubicBezTo>
                <a:cubicBezTo>
                  <a:pt x="292745" y="98644"/>
                  <a:pt x="291829" y="92985"/>
                  <a:pt x="291829" y="86003"/>
                </a:cubicBezTo>
                <a:lnTo>
                  <a:pt x="291829" y="48299"/>
                </a:lnTo>
                <a:lnTo>
                  <a:pt x="277906" y="48299"/>
                </a:lnTo>
                <a:lnTo>
                  <a:pt x="277906" y="30767"/>
                </a:lnTo>
                <a:lnTo>
                  <a:pt x="291829" y="30767"/>
                </a:lnTo>
                <a:lnTo>
                  <a:pt x="291829" y="11000"/>
                </a:lnTo>
                <a:lnTo>
                  <a:pt x="314603" y="11000"/>
                </a:lnTo>
                <a:lnTo>
                  <a:pt x="314603" y="30767"/>
                </a:lnTo>
                <a:lnTo>
                  <a:pt x="332908" y="30767"/>
                </a:lnTo>
                <a:lnTo>
                  <a:pt x="332908" y="48299"/>
                </a:lnTo>
                <a:lnTo>
                  <a:pt x="314603" y="48299"/>
                </a:lnTo>
                <a:lnTo>
                  <a:pt x="314603" y="84807"/>
                </a:lnTo>
                <a:cubicBezTo>
                  <a:pt x="314603" y="89312"/>
                  <a:pt x="315219" y="92647"/>
                  <a:pt x="316451" y="94811"/>
                </a:cubicBezTo>
                <a:cubicBezTo>
                  <a:pt x="317682" y="96976"/>
                  <a:pt x="320475" y="98058"/>
                  <a:pt x="324830" y="98058"/>
                </a:cubicBezTo>
                <a:lnTo>
                  <a:pt x="332908" y="98058"/>
                </a:lnTo>
                <a:lnTo>
                  <a:pt x="332908" y="115676"/>
                </a:lnTo>
                <a:lnTo>
                  <a:pt x="324056" y="11567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Errors">
            <a:extLst xmlns:a="http://schemas.openxmlformats.org/drawingml/2006/main">
              <a:ext uri="{FF2B5EF4-FFF2-40B4-BE49-F238E27FC236}">
                <a16:creationId xmlns:a16="http://schemas.microsoft.com/office/drawing/2014/main" id="{6B0F44B5-7DFA-4901-B174-CC38BD6D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348" y="1988957"/>
            <a:ext cx="469799" cy="117223"/>
          </a:xfrm>
          <a:custGeom xmlns:a="http://schemas.openxmlformats.org/drawingml/2006/main">
            <a:pathLst>
              <a:path w="469799" h="117223">
                <a:moveTo>
                  <a:pt x="0" y="115676"/>
                </a:moveTo>
                <a:lnTo>
                  <a:pt x="0" y="0"/>
                </a:lnTo>
                <a:lnTo>
                  <a:pt x="77605" y="0"/>
                </a:lnTo>
                <a:lnTo>
                  <a:pt x="77605" y="20024"/>
                </a:lnTo>
                <a:lnTo>
                  <a:pt x="24149" y="20024"/>
                </a:lnTo>
                <a:lnTo>
                  <a:pt x="24149" y="46838"/>
                </a:lnTo>
                <a:lnTo>
                  <a:pt x="72620" y="46838"/>
                </a:lnTo>
                <a:lnTo>
                  <a:pt x="72620" y="66174"/>
                </a:lnTo>
                <a:lnTo>
                  <a:pt x="24149" y="66174"/>
                </a:lnTo>
                <a:lnTo>
                  <a:pt x="24149" y="95652"/>
                </a:lnTo>
                <a:lnTo>
                  <a:pt x="77605" y="95652"/>
                </a:lnTo>
                <a:lnTo>
                  <a:pt x="77605" y="115676"/>
                </a:lnTo>
                <a:lnTo>
                  <a:pt x="0" y="115676"/>
                </a:lnTo>
                <a:close/>
                <a:moveTo>
                  <a:pt x="100154" y="115676"/>
                </a:moveTo>
                <a:lnTo>
                  <a:pt x="100154" y="30767"/>
                </a:lnTo>
                <a:lnTo>
                  <a:pt x="121983" y="30767"/>
                </a:lnTo>
                <a:lnTo>
                  <a:pt x="122413" y="45119"/>
                </a:lnTo>
                <a:cubicBezTo>
                  <a:pt x="124590" y="40077"/>
                  <a:pt x="127855" y="36210"/>
                  <a:pt x="132210" y="33517"/>
                </a:cubicBezTo>
                <a:cubicBezTo>
                  <a:pt x="136564" y="30824"/>
                  <a:pt x="141835" y="29478"/>
                  <a:pt x="148023" y="29478"/>
                </a:cubicBezTo>
                <a:lnTo>
                  <a:pt x="149742" y="29478"/>
                </a:lnTo>
                <a:lnTo>
                  <a:pt x="149742" y="48642"/>
                </a:lnTo>
                <a:lnTo>
                  <a:pt x="147593" y="48642"/>
                </a:lnTo>
                <a:cubicBezTo>
                  <a:pt x="144213" y="48642"/>
                  <a:pt x="140976" y="48949"/>
                  <a:pt x="137882" y="49561"/>
                </a:cubicBezTo>
                <a:cubicBezTo>
                  <a:pt x="134788" y="50173"/>
                  <a:pt x="131981" y="51223"/>
                  <a:pt x="129460" y="52711"/>
                </a:cubicBezTo>
                <a:cubicBezTo>
                  <a:pt x="126939" y="54199"/>
                  <a:pt x="124762" y="56255"/>
                  <a:pt x="122928" y="58880"/>
                </a:cubicBezTo>
                <a:lnTo>
                  <a:pt x="122928" y="115676"/>
                </a:lnTo>
                <a:lnTo>
                  <a:pt x="100154" y="115676"/>
                </a:lnTo>
                <a:close/>
                <a:moveTo>
                  <a:pt x="166035" y="115676"/>
                </a:moveTo>
                <a:lnTo>
                  <a:pt x="166035" y="30767"/>
                </a:lnTo>
                <a:lnTo>
                  <a:pt x="187864" y="30767"/>
                </a:lnTo>
                <a:lnTo>
                  <a:pt x="188294" y="45119"/>
                </a:lnTo>
                <a:cubicBezTo>
                  <a:pt x="190471" y="40077"/>
                  <a:pt x="193737" y="36210"/>
                  <a:pt x="198091" y="33517"/>
                </a:cubicBezTo>
                <a:cubicBezTo>
                  <a:pt x="202445" y="30824"/>
                  <a:pt x="207716" y="29478"/>
                  <a:pt x="213904" y="29478"/>
                </a:cubicBezTo>
                <a:lnTo>
                  <a:pt x="215623" y="29478"/>
                </a:lnTo>
                <a:lnTo>
                  <a:pt x="215623" y="48642"/>
                </a:lnTo>
                <a:lnTo>
                  <a:pt x="213474" y="48642"/>
                </a:lnTo>
                <a:cubicBezTo>
                  <a:pt x="210094" y="48642"/>
                  <a:pt x="206857" y="48949"/>
                  <a:pt x="203763" y="49561"/>
                </a:cubicBezTo>
                <a:cubicBezTo>
                  <a:pt x="200669" y="50173"/>
                  <a:pt x="197862" y="51223"/>
                  <a:pt x="195341" y="52711"/>
                </a:cubicBezTo>
                <a:cubicBezTo>
                  <a:pt x="192820" y="54199"/>
                  <a:pt x="190643" y="56255"/>
                  <a:pt x="188809" y="58880"/>
                </a:cubicBezTo>
                <a:lnTo>
                  <a:pt x="188809" y="115676"/>
                </a:lnTo>
                <a:lnTo>
                  <a:pt x="166035" y="115676"/>
                </a:lnTo>
                <a:close/>
                <a:moveTo>
                  <a:pt x="269989" y="117223"/>
                </a:moveTo>
                <a:cubicBezTo>
                  <a:pt x="261509" y="117223"/>
                  <a:pt x="254075" y="115513"/>
                  <a:pt x="247687" y="112094"/>
                </a:cubicBezTo>
                <a:cubicBezTo>
                  <a:pt x="241299" y="108672"/>
                  <a:pt x="236357" y="103715"/>
                  <a:pt x="232862" y="97223"/>
                </a:cubicBezTo>
                <a:cubicBezTo>
                  <a:pt x="229367" y="90729"/>
                  <a:pt x="227620" y="82873"/>
                  <a:pt x="227620" y="73654"/>
                </a:cubicBezTo>
                <a:cubicBezTo>
                  <a:pt x="227620" y="64263"/>
                  <a:pt x="229367" y="56278"/>
                  <a:pt x="232862" y="49698"/>
                </a:cubicBezTo>
                <a:cubicBezTo>
                  <a:pt x="236357" y="43116"/>
                  <a:pt x="241299" y="38101"/>
                  <a:pt x="247687" y="34653"/>
                </a:cubicBezTo>
                <a:cubicBezTo>
                  <a:pt x="254075" y="31203"/>
                  <a:pt x="261509" y="29478"/>
                  <a:pt x="269989" y="29478"/>
                </a:cubicBezTo>
                <a:cubicBezTo>
                  <a:pt x="278583" y="29478"/>
                  <a:pt x="286074" y="31203"/>
                  <a:pt x="292462" y="34653"/>
                </a:cubicBezTo>
                <a:cubicBezTo>
                  <a:pt x="298850" y="38101"/>
                  <a:pt x="303821" y="43116"/>
                  <a:pt x="307373" y="49698"/>
                </a:cubicBezTo>
                <a:cubicBezTo>
                  <a:pt x="310925" y="56278"/>
                  <a:pt x="312701" y="64263"/>
                  <a:pt x="312701" y="73654"/>
                </a:cubicBezTo>
                <a:cubicBezTo>
                  <a:pt x="312701" y="82873"/>
                  <a:pt x="310925" y="90729"/>
                  <a:pt x="307373" y="97223"/>
                </a:cubicBezTo>
                <a:cubicBezTo>
                  <a:pt x="303821" y="103715"/>
                  <a:pt x="298850" y="108672"/>
                  <a:pt x="292462" y="112094"/>
                </a:cubicBezTo>
                <a:cubicBezTo>
                  <a:pt x="286074" y="115513"/>
                  <a:pt x="278583" y="117223"/>
                  <a:pt x="269989" y="117223"/>
                </a:cubicBezTo>
                <a:moveTo>
                  <a:pt x="269989" y="99863"/>
                </a:moveTo>
                <a:cubicBezTo>
                  <a:pt x="274973" y="99863"/>
                  <a:pt x="278884" y="98680"/>
                  <a:pt x="281720" y="96313"/>
                </a:cubicBezTo>
                <a:cubicBezTo>
                  <a:pt x="284556" y="93946"/>
                  <a:pt x="286561" y="90776"/>
                  <a:pt x="287735" y="86803"/>
                </a:cubicBezTo>
                <a:cubicBezTo>
                  <a:pt x="288910" y="82830"/>
                  <a:pt x="289497" y="78448"/>
                  <a:pt x="289497" y="73657"/>
                </a:cubicBezTo>
                <a:cubicBezTo>
                  <a:pt x="289497" y="68747"/>
                  <a:pt x="288910" y="64277"/>
                  <a:pt x="287735" y="60244"/>
                </a:cubicBezTo>
                <a:cubicBezTo>
                  <a:pt x="286561" y="56212"/>
                  <a:pt x="284556" y="52999"/>
                  <a:pt x="281720" y="50603"/>
                </a:cubicBezTo>
                <a:cubicBezTo>
                  <a:pt x="278884" y="48207"/>
                  <a:pt x="274973" y="47010"/>
                  <a:pt x="269989" y="47010"/>
                </a:cubicBezTo>
                <a:cubicBezTo>
                  <a:pt x="265119" y="47010"/>
                  <a:pt x="261294" y="48207"/>
                  <a:pt x="258516" y="50603"/>
                </a:cubicBezTo>
                <a:cubicBezTo>
                  <a:pt x="255737" y="52999"/>
                  <a:pt x="253774" y="56212"/>
                  <a:pt x="252629" y="60244"/>
                </a:cubicBezTo>
                <a:cubicBezTo>
                  <a:pt x="251483" y="64277"/>
                  <a:pt x="250910" y="68747"/>
                  <a:pt x="250910" y="73657"/>
                </a:cubicBezTo>
                <a:cubicBezTo>
                  <a:pt x="250910" y="78448"/>
                  <a:pt x="251483" y="82830"/>
                  <a:pt x="252629" y="86803"/>
                </a:cubicBezTo>
                <a:cubicBezTo>
                  <a:pt x="253774" y="90776"/>
                  <a:pt x="255737" y="93946"/>
                  <a:pt x="258516" y="96313"/>
                </a:cubicBezTo>
                <a:cubicBezTo>
                  <a:pt x="261294" y="98680"/>
                  <a:pt x="265119" y="99863"/>
                  <a:pt x="269989" y="99863"/>
                </a:cubicBezTo>
                <a:close/>
                <a:moveTo>
                  <a:pt x="333704" y="115676"/>
                </a:moveTo>
                <a:lnTo>
                  <a:pt x="333704" y="30767"/>
                </a:lnTo>
                <a:lnTo>
                  <a:pt x="355533" y="30767"/>
                </a:lnTo>
                <a:lnTo>
                  <a:pt x="355962" y="45119"/>
                </a:lnTo>
                <a:cubicBezTo>
                  <a:pt x="358139" y="40077"/>
                  <a:pt x="361405" y="36210"/>
                  <a:pt x="365760" y="33517"/>
                </a:cubicBezTo>
                <a:cubicBezTo>
                  <a:pt x="370114" y="30824"/>
                  <a:pt x="375385" y="29478"/>
                  <a:pt x="381573" y="29478"/>
                </a:cubicBezTo>
                <a:lnTo>
                  <a:pt x="383291" y="29478"/>
                </a:lnTo>
                <a:lnTo>
                  <a:pt x="383291" y="48642"/>
                </a:lnTo>
                <a:lnTo>
                  <a:pt x="381143" y="48642"/>
                </a:lnTo>
                <a:cubicBezTo>
                  <a:pt x="377763" y="48642"/>
                  <a:pt x="374525" y="48949"/>
                  <a:pt x="371432" y="49561"/>
                </a:cubicBezTo>
                <a:cubicBezTo>
                  <a:pt x="368338" y="50173"/>
                  <a:pt x="365530" y="51223"/>
                  <a:pt x="363009" y="52711"/>
                </a:cubicBezTo>
                <a:cubicBezTo>
                  <a:pt x="360488" y="54199"/>
                  <a:pt x="358311" y="56255"/>
                  <a:pt x="356478" y="58880"/>
                </a:cubicBezTo>
                <a:lnTo>
                  <a:pt x="356478" y="115676"/>
                </a:lnTo>
                <a:lnTo>
                  <a:pt x="333704" y="115676"/>
                </a:lnTo>
                <a:close/>
                <a:moveTo>
                  <a:pt x="433274" y="117223"/>
                </a:moveTo>
                <a:cubicBezTo>
                  <a:pt x="428633" y="117223"/>
                  <a:pt x="424078" y="116789"/>
                  <a:pt x="419609" y="115921"/>
                </a:cubicBezTo>
                <a:cubicBezTo>
                  <a:pt x="415140" y="115052"/>
                  <a:pt x="411101" y="113561"/>
                  <a:pt x="407492" y="111446"/>
                </a:cubicBezTo>
                <a:cubicBezTo>
                  <a:pt x="403882" y="109332"/>
                  <a:pt x="401017" y="106450"/>
                  <a:pt x="398897" y="102801"/>
                </a:cubicBezTo>
                <a:cubicBezTo>
                  <a:pt x="396778" y="99152"/>
                  <a:pt x="395718" y="94606"/>
                  <a:pt x="395718" y="89161"/>
                </a:cubicBezTo>
                <a:lnTo>
                  <a:pt x="416859" y="89161"/>
                </a:lnTo>
                <a:cubicBezTo>
                  <a:pt x="416859" y="93972"/>
                  <a:pt x="418506" y="97316"/>
                  <a:pt x="421801" y="99194"/>
                </a:cubicBezTo>
                <a:cubicBezTo>
                  <a:pt x="425095" y="101073"/>
                  <a:pt x="428948" y="102012"/>
                  <a:pt x="433360" y="102012"/>
                </a:cubicBezTo>
                <a:cubicBezTo>
                  <a:pt x="437714" y="102012"/>
                  <a:pt x="441094" y="101290"/>
                  <a:pt x="443501" y="99847"/>
                </a:cubicBezTo>
                <a:cubicBezTo>
                  <a:pt x="445907" y="98402"/>
                  <a:pt x="447110" y="95970"/>
                  <a:pt x="447110" y="92550"/>
                </a:cubicBezTo>
                <a:cubicBezTo>
                  <a:pt x="447110" y="89365"/>
                  <a:pt x="445692" y="86991"/>
                  <a:pt x="442856" y="85428"/>
                </a:cubicBezTo>
                <a:cubicBezTo>
                  <a:pt x="440020" y="83863"/>
                  <a:pt x="435050" y="82269"/>
                  <a:pt x="427945" y="80647"/>
                </a:cubicBezTo>
                <a:cubicBezTo>
                  <a:pt x="421987" y="79199"/>
                  <a:pt x="416673" y="77447"/>
                  <a:pt x="412003" y="75392"/>
                </a:cubicBezTo>
                <a:cubicBezTo>
                  <a:pt x="407334" y="73336"/>
                  <a:pt x="403681" y="70586"/>
                  <a:pt x="401046" y="67141"/>
                </a:cubicBezTo>
                <a:cubicBezTo>
                  <a:pt x="398410" y="63695"/>
                  <a:pt x="397093" y="59162"/>
                  <a:pt x="397093" y="53544"/>
                </a:cubicBezTo>
                <a:cubicBezTo>
                  <a:pt x="397093" y="49141"/>
                  <a:pt x="398095" y="45405"/>
                  <a:pt x="400101" y="42337"/>
                </a:cubicBezTo>
                <a:cubicBezTo>
                  <a:pt x="402106" y="39266"/>
                  <a:pt x="404784" y="36790"/>
                  <a:pt x="408136" y="34908"/>
                </a:cubicBezTo>
                <a:cubicBezTo>
                  <a:pt x="411488" y="33026"/>
                  <a:pt x="415269" y="31651"/>
                  <a:pt x="419480" y="30783"/>
                </a:cubicBezTo>
                <a:cubicBezTo>
                  <a:pt x="423691" y="29913"/>
                  <a:pt x="428003" y="29478"/>
                  <a:pt x="432414" y="29478"/>
                </a:cubicBezTo>
                <a:cubicBezTo>
                  <a:pt x="436711" y="29478"/>
                  <a:pt x="440922" y="29912"/>
                  <a:pt x="445048" y="30780"/>
                </a:cubicBezTo>
                <a:cubicBezTo>
                  <a:pt x="449173" y="31649"/>
                  <a:pt x="452897" y="33111"/>
                  <a:pt x="456220" y="35169"/>
                </a:cubicBezTo>
                <a:cubicBezTo>
                  <a:pt x="459543" y="37224"/>
                  <a:pt x="462207" y="39989"/>
                  <a:pt x="464212" y="43465"/>
                </a:cubicBezTo>
                <a:cubicBezTo>
                  <a:pt x="466218" y="46940"/>
                  <a:pt x="467220" y="51283"/>
                  <a:pt x="467220" y="56495"/>
                </a:cubicBezTo>
                <a:lnTo>
                  <a:pt x="446079" y="56495"/>
                </a:lnTo>
                <a:cubicBezTo>
                  <a:pt x="446079" y="52089"/>
                  <a:pt x="444718" y="49035"/>
                  <a:pt x="441997" y="47332"/>
                </a:cubicBezTo>
                <a:cubicBezTo>
                  <a:pt x="439275" y="45627"/>
                  <a:pt x="436081" y="44775"/>
                  <a:pt x="432414" y="44775"/>
                </a:cubicBezTo>
                <a:cubicBezTo>
                  <a:pt x="428461" y="44775"/>
                  <a:pt x="425353" y="45368"/>
                  <a:pt x="423090" y="46553"/>
                </a:cubicBezTo>
                <a:cubicBezTo>
                  <a:pt x="420827" y="47737"/>
                  <a:pt x="419695" y="49690"/>
                  <a:pt x="419695" y="52413"/>
                </a:cubicBezTo>
                <a:cubicBezTo>
                  <a:pt x="419695" y="53976"/>
                  <a:pt x="420411" y="55352"/>
                  <a:pt x="421844" y="56541"/>
                </a:cubicBezTo>
                <a:cubicBezTo>
                  <a:pt x="423276" y="57728"/>
                  <a:pt x="425568" y="58828"/>
                  <a:pt x="428719" y="59842"/>
                </a:cubicBezTo>
                <a:cubicBezTo>
                  <a:pt x="431870" y="60855"/>
                  <a:pt x="436024" y="61941"/>
                  <a:pt x="441180" y="63099"/>
                </a:cubicBezTo>
                <a:cubicBezTo>
                  <a:pt x="446623" y="64374"/>
                  <a:pt x="451493" y="66025"/>
                  <a:pt x="455790" y="68052"/>
                </a:cubicBezTo>
                <a:cubicBezTo>
                  <a:pt x="460087" y="70078"/>
                  <a:pt x="463496" y="72801"/>
                  <a:pt x="466017" y="76219"/>
                </a:cubicBezTo>
                <a:cubicBezTo>
                  <a:pt x="468538" y="79635"/>
                  <a:pt x="469799" y="84065"/>
                  <a:pt x="469799" y="89510"/>
                </a:cubicBezTo>
                <a:cubicBezTo>
                  <a:pt x="469799" y="94607"/>
                  <a:pt x="468782" y="98922"/>
                  <a:pt x="466748" y="102455"/>
                </a:cubicBezTo>
                <a:cubicBezTo>
                  <a:pt x="464714" y="105987"/>
                  <a:pt x="461992" y="108839"/>
                  <a:pt x="458583" y="111011"/>
                </a:cubicBezTo>
                <a:cubicBezTo>
                  <a:pt x="455174" y="113183"/>
                  <a:pt x="451278" y="114761"/>
                  <a:pt x="446895" y="115746"/>
                </a:cubicBezTo>
                <a:cubicBezTo>
                  <a:pt x="442512" y="116731"/>
                  <a:pt x="437972" y="117223"/>
                  <a:pt x="433274" y="117223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A6A1B-64BC-424F-9136-6D558642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939" y="1499390"/>
            <a:ext cx="1155000" cy="1215436"/>
          </a:xfrm>
          <a:custGeom xmlns:a="http://schemas.openxmlformats.org/drawingml/2006/main">
            <a:pathLst>
              <a:path w="1155000" h="1215436">
                <a:moveTo>
                  <a:pt x="0" y="0"/>
                </a:moveTo>
                <a:lnTo>
                  <a:pt x="106028" y="0"/>
                </a:lnTo>
                <a:lnTo>
                  <a:pt x="106028" y="26507"/>
                </a:lnTo>
                <a:lnTo>
                  <a:pt x="0" y="26507"/>
                </a:lnTo>
                <a:lnTo>
                  <a:pt x="0" y="0"/>
                </a:lnTo>
                <a:close/>
                <a:moveTo>
                  <a:pt x="185549" y="0"/>
                </a:moveTo>
                <a:lnTo>
                  <a:pt x="291577" y="0"/>
                </a:lnTo>
                <a:lnTo>
                  <a:pt x="291577" y="26507"/>
                </a:lnTo>
                <a:lnTo>
                  <a:pt x="185549" y="26507"/>
                </a:lnTo>
                <a:lnTo>
                  <a:pt x="185549" y="0"/>
                </a:lnTo>
                <a:close/>
                <a:moveTo>
                  <a:pt x="371098" y="0"/>
                </a:moveTo>
                <a:lnTo>
                  <a:pt x="477126" y="0"/>
                </a:lnTo>
                <a:lnTo>
                  <a:pt x="477126" y="26507"/>
                </a:lnTo>
                <a:lnTo>
                  <a:pt x="371098" y="26507"/>
                </a:lnTo>
                <a:lnTo>
                  <a:pt x="371098" y="0"/>
                </a:lnTo>
                <a:close/>
                <a:moveTo>
                  <a:pt x="556648" y="0"/>
                </a:moveTo>
                <a:lnTo>
                  <a:pt x="662676" y="0"/>
                </a:lnTo>
                <a:lnTo>
                  <a:pt x="662676" y="26507"/>
                </a:lnTo>
                <a:lnTo>
                  <a:pt x="556648" y="26507"/>
                </a:lnTo>
                <a:lnTo>
                  <a:pt x="556648" y="0"/>
                </a:lnTo>
                <a:close/>
                <a:moveTo>
                  <a:pt x="742197" y="0"/>
                </a:moveTo>
                <a:lnTo>
                  <a:pt x="848225" y="0"/>
                </a:lnTo>
                <a:lnTo>
                  <a:pt x="848225" y="26507"/>
                </a:lnTo>
                <a:lnTo>
                  <a:pt x="742197" y="26507"/>
                </a:lnTo>
                <a:lnTo>
                  <a:pt x="742197" y="0"/>
                </a:lnTo>
                <a:close/>
                <a:moveTo>
                  <a:pt x="927746" y="0"/>
                </a:moveTo>
                <a:lnTo>
                  <a:pt x="1033774" y="0"/>
                </a:lnTo>
                <a:lnTo>
                  <a:pt x="1033774" y="26507"/>
                </a:lnTo>
                <a:lnTo>
                  <a:pt x="927746" y="26507"/>
                </a:lnTo>
                <a:lnTo>
                  <a:pt x="927746" y="0"/>
                </a:lnTo>
                <a:close/>
                <a:moveTo>
                  <a:pt x="1115239" y="24563"/>
                </a:moveTo>
                <a:lnTo>
                  <a:pt x="1115239" y="130591"/>
                </a:lnTo>
                <a:lnTo>
                  <a:pt x="1088732" y="130591"/>
                </a:lnTo>
                <a:lnTo>
                  <a:pt x="1088732" y="24563"/>
                </a:lnTo>
                <a:lnTo>
                  <a:pt x="1115239" y="24563"/>
                </a:lnTo>
                <a:close/>
                <a:moveTo>
                  <a:pt x="1115239" y="210112"/>
                </a:moveTo>
                <a:lnTo>
                  <a:pt x="1115239" y="316140"/>
                </a:lnTo>
                <a:lnTo>
                  <a:pt x="1088732" y="316140"/>
                </a:lnTo>
                <a:lnTo>
                  <a:pt x="1088732" y="210112"/>
                </a:lnTo>
                <a:lnTo>
                  <a:pt x="1115239" y="210112"/>
                </a:lnTo>
                <a:close/>
                <a:moveTo>
                  <a:pt x="1115239" y="395662"/>
                </a:moveTo>
                <a:lnTo>
                  <a:pt x="1115239" y="501690"/>
                </a:lnTo>
                <a:lnTo>
                  <a:pt x="1088732" y="501690"/>
                </a:lnTo>
                <a:lnTo>
                  <a:pt x="1088732" y="395662"/>
                </a:lnTo>
                <a:lnTo>
                  <a:pt x="1115239" y="395662"/>
                </a:lnTo>
                <a:close/>
                <a:moveTo>
                  <a:pt x="1115239" y="581211"/>
                </a:moveTo>
                <a:lnTo>
                  <a:pt x="1115239" y="687239"/>
                </a:lnTo>
                <a:lnTo>
                  <a:pt x="1088732" y="687239"/>
                </a:lnTo>
                <a:lnTo>
                  <a:pt x="1088732" y="581211"/>
                </a:lnTo>
                <a:lnTo>
                  <a:pt x="1115239" y="581211"/>
                </a:lnTo>
                <a:close/>
                <a:moveTo>
                  <a:pt x="1115239" y="766760"/>
                </a:moveTo>
                <a:lnTo>
                  <a:pt x="1115239" y="872788"/>
                </a:lnTo>
                <a:lnTo>
                  <a:pt x="1088732" y="872788"/>
                </a:lnTo>
                <a:lnTo>
                  <a:pt x="1088732" y="766760"/>
                </a:lnTo>
                <a:lnTo>
                  <a:pt x="1115239" y="766760"/>
                </a:lnTo>
                <a:close/>
                <a:moveTo>
                  <a:pt x="1115239" y="952309"/>
                </a:moveTo>
                <a:lnTo>
                  <a:pt x="1115239" y="1058337"/>
                </a:lnTo>
                <a:lnTo>
                  <a:pt x="1088732" y="1058337"/>
                </a:lnTo>
                <a:lnTo>
                  <a:pt x="1088732" y="952309"/>
                </a:lnTo>
                <a:lnTo>
                  <a:pt x="1115239" y="952309"/>
                </a:lnTo>
                <a:close/>
                <a:moveTo>
                  <a:pt x="1155000" y="1109407"/>
                </a:moveTo>
                <a:lnTo>
                  <a:pt x="1101985" y="1215436"/>
                </a:lnTo>
                <a:lnTo>
                  <a:pt x="1048971" y="1109407"/>
                </a:lnTo>
                <a:lnTo>
                  <a:pt x="1155000" y="1109407"/>
                </a:ln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Code">
            <a:extLst xmlns:a="http://schemas.openxmlformats.org/drawingml/2006/main">
              <a:ext uri="{FF2B5EF4-FFF2-40B4-BE49-F238E27FC236}">
                <a16:creationId xmlns:a16="http://schemas.microsoft.com/office/drawing/2014/main" id="{1839C491-96A4-4A8E-9612-113AF3D5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677" y="1092180"/>
            <a:ext cx="411574" cy="118770"/>
          </a:xfrm>
          <a:custGeom xmlns:a="http://schemas.openxmlformats.org/drawingml/2006/main">
            <a:pathLst>
              <a:path w="411574" h="118770">
                <a:moveTo>
                  <a:pt x="56377" y="118770"/>
                </a:moveTo>
                <a:cubicBezTo>
                  <a:pt x="44689" y="118770"/>
                  <a:pt x="34634" y="116321"/>
                  <a:pt x="26212" y="111422"/>
                </a:cubicBezTo>
                <a:cubicBezTo>
                  <a:pt x="17790" y="106524"/>
                  <a:pt x="11316" y="99648"/>
                  <a:pt x="6789" y="90796"/>
                </a:cubicBezTo>
                <a:cubicBezTo>
                  <a:pt x="2263" y="81945"/>
                  <a:pt x="0" y="71503"/>
                  <a:pt x="0" y="59471"/>
                </a:cubicBezTo>
                <a:cubicBezTo>
                  <a:pt x="0" y="47439"/>
                  <a:pt x="2263" y="36969"/>
                  <a:pt x="6789" y="28060"/>
                </a:cubicBezTo>
                <a:cubicBezTo>
                  <a:pt x="11316" y="19150"/>
                  <a:pt x="17790" y="12247"/>
                  <a:pt x="26212" y="7348"/>
                </a:cubicBezTo>
                <a:cubicBezTo>
                  <a:pt x="34634" y="2449"/>
                  <a:pt x="44689" y="0"/>
                  <a:pt x="56377" y="0"/>
                </a:cubicBezTo>
                <a:cubicBezTo>
                  <a:pt x="65430" y="0"/>
                  <a:pt x="73766" y="1561"/>
                  <a:pt x="81386" y="4684"/>
                </a:cubicBezTo>
                <a:cubicBezTo>
                  <a:pt x="89006" y="7806"/>
                  <a:pt x="95194" y="12418"/>
                  <a:pt x="99949" y="18520"/>
                </a:cubicBezTo>
                <a:cubicBezTo>
                  <a:pt x="104704" y="24622"/>
                  <a:pt x="107311" y="32142"/>
                  <a:pt x="107770" y="41080"/>
                </a:cubicBezTo>
                <a:lnTo>
                  <a:pt x="83019" y="41080"/>
                </a:lnTo>
                <a:cubicBezTo>
                  <a:pt x="82389" y="36382"/>
                  <a:pt x="80856" y="32486"/>
                  <a:pt x="78421" y="29392"/>
                </a:cubicBezTo>
                <a:cubicBezTo>
                  <a:pt x="75986" y="26298"/>
                  <a:pt x="72878" y="23977"/>
                  <a:pt x="69096" y="22431"/>
                </a:cubicBezTo>
                <a:cubicBezTo>
                  <a:pt x="65315" y="20884"/>
                  <a:pt x="61075" y="20110"/>
                  <a:pt x="56377" y="20110"/>
                </a:cubicBezTo>
                <a:cubicBezTo>
                  <a:pt x="48814" y="20110"/>
                  <a:pt x="42727" y="21944"/>
                  <a:pt x="38115" y="25610"/>
                </a:cubicBezTo>
                <a:cubicBezTo>
                  <a:pt x="33503" y="29277"/>
                  <a:pt x="30151" y="34076"/>
                  <a:pt x="28060" y="40005"/>
                </a:cubicBezTo>
                <a:cubicBezTo>
                  <a:pt x="25968" y="45935"/>
                  <a:pt x="24923" y="52424"/>
                  <a:pt x="24923" y="59471"/>
                </a:cubicBezTo>
                <a:cubicBezTo>
                  <a:pt x="24923" y="66461"/>
                  <a:pt x="25968" y="72935"/>
                  <a:pt x="28060" y="78894"/>
                </a:cubicBezTo>
                <a:cubicBezTo>
                  <a:pt x="30151" y="84852"/>
                  <a:pt x="33503" y="89636"/>
                  <a:pt x="38115" y="93246"/>
                </a:cubicBezTo>
                <a:cubicBezTo>
                  <a:pt x="42727" y="96855"/>
                  <a:pt x="48814" y="98660"/>
                  <a:pt x="56377" y="98660"/>
                </a:cubicBezTo>
                <a:cubicBezTo>
                  <a:pt x="64341" y="98660"/>
                  <a:pt x="70629" y="96612"/>
                  <a:pt x="75241" y="92515"/>
                </a:cubicBezTo>
                <a:cubicBezTo>
                  <a:pt x="79853" y="88419"/>
                  <a:pt x="82503" y="82589"/>
                  <a:pt x="83191" y="75026"/>
                </a:cubicBezTo>
                <a:lnTo>
                  <a:pt x="107942" y="75026"/>
                </a:lnTo>
                <a:cubicBezTo>
                  <a:pt x="107254" y="84480"/>
                  <a:pt x="104762" y="92458"/>
                  <a:pt x="100465" y="98961"/>
                </a:cubicBezTo>
                <a:cubicBezTo>
                  <a:pt x="96168" y="105464"/>
                  <a:pt x="90295" y="110391"/>
                  <a:pt x="82847" y="113743"/>
                </a:cubicBezTo>
                <a:cubicBezTo>
                  <a:pt x="75399" y="117094"/>
                  <a:pt x="66575" y="118770"/>
                  <a:pt x="56377" y="118770"/>
                </a:cubicBezTo>
                <a:close/>
                <a:moveTo>
                  <a:pt x="166732" y="118770"/>
                </a:moveTo>
                <a:cubicBezTo>
                  <a:pt x="158252" y="118770"/>
                  <a:pt x="150818" y="117060"/>
                  <a:pt x="144430" y="113641"/>
                </a:cubicBezTo>
                <a:cubicBezTo>
                  <a:pt x="138042" y="110219"/>
                  <a:pt x="133100" y="105262"/>
                  <a:pt x="129605" y="98770"/>
                </a:cubicBezTo>
                <a:cubicBezTo>
                  <a:pt x="126110" y="92276"/>
                  <a:pt x="124363" y="84420"/>
                  <a:pt x="124363" y="75201"/>
                </a:cubicBezTo>
                <a:cubicBezTo>
                  <a:pt x="124363" y="65810"/>
                  <a:pt x="126110" y="57825"/>
                  <a:pt x="129605" y="51245"/>
                </a:cubicBezTo>
                <a:cubicBezTo>
                  <a:pt x="133100" y="44663"/>
                  <a:pt x="138042" y="39648"/>
                  <a:pt x="144430" y="36200"/>
                </a:cubicBezTo>
                <a:cubicBezTo>
                  <a:pt x="150818" y="32750"/>
                  <a:pt x="158252" y="31025"/>
                  <a:pt x="166732" y="31025"/>
                </a:cubicBezTo>
                <a:cubicBezTo>
                  <a:pt x="175326" y="31025"/>
                  <a:pt x="182817" y="32750"/>
                  <a:pt x="189205" y="36200"/>
                </a:cubicBezTo>
                <a:cubicBezTo>
                  <a:pt x="195593" y="39648"/>
                  <a:pt x="200564" y="44663"/>
                  <a:pt x="204116" y="51245"/>
                </a:cubicBezTo>
                <a:cubicBezTo>
                  <a:pt x="207668" y="57825"/>
                  <a:pt x="209444" y="65810"/>
                  <a:pt x="209444" y="75201"/>
                </a:cubicBezTo>
                <a:cubicBezTo>
                  <a:pt x="209444" y="84420"/>
                  <a:pt x="207668" y="92276"/>
                  <a:pt x="204116" y="98770"/>
                </a:cubicBezTo>
                <a:cubicBezTo>
                  <a:pt x="200564" y="105262"/>
                  <a:pt x="195593" y="110219"/>
                  <a:pt x="189205" y="113641"/>
                </a:cubicBezTo>
                <a:cubicBezTo>
                  <a:pt x="182817" y="117060"/>
                  <a:pt x="175326" y="118770"/>
                  <a:pt x="166732" y="118770"/>
                </a:cubicBezTo>
                <a:moveTo>
                  <a:pt x="166732" y="101410"/>
                </a:moveTo>
                <a:cubicBezTo>
                  <a:pt x="171716" y="101410"/>
                  <a:pt x="175627" y="100227"/>
                  <a:pt x="178463" y="97860"/>
                </a:cubicBezTo>
                <a:cubicBezTo>
                  <a:pt x="181299" y="95493"/>
                  <a:pt x="183304" y="92323"/>
                  <a:pt x="184478" y="88350"/>
                </a:cubicBezTo>
                <a:cubicBezTo>
                  <a:pt x="185653" y="84377"/>
                  <a:pt x="186240" y="79995"/>
                  <a:pt x="186240" y="75204"/>
                </a:cubicBezTo>
                <a:cubicBezTo>
                  <a:pt x="186240" y="70294"/>
                  <a:pt x="185653" y="65823"/>
                  <a:pt x="184478" y="61791"/>
                </a:cubicBezTo>
                <a:cubicBezTo>
                  <a:pt x="183304" y="57759"/>
                  <a:pt x="181299" y="54546"/>
                  <a:pt x="178463" y="52150"/>
                </a:cubicBezTo>
                <a:cubicBezTo>
                  <a:pt x="175627" y="49754"/>
                  <a:pt x="171716" y="48557"/>
                  <a:pt x="166732" y="48557"/>
                </a:cubicBezTo>
                <a:cubicBezTo>
                  <a:pt x="161862" y="48557"/>
                  <a:pt x="158037" y="49754"/>
                  <a:pt x="155259" y="52150"/>
                </a:cubicBezTo>
                <a:cubicBezTo>
                  <a:pt x="152480" y="54546"/>
                  <a:pt x="150518" y="57759"/>
                  <a:pt x="149372" y="61791"/>
                </a:cubicBezTo>
                <a:cubicBezTo>
                  <a:pt x="148226" y="65823"/>
                  <a:pt x="147653" y="70294"/>
                  <a:pt x="147653" y="75204"/>
                </a:cubicBezTo>
                <a:cubicBezTo>
                  <a:pt x="147653" y="79995"/>
                  <a:pt x="148226" y="84377"/>
                  <a:pt x="149372" y="88350"/>
                </a:cubicBezTo>
                <a:cubicBezTo>
                  <a:pt x="150518" y="92323"/>
                  <a:pt x="152480" y="95493"/>
                  <a:pt x="155259" y="97860"/>
                </a:cubicBezTo>
                <a:cubicBezTo>
                  <a:pt x="158037" y="100227"/>
                  <a:pt x="161862" y="101410"/>
                  <a:pt x="166732" y="101410"/>
                </a:cubicBezTo>
                <a:close/>
                <a:moveTo>
                  <a:pt x="259092" y="118770"/>
                </a:moveTo>
                <a:cubicBezTo>
                  <a:pt x="252790" y="118770"/>
                  <a:pt x="247132" y="117176"/>
                  <a:pt x="242119" y="113987"/>
                </a:cubicBezTo>
                <a:cubicBezTo>
                  <a:pt x="237106" y="110798"/>
                  <a:pt x="233152" y="105914"/>
                  <a:pt x="230259" y="99334"/>
                </a:cubicBezTo>
                <a:cubicBezTo>
                  <a:pt x="227366" y="92754"/>
                  <a:pt x="225919" y="84391"/>
                  <a:pt x="225919" y="74245"/>
                </a:cubicBezTo>
                <a:cubicBezTo>
                  <a:pt x="225919" y="64448"/>
                  <a:pt x="227480" y="56360"/>
                  <a:pt x="230603" y="49983"/>
                </a:cubicBezTo>
                <a:cubicBezTo>
                  <a:pt x="233725" y="43605"/>
                  <a:pt x="237951" y="38851"/>
                  <a:pt x="243279" y="35722"/>
                </a:cubicBezTo>
                <a:cubicBezTo>
                  <a:pt x="248607" y="32590"/>
                  <a:pt x="254595" y="31025"/>
                  <a:pt x="261241" y="31025"/>
                </a:cubicBezTo>
                <a:cubicBezTo>
                  <a:pt x="267085" y="31025"/>
                  <a:pt x="272098" y="32228"/>
                  <a:pt x="276280" y="34634"/>
                </a:cubicBezTo>
                <a:cubicBezTo>
                  <a:pt x="280463" y="37040"/>
                  <a:pt x="283786" y="40192"/>
                  <a:pt x="286249" y="44088"/>
                </a:cubicBezTo>
                <a:lnTo>
                  <a:pt x="286249" y="1547"/>
                </a:lnTo>
                <a:lnTo>
                  <a:pt x="309024" y="1547"/>
                </a:lnTo>
                <a:lnTo>
                  <a:pt x="309024" y="117223"/>
                </a:lnTo>
                <a:lnTo>
                  <a:pt x="287195" y="117223"/>
                </a:lnTo>
                <a:lnTo>
                  <a:pt x="286249" y="105363"/>
                </a:lnTo>
                <a:cubicBezTo>
                  <a:pt x="283270" y="109489"/>
                  <a:pt x="279575" y="112754"/>
                  <a:pt x="275163" y="115161"/>
                </a:cubicBezTo>
                <a:cubicBezTo>
                  <a:pt x="270751" y="117567"/>
                  <a:pt x="265394" y="118770"/>
                  <a:pt x="259092" y="118770"/>
                </a:cubicBezTo>
                <a:moveTo>
                  <a:pt x="265796" y="101410"/>
                </a:moveTo>
                <a:cubicBezTo>
                  <a:pt x="270608" y="101410"/>
                  <a:pt x="274762" y="100037"/>
                  <a:pt x="278257" y="97290"/>
                </a:cubicBezTo>
                <a:cubicBezTo>
                  <a:pt x="281752" y="94544"/>
                  <a:pt x="284416" y="91331"/>
                  <a:pt x="286249" y="87652"/>
                </a:cubicBezTo>
                <a:lnTo>
                  <a:pt x="286249" y="62672"/>
                </a:lnTo>
                <a:cubicBezTo>
                  <a:pt x="284473" y="58816"/>
                  <a:pt x="281981" y="55456"/>
                  <a:pt x="278773" y="52593"/>
                </a:cubicBezTo>
                <a:cubicBezTo>
                  <a:pt x="275564" y="49730"/>
                  <a:pt x="271611" y="48299"/>
                  <a:pt x="266913" y="48299"/>
                </a:cubicBezTo>
                <a:cubicBezTo>
                  <a:pt x="261298" y="48299"/>
                  <a:pt x="256944" y="50519"/>
                  <a:pt x="253850" y="54959"/>
                </a:cubicBezTo>
                <a:cubicBezTo>
                  <a:pt x="250756" y="59399"/>
                  <a:pt x="249209" y="65827"/>
                  <a:pt x="249209" y="74242"/>
                </a:cubicBezTo>
                <a:cubicBezTo>
                  <a:pt x="249209" y="83474"/>
                  <a:pt x="250684" y="90309"/>
                  <a:pt x="253635" y="94750"/>
                </a:cubicBezTo>
                <a:cubicBezTo>
                  <a:pt x="256586" y="99190"/>
                  <a:pt x="260639" y="101410"/>
                  <a:pt x="265796" y="101410"/>
                </a:cubicBezTo>
                <a:close/>
                <a:moveTo>
                  <a:pt x="372471" y="118770"/>
                </a:moveTo>
                <a:cubicBezTo>
                  <a:pt x="363132" y="118770"/>
                  <a:pt x="355283" y="117016"/>
                  <a:pt x="348923" y="113509"/>
                </a:cubicBezTo>
                <a:cubicBezTo>
                  <a:pt x="342563" y="110001"/>
                  <a:pt x="337751" y="104944"/>
                  <a:pt x="334485" y="98335"/>
                </a:cubicBezTo>
                <a:cubicBezTo>
                  <a:pt x="331219" y="91725"/>
                  <a:pt x="329586" y="83781"/>
                  <a:pt x="329586" y="74505"/>
                </a:cubicBezTo>
                <a:cubicBezTo>
                  <a:pt x="329586" y="65519"/>
                  <a:pt x="331176" y="57780"/>
                  <a:pt x="334356" y="51288"/>
                </a:cubicBezTo>
                <a:cubicBezTo>
                  <a:pt x="337536" y="44794"/>
                  <a:pt x="342205" y="39793"/>
                  <a:pt x="348364" y="36286"/>
                </a:cubicBezTo>
                <a:cubicBezTo>
                  <a:pt x="354523" y="32778"/>
                  <a:pt x="362101" y="31025"/>
                  <a:pt x="371096" y="31025"/>
                </a:cubicBezTo>
                <a:cubicBezTo>
                  <a:pt x="383586" y="31025"/>
                  <a:pt x="393455" y="34716"/>
                  <a:pt x="400702" y="42100"/>
                </a:cubicBezTo>
                <a:cubicBezTo>
                  <a:pt x="407950" y="49484"/>
                  <a:pt x="411574" y="60010"/>
                  <a:pt x="411574" y="73678"/>
                </a:cubicBezTo>
                <a:cubicBezTo>
                  <a:pt x="411574" y="74373"/>
                  <a:pt x="411545" y="75314"/>
                  <a:pt x="411488" y="76501"/>
                </a:cubicBezTo>
                <a:cubicBezTo>
                  <a:pt x="411431" y="77688"/>
                  <a:pt x="411345" y="78600"/>
                  <a:pt x="411230" y="79237"/>
                </a:cubicBezTo>
                <a:lnTo>
                  <a:pt x="352361" y="79237"/>
                </a:lnTo>
                <a:cubicBezTo>
                  <a:pt x="352475" y="83282"/>
                  <a:pt x="353206" y="87062"/>
                  <a:pt x="354552" y="90579"/>
                </a:cubicBezTo>
                <a:cubicBezTo>
                  <a:pt x="355898" y="94095"/>
                  <a:pt x="358033" y="96923"/>
                  <a:pt x="360955" y="99063"/>
                </a:cubicBezTo>
                <a:cubicBezTo>
                  <a:pt x="363877" y="101201"/>
                  <a:pt x="367715" y="102269"/>
                  <a:pt x="372471" y="102269"/>
                </a:cubicBezTo>
                <a:cubicBezTo>
                  <a:pt x="377398" y="102269"/>
                  <a:pt x="381351" y="101163"/>
                  <a:pt x="384331" y="98950"/>
                </a:cubicBezTo>
                <a:cubicBezTo>
                  <a:pt x="387310" y="96737"/>
                  <a:pt x="388828" y="93446"/>
                  <a:pt x="388885" y="89078"/>
                </a:cubicBezTo>
                <a:lnTo>
                  <a:pt x="411316" y="89078"/>
                </a:lnTo>
                <a:cubicBezTo>
                  <a:pt x="411029" y="95695"/>
                  <a:pt x="409239" y="101210"/>
                  <a:pt x="405945" y="105621"/>
                </a:cubicBezTo>
                <a:cubicBezTo>
                  <a:pt x="402650" y="110033"/>
                  <a:pt x="398153" y="113327"/>
                  <a:pt x="392452" y="115504"/>
                </a:cubicBezTo>
                <a:cubicBezTo>
                  <a:pt x="386751" y="117682"/>
                  <a:pt x="380091" y="118770"/>
                  <a:pt x="372471" y="118770"/>
                </a:cubicBezTo>
                <a:moveTo>
                  <a:pt x="352618" y="64799"/>
                </a:moveTo>
                <a:lnTo>
                  <a:pt x="388971" y="64799"/>
                </a:lnTo>
                <a:cubicBezTo>
                  <a:pt x="388799" y="58783"/>
                  <a:pt x="387066" y="54286"/>
                  <a:pt x="383772" y="51307"/>
                </a:cubicBezTo>
                <a:cubicBezTo>
                  <a:pt x="380478" y="48327"/>
                  <a:pt x="376252" y="46838"/>
                  <a:pt x="371096" y="46838"/>
                </a:cubicBezTo>
                <a:cubicBezTo>
                  <a:pt x="365825" y="46838"/>
                  <a:pt x="361513" y="48371"/>
                  <a:pt x="358162" y="51438"/>
                </a:cubicBezTo>
                <a:cubicBezTo>
                  <a:pt x="354810" y="54505"/>
                  <a:pt x="352962" y="58959"/>
                  <a:pt x="352618" y="64799"/>
                </a:cubicBez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Revisions">
            <a:extLst xmlns:a="http://schemas.openxmlformats.org/drawingml/2006/main">
              <a:ext uri="{FF2B5EF4-FFF2-40B4-BE49-F238E27FC236}">
                <a16:creationId xmlns:a16="http://schemas.microsoft.com/office/drawing/2014/main" id="{37FA40BB-8135-449B-B548-4B58E134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152" y="1303092"/>
            <a:ext cx="753650" cy="119918"/>
          </a:xfrm>
          <a:custGeom xmlns:a="http://schemas.openxmlformats.org/drawingml/2006/main">
            <a:pathLst>
              <a:path w="753650" h="119918">
                <a:moveTo>
                  <a:pt x="0" y="118367"/>
                </a:moveTo>
                <a:lnTo>
                  <a:pt x="0" y="2412"/>
                </a:lnTo>
                <a:lnTo>
                  <a:pt x="47726" y="2412"/>
                </a:lnTo>
                <a:cubicBezTo>
                  <a:pt x="55192" y="2412"/>
                  <a:pt x="61854" y="3459"/>
                  <a:pt x="67712" y="5554"/>
                </a:cubicBezTo>
                <a:cubicBezTo>
                  <a:pt x="73570" y="7647"/>
                  <a:pt x="78208" y="11030"/>
                  <a:pt x="81625" y="15703"/>
                </a:cubicBezTo>
                <a:cubicBezTo>
                  <a:pt x="85042" y="20377"/>
                  <a:pt x="86751" y="26585"/>
                  <a:pt x="86751" y="34327"/>
                </a:cubicBezTo>
                <a:cubicBezTo>
                  <a:pt x="86751" y="41670"/>
                  <a:pt x="84784" y="47893"/>
                  <a:pt x="80850" y="52997"/>
                </a:cubicBezTo>
                <a:cubicBezTo>
                  <a:pt x="76916" y="58101"/>
                  <a:pt x="70957" y="61743"/>
                  <a:pt x="62974" y="63922"/>
                </a:cubicBezTo>
                <a:cubicBezTo>
                  <a:pt x="67856" y="64670"/>
                  <a:pt x="71761" y="66152"/>
                  <a:pt x="74690" y="68366"/>
                </a:cubicBezTo>
                <a:cubicBezTo>
                  <a:pt x="77619" y="70581"/>
                  <a:pt x="79988" y="73558"/>
                  <a:pt x="81797" y="77296"/>
                </a:cubicBezTo>
                <a:cubicBezTo>
                  <a:pt x="83606" y="81035"/>
                  <a:pt x="85258" y="85636"/>
                  <a:pt x="86751" y="91101"/>
                </a:cubicBezTo>
                <a:lnTo>
                  <a:pt x="94418" y="118367"/>
                </a:lnTo>
                <a:lnTo>
                  <a:pt x="69091" y="118367"/>
                </a:lnTo>
                <a:lnTo>
                  <a:pt x="63663" y="95926"/>
                </a:lnTo>
                <a:cubicBezTo>
                  <a:pt x="62515" y="90861"/>
                  <a:pt x="61194" y="86718"/>
                  <a:pt x="59700" y="83496"/>
                </a:cubicBezTo>
                <a:cubicBezTo>
                  <a:pt x="58207" y="80273"/>
                  <a:pt x="56183" y="77870"/>
                  <a:pt x="53627" y="76289"/>
                </a:cubicBezTo>
                <a:cubicBezTo>
                  <a:pt x="51071" y="74706"/>
                  <a:pt x="47554" y="73915"/>
                  <a:pt x="43074" y="73915"/>
                </a:cubicBezTo>
                <a:lnTo>
                  <a:pt x="24208" y="73915"/>
                </a:lnTo>
                <a:lnTo>
                  <a:pt x="24208" y="118367"/>
                </a:lnTo>
                <a:lnTo>
                  <a:pt x="0" y="118367"/>
                </a:lnTo>
                <a:moveTo>
                  <a:pt x="24208" y="53929"/>
                </a:moveTo>
                <a:lnTo>
                  <a:pt x="43677" y="53929"/>
                </a:lnTo>
                <a:cubicBezTo>
                  <a:pt x="47467" y="53929"/>
                  <a:pt x="50727" y="53327"/>
                  <a:pt x="53455" y="52125"/>
                </a:cubicBezTo>
                <a:cubicBezTo>
                  <a:pt x="56183" y="50922"/>
                  <a:pt x="58293" y="49119"/>
                  <a:pt x="59787" y="46714"/>
                </a:cubicBezTo>
                <a:cubicBezTo>
                  <a:pt x="61280" y="44307"/>
                  <a:pt x="62026" y="41356"/>
                  <a:pt x="62026" y="37862"/>
                </a:cubicBezTo>
                <a:cubicBezTo>
                  <a:pt x="62026" y="32765"/>
                  <a:pt x="60476" y="28928"/>
                  <a:pt x="57374" y="26350"/>
                </a:cubicBezTo>
                <a:cubicBezTo>
                  <a:pt x="54273" y="23773"/>
                  <a:pt x="50167" y="22485"/>
                  <a:pt x="45055" y="22485"/>
                </a:cubicBezTo>
                <a:lnTo>
                  <a:pt x="24208" y="22485"/>
                </a:lnTo>
                <a:lnTo>
                  <a:pt x="24208" y="53929"/>
                </a:lnTo>
                <a:close/>
                <a:moveTo>
                  <a:pt x="149253" y="119918"/>
                </a:moveTo>
                <a:cubicBezTo>
                  <a:pt x="139892" y="119918"/>
                  <a:pt x="132024" y="118160"/>
                  <a:pt x="125649" y="114644"/>
                </a:cubicBezTo>
                <a:cubicBezTo>
                  <a:pt x="119274" y="111128"/>
                  <a:pt x="114450" y="106058"/>
                  <a:pt x="111176" y="99433"/>
                </a:cubicBezTo>
                <a:cubicBezTo>
                  <a:pt x="107902" y="92807"/>
                  <a:pt x="106266" y="84845"/>
                  <a:pt x="106266" y="75546"/>
                </a:cubicBezTo>
                <a:cubicBezTo>
                  <a:pt x="106266" y="66538"/>
                  <a:pt x="107859" y="58781"/>
                  <a:pt x="111047" y="52273"/>
                </a:cubicBezTo>
                <a:cubicBezTo>
                  <a:pt x="114234" y="45763"/>
                  <a:pt x="118915" y="40751"/>
                  <a:pt x="125089" y="37235"/>
                </a:cubicBezTo>
                <a:cubicBezTo>
                  <a:pt x="131263" y="33719"/>
                  <a:pt x="138858" y="31961"/>
                  <a:pt x="147875" y="31961"/>
                </a:cubicBezTo>
                <a:cubicBezTo>
                  <a:pt x="160395" y="31961"/>
                  <a:pt x="170288" y="35662"/>
                  <a:pt x="177553" y="43063"/>
                </a:cubicBezTo>
                <a:cubicBezTo>
                  <a:pt x="184818" y="50465"/>
                  <a:pt x="188451" y="61016"/>
                  <a:pt x="188451" y="74717"/>
                </a:cubicBezTo>
                <a:cubicBezTo>
                  <a:pt x="188451" y="75413"/>
                  <a:pt x="188422" y="76357"/>
                  <a:pt x="188364" y="77547"/>
                </a:cubicBezTo>
                <a:cubicBezTo>
                  <a:pt x="188307" y="78736"/>
                  <a:pt x="188221" y="79651"/>
                  <a:pt x="188106" y="80290"/>
                </a:cubicBezTo>
                <a:lnTo>
                  <a:pt x="129095" y="80290"/>
                </a:lnTo>
                <a:cubicBezTo>
                  <a:pt x="129210" y="84344"/>
                  <a:pt x="129942" y="88134"/>
                  <a:pt x="131291" y="91659"/>
                </a:cubicBezTo>
                <a:cubicBezTo>
                  <a:pt x="132641" y="95183"/>
                  <a:pt x="134780" y="98018"/>
                  <a:pt x="137710" y="100163"/>
                </a:cubicBezTo>
                <a:cubicBezTo>
                  <a:pt x="140639" y="102306"/>
                  <a:pt x="144486" y="103377"/>
                  <a:pt x="149253" y="103377"/>
                </a:cubicBezTo>
                <a:cubicBezTo>
                  <a:pt x="154192" y="103377"/>
                  <a:pt x="158155" y="102268"/>
                  <a:pt x="161142" y="100050"/>
                </a:cubicBezTo>
                <a:cubicBezTo>
                  <a:pt x="164128" y="97832"/>
                  <a:pt x="165650" y="94533"/>
                  <a:pt x="165708" y="90154"/>
                </a:cubicBezTo>
                <a:lnTo>
                  <a:pt x="188192" y="90154"/>
                </a:lnTo>
                <a:cubicBezTo>
                  <a:pt x="187905" y="96787"/>
                  <a:pt x="186110" y="102315"/>
                  <a:pt x="182808" y="106737"/>
                </a:cubicBezTo>
                <a:cubicBezTo>
                  <a:pt x="179506" y="111159"/>
                  <a:pt x="174997" y="114462"/>
                  <a:pt x="169283" y="116644"/>
                </a:cubicBezTo>
                <a:cubicBezTo>
                  <a:pt x="163568" y="118827"/>
                  <a:pt x="156892" y="119918"/>
                  <a:pt x="149253" y="119918"/>
                </a:cubicBezTo>
                <a:moveTo>
                  <a:pt x="129353" y="65817"/>
                </a:moveTo>
                <a:lnTo>
                  <a:pt x="165794" y="65817"/>
                </a:lnTo>
                <a:cubicBezTo>
                  <a:pt x="165621" y="59787"/>
                  <a:pt x="163884" y="55278"/>
                  <a:pt x="160582" y="52292"/>
                </a:cubicBezTo>
                <a:cubicBezTo>
                  <a:pt x="157279" y="49305"/>
                  <a:pt x="153044" y="47812"/>
                  <a:pt x="147875" y="47812"/>
                </a:cubicBezTo>
                <a:cubicBezTo>
                  <a:pt x="142591" y="47812"/>
                  <a:pt x="138269" y="49349"/>
                  <a:pt x="134910" y="52424"/>
                </a:cubicBezTo>
                <a:cubicBezTo>
                  <a:pt x="131550" y="55498"/>
                  <a:pt x="129698" y="59962"/>
                  <a:pt x="129353" y="65817"/>
                </a:cubicBezTo>
                <a:close/>
                <a:moveTo>
                  <a:pt x="226489" y="118367"/>
                </a:moveTo>
                <a:lnTo>
                  <a:pt x="195907" y="33253"/>
                </a:lnTo>
                <a:lnTo>
                  <a:pt x="219684" y="33253"/>
                </a:lnTo>
                <a:lnTo>
                  <a:pt x="239498" y="96827"/>
                </a:lnTo>
                <a:lnTo>
                  <a:pt x="259915" y="33253"/>
                </a:lnTo>
                <a:lnTo>
                  <a:pt x="283002" y="33253"/>
                </a:lnTo>
                <a:lnTo>
                  <a:pt x="252506" y="118367"/>
                </a:lnTo>
                <a:lnTo>
                  <a:pt x="226489" y="118367"/>
                </a:lnTo>
                <a:close/>
                <a:moveTo>
                  <a:pt x="295297" y="118367"/>
                </a:moveTo>
                <a:lnTo>
                  <a:pt x="295297" y="33253"/>
                </a:lnTo>
                <a:lnTo>
                  <a:pt x="318126" y="33253"/>
                </a:lnTo>
                <a:lnTo>
                  <a:pt x="318126" y="118367"/>
                </a:lnTo>
                <a:lnTo>
                  <a:pt x="295297" y="118367"/>
                </a:lnTo>
                <a:moveTo>
                  <a:pt x="306754" y="22226"/>
                </a:moveTo>
                <a:cubicBezTo>
                  <a:pt x="302562" y="22226"/>
                  <a:pt x="299360" y="21164"/>
                  <a:pt x="297149" y="19039"/>
                </a:cubicBezTo>
                <a:cubicBezTo>
                  <a:pt x="294938" y="16914"/>
                  <a:pt x="293832" y="14272"/>
                  <a:pt x="293832" y="11113"/>
                </a:cubicBezTo>
                <a:cubicBezTo>
                  <a:pt x="293832" y="7897"/>
                  <a:pt x="294938" y="5241"/>
                  <a:pt x="297149" y="3144"/>
                </a:cubicBezTo>
                <a:cubicBezTo>
                  <a:pt x="299360" y="1048"/>
                  <a:pt x="302562" y="0"/>
                  <a:pt x="306754" y="0"/>
                </a:cubicBezTo>
                <a:cubicBezTo>
                  <a:pt x="310947" y="0"/>
                  <a:pt x="314149" y="1048"/>
                  <a:pt x="316360" y="3144"/>
                </a:cubicBezTo>
                <a:cubicBezTo>
                  <a:pt x="318571" y="5241"/>
                  <a:pt x="319676" y="7897"/>
                  <a:pt x="319676" y="11113"/>
                </a:cubicBezTo>
                <a:cubicBezTo>
                  <a:pt x="319676" y="14272"/>
                  <a:pt x="318571" y="16914"/>
                  <a:pt x="316360" y="19039"/>
                </a:cubicBezTo>
                <a:cubicBezTo>
                  <a:pt x="314149" y="21164"/>
                  <a:pt x="310947" y="22226"/>
                  <a:pt x="306754" y="22226"/>
                </a:cubicBezTo>
                <a:close/>
                <a:moveTo>
                  <a:pt x="375468" y="119918"/>
                </a:moveTo>
                <a:cubicBezTo>
                  <a:pt x="370816" y="119918"/>
                  <a:pt x="366250" y="119483"/>
                  <a:pt x="361770" y="118612"/>
                </a:cubicBezTo>
                <a:cubicBezTo>
                  <a:pt x="357291" y="117742"/>
                  <a:pt x="353242" y="116247"/>
                  <a:pt x="349623" y="114127"/>
                </a:cubicBezTo>
                <a:cubicBezTo>
                  <a:pt x="346005" y="112007"/>
                  <a:pt x="343134" y="109119"/>
                  <a:pt x="341009" y="105461"/>
                </a:cubicBezTo>
                <a:cubicBezTo>
                  <a:pt x="338884" y="101803"/>
                  <a:pt x="337821" y="97246"/>
                  <a:pt x="337821" y="91788"/>
                </a:cubicBezTo>
                <a:lnTo>
                  <a:pt x="359014" y="91788"/>
                </a:lnTo>
                <a:cubicBezTo>
                  <a:pt x="359014" y="96610"/>
                  <a:pt x="360665" y="99963"/>
                  <a:pt x="363967" y="101846"/>
                </a:cubicBezTo>
                <a:cubicBezTo>
                  <a:pt x="367269" y="103728"/>
                  <a:pt x="371132" y="104670"/>
                  <a:pt x="375554" y="104670"/>
                </a:cubicBezTo>
                <a:cubicBezTo>
                  <a:pt x="379919" y="104670"/>
                  <a:pt x="383307" y="103946"/>
                  <a:pt x="385719" y="102500"/>
                </a:cubicBezTo>
                <a:cubicBezTo>
                  <a:pt x="388132" y="101051"/>
                  <a:pt x="389338" y="98613"/>
                  <a:pt x="389338" y="95185"/>
                </a:cubicBezTo>
                <a:cubicBezTo>
                  <a:pt x="389338" y="91992"/>
                  <a:pt x="387916" y="89613"/>
                  <a:pt x="385073" y="88046"/>
                </a:cubicBezTo>
                <a:cubicBezTo>
                  <a:pt x="382230" y="86477"/>
                  <a:pt x="377248" y="84880"/>
                  <a:pt x="370127" y="83254"/>
                </a:cubicBezTo>
                <a:cubicBezTo>
                  <a:pt x="364154" y="81802"/>
                  <a:pt x="358827" y="80046"/>
                  <a:pt x="354146" y="77985"/>
                </a:cubicBezTo>
                <a:cubicBezTo>
                  <a:pt x="349465" y="75925"/>
                  <a:pt x="345804" y="73168"/>
                  <a:pt x="343162" y="69715"/>
                </a:cubicBezTo>
                <a:cubicBezTo>
                  <a:pt x="340520" y="66260"/>
                  <a:pt x="339200" y="61717"/>
                  <a:pt x="339200" y="56085"/>
                </a:cubicBezTo>
                <a:cubicBezTo>
                  <a:pt x="339200" y="51672"/>
                  <a:pt x="340205" y="47927"/>
                  <a:pt x="342215" y="44851"/>
                </a:cubicBezTo>
                <a:cubicBezTo>
                  <a:pt x="344225" y="41773"/>
                  <a:pt x="346910" y="39291"/>
                  <a:pt x="350270" y="37404"/>
                </a:cubicBezTo>
                <a:cubicBezTo>
                  <a:pt x="353629" y="35518"/>
                  <a:pt x="357420" y="34140"/>
                  <a:pt x="361641" y="33269"/>
                </a:cubicBezTo>
                <a:cubicBezTo>
                  <a:pt x="365862" y="32397"/>
                  <a:pt x="370184" y="31961"/>
                  <a:pt x="374606" y="31961"/>
                </a:cubicBezTo>
                <a:cubicBezTo>
                  <a:pt x="378914" y="31961"/>
                  <a:pt x="383135" y="32396"/>
                  <a:pt x="387270" y="33267"/>
                </a:cubicBezTo>
                <a:cubicBezTo>
                  <a:pt x="391405" y="34137"/>
                  <a:pt x="395138" y="35603"/>
                  <a:pt x="398469" y="37665"/>
                </a:cubicBezTo>
                <a:cubicBezTo>
                  <a:pt x="401800" y="39726"/>
                  <a:pt x="404471" y="42498"/>
                  <a:pt x="406481" y="45981"/>
                </a:cubicBezTo>
                <a:cubicBezTo>
                  <a:pt x="408491" y="49465"/>
                  <a:pt x="409496" y="53819"/>
                  <a:pt x="409496" y="59044"/>
                </a:cubicBezTo>
                <a:lnTo>
                  <a:pt x="388304" y="59044"/>
                </a:lnTo>
                <a:cubicBezTo>
                  <a:pt x="388304" y="54627"/>
                  <a:pt x="386940" y="51565"/>
                  <a:pt x="384212" y="49858"/>
                </a:cubicBezTo>
                <a:cubicBezTo>
                  <a:pt x="381484" y="48149"/>
                  <a:pt x="378282" y="47295"/>
                  <a:pt x="374606" y="47295"/>
                </a:cubicBezTo>
                <a:cubicBezTo>
                  <a:pt x="370643" y="47295"/>
                  <a:pt x="367528" y="47889"/>
                  <a:pt x="365259" y="49077"/>
                </a:cubicBezTo>
                <a:cubicBezTo>
                  <a:pt x="362991" y="50264"/>
                  <a:pt x="361856" y="52222"/>
                  <a:pt x="361856" y="54952"/>
                </a:cubicBezTo>
                <a:cubicBezTo>
                  <a:pt x="361856" y="56518"/>
                  <a:pt x="362574" y="57898"/>
                  <a:pt x="364010" y="59089"/>
                </a:cubicBezTo>
                <a:cubicBezTo>
                  <a:pt x="365446" y="60279"/>
                  <a:pt x="367743" y="61382"/>
                  <a:pt x="370902" y="62398"/>
                </a:cubicBezTo>
                <a:cubicBezTo>
                  <a:pt x="374061" y="63414"/>
                  <a:pt x="378225" y="64502"/>
                  <a:pt x="383393" y="65664"/>
                </a:cubicBezTo>
                <a:cubicBezTo>
                  <a:pt x="388849" y="66941"/>
                  <a:pt x="393731" y="68596"/>
                  <a:pt x="398039" y="70628"/>
                </a:cubicBezTo>
                <a:cubicBezTo>
                  <a:pt x="402346" y="72659"/>
                  <a:pt x="405763" y="75388"/>
                  <a:pt x="408290" y="78815"/>
                </a:cubicBezTo>
                <a:cubicBezTo>
                  <a:pt x="410817" y="82239"/>
                  <a:pt x="412081" y="86680"/>
                  <a:pt x="412081" y="92138"/>
                </a:cubicBezTo>
                <a:cubicBezTo>
                  <a:pt x="412081" y="97247"/>
                  <a:pt x="411061" y="101573"/>
                  <a:pt x="409022" y="105114"/>
                </a:cubicBezTo>
                <a:cubicBezTo>
                  <a:pt x="406984" y="108655"/>
                  <a:pt x="404256" y="111514"/>
                  <a:pt x="400838" y="113691"/>
                </a:cubicBezTo>
                <a:cubicBezTo>
                  <a:pt x="397421" y="115868"/>
                  <a:pt x="393516" y="117450"/>
                  <a:pt x="389122" y="118437"/>
                </a:cubicBezTo>
                <a:cubicBezTo>
                  <a:pt x="384729" y="119424"/>
                  <a:pt x="380177" y="119918"/>
                  <a:pt x="375468" y="119918"/>
                </a:cubicBezTo>
                <a:close/>
                <a:moveTo>
                  <a:pt x="432736" y="118367"/>
                </a:moveTo>
                <a:lnTo>
                  <a:pt x="432736" y="33253"/>
                </a:lnTo>
                <a:lnTo>
                  <a:pt x="455565" y="33253"/>
                </a:lnTo>
                <a:lnTo>
                  <a:pt x="455565" y="118367"/>
                </a:lnTo>
                <a:lnTo>
                  <a:pt x="432736" y="118367"/>
                </a:lnTo>
                <a:moveTo>
                  <a:pt x="444194" y="22226"/>
                </a:moveTo>
                <a:cubicBezTo>
                  <a:pt x="440001" y="22226"/>
                  <a:pt x="436799" y="21164"/>
                  <a:pt x="434588" y="19039"/>
                </a:cubicBezTo>
                <a:cubicBezTo>
                  <a:pt x="432377" y="16914"/>
                  <a:pt x="431272" y="14272"/>
                  <a:pt x="431272" y="11113"/>
                </a:cubicBezTo>
                <a:cubicBezTo>
                  <a:pt x="431272" y="7897"/>
                  <a:pt x="432377" y="5241"/>
                  <a:pt x="434588" y="3144"/>
                </a:cubicBezTo>
                <a:cubicBezTo>
                  <a:pt x="436799" y="1048"/>
                  <a:pt x="440001" y="0"/>
                  <a:pt x="444194" y="0"/>
                </a:cubicBezTo>
                <a:cubicBezTo>
                  <a:pt x="448386" y="0"/>
                  <a:pt x="451588" y="1048"/>
                  <a:pt x="453799" y="3144"/>
                </a:cubicBezTo>
                <a:cubicBezTo>
                  <a:pt x="456010" y="5241"/>
                  <a:pt x="457116" y="7897"/>
                  <a:pt x="457116" y="11113"/>
                </a:cubicBezTo>
                <a:cubicBezTo>
                  <a:pt x="457116" y="14272"/>
                  <a:pt x="456010" y="16914"/>
                  <a:pt x="453799" y="19039"/>
                </a:cubicBezTo>
                <a:cubicBezTo>
                  <a:pt x="451588" y="21164"/>
                  <a:pt x="448386" y="22226"/>
                  <a:pt x="444194" y="22226"/>
                </a:cubicBezTo>
                <a:close/>
                <a:moveTo>
                  <a:pt x="518183" y="119918"/>
                </a:moveTo>
                <a:cubicBezTo>
                  <a:pt x="509683" y="119918"/>
                  <a:pt x="502231" y="118204"/>
                  <a:pt x="495828" y="114776"/>
                </a:cubicBezTo>
                <a:cubicBezTo>
                  <a:pt x="489424" y="111346"/>
                  <a:pt x="484470" y="106377"/>
                  <a:pt x="480967" y="99870"/>
                </a:cubicBezTo>
                <a:cubicBezTo>
                  <a:pt x="477464" y="93360"/>
                  <a:pt x="475712" y="85485"/>
                  <a:pt x="475712" y="76244"/>
                </a:cubicBezTo>
                <a:cubicBezTo>
                  <a:pt x="475712" y="66830"/>
                  <a:pt x="477464" y="58826"/>
                  <a:pt x="480967" y="52230"/>
                </a:cubicBezTo>
                <a:cubicBezTo>
                  <a:pt x="484470" y="45632"/>
                  <a:pt x="489424" y="40605"/>
                  <a:pt x="495828" y="37149"/>
                </a:cubicBezTo>
                <a:cubicBezTo>
                  <a:pt x="502231" y="33690"/>
                  <a:pt x="509683" y="31961"/>
                  <a:pt x="518183" y="31961"/>
                </a:cubicBezTo>
                <a:cubicBezTo>
                  <a:pt x="526798" y="31961"/>
                  <a:pt x="534307" y="33690"/>
                  <a:pt x="540711" y="37149"/>
                </a:cubicBezTo>
                <a:cubicBezTo>
                  <a:pt x="547114" y="40605"/>
                  <a:pt x="552096" y="45632"/>
                  <a:pt x="555657" y="52230"/>
                </a:cubicBezTo>
                <a:cubicBezTo>
                  <a:pt x="559218" y="58826"/>
                  <a:pt x="560998" y="66830"/>
                  <a:pt x="560998" y="76244"/>
                </a:cubicBezTo>
                <a:cubicBezTo>
                  <a:pt x="560998" y="85485"/>
                  <a:pt x="559218" y="93360"/>
                  <a:pt x="555657" y="99870"/>
                </a:cubicBezTo>
                <a:cubicBezTo>
                  <a:pt x="552096" y="106377"/>
                  <a:pt x="547114" y="111346"/>
                  <a:pt x="540711" y="114776"/>
                </a:cubicBezTo>
                <a:cubicBezTo>
                  <a:pt x="534307" y="118204"/>
                  <a:pt x="526798" y="119918"/>
                  <a:pt x="518183" y="119918"/>
                </a:cubicBezTo>
                <a:moveTo>
                  <a:pt x="518183" y="102516"/>
                </a:moveTo>
                <a:cubicBezTo>
                  <a:pt x="523179" y="102516"/>
                  <a:pt x="527099" y="101330"/>
                  <a:pt x="529942" y="98957"/>
                </a:cubicBezTo>
                <a:cubicBezTo>
                  <a:pt x="532785" y="96584"/>
                  <a:pt x="534795" y="93407"/>
                  <a:pt x="535972" y="89424"/>
                </a:cubicBezTo>
                <a:cubicBezTo>
                  <a:pt x="537150" y="85442"/>
                  <a:pt x="537738" y="81049"/>
                  <a:pt x="537738" y="76246"/>
                </a:cubicBezTo>
                <a:cubicBezTo>
                  <a:pt x="537738" y="71325"/>
                  <a:pt x="537150" y="66844"/>
                  <a:pt x="535972" y="62802"/>
                </a:cubicBezTo>
                <a:cubicBezTo>
                  <a:pt x="534795" y="58760"/>
                  <a:pt x="532785" y="55538"/>
                  <a:pt x="529942" y="53137"/>
                </a:cubicBezTo>
                <a:cubicBezTo>
                  <a:pt x="527099" y="50736"/>
                  <a:pt x="523179" y="49535"/>
                  <a:pt x="518183" y="49535"/>
                </a:cubicBezTo>
                <a:cubicBezTo>
                  <a:pt x="513301" y="49535"/>
                  <a:pt x="509468" y="50736"/>
                  <a:pt x="506682" y="53137"/>
                </a:cubicBezTo>
                <a:cubicBezTo>
                  <a:pt x="503897" y="55538"/>
                  <a:pt x="501930" y="58760"/>
                  <a:pt x="500781" y="62802"/>
                </a:cubicBezTo>
                <a:cubicBezTo>
                  <a:pt x="499632" y="66844"/>
                  <a:pt x="499058" y="71325"/>
                  <a:pt x="499058" y="76246"/>
                </a:cubicBezTo>
                <a:cubicBezTo>
                  <a:pt x="499058" y="81049"/>
                  <a:pt x="499632" y="85442"/>
                  <a:pt x="500781" y="89424"/>
                </a:cubicBezTo>
                <a:cubicBezTo>
                  <a:pt x="501930" y="93407"/>
                  <a:pt x="503897" y="96584"/>
                  <a:pt x="506682" y="98957"/>
                </a:cubicBezTo>
                <a:cubicBezTo>
                  <a:pt x="509468" y="101330"/>
                  <a:pt x="513301" y="102516"/>
                  <a:pt x="518183" y="102516"/>
                </a:cubicBezTo>
                <a:close/>
                <a:moveTo>
                  <a:pt x="581114" y="118367"/>
                </a:moveTo>
                <a:lnTo>
                  <a:pt x="581114" y="33253"/>
                </a:lnTo>
                <a:lnTo>
                  <a:pt x="603082" y="33253"/>
                </a:lnTo>
                <a:lnTo>
                  <a:pt x="603512" y="45745"/>
                </a:lnTo>
                <a:cubicBezTo>
                  <a:pt x="606327" y="42126"/>
                  <a:pt x="610031" y="38924"/>
                  <a:pt x="614626" y="36139"/>
                </a:cubicBezTo>
                <a:cubicBezTo>
                  <a:pt x="619220" y="33354"/>
                  <a:pt x="625193" y="31961"/>
                  <a:pt x="632544" y="31961"/>
                </a:cubicBezTo>
                <a:cubicBezTo>
                  <a:pt x="641102" y="31961"/>
                  <a:pt x="647735" y="34594"/>
                  <a:pt x="652444" y="39860"/>
                </a:cubicBezTo>
                <a:cubicBezTo>
                  <a:pt x="657154" y="45125"/>
                  <a:pt x="659509" y="52820"/>
                  <a:pt x="659509" y="62944"/>
                </a:cubicBezTo>
                <a:lnTo>
                  <a:pt x="659509" y="118367"/>
                </a:lnTo>
                <a:lnTo>
                  <a:pt x="636852" y="118367"/>
                </a:lnTo>
                <a:lnTo>
                  <a:pt x="636852" y="65728"/>
                </a:lnTo>
                <a:cubicBezTo>
                  <a:pt x="636852" y="62632"/>
                  <a:pt x="636421" y="59917"/>
                  <a:pt x="635559" y="57582"/>
                </a:cubicBezTo>
                <a:cubicBezTo>
                  <a:pt x="634698" y="55247"/>
                  <a:pt x="633334" y="53437"/>
                  <a:pt x="631467" y="52152"/>
                </a:cubicBezTo>
                <a:cubicBezTo>
                  <a:pt x="629601" y="50867"/>
                  <a:pt x="627146" y="50224"/>
                  <a:pt x="624102" y="50224"/>
                </a:cubicBezTo>
                <a:cubicBezTo>
                  <a:pt x="619565" y="50224"/>
                  <a:pt x="615674" y="51305"/>
                  <a:pt x="612429" y="53466"/>
                </a:cubicBezTo>
                <a:cubicBezTo>
                  <a:pt x="609184" y="55626"/>
                  <a:pt x="606355" y="58254"/>
                  <a:pt x="603943" y="61348"/>
                </a:cubicBezTo>
                <a:lnTo>
                  <a:pt x="603943" y="118367"/>
                </a:lnTo>
                <a:lnTo>
                  <a:pt x="581114" y="118367"/>
                </a:lnTo>
                <a:close/>
                <a:moveTo>
                  <a:pt x="717037" y="119918"/>
                </a:moveTo>
                <a:cubicBezTo>
                  <a:pt x="712385" y="119918"/>
                  <a:pt x="707820" y="119483"/>
                  <a:pt x="703340" y="118612"/>
                </a:cubicBezTo>
                <a:cubicBezTo>
                  <a:pt x="698860" y="117742"/>
                  <a:pt x="694811" y="116247"/>
                  <a:pt x="691193" y="114127"/>
                </a:cubicBezTo>
                <a:cubicBezTo>
                  <a:pt x="687575" y="112007"/>
                  <a:pt x="684703" y="109119"/>
                  <a:pt x="682578" y="105461"/>
                </a:cubicBezTo>
                <a:cubicBezTo>
                  <a:pt x="680453" y="101803"/>
                  <a:pt x="679391" y="97246"/>
                  <a:pt x="679391" y="91788"/>
                </a:cubicBezTo>
                <a:lnTo>
                  <a:pt x="700583" y="91788"/>
                </a:lnTo>
                <a:cubicBezTo>
                  <a:pt x="700583" y="96610"/>
                  <a:pt x="702234" y="99963"/>
                  <a:pt x="705537" y="101846"/>
                </a:cubicBezTo>
                <a:cubicBezTo>
                  <a:pt x="708839" y="103728"/>
                  <a:pt x="712701" y="104670"/>
                  <a:pt x="717123" y="104670"/>
                </a:cubicBezTo>
                <a:cubicBezTo>
                  <a:pt x="721488" y="104670"/>
                  <a:pt x="724877" y="103946"/>
                  <a:pt x="727289" y="102500"/>
                </a:cubicBezTo>
                <a:cubicBezTo>
                  <a:pt x="729701" y="101051"/>
                  <a:pt x="730907" y="98613"/>
                  <a:pt x="730907" y="95185"/>
                </a:cubicBezTo>
                <a:cubicBezTo>
                  <a:pt x="730907" y="91992"/>
                  <a:pt x="729486" y="89613"/>
                  <a:pt x="726643" y="88046"/>
                </a:cubicBezTo>
                <a:cubicBezTo>
                  <a:pt x="723800" y="86477"/>
                  <a:pt x="718818" y="84880"/>
                  <a:pt x="711696" y="83254"/>
                </a:cubicBezTo>
                <a:cubicBezTo>
                  <a:pt x="705723" y="81802"/>
                  <a:pt x="700396" y="80046"/>
                  <a:pt x="695716" y="77985"/>
                </a:cubicBezTo>
                <a:cubicBezTo>
                  <a:pt x="691035" y="75925"/>
                  <a:pt x="687374" y="73168"/>
                  <a:pt x="684732" y="69715"/>
                </a:cubicBezTo>
                <a:cubicBezTo>
                  <a:pt x="682090" y="66260"/>
                  <a:pt x="680769" y="61717"/>
                  <a:pt x="680769" y="56085"/>
                </a:cubicBezTo>
                <a:cubicBezTo>
                  <a:pt x="680769" y="51672"/>
                  <a:pt x="681774" y="47927"/>
                  <a:pt x="683784" y="44851"/>
                </a:cubicBezTo>
                <a:cubicBezTo>
                  <a:pt x="685794" y="41773"/>
                  <a:pt x="688479" y="39291"/>
                  <a:pt x="691839" y="37404"/>
                </a:cubicBezTo>
                <a:cubicBezTo>
                  <a:pt x="695199" y="35518"/>
                  <a:pt x="698989" y="34140"/>
                  <a:pt x="703211" y="33269"/>
                </a:cubicBezTo>
                <a:cubicBezTo>
                  <a:pt x="707432" y="32397"/>
                  <a:pt x="711754" y="31961"/>
                  <a:pt x="716176" y="31961"/>
                </a:cubicBezTo>
                <a:cubicBezTo>
                  <a:pt x="720483" y="31961"/>
                  <a:pt x="724704" y="32396"/>
                  <a:pt x="728840" y="33267"/>
                </a:cubicBezTo>
                <a:cubicBezTo>
                  <a:pt x="732975" y="34137"/>
                  <a:pt x="736708" y="35603"/>
                  <a:pt x="740039" y="37665"/>
                </a:cubicBezTo>
                <a:cubicBezTo>
                  <a:pt x="743370" y="39726"/>
                  <a:pt x="746040" y="42498"/>
                  <a:pt x="748051" y="45981"/>
                </a:cubicBezTo>
                <a:cubicBezTo>
                  <a:pt x="750061" y="49465"/>
                  <a:pt x="751066" y="53819"/>
                  <a:pt x="751066" y="59044"/>
                </a:cubicBezTo>
                <a:lnTo>
                  <a:pt x="729873" y="59044"/>
                </a:lnTo>
                <a:cubicBezTo>
                  <a:pt x="729873" y="54627"/>
                  <a:pt x="728509" y="51565"/>
                  <a:pt x="725781" y="49858"/>
                </a:cubicBezTo>
                <a:cubicBezTo>
                  <a:pt x="723053" y="48149"/>
                  <a:pt x="719851" y="47295"/>
                  <a:pt x="716176" y="47295"/>
                </a:cubicBezTo>
                <a:cubicBezTo>
                  <a:pt x="712213" y="47295"/>
                  <a:pt x="709097" y="47889"/>
                  <a:pt x="706829" y="49077"/>
                </a:cubicBezTo>
                <a:cubicBezTo>
                  <a:pt x="704560" y="50264"/>
                  <a:pt x="703426" y="52222"/>
                  <a:pt x="703426" y="54952"/>
                </a:cubicBezTo>
                <a:cubicBezTo>
                  <a:pt x="703426" y="56518"/>
                  <a:pt x="704144" y="57898"/>
                  <a:pt x="705580" y="59089"/>
                </a:cubicBezTo>
                <a:cubicBezTo>
                  <a:pt x="707015" y="60279"/>
                  <a:pt x="709313" y="61382"/>
                  <a:pt x="712471" y="62398"/>
                </a:cubicBezTo>
                <a:cubicBezTo>
                  <a:pt x="715630" y="63414"/>
                  <a:pt x="719794" y="64502"/>
                  <a:pt x="724963" y="65664"/>
                </a:cubicBezTo>
                <a:cubicBezTo>
                  <a:pt x="730419" y="66941"/>
                  <a:pt x="735301" y="68596"/>
                  <a:pt x="739608" y="70628"/>
                </a:cubicBezTo>
                <a:cubicBezTo>
                  <a:pt x="743915" y="72659"/>
                  <a:pt x="747333" y="75388"/>
                  <a:pt x="749860" y="78815"/>
                </a:cubicBezTo>
                <a:cubicBezTo>
                  <a:pt x="752387" y="82239"/>
                  <a:pt x="753650" y="86680"/>
                  <a:pt x="753650" y="92138"/>
                </a:cubicBezTo>
                <a:cubicBezTo>
                  <a:pt x="753650" y="97247"/>
                  <a:pt x="752631" y="101573"/>
                  <a:pt x="750592" y="105114"/>
                </a:cubicBezTo>
                <a:cubicBezTo>
                  <a:pt x="748553" y="108655"/>
                  <a:pt x="745825" y="111514"/>
                  <a:pt x="742408" y="113691"/>
                </a:cubicBezTo>
                <a:cubicBezTo>
                  <a:pt x="738991" y="115868"/>
                  <a:pt x="735085" y="117450"/>
                  <a:pt x="730692" y="118437"/>
                </a:cubicBezTo>
                <a:cubicBezTo>
                  <a:pt x="726298" y="119424"/>
                  <a:pt x="721747" y="119918"/>
                  <a:pt x="717037" y="119918"/>
                </a:cubicBez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7ABE6-D2D9-45B3-86CE-1A7DCA7D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870" y="3159437"/>
            <a:ext cx="106028" cy="1015573"/>
          </a:xfrm>
          <a:custGeom xmlns:a="http://schemas.openxmlformats.org/drawingml/2006/main">
            <a:pathLst>
              <a:path w="106028" h="1015573">
                <a:moveTo>
                  <a:pt x="64324" y="0"/>
                </a:moveTo>
                <a:lnTo>
                  <a:pt x="37817" y="0"/>
                </a:lnTo>
                <a:lnTo>
                  <a:pt x="39897" y="909478"/>
                </a:lnTo>
                <a:lnTo>
                  <a:pt x="0" y="909544"/>
                </a:lnTo>
                <a:lnTo>
                  <a:pt x="53367" y="1015573"/>
                </a:lnTo>
                <a:lnTo>
                  <a:pt x="106028" y="909368"/>
                </a:lnTo>
                <a:lnTo>
                  <a:pt x="66404" y="909434"/>
                </a:lnTo>
                <a:lnTo>
                  <a:pt x="64324" y="0"/>
                </a:ln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f23f10fc5447d"/>
          <a:stretch xmlns:a="http://schemas.openxmlformats.org/drawingml/2006/main"/>
        </p:blipFill>
        <p:spPr>
          <a:xfrm xmlns:a="http://schemas.openxmlformats.org/drawingml/2006/main">
            <a:off x="5599935" y="3485190"/>
            <a:ext cx="349114" cy="349114"/>
          </a:xfrm>
          <a:prstGeom xmlns:a="http://schemas.openxmlformats.org/drawingml/2006/main" prst="rect">
            <a:avLst/>
          </a:prstGeom>
        </p:spPr>
      </p:pic>
      <p:sp>
        <p:nvSpPr>
          <p:cNvPr id="240" name="Text UnitTestPassed">
            <a:extLst xmlns:a="http://schemas.openxmlformats.org/drawingml/2006/main">
              <a:ext uri="{FF2B5EF4-FFF2-40B4-BE49-F238E27FC236}">
                <a16:creationId xmlns:a16="http://schemas.microsoft.com/office/drawing/2014/main" id="{C333734C-A44B-4243-897D-6B228D9A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50" y="3598981"/>
            <a:ext cx="1441979" cy="132601"/>
          </a:xfrm>
          <a:custGeom xmlns:a="http://schemas.openxmlformats.org/drawingml/2006/main">
            <a:pathLst>
              <a:path w="1441979" h="132601">
                <a:moveTo>
                  <a:pt x="54107" y="132601"/>
                </a:moveTo>
                <a:cubicBezTo>
                  <a:pt x="41533" y="132601"/>
                  <a:pt x="31245" y="130585"/>
                  <a:pt x="23243" y="126552"/>
                </a:cubicBezTo>
                <a:cubicBezTo>
                  <a:pt x="15242" y="122520"/>
                  <a:pt x="9367" y="116566"/>
                  <a:pt x="5620" y="108691"/>
                </a:cubicBezTo>
                <a:cubicBezTo>
                  <a:pt x="1873" y="100816"/>
                  <a:pt x="0" y="91227"/>
                  <a:pt x="0" y="79923"/>
                </a:cubicBezTo>
                <a:lnTo>
                  <a:pt x="0" y="2667"/>
                </a:lnTo>
                <a:lnTo>
                  <a:pt x="27435" y="2667"/>
                </a:lnTo>
                <a:lnTo>
                  <a:pt x="27435" y="79256"/>
                </a:lnTo>
                <a:cubicBezTo>
                  <a:pt x="27435" y="89798"/>
                  <a:pt x="29594" y="97641"/>
                  <a:pt x="33912" y="102785"/>
                </a:cubicBezTo>
                <a:cubicBezTo>
                  <a:pt x="38231" y="107929"/>
                  <a:pt x="45026" y="110501"/>
                  <a:pt x="54298" y="110501"/>
                </a:cubicBezTo>
                <a:cubicBezTo>
                  <a:pt x="63633" y="110501"/>
                  <a:pt x="70381" y="107929"/>
                  <a:pt x="74541" y="102785"/>
                </a:cubicBezTo>
                <a:cubicBezTo>
                  <a:pt x="78700" y="97641"/>
                  <a:pt x="80780" y="89798"/>
                  <a:pt x="80780" y="79256"/>
                </a:cubicBezTo>
                <a:lnTo>
                  <a:pt x="80780" y="2667"/>
                </a:lnTo>
                <a:lnTo>
                  <a:pt x="108310" y="2667"/>
                </a:lnTo>
                <a:lnTo>
                  <a:pt x="108310" y="79923"/>
                </a:lnTo>
                <a:cubicBezTo>
                  <a:pt x="108310" y="91227"/>
                  <a:pt x="106437" y="100816"/>
                  <a:pt x="102690" y="108691"/>
                </a:cubicBezTo>
                <a:cubicBezTo>
                  <a:pt x="98943" y="116566"/>
                  <a:pt x="93085" y="122520"/>
                  <a:pt x="85114" y="126552"/>
                </a:cubicBezTo>
                <a:cubicBezTo>
                  <a:pt x="77144" y="130585"/>
                  <a:pt x="66809" y="132601"/>
                  <a:pt x="54107" y="132601"/>
                </a:cubicBezTo>
                <a:close/>
                <a:moveTo>
                  <a:pt x="135498" y="130887"/>
                </a:moveTo>
                <a:lnTo>
                  <a:pt x="135498" y="36770"/>
                </a:lnTo>
                <a:lnTo>
                  <a:pt x="159789" y="36770"/>
                </a:lnTo>
                <a:lnTo>
                  <a:pt x="160266" y="50583"/>
                </a:lnTo>
                <a:cubicBezTo>
                  <a:pt x="163377" y="46582"/>
                  <a:pt x="167474" y="43041"/>
                  <a:pt x="172554" y="39961"/>
                </a:cubicBezTo>
                <a:cubicBezTo>
                  <a:pt x="177635" y="36881"/>
                  <a:pt x="184239" y="35341"/>
                  <a:pt x="192368" y="35341"/>
                </a:cubicBezTo>
                <a:cubicBezTo>
                  <a:pt x="201831" y="35341"/>
                  <a:pt x="209165" y="38253"/>
                  <a:pt x="214373" y="44075"/>
                </a:cubicBezTo>
                <a:cubicBezTo>
                  <a:pt x="219581" y="49898"/>
                  <a:pt x="222184" y="58407"/>
                  <a:pt x="222184" y="69602"/>
                </a:cubicBezTo>
                <a:lnTo>
                  <a:pt x="222184" y="130887"/>
                </a:lnTo>
                <a:lnTo>
                  <a:pt x="197131" y="130887"/>
                </a:lnTo>
                <a:lnTo>
                  <a:pt x="197131" y="72680"/>
                </a:lnTo>
                <a:cubicBezTo>
                  <a:pt x="197131" y="69257"/>
                  <a:pt x="196655" y="66254"/>
                  <a:pt x="195702" y="63672"/>
                </a:cubicBezTo>
                <a:cubicBezTo>
                  <a:pt x="194750" y="61090"/>
                  <a:pt x="193241" y="59089"/>
                  <a:pt x="191177" y="57668"/>
                </a:cubicBezTo>
                <a:cubicBezTo>
                  <a:pt x="189113" y="56247"/>
                  <a:pt x="186398" y="55536"/>
                  <a:pt x="183033" y="55536"/>
                </a:cubicBezTo>
                <a:cubicBezTo>
                  <a:pt x="178016" y="55536"/>
                  <a:pt x="173713" y="56731"/>
                  <a:pt x="170125" y="59121"/>
                </a:cubicBezTo>
                <a:cubicBezTo>
                  <a:pt x="166537" y="61510"/>
                  <a:pt x="163409" y="64415"/>
                  <a:pt x="160742" y="67837"/>
                </a:cubicBezTo>
                <a:lnTo>
                  <a:pt x="160742" y="130887"/>
                </a:lnTo>
                <a:lnTo>
                  <a:pt x="135498" y="130887"/>
                </a:lnTo>
                <a:close/>
                <a:moveTo>
                  <a:pt x="247871" y="130887"/>
                </a:moveTo>
                <a:lnTo>
                  <a:pt x="247871" y="36770"/>
                </a:lnTo>
                <a:lnTo>
                  <a:pt x="273114" y="36770"/>
                </a:lnTo>
                <a:lnTo>
                  <a:pt x="273114" y="130887"/>
                </a:lnTo>
                <a:lnTo>
                  <a:pt x="247871" y="130887"/>
                </a:lnTo>
                <a:moveTo>
                  <a:pt x="260540" y="24577"/>
                </a:moveTo>
                <a:cubicBezTo>
                  <a:pt x="255904" y="24577"/>
                  <a:pt x="252364" y="23402"/>
                  <a:pt x="249919" y="21052"/>
                </a:cubicBezTo>
                <a:cubicBezTo>
                  <a:pt x="247474" y="18703"/>
                  <a:pt x="246251" y="15781"/>
                  <a:pt x="246251" y="12288"/>
                </a:cubicBezTo>
                <a:cubicBezTo>
                  <a:pt x="246251" y="8732"/>
                  <a:pt x="247474" y="5795"/>
                  <a:pt x="249919" y="3477"/>
                </a:cubicBezTo>
                <a:cubicBezTo>
                  <a:pt x="252364" y="1159"/>
                  <a:pt x="255904" y="0"/>
                  <a:pt x="260540" y="0"/>
                </a:cubicBezTo>
                <a:cubicBezTo>
                  <a:pt x="265176" y="0"/>
                  <a:pt x="268717" y="1159"/>
                  <a:pt x="271162" y="3477"/>
                </a:cubicBezTo>
                <a:cubicBezTo>
                  <a:pt x="273607" y="5795"/>
                  <a:pt x="274829" y="8732"/>
                  <a:pt x="274829" y="12288"/>
                </a:cubicBezTo>
                <a:cubicBezTo>
                  <a:pt x="274829" y="15781"/>
                  <a:pt x="273607" y="18703"/>
                  <a:pt x="271162" y="21052"/>
                </a:cubicBezTo>
                <a:cubicBezTo>
                  <a:pt x="268717" y="23402"/>
                  <a:pt x="265176" y="24577"/>
                  <a:pt x="260540" y="24577"/>
                </a:cubicBezTo>
                <a:close/>
                <a:moveTo>
                  <a:pt x="340463" y="130887"/>
                </a:moveTo>
                <a:cubicBezTo>
                  <a:pt x="331064" y="130887"/>
                  <a:pt x="323777" y="129743"/>
                  <a:pt x="318601" y="127454"/>
                </a:cubicBezTo>
                <a:cubicBezTo>
                  <a:pt x="313426" y="125164"/>
                  <a:pt x="309822" y="121617"/>
                  <a:pt x="307789" y="116812"/>
                </a:cubicBezTo>
                <a:cubicBezTo>
                  <a:pt x="305757" y="112007"/>
                  <a:pt x="304741" y="105735"/>
                  <a:pt x="304741" y="97995"/>
                </a:cubicBezTo>
                <a:lnTo>
                  <a:pt x="304741" y="56203"/>
                </a:lnTo>
                <a:lnTo>
                  <a:pt x="289309" y="56203"/>
                </a:lnTo>
                <a:lnTo>
                  <a:pt x="289309" y="36770"/>
                </a:lnTo>
                <a:lnTo>
                  <a:pt x="304741" y="36770"/>
                </a:lnTo>
                <a:lnTo>
                  <a:pt x="304741" y="14861"/>
                </a:lnTo>
                <a:lnTo>
                  <a:pt x="329985" y="14861"/>
                </a:lnTo>
                <a:lnTo>
                  <a:pt x="329985" y="36770"/>
                </a:lnTo>
                <a:lnTo>
                  <a:pt x="350275" y="36770"/>
                </a:lnTo>
                <a:lnTo>
                  <a:pt x="350275" y="56203"/>
                </a:lnTo>
                <a:lnTo>
                  <a:pt x="329985" y="56203"/>
                </a:lnTo>
                <a:lnTo>
                  <a:pt x="329985" y="96671"/>
                </a:lnTo>
                <a:cubicBezTo>
                  <a:pt x="329985" y="101664"/>
                  <a:pt x="330668" y="105360"/>
                  <a:pt x="332033" y="107759"/>
                </a:cubicBezTo>
                <a:cubicBezTo>
                  <a:pt x="333398" y="110159"/>
                  <a:pt x="336494" y="111359"/>
                  <a:pt x="341321" y="111359"/>
                </a:cubicBezTo>
                <a:lnTo>
                  <a:pt x="350275" y="111359"/>
                </a:lnTo>
                <a:lnTo>
                  <a:pt x="350275" y="130887"/>
                </a:lnTo>
                <a:lnTo>
                  <a:pt x="340463" y="130887"/>
                </a:lnTo>
                <a:close/>
                <a:moveTo>
                  <a:pt x="431302" y="130887"/>
                </a:moveTo>
                <a:lnTo>
                  <a:pt x="431302" y="24958"/>
                </a:lnTo>
                <a:lnTo>
                  <a:pt x="397009" y="24958"/>
                </a:lnTo>
                <a:lnTo>
                  <a:pt x="397009" y="2667"/>
                </a:lnTo>
                <a:lnTo>
                  <a:pt x="492173" y="2667"/>
                </a:lnTo>
                <a:lnTo>
                  <a:pt x="492173" y="24958"/>
                </a:lnTo>
                <a:lnTo>
                  <a:pt x="458070" y="24958"/>
                </a:lnTo>
                <a:lnTo>
                  <a:pt x="458070" y="130887"/>
                </a:lnTo>
                <a:lnTo>
                  <a:pt x="431302" y="130887"/>
                </a:lnTo>
                <a:close/>
                <a:moveTo>
                  <a:pt x="549138" y="132601"/>
                </a:moveTo>
                <a:cubicBezTo>
                  <a:pt x="538786" y="132601"/>
                  <a:pt x="530086" y="130658"/>
                  <a:pt x="523037" y="126770"/>
                </a:cubicBezTo>
                <a:cubicBezTo>
                  <a:pt x="515988" y="122882"/>
                  <a:pt x="510653" y="117276"/>
                  <a:pt x="507033" y="109950"/>
                </a:cubicBezTo>
                <a:cubicBezTo>
                  <a:pt x="503413" y="102623"/>
                  <a:pt x="501603" y="93819"/>
                  <a:pt x="501603" y="83537"/>
                </a:cubicBezTo>
                <a:cubicBezTo>
                  <a:pt x="501603" y="73576"/>
                  <a:pt x="503366" y="64998"/>
                  <a:pt x="506890" y="57802"/>
                </a:cubicBezTo>
                <a:cubicBezTo>
                  <a:pt x="510415" y="50604"/>
                  <a:pt x="515591" y="45061"/>
                  <a:pt x="522418" y="41173"/>
                </a:cubicBezTo>
                <a:cubicBezTo>
                  <a:pt x="529245" y="37285"/>
                  <a:pt x="537643" y="35341"/>
                  <a:pt x="547614" y="35341"/>
                </a:cubicBezTo>
                <a:cubicBezTo>
                  <a:pt x="561458" y="35341"/>
                  <a:pt x="572397" y="39434"/>
                  <a:pt x="580431" y="47618"/>
                </a:cubicBezTo>
                <a:cubicBezTo>
                  <a:pt x="588464" y="55802"/>
                  <a:pt x="592481" y="67470"/>
                  <a:pt x="592481" y="82620"/>
                </a:cubicBezTo>
                <a:cubicBezTo>
                  <a:pt x="592481" y="83390"/>
                  <a:pt x="592449" y="84433"/>
                  <a:pt x="592386" y="85749"/>
                </a:cubicBezTo>
                <a:cubicBezTo>
                  <a:pt x="592322" y="87064"/>
                  <a:pt x="592227" y="88075"/>
                  <a:pt x="592100" y="88782"/>
                </a:cubicBezTo>
                <a:lnTo>
                  <a:pt x="526847" y="88782"/>
                </a:lnTo>
                <a:cubicBezTo>
                  <a:pt x="526974" y="93265"/>
                  <a:pt x="527784" y="97456"/>
                  <a:pt x="529276" y="101353"/>
                </a:cubicBezTo>
                <a:cubicBezTo>
                  <a:pt x="530769" y="105251"/>
                  <a:pt x="533134" y="108386"/>
                  <a:pt x="536373" y="110757"/>
                </a:cubicBezTo>
                <a:cubicBezTo>
                  <a:pt x="539612" y="113127"/>
                  <a:pt x="543867" y="114312"/>
                  <a:pt x="549138" y="114312"/>
                </a:cubicBezTo>
                <a:cubicBezTo>
                  <a:pt x="554600" y="114312"/>
                  <a:pt x="558981" y="113085"/>
                  <a:pt x="562284" y="110632"/>
                </a:cubicBezTo>
                <a:cubicBezTo>
                  <a:pt x="565586" y="108179"/>
                  <a:pt x="567269" y="104532"/>
                  <a:pt x="567333" y="99689"/>
                </a:cubicBezTo>
                <a:lnTo>
                  <a:pt x="592195" y="99689"/>
                </a:lnTo>
                <a:cubicBezTo>
                  <a:pt x="591878" y="107024"/>
                  <a:pt x="589893" y="113137"/>
                  <a:pt x="586242" y="118027"/>
                </a:cubicBezTo>
                <a:cubicBezTo>
                  <a:pt x="582590" y="122917"/>
                  <a:pt x="577605" y="126568"/>
                  <a:pt x="571286" y="128982"/>
                </a:cubicBezTo>
                <a:cubicBezTo>
                  <a:pt x="564967" y="131395"/>
                  <a:pt x="557584" y="132601"/>
                  <a:pt x="549138" y="132601"/>
                </a:cubicBezTo>
                <a:moveTo>
                  <a:pt x="527133" y="72778"/>
                </a:moveTo>
                <a:lnTo>
                  <a:pt x="567428" y="72778"/>
                </a:lnTo>
                <a:cubicBezTo>
                  <a:pt x="567237" y="66110"/>
                  <a:pt x="565316" y="61125"/>
                  <a:pt x="561665" y="57823"/>
                </a:cubicBezTo>
                <a:cubicBezTo>
                  <a:pt x="558013" y="54520"/>
                  <a:pt x="553329" y="52869"/>
                  <a:pt x="547614" y="52869"/>
                </a:cubicBezTo>
                <a:cubicBezTo>
                  <a:pt x="541771" y="52869"/>
                  <a:pt x="536992" y="54569"/>
                  <a:pt x="533277" y="57968"/>
                </a:cubicBezTo>
                <a:cubicBezTo>
                  <a:pt x="529562" y="61368"/>
                  <a:pt x="527514" y="66305"/>
                  <a:pt x="527133" y="72778"/>
                </a:cubicBezTo>
                <a:close/>
                <a:moveTo>
                  <a:pt x="652179" y="132601"/>
                </a:moveTo>
                <a:cubicBezTo>
                  <a:pt x="647035" y="132601"/>
                  <a:pt x="641987" y="132120"/>
                  <a:pt x="637033" y="131158"/>
                </a:cubicBezTo>
                <a:cubicBezTo>
                  <a:pt x="632080" y="130195"/>
                  <a:pt x="627602" y="128542"/>
                  <a:pt x="623602" y="126198"/>
                </a:cubicBezTo>
                <a:cubicBezTo>
                  <a:pt x="619601" y="123854"/>
                  <a:pt x="616425" y="120660"/>
                  <a:pt x="614076" y="116616"/>
                </a:cubicBezTo>
                <a:cubicBezTo>
                  <a:pt x="611726" y="112571"/>
                  <a:pt x="610551" y="107531"/>
                  <a:pt x="610551" y="101496"/>
                </a:cubicBezTo>
                <a:lnTo>
                  <a:pt x="633985" y="101496"/>
                </a:lnTo>
                <a:cubicBezTo>
                  <a:pt x="633985" y="106829"/>
                  <a:pt x="635811" y="110536"/>
                  <a:pt x="639462" y="112618"/>
                </a:cubicBezTo>
                <a:cubicBezTo>
                  <a:pt x="643114" y="114700"/>
                  <a:pt x="647385" y="115740"/>
                  <a:pt x="652275" y="115740"/>
                </a:cubicBezTo>
                <a:cubicBezTo>
                  <a:pt x="657101" y="115740"/>
                  <a:pt x="660848" y="114941"/>
                  <a:pt x="663515" y="113341"/>
                </a:cubicBezTo>
                <a:cubicBezTo>
                  <a:pt x="666183" y="111740"/>
                  <a:pt x="667516" y="109044"/>
                  <a:pt x="667516" y="105253"/>
                </a:cubicBezTo>
                <a:cubicBezTo>
                  <a:pt x="667516" y="101722"/>
                  <a:pt x="665944" y="99091"/>
                  <a:pt x="662801" y="97358"/>
                </a:cubicBezTo>
                <a:cubicBezTo>
                  <a:pt x="659657" y="95624"/>
                  <a:pt x="654148" y="93858"/>
                  <a:pt x="646273" y="92060"/>
                </a:cubicBezTo>
                <a:cubicBezTo>
                  <a:pt x="639669" y="90454"/>
                  <a:pt x="633778" y="88512"/>
                  <a:pt x="628603" y="86234"/>
                </a:cubicBezTo>
                <a:cubicBezTo>
                  <a:pt x="623427" y="83955"/>
                  <a:pt x="619378" y="80907"/>
                  <a:pt x="616457" y="77089"/>
                </a:cubicBezTo>
                <a:cubicBezTo>
                  <a:pt x="613536" y="73269"/>
                  <a:pt x="612075" y="68245"/>
                  <a:pt x="612075" y="62017"/>
                </a:cubicBezTo>
                <a:cubicBezTo>
                  <a:pt x="612075" y="57137"/>
                  <a:pt x="613187" y="52996"/>
                  <a:pt x="615409" y="49595"/>
                </a:cubicBezTo>
                <a:cubicBezTo>
                  <a:pt x="617632" y="46191"/>
                  <a:pt x="620601" y="43446"/>
                  <a:pt x="624316" y="41361"/>
                </a:cubicBezTo>
                <a:cubicBezTo>
                  <a:pt x="628031" y="39275"/>
                  <a:pt x="632223" y="37751"/>
                  <a:pt x="636890" y="36788"/>
                </a:cubicBezTo>
                <a:cubicBezTo>
                  <a:pt x="641558" y="35824"/>
                  <a:pt x="646337" y="35341"/>
                  <a:pt x="651227" y="35341"/>
                </a:cubicBezTo>
                <a:cubicBezTo>
                  <a:pt x="655990" y="35341"/>
                  <a:pt x="660658" y="35823"/>
                  <a:pt x="665230" y="36785"/>
                </a:cubicBezTo>
                <a:cubicBezTo>
                  <a:pt x="669802" y="37748"/>
                  <a:pt x="673930" y="39369"/>
                  <a:pt x="677614" y="41649"/>
                </a:cubicBezTo>
                <a:cubicBezTo>
                  <a:pt x="681297" y="43928"/>
                  <a:pt x="684250" y="46993"/>
                  <a:pt x="686473" y="50845"/>
                </a:cubicBezTo>
                <a:cubicBezTo>
                  <a:pt x="688696" y="54697"/>
                  <a:pt x="689807" y="59511"/>
                  <a:pt x="689807" y="65289"/>
                </a:cubicBezTo>
                <a:lnTo>
                  <a:pt x="666373" y="65289"/>
                </a:lnTo>
                <a:cubicBezTo>
                  <a:pt x="666373" y="60405"/>
                  <a:pt x="664865" y="57019"/>
                  <a:pt x="661848" y="55132"/>
                </a:cubicBezTo>
                <a:cubicBezTo>
                  <a:pt x="658832" y="53242"/>
                  <a:pt x="655291" y="52298"/>
                  <a:pt x="651227" y="52298"/>
                </a:cubicBezTo>
                <a:cubicBezTo>
                  <a:pt x="646845" y="52298"/>
                  <a:pt x="643400" y="52954"/>
                  <a:pt x="640891" y="54268"/>
                </a:cubicBezTo>
                <a:cubicBezTo>
                  <a:pt x="638383" y="55580"/>
                  <a:pt x="637128" y="57745"/>
                  <a:pt x="637128" y="60764"/>
                </a:cubicBezTo>
                <a:cubicBezTo>
                  <a:pt x="637128" y="62496"/>
                  <a:pt x="637922" y="64021"/>
                  <a:pt x="639510" y="65339"/>
                </a:cubicBezTo>
                <a:cubicBezTo>
                  <a:pt x="641098" y="66655"/>
                  <a:pt x="643638" y="67874"/>
                  <a:pt x="647131" y="68998"/>
                </a:cubicBezTo>
                <a:cubicBezTo>
                  <a:pt x="650624" y="70121"/>
                  <a:pt x="655228" y="71325"/>
                  <a:pt x="660943" y="72609"/>
                </a:cubicBezTo>
                <a:cubicBezTo>
                  <a:pt x="666976" y="74022"/>
                  <a:pt x="672374" y="75851"/>
                  <a:pt x="677137" y="78098"/>
                </a:cubicBezTo>
                <a:cubicBezTo>
                  <a:pt x="681900" y="80345"/>
                  <a:pt x="685679" y="83362"/>
                  <a:pt x="688473" y="87151"/>
                </a:cubicBezTo>
                <a:cubicBezTo>
                  <a:pt x="691268" y="90937"/>
                  <a:pt x="692665" y="95848"/>
                  <a:pt x="692665" y="101883"/>
                </a:cubicBezTo>
                <a:cubicBezTo>
                  <a:pt x="692665" y="107533"/>
                  <a:pt x="691538" y="112316"/>
                  <a:pt x="689283" y="116232"/>
                </a:cubicBezTo>
                <a:cubicBezTo>
                  <a:pt x="687029" y="120147"/>
                  <a:pt x="684012" y="123309"/>
                  <a:pt x="680233" y="125716"/>
                </a:cubicBezTo>
                <a:cubicBezTo>
                  <a:pt x="676455" y="128123"/>
                  <a:pt x="672136" y="129873"/>
                  <a:pt x="667278" y="130964"/>
                </a:cubicBezTo>
                <a:cubicBezTo>
                  <a:pt x="662420" y="132056"/>
                  <a:pt x="657387" y="132601"/>
                  <a:pt x="652179" y="132601"/>
                </a:cubicBezTo>
                <a:close/>
                <a:moveTo>
                  <a:pt x="753863" y="130887"/>
                </a:moveTo>
                <a:cubicBezTo>
                  <a:pt x="744464" y="130887"/>
                  <a:pt x="737177" y="129743"/>
                  <a:pt x="732001" y="127454"/>
                </a:cubicBezTo>
                <a:cubicBezTo>
                  <a:pt x="726825" y="125164"/>
                  <a:pt x="723221" y="121617"/>
                  <a:pt x="721189" y="116812"/>
                </a:cubicBezTo>
                <a:cubicBezTo>
                  <a:pt x="719157" y="112007"/>
                  <a:pt x="718141" y="105735"/>
                  <a:pt x="718141" y="97995"/>
                </a:cubicBezTo>
                <a:lnTo>
                  <a:pt x="718141" y="56203"/>
                </a:lnTo>
                <a:lnTo>
                  <a:pt x="702709" y="56203"/>
                </a:lnTo>
                <a:lnTo>
                  <a:pt x="702709" y="36770"/>
                </a:lnTo>
                <a:lnTo>
                  <a:pt x="718141" y="36770"/>
                </a:lnTo>
                <a:lnTo>
                  <a:pt x="718141" y="14861"/>
                </a:lnTo>
                <a:lnTo>
                  <a:pt x="743385" y="14861"/>
                </a:lnTo>
                <a:lnTo>
                  <a:pt x="743385" y="36770"/>
                </a:lnTo>
                <a:lnTo>
                  <a:pt x="763675" y="36770"/>
                </a:lnTo>
                <a:lnTo>
                  <a:pt x="763675" y="56203"/>
                </a:lnTo>
                <a:lnTo>
                  <a:pt x="743385" y="56203"/>
                </a:lnTo>
                <a:lnTo>
                  <a:pt x="743385" y="96671"/>
                </a:lnTo>
                <a:cubicBezTo>
                  <a:pt x="743385" y="101664"/>
                  <a:pt x="744067" y="105360"/>
                  <a:pt x="745433" y="107759"/>
                </a:cubicBezTo>
                <a:cubicBezTo>
                  <a:pt x="746798" y="110159"/>
                  <a:pt x="749894" y="111359"/>
                  <a:pt x="754720" y="111359"/>
                </a:cubicBezTo>
                <a:lnTo>
                  <a:pt x="763675" y="111359"/>
                </a:lnTo>
                <a:lnTo>
                  <a:pt x="763675" y="130887"/>
                </a:lnTo>
                <a:lnTo>
                  <a:pt x="753863" y="130887"/>
                </a:lnTo>
                <a:close/>
                <a:moveTo>
                  <a:pt x="821884" y="130887"/>
                </a:moveTo>
                <a:lnTo>
                  <a:pt x="821884" y="2667"/>
                </a:lnTo>
                <a:lnTo>
                  <a:pt x="872181" y="2667"/>
                </a:lnTo>
                <a:cubicBezTo>
                  <a:pt x="880627" y="2667"/>
                  <a:pt x="888327" y="4159"/>
                  <a:pt x="895281" y="7142"/>
                </a:cubicBezTo>
                <a:cubicBezTo>
                  <a:pt x="902235" y="10122"/>
                  <a:pt x="907776" y="14657"/>
                  <a:pt x="911904" y="20746"/>
                </a:cubicBezTo>
                <a:cubicBezTo>
                  <a:pt x="916032" y="26834"/>
                  <a:pt x="918096" y="34605"/>
                  <a:pt x="918096" y="44058"/>
                </a:cubicBezTo>
                <a:cubicBezTo>
                  <a:pt x="918096" y="53383"/>
                  <a:pt x="916032" y="61090"/>
                  <a:pt x="911904" y="67179"/>
                </a:cubicBezTo>
                <a:cubicBezTo>
                  <a:pt x="907776" y="73268"/>
                  <a:pt x="902235" y="77787"/>
                  <a:pt x="895281" y="80738"/>
                </a:cubicBezTo>
                <a:cubicBezTo>
                  <a:pt x="888327" y="83688"/>
                  <a:pt x="880627" y="85162"/>
                  <a:pt x="872181" y="85162"/>
                </a:cubicBezTo>
                <a:lnTo>
                  <a:pt x="848652" y="85162"/>
                </a:lnTo>
                <a:lnTo>
                  <a:pt x="848652" y="130887"/>
                </a:lnTo>
                <a:lnTo>
                  <a:pt x="821884" y="130887"/>
                </a:lnTo>
                <a:moveTo>
                  <a:pt x="848652" y="63633"/>
                </a:moveTo>
                <a:lnTo>
                  <a:pt x="869704" y="63633"/>
                </a:lnTo>
                <a:cubicBezTo>
                  <a:pt x="875928" y="63633"/>
                  <a:pt x="880961" y="61986"/>
                  <a:pt x="884803" y="58692"/>
                </a:cubicBezTo>
                <a:cubicBezTo>
                  <a:pt x="888645" y="55397"/>
                  <a:pt x="890566" y="50519"/>
                  <a:pt x="890566" y="44058"/>
                </a:cubicBezTo>
                <a:cubicBezTo>
                  <a:pt x="890566" y="37342"/>
                  <a:pt x="888597" y="32368"/>
                  <a:pt x="884660" y="29138"/>
                </a:cubicBezTo>
                <a:cubicBezTo>
                  <a:pt x="880723" y="25907"/>
                  <a:pt x="875737" y="24291"/>
                  <a:pt x="869704" y="24291"/>
                </a:cubicBezTo>
                <a:lnTo>
                  <a:pt x="848652" y="24291"/>
                </a:lnTo>
                <a:lnTo>
                  <a:pt x="848652" y="63633"/>
                </a:lnTo>
                <a:close/>
                <a:moveTo>
                  <a:pt x="964029" y="132601"/>
                </a:moveTo>
                <a:cubicBezTo>
                  <a:pt x="958758" y="132601"/>
                  <a:pt x="953836" y="131575"/>
                  <a:pt x="949264" y="129523"/>
                </a:cubicBezTo>
                <a:cubicBezTo>
                  <a:pt x="944691" y="127471"/>
                  <a:pt x="940992" y="124377"/>
                  <a:pt x="938166" y="120241"/>
                </a:cubicBezTo>
                <a:cubicBezTo>
                  <a:pt x="935340" y="116104"/>
                  <a:pt x="933927" y="110925"/>
                  <a:pt x="933927" y="104705"/>
                </a:cubicBezTo>
                <a:cubicBezTo>
                  <a:pt x="933927" y="96049"/>
                  <a:pt x="936499" y="89524"/>
                  <a:pt x="941643" y="85132"/>
                </a:cubicBezTo>
                <a:cubicBezTo>
                  <a:pt x="946787" y="80738"/>
                  <a:pt x="953979" y="77756"/>
                  <a:pt x="963219" y="76184"/>
                </a:cubicBezTo>
                <a:cubicBezTo>
                  <a:pt x="972459" y="74612"/>
                  <a:pt x="983208" y="73698"/>
                  <a:pt x="995465" y="73442"/>
                </a:cubicBezTo>
                <a:lnTo>
                  <a:pt x="995465" y="68331"/>
                </a:lnTo>
                <a:cubicBezTo>
                  <a:pt x="995465" y="62103"/>
                  <a:pt x="994020" y="57842"/>
                  <a:pt x="991130" y="55548"/>
                </a:cubicBezTo>
                <a:cubicBezTo>
                  <a:pt x="988241" y="53254"/>
                  <a:pt x="984510" y="52107"/>
                  <a:pt x="979937" y="52107"/>
                </a:cubicBezTo>
                <a:cubicBezTo>
                  <a:pt x="974920" y="52107"/>
                  <a:pt x="970792" y="53331"/>
                  <a:pt x="967554" y="55777"/>
                </a:cubicBezTo>
                <a:cubicBezTo>
                  <a:pt x="964315" y="58222"/>
                  <a:pt x="962695" y="62185"/>
                  <a:pt x="962695" y="67664"/>
                </a:cubicBezTo>
                <a:lnTo>
                  <a:pt x="939071" y="67664"/>
                </a:lnTo>
                <a:cubicBezTo>
                  <a:pt x="939071" y="59625"/>
                  <a:pt x="940801" y="53257"/>
                  <a:pt x="944263" y="48562"/>
                </a:cubicBezTo>
                <a:cubicBezTo>
                  <a:pt x="947724" y="43864"/>
                  <a:pt x="952518" y="40486"/>
                  <a:pt x="958647" y="38428"/>
                </a:cubicBezTo>
                <a:cubicBezTo>
                  <a:pt x="964775" y="36370"/>
                  <a:pt x="971872" y="35341"/>
                  <a:pt x="979937" y="35341"/>
                </a:cubicBezTo>
                <a:cubicBezTo>
                  <a:pt x="985843" y="35341"/>
                  <a:pt x="991241" y="35839"/>
                  <a:pt x="996131" y="36836"/>
                </a:cubicBezTo>
                <a:cubicBezTo>
                  <a:pt x="1001021" y="37832"/>
                  <a:pt x="1005260" y="39552"/>
                  <a:pt x="1008849" y="41995"/>
                </a:cubicBezTo>
                <a:cubicBezTo>
                  <a:pt x="1012437" y="44436"/>
                  <a:pt x="1015215" y="47762"/>
                  <a:pt x="1017184" y="51973"/>
                </a:cubicBezTo>
                <a:cubicBezTo>
                  <a:pt x="1019153" y="56182"/>
                  <a:pt x="1020137" y="61437"/>
                  <a:pt x="1020137" y="67736"/>
                </a:cubicBezTo>
                <a:lnTo>
                  <a:pt x="1020137" y="130887"/>
                </a:lnTo>
                <a:lnTo>
                  <a:pt x="996512" y="130887"/>
                </a:lnTo>
                <a:lnTo>
                  <a:pt x="995750" y="118884"/>
                </a:lnTo>
                <a:cubicBezTo>
                  <a:pt x="991813" y="123393"/>
                  <a:pt x="987241" y="126806"/>
                  <a:pt x="982033" y="129124"/>
                </a:cubicBezTo>
                <a:cubicBezTo>
                  <a:pt x="976825" y="131442"/>
                  <a:pt x="970824" y="132601"/>
                  <a:pt x="964029" y="132601"/>
                </a:cubicBezTo>
                <a:moveTo>
                  <a:pt x="972317" y="115264"/>
                </a:moveTo>
                <a:cubicBezTo>
                  <a:pt x="977079" y="115264"/>
                  <a:pt x="981477" y="114000"/>
                  <a:pt x="985510" y="111472"/>
                </a:cubicBezTo>
                <a:cubicBezTo>
                  <a:pt x="989543" y="108941"/>
                  <a:pt x="992766" y="106056"/>
                  <a:pt x="995179" y="102815"/>
                </a:cubicBezTo>
                <a:lnTo>
                  <a:pt x="995179" y="87445"/>
                </a:lnTo>
                <a:cubicBezTo>
                  <a:pt x="981842" y="87511"/>
                  <a:pt x="972507" y="88792"/>
                  <a:pt x="967172" y="91289"/>
                </a:cubicBezTo>
                <a:cubicBezTo>
                  <a:pt x="961838" y="93785"/>
                  <a:pt x="959171" y="97822"/>
                  <a:pt x="959171" y="103398"/>
                </a:cubicBezTo>
                <a:cubicBezTo>
                  <a:pt x="959171" y="107419"/>
                  <a:pt x="960393" y="110402"/>
                  <a:pt x="962838" y="112347"/>
                </a:cubicBezTo>
                <a:cubicBezTo>
                  <a:pt x="965283" y="114292"/>
                  <a:pt x="968443" y="115264"/>
                  <a:pt x="972317" y="115264"/>
                </a:cubicBezTo>
                <a:close/>
                <a:moveTo>
                  <a:pt x="1083722" y="132601"/>
                </a:moveTo>
                <a:cubicBezTo>
                  <a:pt x="1078578" y="132601"/>
                  <a:pt x="1073529" y="132120"/>
                  <a:pt x="1068576" y="131158"/>
                </a:cubicBezTo>
                <a:cubicBezTo>
                  <a:pt x="1063622" y="130195"/>
                  <a:pt x="1059145" y="128542"/>
                  <a:pt x="1055144" y="126198"/>
                </a:cubicBezTo>
                <a:cubicBezTo>
                  <a:pt x="1051143" y="123854"/>
                  <a:pt x="1047968" y="120660"/>
                  <a:pt x="1045618" y="116616"/>
                </a:cubicBezTo>
                <a:cubicBezTo>
                  <a:pt x="1043269" y="112571"/>
                  <a:pt x="1042094" y="107531"/>
                  <a:pt x="1042094" y="101496"/>
                </a:cubicBezTo>
                <a:lnTo>
                  <a:pt x="1065528" y="101496"/>
                </a:lnTo>
                <a:cubicBezTo>
                  <a:pt x="1065528" y="106829"/>
                  <a:pt x="1067353" y="110536"/>
                  <a:pt x="1071005" y="112618"/>
                </a:cubicBezTo>
                <a:cubicBezTo>
                  <a:pt x="1074657" y="114700"/>
                  <a:pt x="1078928" y="115740"/>
                  <a:pt x="1083818" y="115740"/>
                </a:cubicBezTo>
                <a:cubicBezTo>
                  <a:pt x="1088644" y="115740"/>
                  <a:pt x="1092391" y="114941"/>
                  <a:pt x="1095058" y="113341"/>
                </a:cubicBezTo>
                <a:cubicBezTo>
                  <a:pt x="1097725" y="111740"/>
                  <a:pt x="1099059" y="109044"/>
                  <a:pt x="1099059" y="105253"/>
                </a:cubicBezTo>
                <a:cubicBezTo>
                  <a:pt x="1099059" y="101722"/>
                  <a:pt x="1097487" y="99091"/>
                  <a:pt x="1094344" y="97358"/>
                </a:cubicBezTo>
                <a:cubicBezTo>
                  <a:pt x="1091200" y="95624"/>
                  <a:pt x="1085691" y="93858"/>
                  <a:pt x="1077816" y="92060"/>
                </a:cubicBezTo>
                <a:cubicBezTo>
                  <a:pt x="1071211" y="90454"/>
                  <a:pt x="1065321" y="88512"/>
                  <a:pt x="1060145" y="86234"/>
                </a:cubicBezTo>
                <a:cubicBezTo>
                  <a:pt x="1054970" y="83955"/>
                  <a:pt x="1050921" y="80907"/>
                  <a:pt x="1048000" y="77089"/>
                </a:cubicBezTo>
                <a:cubicBezTo>
                  <a:pt x="1045079" y="73269"/>
                  <a:pt x="1043618" y="68245"/>
                  <a:pt x="1043618" y="62017"/>
                </a:cubicBezTo>
                <a:cubicBezTo>
                  <a:pt x="1043618" y="57137"/>
                  <a:pt x="1044729" y="52996"/>
                  <a:pt x="1046952" y="49595"/>
                </a:cubicBezTo>
                <a:cubicBezTo>
                  <a:pt x="1049175" y="46191"/>
                  <a:pt x="1052144" y="43446"/>
                  <a:pt x="1055859" y="41361"/>
                </a:cubicBezTo>
                <a:cubicBezTo>
                  <a:pt x="1059574" y="39275"/>
                  <a:pt x="1063765" y="37751"/>
                  <a:pt x="1068433" y="36788"/>
                </a:cubicBezTo>
                <a:cubicBezTo>
                  <a:pt x="1073101" y="35824"/>
                  <a:pt x="1077880" y="35341"/>
                  <a:pt x="1082770" y="35341"/>
                </a:cubicBezTo>
                <a:cubicBezTo>
                  <a:pt x="1087533" y="35341"/>
                  <a:pt x="1092200" y="35823"/>
                  <a:pt x="1096773" y="36785"/>
                </a:cubicBezTo>
                <a:cubicBezTo>
                  <a:pt x="1101345" y="37748"/>
                  <a:pt x="1105473" y="39369"/>
                  <a:pt x="1109157" y="41649"/>
                </a:cubicBezTo>
                <a:cubicBezTo>
                  <a:pt x="1112840" y="43928"/>
                  <a:pt x="1115793" y="46993"/>
                  <a:pt x="1118016" y="50845"/>
                </a:cubicBezTo>
                <a:cubicBezTo>
                  <a:pt x="1120238" y="54697"/>
                  <a:pt x="1121350" y="59511"/>
                  <a:pt x="1121350" y="65289"/>
                </a:cubicBezTo>
                <a:lnTo>
                  <a:pt x="1097916" y="65289"/>
                </a:lnTo>
                <a:cubicBezTo>
                  <a:pt x="1097916" y="60405"/>
                  <a:pt x="1096408" y="57019"/>
                  <a:pt x="1093391" y="55132"/>
                </a:cubicBezTo>
                <a:cubicBezTo>
                  <a:pt x="1090375" y="53242"/>
                  <a:pt x="1086834" y="52298"/>
                  <a:pt x="1082770" y="52298"/>
                </a:cubicBezTo>
                <a:cubicBezTo>
                  <a:pt x="1078388" y="52298"/>
                  <a:pt x="1074942" y="52954"/>
                  <a:pt x="1072434" y="54268"/>
                </a:cubicBezTo>
                <a:cubicBezTo>
                  <a:pt x="1069925" y="55580"/>
                  <a:pt x="1068671" y="57745"/>
                  <a:pt x="1068671" y="60764"/>
                </a:cubicBezTo>
                <a:cubicBezTo>
                  <a:pt x="1068671" y="62496"/>
                  <a:pt x="1069465" y="64021"/>
                  <a:pt x="1071053" y="65339"/>
                </a:cubicBezTo>
                <a:cubicBezTo>
                  <a:pt x="1072640" y="66655"/>
                  <a:pt x="1075181" y="67874"/>
                  <a:pt x="1078673" y="68998"/>
                </a:cubicBezTo>
                <a:cubicBezTo>
                  <a:pt x="1082166" y="70121"/>
                  <a:pt x="1086771" y="71325"/>
                  <a:pt x="1092486" y="72609"/>
                </a:cubicBezTo>
                <a:cubicBezTo>
                  <a:pt x="1098519" y="74022"/>
                  <a:pt x="1103917" y="75851"/>
                  <a:pt x="1108680" y="78098"/>
                </a:cubicBezTo>
                <a:cubicBezTo>
                  <a:pt x="1113443" y="80345"/>
                  <a:pt x="1117222" y="83362"/>
                  <a:pt x="1120016" y="87151"/>
                </a:cubicBezTo>
                <a:cubicBezTo>
                  <a:pt x="1122810" y="90937"/>
                  <a:pt x="1124208" y="95848"/>
                  <a:pt x="1124208" y="101883"/>
                </a:cubicBezTo>
                <a:cubicBezTo>
                  <a:pt x="1124208" y="107533"/>
                  <a:pt x="1123080" y="112316"/>
                  <a:pt x="1120826" y="116232"/>
                </a:cubicBezTo>
                <a:cubicBezTo>
                  <a:pt x="1118571" y="120147"/>
                  <a:pt x="1115555" y="123309"/>
                  <a:pt x="1111776" y="125716"/>
                </a:cubicBezTo>
                <a:cubicBezTo>
                  <a:pt x="1107998" y="128123"/>
                  <a:pt x="1103679" y="129873"/>
                  <a:pt x="1098821" y="130964"/>
                </a:cubicBezTo>
                <a:cubicBezTo>
                  <a:pt x="1093963" y="132056"/>
                  <a:pt x="1088930" y="132601"/>
                  <a:pt x="1083722" y="132601"/>
                </a:cubicBezTo>
                <a:close/>
                <a:moveTo>
                  <a:pt x="1184390" y="132601"/>
                </a:moveTo>
                <a:cubicBezTo>
                  <a:pt x="1179246" y="132601"/>
                  <a:pt x="1174197" y="132120"/>
                  <a:pt x="1169243" y="131158"/>
                </a:cubicBezTo>
                <a:cubicBezTo>
                  <a:pt x="1164290" y="130195"/>
                  <a:pt x="1159813" y="128542"/>
                  <a:pt x="1155812" y="126198"/>
                </a:cubicBezTo>
                <a:cubicBezTo>
                  <a:pt x="1151811" y="123854"/>
                  <a:pt x="1148636" y="120660"/>
                  <a:pt x="1146286" y="116616"/>
                </a:cubicBezTo>
                <a:cubicBezTo>
                  <a:pt x="1143936" y="112571"/>
                  <a:pt x="1142761" y="107531"/>
                  <a:pt x="1142761" y="101496"/>
                </a:cubicBezTo>
                <a:lnTo>
                  <a:pt x="1166195" y="101496"/>
                </a:lnTo>
                <a:cubicBezTo>
                  <a:pt x="1166195" y="106829"/>
                  <a:pt x="1168021" y="110536"/>
                  <a:pt x="1171673" y="112618"/>
                </a:cubicBezTo>
                <a:cubicBezTo>
                  <a:pt x="1175324" y="114700"/>
                  <a:pt x="1179595" y="115740"/>
                  <a:pt x="1184485" y="115740"/>
                </a:cubicBezTo>
                <a:cubicBezTo>
                  <a:pt x="1189311" y="115740"/>
                  <a:pt x="1193058" y="114941"/>
                  <a:pt x="1195726" y="113341"/>
                </a:cubicBezTo>
                <a:cubicBezTo>
                  <a:pt x="1198393" y="111740"/>
                  <a:pt x="1199726" y="109044"/>
                  <a:pt x="1199726" y="105253"/>
                </a:cubicBezTo>
                <a:cubicBezTo>
                  <a:pt x="1199726" y="101722"/>
                  <a:pt x="1198155" y="99091"/>
                  <a:pt x="1195011" y="97358"/>
                </a:cubicBezTo>
                <a:cubicBezTo>
                  <a:pt x="1191868" y="95624"/>
                  <a:pt x="1186358" y="93858"/>
                  <a:pt x="1178484" y="92060"/>
                </a:cubicBezTo>
                <a:cubicBezTo>
                  <a:pt x="1171879" y="90454"/>
                  <a:pt x="1165989" y="88512"/>
                  <a:pt x="1160813" y="86234"/>
                </a:cubicBezTo>
                <a:cubicBezTo>
                  <a:pt x="1155637" y="83955"/>
                  <a:pt x="1151589" y="80907"/>
                  <a:pt x="1148667" y="77089"/>
                </a:cubicBezTo>
                <a:cubicBezTo>
                  <a:pt x="1145746" y="73269"/>
                  <a:pt x="1144285" y="68245"/>
                  <a:pt x="1144285" y="62017"/>
                </a:cubicBezTo>
                <a:cubicBezTo>
                  <a:pt x="1144285" y="57137"/>
                  <a:pt x="1145397" y="52996"/>
                  <a:pt x="1147619" y="49595"/>
                </a:cubicBezTo>
                <a:cubicBezTo>
                  <a:pt x="1149842" y="46191"/>
                  <a:pt x="1152811" y="43446"/>
                  <a:pt x="1156526" y="41361"/>
                </a:cubicBezTo>
                <a:cubicBezTo>
                  <a:pt x="1160241" y="39275"/>
                  <a:pt x="1164433" y="37751"/>
                  <a:pt x="1169101" y="36788"/>
                </a:cubicBezTo>
                <a:cubicBezTo>
                  <a:pt x="1173768" y="35824"/>
                  <a:pt x="1178547" y="35341"/>
                  <a:pt x="1183437" y="35341"/>
                </a:cubicBezTo>
                <a:cubicBezTo>
                  <a:pt x="1188200" y="35341"/>
                  <a:pt x="1192868" y="35823"/>
                  <a:pt x="1197440" y="36785"/>
                </a:cubicBezTo>
                <a:cubicBezTo>
                  <a:pt x="1202013" y="37748"/>
                  <a:pt x="1206141" y="39369"/>
                  <a:pt x="1209824" y="41649"/>
                </a:cubicBezTo>
                <a:cubicBezTo>
                  <a:pt x="1213507" y="43928"/>
                  <a:pt x="1216460" y="46993"/>
                  <a:pt x="1218683" y="50845"/>
                </a:cubicBezTo>
                <a:cubicBezTo>
                  <a:pt x="1220906" y="54697"/>
                  <a:pt x="1222017" y="59511"/>
                  <a:pt x="1222017" y="65289"/>
                </a:cubicBezTo>
                <a:lnTo>
                  <a:pt x="1198583" y="65289"/>
                </a:lnTo>
                <a:cubicBezTo>
                  <a:pt x="1198583" y="60405"/>
                  <a:pt x="1197075" y="57019"/>
                  <a:pt x="1194059" y="55132"/>
                </a:cubicBezTo>
                <a:cubicBezTo>
                  <a:pt x="1191042" y="53242"/>
                  <a:pt x="1187502" y="52298"/>
                  <a:pt x="1183437" y="52298"/>
                </a:cubicBezTo>
                <a:cubicBezTo>
                  <a:pt x="1179055" y="52298"/>
                  <a:pt x="1175610" y="52954"/>
                  <a:pt x="1173101" y="54268"/>
                </a:cubicBezTo>
                <a:cubicBezTo>
                  <a:pt x="1170593" y="55580"/>
                  <a:pt x="1169339" y="57745"/>
                  <a:pt x="1169339" y="60764"/>
                </a:cubicBezTo>
                <a:cubicBezTo>
                  <a:pt x="1169339" y="62496"/>
                  <a:pt x="1170132" y="64021"/>
                  <a:pt x="1171720" y="65339"/>
                </a:cubicBezTo>
                <a:cubicBezTo>
                  <a:pt x="1173308" y="66655"/>
                  <a:pt x="1175848" y="67874"/>
                  <a:pt x="1179341" y="68998"/>
                </a:cubicBezTo>
                <a:cubicBezTo>
                  <a:pt x="1182834" y="70121"/>
                  <a:pt x="1187438" y="71325"/>
                  <a:pt x="1193154" y="72609"/>
                </a:cubicBezTo>
                <a:cubicBezTo>
                  <a:pt x="1199187" y="74022"/>
                  <a:pt x="1204585" y="75851"/>
                  <a:pt x="1209348" y="78098"/>
                </a:cubicBezTo>
                <a:cubicBezTo>
                  <a:pt x="1214111" y="80345"/>
                  <a:pt x="1217889" y="83362"/>
                  <a:pt x="1220684" y="87151"/>
                </a:cubicBezTo>
                <a:cubicBezTo>
                  <a:pt x="1223478" y="90937"/>
                  <a:pt x="1224875" y="95848"/>
                  <a:pt x="1224875" y="101883"/>
                </a:cubicBezTo>
                <a:cubicBezTo>
                  <a:pt x="1224875" y="107533"/>
                  <a:pt x="1223748" y="112316"/>
                  <a:pt x="1221493" y="116232"/>
                </a:cubicBezTo>
                <a:cubicBezTo>
                  <a:pt x="1219239" y="120147"/>
                  <a:pt x="1216222" y="123309"/>
                  <a:pt x="1212444" y="125716"/>
                </a:cubicBezTo>
                <a:cubicBezTo>
                  <a:pt x="1208665" y="128123"/>
                  <a:pt x="1204347" y="129873"/>
                  <a:pt x="1199488" y="130964"/>
                </a:cubicBezTo>
                <a:cubicBezTo>
                  <a:pt x="1194630" y="132056"/>
                  <a:pt x="1189597" y="132601"/>
                  <a:pt x="1184390" y="132601"/>
                </a:cubicBezTo>
                <a:close/>
                <a:moveTo>
                  <a:pt x="1288926" y="132601"/>
                </a:moveTo>
                <a:cubicBezTo>
                  <a:pt x="1278575" y="132601"/>
                  <a:pt x="1269875" y="130658"/>
                  <a:pt x="1262825" y="126770"/>
                </a:cubicBezTo>
                <a:cubicBezTo>
                  <a:pt x="1255776" y="122882"/>
                  <a:pt x="1250442" y="117276"/>
                  <a:pt x="1246822" y="109950"/>
                </a:cubicBezTo>
                <a:cubicBezTo>
                  <a:pt x="1243202" y="102623"/>
                  <a:pt x="1241392" y="93819"/>
                  <a:pt x="1241392" y="83537"/>
                </a:cubicBezTo>
                <a:cubicBezTo>
                  <a:pt x="1241392" y="73576"/>
                  <a:pt x="1243154" y="64998"/>
                  <a:pt x="1246679" y="57802"/>
                </a:cubicBezTo>
                <a:cubicBezTo>
                  <a:pt x="1250203" y="50604"/>
                  <a:pt x="1255379" y="45061"/>
                  <a:pt x="1262206" y="41173"/>
                </a:cubicBezTo>
                <a:cubicBezTo>
                  <a:pt x="1269033" y="37285"/>
                  <a:pt x="1277432" y="35341"/>
                  <a:pt x="1287402" y="35341"/>
                </a:cubicBezTo>
                <a:cubicBezTo>
                  <a:pt x="1301247" y="35341"/>
                  <a:pt x="1312186" y="39434"/>
                  <a:pt x="1320219" y="47618"/>
                </a:cubicBezTo>
                <a:cubicBezTo>
                  <a:pt x="1328253" y="55802"/>
                  <a:pt x="1332270" y="67470"/>
                  <a:pt x="1332270" y="82620"/>
                </a:cubicBezTo>
                <a:cubicBezTo>
                  <a:pt x="1332270" y="83390"/>
                  <a:pt x="1332238" y="84433"/>
                  <a:pt x="1332174" y="85749"/>
                </a:cubicBezTo>
                <a:cubicBezTo>
                  <a:pt x="1332111" y="87064"/>
                  <a:pt x="1332016" y="88075"/>
                  <a:pt x="1331889" y="88782"/>
                </a:cubicBezTo>
                <a:lnTo>
                  <a:pt x="1266636" y="88782"/>
                </a:lnTo>
                <a:cubicBezTo>
                  <a:pt x="1266763" y="93265"/>
                  <a:pt x="1267572" y="97456"/>
                  <a:pt x="1269065" y="101353"/>
                </a:cubicBezTo>
                <a:cubicBezTo>
                  <a:pt x="1270557" y="105251"/>
                  <a:pt x="1272923" y="108386"/>
                  <a:pt x="1276162" y="110757"/>
                </a:cubicBezTo>
                <a:cubicBezTo>
                  <a:pt x="1279400" y="113127"/>
                  <a:pt x="1283655" y="114312"/>
                  <a:pt x="1288926" y="114312"/>
                </a:cubicBezTo>
                <a:cubicBezTo>
                  <a:pt x="1294388" y="114312"/>
                  <a:pt x="1298770" y="113085"/>
                  <a:pt x="1302072" y="110632"/>
                </a:cubicBezTo>
                <a:cubicBezTo>
                  <a:pt x="1305375" y="108179"/>
                  <a:pt x="1307058" y="104532"/>
                  <a:pt x="1307121" y="99689"/>
                </a:cubicBezTo>
                <a:lnTo>
                  <a:pt x="1331984" y="99689"/>
                </a:lnTo>
                <a:cubicBezTo>
                  <a:pt x="1331666" y="107024"/>
                  <a:pt x="1329682" y="113137"/>
                  <a:pt x="1326030" y="118027"/>
                </a:cubicBezTo>
                <a:cubicBezTo>
                  <a:pt x="1322378" y="122917"/>
                  <a:pt x="1317393" y="126568"/>
                  <a:pt x="1311074" y="128982"/>
                </a:cubicBezTo>
                <a:cubicBezTo>
                  <a:pt x="1304755" y="131395"/>
                  <a:pt x="1297373" y="132601"/>
                  <a:pt x="1288926" y="132601"/>
                </a:cubicBezTo>
                <a:moveTo>
                  <a:pt x="1266921" y="72778"/>
                </a:moveTo>
                <a:lnTo>
                  <a:pt x="1307216" y="72778"/>
                </a:lnTo>
                <a:cubicBezTo>
                  <a:pt x="1307026" y="66110"/>
                  <a:pt x="1305105" y="61125"/>
                  <a:pt x="1301453" y="57823"/>
                </a:cubicBezTo>
                <a:cubicBezTo>
                  <a:pt x="1297801" y="54520"/>
                  <a:pt x="1293118" y="52869"/>
                  <a:pt x="1287402" y="52869"/>
                </a:cubicBezTo>
                <a:cubicBezTo>
                  <a:pt x="1281560" y="52869"/>
                  <a:pt x="1276781" y="54569"/>
                  <a:pt x="1273066" y="57968"/>
                </a:cubicBezTo>
                <a:cubicBezTo>
                  <a:pt x="1269351" y="61368"/>
                  <a:pt x="1267303" y="66305"/>
                  <a:pt x="1266921" y="72778"/>
                </a:cubicBezTo>
                <a:close/>
                <a:moveTo>
                  <a:pt x="1386633" y="132601"/>
                </a:moveTo>
                <a:cubicBezTo>
                  <a:pt x="1379648" y="132601"/>
                  <a:pt x="1373376" y="130834"/>
                  <a:pt x="1367820" y="127300"/>
                </a:cubicBezTo>
                <a:cubicBezTo>
                  <a:pt x="1362263" y="123765"/>
                  <a:pt x="1357881" y="118351"/>
                  <a:pt x="1354674" y="111058"/>
                </a:cubicBezTo>
                <a:cubicBezTo>
                  <a:pt x="1351467" y="103765"/>
                  <a:pt x="1349863" y="94495"/>
                  <a:pt x="1349863" y="83248"/>
                </a:cubicBezTo>
                <a:cubicBezTo>
                  <a:pt x="1349863" y="72388"/>
                  <a:pt x="1351594" y="63424"/>
                  <a:pt x="1355055" y="56355"/>
                </a:cubicBezTo>
                <a:cubicBezTo>
                  <a:pt x="1358516" y="49286"/>
                  <a:pt x="1363200" y="44017"/>
                  <a:pt x="1369106" y="40548"/>
                </a:cubicBezTo>
                <a:cubicBezTo>
                  <a:pt x="1375012" y="37077"/>
                  <a:pt x="1381648" y="35341"/>
                  <a:pt x="1389015" y="35341"/>
                </a:cubicBezTo>
                <a:cubicBezTo>
                  <a:pt x="1395493" y="35341"/>
                  <a:pt x="1401049" y="36675"/>
                  <a:pt x="1405685" y="39342"/>
                </a:cubicBezTo>
                <a:cubicBezTo>
                  <a:pt x="1410321" y="42010"/>
                  <a:pt x="1414005" y="45502"/>
                  <a:pt x="1416735" y="49821"/>
                </a:cubicBezTo>
                <a:lnTo>
                  <a:pt x="1416735" y="2667"/>
                </a:lnTo>
                <a:lnTo>
                  <a:pt x="1441979" y="2667"/>
                </a:lnTo>
                <a:lnTo>
                  <a:pt x="1441979" y="130887"/>
                </a:lnTo>
                <a:lnTo>
                  <a:pt x="1417783" y="130887"/>
                </a:lnTo>
                <a:lnTo>
                  <a:pt x="1416735" y="117741"/>
                </a:lnTo>
                <a:cubicBezTo>
                  <a:pt x="1413433" y="122313"/>
                  <a:pt x="1409337" y="125933"/>
                  <a:pt x="1404447" y="128601"/>
                </a:cubicBezTo>
                <a:cubicBezTo>
                  <a:pt x="1399557" y="131268"/>
                  <a:pt x="1393619" y="132601"/>
                  <a:pt x="1386633" y="132601"/>
                </a:cubicBezTo>
                <a:moveTo>
                  <a:pt x="1394064" y="113359"/>
                </a:moveTo>
                <a:cubicBezTo>
                  <a:pt x="1399398" y="113359"/>
                  <a:pt x="1404002" y="111837"/>
                  <a:pt x="1407876" y="108792"/>
                </a:cubicBezTo>
                <a:cubicBezTo>
                  <a:pt x="1411750" y="105748"/>
                  <a:pt x="1414703" y="102187"/>
                  <a:pt x="1416735" y="98108"/>
                </a:cubicBezTo>
                <a:lnTo>
                  <a:pt x="1416735" y="70421"/>
                </a:lnTo>
                <a:cubicBezTo>
                  <a:pt x="1414767" y="66146"/>
                  <a:pt x="1412004" y="62422"/>
                  <a:pt x="1408448" y="59249"/>
                </a:cubicBezTo>
                <a:cubicBezTo>
                  <a:pt x="1404891" y="56075"/>
                  <a:pt x="1400510" y="54489"/>
                  <a:pt x="1395302" y="54489"/>
                </a:cubicBezTo>
                <a:cubicBezTo>
                  <a:pt x="1389078" y="54489"/>
                  <a:pt x="1384252" y="56949"/>
                  <a:pt x="1380823" y="61871"/>
                </a:cubicBezTo>
                <a:cubicBezTo>
                  <a:pt x="1377393" y="66793"/>
                  <a:pt x="1375679" y="73918"/>
                  <a:pt x="1375679" y="83245"/>
                </a:cubicBezTo>
                <a:cubicBezTo>
                  <a:pt x="1375679" y="93477"/>
                  <a:pt x="1377314" y="101055"/>
                  <a:pt x="1380584" y="105976"/>
                </a:cubicBezTo>
                <a:cubicBezTo>
                  <a:pt x="1383855" y="110898"/>
                  <a:pt x="1388348" y="113359"/>
                  <a:pt x="1394064" y="113359"/>
                </a:cubicBezTo>
                <a:close/>
              </a:path>
            </a:pathLst>
          </a:custGeom>
          <a:solidFill xmlns:a="http://schemas.openxmlformats.org/drawingml/2006/main">
            <a:srgbClr val="4BAE4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c4e0482834f18"/>
          <a:stretch xmlns:a="http://schemas.openxmlformats.org/drawingml/2006/main"/>
        </p:blipFill>
        <p:spPr>
          <a:xfrm xmlns:a="http://schemas.openxmlformats.org/drawingml/2006/main">
            <a:off x="3746916" y="4494163"/>
            <a:ext cx="1147737" cy="1147737"/>
          </a:xfrm>
          <a:prstGeom xmlns:a="http://schemas.openxmlformats.org/drawingml/2006/main" prst="rect">
            <a:avLst/>
          </a:prstGeom>
        </p:spPr>
      </p:pic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28A5F-B9CC-47BE-A459-30A104DB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135" y="4803756"/>
            <a:ext cx="216121" cy="216297"/>
          </a:xfrm>
          <a:custGeom xmlns:a="http://schemas.openxmlformats.org/drawingml/2006/main">
            <a:pathLst>
              <a:path w="216121" h="216297" fill="none">
                <a:moveTo>
                  <a:pt x="0" y="108149"/>
                </a:moveTo>
                <a:cubicBezTo>
                  <a:pt x="0" y="48420"/>
                  <a:pt x="48420" y="0"/>
                  <a:pt x="107972" y="0"/>
                </a:cubicBezTo>
                <a:cubicBezTo>
                  <a:pt x="167701" y="0"/>
                  <a:pt x="216121" y="48420"/>
                  <a:pt x="216121" y="108149"/>
                </a:cubicBezTo>
                <a:cubicBezTo>
                  <a:pt x="216121" y="167878"/>
                  <a:pt x="167701" y="216297"/>
                  <a:pt x="107972" y="216297"/>
                </a:cubicBezTo>
                <a:cubicBezTo>
                  <a:pt x="48420" y="216297"/>
                  <a:pt x="0" y="167878"/>
                  <a:pt x="0" y="1081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FFFFFF"/>
            </a:solidFill>
            <a:custDash>
              <a:ds d="100000" sp="100000"/>
            </a:custDash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5AE58-CC09-4704-92FC-20B71266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388746"/>
            <a:ext cx="2440414" cy="1956042"/>
          </a:xfrm>
          <a:custGeom xmlns:a="http://schemas.openxmlformats.org/drawingml/2006/main">
            <a:pathLst>
              <a:path w="2440414" h="1956042">
                <a:moveTo>
                  <a:pt x="0" y="135186"/>
                </a:moveTo>
                <a:cubicBezTo>
                  <a:pt x="0" y="60436"/>
                  <a:pt x="60436" y="0"/>
                  <a:pt x="135186" y="0"/>
                </a:cubicBezTo>
                <a:lnTo>
                  <a:pt x="2305228" y="0"/>
                </a:lnTo>
                <a:cubicBezTo>
                  <a:pt x="2379978" y="0"/>
                  <a:pt x="2440414" y="60436"/>
                  <a:pt x="2440414" y="135186"/>
                </a:cubicBezTo>
                <a:lnTo>
                  <a:pt x="2440414" y="1820856"/>
                </a:lnTo>
                <a:cubicBezTo>
                  <a:pt x="2440414" y="1895429"/>
                  <a:pt x="2379978" y="1956042"/>
                  <a:pt x="2305228" y="1956042"/>
                </a:cubicBezTo>
                <a:lnTo>
                  <a:pt x="135186" y="1956042"/>
                </a:lnTo>
                <a:cubicBezTo>
                  <a:pt x="60436" y="1956042"/>
                  <a:pt x="0" y="1895429"/>
                  <a:pt x="0" y="1820856"/>
                </a:cubicBezTo>
                <a:lnTo>
                  <a:pt x="0" y="135186"/>
                </a:lnTo>
                <a:close/>
              </a:path>
            </a:pathLst>
          </a:custGeom>
          <a:solidFill xmlns:a="http://schemas.openxmlformats.org/drawingml/2006/main">
            <a:srgbClr val="C2F1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38AF5-1BB9-460C-94EC-5EFC40F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525" y="388746"/>
            <a:ext cx="2440414" cy="1956042"/>
          </a:xfrm>
          <a:custGeom xmlns:a="http://schemas.openxmlformats.org/drawingml/2006/main">
            <a:pathLst>
              <a:path w="2440414" h="1956042" fill="none">
                <a:moveTo>
                  <a:pt x="0" y="135186"/>
                </a:moveTo>
                <a:cubicBezTo>
                  <a:pt x="0" y="60436"/>
                  <a:pt x="60436" y="0"/>
                  <a:pt x="135186" y="0"/>
                </a:cubicBezTo>
                <a:lnTo>
                  <a:pt x="2305228" y="0"/>
                </a:lnTo>
                <a:cubicBezTo>
                  <a:pt x="2379978" y="0"/>
                  <a:pt x="2440414" y="60436"/>
                  <a:pt x="2440414" y="135186"/>
                </a:cubicBezTo>
                <a:lnTo>
                  <a:pt x="2440414" y="1820856"/>
                </a:lnTo>
                <a:cubicBezTo>
                  <a:pt x="2440414" y="1895429"/>
                  <a:pt x="2379978" y="1956042"/>
                  <a:pt x="2305228" y="1956042"/>
                </a:cubicBezTo>
                <a:lnTo>
                  <a:pt x="135186" y="1956042"/>
                </a:lnTo>
                <a:cubicBezTo>
                  <a:pt x="60436" y="1956042"/>
                  <a:pt x="0" y="1895429"/>
                  <a:pt x="0" y="1820856"/>
                </a:cubicBezTo>
                <a:lnTo>
                  <a:pt x="0" y="1351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275317"/>
            </a:solidFill>
            <a:miter/>
          </a:ln>
        </p:spPr>
      </p:sp>
      <p:sp>
        <p:nvSpPr>
          <p:cNvPr id="245" name="Text PromptManager">
            <a:extLst xmlns:a="http://schemas.openxmlformats.org/drawingml/2006/main">
              <a:ext uri="{FF2B5EF4-FFF2-40B4-BE49-F238E27FC236}">
                <a16:creationId xmlns:a16="http://schemas.microsoft.com/office/drawing/2014/main" id="{8F885295-3F95-4F65-B2E4-845A81AA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019" y="129741"/>
            <a:ext cx="1565709" cy="178405"/>
          </a:xfrm>
          <a:custGeom xmlns:a="http://schemas.openxmlformats.org/drawingml/2006/main">
            <a:pathLst>
              <a:path w="1565709" h="178405">
                <a:moveTo>
                  <a:pt x="56949" y="89635"/>
                </a:moveTo>
                <a:lnTo>
                  <a:pt x="58076" y="89593"/>
                </a:lnTo>
                <a:lnTo>
                  <a:pt x="59194" y="89535"/>
                </a:lnTo>
                <a:lnTo>
                  <a:pt x="60303" y="89460"/>
                </a:lnTo>
                <a:lnTo>
                  <a:pt x="61404" y="89368"/>
                </a:lnTo>
                <a:lnTo>
                  <a:pt x="62497" y="89259"/>
                </a:lnTo>
                <a:lnTo>
                  <a:pt x="63581" y="89134"/>
                </a:lnTo>
                <a:lnTo>
                  <a:pt x="64657" y="88992"/>
                </a:lnTo>
                <a:lnTo>
                  <a:pt x="65724" y="88834"/>
                </a:lnTo>
                <a:lnTo>
                  <a:pt x="66783" y="88658"/>
                </a:lnTo>
                <a:lnTo>
                  <a:pt x="67834" y="88466"/>
                </a:lnTo>
                <a:lnTo>
                  <a:pt x="68876" y="88258"/>
                </a:lnTo>
                <a:lnTo>
                  <a:pt x="69909" y="88032"/>
                </a:lnTo>
                <a:lnTo>
                  <a:pt x="70934" y="87790"/>
                </a:lnTo>
                <a:lnTo>
                  <a:pt x="71951" y="87531"/>
                </a:lnTo>
                <a:lnTo>
                  <a:pt x="72959" y="87256"/>
                </a:lnTo>
                <a:lnTo>
                  <a:pt x="73959" y="86964"/>
                </a:lnTo>
                <a:lnTo>
                  <a:pt x="74950" y="86655"/>
                </a:lnTo>
                <a:lnTo>
                  <a:pt x="75933" y="86329"/>
                </a:lnTo>
                <a:lnTo>
                  <a:pt x="76907" y="85987"/>
                </a:lnTo>
                <a:lnTo>
                  <a:pt x="77873" y="85628"/>
                </a:lnTo>
                <a:lnTo>
                  <a:pt x="78831" y="85252"/>
                </a:lnTo>
                <a:lnTo>
                  <a:pt x="79780" y="84860"/>
                </a:lnTo>
                <a:lnTo>
                  <a:pt x="80717" y="84450"/>
                </a:lnTo>
                <a:lnTo>
                  <a:pt x="81638" y="84023"/>
                </a:lnTo>
                <a:lnTo>
                  <a:pt x="82542" y="83577"/>
                </a:lnTo>
                <a:lnTo>
                  <a:pt x="83431" y="83114"/>
                </a:lnTo>
                <a:lnTo>
                  <a:pt x="84304" y="82633"/>
                </a:lnTo>
                <a:lnTo>
                  <a:pt x="85161" y="82135"/>
                </a:lnTo>
                <a:lnTo>
                  <a:pt x="86002" y="81618"/>
                </a:lnTo>
                <a:lnTo>
                  <a:pt x="86827" y="81084"/>
                </a:lnTo>
                <a:lnTo>
                  <a:pt x="87635" y="80532"/>
                </a:lnTo>
                <a:lnTo>
                  <a:pt x="88428" y="79962"/>
                </a:lnTo>
                <a:lnTo>
                  <a:pt x="89205" y="79375"/>
                </a:lnTo>
                <a:lnTo>
                  <a:pt x="89966" y="78770"/>
                </a:lnTo>
                <a:lnTo>
                  <a:pt x="90711" y="78147"/>
                </a:lnTo>
                <a:lnTo>
                  <a:pt x="91440" y="77506"/>
                </a:lnTo>
                <a:lnTo>
                  <a:pt x="92153" y="76847"/>
                </a:lnTo>
                <a:lnTo>
                  <a:pt x="92849" y="76171"/>
                </a:lnTo>
                <a:lnTo>
                  <a:pt x="93530" y="75477"/>
                </a:lnTo>
                <a:lnTo>
                  <a:pt x="94195" y="74765"/>
                </a:lnTo>
                <a:lnTo>
                  <a:pt x="94844" y="74036"/>
                </a:lnTo>
                <a:lnTo>
                  <a:pt x="95477" y="73288"/>
                </a:lnTo>
                <a:lnTo>
                  <a:pt x="96094" y="72523"/>
                </a:lnTo>
                <a:lnTo>
                  <a:pt x="96694" y="71740"/>
                </a:lnTo>
                <a:lnTo>
                  <a:pt x="97279" y="70940"/>
                </a:lnTo>
                <a:lnTo>
                  <a:pt x="97848" y="70121"/>
                </a:lnTo>
                <a:lnTo>
                  <a:pt x="98397" y="69285"/>
                </a:lnTo>
                <a:lnTo>
                  <a:pt x="98923" y="68430"/>
                </a:lnTo>
                <a:lnTo>
                  <a:pt x="99426" y="67557"/>
                </a:lnTo>
                <a:lnTo>
                  <a:pt x="99905" y="66666"/>
                </a:lnTo>
                <a:lnTo>
                  <a:pt x="100360" y="65756"/>
                </a:lnTo>
                <a:lnTo>
                  <a:pt x="100793" y="64828"/>
                </a:lnTo>
                <a:lnTo>
                  <a:pt x="101202" y="63882"/>
                </a:lnTo>
                <a:lnTo>
                  <a:pt x="101587" y="62917"/>
                </a:lnTo>
                <a:lnTo>
                  <a:pt x="101949" y="61934"/>
                </a:lnTo>
                <a:lnTo>
                  <a:pt x="102288" y="60932"/>
                </a:lnTo>
                <a:lnTo>
                  <a:pt x="102604" y="59913"/>
                </a:lnTo>
                <a:lnTo>
                  <a:pt x="102896" y="58875"/>
                </a:lnTo>
                <a:lnTo>
                  <a:pt x="103165" y="57818"/>
                </a:lnTo>
                <a:lnTo>
                  <a:pt x="103410" y="56744"/>
                </a:lnTo>
                <a:lnTo>
                  <a:pt x="103632" y="55651"/>
                </a:lnTo>
                <a:lnTo>
                  <a:pt x="103831" y="54540"/>
                </a:lnTo>
                <a:lnTo>
                  <a:pt x="104006" y="53410"/>
                </a:lnTo>
                <a:lnTo>
                  <a:pt x="104158" y="52262"/>
                </a:lnTo>
                <a:lnTo>
                  <a:pt x="104286" y="51096"/>
                </a:lnTo>
                <a:lnTo>
                  <a:pt x="104392" y="49911"/>
                </a:lnTo>
                <a:lnTo>
                  <a:pt x="104473" y="48708"/>
                </a:lnTo>
                <a:lnTo>
                  <a:pt x="104532" y="47487"/>
                </a:lnTo>
                <a:lnTo>
                  <a:pt x="104567" y="46247"/>
                </a:lnTo>
                <a:lnTo>
                  <a:pt x="104579" y="44989"/>
                </a:lnTo>
                <a:lnTo>
                  <a:pt x="104567" y="43715"/>
                </a:lnTo>
                <a:lnTo>
                  <a:pt x="104532" y="42459"/>
                </a:lnTo>
                <a:lnTo>
                  <a:pt x="104473" y="41222"/>
                </a:lnTo>
                <a:lnTo>
                  <a:pt x="104392" y="40005"/>
                </a:lnTo>
                <a:lnTo>
                  <a:pt x="104286" y="38806"/>
                </a:lnTo>
                <a:lnTo>
                  <a:pt x="104158" y="37626"/>
                </a:lnTo>
                <a:lnTo>
                  <a:pt x="104006" y="36466"/>
                </a:lnTo>
                <a:lnTo>
                  <a:pt x="103831" y="35324"/>
                </a:lnTo>
                <a:lnTo>
                  <a:pt x="103632" y="34202"/>
                </a:lnTo>
                <a:lnTo>
                  <a:pt x="103410" y="33099"/>
                </a:lnTo>
                <a:lnTo>
                  <a:pt x="103165" y="32014"/>
                </a:lnTo>
                <a:lnTo>
                  <a:pt x="102896" y="30949"/>
                </a:lnTo>
                <a:lnTo>
                  <a:pt x="102604" y="29903"/>
                </a:lnTo>
                <a:lnTo>
                  <a:pt x="102288" y="28875"/>
                </a:lnTo>
                <a:lnTo>
                  <a:pt x="101949" y="27867"/>
                </a:lnTo>
                <a:lnTo>
                  <a:pt x="101587" y="26878"/>
                </a:lnTo>
                <a:lnTo>
                  <a:pt x="101202" y="25908"/>
                </a:lnTo>
                <a:lnTo>
                  <a:pt x="100793" y="24957"/>
                </a:lnTo>
                <a:lnTo>
                  <a:pt x="100360" y="24025"/>
                </a:lnTo>
                <a:lnTo>
                  <a:pt x="99905" y="23112"/>
                </a:lnTo>
                <a:lnTo>
                  <a:pt x="99426" y="22218"/>
                </a:lnTo>
                <a:lnTo>
                  <a:pt x="98923" y="21343"/>
                </a:lnTo>
                <a:lnTo>
                  <a:pt x="98397" y="20487"/>
                </a:lnTo>
                <a:lnTo>
                  <a:pt x="97848" y="19651"/>
                </a:lnTo>
                <a:lnTo>
                  <a:pt x="97279" y="18832"/>
                </a:lnTo>
                <a:lnTo>
                  <a:pt x="96694" y="18031"/>
                </a:lnTo>
                <a:lnTo>
                  <a:pt x="96094" y="17248"/>
                </a:lnTo>
                <a:lnTo>
                  <a:pt x="95477" y="16482"/>
                </a:lnTo>
                <a:lnTo>
                  <a:pt x="94844" y="15734"/>
                </a:lnTo>
                <a:lnTo>
                  <a:pt x="94195" y="15004"/>
                </a:lnTo>
                <a:lnTo>
                  <a:pt x="93530" y="14291"/>
                </a:lnTo>
                <a:lnTo>
                  <a:pt x="92849" y="13595"/>
                </a:lnTo>
                <a:lnTo>
                  <a:pt x="92153" y="12918"/>
                </a:lnTo>
                <a:lnTo>
                  <a:pt x="91440" y="12258"/>
                </a:lnTo>
                <a:lnTo>
                  <a:pt x="90711" y="11615"/>
                </a:lnTo>
                <a:lnTo>
                  <a:pt x="89966" y="10990"/>
                </a:lnTo>
                <a:lnTo>
                  <a:pt x="89205" y="10383"/>
                </a:lnTo>
                <a:lnTo>
                  <a:pt x="88428" y="9793"/>
                </a:lnTo>
                <a:lnTo>
                  <a:pt x="87635" y="9221"/>
                </a:lnTo>
                <a:lnTo>
                  <a:pt x="86827" y="8666"/>
                </a:lnTo>
                <a:lnTo>
                  <a:pt x="86002" y="8129"/>
                </a:lnTo>
                <a:lnTo>
                  <a:pt x="85161" y="7610"/>
                </a:lnTo>
                <a:lnTo>
                  <a:pt x="84304" y="7108"/>
                </a:lnTo>
                <a:lnTo>
                  <a:pt x="83431" y="6624"/>
                </a:lnTo>
                <a:lnTo>
                  <a:pt x="82542" y="6157"/>
                </a:lnTo>
                <a:lnTo>
                  <a:pt x="81638" y="5708"/>
                </a:lnTo>
                <a:lnTo>
                  <a:pt x="80717" y="5277"/>
                </a:lnTo>
                <a:lnTo>
                  <a:pt x="79780" y="4863"/>
                </a:lnTo>
                <a:lnTo>
                  <a:pt x="78831" y="4466"/>
                </a:lnTo>
                <a:lnTo>
                  <a:pt x="77873" y="4087"/>
                </a:lnTo>
                <a:lnTo>
                  <a:pt x="76907" y="3723"/>
                </a:lnTo>
                <a:lnTo>
                  <a:pt x="75933" y="3377"/>
                </a:lnTo>
                <a:lnTo>
                  <a:pt x="74950" y="3048"/>
                </a:lnTo>
                <a:lnTo>
                  <a:pt x="73959" y="2736"/>
                </a:lnTo>
                <a:lnTo>
                  <a:pt x="72959" y="2440"/>
                </a:lnTo>
                <a:lnTo>
                  <a:pt x="71951" y="2161"/>
                </a:lnTo>
                <a:lnTo>
                  <a:pt x="70934" y="1900"/>
                </a:lnTo>
                <a:lnTo>
                  <a:pt x="69909" y="1655"/>
                </a:lnTo>
                <a:lnTo>
                  <a:pt x="68876" y="1427"/>
                </a:lnTo>
                <a:lnTo>
                  <a:pt x="67834" y="1216"/>
                </a:lnTo>
                <a:lnTo>
                  <a:pt x="66783" y="1022"/>
                </a:lnTo>
                <a:lnTo>
                  <a:pt x="65724" y="844"/>
                </a:lnTo>
                <a:lnTo>
                  <a:pt x="64657" y="684"/>
                </a:lnTo>
                <a:lnTo>
                  <a:pt x="63581" y="540"/>
                </a:lnTo>
                <a:lnTo>
                  <a:pt x="62497" y="414"/>
                </a:lnTo>
                <a:lnTo>
                  <a:pt x="61404" y="304"/>
                </a:lnTo>
                <a:lnTo>
                  <a:pt x="60303" y="211"/>
                </a:lnTo>
                <a:lnTo>
                  <a:pt x="59194" y="135"/>
                </a:lnTo>
                <a:lnTo>
                  <a:pt x="58076" y="76"/>
                </a:lnTo>
                <a:lnTo>
                  <a:pt x="56949" y="34"/>
                </a:lnTo>
                <a:lnTo>
                  <a:pt x="55814" y="8"/>
                </a:lnTo>
                <a:lnTo>
                  <a:pt x="54671" y="0"/>
                </a:lnTo>
                <a:lnTo>
                  <a:pt x="0" y="0"/>
                </a:lnTo>
                <a:lnTo>
                  <a:pt x="0" y="139369"/>
                </a:lnTo>
                <a:lnTo>
                  <a:pt x="29096" y="139369"/>
                </a:lnTo>
                <a:lnTo>
                  <a:pt x="29096" y="89668"/>
                </a:lnTo>
                <a:lnTo>
                  <a:pt x="54671" y="89668"/>
                </a:lnTo>
                <a:lnTo>
                  <a:pt x="55814" y="89660"/>
                </a:lnTo>
                <a:lnTo>
                  <a:pt x="56949" y="89635"/>
                </a:lnTo>
                <a:close/>
                <a:moveTo>
                  <a:pt x="54384" y="23587"/>
                </a:moveTo>
                <a:lnTo>
                  <a:pt x="55163" y="23651"/>
                </a:lnTo>
                <a:lnTo>
                  <a:pt x="55929" y="23733"/>
                </a:lnTo>
                <a:lnTo>
                  <a:pt x="56683" y="23834"/>
                </a:lnTo>
                <a:lnTo>
                  <a:pt x="57426" y="23952"/>
                </a:lnTo>
                <a:lnTo>
                  <a:pt x="58157" y="24090"/>
                </a:lnTo>
                <a:lnTo>
                  <a:pt x="58876" y="24245"/>
                </a:lnTo>
                <a:lnTo>
                  <a:pt x="59583" y="24419"/>
                </a:lnTo>
                <a:lnTo>
                  <a:pt x="60278" y="24611"/>
                </a:lnTo>
                <a:lnTo>
                  <a:pt x="60961" y="24821"/>
                </a:lnTo>
                <a:lnTo>
                  <a:pt x="61632" y="25050"/>
                </a:lnTo>
                <a:lnTo>
                  <a:pt x="62292" y="25297"/>
                </a:lnTo>
                <a:lnTo>
                  <a:pt x="62940" y="25562"/>
                </a:lnTo>
                <a:lnTo>
                  <a:pt x="63575" y="25846"/>
                </a:lnTo>
                <a:lnTo>
                  <a:pt x="64199" y="26147"/>
                </a:lnTo>
                <a:lnTo>
                  <a:pt x="64811" y="26467"/>
                </a:lnTo>
                <a:lnTo>
                  <a:pt x="65412" y="26806"/>
                </a:lnTo>
                <a:lnTo>
                  <a:pt x="66000" y="27162"/>
                </a:lnTo>
                <a:lnTo>
                  <a:pt x="66577" y="27537"/>
                </a:lnTo>
                <a:lnTo>
                  <a:pt x="67141" y="27931"/>
                </a:lnTo>
                <a:lnTo>
                  <a:pt x="67694" y="28342"/>
                </a:lnTo>
                <a:lnTo>
                  <a:pt x="68235" y="28772"/>
                </a:lnTo>
                <a:lnTo>
                  <a:pt x="68759" y="29221"/>
                </a:lnTo>
                <a:lnTo>
                  <a:pt x="69260" y="29689"/>
                </a:lnTo>
                <a:lnTo>
                  <a:pt x="69739" y="30178"/>
                </a:lnTo>
                <a:lnTo>
                  <a:pt x="70196" y="30686"/>
                </a:lnTo>
                <a:lnTo>
                  <a:pt x="70631" y="31214"/>
                </a:lnTo>
                <a:lnTo>
                  <a:pt x="71043" y="31761"/>
                </a:lnTo>
                <a:lnTo>
                  <a:pt x="71434" y="32328"/>
                </a:lnTo>
                <a:lnTo>
                  <a:pt x="71801" y="32915"/>
                </a:lnTo>
                <a:lnTo>
                  <a:pt x="72147" y="33522"/>
                </a:lnTo>
                <a:lnTo>
                  <a:pt x="72470" y="34148"/>
                </a:lnTo>
                <a:lnTo>
                  <a:pt x="72771" y="34794"/>
                </a:lnTo>
                <a:lnTo>
                  <a:pt x="73050" y="35460"/>
                </a:lnTo>
                <a:lnTo>
                  <a:pt x="73306" y="36146"/>
                </a:lnTo>
                <a:lnTo>
                  <a:pt x="73540" y="36851"/>
                </a:lnTo>
                <a:lnTo>
                  <a:pt x="73752" y="37576"/>
                </a:lnTo>
                <a:lnTo>
                  <a:pt x="73941" y="38321"/>
                </a:lnTo>
                <a:lnTo>
                  <a:pt x="74108" y="39086"/>
                </a:lnTo>
                <a:lnTo>
                  <a:pt x="74253" y="39870"/>
                </a:lnTo>
                <a:lnTo>
                  <a:pt x="74376" y="40674"/>
                </a:lnTo>
                <a:lnTo>
                  <a:pt x="74476" y="41497"/>
                </a:lnTo>
                <a:lnTo>
                  <a:pt x="74554" y="42341"/>
                </a:lnTo>
                <a:lnTo>
                  <a:pt x="74610" y="43204"/>
                </a:lnTo>
                <a:lnTo>
                  <a:pt x="74643" y="44087"/>
                </a:lnTo>
                <a:lnTo>
                  <a:pt x="74655" y="44989"/>
                </a:lnTo>
                <a:lnTo>
                  <a:pt x="74644" y="45858"/>
                </a:lnTo>
                <a:lnTo>
                  <a:pt x="74611" y="46710"/>
                </a:lnTo>
                <a:lnTo>
                  <a:pt x="74557" y="47543"/>
                </a:lnTo>
                <a:lnTo>
                  <a:pt x="74481" y="48358"/>
                </a:lnTo>
                <a:lnTo>
                  <a:pt x="74383" y="49155"/>
                </a:lnTo>
                <a:lnTo>
                  <a:pt x="74263" y="49934"/>
                </a:lnTo>
                <a:lnTo>
                  <a:pt x="74122" y="50696"/>
                </a:lnTo>
                <a:lnTo>
                  <a:pt x="73959" y="51439"/>
                </a:lnTo>
                <a:lnTo>
                  <a:pt x="73774" y="52165"/>
                </a:lnTo>
                <a:lnTo>
                  <a:pt x="73567" y="52872"/>
                </a:lnTo>
                <a:lnTo>
                  <a:pt x="73339" y="53562"/>
                </a:lnTo>
                <a:lnTo>
                  <a:pt x="73088" y="54234"/>
                </a:lnTo>
                <a:lnTo>
                  <a:pt x="72817" y="54888"/>
                </a:lnTo>
                <a:lnTo>
                  <a:pt x="72523" y="55524"/>
                </a:lnTo>
                <a:lnTo>
                  <a:pt x="72208" y="56142"/>
                </a:lnTo>
                <a:lnTo>
                  <a:pt x="71870" y="56742"/>
                </a:lnTo>
                <a:lnTo>
                  <a:pt x="71512" y="57324"/>
                </a:lnTo>
                <a:lnTo>
                  <a:pt x="71131" y="57888"/>
                </a:lnTo>
                <a:lnTo>
                  <a:pt x="70728" y="58434"/>
                </a:lnTo>
                <a:lnTo>
                  <a:pt x="70304" y="58962"/>
                </a:lnTo>
                <a:lnTo>
                  <a:pt x="69858" y="59473"/>
                </a:lnTo>
                <a:lnTo>
                  <a:pt x="69391" y="59965"/>
                </a:lnTo>
                <a:lnTo>
                  <a:pt x="68901" y="60440"/>
                </a:lnTo>
                <a:lnTo>
                  <a:pt x="68390" y="60896"/>
                </a:lnTo>
                <a:lnTo>
                  <a:pt x="67861" y="61335"/>
                </a:lnTo>
                <a:lnTo>
                  <a:pt x="67319" y="61754"/>
                </a:lnTo>
                <a:lnTo>
                  <a:pt x="66763" y="62155"/>
                </a:lnTo>
                <a:lnTo>
                  <a:pt x="66194" y="62538"/>
                </a:lnTo>
                <a:lnTo>
                  <a:pt x="65612" y="62901"/>
                </a:lnTo>
                <a:lnTo>
                  <a:pt x="65015" y="63246"/>
                </a:lnTo>
                <a:lnTo>
                  <a:pt x="64406" y="63573"/>
                </a:lnTo>
                <a:lnTo>
                  <a:pt x="63783" y="63880"/>
                </a:lnTo>
                <a:lnTo>
                  <a:pt x="63146" y="64169"/>
                </a:lnTo>
                <a:lnTo>
                  <a:pt x="62496" y="64440"/>
                </a:lnTo>
                <a:lnTo>
                  <a:pt x="61832" y="64692"/>
                </a:lnTo>
                <a:lnTo>
                  <a:pt x="61155" y="64925"/>
                </a:lnTo>
                <a:lnTo>
                  <a:pt x="60465" y="65139"/>
                </a:lnTo>
                <a:lnTo>
                  <a:pt x="59761" y="65335"/>
                </a:lnTo>
                <a:lnTo>
                  <a:pt x="59043" y="65512"/>
                </a:lnTo>
                <a:lnTo>
                  <a:pt x="58312" y="65671"/>
                </a:lnTo>
                <a:lnTo>
                  <a:pt x="57568" y="65811"/>
                </a:lnTo>
                <a:lnTo>
                  <a:pt x="56810" y="65932"/>
                </a:lnTo>
                <a:lnTo>
                  <a:pt x="56038" y="66034"/>
                </a:lnTo>
                <a:lnTo>
                  <a:pt x="55253" y="66118"/>
                </a:lnTo>
                <a:lnTo>
                  <a:pt x="54455" y="66184"/>
                </a:lnTo>
                <a:lnTo>
                  <a:pt x="53643" y="66230"/>
                </a:lnTo>
                <a:lnTo>
                  <a:pt x="52817" y="66258"/>
                </a:lnTo>
                <a:lnTo>
                  <a:pt x="51979" y="66268"/>
                </a:lnTo>
                <a:lnTo>
                  <a:pt x="29096" y="66268"/>
                </a:lnTo>
                <a:lnTo>
                  <a:pt x="29096" y="23504"/>
                </a:lnTo>
                <a:lnTo>
                  <a:pt x="51979" y="23504"/>
                </a:lnTo>
                <a:lnTo>
                  <a:pt x="52792" y="23513"/>
                </a:lnTo>
                <a:lnTo>
                  <a:pt x="53594" y="23541"/>
                </a:lnTo>
                <a:lnTo>
                  <a:pt x="54384" y="23587"/>
                </a:lnTo>
                <a:close/>
                <a:moveTo>
                  <a:pt x="780653" y="37866"/>
                </a:moveTo>
                <a:lnTo>
                  <a:pt x="814201" y="94845"/>
                </a:lnTo>
                <a:lnTo>
                  <a:pt x="832114" y="94845"/>
                </a:lnTo>
                <a:lnTo>
                  <a:pt x="864937" y="37703"/>
                </a:lnTo>
                <a:lnTo>
                  <a:pt x="864937" y="139369"/>
                </a:lnTo>
                <a:lnTo>
                  <a:pt x="893619" y="139369"/>
                </a:lnTo>
                <a:lnTo>
                  <a:pt x="893619" y="0"/>
                </a:lnTo>
                <a:lnTo>
                  <a:pt x="861417" y="0"/>
                </a:lnTo>
                <a:lnTo>
                  <a:pt x="824100" y="64408"/>
                </a:lnTo>
                <a:lnTo>
                  <a:pt x="786245" y="0"/>
                </a:lnTo>
                <a:lnTo>
                  <a:pt x="752800" y="0"/>
                </a:lnTo>
                <a:lnTo>
                  <a:pt x="752800" y="139369"/>
                </a:lnTo>
                <a:lnTo>
                  <a:pt x="780653" y="139369"/>
                </a:lnTo>
                <a:lnTo>
                  <a:pt x="780653" y="37866"/>
                </a:lnTo>
                <a:close/>
                <a:moveTo>
                  <a:pt x="679998" y="118136"/>
                </a:moveTo>
                <a:lnTo>
                  <a:pt x="679371" y="118115"/>
                </a:lnTo>
                <a:lnTo>
                  <a:pt x="678765" y="118082"/>
                </a:lnTo>
                <a:lnTo>
                  <a:pt x="678177" y="118034"/>
                </a:lnTo>
                <a:lnTo>
                  <a:pt x="677610" y="117973"/>
                </a:lnTo>
                <a:lnTo>
                  <a:pt x="677062" y="117898"/>
                </a:lnTo>
                <a:lnTo>
                  <a:pt x="676533" y="117810"/>
                </a:lnTo>
                <a:lnTo>
                  <a:pt x="676025" y="117708"/>
                </a:lnTo>
                <a:lnTo>
                  <a:pt x="675535" y="117593"/>
                </a:lnTo>
                <a:lnTo>
                  <a:pt x="675066" y="117463"/>
                </a:lnTo>
                <a:lnTo>
                  <a:pt x="674616" y="117321"/>
                </a:lnTo>
                <a:lnTo>
                  <a:pt x="674185" y="117165"/>
                </a:lnTo>
                <a:lnTo>
                  <a:pt x="673774" y="116995"/>
                </a:lnTo>
                <a:lnTo>
                  <a:pt x="673383" y="116811"/>
                </a:lnTo>
                <a:lnTo>
                  <a:pt x="673012" y="116615"/>
                </a:lnTo>
                <a:lnTo>
                  <a:pt x="672660" y="116404"/>
                </a:lnTo>
                <a:lnTo>
                  <a:pt x="672327" y="116180"/>
                </a:lnTo>
                <a:lnTo>
                  <a:pt x="672014" y="115942"/>
                </a:lnTo>
                <a:lnTo>
                  <a:pt x="671721" y="115691"/>
                </a:lnTo>
                <a:lnTo>
                  <a:pt x="671447" y="115426"/>
                </a:lnTo>
                <a:lnTo>
                  <a:pt x="671193" y="115148"/>
                </a:lnTo>
                <a:lnTo>
                  <a:pt x="670959" y="114855"/>
                </a:lnTo>
                <a:lnTo>
                  <a:pt x="670744" y="114550"/>
                </a:lnTo>
                <a:lnTo>
                  <a:pt x="670548" y="114231"/>
                </a:lnTo>
                <a:lnTo>
                  <a:pt x="670367" y="113897"/>
                </a:lnTo>
                <a:lnTo>
                  <a:pt x="670193" y="113549"/>
                </a:lnTo>
                <a:lnTo>
                  <a:pt x="670027" y="113187"/>
                </a:lnTo>
                <a:lnTo>
                  <a:pt x="669868" y="112809"/>
                </a:lnTo>
                <a:lnTo>
                  <a:pt x="669717" y="112417"/>
                </a:lnTo>
                <a:lnTo>
                  <a:pt x="669574" y="112010"/>
                </a:lnTo>
                <a:lnTo>
                  <a:pt x="669439" y="111589"/>
                </a:lnTo>
                <a:lnTo>
                  <a:pt x="669312" y="111153"/>
                </a:lnTo>
                <a:lnTo>
                  <a:pt x="669192" y="110702"/>
                </a:lnTo>
                <a:lnTo>
                  <a:pt x="669080" y="110236"/>
                </a:lnTo>
                <a:lnTo>
                  <a:pt x="668975" y="109756"/>
                </a:lnTo>
                <a:lnTo>
                  <a:pt x="668879" y="109261"/>
                </a:lnTo>
                <a:lnTo>
                  <a:pt x="668790" y="108752"/>
                </a:lnTo>
                <a:lnTo>
                  <a:pt x="668709" y="108228"/>
                </a:lnTo>
                <a:lnTo>
                  <a:pt x="668635" y="107689"/>
                </a:lnTo>
                <a:lnTo>
                  <a:pt x="668570" y="107135"/>
                </a:lnTo>
                <a:lnTo>
                  <a:pt x="668512" y="106567"/>
                </a:lnTo>
                <a:lnTo>
                  <a:pt x="668461" y="105984"/>
                </a:lnTo>
                <a:lnTo>
                  <a:pt x="668419" y="105386"/>
                </a:lnTo>
                <a:lnTo>
                  <a:pt x="668384" y="104774"/>
                </a:lnTo>
                <a:lnTo>
                  <a:pt x="668357" y="104147"/>
                </a:lnTo>
                <a:lnTo>
                  <a:pt x="668338" y="103505"/>
                </a:lnTo>
                <a:lnTo>
                  <a:pt x="668326" y="102849"/>
                </a:lnTo>
                <a:lnTo>
                  <a:pt x="668322" y="102178"/>
                </a:lnTo>
                <a:lnTo>
                  <a:pt x="668322" y="58191"/>
                </a:lnTo>
                <a:lnTo>
                  <a:pt x="690377" y="58191"/>
                </a:lnTo>
                <a:lnTo>
                  <a:pt x="690377" y="37068"/>
                </a:lnTo>
                <a:lnTo>
                  <a:pt x="668322" y="37068"/>
                </a:lnTo>
                <a:lnTo>
                  <a:pt x="668322" y="13254"/>
                </a:lnTo>
                <a:lnTo>
                  <a:pt x="640883" y="13254"/>
                </a:lnTo>
                <a:lnTo>
                  <a:pt x="640883" y="37068"/>
                </a:lnTo>
                <a:lnTo>
                  <a:pt x="624109" y="37068"/>
                </a:lnTo>
                <a:lnTo>
                  <a:pt x="624109" y="58191"/>
                </a:lnTo>
                <a:lnTo>
                  <a:pt x="640883" y="58191"/>
                </a:lnTo>
                <a:lnTo>
                  <a:pt x="640883" y="103618"/>
                </a:lnTo>
                <a:lnTo>
                  <a:pt x="640889" y="104661"/>
                </a:lnTo>
                <a:lnTo>
                  <a:pt x="640906" y="105687"/>
                </a:lnTo>
                <a:lnTo>
                  <a:pt x="640935" y="106698"/>
                </a:lnTo>
                <a:lnTo>
                  <a:pt x="640975" y="107691"/>
                </a:lnTo>
                <a:lnTo>
                  <a:pt x="641027" y="108668"/>
                </a:lnTo>
                <a:lnTo>
                  <a:pt x="641090" y="109628"/>
                </a:lnTo>
                <a:lnTo>
                  <a:pt x="641165" y="110572"/>
                </a:lnTo>
                <a:lnTo>
                  <a:pt x="641251" y="111499"/>
                </a:lnTo>
                <a:lnTo>
                  <a:pt x="641349" y="112409"/>
                </a:lnTo>
                <a:lnTo>
                  <a:pt x="641459" y="113303"/>
                </a:lnTo>
                <a:lnTo>
                  <a:pt x="641579" y="114180"/>
                </a:lnTo>
                <a:lnTo>
                  <a:pt x="641712" y="115040"/>
                </a:lnTo>
                <a:lnTo>
                  <a:pt x="641855" y="115884"/>
                </a:lnTo>
                <a:lnTo>
                  <a:pt x="642011" y="116712"/>
                </a:lnTo>
                <a:lnTo>
                  <a:pt x="642178" y="117522"/>
                </a:lnTo>
                <a:lnTo>
                  <a:pt x="642356" y="118316"/>
                </a:lnTo>
                <a:lnTo>
                  <a:pt x="642546" y="119094"/>
                </a:lnTo>
                <a:lnTo>
                  <a:pt x="642747" y="119855"/>
                </a:lnTo>
                <a:lnTo>
                  <a:pt x="642960" y="120599"/>
                </a:lnTo>
                <a:lnTo>
                  <a:pt x="643184" y="121326"/>
                </a:lnTo>
                <a:lnTo>
                  <a:pt x="643420" y="122037"/>
                </a:lnTo>
                <a:lnTo>
                  <a:pt x="643667" y="122732"/>
                </a:lnTo>
                <a:lnTo>
                  <a:pt x="643926" y="123409"/>
                </a:lnTo>
                <a:lnTo>
                  <a:pt x="644197" y="124070"/>
                </a:lnTo>
                <a:lnTo>
                  <a:pt x="644482" y="124716"/>
                </a:lnTo>
                <a:lnTo>
                  <a:pt x="644784" y="125348"/>
                </a:lnTo>
                <a:lnTo>
                  <a:pt x="645105" y="125965"/>
                </a:lnTo>
                <a:lnTo>
                  <a:pt x="645444" y="126568"/>
                </a:lnTo>
                <a:lnTo>
                  <a:pt x="645800" y="127157"/>
                </a:lnTo>
                <a:lnTo>
                  <a:pt x="646174" y="127731"/>
                </a:lnTo>
                <a:lnTo>
                  <a:pt x="646565" y="128291"/>
                </a:lnTo>
                <a:lnTo>
                  <a:pt x="646975" y="128837"/>
                </a:lnTo>
                <a:lnTo>
                  <a:pt x="647402" y="129369"/>
                </a:lnTo>
                <a:lnTo>
                  <a:pt x="647848" y="129887"/>
                </a:lnTo>
                <a:lnTo>
                  <a:pt x="648311" y="130390"/>
                </a:lnTo>
                <a:lnTo>
                  <a:pt x="648791" y="130879"/>
                </a:lnTo>
                <a:lnTo>
                  <a:pt x="649290" y="131354"/>
                </a:lnTo>
                <a:lnTo>
                  <a:pt x="649806" y="131815"/>
                </a:lnTo>
                <a:lnTo>
                  <a:pt x="650340" y="132261"/>
                </a:lnTo>
                <a:lnTo>
                  <a:pt x="650892" y="132693"/>
                </a:lnTo>
                <a:lnTo>
                  <a:pt x="651462" y="133111"/>
                </a:lnTo>
                <a:lnTo>
                  <a:pt x="652050" y="133515"/>
                </a:lnTo>
                <a:lnTo>
                  <a:pt x="652655" y="133904"/>
                </a:lnTo>
                <a:lnTo>
                  <a:pt x="653278" y="134280"/>
                </a:lnTo>
                <a:lnTo>
                  <a:pt x="653919" y="134641"/>
                </a:lnTo>
                <a:lnTo>
                  <a:pt x="654578" y="134987"/>
                </a:lnTo>
                <a:lnTo>
                  <a:pt x="655254" y="135320"/>
                </a:lnTo>
                <a:lnTo>
                  <a:pt x="655949" y="135638"/>
                </a:lnTo>
                <a:lnTo>
                  <a:pt x="656664" y="135943"/>
                </a:lnTo>
                <a:lnTo>
                  <a:pt x="657403" y="136234"/>
                </a:lnTo>
                <a:lnTo>
                  <a:pt x="658166" y="136513"/>
                </a:lnTo>
                <a:lnTo>
                  <a:pt x="658953" y="136778"/>
                </a:lnTo>
                <a:lnTo>
                  <a:pt x="659764" y="137031"/>
                </a:lnTo>
                <a:lnTo>
                  <a:pt x="660599" y="137270"/>
                </a:lnTo>
                <a:lnTo>
                  <a:pt x="661457" y="137497"/>
                </a:lnTo>
                <a:lnTo>
                  <a:pt x="662340" y="137711"/>
                </a:lnTo>
                <a:lnTo>
                  <a:pt x="663246" y="137912"/>
                </a:lnTo>
                <a:lnTo>
                  <a:pt x="664177" y="138099"/>
                </a:lnTo>
                <a:lnTo>
                  <a:pt x="665131" y="138274"/>
                </a:lnTo>
                <a:lnTo>
                  <a:pt x="666109" y="138436"/>
                </a:lnTo>
                <a:lnTo>
                  <a:pt x="667111" y="138585"/>
                </a:lnTo>
                <a:lnTo>
                  <a:pt x="668137" y="138721"/>
                </a:lnTo>
                <a:lnTo>
                  <a:pt x="669187" y="138844"/>
                </a:lnTo>
                <a:lnTo>
                  <a:pt x="670261" y="138954"/>
                </a:lnTo>
                <a:lnTo>
                  <a:pt x="671358" y="139052"/>
                </a:lnTo>
                <a:lnTo>
                  <a:pt x="672480" y="139136"/>
                </a:lnTo>
                <a:lnTo>
                  <a:pt x="673626" y="139207"/>
                </a:lnTo>
                <a:lnTo>
                  <a:pt x="674795" y="139265"/>
                </a:lnTo>
                <a:lnTo>
                  <a:pt x="675988" y="139311"/>
                </a:lnTo>
                <a:lnTo>
                  <a:pt x="677206" y="139343"/>
                </a:lnTo>
                <a:lnTo>
                  <a:pt x="678447" y="139363"/>
                </a:lnTo>
                <a:lnTo>
                  <a:pt x="679712" y="139369"/>
                </a:lnTo>
                <a:lnTo>
                  <a:pt x="690377" y="139369"/>
                </a:lnTo>
                <a:lnTo>
                  <a:pt x="690377" y="118143"/>
                </a:lnTo>
                <a:lnTo>
                  <a:pt x="680644" y="118143"/>
                </a:lnTo>
                <a:lnTo>
                  <a:pt x="679998" y="118136"/>
                </a:lnTo>
                <a:close/>
                <a:moveTo>
                  <a:pt x="153553" y="69786"/>
                </a:moveTo>
                <a:lnTo>
                  <a:pt x="153844" y="69416"/>
                </a:lnTo>
                <a:lnTo>
                  <a:pt x="154140" y="69053"/>
                </a:lnTo>
                <a:lnTo>
                  <a:pt x="154440" y="68697"/>
                </a:lnTo>
                <a:lnTo>
                  <a:pt x="154744" y="68348"/>
                </a:lnTo>
                <a:lnTo>
                  <a:pt x="155052" y="68006"/>
                </a:lnTo>
                <a:lnTo>
                  <a:pt x="155365" y="67671"/>
                </a:lnTo>
                <a:lnTo>
                  <a:pt x="155682" y="67344"/>
                </a:lnTo>
                <a:lnTo>
                  <a:pt x="156003" y="67023"/>
                </a:lnTo>
                <a:lnTo>
                  <a:pt x="156329" y="66710"/>
                </a:lnTo>
                <a:lnTo>
                  <a:pt x="156659" y="66404"/>
                </a:lnTo>
                <a:lnTo>
                  <a:pt x="156994" y="66105"/>
                </a:lnTo>
                <a:lnTo>
                  <a:pt x="157332" y="65813"/>
                </a:lnTo>
                <a:lnTo>
                  <a:pt x="157675" y="65528"/>
                </a:lnTo>
                <a:lnTo>
                  <a:pt x="158023" y="65251"/>
                </a:lnTo>
                <a:lnTo>
                  <a:pt x="158374" y="64980"/>
                </a:lnTo>
                <a:lnTo>
                  <a:pt x="158730" y="64717"/>
                </a:lnTo>
                <a:lnTo>
                  <a:pt x="159090" y="64461"/>
                </a:lnTo>
                <a:lnTo>
                  <a:pt x="159455" y="64212"/>
                </a:lnTo>
                <a:lnTo>
                  <a:pt x="159824" y="63970"/>
                </a:lnTo>
                <a:lnTo>
                  <a:pt x="160197" y="63735"/>
                </a:lnTo>
                <a:lnTo>
                  <a:pt x="160574" y="63508"/>
                </a:lnTo>
                <a:lnTo>
                  <a:pt x="160956" y="63286"/>
                </a:lnTo>
                <a:lnTo>
                  <a:pt x="161341" y="63070"/>
                </a:lnTo>
                <a:lnTo>
                  <a:pt x="161730" y="62860"/>
                </a:lnTo>
                <a:lnTo>
                  <a:pt x="162122" y="62655"/>
                </a:lnTo>
                <a:lnTo>
                  <a:pt x="162518" y="62456"/>
                </a:lnTo>
                <a:lnTo>
                  <a:pt x="162917" y="62262"/>
                </a:lnTo>
                <a:lnTo>
                  <a:pt x="163320" y="62074"/>
                </a:lnTo>
                <a:lnTo>
                  <a:pt x="163727" y="61891"/>
                </a:lnTo>
                <a:lnTo>
                  <a:pt x="164137" y="61713"/>
                </a:lnTo>
                <a:lnTo>
                  <a:pt x="164551" y="61541"/>
                </a:lnTo>
                <a:lnTo>
                  <a:pt x="164968" y="61375"/>
                </a:lnTo>
                <a:lnTo>
                  <a:pt x="165389" y="61214"/>
                </a:lnTo>
                <a:lnTo>
                  <a:pt x="165814" y="61059"/>
                </a:lnTo>
                <a:lnTo>
                  <a:pt x="166242" y="60909"/>
                </a:lnTo>
                <a:lnTo>
                  <a:pt x="166674" y="60764"/>
                </a:lnTo>
                <a:lnTo>
                  <a:pt x="167109" y="60626"/>
                </a:lnTo>
                <a:lnTo>
                  <a:pt x="167548" y="60492"/>
                </a:lnTo>
                <a:lnTo>
                  <a:pt x="167991" y="60364"/>
                </a:lnTo>
                <a:lnTo>
                  <a:pt x="168437" y="60242"/>
                </a:lnTo>
                <a:lnTo>
                  <a:pt x="168887" y="60125"/>
                </a:lnTo>
                <a:lnTo>
                  <a:pt x="169340" y="60013"/>
                </a:lnTo>
                <a:lnTo>
                  <a:pt x="169797" y="59907"/>
                </a:lnTo>
                <a:lnTo>
                  <a:pt x="170258" y="59807"/>
                </a:lnTo>
                <a:lnTo>
                  <a:pt x="170722" y="59712"/>
                </a:lnTo>
                <a:lnTo>
                  <a:pt x="171189" y="59622"/>
                </a:lnTo>
                <a:lnTo>
                  <a:pt x="171657" y="59535"/>
                </a:lnTo>
                <a:lnTo>
                  <a:pt x="172128" y="59453"/>
                </a:lnTo>
                <a:lnTo>
                  <a:pt x="172600" y="59374"/>
                </a:lnTo>
                <a:lnTo>
                  <a:pt x="173074" y="59299"/>
                </a:lnTo>
                <a:lnTo>
                  <a:pt x="173550" y="59228"/>
                </a:lnTo>
                <a:lnTo>
                  <a:pt x="174027" y="59161"/>
                </a:lnTo>
                <a:lnTo>
                  <a:pt x="174507" y="59097"/>
                </a:lnTo>
                <a:lnTo>
                  <a:pt x="174988" y="59038"/>
                </a:lnTo>
                <a:lnTo>
                  <a:pt x="175471" y="58982"/>
                </a:lnTo>
                <a:lnTo>
                  <a:pt x="175956" y="58930"/>
                </a:lnTo>
                <a:lnTo>
                  <a:pt x="176442" y="58882"/>
                </a:lnTo>
                <a:lnTo>
                  <a:pt x="176931" y="58838"/>
                </a:lnTo>
                <a:lnTo>
                  <a:pt x="177421" y="58798"/>
                </a:lnTo>
                <a:lnTo>
                  <a:pt x="177913" y="58761"/>
                </a:lnTo>
                <a:lnTo>
                  <a:pt x="178407" y="58728"/>
                </a:lnTo>
                <a:lnTo>
                  <a:pt x="178903" y="58700"/>
                </a:lnTo>
                <a:lnTo>
                  <a:pt x="179400" y="58675"/>
                </a:lnTo>
                <a:lnTo>
                  <a:pt x="179899" y="58653"/>
                </a:lnTo>
                <a:lnTo>
                  <a:pt x="180400" y="58636"/>
                </a:lnTo>
                <a:lnTo>
                  <a:pt x="180903" y="58623"/>
                </a:lnTo>
                <a:lnTo>
                  <a:pt x="181408" y="58613"/>
                </a:lnTo>
                <a:lnTo>
                  <a:pt x="181914" y="58607"/>
                </a:lnTo>
                <a:lnTo>
                  <a:pt x="182422" y="58605"/>
                </a:lnTo>
                <a:lnTo>
                  <a:pt x="185011" y="58605"/>
                </a:lnTo>
                <a:lnTo>
                  <a:pt x="185011" y="35515"/>
                </a:lnTo>
                <a:lnTo>
                  <a:pt x="182940" y="35515"/>
                </a:lnTo>
                <a:lnTo>
                  <a:pt x="182014" y="35524"/>
                </a:lnTo>
                <a:lnTo>
                  <a:pt x="181099" y="35549"/>
                </a:lnTo>
                <a:lnTo>
                  <a:pt x="180196" y="35591"/>
                </a:lnTo>
                <a:lnTo>
                  <a:pt x="179304" y="35650"/>
                </a:lnTo>
                <a:lnTo>
                  <a:pt x="178424" y="35727"/>
                </a:lnTo>
                <a:lnTo>
                  <a:pt x="177556" y="35819"/>
                </a:lnTo>
                <a:lnTo>
                  <a:pt x="176698" y="35929"/>
                </a:lnTo>
                <a:lnTo>
                  <a:pt x="175853" y="36056"/>
                </a:lnTo>
                <a:lnTo>
                  <a:pt x="175019" y="36200"/>
                </a:lnTo>
                <a:lnTo>
                  <a:pt x="174196" y="36360"/>
                </a:lnTo>
                <a:lnTo>
                  <a:pt x="173385" y="36538"/>
                </a:lnTo>
                <a:lnTo>
                  <a:pt x="172585" y="36732"/>
                </a:lnTo>
                <a:lnTo>
                  <a:pt x="171797" y="36943"/>
                </a:lnTo>
                <a:lnTo>
                  <a:pt x="171021" y="37171"/>
                </a:lnTo>
                <a:lnTo>
                  <a:pt x="170256" y="37416"/>
                </a:lnTo>
                <a:lnTo>
                  <a:pt x="169502" y="37678"/>
                </a:lnTo>
                <a:lnTo>
                  <a:pt x="168760" y="37957"/>
                </a:lnTo>
                <a:lnTo>
                  <a:pt x="168030" y="38253"/>
                </a:lnTo>
                <a:lnTo>
                  <a:pt x="167311" y="38565"/>
                </a:lnTo>
                <a:lnTo>
                  <a:pt x="166603" y="38895"/>
                </a:lnTo>
                <a:lnTo>
                  <a:pt x="165907" y="39241"/>
                </a:lnTo>
                <a:lnTo>
                  <a:pt x="165222" y="39605"/>
                </a:lnTo>
                <a:lnTo>
                  <a:pt x="164549" y="39985"/>
                </a:lnTo>
                <a:lnTo>
                  <a:pt x="163888" y="40382"/>
                </a:lnTo>
                <a:lnTo>
                  <a:pt x="163239" y="40795"/>
                </a:lnTo>
                <a:lnTo>
                  <a:pt x="162604" y="41222"/>
                </a:lnTo>
                <a:lnTo>
                  <a:pt x="161982" y="41665"/>
                </a:lnTo>
                <a:lnTo>
                  <a:pt x="161374" y="42122"/>
                </a:lnTo>
                <a:lnTo>
                  <a:pt x="160780" y="42594"/>
                </a:lnTo>
                <a:lnTo>
                  <a:pt x="160199" y="43080"/>
                </a:lnTo>
                <a:lnTo>
                  <a:pt x="159632" y="43582"/>
                </a:lnTo>
                <a:lnTo>
                  <a:pt x="159079" y="44098"/>
                </a:lnTo>
                <a:lnTo>
                  <a:pt x="158539" y="44629"/>
                </a:lnTo>
                <a:lnTo>
                  <a:pt x="158013" y="45174"/>
                </a:lnTo>
                <a:lnTo>
                  <a:pt x="157501" y="45735"/>
                </a:lnTo>
                <a:lnTo>
                  <a:pt x="157002" y="46310"/>
                </a:lnTo>
                <a:lnTo>
                  <a:pt x="156517" y="46899"/>
                </a:lnTo>
                <a:lnTo>
                  <a:pt x="156046" y="47504"/>
                </a:lnTo>
                <a:lnTo>
                  <a:pt x="155588" y="48123"/>
                </a:lnTo>
                <a:lnTo>
                  <a:pt x="155144" y="48757"/>
                </a:lnTo>
                <a:lnTo>
                  <a:pt x="154714" y="49406"/>
                </a:lnTo>
                <a:lnTo>
                  <a:pt x="154297" y="50070"/>
                </a:lnTo>
                <a:lnTo>
                  <a:pt x="153894" y="50748"/>
                </a:lnTo>
                <a:lnTo>
                  <a:pt x="153505" y="51441"/>
                </a:lnTo>
                <a:lnTo>
                  <a:pt x="153129" y="52149"/>
                </a:lnTo>
                <a:lnTo>
                  <a:pt x="152767" y="52871"/>
                </a:lnTo>
                <a:lnTo>
                  <a:pt x="152419" y="53608"/>
                </a:lnTo>
                <a:lnTo>
                  <a:pt x="152084" y="54360"/>
                </a:lnTo>
                <a:lnTo>
                  <a:pt x="151566" y="37068"/>
                </a:lnTo>
                <a:lnTo>
                  <a:pt x="125266" y="37068"/>
                </a:lnTo>
                <a:lnTo>
                  <a:pt x="125266" y="139369"/>
                </a:lnTo>
                <a:lnTo>
                  <a:pt x="152705" y="139369"/>
                </a:lnTo>
                <a:lnTo>
                  <a:pt x="152705" y="70940"/>
                </a:lnTo>
                <a:lnTo>
                  <a:pt x="152983" y="70548"/>
                </a:lnTo>
                <a:lnTo>
                  <a:pt x="153266" y="70164"/>
                </a:lnTo>
                <a:lnTo>
                  <a:pt x="153553" y="69786"/>
                </a:lnTo>
                <a:close/>
                <a:moveTo>
                  <a:pt x="410541" y="48680"/>
                </a:moveTo>
                <a:lnTo>
                  <a:pt x="409962" y="47772"/>
                </a:lnTo>
                <a:lnTo>
                  <a:pt x="409356" y="46893"/>
                </a:lnTo>
                <a:lnTo>
                  <a:pt x="408721" y="46042"/>
                </a:lnTo>
                <a:lnTo>
                  <a:pt x="408057" y="45219"/>
                </a:lnTo>
                <a:lnTo>
                  <a:pt x="407368" y="44427"/>
                </a:lnTo>
                <a:lnTo>
                  <a:pt x="406653" y="43669"/>
                </a:lnTo>
                <a:lnTo>
                  <a:pt x="405914" y="42945"/>
                </a:lnTo>
                <a:lnTo>
                  <a:pt x="405151" y="42254"/>
                </a:lnTo>
                <a:lnTo>
                  <a:pt x="404363" y="41597"/>
                </a:lnTo>
                <a:lnTo>
                  <a:pt x="403550" y="40974"/>
                </a:lnTo>
                <a:lnTo>
                  <a:pt x="402713" y="40384"/>
                </a:lnTo>
                <a:lnTo>
                  <a:pt x="401850" y="39828"/>
                </a:lnTo>
                <a:lnTo>
                  <a:pt x="400964" y="39306"/>
                </a:lnTo>
                <a:lnTo>
                  <a:pt x="400052" y="38817"/>
                </a:lnTo>
                <a:lnTo>
                  <a:pt x="399117" y="38362"/>
                </a:lnTo>
                <a:lnTo>
                  <a:pt x="398156" y="37941"/>
                </a:lnTo>
                <a:lnTo>
                  <a:pt x="397171" y="37554"/>
                </a:lnTo>
                <a:lnTo>
                  <a:pt x="396161" y="37200"/>
                </a:lnTo>
                <a:lnTo>
                  <a:pt x="395127" y="36880"/>
                </a:lnTo>
                <a:lnTo>
                  <a:pt x="394067" y="36593"/>
                </a:lnTo>
                <a:lnTo>
                  <a:pt x="392984" y="36341"/>
                </a:lnTo>
                <a:lnTo>
                  <a:pt x="391875" y="36122"/>
                </a:lnTo>
                <a:lnTo>
                  <a:pt x="390743" y="35936"/>
                </a:lnTo>
                <a:lnTo>
                  <a:pt x="389585" y="35785"/>
                </a:lnTo>
                <a:lnTo>
                  <a:pt x="388403" y="35667"/>
                </a:lnTo>
                <a:lnTo>
                  <a:pt x="387196" y="35583"/>
                </a:lnTo>
                <a:lnTo>
                  <a:pt x="385964" y="35532"/>
                </a:lnTo>
                <a:lnTo>
                  <a:pt x="384708" y="35515"/>
                </a:lnTo>
                <a:lnTo>
                  <a:pt x="383645" y="35524"/>
                </a:lnTo>
                <a:lnTo>
                  <a:pt x="382597" y="35550"/>
                </a:lnTo>
                <a:lnTo>
                  <a:pt x="381562" y="35594"/>
                </a:lnTo>
                <a:lnTo>
                  <a:pt x="380542" y="35655"/>
                </a:lnTo>
                <a:lnTo>
                  <a:pt x="379536" y="35733"/>
                </a:lnTo>
                <a:lnTo>
                  <a:pt x="378544" y="35829"/>
                </a:lnTo>
                <a:lnTo>
                  <a:pt x="377567" y="35942"/>
                </a:lnTo>
                <a:lnTo>
                  <a:pt x="376603" y="36073"/>
                </a:lnTo>
                <a:lnTo>
                  <a:pt x="375654" y="36221"/>
                </a:lnTo>
                <a:lnTo>
                  <a:pt x="374719" y="36387"/>
                </a:lnTo>
                <a:lnTo>
                  <a:pt x="373798" y="36570"/>
                </a:lnTo>
                <a:lnTo>
                  <a:pt x="372891" y="36771"/>
                </a:lnTo>
                <a:lnTo>
                  <a:pt x="371999" y="36989"/>
                </a:lnTo>
                <a:lnTo>
                  <a:pt x="371121" y="37224"/>
                </a:lnTo>
                <a:lnTo>
                  <a:pt x="370257" y="37477"/>
                </a:lnTo>
                <a:lnTo>
                  <a:pt x="369407" y="37747"/>
                </a:lnTo>
                <a:lnTo>
                  <a:pt x="368571" y="38035"/>
                </a:lnTo>
                <a:lnTo>
                  <a:pt x="367750" y="38340"/>
                </a:lnTo>
                <a:lnTo>
                  <a:pt x="366943" y="38663"/>
                </a:lnTo>
                <a:lnTo>
                  <a:pt x="366150" y="39003"/>
                </a:lnTo>
                <a:lnTo>
                  <a:pt x="365371" y="39360"/>
                </a:lnTo>
                <a:lnTo>
                  <a:pt x="364606" y="39735"/>
                </a:lnTo>
                <a:lnTo>
                  <a:pt x="363856" y="40127"/>
                </a:lnTo>
                <a:lnTo>
                  <a:pt x="363120" y="40537"/>
                </a:lnTo>
                <a:lnTo>
                  <a:pt x="362397" y="40958"/>
                </a:lnTo>
                <a:lnTo>
                  <a:pt x="361688" y="41385"/>
                </a:lnTo>
                <a:lnTo>
                  <a:pt x="360991" y="41816"/>
                </a:lnTo>
                <a:lnTo>
                  <a:pt x="360308" y="42253"/>
                </a:lnTo>
                <a:lnTo>
                  <a:pt x="359638" y="42695"/>
                </a:lnTo>
                <a:lnTo>
                  <a:pt x="358981" y="43142"/>
                </a:lnTo>
                <a:lnTo>
                  <a:pt x="358337" y="43594"/>
                </a:lnTo>
                <a:lnTo>
                  <a:pt x="357707" y="44052"/>
                </a:lnTo>
                <a:lnTo>
                  <a:pt x="357089" y="44515"/>
                </a:lnTo>
                <a:lnTo>
                  <a:pt x="356485" y="44983"/>
                </a:lnTo>
                <a:lnTo>
                  <a:pt x="355893" y="45456"/>
                </a:lnTo>
                <a:lnTo>
                  <a:pt x="355315" y="45934"/>
                </a:lnTo>
                <a:lnTo>
                  <a:pt x="354750" y="46418"/>
                </a:lnTo>
                <a:lnTo>
                  <a:pt x="354198" y="46907"/>
                </a:lnTo>
                <a:lnTo>
                  <a:pt x="353659" y="47401"/>
                </a:lnTo>
                <a:lnTo>
                  <a:pt x="353133" y="47900"/>
                </a:lnTo>
                <a:lnTo>
                  <a:pt x="352621" y="48405"/>
                </a:lnTo>
                <a:lnTo>
                  <a:pt x="352121" y="48914"/>
                </a:lnTo>
                <a:lnTo>
                  <a:pt x="351635" y="49429"/>
                </a:lnTo>
                <a:lnTo>
                  <a:pt x="351162" y="49949"/>
                </a:lnTo>
                <a:lnTo>
                  <a:pt x="350702" y="50475"/>
                </a:lnTo>
                <a:lnTo>
                  <a:pt x="350255" y="51005"/>
                </a:lnTo>
                <a:lnTo>
                  <a:pt x="349821" y="51541"/>
                </a:lnTo>
                <a:lnTo>
                  <a:pt x="349400" y="52082"/>
                </a:lnTo>
                <a:lnTo>
                  <a:pt x="348882" y="37068"/>
                </a:lnTo>
                <a:lnTo>
                  <a:pt x="322479" y="37068"/>
                </a:lnTo>
                <a:lnTo>
                  <a:pt x="322479" y="139369"/>
                </a:lnTo>
                <a:lnTo>
                  <a:pt x="349918" y="139369"/>
                </a:lnTo>
                <a:lnTo>
                  <a:pt x="349918" y="70836"/>
                </a:lnTo>
                <a:lnTo>
                  <a:pt x="350283" y="70374"/>
                </a:lnTo>
                <a:lnTo>
                  <a:pt x="350652" y="69918"/>
                </a:lnTo>
                <a:lnTo>
                  <a:pt x="351026" y="69468"/>
                </a:lnTo>
                <a:lnTo>
                  <a:pt x="351405" y="69024"/>
                </a:lnTo>
                <a:lnTo>
                  <a:pt x="351788" y="68585"/>
                </a:lnTo>
                <a:lnTo>
                  <a:pt x="352176" y="68152"/>
                </a:lnTo>
                <a:lnTo>
                  <a:pt x="352569" y="67725"/>
                </a:lnTo>
                <a:lnTo>
                  <a:pt x="352967" y="67304"/>
                </a:lnTo>
                <a:lnTo>
                  <a:pt x="353369" y="66889"/>
                </a:lnTo>
                <a:lnTo>
                  <a:pt x="353776" y="66480"/>
                </a:lnTo>
                <a:lnTo>
                  <a:pt x="354187" y="66076"/>
                </a:lnTo>
                <a:lnTo>
                  <a:pt x="354603" y="65679"/>
                </a:lnTo>
                <a:lnTo>
                  <a:pt x="355024" y="65287"/>
                </a:lnTo>
                <a:lnTo>
                  <a:pt x="355450" y="64901"/>
                </a:lnTo>
                <a:lnTo>
                  <a:pt x="355880" y="64521"/>
                </a:lnTo>
                <a:lnTo>
                  <a:pt x="356315" y="64146"/>
                </a:lnTo>
                <a:lnTo>
                  <a:pt x="356754" y="63778"/>
                </a:lnTo>
                <a:lnTo>
                  <a:pt x="357198" y="63415"/>
                </a:lnTo>
                <a:lnTo>
                  <a:pt x="357647" y="63058"/>
                </a:lnTo>
                <a:lnTo>
                  <a:pt x="358101" y="62708"/>
                </a:lnTo>
                <a:lnTo>
                  <a:pt x="358559" y="62362"/>
                </a:lnTo>
                <a:lnTo>
                  <a:pt x="359022" y="62023"/>
                </a:lnTo>
                <a:lnTo>
                  <a:pt x="359489" y="61690"/>
                </a:lnTo>
                <a:lnTo>
                  <a:pt x="359962" y="61362"/>
                </a:lnTo>
                <a:lnTo>
                  <a:pt x="360440" y="61044"/>
                </a:lnTo>
                <a:lnTo>
                  <a:pt x="360927" y="60740"/>
                </a:lnTo>
                <a:lnTo>
                  <a:pt x="361421" y="60449"/>
                </a:lnTo>
                <a:lnTo>
                  <a:pt x="361923" y="60172"/>
                </a:lnTo>
                <a:lnTo>
                  <a:pt x="362433" y="59908"/>
                </a:lnTo>
                <a:lnTo>
                  <a:pt x="362951" y="59658"/>
                </a:lnTo>
                <a:lnTo>
                  <a:pt x="363477" y="59421"/>
                </a:lnTo>
                <a:lnTo>
                  <a:pt x="364011" y="59198"/>
                </a:lnTo>
                <a:lnTo>
                  <a:pt x="364553" y="58988"/>
                </a:lnTo>
                <a:lnTo>
                  <a:pt x="365103" y="58792"/>
                </a:lnTo>
                <a:lnTo>
                  <a:pt x="365660" y="58609"/>
                </a:lnTo>
                <a:lnTo>
                  <a:pt x="366226" y="58440"/>
                </a:lnTo>
                <a:lnTo>
                  <a:pt x="366799" y="58285"/>
                </a:lnTo>
                <a:lnTo>
                  <a:pt x="367381" y="58143"/>
                </a:lnTo>
                <a:lnTo>
                  <a:pt x="367970" y="58014"/>
                </a:lnTo>
                <a:lnTo>
                  <a:pt x="368567" y="57899"/>
                </a:lnTo>
                <a:lnTo>
                  <a:pt x="369172" y="57798"/>
                </a:lnTo>
                <a:lnTo>
                  <a:pt x="369785" y="57710"/>
                </a:lnTo>
                <a:lnTo>
                  <a:pt x="370406" y="57635"/>
                </a:lnTo>
                <a:lnTo>
                  <a:pt x="371035" y="57575"/>
                </a:lnTo>
                <a:lnTo>
                  <a:pt x="371672" y="57527"/>
                </a:lnTo>
                <a:lnTo>
                  <a:pt x="372316" y="57493"/>
                </a:lnTo>
                <a:lnTo>
                  <a:pt x="372969" y="57473"/>
                </a:lnTo>
                <a:lnTo>
                  <a:pt x="373629" y="57466"/>
                </a:lnTo>
                <a:lnTo>
                  <a:pt x="374074" y="57470"/>
                </a:lnTo>
                <a:lnTo>
                  <a:pt x="374513" y="57482"/>
                </a:lnTo>
                <a:lnTo>
                  <a:pt x="374944" y="57503"/>
                </a:lnTo>
                <a:lnTo>
                  <a:pt x="375368" y="57531"/>
                </a:lnTo>
                <a:lnTo>
                  <a:pt x="375785" y="57567"/>
                </a:lnTo>
                <a:lnTo>
                  <a:pt x="376195" y="57611"/>
                </a:lnTo>
                <a:lnTo>
                  <a:pt x="376598" y="57663"/>
                </a:lnTo>
                <a:lnTo>
                  <a:pt x="376994" y="57724"/>
                </a:lnTo>
                <a:lnTo>
                  <a:pt x="377383" y="57792"/>
                </a:lnTo>
                <a:lnTo>
                  <a:pt x="377766" y="57869"/>
                </a:lnTo>
                <a:lnTo>
                  <a:pt x="378141" y="57953"/>
                </a:lnTo>
                <a:lnTo>
                  <a:pt x="378509" y="58046"/>
                </a:lnTo>
                <a:lnTo>
                  <a:pt x="378870" y="58146"/>
                </a:lnTo>
                <a:lnTo>
                  <a:pt x="379224" y="58255"/>
                </a:lnTo>
                <a:lnTo>
                  <a:pt x="379571" y="58371"/>
                </a:lnTo>
                <a:lnTo>
                  <a:pt x="379911" y="58496"/>
                </a:lnTo>
                <a:lnTo>
                  <a:pt x="380244" y="58629"/>
                </a:lnTo>
                <a:lnTo>
                  <a:pt x="380570" y="58770"/>
                </a:lnTo>
                <a:lnTo>
                  <a:pt x="380889" y="58918"/>
                </a:lnTo>
                <a:lnTo>
                  <a:pt x="381201" y="59075"/>
                </a:lnTo>
                <a:lnTo>
                  <a:pt x="381506" y="59240"/>
                </a:lnTo>
                <a:lnTo>
                  <a:pt x="381804" y="59413"/>
                </a:lnTo>
                <a:lnTo>
                  <a:pt x="382095" y="59594"/>
                </a:lnTo>
                <a:lnTo>
                  <a:pt x="382379" y="59783"/>
                </a:lnTo>
                <a:lnTo>
                  <a:pt x="382656" y="59980"/>
                </a:lnTo>
                <a:lnTo>
                  <a:pt x="382927" y="60182"/>
                </a:lnTo>
                <a:lnTo>
                  <a:pt x="383191" y="60392"/>
                </a:lnTo>
                <a:lnTo>
                  <a:pt x="383449" y="60608"/>
                </a:lnTo>
                <a:lnTo>
                  <a:pt x="383700" y="60831"/>
                </a:lnTo>
                <a:lnTo>
                  <a:pt x="383945" y="61060"/>
                </a:lnTo>
                <a:lnTo>
                  <a:pt x="384183" y="61296"/>
                </a:lnTo>
                <a:lnTo>
                  <a:pt x="384415" y="61538"/>
                </a:lnTo>
                <a:lnTo>
                  <a:pt x="384640" y="61787"/>
                </a:lnTo>
                <a:lnTo>
                  <a:pt x="384859" y="62042"/>
                </a:lnTo>
                <a:lnTo>
                  <a:pt x="385072" y="62305"/>
                </a:lnTo>
                <a:lnTo>
                  <a:pt x="385278" y="62573"/>
                </a:lnTo>
                <a:lnTo>
                  <a:pt x="385477" y="62848"/>
                </a:lnTo>
                <a:lnTo>
                  <a:pt x="385670" y="63130"/>
                </a:lnTo>
                <a:lnTo>
                  <a:pt x="385857" y="63419"/>
                </a:lnTo>
                <a:lnTo>
                  <a:pt x="386037" y="63714"/>
                </a:lnTo>
                <a:lnTo>
                  <a:pt x="386211" y="64015"/>
                </a:lnTo>
                <a:lnTo>
                  <a:pt x="386378" y="64323"/>
                </a:lnTo>
                <a:lnTo>
                  <a:pt x="386539" y="64638"/>
                </a:lnTo>
                <a:lnTo>
                  <a:pt x="386693" y="64959"/>
                </a:lnTo>
                <a:lnTo>
                  <a:pt x="386841" y="65287"/>
                </a:lnTo>
                <a:lnTo>
                  <a:pt x="386982" y="65621"/>
                </a:lnTo>
                <a:lnTo>
                  <a:pt x="387117" y="65962"/>
                </a:lnTo>
                <a:lnTo>
                  <a:pt x="387245" y="66310"/>
                </a:lnTo>
                <a:lnTo>
                  <a:pt x="387368" y="66663"/>
                </a:lnTo>
                <a:lnTo>
                  <a:pt x="387485" y="67021"/>
                </a:lnTo>
                <a:lnTo>
                  <a:pt x="387597" y="67383"/>
                </a:lnTo>
                <a:lnTo>
                  <a:pt x="387704" y="67751"/>
                </a:lnTo>
                <a:lnTo>
                  <a:pt x="387806" y="68123"/>
                </a:lnTo>
                <a:lnTo>
                  <a:pt x="387902" y="68500"/>
                </a:lnTo>
                <a:lnTo>
                  <a:pt x="387993" y="68882"/>
                </a:lnTo>
                <a:lnTo>
                  <a:pt x="388079" y="69269"/>
                </a:lnTo>
                <a:lnTo>
                  <a:pt x="388160" y="69660"/>
                </a:lnTo>
                <a:lnTo>
                  <a:pt x="388236" y="70056"/>
                </a:lnTo>
                <a:lnTo>
                  <a:pt x="388306" y="70457"/>
                </a:lnTo>
                <a:lnTo>
                  <a:pt x="388371" y="70862"/>
                </a:lnTo>
                <a:lnTo>
                  <a:pt x="388431" y="71273"/>
                </a:lnTo>
                <a:lnTo>
                  <a:pt x="388486" y="71688"/>
                </a:lnTo>
                <a:lnTo>
                  <a:pt x="388535" y="72108"/>
                </a:lnTo>
                <a:lnTo>
                  <a:pt x="388580" y="72532"/>
                </a:lnTo>
                <a:lnTo>
                  <a:pt x="388619" y="72962"/>
                </a:lnTo>
                <a:lnTo>
                  <a:pt x="388653" y="73396"/>
                </a:lnTo>
                <a:lnTo>
                  <a:pt x="388681" y="73835"/>
                </a:lnTo>
                <a:lnTo>
                  <a:pt x="388705" y="74279"/>
                </a:lnTo>
                <a:lnTo>
                  <a:pt x="388723" y="74727"/>
                </a:lnTo>
                <a:lnTo>
                  <a:pt x="388736" y="75180"/>
                </a:lnTo>
                <a:lnTo>
                  <a:pt x="388744" y="75638"/>
                </a:lnTo>
                <a:lnTo>
                  <a:pt x="388747" y="76101"/>
                </a:lnTo>
                <a:lnTo>
                  <a:pt x="388747" y="139369"/>
                </a:lnTo>
                <a:lnTo>
                  <a:pt x="416185" y="139369"/>
                </a:lnTo>
                <a:lnTo>
                  <a:pt x="416185" y="72755"/>
                </a:lnTo>
                <a:lnTo>
                  <a:pt x="416171" y="71283"/>
                </a:lnTo>
                <a:lnTo>
                  <a:pt x="416129" y="69840"/>
                </a:lnTo>
                <a:lnTo>
                  <a:pt x="416118" y="69628"/>
                </a:lnTo>
                <a:lnTo>
                  <a:pt x="416360" y="69351"/>
                </a:lnTo>
                <a:lnTo>
                  <a:pt x="416746" y="68920"/>
                </a:lnTo>
                <a:lnTo>
                  <a:pt x="417136" y="68495"/>
                </a:lnTo>
                <a:lnTo>
                  <a:pt x="417530" y="68077"/>
                </a:lnTo>
                <a:lnTo>
                  <a:pt x="417928" y="67664"/>
                </a:lnTo>
                <a:lnTo>
                  <a:pt x="418331" y="67258"/>
                </a:lnTo>
                <a:lnTo>
                  <a:pt x="418737" y="66857"/>
                </a:lnTo>
                <a:lnTo>
                  <a:pt x="419148" y="66463"/>
                </a:lnTo>
                <a:lnTo>
                  <a:pt x="419563" y="66075"/>
                </a:lnTo>
                <a:lnTo>
                  <a:pt x="419982" y="65693"/>
                </a:lnTo>
                <a:lnTo>
                  <a:pt x="420405" y="65317"/>
                </a:lnTo>
                <a:lnTo>
                  <a:pt x="420832" y="64947"/>
                </a:lnTo>
                <a:lnTo>
                  <a:pt x="421263" y="64584"/>
                </a:lnTo>
                <a:lnTo>
                  <a:pt x="421699" y="64226"/>
                </a:lnTo>
                <a:lnTo>
                  <a:pt x="422138" y="63875"/>
                </a:lnTo>
                <a:lnTo>
                  <a:pt x="422582" y="63529"/>
                </a:lnTo>
                <a:lnTo>
                  <a:pt x="423030" y="63190"/>
                </a:lnTo>
                <a:lnTo>
                  <a:pt x="423482" y="62857"/>
                </a:lnTo>
                <a:lnTo>
                  <a:pt x="423938" y="62530"/>
                </a:lnTo>
                <a:lnTo>
                  <a:pt x="424398" y="62209"/>
                </a:lnTo>
                <a:lnTo>
                  <a:pt x="424863" y="61894"/>
                </a:lnTo>
                <a:lnTo>
                  <a:pt x="425331" y="61586"/>
                </a:lnTo>
                <a:lnTo>
                  <a:pt x="425804" y="61283"/>
                </a:lnTo>
                <a:lnTo>
                  <a:pt x="426281" y="60987"/>
                </a:lnTo>
                <a:lnTo>
                  <a:pt x="426764" y="60700"/>
                </a:lnTo>
                <a:lnTo>
                  <a:pt x="427254" y="60425"/>
                </a:lnTo>
                <a:lnTo>
                  <a:pt x="427752" y="60162"/>
                </a:lnTo>
                <a:lnTo>
                  <a:pt x="428258" y="59911"/>
                </a:lnTo>
                <a:lnTo>
                  <a:pt x="428772" y="59673"/>
                </a:lnTo>
                <a:lnTo>
                  <a:pt x="429293" y="59447"/>
                </a:lnTo>
                <a:lnTo>
                  <a:pt x="429822" y="59233"/>
                </a:lnTo>
                <a:lnTo>
                  <a:pt x="430359" y="59031"/>
                </a:lnTo>
                <a:lnTo>
                  <a:pt x="430904" y="58842"/>
                </a:lnTo>
                <a:lnTo>
                  <a:pt x="431456" y="58664"/>
                </a:lnTo>
                <a:lnTo>
                  <a:pt x="432016" y="58499"/>
                </a:lnTo>
                <a:lnTo>
                  <a:pt x="432584" y="58347"/>
                </a:lnTo>
                <a:lnTo>
                  <a:pt x="433160" y="58206"/>
                </a:lnTo>
                <a:lnTo>
                  <a:pt x="433743" y="58078"/>
                </a:lnTo>
                <a:lnTo>
                  <a:pt x="434334" y="57961"/>
                </a:lnTo>
                <a:lnTo>
                  <a:pt x="434932" y="57858"/>
                </a:lnTo>
                <a:lnTo>
                  <a:pt x="435539" y="57766"/>
                </a:lnTo>
                <a:lnTo>
                  <a:pt x="436153" y="57686"/>
                </a:lnTo>
                <a:lnTo>
                  <a:pt x="436775" y="57619"/>
                </a:lnTo>
                <a:lnTo>
                  <a:pt x="437405" y="57564"/>
                </a:lnTo>
                <a:lnTo>
                  <a:pt x="438042" y="57521"/>
                </a:lnTo>
                <a:lnTo>
                  <a:pt x="438687" y="57491"/>
                </a:lnTo>
                <a:lnTo>
                  <a:pt x="439340" y="57473"/>
                </a:lnTo>
                <a:lnTo>
                  <a:pt x="440000" y="57466"/>
                </a:lnTo>
                <a:lnTo>
                  <a:pt x="440446" y="57470"/>
                </a:lnTo>
                <a:lnTo>
                  <a:pt x="440884" y="57482"/>
                </a:lnTo>
                <a:lnTo>
                  <a:pt x="441315" y="57503"/>
                </a:lnTo>
                <a:lnTo>
                  <a:pt x="441739" y="57531"/>
                </a:lnTo>
                <a:lnTo>
                  <a:pt x="442156" y="57567"/>
                </a:lnTo>
                <a:lnTo>
                  <a:pt x="442566" y="57611"/>
                </a:lnTo>
                <a:lnTo>
                  <a:pt x="442969" y="57663"/>
                </a:lnTo>
                <a:lnTo>
                  <a:pt x="443365" y="57724"/>
                </a:lnTo>
                <a:lnTo>
                  <a:pt x="443755" y="57792"/>
                </a:lnTo>
                <a:lnTo>
                  <a:pt x="444137" y="57869"/>
                </a:lnTo>
                <a:lnTo>
                  <a:pt x="444512" y="57953"/>
                </a:lnTo>
                <a:lnTo>
                  <a:pt x="444880" y="58046"/>
                </a:lnTo>
                <a:lnTo>
                  <a:pt x="445241" y="58146"/>
                </a:lnTo>
                <a:lnTo>
                  <a:pt x="445595" y="58255"/>
                </a:lnTo>
                <a:lnTo>
                  <a:pt x="445942" y="58371"/>
                </a:lnTo>
                <a:lnTo>
                  <a:pt x="446282" y="58496"/>
                </a:lnTo>
                <a:lnTo>
                  <a:pt x="446615" y="58629"/>
                </a:lnTo>
                <a:lnTo>
                  <a:pt x="446941" y="58770"/>
                </a:lnTo>
                <a:lnTo>
                  <a:pt x="447260" y="58918"/>
                </a:lnTo>
                <a:lnTo>
                  <a:pt x="447572" y="59075"/>
                </a:lnTo>
                <a:lnTo>
                  <a:pt x="447877" y="59240"/>
                </a:lnTo>
                <a:lnTo>
                  <a:pt x="448175" y="59413"/>
                </a:lnTo>
                <a:lnTo>
                  <a:pt x="448466" y="59594"/>
                </a:lnTo>
                <a:lnTo>
                  <a:pt x="448750" y="59783"/>
                </a:lnTo>
                <a:lnTo>
                  <a:pt x="449027" y="59980"/>
                </a:lnTo>
                <a:lnTo>
                  <a:pt x="449298" y="60182"/>
                </a:lnTo>
                <a:lnTo>
                  <a:pt x="449562" y="60392"/>
                </a:lnTo>
                <a:lnTo>
                  <a:pt x="449820" y="60608"/>
                </a:lnTo>
                <a:lnTo>
                  <a:pt x="450071" y="60831"/>
                </a:lnTo>
                <a:lnTo>
                  <a:pt x="450316" y="61060"/>
                </a:lnTo>
                <a:lnTo>
                  <a:pt x="450554" y="61296"/>
                </a:lnTo>
                <a:lnTo>
                  <a:pt x="450786" y="61538"/>
                </a:lnTo>
                <a:lnTo>
                  <a:pt x="451011" y="61787"/>
                </a:lnTo>
                <a:lnTo>
                  <a:pt x="451230" y="62042"/>
                </a:lnTo>
                <a:lnTo>
                  <a:pt x="451443" y="62305"/>
                </a:lnTo>
                <a:lnTo>
                  <a:pt x="451649" y="62573"/>
                </a:lnTo>
                <a:lnTo>
                  <a:pt x="451848" y="62848"/>
                </a:lnTo>
                <a:lnTo>
                  <a:pt x="452042" y="63130"/>
                </a:lnTo>
                <a:lnTo>
                  <a:pt x="452228" y="63419"/>
                </a:lnTo>
                <a:lnTo>
                  <a:pt x="452408" y="63714"/>
                </a:lnTo>
                <a:lnTo>
                  <a:pt x="452582" y="64015"/>
                </a:lnTo>
                <a:lnTo>
                  <a:pt x="452749" y="64323"/>
                </a:lnTo>
                <a:lnTo>
                  <a:pt x="452910" y="64638"/>
                </a:lnTo>
                <a:lnTo>
                  <a:pt x="453064" y="64959"/>
                </a:lnTo>
                <a:lnTo>
                  <a:pt x="453212" y="65287"/>
                </a:lnTo>
                <a:lnTo>
                  <a:pt x="453353" y="65621"/>
                </a:lnTo>
                <a:lnTo>
                  <a:pt x="453488" y="65962"/>
                </a:lnTo>
                <a:lnTo>
                  <a:pt x="453616" y="66310"/>
                </a:lnTo>
                <a:lnTo>
                  <a:pt x="453739" y="66663"/>
                </a:lnTo>
                <a:lnTo>
                  <a:pt x="453856" y="67021"/>
                </a:lnTo>
                <a:lnTo>
                  <a:pt x="453968" y="67383"/>
                </a:lnTo>
                <a:lnTo>
                  <a:pt x="454075" y="67751"/>
                </a:lnTo>
                <a:lnTo>
                  <a:pt x="454177" y="68123"/>
                </a:lnTo>
                <a:lnTo>
                  <a:pt x="454273" y="68500"/>
                </a:lnTo>
                <a:lnTo>
                  <a:pt x="454364" y="68882"/>
                </a:lnTo>
                <a:lnTo>
                  <a:pt x="454450" y="69269"/>
                </a:lnTo>
                <a:lnTo>
                  <a:pt x="454531" y="69660"/>
                </a:lnTo>
                <a:lnTo>
                  <a:pt x="454607" y="70056"/>
                </a:lnTo>
                <a:lnTo>
                  <a:pt x="454677" y="70457"/>
                </a:lnTo>
                <a:lnTo>
                  <a:pt x="454742" y="70862"/>
                </a:lnTo>
                <a:lnTo>
                  <a:pt x="454802" y="71273"/>
                </a:lnTo>
                <a:lnTo>
                  <a:pt x="454857" y="71688"/>
                </a:lnTo>
                <a:lnTo>
                  <a:pt x="454906" y="72108"/>
                </a:lnTo>
                <a:lnTo>
                  <a:pt x="454951" y="72532"/>
                </a:lnTo>
                <a:lnTo>
                  <a:pt x="454990" y="72962"/>
                </a:lnTo>
                <a:lnTo>
                  <a:pt x="455024" y="73396"/>
                </a:lnTo>
                <a:lnTo>
                  <a:pt x="455052" y="73835"/>
                </a:lnTo>
                <a:lnTo>
                  <a:pt x="455076" y="74279"/>
                </a:lnTo>
                <a:lnTo>
                  <a:pt x="455094" y="74727"/>
                </a:lnTo>
                <a:lnTo>
                  <a:pt x="455107" y="75180"/>
                </a:lnTo>
                <a:lnTo>
                  <a:pt x="455115" y="75638"/>
                </a:lnTo>
                <a:lnTo>
                  <a:pt x="455118" y="76101"/>
                </a:lnTo>
                <a:lnTo>
                  <a:pt x="455118" y="139369"/>
                </a:lnTo>
                <a:lnTo>
                  <a:pt x="482557" y="139369"/>
                </a:lnTo>
                <a:lnTo>
                  <a:pt x="482557" y="72755"/>
                </a:lnTo>
                <a:lnTo>
                  <a:pt x="482542" y="71283"/>
                </a:lnTo>
                <a:lnTo>
                  <a:pt x="482499" y="69840"/>
                </a:lnTo>
                <a:lnTo>
                  <a:pt x="482428" y="68424"/>
                </a:lnTo>
                <a:lnTo>
                  <a:pt x="482328" y="67037"/>
                </a:lnTo>
                <a:lnTo>
                  <a:pt x="482199" y="65678"/>
                </a:lnTo>
                <a:lnTo>
                  <a:pt x="482042" y="64347"/>
                </a:lnTo>
                <a:lnTo>
                  <a:pt x="481856" y="63045"/>
                </a:lnTo>
                <a:lnTo>
                  <a:pt x="481642" y="61770"/>
                </a:lnTo>
                <a:lnTo>
                  <a:pt x="481399" y="60524"/>
                </a:lnTo>
                <a:lnTo>
                  <a:pt x="481127" y="59306"/>
                </a:lnTo>
                <a:lnTo>
                  <a:pt x="480827" y="58117"/>
                </a:lnTo>
                <a:lnTo>
                  <a:pt x="480499" y="56955"/>
                </a:lnTo>
                <a:lnTo>
                  <a:pt x="480141" y="55822"/>
                </a:lnTo>
                <a:lnTo>
                  <a:pt x="479755" y="54717"/>
                </a:lnTo>
                <a:lnTo>
                  <a:pt x="479341" y="53640"/>
                </a:lnTo>
                <a:lnTo>
                  <a:pt x="478898" y="52592"/>
                </a:lnTo>
                <a:lnTo>
                  <a:pt x="478426" y="51571"/>
                </a:lnTo>
                <a:lnTo>
                  <a:pt x="477926" y="50579"/>
                </a:lnTo>
                <a:lnTo>
                  <a:pt x="477397" y="49615"/>
                </a:lnTo>
                <a:lnTo>
                  <a:pt x="476840" y="48680"/>
                </a:lnTo>
                <a:lnTo>
                  <a:pt x="476254" y="47772"/>
                </a:lnTo>
                <a:lnTo>
                  <a:pt x="475640" y="46893"/>
                </a:lnTo>
                <a:lnTo>
                  <a:pt x="474997" y="46042"/>
                </a:lnTo>
                <a:lnTo>
                  <a:pt x="474325" y="45219"/>
                </a:lnTo>
                <a:lnTo>
                  <a:pt x="473627" y="44427"/>
                </a:lnTo>
                <a:lnTo>
                  <a:pt x="472905" y="43669"/>
                </a:lnTo>
                <a:lnTo>
                  <a:pt x="472159" y="42945"/>
                </a:lnTo>
                <a:lnTo>
                  <a:pt x="471390" y="42254"/>
                </a:lnTo>
                <a:lnTo>
                  <a:pt x="470596" y="41597"/>
                </a:lnTo>
                <a:lnTo>
                  <a:pt x="469779" y="40974"/>
                </a:lnTo>
                <a:lnTo>
                  <a:pt x="468937" y="40384"/>
                </a:lnTo>
                <a:lnTo>
                  <a:pt x="468072" y="39828"/>
                </a:lnTo>
                <a:lnTo>
                  <a:pt x="467183" y="39306"/>
                </a:lnTo>
                <a:lnTo>
                  <a:pt x="466270" y="38817"/>
                </a:lnTo>
                <a:lnTo>
                  <a:pt x="465333" y="38362"/>
                </a:lnTo>
                <a:lnTo>
                  <a:pt x="464372" y="37941"/>
                </a:lnTo>
                <a:lnTo>
                  <a:pt x="463387" y="37554"/>
                </a:lnTo>
                <a:lnTo>
                  <a:pt x="462378" y="37200"/>
                </a:lnTo>
                <a:lnTo>
                  <a:pt x="461346" y="36880"/>
                </a:lnTo>
                <a:lnTo>
                  <a:pt x="460289" y="36593"/>
                </a:lnTo>
                <a:lnTo>
                  <a:pt x="459209" y="36341"/>
                </a:lnTo>
                <a:lnTo>
                  <a:pt x="458104" y="36122"/>
                </a:lnTo>
                <a:lnTo>
                  <a:pt x="456976" y="35936"/>
                </a:lnTo>
                <a:lnTo>
                  <a:pt x="455824" y="35785"/>
                </a:lnTo>
                <a:lnTo>
                  <a:pt x="454648" y="35667"/>
                </a:lnTo>
                <a:lnTo>
                  <a:pt x="453448" y="35583"/>
                </a:lnTo>
                <a:lnTo>
                  <a:pt x="452224" y="35532"/>
                </a:lnTo>
                <a:lnTo>
                  <a:pt x="450976" y="35515"/>
                </a:lnTo>
                <a:lnTo>
                  <a:pt x="449912" y="35524"/>
                </a:lnTo>
                <a:lnTo>
                  <a:pt x="448859" y="35551"/>
                </a:lnTo>
                <a:lnTo>
                  <a:pt x="447819" y="35596"/>
                </a:lnTo>
                <a:lnTo>
                  <a:pt x="446790" y="35659"/>
                </a:lnTo>
                <a:lnTo>
                  <a:pt x="445772" y="35740"/>
                </a:lnTo>
                <a:lnTo>
                  <a:pt x="444767" y="35839"/>
                </a:lnTo>
                <a:lnTo>
                  <a:pt x="443773" y="35956"/>
                </a:lnTo>
                <a:lnTo>
                  <a:pt x="442790" y="36091"/>
                </a:lnTo>
                <a:lnTo>
                  <a:pt x="441820" y="36243"/>
                </a:lnTo>
                <a:lnTo>
                  <a:pt x="440861" y="36414"/>
                </a:lnTo>
                <a:lnTo>
                  <a:pt x="439913" y="36603"/>
                </a:lnTo>
                <a:lnTo>
                  <a:pt x="438978" y="36810"/>
                </a:lnTo>
                <a:lnTo>
                  <a:pt x="438054" y="37034"/>
                </a:lnTo>
                <a:lnTo>
                  <a:pt x="437142" y="37277"/>
                </a:lnTo>
                <a:lnTo>
                  <a:pt x="436241" y="37538"/>
                </a:lnTo>
                <a:lnTo>
                  <a:pt x="435352" y="37816"/>
                </a:lnTo>
                <a:lnTo>
                  <a:pt x="434475" y="38113"/>
                </a:lnTo>
                <a:lnTo>
                  <a:pt x="433610" y="38427"/>
                </a:lnTo>
                <a:lnTo>
                  <a:pt x="432756" y="38760"/>
                </a:lnTo>
                <a:lnTo>
                  <a:pt x="431914" y="39111"/>
                </a:lnTo>
                <a:lnTo>
                  <a:pt x="431084" y="39479"/>
                </a:lnTo>
                <a:lnTo>
                  <a:pt x="430265" y="39866"/>
                </a:lnTo>
                <a:lnTo>
                  <a:pt x="429458" y="40270"/>
                </a:lnTo>
                <a:lnTo>
                  <a:pt x="428662" y="40692"/>
                </a:lnTo>
                <a:lnTo>
                  <a:pt x="427878" y="41127"/>
                </a:lnTo>
                <a:lnTo>
                  <a:pt x="427104" y="41568"/>
                </a:lnTo>
                <a:lnTo>
                  <a:pt x="426340" y="42014"/>
                </a:lnTo>
                <a:lnTo>
                  <a:pt x="425586" y="42467"/>
                </a:lnTo>
                <a:lnTo>
                  <a:pt x="424843" y="42926"/>
                </a:lnTo>
                <a:lnTo>
                  <a:pt x="424110" y="43391"/>
                </a:lnTo>
                <a:lnTo>
                  <a:pt x="423387" y="43862"/>
                </a:lnTo>
                <a:lnTo>
                  <a:pt x="422674" y="44339"/>
                </a:lnTo>
                <a:lnTo>
                  <a:pt x="421972" y="44823"/>
                </a:lnTo>
                <a:lnTo>
                  <a:pt x="421280" y="45312"/>
                </a:lnTo>
                <a:lnTo>
                  <a:pt x="420598" y="45808"/>
                </a:lnTo>
                <a:lnTo>
                  <a:pt x="419926" y="46310"/>
                </a:lnTo>
                <a:lnTo>
                  <a:pt x="419264" y="46817"/>
                </a:lnTo>
                <a:lnTo>
                  <a:pt x="418613" y="47331"/>
                </a:lnTo>
                <a:lnTo>
                  <a:pt x="417972" y="47851"/>
                </a:lnTo>
                <a:lnTo>
                  <a:pt x="417342" y="48378"/>
                </a:lnTo>
                <a:lnTo>
                  <a:pt x="416721" y="48910"/>
                </a:lnTo>
                <a:lnTo>
                  <a:pt x="416111" y="49448"/>
                </a:lnTo>
                <a:lnTo>
                  <a:pt x="415511" y="49993"/>
                </a:lnTo>
                <a:lnTo>
                  <a:pt x="414921" y="50543"/>
                </a:lnTo>
                <a:lnTo>
                  <a:pt x="414342" y="51100"/>
                </a:lnTo>
                <a:lnTo>
                  <a:pt x="413773" y="51663"/>
                </a:lnTo>
                <a:lnTo>
                  <a:pt x="413214" y="52232"/>
                </a:lnTo>
                <a:lnTo>
                  <a:pt x="412665" y="52807"/>
                </a:lnTo>
                <a:lnTo>
                  <a:pt x="412667" y="52817"/>
                </a:lnTo>
                <a:lnTo>
                  <a:pt x="412573" y="52592"/>
                </a:lnTo>
                <a:lnTo>
                  <a:pt x="412107" y="51571"/>
                </a:lnTo>
                <a:lnTo>
                  <a:pt x="411613" y="50579"/>
                </a:lnTo>
                <a:lnTo>
                  <a:pt x="411091" y="49615"/>
                </a:lnTo>
                <a:lnTo>
                  <a:pt x="410541" y="48680"/>
                </a:lnTo>
                <a:close/>
                <a:moveTo>
                  <a:pt x="253774" y="140965"/>
                </a:moveTo>
                <a:lnTo>
                  <a:pt x="254993" y="140846"/>
                </a:lnTo>
                <a:lnTo>
                  <a:pt x="256197" y="140707"/>
                </a:lnTo>
                <a:lnTo>
                  <a:pt x="257387" y="140546"/>
                </a:lnTo>
                <a:lnTo>
                  <a:pt x="258564" y="140364"/>
                </a:lnTo>
                <a:lnTo>
                  <a:pt x="259727" y="140160"/>
                </a:lnTo>
                <a:lnTo>
                  <a:pt x="260876" y="139934"/>
                </a:lnTo>
                <a:lnTo>
                  <a:pt x="262011" y="139688"/>
                </a:lnTo>
                <a:lnTo>
                  <a:pt x="263132" y="139419"/>
                </a:lnTo>
                <a:lnTo>
                  <a:pt x="264240" y="139130"/>
                </a:lnTo>
                <a:lnTo>
                  <a:pt x="265333" y="138819"/>
                </a:lnTo>
                <a:lnTo>
                  <a:pt x="266413" y="138486"/>
                </a:lnTo>
                <a:lnTo>
                  <a:pt x="267479" y="138132"/>
                </a:lnTo>
                <a:lnTo>
                  <a:pt x="268531" y="137756"/>
                </a:lnTo>
                <a:lnTo>
                  <a:pt x="269569" y="137359"/>
                </a:lnTo>
                <a:lnTo>
                  <a:pt x="270593" y="136941"/>
                </a:lnTo>
                <a:lnTo>
                  <a:pt x="271604" y="136501"/>
                </a:lnTo>
                <a:lnTo>
                  <a:pt x="272601" y="136040"/>
                </a:lnTo>
                <a:lnTo>
                  <a:pt x="273584" y="135557"/>
                </a:lnTo>
                <a:lnTo>
                  <a:pt x="274553" y="135053"/>
                </a:lnTo>
                <a:lnTo>
                  <a:pt x="275506" y="134528"/>
                </a:lnTo>
                <a:lnTo>
                  <a:pt x="276441" y="133983"/>
                </a:lnTo>
                <a:lnTo>
                  <a:pt x="277359" y="133420"/>
                </a:lnTo>
                <a:lnTo>
                  <a:pt x="278258" y="132837"/>
                </a:lnTo>
                <a:lnTo>
                  <a:pt x="279140" y="132235"/>
                </a:lnTo>
                <a:lnTo>
                  <a:pt x="280005" y="131614"/>
                </a:lnTo>
                <a:lnTo>
                  <a:pt x="280851" y="130973"/>
                </a:lnTo>
                <a:lnTo>
                  <a:pt x="281680" y="130314"/>
                </a:lnTo>
                <a:lnTo>
                  <a:pt x="282491" y="129635"/>
                </a:lnTo>
                <a:lnTo>
                  <a:pt x="283284" y="128936"/>
                </a:lnTo>
                <a:lnTo>
                  <a:pt x="284059" y="128219"/>
                </a:lnTo>
                <a:lnTo>
                  <a:pt x="284816" y="127482"/>
                </a:lnTo>
                <a:lnTo>
                  <a:pt x="285556" y="126726"/>
                </a:lnTo>
                <a:lnTo>
                  <a:pt x="286278" y="125950"/>
                </a:lnTo>
                <a:lnTo>
                  <a:pt x="286982" y="125156"/>
                </a:lnTo>
                <a:lnTo>
                  <a:pt x="287668" y="124342"/>
                </a:lnTo>
                <a:lnTo>
                  <a:pt x="288336" y="123508"/>
                </a:lnTo>
                <a:lnTo>
                  <a:pt x="288987" y="122656"/>
                </a:lnTo>
                <a:lnTo>
                  <a:pt x="289620" y="121784"/>
                </a:lnTo>
                <a:lnTo>
                  <a:pt x="290235" y="120893"/>
                </a:lnTo>
                <a:lnTo>
                  <a:pt x="290832" y="119983"/>
                </a:lnTo>
                <a:lnTo>
                  <a:pt x="291412" y="119053"/>
                </a:lnTo>
                <a:lnTo>
                  <a:pt x="291973" y="118104"/>
                </a:lnTo>
                <a:lnTo>
                  <a:pt x="292517" y="117136"/>
                </a:lnTo>
                <a:lnTo>
                  <a:pt x="293041" y="116150"/>
                </a:lnTo>
                <a:lnTo>
                  <a:pt x="293543" y="115146"/>
                </a:lnTo>
                <a:lnTo>
                  <a:pt x="294022" y="114125"/>
                </a:lnTo>
                <a:lnTo>
                  <a:pt x="294479" y="113088"/>
                </a:lnTo>
                <a:lnTo>
                  <a:pt x="294913" y="112033"/>
                </a:lnTo>
                <a:lnTo>
                  <a:pt x="295326" y="110961"/>
                </a:lnTo>
                <a:lnTo>
                  <a:pt x="295716" y="109871"/>
                </a:lnTo>
                <a:lnTo>
                  <a:pt x="296084" y="108765"/>
                </a:lnTo>
                <a:lnTo>
                  <a:pt x="296429" y="107642"/>
                </a:lnTo>
                <a:lnTo>
                  <a:pt x="296752" y="106501"/>
                </a:lnTo>
                <a:lnTo>
                  <a:pt x="297053" y="105344"/>
                </a:lnTo>
                <a:lnTo>
                  <a:pt x="297332" y="104169"/>
                </a:lnTo>
                <a:lnTo>
                  <a:pt x="297588" y="102977"/>
                </a:lnTo>
                <a:lnTo>
                  <a:pt x="297822" y="101769"/>
                </a:lnTo>
                <a:lnTo>
                  <a:pt x="298034" y="100543"/>
                </a:lnTo>
                <a:lnTo>
                  <a:pt x="298224" y="99300"/>
                </a:lnTo>
                <a:lnTo>
                  <a:pt x="298391" y="98039"/>
                </a:lnTo>
                <a:lnTo>
                  <a:pt x="298536" y="96762"/>
                </a:lnTo>
                <a:lnTo>
                  <a:pt x="298658" y="95468"/>
                </a:lnTo>
                <a:lnTo>
                  <a:pt x="298759" y="94156"/>
                </a:lnTo>
                <a:lnTo>
                  <a:pt x="298837" y="92828"/>
                </a:lnTo>
                <a:lnTo>
                  <a:pt x="298892" y="91482"/>
                </a:lnTo>
                <a:lnTo>
                  <a:pt x="298926" y="90120"/>
                </a:lnTo>
                <a:lnTo>
                  <a:pt x="298937" y="88740"/>
                </a:lnTo>
                <a:lnTo>
                  <a:pt x="298926" y="87334"/>
                </a:lnTo>
                <a:lnTo>
                  <a:pt x="298892" y="85946"/>
                </a:lnTo>
                <a:lnTo>
                  <a:pt x="298837" y="84576"/>
                </a:lnTo>
                <a:lnTo>
                  <a:pt x="298759" y="83224"/>
                </a:lnTo>
                <a:lnTo>
                  <a:pt x="298658" y="81889"/>
                </a:lnTo>
                <a:lnTo>
                  <a:pt x="298536" y="80571"/>
                </a:lnTo>
                <a:lnTo>
                  <a:pt x="298391" y="79272"/>
                </a:lnTo>
                <a:lnTo>
                  <a:pt x="298224" y="77990"/>
                </a:lnTo>
                <a:lnTo>
                  <a:pt x="298034" y="76726"/>
                </a:lnTo>
                <a:lnTo>
                  <a:pt x="297822" y="75479"/>
                </a:lnTo>
                <a:lnTo>
                  <a:pt x="297588" y="74250"/>
                </a:lnTo>
                <a:lnTo>
                  <a:pt x="297332" y="73038"/>
                </a:lnTo>
                <a:lnTo>
                  <a:pt x="297053" y="71845"/>
                </a:lnTo>
                <a:lnTo>
                  <a:pt x="296752" y="70668"/>
                </a:lnTo>
                <a:lnTo>
                  <a:pt x="296429" y="69510"/>
                </a:lnTo>
                <a:lnTo>
                  <a:pt x="296084" y="68369"/>
                </a:lnTo>
                <a:lnTo>
                  <a:pt x="295716" y="67246"/>
                </a:lnTo>
                <a:lnTo>
                  <a:pt x="295326" y="66140"/>
                </a:lnTo>
                <a:lnTo>
                  <a:pt x="294913" y="65052"/>
                </a:lnTo>
                <a:lnTo>
                  <a:pt x="294479" y="63982"/>
                </a:lnTo>
                <a:lnTo>
                  <a:pt x="294022" y="62929"/>
                </a:lnTo>
                <a:lnTo>
                  <a:pt x="293543" y="61894"/>
                </a:lnTo>
                <a:lnTo>
                  <a:pt x="293041" y="60877"/>
                </a:lnTo>
                <a:lnTo>
                  <a:pt x="292517" y="59877"/>
                </a:lnTo>
                <a:lnTo>
                  <a:pt x="291973" y="58896"/>
                </a:lnTo>
                <a:lnTo>
                  <a:pt x="291412" y="57934"/>
                </a:lnTo>
                <a:lnTo>
                  <a:pt x="290832" y="56992"/>
                </a:lnTo>
                <a:lnTo>
                  <a:pt x="290235" y="56069"/>
                </a:lnTo>
                <a:lnTo>
                  <a:pt x="289620" y="55167"/>
                </a:lnTo>
                <a:lnTo>
                  <a:pt x="288987" y="54284"/>
                </a:lnTo>
                <a:lnTo>
                  <a:pt x="288336" y="53420"/>
                </a:lnTo>
                <a:lnTo>
                  <a:pt x="287668" y="52577"/>
                </a:lnTo>
                <a:lnTo>
                  <a:pt x="286982" y="51752"/>
                </a:lnTo>
                <a:lnTo>
                  <a:pt x="286278" y="50948"/>
                </a:lnTo>
                <a:lnTo>
                  <a:pt x="285556" y="50163"/>
                </a:lnTo>
                <a:lnTo>
                  <a:pt x="284816" y="49398"/>
                </a:lnTo>
                <a:lnTo>
                  <a:pt x="284059" y="48653"/>
                </a:lnTo>
                <a:lnTo>
                  <a:pt x="283284" y="47927"/>
                </a:lnTo>
                <a:lnTo>
                  <a:pt x="282491" y="47221"/>
                </a:lnTo>
                <a:lnTo>
                  <a:pt x="281680" y="46534"/>
                </a:lnTo>
                <a:lnTo>
                  <a:pt x="280851" y="45868"/>
                </a:lnTo>
                <a:lnTo>
                  <a:pt x="280005" y="45220"/>
                </a:lnTo>
                <a:lnTo>
                  <a:pt x="279140" y="44593"/>
                </a:lnTo>
                <a:lnTo>
                  <a:pt x="278258" y="43985"/>
                </a:lnTo>
                <a:lnTo>
                  <a:pt x="277359" y="43397"/>
                </a:lnTo>
                <a:lnTo>
                  <a:pt x="276441" y="42829"/>
                </a:lnTo>
                <a:lnTo>
                  <a:pt x="275506" y="42280"/>
                </a:lnTo>
                <a:lnTo>
                  <a:pt x="274553" y="41751"/>
                </a:lnTo>
                <a:lnTo>
                  <a:pt x="273584" y="41242"/>
                </a:lnTo>
                <a:lnTo>
                  <a:pt x="272601" y="40755"/>
                </a:lnTo>
                <a:lnTo>
                  <a:pt x="271604" y="40289"/>
                </a:lnTo>
                <a:lnTo>
                  <a:pt x="270593" y="39845"/>
                </a:lnTo>
                <a:lnTo>
                  <a:pt x="269569" y="39423"/>
                </a:lnTo>
                <a:lnTo>
                  <a:pt x="268531" y="39023"/>
                </a:lnTo>
                <a:lnTo>
                  <a:pt x="267479" y="38644"/>
                </a:lnTo>
                <a:lnTo>
                  <a:pt x="266413" y="38286"/>
                </a:lnTo>
                <a:lnTo>
                  <a:pt x="265333" y="37951"/>
                </a:lnTo>
                <a:lnTo>
                  <a:pt x="264240" y="37637"/>
                </a:lnTo>
                <a:lnTo>
                  <a:pt x="263132" y="37345"/>
                </a:lnTo>
                <a:lnTo>
                  <a:pt x="262011" y="37074"/>
                </a:lnTo>
                <a:lnTo>
                  <a:pt x="260876" y="36825"/>
                </a:lnTo>
                <a:lnTo>
                  <a:pt x="259727" y="36598"/>
                </a:lnTo>
                <a:lnTo>
                  <a:pt x="258564" y="36392"/>
                </a:lnTo>
                <a:lnTo>
                  <a:pt x="257387" y="36208"/>
                </a:lnTo>
                <a:lnTo>
                  <a:pt x="256197" y="36046"/>
                </a:lnTo>
                <a:lnTo>
                  <a:pt x="254993" y="35905"/>
                </a:lnTo>
                <a:lnTo>
                  <a:pt x="253774" y="35786"/>
                </a:lnTo>
                <a:lnTo>
                  <a:pt x="252542" y="35688"/>
                </a:lnTo>
                <a:lnTo>
                  <a:pt x="251297" y="35613"/>
                </a:lnTo>
                <a:lnTo>
                  <a:pt x="250037" y="35559"/>
                </a:lnTo>
                <a:lnTo>
                  <a:pt x="248763" y="35526"/>
                </a:lnTo>
                <a:lnTo>
                  <a:pt x="247476" y="35515"/>
                </a:lnTo>
                <a:lnTo>
                  <a:pt x="246206" y="35526"/>
                </a:lnTo>
                <a:lnTo>
                  <a:pt x="244948" y="35559"/>
                </a:lnTo>
                <a:lnTo>
                  <a:pt x="243704" y="35613"/>
                </a:lnTo>
                <a:lnTo>
                  <a:pt x="242473" y="35688"/>
                </a:lnTo>
                <a:lnTo>
                  <a:pt x="241255" y="35786"/>
                </a:lnTo>
                <a:lnTo>
                  <a:pt x="240050" y="35905"/>
                </a:lnTo>
                <a:lnTo>
                  <a:pt x="238858" y="36046"/>
                </a:lnTo>
                <a:lnTo>
                  <a:pt x="237680" y="36208"/>
                </a:lnTo>
                <a:lnTo>
                  <a:pt x="236514" y="36392"/>
                </a:lnTo>
                <a:lnTo>
                  <a:pt x="235362" y="36598"/>
                </a:lnTo>
                <a:lnTo>
                  <a:pt x="234223" y="36825"/>
                </a:lnTo>
                <a:lnTo>
                  <a:pt x="233096" y="37074"/>
                </a:lnTo>
                <a:lnTo>
                  <a:pt x="231983" y="37345"/>
                </a:lnTo>
                <a:lnTo>
                  <a:pt x="230884" y="37637"/>
                </a:lnTo>
                <a:lnTo>
                  <a:pt x="229797" y="37951"/>
                </a:lnTo>
                <a:lnTo>
                  <a:pt x="228723" y="38286"/>
                </a:lnTo>
                <a:lnTo>
                  <a:pt x="227663" y="38644"/>
                </a:lnTo>
                <a:lnTo>
                  <a:pt x="226615" y="39023"/>
                </a:lnTo>
                <a:lnTo>
                  <a:pt x="225581" y="39423"/>
                </a:lnTo>
                <a:lnTo>
                  <a:pt x="224560" y="39845"/>
                </a:lnTo>
                <a:lnTo>
                  <a:pt x="223552" y="40289"/>
                </a:lnTo>
                <a:lnTo>
                  <a:pt x="222557" y="40755"/>
                </a:lnTo>
                <a:lnTo>
                  <a:pt x="221575" y="41242"/>
                </a:lnTo>
                <a:lnTo>
                  <a:pt x="220607" y="41751"/>
                </a:lnTo>
                <a:lnTo>
                  <a:pt x="219654" y="42280"/>
                </a:lnTo>
                <a:lnTo>
                  <a:pt x="218719" y="42829"/>
                </a:lnTo>
                <a:lnTo>
                  <a:pt x="217802" y="43397"/>
                </a:lnTo>
                <a:lnTo>
                  <a:pt x="216903" y="43985"/>
                </a:lnTo>
                <a:lnTo>
                  <a:pt x="216023" y="44593"/>
                </a:lnTo>
                <a:lnTo>
                  <a:pt x="215161" y="45220"/>
                </a:lnTo>
                <a:lnTo>
                  <a:pt x="214317" y="45868"/>
                </a:lnTo>
                <a:lnTo>
                  <a:pt x="213491" y="46534"/>
                </a:lnTo>
                <a:lnTo>
                  <a:pt x="212683" y="47221"/>
                </a:lnTo>
                <a:lnTo>
                  <a:pt x="211893" y="47927"/>
                </a:lnTo>
                <a:lnTo>
                  <a:pt x="211122" y="48653"/>
                </a:lnTo>
                <a:lnTo>
                  <a:pt x="210369" y="49398"/>
                </a:lnTo>
                <a:lnTo>
                  <a:pt x="209634" y="50163"/>
                </a:lnTo>
                <a:lnTo>
                  <a:pt x="208917" y="50948"/>
                </a:lnTo>
                <a:lnTo>
                  <a:pt x="208218" y="51752"/>
                </a:lnTo>
                <a:lnTo>
                  <a:pt x="207537" y="52577"/>
                </a:lnTo>
                <a:lnTo>
                  <a:pt x="206875" y="53420"/>
                </a:lnTo>
                <a:lnTo>
                  <a:pt x="206230" y="54284"/>
                </a:lnTo>
                <a:lnTo>
                  <a:pt x="205604" y="55167"/>
                </a:lnTo>
                <a:lnTo>
                  <a:pt x="204996" y="56069"/>
                </a:lnTo>
                <a:lnTo>
                  <a:pt x="204406" y="56992"/>
                </a:lnTo>
                <a:lnTo>
                  <a:pt x="203834" y="57934"/>
                </a:lnTo>
                <a:lnTo>
                  <a:pt x="203281" y="58896"/>
                </a:lnTo>
                <a:lnTo>
                  <a:pt x="202745" y="59877"/>
                </a:lnTo>
                <a:lnTo>
                  <a:pt x="202230" y="60877"/>
                </a:lnTo>
                <a:lnTo>
                  <a:pt x="201737" y="61894"/>
                </a:lnTo>
                <a:lnTo>
                  <a:pt x="201265" y="62929"/>
                </a:lnTo>
                <a:lnTo>
                  <a:pt x="200815" y="63982"/>
                </a:lnTo>
                <a:lnTo>
                  <a:pt x="200388" y="65052"/>
                </a:lnTo>
                <a:lnTo>
                  <a:pt x="199982" y="66140"/>
                </a:lnTo>
                <a:lnTo>
                  <a:pt x="199598" y="67246"/>
                </a:lnTo>
                <a:lnTo>
                  <a:pt x="199236" y="68369"/>
                </a:lnTo>
                <a:lnTo>
                  <a:pt x="198896" y="69510"/>
                </a:lnTo>
                <a:lnTo>
                  <a:pt x="198578" y="70668"/>
                </a:lnTo>
                <a:lnTo>
                  <a:pt x="198282" y="71845"/>
                </a:lnTo>
                <a:lnTo>
                  <a:pt x="198008" y="73038"/>
                </a:lnTo>
                <a:lnTo>
                  <a:pt x="197756" y="74250"/>
                </a:lnTo>
                <a:lnTo>
                  <a:pt x="197526" y="75479"/>
                </a:lnTo>
                <a:lnTo>
                  <a:pt x="197317" y="76726"/>
                </a:lnTo>
                <a:lnTo>
                  <a:pt x="197131" y="77990"/>
                </a:lnTo>
                <a:lnTo>
                  <a:pt x="196967" y="79272"/>
                </a:lnTo>
                <a:lnTo>
                  <a:pt x="196824" y="80571"/>
                </a:lnTo>
                <a:lnTo>
                  <a:pt x="196703" y="81889"/>
                </a:lnTo>
                <a:lnTo>
                  <a:pt x="196605" y="83224"/>
                </a:lnTo>
                <a:lnTo>
                  <a:pt x="196528" y="84576"/>
                </a:lnTo>
                <a:lnTo>
                  <a:pt x="196473" y="85946"/>
                </a:lnTo>
                <a:lnTo>
                  <a:pt x="196440" y="87334"/>
                </a:lnTo>
                <a:lnTo>
                  <a:pt x="196429" y="88740"/>
                </a:lnTo>
                <a:lnTo>
                  <a:pt x="196440" y="90120"/>
                </a:lnTo>
                <a:lnTo>
                  <a:pt x="196473" y="91482"/>
                </a:lnTo>
                <a:lnTo>
                  <a:pt x="196528" y="92828"/>
                </a:lnTo>
                <a:lnTo>
                  <a:pt x="196605" y="94156"/>
                </a:lnTo>
                <a:lnTo>
                  <a:pt x="196703" y="95468"/>
                </a:lnTo>
                <a:lnTo>
                  <a:pt x="196824" y="96762"/>
                </a:lnTo>
                <a:lnTo>
                  <a:pt x="196967" y="98039"/>
                </a:lnTo>
                <a:lnTo>
                  <a:pt x="197131" y="99300"/>
                </a:lnTo>
                <a:lnTo>
                  <a:pt x="197317" y="100543"/>
                </a:lnTo>
                <a:lnTo>
                  <a:pt x="197526" y="101769"/>
                </a:lnTo>
                <a:lnTo>
                  <a:pt x="197756" y="102977"/>
                </a:lnTo>
                <a:lnTo>
                  <a:pt x="198008" y="104169"/>
                </a:lnTo>
                <a:lnTo>
                  <a:pt x="198282" y="105344"/>
                </a:lnTo>
                <a:lnTo>
                  <a:pt x="198578" y="106501"/>
                </a:lnTo>
                <a:lnTo>
                  <a:pt x="198896" y="107642"/>
                </a:lnTo>
                <a:lnTo>
                  <a:pt x="199236" y="108765"/>
                </a:lnTo>
                <a:lnTo>
                  <a:pt x="199598" y="109871"/>
                </a:lnTo>
                <a:lnTo>
                  <a:pt x="199982" y="110961"/>
                </a:lnTo>
                <a:lnTo>
                  <a:pt x="200388" y="112033"/>
                </a:lnTo>
                <a:lnTo>
                  <a:pt x="200815" y="113088"/>
                </a:lnTo>
                <a:lnTo>
                  <a:pt x="201265" y="114125"/>
                </a:lnTo>
                <a:lnTo>
                  <a:pt x="201737" y="115146"/>
                </a:lnTo>
                <a:lnTo>
                  <a:pt x="202230" y="116150"/>
                </a:lnTo>
                <a:lnTo>
                  <a:pt x="202745" y="117136"/>
                </a:lnTo>
                <a:lnTo>
                  <a:pt x="203281" y="118104"/>
                </a:lnTo>
                <a:lnTo>
                  <a:pt x="203834" y="119053"/>
                </a:lnTo>
                <a:lnTo>
                  <a:pt x="204406" y="119983"/>
                </a:lnTo>
                <a:lnTo>
                  <a:pt x="204996" y="120893"/>
                </a:lnTo>
                <a:lnTo>
                  <a:pt x="205604" y="121784"/>
                </a:lnTo>
                <a:lnTo>
                  <a:pt x="206230" y="122656"/>
                </a:lnTo>
                <a:lnTo>
                  <a:pt x="206875" y="123508"/>
                </a:lnTo>
                <a:lnTo>
                  <a:pt x="207537" y="124342"/>
                </a:lnTo>
                <a:lnTo>
                  <a:pt x="208218" y="125156"/>
                </a:lnTo>
                <a:lnTo>
                  <a:pt x="208917" y="125950"/>
                </a:lnTo>
                <a:lnTo>
                  <a:pt x="209634" y="126726"/>
                </a:lnTo>
                <a:lnTo>
                  <a:pt x="210369" y="127482"/>
                </a:lnTo>
                <a:lnTo>
                  <a:pt x="211122" y="128219"/>
                </a:lnTo>
                <a:lnTo>
                  <a:pt x="211893" y="128936"/>
                </a:lnTo>
                <a:lnTo>
                  <a:pt x="212683" y="129635"/>
                </a:lnTo>
                <a:lnTo>
                  <a:pt x="213491" y="130314"/>
                </a:lnTo>
                <a:lnTo>
                  <a:pt x="214317" y="130973"/>
                </a:lnTo>
                <a:lnTo>
                  <a:pt x="215161" y="131614"/>
                </a:lnTo>
                <a:lnTo>
                  <a:pt x="216023" y="132235"/>
                </a:lnTo>
                <a:lnTo>
                  <a:pt x="216903" y="132837"/>
                </a:lnTo>
                <a:lnTo>
                  <a:pt x="217802" y="133420"/>
                </a:lnTo>
                <a:lnTo>
                  <a:pt x="218719" y="133983"/>
                </a:lnTo>
                <a:lnTo>
                  <a:pt x="219654" y="134528"/>
                </a:lnTo>
                <a:lnTo>
                  <a:pt x="220607" y="135053"/>
                </a:lnTo>
                <a:lnTo>
                  <a:pt x="221575" y="135557"/>
                </a:lnTo>
                <a:lnTo>
                  <a:pt x="222557" y="136040"/>
                </a:lnTo>
                <a:lnTo>
                  <a:pt x="223552" y="136501"/>
                </a:lnTo>
                <a:lnTo>
                  <a:pt x="224560" y="136941"/>
                </a:lnTo>
                <a:lnTo>
                  <a:pt x="225581" y="137359"/>
                </a:lnTo>
                <a:lnTo>
                  <a:pt x="226615" y="137756"/>
                </a:lnTo>
                <a:lnTo>
                  <a:pt x="227663" y="138132"/>
                </a:lnTo>
                <a:lnTo>
                  <a:pt x="228723" y="138486"/>
                </a:lnTo>
                <a:lnTo>
                  <a:pt x="229797" y="138819"/>
                </a:lnTo>
                <a:lnTo>
                  <a:pt x="230884" y="139130"/>
                </a:lnTo>
                <a:lnTo>
                  <a:pt x="231983" y="139419"/>
                </a:lnTo>
                <a:lnTo>
                  <a:pt x="233096" y="139688"/>
                </a:lnTo>
                <a:lnTo>
                  <a:pt x="234223" y="139934"/>
                </a:lnTo>
                <a:lnTo>
                  <a:pt x="235362" y="140160"/>
                </a:lnTo>
                <a:lnTo>
                  <a:pt x="236514" y="140364"/>
                </a:lnTo>
                <a:lnTo>
                  <a:pt x="237680" y="140546"/>
                </a:lnTo>
                <a:lnTo>
                  <a:pt x="238858" y="140707"/>
                </a:lnTo>
                <a:lnTo>
                  <a:pt x="240050" y="140846"/>
                </a:lnTo>
                <a:lnTo>
                  <a:pt x="241255" y="140965"/>
                </a:lnTo>
                <a:lnTo>
                  <a:pt x="242473" y="141061"/>
                </a:lnTo>
                <a:lnTo>
                  <a:pt x="243704" y="141136"/>
                </a:lnTo>
                <a:lnTo>
                  <a:pt x="244948" y="141190"/>
                </a:lnTo>
                <a:lnTo>
                  <a:pt x="246206" y="141222"/>
                </a:lnTo>
                <a:lnTo>
                  <a:pt x="247476" y="141233"/>
                </a:lnTo>
                <a:lnTo>
                  <a:pt x="248763" y="141222"/>
                </a:lnTo>
                <a:lnTo>
                  <a:pt x="250037" y="141190"/>
                </a:lnTo>
                <a:lnTo>
                  <a:pt x="251297" y="141136"/>
                </a:lnTo>
                <a:lnTo>
                  <a:pt x="252542" y="141061"/>
                </a:lnTo>
                <a:lnTo>
                  <a:pt x="253774" y="140965"/>
                </a:lnTo>
                <a:close/>
                <a:moveTo>
                  <a:pt x="243973" y="120131"/>
                </a:moveTo>
                <a:lnTo>
                  <a:pt x="243312" y="120050"/>
                </a:lnTo>
                <a:lnTo>
                  <a:pt x="242663" y="119953"/>
                </a:lnTo>
                <a:lnTo>
                  <a:pt x="242028" y="119842"/>
                </a:lnTo>
                <a:lnTo>
                  <a:pt x="241407" y="119716"/>
                </a:lnTo>
                <a:lnTo>
                  <a:pt x="240798" y="119574"/>
                </a:lnTo>
                <a:lnTo>
                  <a:pt x="240202" y="119418"/>
                </a:lnTo>
                <a:lnTo>
                  <a:pt x="239620" y="119248"/>
                </a:lnTo>
                <a:lnTo>
                  <a:pt x="239050" y="119062"/>
                </a:lnTo>
                <a:lnTo>
                  <a:pt x="238494" y="118861"/>
                </a:lnTo>
                <a:lnTo>
                  <a:pt x="237951" y="118646"/>
                </a:lnTo>
                <a:lnTo>
                  <a:pt x="237421" y="118416"/>
                </a:lnTo>
                <a:lnTo>
                  <a:pt x="236904" y="118171"/>
                </a:lnTo>
                <a:lnTo>
                  <a:pt x="236400" y="117911"/>
                </a:lnTo>
                <a:lnTo>
                  <a:pt x="235909" y="117636"/>
                </a:lnTo>
                <a:lnTo>
                  <a:pt x="235432" y="117346"/>
                </a:lnTo>
                <a:lnTo>
                  <a:pt x="234968" y="117042"/>
                </a:lnTo>
                <a:lnTo>
                  <a:pt x="234516" y="116723"/>
                </a:lnTo>
                <a:lnTo>
                  <a:pt x="234078" y="116388"/>
                </a:lnTo>
                <a:lnTo>
                  <a:pt x="233653" y="116039"/>
                </a:lnTo>
                <a:lnTo>
                  <a:pt x="233240" y="115678"/>
                </a:lnTo>
                <a:lnTo>
                  <a:pt x="232837" y="115306"/>
                </a:lnTo>
                <a:lnTo>
                  <a:pt x="232444" y="114925"/>
                </a:lnTo>
                <a:lnTo>
                  <a:pt x="232061" y="114533"/>
                </a:lnTo>
                <a:lnTo>
                  <a:pt x="231689" y="114131"/>
                </a:lnTo>
                <a:lnTo>
                  <a:pt x="231327" y="113719"/>
                </a:lnTo>
                <a:lnTo>
                  <a:pt x="230975" y="113297"/>
                </a:lnTo>
                <a:lnTo>
                  <a:pt x="230633" y="112865"/>
                </a:lnTo>
                <a:lnTo>
                  <a:pt x="230302" y="112423"/>
                </a:lnTo>
                <a:lnTo>
                  <a:pt x="229980" y="111971"/>
                </a:lnTo>
                <a:lnTo>
                  <a:pt x="229670" y="111509"/>
                </a:lnTo>
                <a:lnTo>
                  <a:pt x="229369" y="111036"/>
                </a:lnTo>
                <a:lnTo>
                  <a:pt x="229078" y="110554"/>
                </a:lnTo>
                <a:lnTo>
                  <a:pt x="228798" y="110061"/>
                </a:lnTo>
                <a:lnTo>
                  <a:pt x="228528" y="109559"/>
                </a:lnTo>
                <a:lnTo>
                  <a:pt x="228269" y="109046"/>
                </a:lnTo>
                <a:lnTo>
                  <a:pt x="228019" y="108523"/>
                </a:lnTo>
                <a:lnTo>
                  <a:pt x="227780" y="107990"/>
                </a:lnTo>
                <a:lnTo>
                  <a:pt x="227551" y="107447"/>
                </a:lnTo>
                <a:lnTo>
                  <a:pt x="227333" y="106894"/>
                </a:lnTo>
                <a:lnTo>
                  <a:pt x="227124" y="106331"/>
                </a:lnTo>
                <a:lnTo>
                  <a:pt x="226926" y="105758"/>
                </a:lnTo>
                <a:lnTo>
                  <a:pt x="226738" y="105175"/>
                </a:lnTo>
                <a:lnTo>
                  <a:pt x="226560" y="104582"/>
                </a:lnTo>
                <a:lnTo>
                  <a:pt x="226391" y="103981"/>
                </a:lnTo>
                <a:lnTo>
                  <a:pt x="226230" y="103375"/>
                </a:lnTo>
                <a:lnTo>
                  <a:pt x="226075" y="102764"/>
                </a:lnTo>
                <a:lnTo>
                  <a:pt x="225928" y="102147"/>
                </a:lnTo>
                <a:lnTo>
                  <a:pt x="225787" y="101526"/>
                </a:lnTo>
                <a:lnTo>
                  <a:pt x="225654" y="100899"/>
                </a:lnTo>
                <a:lnTo>
                  <a:pt x="225528" y="100268"/>
                </a:lnTo>
                <a:lnTo>
                  <a:pt x="225410" y="99631"/>
                </a:lnTo>
                <a:lnTo>
                  <a:pt x="225298" y="98989"/>
                </a:lnTo>
                <a:lnTo>
                  <a:pt x="225194" y="98342"/>
                </a:lnTo>
                <a:lnTo>
                  <a:pt x="225097" y="97689"/>
                </a:lnTo>
                <a:lnTo>
                  <a:pt x="225007" y="97032"/>
                </a:lnTo>
                <a:lnTo>
                  <a:pt x="224924" y="96369"/>
                </a:lnTo>
                <a:lnTo>
                  <a:pt x="224849" y="95702"/>
                </a:lnTo>
                <a:lnTo>
                  <a:pt x="224781" y="95029"/>
                </a:lnTo>
                <a:lnTo>
                  <a:pt x="224720" y="94351"/>
                </a:lnTo>
                <a:lnTo>
                  <a:pt x="224666" y="93668"/>
                </a:lnTo>
                <a:lnTo>
                  <a:pt x="224619" y="92980"/>
                </a:lnTo>
                <a:lnTo>
                  <a:pt x="224579" y="92287"/>
                </a:lnTo>
                <a:lnTo>
                  <a:pt x="224547" y="91588"/>
                </a:lnTo>
                <a:lnTo>
                  <a:pt x="224522" y="90884"/>
                </a:lnTo>
                <a:lnTo>
                  <a:pt x="224504" y="90176"/>
                </a:lnTo>
                <a:lnTo>
                  <a:pt x="224493" y="89462"/>
                </a:lnTo>
                <a:lnTo>
                  <a:pt x="224489" y="88743"/>
                </a:lnTo>
                <a:lnTo>
                  <a:pt x="224493" y="88006"/>
                </a:lnTo>
                <a:lnTo>
                  <a:pt x="224504" y="87275"/>
                </a:lnTo>
                <a:lnTo>
                  <a:pt x="224522" y="86550"/>
                </a:lnTo>
                <a:lnTo>
                  <a:pt x="224547" y="85829"/>
                </a:lnTo>
                <a:lnTo>
                  <a:pt x="224579" y="85115"/>
                </a:lnTo>
                <a:lnTo>
                  <a:pt x="224619" y="84406"/>
                </a:lnTo>
                <a:lnTo>
                  <a:pt x="224666" y="83702"/>
                </a:lnTo>
                <a:lnTo>
                  <a:pt x="224720" y="83004"/>
                </a:lnTo>
                <a:lnTo>
                  <a:pt x="224781" y="82312"/>
                </a:lnTo>
                <a:lnTo>
                  <a:pt x="224849" y="81625"/>
                </a:lnTo>
                <a:lnTo>
                  <a:pt x="224924" y="80943"/>
                </a:lnTo>
                <a:lnTo>
                  <a:pt x="225007" y="80267"/>
                </a:lnTo>
                <a:lnTo>
                  <a:pt x="225097" y="79596"/>
                </a:lnTo>
                <a:lnTo>
                  <a:pt x="225194" y="78931"/>
                </a:lnTo>
                <a:lnTo>
                  <a:pt x="225298" y="78272"/>
                </a:lnTo>
                <a:lnTo>
                  <a:pt x="225410" y="77618"/>
                </a:lnTo>
                <a:lnTo>
                  <a:pt x="225528" y="76969"/>
                </a:lnTo>
                <a:lnTo>
                  <a:pt x="225654" y="76326"/>
                </a:lnTo>
                <a:lnTo>
                  <a:pt x="225787" y="75689"/>
                </a:lnTo>
                <a:lnTo>
                  <a:pt x="225928" y="75057"/>
                </a:lnTo>
                <a:lnTo>
                  <a:pt x="226075" y="74430"/>
                </a:lnTo>
                <a:lnTo>
                  <a:pt x="226230" y="73809"/>
                </a:lnTo>
                <a:lnTo>
                  <a:pt x="226391" y="73194"/>
                </a:lnTo>
                <a:lnTo>
                  <a:pt x="226560" y="72584"/>
                </a:lnTo>
                <a:lnTo>
                  <a:pt x="226738" y="71982"/>
                </a:lnTo>
                <a:lnTo>
                  <a:pt x="226926" y="71390"/>
                </a:lnTo>
                <a:lnTo>
                  <a:pt x="227124" y="70808"/>
                </a:lnTo>
                <a:lnTo>
                  <a:pt x="227333" y="70237"/>
                </a:lnTo>
                <a:lnTo>
                  <a:pt x="227551" y="69676"/>
                </a:lnTo>
                <a:lnTo>
                  <a:pt x="227780" y="69125"/>
                </a:lnTo>
                <a:lnTo>
                  <a:pt x="228019" y="68585"/>
                </a:lnTo>
                <a:lnTo>
                  <a:pt x="228269" y="68054"/>
                </a:lnTo>
                <a:lnTo>
                  <a:pt x="228528" y="67534"/>
                </a:lnTo>
                <a:lnTo>
                  <a:pt x="228798" y="67025"/>
                </a:lnTo>
                <a:lnTo>
                  <a:pt x="229078" y="66525"/>
                </a:lnTo>
                <a:lnTo>
                  <a:pt x="229369" y="66036"/>
                </a:lnTo>
                <a:lnTo>
                  <a:pt x="229670" y="65557"/>
                </a:lnTo>
                <a:lnTo>
                  <a:pt x="229980" y="65089"/>
                </a:lnTo>
                <a:lnTo>
                  <a:pt x="230302" y="64630"/>
                </a:lnTo>
                <a:lnTo>
                  <a:pt x="230633" y="64182"/>
                </a:lnTo>
                <a:lnTo>
                  <a:pt x="230975" y="63745"/>
                </a:lnTo>
                <a:lnTo>
                  <a:pt x="231327" y="63317"/>
                </a:lnTo>
                <a:lnTo>
                  <a:pt x="231689" y="62900"/>
                </a:lnTo>
                <a:lnTo>
                  <a:pt x="232061" y="62493"/>
                </a:lnTo>
                <a:lnTo>
                  <a:pt x="232444" y="62096"/>
                </a:lnTo>
                <a:lnTo>
                  <a:pt x="232837" y="61710"/>
                </a:lnTo>
                <a:lnTo>
                  <a:pt x="233240" y="61333"/>
                </a:lnTo>
                <a:lnTo>
                  <a:pt x="233653" y="60967"/>
                </a:lnTo>
                <a:lnTo>
                  <a:pt x="234078" y="60614"/>
                </a:lnTo>
                <a:lnTo>
                  <a:pt x="234516" y="60276"/>
                </a:lnTo>
                <a:lnTo>
                  <a:pt x="234968" y="59953"/>
                </a:lnTo>
                <a:lnTo>
                  <a:pt x="235432" y="59645"/>
                </a:lnTo>
                <a:lnTo>
                  <a:pt x="235909" y="59351"/>
                </a:lnTo>
                <a:lnTo>
                  <a:pt x="236400" y="59073"/>
                </a:lnTo>
                <a:lnTo>
                  <a:pt x="236904" y="58810"/>
                </a:lnTo>
                <a:lnTo>
                  <a:pt x="237421" y="58562"/>
                </a:lnTo>
                <a:lnTo>
                  <a:pt x="237951" y="58329"/>
                </a:lnTo>
                <a:lnTo>
                  <a:pt x="238494" y="58111"/>
                </a:lnTo>
                <a:lnTo>
                  <a:pt x="239050" y="57908"/>
                </a:lnTo>
                <a:lnTo>
                  <a:pt x="239620" y="57720"/>
                </a:lnTo>
                <a:lnTo>
                  <a:pt x="240202" y="57548"/>
                </a:lnTo>
                <a:lnTo>
                  <a:pt x="240798" y="57390"/>
                </a:lnTo>
                <a:lnTo>
                  <a:pt x="241407" y="57247"/>
                </a:lnTo>
                <a:lnTo>
                  <a:pt x="242028" y="57119"/>
                </a:lnTo>
                <a:lnTo>
                  <a:pt x="242663" y="57006"/>
                </a:lnTo>
                <a:lnTo>
                  <a:pt x="243312" y="56909"/>
                </a:lnTo>
                <a:lnTo>
                  <a:pt x="243973" y="56826"/>
                </a:lnTo>
                <a:lnTo>
                  <a:pt x="244647" y="56758"/>
                </a:lnTo>
                <a:lnTo>
                  <a:pt x="245335" y="56706"/>
                </a:lnTo>
                <a:lnTo>
                  <a:pt x="246035" y="56668"/>
                </a:lnTo>
                <a:lnTo>
                  <a:pt x="246749" y="56646"/>
                </a:lnTo>
                <a:lnTo>
                  <a:pt x="247476" y="56638"/>
                </a:lnTo>
                <a:lnTo>
                  <a:pt x="248220" y="56646"/>
                </a:lnTo>
                <a:lnTo>
                  <a:pt x="248950" y="56668"/>
                </a:lnTo>
                <a:lnTo>
                  <a:pt x="249667" y="56706"/>
                </a:lnTo>
                <a:lnTo>
                  <a:pt x="250371" y="56758"/>
                </a:lnTo>
                <a:lnTo>
                  <a:pt x="251061" y="56826"/>
                </a:lnTo>
                <a:lnTo>
                  <a:pt x="251737" y="56909"/>
                </a:lnTo>
                <a:lnTo>
                  <a:pt x="252400" y="57006"/>
                </a:lnTo>
                <a:lnTo>
                  <a:pt x="253050" y="57119"/>
                </a:lnTo>
                <a:lnTo>
                  <a:pt x="253686" y="57247"/>
                </a:lnTo>
                <a:lnTo>
                  <a:pt x="254309" y="57390"/>
                </a:lnTo>
                <a:lnTo>
                  <a:pt x="254918" y="57548"/>
                </a:lnTo>
                <a:lnTo>
                  <a:pt x="255514" y="57720"/>
                </a:lnTo>
                <a:lnTo>
                  <a:pt x="256096" y="57908"/>
                </a:lnTo>
                <a:lnTo>
                  <a:pt x="256664" y="58111"/>
                </a:lnTo>
                <a:lnTo>
                  <a:pt x="257220" y="58329"/>
                </a:lnTo>
                <a:lnTo>
                  <a:pt x="257761" y="58562"/>
                </a:lnTo>
                <a:lnTo>
                  <a:pt x="258290" y="58810"/>
                </a:lnTo>
                <a:lnTo>
                  <a:pt x="258804" y="59073"/>
                </a:lnTo>
                <a:lnTo>
                  <a:pt x="259306" y="59351"/>
                </a:lnTo>
                <a:lnTo>
                  <a:pt x="259793" y="59645"/>
                </a:lnTo>
                <a:lnTo>
                  <a:pt x="260268" y="59953"/>
                </a:lnTo>
                <a:lnTo>
                  <a:pt x="260728" y="60276"/>
                </a:lnTo>
                <a:lnTo>
                  <a:pt x="261176" y="60614"/>
                </a:lnTo>
                <a:lnTo>
                  <a:pt x="261610" y="60967"/>
                </a:lnTo>
                <a:lnTo>
                  <a:pt x="262032" y="61333"/>
                </a:lnTo>
                <a:lnTo>
                  <a:pt x="262443" y="61710"/>
                </a:lnTo>
                <a:lnTo>
                  <a:pt x="262844" y="62096"/>
                </a:lnTo>
                <a:lnTo>
                  <a:pt x="263235" y="62493"/>
                </a:lnTo>
                <a:lnTo>
                  <a:pt x="263615" y="62900"/>
                </a:lnTo>
                <a:lnTo>
                  <a:pt x="263985" y="63317"/>
                </a:lnTo>
                <a:lnTo>
                  <a:pt x="264344" y="63745"/>
                </a:lnTo>
                <a:lnTo>
                  <a:pt x="264693" y="64182"/>
                </a:lnTo>
                <a:lnTo>
                  <a:pt x="265031" y="64630"/>
                </a:lnTo>
                <a:lnTo>
                  <a:pt x="265359" y="65089"/>
                </a:lnTo>
                <a:lnTo>
                  <a:pt x="265677" y="65557"/>
                </a:lnTo>
                <a:lnTo>
                  <a:pt x="265984" y="66036"/>
                </a:lnTo>
                <a:lnTo>
                  <a:pt x="266281" y="66525"/>
                </a:lnTo>
                <a:lnTo>
                  <a:pt x="266567" y="67025"/>
                </a:lnTo>
                <a:lnTo>
                  <a:pt x="266843" y="67534"/>
                </a:lnTo>
                <a:lnTo>
                  <a:pt x="267109" y="68054"/>
                </a:lnTo>
                <a:lnTo>
                  <a:pt x="267364" y="68585"/>
                </a:lnTo>
                <a:lnTo>
                  <a:pt x="267609" y="69125"/>
                </a:lnTo>
                <a:lnTo>
                  <a:pt x="267843" y="69676"/>
                </a:lnTo>
                <a:lnTo>
                  <a:pt x="268067" y="70237"/>
                </a:lnTo>
                <a:lnTo>
                  <a:pt x="268280" y="70808"/>
                </a:lnTo>
                <a:lnTo>
                  <a:pt x="268483" y="71390"/>
                </a:lnTo>
                <a:lnTo>
                  <a:pt x="268676" y="71982"/>
                </a:lnTo>
                <a:lnTo>
                  <a:pt x="268858" y="72584"/>
                </a:lnTo>
                <a:lnTo>
                  <a:pt x="269031" y="73194"/>
                </a:lnTo>
                <a:lnTo>
                  <a:pt x="269197" y="73809"/>
                </a:lnTo>
                <a:lnTo>
                  <a:pt x="269355" y="74430"/>
                </a:lnTo>
                <a:lnTo>
                  <a:pt x="269506" y="75057"/>
                </a:lnTo>
                <a:lnTo>
                  <a:pt x="269650" y="75689"/>
                </a:lnTo>
                <a:lnTo>
                  <a:pt x="269786" y="76326"/>
                </a:lnTo>
                <a:lnTo>
                  <a:pt x="269915" y="76969"/>
                </a:lnTo>
                <a:lnTo>
                  <a:pt x="270037" y="77618"/>
                </a:lnTo>
                <a:lnTo>
                  <a:pt x="270151" y="78272"/>
                </a:lnTo>
                <a:lnTo>
                  <a:pt x="270258" y="78931"/>
                </a:lnTo>
                <a:lnTo>
                  <a:pt x="270357" y="79596"/>
                </a:lnTo>
                <a:lnTo>
                  <a:pt x="270450" y="80267"/>
                </a:lnTo>
                <a:lnTo>
                  <a:pt x="270534" y="80943"/>
                </a:lnTo>
                <a:lnTo>
                  <a:pt x="270612" y="81625"/>
                </a:lnTo>
                <a:lnTo>
                  <a:pt x="270682" y="82312"/>
                </a:lnTo>
                <a:lnTo>
                  <a:pt x="270744" y="83004"/>
                </a:lnTo>
                <a:lnTo>
                  <a:pt x="270800" y="83702"/>
                </a:lnTo>
                <a:lnTo>
                  <a:pt x="270848" y="84406"/>
                </a:lnTo>
                <a:lnTo>
                  <a:pt x="270888" y="85115"/>
                </a:lnTo>
                <a:lnTo>
                  <a:pt x="270921" y="85829"/>
                </a:lnTo>
                <a:lnTo>
                  <a:pt x="270947" y="86550"/>
                </a:lnTo>
                <a:lnTo>
                  <a:pt x="270966" y="87275"/>
                </a:lnTo>
                <a:lnTo>
                  <a:pt x="270977" y="88006"/>
                </a:lnTo>
                <a:lnTo>
                  <a:pt x="270980" y="88743"/>
                </a:lnTo>
                <a:lnTo>
                  <a:pt x="270977" y="89462"/>
                </a:lnTo>
                <a:lnTo>
                  <a:pt x="270966" y="90176"/>
                </a:lnTo>
                <a:lnTo>
                  <a:pt x="270947" y="90884"/>
                </a:lnTo>
                <a:lnTo>
                  <a:pt x="270921" y="91588"/>
                </a:lnTo>
                <a:lnTo>
                  <a:pt x="270888" y="92287"/>
                </a:lnTo>
                <a:lnTo>
                  <a:pt x="270848" y="92980"/>
                </a:lnTo>
                <a:lnTo>
                  <a:pt x="270800" y="93668"/>
                </a:lnTo>
                <a:lnTo>
                  <a:pt x="270744" y="94351"/>
                </a:lnTo>
                <a:lnTo>
                  <a:pt x="270682" y="95029"/>
                </a:lnTo>
                <a:lnTo>
                  <a:pt x="270612" y="95702"/>
                </a:lnTo>
                <a:lnTo>
                  <a:pt x="270534" y="96369"/>
                </a:lnTo>
                <a:lnTo>
                  <a:pt x="270450" y="97032"/>
                </a:lnTo>
                <a:lnTo>
                  <a:pt x="270357" y="97689"/>
                </a:lnTo>
                <a:lnTo>
                  <a:pt x="270258" y="98342"/>
                </a:lnTo>
                <a:lnTo>
                  <a:pt x="270151" y="98989"/>
                </a:lnTo>
                <a:lnTo>
                  <a:pt x="270037" y="99631"/>
                </a:lnTo>
                <a:lnTo>
                  <a:pt x="269915" y="100268"/>
                </a:lnTo>
                <a:lnTo>
                  <a:pt x="269786" y="100899"/>
                </a:lnTo>
                <a:lnTo>
                  <a:pt x="269650" y="101526"/>
                </a:lnTo>
                <a:lnTo>
                  <a:pt x="269506" y="102147"/>
                </a:lnTo>
                <a:lnTo>
                  <a:pt x="269355" y="102764"/>
                </a:lnTo>
                <a:lnTo>
                  <a:pt x="269197" y="103375"/>
                </a:lnTo>
                <a:lnTo>
                  <a:pt x="269031" y="103981"/>
                </a:lnTo>
                <a:lnTo>
                  <a:pt x="268858" y="104582"/>
                </a:lnTo>
                <a:lnTo>
                  <a:pt x="268676" y="105175"/>
                </a:lnTo>
                <a:lnTo>
                  <a:pt x="268483" y="105758"/>
                </a:lnTo>
                <a:lnTo>
                  <a:pt x="268280" y="106331"/>
                </a:lnTo>
                <a:lnTo>
                  <a:pt x="268067" y="106894"/>
                </a:lnTo>
                <a:lnTo>
                  <a:pt x="267843" y="107447"/>
                </a:lnTo>
                <a:lnTo>
                  <a:pt x="267609" y="107990"/>
                </a:lnTo>
                <a:lnTo>
                  <a:pt x="267364" y="108523"/>
                </a:lnTo>
                <a:lnTo>
                  <a:pt x="267109" y="109046"/>
                </a:lnTo>
                <a:lnTo>
                  <a:pt x="266843" y="109559"/>
                </a:lnTo>
                <a:lnTo>
                  <a:pt x="266567" y="110061"/>
                </a:lnTo>
                <a:lnTo>
                  <a:pt x="266281" y="110554"/>
                </a:lnTo>
                <a:lnTo>
                  <a:pt x="265984" y="111036"/>
                </a:lnTo>
                <a:lnTo>
                  <a:pt x="265677" y="111509"/>
                </a:lnTo>
                <a:lnTo>
                  <a:pt x="265359" y="111971"/>
                </a:lnTo>
                <a:lnTo>
                  <a:pt x="265031" y="112423"/>
                </a:lnTo>
                <a:lnTo>
                  <a:pt x="264693" y="112865"/>
                </a:lnTo>
                <a:lnTo>
                  <a:pt x="264344" y="113297"/>
                </a:lnTo>
                <a:lnTo>
                  <a:pt x="263985" y="113719"/>
                </a:lnTo>
                <a:lnTo>
                  <a:pt x="263615" y="114131"/>
                </a:lnTo>
                <a:lnTo>
                  <a:pt x="263235" y="114533"/>
                </a:lnTo>
                <a:lnTo>
                  <a:pt x="262844" y="114925"/>
                </a:lnTo>
                <a:lnTo>
                  <a:pt x="262443" y="115306"/>
                </a:lnTo>
                <a:lnTo>
                  <a:pt x="262032" y="115678"/>
                </a:lnTo>
                <a:lnTo>
                  <a:pt x="261610" y="116039"/>
                </a:lnTo>
                <a:lnTo>
                  <a:pt x="261176" y="116388"/>
                </a:lnTo>
                <a:lnTo>
                  <a:pt x="260728" y="116723"/>
                </a:lnTo>
                <a:lnTo>
                  <a:pt x="260268" y="117042"/>
                </a:lnTo>
                <a:lnTo>
                  <a:pt x="259793" y="117346"/>
                </a:lnTo>
                <a:lnTo>
                  <a:pt x="259306" y="117636"/>
                </a:lnTo>
                <a:lnTo>
                  <a:pt x="258804" y="117911"/>
                </a:lnTo>
                <a:lnTo>
                  <a:pt x="258290" y="118171"/>
                </a:lnTo>
                <a:lnTo>
                  <a:pt x="257761" y="118416"/>
                </a:lnTo>
                <a:lnTo>
                  <a:pt x="257220" y="118646"/>
                </a:lnTo>
                <a:lnTo>
                  <a:pt x="256664" y="118861"/>
                </a:lnTo>
                <a:lnTo>
                  <a:pt x="256096" y="119062"/>
                </a:lnTo>
                <a:lnTo>
                  <a:pt x="255514" y="119248"/>
                </a:lnTo>
                <a:lnTo>
                  <a:pt x="254918" y="119418"/>
                </a:lnTo>
                <a:lnTo>
                  <a:pt x="254309" y="119574"/>
                </a:lnTo>
                <a:lnTo>
                  <a:pt x="253686" y="119716"/>
                </a:lnTo>
                <a:lnTo>
                  <a:pt x="253050" y="119842"/>
                </a:lnTo>
                <a:lnTo>
                  <a:pt x="252400" y="119953"/>
                </a:lnTo>
                <a:lnTo>
                  <a:pt x="251737" y="120050"/>
                </a:lnTo>
                <a:lnTo>
                  <a:pt x="251061" y="120131"/>
                </a:lnTo>
                <a:lnTo>
                  <a:pt x="250371" y="120198"/>
                </a:lnTo>
                <a:lnTo>
                  <a:pt x="249667" y="120250"/>
                </a:lnTo>
                <a:lnTo>
                  <a:pt x="248950" y="120287"/>
                </a:lnTo>
                <a:lnTo>
                  <a:pt x="248220" y="120310"/>
                </a:lnTo>
                <a:lnTo>
                  <a:pt x="247476" y="120317"/>
                </a:lnTo>
                <a:lnTo>
                  <a:pt x="246749" y="120310"/>
                </a:lnTo>
                <a:lnTo>
                  <a:pt x="246035" y="120287"/>
                </a:lnTo>
                <a:lnTo>
                  <a:pt x="245335" y="120250"/>
                </a:lnTo>
                <a:lnTo>
                  <a:pt x="244647" y="120198"/>
                </a:lnTo>
                <a:lnTo>
                  <a:pt x="243973" y="120131"/>
                </a:lnTo>
                <a:close/>
                <a:moveTo>
                  <a:pt x="539697" y="127410"/>
                </a:moveTo>
                <a:lnTo>
                  <a:pt x="540137" y="127991"/>
                </a:lnTo>
                <a:lnTo>
                  <a:pt x="540587" y="128560"/>
                </a:lnTo>
                <a:lnTo>
                  <a:pt x="541047" y="129118"/>
                </a:lnTo>
                <a:lnTo>
                  <a:pt x="541517" y="129665"/>
                </a:lnTo>
                <a:lnTo>
                  <a:pt x="541997" y="130200"/>
                </a:lnTo>
                <a:lnTo>
                  <a:pt x="542486" y="130723"/>
                </a:lnTo>
                <a:lnTo>
                  <a:pt x="542986" y="131235"/>
                </a:lnTo>
                <a:lnTo>
                  <a:pt x="543495" y="131736"/>
                </a:lnTo>
                <a:lnTo>
                  <a:pt x="544014" y="132225"/>
                </a:lnTo>
                <a:lnTo>
                  <a:pt x="544543" y="132702"/>
                </a:lnTo>
                <a:lnTo>
                  <a:pt x="545082" y="133168"/>
                </a:lnTo>
                <a:lnTo>
                  <a:pt x="545631" y="133622"/>
                </a:lnTo>
                <a:lnTo>
                  <a:pt x="546190" y="134065"/>
                </a:lnTo>
                <a:lnTo>
                  <a:pt x="546759" y="134497"/>
                </a:lnTo>
                <a:lnTo>
                  <a:pt x="547337" y="134917"/>
                </a:lnTo>
                <a:lnTo>
                  <a:pt x="547926" y="135325"/>
                </a:lnTo>
                <a:lnTo>
                  <a:pt x="548524" y="135722"/>
                </a:lnTo>
                <a:lnTo>
                  <a:pt x="549132" y="136107"/>
                </a:lnTo>
                <a:lnTo>
                  <a:pt x="549751" y="136481"/>
                </a:lnTo>
                <a:lnTo>
                  <a:pt x="550379" y="136844"/>
                </a:lnTo>
                <a:lnTo>
                  <a:pt x="551016" y="137195"/>
                </a:lnTo>
                <a:lnTo>
                  <a:pt x="551663" y="137532"/>
                </a:lnTo>
                <a:lnTo>
                  <a:pt x="552317" y="137855"/>
                </a:lnTo>
                <a:lnTo>
                  <a:pt x="552978" y="138164"/>
                </a:lnTo>
                <a:lnTo>
                  <a:pt x="553647" y="138457"/>
                </a:lnTo>
                <a:lnTo>
                  <a:pt x="554323" y="138736"/>
                </a:lnTo>
                <a:lnTo>
                  <a:pt x="555006" y="139000"/>
                </a:lnTo>
                <a:lnTo>
                  <a:pt x="555697" y="139249"/>
                </a:lnTo>
                <a:lnTo>
                  <a:pt x="556395" y="139484"/>
                </a:lnTo>
                <a:lnTo>
                  <a:pt x="557100" y="139704"/>
                </a:lnTo>
                <a:lnTo>
                  <a:pt x="557813" y="139909"/>
                </a:lnTo>
                <a:lnTo>
                  <a:pt x="558533" y="140099"/>
                </a:lnTo>
                <a:lnTo>
                  <a:pt x="559261" y="140275"/>
                </a:lnTo>
                <a:lnTo>
                  <a:pt x="559996" y="140436"/>
                </a:lnTo>
                <a:lnTo>
                  <a:pt x="560738" y="140582"/>
                </a:lnTo>
                <a:lnTo>
                  <a:pt x="561488" y="140713"/>
                </a:lnTo>
                <a:lnTo>
                  <a:pt x="562245" y="140830"/>
                </a:lnTo>
                <a:lnTo>
                  <a:pt x="563010" y="140932"/>
                </a:lnTo>
                <a:lnTo>
                  <a:pt x="563781" y="141019"/>
                </a:lnTo>
                <a:lnTo>
                  <a:pt x="564561" y="141092"/>
                </a:lnTo>
                <a:lnTo>
                  <a:pt x="565347" y="141149"/>
                </a:lnTo>
                <a:lnTo>
                  <a:pt x="566141" y="141192"/>
                </a:lnTo>
                <a:lnTo>
                  <a:pt x="566942" y="141221"/>
                </a:lnTo>
                <a:lnTo>
                  <a:pt x="567751" y="141234"/>
                </a:lnTo>
                <a:lnTo>
                  <a:pt x="568567" y="141233"/>
                </a:lnTo>
                <a:lnTo>
                  <a:pt x="569564" y="141214"/>
                </a:lnTo>
                <a:lnTo>
                  <a:pt x="570552" y="141176"/>
                </a:lnTo>
                <a:lnTo>
                  <a:pt x="571533" y="141118"/>
                </a:lnTo>
                <a:lnTo>
                  <a:pt x="572504" y="141041"/>
                </a:lnTo>
                <a:lnTo>
                  <a:pt x="573468" y="140944"/>
                </a:lnTo>
                <a:lnTo>
                  <a:pt x="574424" y="140827"/>
                </a:lnTo>
                <a:lnTo>
                  <a:pt x="575371" y="140691"/>
                </a:lnTo>
                <a:lnTo>
                  <a:pt x="576310" y="140535"/>
                </a:lnTo>
                <a:lnTo>
                  <a:pt x="577240" y="140359"/>
                </a:lnTo>
                <a:lnTo>
                  <a:pt x="578163" y="140164"/>
                </a:lnTo>
                <a:lnTo>
                  <a:pt x="579077" y="139949"/>
                </a:lnTo>
                <a:lnTo>
                  <a:pt x="579983" y="139714"/>
                </a:lnTo>
                <a:lnTo>
                  <a:pt x="580880" y="139460"/>
                </a:lnTo>
                <a:lnTo>
                  <a:pt x="581769" y="139186"/>
                </a:lnTo>
                <a:lnTo>
                  <a:pt x="582650" y="138893"/>
                </a:lnTo>
                <a:lnTo>
                  <a:pt x="583523" y="138579"/>
                </a:lnTo>
                <a:lnTo>
                  <a:pt x="584388" y="138247"/>
                </a:lnTo>
                <a:lnTo>
                  <a:pt x="585244" y="137894"/>
                </a:lnTo>
                <a:lnTo>
                  <a:pt x="586092" y="137522"/>
                </a:lnTo>
                <a:lnTo>
                  <a:pt x="586931" y="137130"/>
                </a:lnTo>
                <a:lnTo>
                  <a:pt x="587763" y="136719"/>
                </a:lnTo>
                <a:lnTo>
                  <a:pt x="588586" y="136288"/>
                </a:lnTo>
                <a:lnTo>
                  <a:pt x="589401" y="135837"/>
                </a:lnTo>
                <a:lnTo>
                  <a:pt x="590207" y="135366"/>
                </a:lnTo>
                <a:lnTo>
                  <a:pt x="591003" y="134876"/>
                </a:lnTo>
                <a:lnTo>
                  <a:pt x="591785" y="134366"/>
                </a:lnTo>
                <a:lnTo>
                  <a:pt x="592553" y="133836"/>
                </a:lnTo>
                <a:lnTo>
                  <a:pt x="593307" y="133285"/>
                </a:lnTo>
                <a:lnTo>
                  <a:pt x="594047" y="132715"/>
                </a:lnTo>
                <a:lnTo>
                  <a:pt x="594773" y="132125"/>
                </a:lnTo>
                <a:lnTo>
                  <a:pt x="595486" y="131515"/>
                </a:lnTo>
                <a:lnTo>
                  <a:pt x="596184" y="130884"/>
                </a:lnTo>
                <a:lnTo>
                  <a:pt x="596869" y="130234"/>
                </a:lnTo>
                <a:lnTo>
                  <a:pt x="597540" y="129564"/>
                </a:lnTo>
                <a:lnTo>
                  <a:pt x="598197" y="128873"/>
                </a:lnTo>
                <a:lnTo>
                  <a:pt x="598840" y="128163"/>
                </a:lnTo>
                <a:lnTo>
                  <a:pt x="599470" y="127433"/>
                </a:lnTo>
                <a:lnTo>
                  <a:pt x="600085" y="126682"/>
                </a:lnTo>
                <a:lnTo>
                  <a:pt x="600687" y="125912"/>
                </a:lnTo>
                <a:lnTo>
                  <a:pt x="601275" y="125121"/>
                </a:lnTo>
                <a:lnTo>
                  <a:pt x="601849" y="124311"/>
                </a:lnTo>
                <a:lnTo>
                  <a:pt x="602409" y="123481"/>
                </a:lnTo>
                <a:lnTo>
                  <a:pt x="602956" y="122630"/>
                </a:lnTo>
                <a:lnTo>
                  <a:pt x="603488" y="121760"/>
                </a:lnTo>
                <a:lnTo>
                  <a:pt x="604007" y="120869"/>
                </a:lnTo>
                <a:lnTo>
                  <a:pt x="604512" y="119959"/>
                </a:lnTo>
                <a:lnTo>
                  <a:pt x="605003" y="119028"/>
                </a:lnTo>
                <a:lnTo>
                  <a:pt x="605480" y="118078"/>
                </a:lnTo>
                <a:lnTo>
                  <a:pt x="605941" y="117107"/>
                </a:lnTo>
                <a:lnTo>
                  <a:pt x="606381" y="116114"/>
                </a:lnTo>
                <a:lnTo>
                  <a:pt x="606803" y="115100"/>
                </a:lnTo>
                <a:lnTo>
                  <a:pt x="607204" y="114064"/>
                </a:lnTo>
                <a:lnTo>
                  <a:pt x="607586" y="113007"/>
                </a:lnTo>
                <a:lnTo>
                  <a:pt x="607949" y="111929"/>
                </a:lnTo>
                <a:lnTo>
                  <a:pt x="608292" y="110829"/>
                </a:lnTo>
                <a:lnTo>
                  <a:pt x="608615" y="109707"/>
                </a:lnTo>
                <a:lnTo>
                  <a:pt x="608919" y="108565"/>
                </a:lnTo>
                <a:lnTo>
                  <a:pt x="609203" y="107400"/>
                </a:lnTo>
                <a:lnTo>
                  <a:pt x="609467" y="106214"/>
                </a:lnTo>
                <a:lnTo>
                  <a:pt x="609712" y="105007"/>
                </a:lnTo>
                <a:lnTo>
                  <a:pt x="609938" y="103779"/>
                </a:lnTo>
                <a:lnTo>
                  <a:pt x="610143" y="102528"/>
                </a:lnTo>
                <a:lnTo>
                  <a:pt x="610330" y="101257"/>
                </a:lnTo>
                <a:lnTo>
                  <a:pt x="610496" y="99964"/>
                </a:lnTo>
                <a:lnTo>
                  <a:pt x="610643" y="98649"/>
                </a:lnTo>
                <a:lnTo>
                  <a:pt x="610770" y="97313"/>
                </a:lnTo>
                <a:lnTo>
                  <a:pt x="610878" y="95956"/>
                </a:lnTo>
                <a:lnTo>
                  <a:pt x="610966" y="94577"/>
                </a:lnTo>
                <a:lnTo>
                  <a:pt x="611035" y="93176"/>
                </a:lnTo>
                <a:lnTo>
                  <a:pt x="611084" y="91754"/>
                </a:lnTo>
                <a:lnTo>
                  <a:pt x="611113" y="90311"/>
                </a:lnTo>
                <a:lnTo>
                  <a:pt x="611123" y="88846"/>
                </a:lnTo>
                <a:lnTo>
                  <a:pt x="611114" y="87330"/>
                </a:lnTo>
                <a:lnTo>
                  <a:pt x="611087" y="85836"/>
                </a:lnTo>
                <a:lnTo>
                  <a:pt x="611041" y="84365"/>
                </a:lnTo>
                <a:lnTo>
                  <a:pt x="610978" y="82918"/>
                </a:lnTo>
                <a:lnTo>
                  <a:pt x="610896" y="81493"/>
                </a:lnTo>
                <a:lnTo>
                  <a:pt x="610796" y="80091"/>
                </a:lnTo>
                <a:lnTo>
                  <a:pt x="610678" y="78712"/>
                </a:lnTo>
                <a:lnTo>
                  <a:pt x="610542" y="77356"/>
                </a:lnTo>
                <a:lnTo>
                  <a:pt x="610388" y="76023"/>
                </a:lnTo>
                <a:lnTo>
                  <a:pt x="610215" y="74712"/>
                </a:lnTo>
                <a:lnTo>
                  <a:pt x="610025" y="73425"/>
                </a:lnTo>
                <a:lnTo>
                  <a:pt x="609816" y="72161"/>
                </a:lnTo>
                <a:lnTo>
                  <a:pt x="609589" y="70919"/>
                </a:lnTo>
                <a:lnTo>
                  <a:pt x="609344" y="69701"/>
                </a:lnTo>
                <a:lnTo>
                  <a:pt x="609081" y="68505"/>
                </a:lnTo>
                <a:lnTo>
                  <a:pt x="608799" y="67332"/>
                </a:lnTo>
                <a:lnTo>
                  <a:pt x="608500" y="66183"/>
                </a:lnTo>
                <a:lnTo>
                  <a:pt x="608182" y="65056"/>
                </a:lnTo>
                <a:lnTo>
                  <a:pt x="607846" y="63952"/>
                </a:lnTo>
                <a:lnTo>
                  <a:pt x="607492" y="62871"/>
                </a:lnTo>
                <a:lnTo>
                  <a:pt x="607120" y="61813"/>
                </a:lnTo>
                <a:lnTo>
                  <a:pt x="606729" y="60778"/>
                </a:lnTo>
                <a:lnTo>
                  <a:pt x="606321" y="59766"/>
                </a:lnTo>
                <a:lnTo>
                  <a:pt x="605894" y="58777"/>
                </a:lnTo>
                <a:lnTo>
                  <a:pt x="605452" y="57809"/>
                </a:lnTo>
                <a:lnTo>
                  <a:pt x="604995" y="56862"/>
                </a:lnTo>
                <a:lnTo>
                  <a:pt x="604526" y="55936"/>
                </a:lnTo>
                <a:lnTo>
                  <a:pt x="604042" y="55031"/>
                </a:lnTo>
                <a:lnTo>
                  <a:pt x="603545" y="54146"/>
                </a:lnTo>
                <a:lnTo>
                  <a:pt x="603034" y="53282"/>
                </a:lnTo>
                <a:lnTo>
                  <a:pt x="602509" y="52439"/>
                </a:lnTo>
                <a:lnTo>
                  <a:pt x="601971" y="51617"/>
                </a:lnTo>
                <a:lnTo>
                  <a:pt x="601419" y="50815"/>
                </a:lnTo>
                <a:lnTo>
                  <a:pt x="600854" y="50034"/>
                </a:lnTo>
                <a:lnTo>
                  <a:pt x="600275" y="49274"/>
                </a:lnTo>
                <a:lnTo>
                  <a:pt x="599682" y="48534"/>
                </a:lnTo>
                <a:lnTo>
                  <a:pt x="599075" y="47815"/>
                </a:lnTo>
                <a:lnTo>
                  <a:pt x="598455" y="47117"/>
                </a:lnTo>
                <a:lnTo>
                  <a:pt x="597821" y="46440"/>
                </a:lnTo>
                <a:lnTo>
                  <a:pt x="597174" y="45784"/>
                </a:lnTo>
                <a:lnTo>
                  <a:pt x="596512" y="45148"/>
                </a:lnTo>
                <a:lnTo>
                  <a:pt x="595838" y="44533"/>
                </a:lnTo>
                <a:lnTo>
                  <a:pt x="595149" y="43939"/>
                </a:lnTo>
                <a:lnTo>
                  <a:pt x="594447" y="43365"/>
                </a:lnTo>
                <a:lnTo>
                  <a:pt x="593731" y="42812"/>
                </a:lnTo>
                <a:lnTo>
                  <a:pt x="593002" y="42280"/>
                </a:lnTo>
                <a:lnTo>
                  <a:pt x="592259" y="41769"/>
                </a:lnTo>
                <a:lnTo>
                  <a:pt x="591502" y="41278"/>
                </a:lnTo>
                <a:lnTo>
                  <a:pt x="590734" y="40808"/>
                </a:lnTo>
                <a:lnTo>
                  <a:pt x="589956" y="40358"/>
                </a:lnTo>
                <a:lnTo>
                  <a:pt x="589170" y="39927"/>
                </a:lnTo>
                <a:lnTo>
                  <a:pt x="588374" y="39517"/>
                </a:lnTo>
                <a:lnTo>
                  <a:pt x="587569" y="39127"/>
                </a:lnTo>
                <a:lnTo>
                  <a:pt x="586755" y="38757"/>
                </a:lnTo>
                <a:lnTo>
                  <a:pt x="585932" y="38407"/>
                </a:lnTo>
                <a:lnTo>
                  <a:pt x="585099" y="38077"/>
                </a:lnTo>
                <a:lnTo>
                  <a:pt x="584258" y="37766"/>
                </a:lnTo>
                <a:lnTo>
                  <a:pt x="583407" y="37476"/>
                </a:lnTo>
                <a:lnTo>
                  <a:pt x="582547" y="37206"/>
                </a:lnTo>
                <a:lnTo>
                  <a:pt x="581678" y="36956"/>
                </a:lnTo>
                <a:lnTo>
                  <a:pt x="580800" y="36726"/>
                </a:lnTo>
                <a:lnTo>
                  <a:pt x="579912" y="36516"/>
                </a:lnTo>
                <a:lnTo>
                  <a:pt x="579016" y="36326"/>
                </a:lnTo>
                <a:lnTo>
                  <a:pt x="578110" y="36156"/>
                </a:lnTo>
                <a:lnTo>
                  <a:pt x="577195" y="36006"/>
                </a:lnTo>
                <a:lnTo>
                  <a:pt x="576271" y="35875"/>
                </a:lnTo>
                <a:lnTo>
                  <a:pt x="575338" y="35765"/>
                </a:lnTo>
                <a:lnTo>
                  <a:pt x="574396" y="35675"/>
                </a:lnTo>
                <a:lnTo>
                  <a:pt x="573444" y="35605"/>
                </a:lnTo>
                <a:lnTo>
                  <a:pt x="572483" y="35555"/>
                </a:lnTo>
                <a:lnTo>
                  <a:pt x="571513" y="35525"/>
                </a:lnTo>
                <a:lnTo>
                  <a:pt x="570534" y="35515"/>
                </a:lnTo>
                <a:lnTo>
                  <a:pt x="569642" y="35523"/>
                </a:lnTo>
                <a:lnTo>
                  <a:pt x="568760" y="35546"/>
                </a:lnTo>
                <a:lnTo>
                  <a:pt x="567887" y="35584"/>
                </a:lnTo>
                <a:lnTo>
                  <a:pt x="567025" y="35638"/>
                </a:lnTo>
                <a:lnTo>
                  <a:pt x="566173" y="35706"/>
                </a:lnTo>
                <a:lnTo>
                  <a:pt x="565331" y="35790"/>
                </a:lnTo>
                <a:lnTo>
                  <a:pt x="564499" y="35890"/>
                </a:lnTo>
                <a:lnTo>
                  <a:pt x="563677" y="36004"/>
                </a:lnTo>
                <a:lnTo>
                  <a:pt x="562866" y="36134"/>
                </a:lnTo>
                <a:lnTo>
                  <a:pt x="562064" y="36279"/>
                </a:lnTo>
                <a:lnTo>
                  <a:pt x="561272" y="36440"/>
                </a:lnTo>
                <a:lnTo>
                  <a:pt x="560491" y="36615"/>
                </a:lnTo>
                <a:lnTo>
                  <a:pt x="559719" y="36806"/>
                </a:lnTo>
                <a:lnTo>
                  <a:pt x="558958" y="37013"/>
                </a:lnTo>
                <a:lnTo>
                  <a:pt x="558206" y="37234"/>
                </a:lnTo>
                <a:lnTo>
                  <a:pt x="557465" y="37471"/>
                </a:lnTo>
                <a:lnTo>
                  <a:pt x="556734" y="37723"/>
                </a:lnTo>
                <a:lnTo>
                  <a:pt x="556012" y="37991"/>
                </a:lnTo>
                <a:lnTo>
                  <a:pt x="555301" y="38273"/>
                </a:lnTo>
                <a:lnTo>
                  <a:pt x="554600" y="38571"/>
                </a:lnTo>
                <a:lnTo>
                  <a:pt x="553909" y="38884"/>
                </a:lnTo>
                <a:lnTo>
                  <a:pt x="553228" y="39213"/>
                </a:lnTo>
                <a:lnTo>
                  <a:pt x="552557" y="39557"/>
                </a:lnTo>
                <a:lnTo>
                  <a:pt x="551897" y="39916"/>
                </a:lnTo>
                <a:lnTo>
                  <a:pt x="551245" y="40289"/>
                </a:lnTo>
                <a:lnTo>
                  <a:pt x="550601" y="40676"/>
                </a:lnTo>
                <a:lnTo>
                  <a:pt x="549965" y="41075"/>
                </a:lnTo>
                <a:lnTo>
                  <a:pt x="549337" y="41488"/>
                </a:lnTo>
                <a:lnTo>
                  <a:pt x="548717" y="41913"/>
                </a:lnTo>
                <a:lnTo>
                  <a:pt x="548104" y="42352"/>
                </a:lnTo>
                <a:lnTo>
                  <a:pt x="547500" y="42804"/>
                </a:lnTo>
                <a:lnTo>
                  <a:pt x="546903" y="43270"/>
                </a:lnTo>
                <a:lnTo>
                  <a:pt x="546315" y="43748"/>
                </a:lnTo>
                <a:lnTo>
                  <a:pt x="545734" y="44239"/>
                </a:lnTo>
                <a:lnTo>
                  <a:pt x="545162" y="44744"/>
                </a:lnTo>
                <a:lnTo>
                  <a:pt x="544597" y="45261"/>
                </a:lnTo>
                <a:lnTo>
                  <a:pt x="544040" y="45792"/>
                </a:lnTo>
                <a:lnTo>
                  <a:pt x="543491" y="46336"/>
                </a:lnTo>
                <a:lnTo>
                  <a:pt x="542950" y="46893"/>
                </a:lnTo>
                <a:lnTo>
                  <a:pt x="542417" y="47463"/>
                </a:lnTo>
                <a:lnTo>
                  <a:pt x="541891" y="48046"/>
                </a:lnTo>
                <a:lnTo>
                  <a:pt x="541374" y="48643"/>
                </a:lnTo>
                <a:lnTo>
                  <a:pt x="540865" y="49252"/>
                </a:lnTo>
                <a:lnTo>
                  <a:pt x="540363" y="49875"/>
                </a:lnTo>
                <a:lnTo>
                  <a:pt x="539869" y="50510"/>
                </a:lnTo>
                <a:lnTo>
                  <a:pt x="539384" y="51159"/>
                </a:lnTo>
                <a:lnTo>
                  <a:pt x="538906" y="51821"/>
                </a:lnTo>
                <a:lnTo>
                  <a:pt x="538436" y="52496"/>
                </a:lnTo>
                <a:lnTo>
                  <a:pt x="536883" y="37068"/>
                </a:lnTo>
                <a:lnTo>
                  <a:pt x="510997" y="37068"/>
                </a:lnTo>
                <a:lnTo>
                  <a:pt x="510997" y="176437"/>
                </a:lnTo>
                <a:lnTo>
                  <a:pt x="538436" y="176437"/>
                </a:lnTo>
                <a:lnTo>
                  <a:pt x="538436" y="125598"/>
                </a:lnTo>
                <a:lnTo>
                  <a:pt x="538846" y="126213"/>
                </a:lnTo>
                <a:lnTo>
                  <a:pt x="539267" y="126817"/>
                </a:lnTo>
                <a:lnTo>
                  <a:pt x="539697" y="127410"/>
                </a:lnTo>
                <a:close/>
                <a:moveTo>
                  <a:pt x="558460" y="120003"/>
                </a:moveTo>
                <a:lnTo>
                  <a:pt x="557828" y="119910"/>
                </a:lnTo>
                <a:lnTo>
                  <a:pt x="557202" y="119800"/>
                </a:lnTo>
                <a:lnTo>
                  <a:pt x="556585" y="119674"/>
                </a:lnTo>
                <a:lnTo>
                  <a:pt x="555974" y="119531"/>
                </a:lnTo>
                <a:lnTo>
                  <a:pt x="555371" y="119370"/>
                </a:lnTo>
                <a:lnTo>
                  <a:pt x="554776" y="119193"/>
                </a:lnTo>
                <a:lnTo>
                  <a:pt x="554187" y="118999"/>
                </a:lnTo>
                <a:lnTo>
                  <a:pt x="553607" y="118789"/>
                </a:lnTo>
                <a:lnTo>
                  <a:pt x="553033" y="118561"/>
                </a:lnTo>
                <a:lnTo>
                  <a:pt x="552467" y="118316"/>
                </a:lnTo>
                <a:lnTo>
                  <a:pt x="551908" y="118055"/>
                </a:lnTo>
                <a:lnTo>
                  <a:pt x="551357" y="117777"/>
                </a:lnTo>
                <a:lnTo>
                  <a:pt x="550813" y="117482"/>
                </a:lnTo>
                <a:lnTo>
                  <a:pt x="550276" y="117170"/>
                </a:lnTo>
                <a:lnTo>
                  <a:pt x="549747" y="116841"/>
                </a:lnTo>
                <a:lnTo>
                  <a:pt x="549225" y="116495"/>
                </a:lnTo>
                <a:lnTo>
                  <a:pt x="548710" y="116132"/>
                </a:lnTo>
                <a:lnTo>
                  <a:pt x="548203" y="115753"/>
                </a:lnTo>
                <a:lnTo>
                  <a:pt x="547703" y="115357"/>
                </a:lnTo>
                <a:lnTo>
                  <a:pt x="547211" y="114949"/>
                </a:lnTo>
                <a:lnTo>
                  <a:pt x="546729" y="114534"/>
                </a:lnTo>
                <a:lnTo>
                  <a:pt x="546256" y="114113"/>
                </a:lnTo>
                <a:lnTo>
                  <a:pt x="545792" y="113685"/>
                </a:lnTo>
                <a:lnTo>
                  <a:pt x="545337" y="113250"/>
                </a:lnTo>
                <a:lnTo>
                  <a:pt x="544891" y="112809"/>
                </a:lnTo>
                <a:lnTo>
                  <a:pt x="544455" y="112362"/>
                </a:lnTo>
                <a:lnTo>
                  <a:pt x="544027" y="111907"/>
                </a:lnTo>
                <a:lnTo>
                  <a:pt x="543609" y="111447"/>
                </a:lnTo>
                <a:lnTo>
                  <a:pt x="543200" y="110979"/>
                </a:lnTo>
                <a:lnTo>
                  <a:pt x="542800" y="110505"/>
                </a:lnTo>
                <a:lnTo>
                  <a:pt x="542409" y="110024"/>
                </a:lnTo>
                <a:lnTo>
                  <a:pt x="542028" y="109537"/>
                </a:lnTo>
                <a:lnTo>
                  <a:pt x="541655" y="109043"/>
                </a:lnTo>
                <a:lnTo>
                  <a:pt x="541292" y="108542"/>
                </a:lnTo>
                <a:lnTo>
                  <a:pt x="540938" y="108035"/>
                </a:lnTo>
                <a:lnTo>
                  <a:pt x="540593" y="107522"/>
                </a:lnTo>
                <a:lnTo>
                  <a:pt x="540258" y="107001"/>
                </a:lnTo>
                <a:lnTo>
                  <a:pt x="539931" y="106474"/>
                </a:lnTo>
                <a:lnTo>
                  <a:pt x="539614" y="105941"/>
                </a:lnTo>
                <a:lnTo>
                  <a:pt x="539306" y="105401"/>
                </a:lnTo>
                <a:lnTo>
                  <a:pt x="539007" y="104854"/>
                </a:lnTo>
                <a:lnTo>
                  <a:pt x="538717" y="104300"/>
                </a:lnTo>
                <a:lnTo>
                  <a:pt x="538436" y="103740"/>
                </a:lnTo>
                <a:lnTo>
                  <a:pt x="538436" y="73328"/>
                </a:lnTo>
                <a:lnTo>
                  <a:pt x="538684" y="72802"/>
                </a:lnTo>
                <a:lnTo>
                  <a:pt x="538945" y="72279"/>
                </a:lnTo>
                <a:lnTo>
                  <a:pt x="539219" y="71760"/>
                </a:lnTo>
                <a:lnTo>
                  <a:pt x="539506" y="71244"/>
                </a:lnTo>
                <a:lnTo>
                  <a:pt x="539806" y="70732"/>
                </a:lnTo>
                <a:lnTo>
                  <a:pt x="540119" y="70223"/>
                </a:lnTo>
                <a:lnTo>
                  <a:pt x="540444" y="69718"/>
                </a:lnTo>
                <a:lnTo>
                  <a:pt x="540783" y="69216"/>
                </a:lnTo>
                <a:lnTo>
                  <a:pt x="541135" y="68717"/>
                </a:lnTo>
                <a:lnTo>
                  <a:pt x="541499" y="68222"/>
                </a:lnTo>
                <a:lnTo>
                  <a:pt x="541877" y="67731"/>
                </a:lnTo>
                <a:lnTo>
                  <a:pt x="542267" y="67243"/>
                </a:lnTo>
                <a:lnTo>
                  <a:pt x="542670" y="66759"/>
                </a:lnTo>
                <a:lnTo>
                  <a:pt x="543087" y="66278"/>
                </a:lnTo>
                <a:lnTo>
                  <a:pt x="543516" y="65800"/>
                </a:lnTo>
                <a:lnTo>
                  <a:pt x="543958" y="65326"/>
                </a:lnTo>
                <a:lnTo>
                  <a:pt x="544413" y="64856"/>
                </a:lnTo>
                <a:lnTo>
                  <a:pt x="544881" y="64389"/>
                </a:lnTo>
                <a:lnTo>
                  <a:pt x="545363" y="63925"/>
                </a:lnTo>
                <a:lnTo>
                  <a:pt x="545857" y="63465"/>
                </a:lnTo>
                <a:lnTo>
                  <a:pt x="546363" y="63009"/>
                </a:lnTo>
                <a:lnTo>
                  <a:pt x="546883" y="62556"/>
                </a:lnTo>
                <a:lnTo>
                  <a:pt x="547416" y="62106"/>
                </a:lnTo>
                <a:lnTo>
                  <a:pt x="547962" y="61660"/>
                </a:lnTo>
                <a:lnTo>
                  <a:pt x="548519" y="61225"/>
                </a:lnTo>
                <a:lnTo>
                  <a:pt x="549085" y="60808"/>
                </a:lnTo>
                <a:lnTo>
                  <a:pt x="549661" y="60410"/>
                </a:lnTo>
                <a:lnTo>
                  <a:pt x="550246" y="60031"/>
                </a:lnTo>
                <a:lnTo>
                  <a:pt x="550840" y="59669"/>
                </a:lnTo>
                <a:lnTo>
                  <a:pt x="551444" y="59327"/>
                </a:lnTo>
                <a:lnTo>
                  <a:pt x="552057" y="59003"/>
                </a:lnTo>
                <a:lnTo>
                  <a:pt x="552679" y="58697"/>
                </a:lnTo>
                <a:lnTo>
                  <a:pt x="553311" y="58410"/>
                </a:lnTo>
                <a:lnTo>
                  <a:pt x="553952" y="58142"/>
                </a:lnTo>
                <a:lnTo>
                  <a:pt x="554602" y="57892"/>
                </a:lnTo>
                <a:lnTo>
                  <a:pt x="555262" y="57661"/>
                </a:lnTo>
                <a:lnTo>
                  <a:pt x="555931" y="57448"/>
                </a:lnTo>
                <a:lnTo>
                  <a:pt x="556609" y="57253"/>
                </a:lnTo>
                <a:lnTo>
                  <a:pt x="557297" y="57077"/>
                </a:lnTo>
                <a:lnTo>
                  <a:pt x="557994" y="56920"/>
                </a:lnTo>
                <a:lnTo>
                  <a:pt x="558701" y="56781"/>
                </a:lnTo>
                <a:lnTo>
                  <a:pt x="559416" y="56661"/>
                </a:lnTo>
                <a:lnTo>
                  <a:pt x="560142" y="56559"/>
                </a:lnTo>
                <a:lnTo>
                  <a:pt x="560876" y="56476"/>
                </a:lnTo>
                <a:lnTo>
                  <a:pt x="561620" y="56411"/>
                </a:lnTo>
                <a:lnTo>
                  <a:pt x="562373" y="56364"/>
                </a:lnTo>
                <a:lnTo>
                  <a:pt x="563136" y="56337"/>
                </a:lnTo>
                <a:lnTo>
                  <a:pt x="563908" y="56327"/>
                </a:lnTo>
                <a:lnTo>
                  <a:pt x="564643" y="56341"/>
                </a:lnTo>
                <a:lnTo>
                  <a:pt x="565365" y="56382"/>
                </a:lnTo>
                <a:lnTo>
                  <a:pt x="566075" y="56451"/>
                </a:lnTo>
                <a:lnTo>
                  <a:pt x="566771" y="56547"/>
                </a:lnTo>
                <a:lnTo>
                  <a:pt x="567454" y="56671"/>
                </a:lnTo>
                <a:lnTo>
                  <a:pt x="568124" y="56823"/>
                </a:lnTo>
                <a:lnTo>
                  <a:pt x="568780" y="57001"/>
                </a:lnTo>
                <a:lnTo>
                  <a:pt x="569424" y="57208"/>
                </a:lnTo>
                <a:lnTo>
                  <a:pt x="570055" y="57441"/>
                </a:lnTo>
                <a:lnTo>
                  <a:pt x="570672" y="57703"/>
                </a:lnTo>
                <a:lnTo>
                  <a:pt x="571276" y="57991"/>
                </a:lnTo>
                <a:lnTo>
                  <a:pt x="571867" y="58308"/>
                </a:lnTo>
                <a:lnTo>
                  <a:pt x="572445" y="58651"/>
                </a:lnTo>
                <a:lnTo>
                  <a:pt x="573010" y="59023"/>
                </a:lnTo>
                <a:lnTo>
                  <a:pt x="573562" y="59422"/>
                </a:lnTo>
                <a:lnTo>
                  <a:pt x="574101" y="59848"/>
                </a:lnTo>
                <a:lnTo>
                  <a:pt x="574626" y="60302"/>
                </a:lnTo>
                <a:lnTo>
                  <a:pt x="575139" y="60783"/>
                </a:lnTo>
                <a:lnTo>
                  <a:pt x="575638" y="61292"/>
                </a:lnTo>
                <a:lnTo>
                  <a:pt x="576124" y="61828"/>
                </a:lnTo>
                <a:lnTo>
                  <a:pt x="576597" y="62392"/>
                </a:lnTo>
                <a:lnTo>
                  <a:pt x="577057" y="62983"/>
                </a:lnTo>
                <a:lnTo>
                  <a:pt x="577504" y="63602"/>
                </a:lnTo>
                <a:lnTo>
                  <a:pt x="577938" y="64248"/>
                </a:lnTo>
                <a:lnTo>
                  <a:pt x="578356" y="64923"/>
                </a:lnTo>
                <a:lnTo>
                  <a:pt x="578756" y="65627"/>
                </a:lnTo>
                <a:lnTo>
                  <a:pt x="579139" y="66360"/>
                </a:lnTo>
                <a:lnTo>
                  <a:pt x="579504" y="67123"/>
                </a:lnTo>
                <a:lnTo>
                  <a:pt x="579851" y="67914"/>
                </a:lnTo>
                <a:lnTo>
                  <a:pt x="580180" y="68736"/>
                </a:lnTo>
                <a:lnTo>
                  <a:pt x="580491" y="69586"/>
                </a:lnTo>
                <a:lnTo>
                  <a:pt x="580785" y="70466"/>
                </a:lnTo>
                <a:lnTo>
                  <a:pt x="581061" y="71375"/>
                </a:lnTo>
                <a:lnTo>
                  <a:pt x="581319" y="72314"/>
                </a:lnTo>
                <a:lnTo>
                  <a:pt x="581559" y="73282"/>
                </a:lnTo>
                <a:lnTo>
                  <a:pt x="581782" y="74279"/>
                </a:lnTo>
                <a:lnTo>
                  <a:pt x="581986" y="75306"/>
                </a:lnTo>
                <a:lnTo>
                  <a:pt x="582173" y="76362"/>
                </a:lnTo>
                <a:lnTo>
                  <a:pt x="582342" y="77447"/>
                </a:lnTo>
                <a:lnTo>
                  <a:pt x="582494" y="78562"/>
                </a:lnTo>
                <a:lnTo>
                  <a:pt x="582627" y="79706"/>
                </a:lnTo>
                <a:lnTo>
                  <a:pt x="582743" y="80879"/>
                </a:lnTo>
                <a:lnTo>
                  <a:pt x="582841" y="82082"/>
                </a:lnTo>
                <a:lnTo>
                  <a:pt x="582921" y="83314"/>
                </a:lnTo>
                <a:lnTo>
                  <a:pt x="582983" y="84575"/>
                </a:lnTo>
                <a:lnTo>
                  <a:pt x="583027" y="85866"/>
                </a:lnTo>
                <a:lnTo>
                  <a:pt x="583054" y="87186"/>
                </a:lnTo>
                <a:lnTo>
                  <a:pt x="583063" y="88536"/>
                </a:lnTo>
                <a:lnTo>
                  <a:pt x="583053" y="89808"/>
                </a:lnTo>
                <a:lnTo>
                  <a:pt x="583025" y="91054"/>
                </a:lnTo>
                <a:lnTo>
                  <a:pt x="582977" y="92276"/>
                </a:lnTo>
                <a:lnTo>
                  <a:pt x="582911" y="93472"/>
                </a:lnTo>
                <a:lnTo>
                  <a:pt x="582825" y="94643"/>
                </a:lnTo>
                <a:lnTo>
                  <a:pt x="582720" y="95788"/>
                </a:lnTo>
                <a:lnTo>
                  <a:pt x="582596" y="96908"/>
                </a:lnTo>
                <a:lnTo>
                  <a:pt x="582453" y="98003"/>
                </a:lnTo>
                <a:lnTo>
                  <a:pt x="582291" y="99073"/>
                </a:lnTo>
                <a:lnTo>
                  <a:pt x="582110" y="100117"/>
                </a:lnTo>
                <a:lnTo>
                  <a:pt x="581910" y="101136"/>
                </a:lnTo>
                <a:lnTo>
                  <a:pt x="581691" y="102130"/>
                </a:lnTo>
                <a:lnTo>
                  <a:pt x="581453" y="103098"/>
                </a:lnTo>
                <a:lnTo>
                  <a:pt x="581196" y="104041"/>
                </a:lnTo>
                <a:lnTo>
                  <a:pt x="580919" y="104959"/>
                </a:lnTo>
                <a:lnTo>
                  <a:pt x="580624" y="105852"/>
                </a:lnTo>
                <a:lnTo>
                  <a:pt x="580310" y="106719"/>
                </a:lnTo>
                <a:lnTo>
                  <a:pt x="579976" y="107561"/>
                </a:lnTo>
                <a:lnTo>
                  <a:pt x="579624" y="108378"/>
                </a:lnTo>
                <a:lnTo>
                  <a:pt x="579252" y="109169"/>
                </a:lnTo>
                <a:lnTo>
                  <a:pt x="578861" y="109936"/>
                </a:lnTo>
                <a:lnTo>
                  <a:pt x="578452" y="110676"/>
                </a:lnTo>
                <a:lnTo>
                  <a:pt x="578023" y="111392"/>
                </a:lnTo>
                <a:lnTo>
                  <a:pt x="577575" y="112082"/>
                </a:lnTo>
                <a:lnTo>
                  <a:pt x="577109" y="112746"/>
                </a:lnTo>
                <a:lnTo>
                  <a:pt x="576627" y="113381"/>
                </a:lnTo>
                <a:lnTo>
                  <a:pt x="576127" y="113988"/>
                </a:lnTo>
                <a:lnTo>
                  <a:pt x="575611" y="114567"/>
                </a:lnTo>
                <a:lnTo>
                  <a:pt x="575077" y="115117"/>
                </a:lnTo>
                <a:lnTo>
                  <a:pt x="574527" y="115640"/>
                </a:lnTo>
                <a:lnTo>
                  <a:pt x="573960" y="116134"/>
                </a:lnTo>
                <a:lnTo>
                  <a:pt x="573376" y="116600"/>
                </a:lnTo>
                <a:lnTo>
                  <a:pt x="572775" y="117037"/>
                </a:lnTo>
                <a:lnTo>
                  <a:pt x="572157" y="117447"/>
                </a:lnTo>
                <a:lnTo>
                  <a:pt x="571522" y="117828"/>
                </a:lnTo>
                <a:lnTo>
                  <a:pt x="570871" y="118181"/>
                </a:lnTo>
                <a:lnTo>
                  <a:pt x="570202" y="118505"/>
                </a:lnTo>
                <a:lnTo>
                  <a:pt x="569517" y="118802"/>
                </a:lnTo>
                <a:lnTo>
                  <a:pt x="568815" y="119070"/>
                </a:lnTo>
                <a:lnTo>
                  <a:pt x="568095" y="119310"/>
                </a:lnTo>
                <a:lnTo>
                  <a:pt x="567359" y="119522"/>
                </a:lnTo>
                <a:lnTo>
                  <a:pt x="566606" y="119705"/>
                </a:lnTo>
                <a:lnTo>
                  <a:pt x="565836" y="119861"/>
                </a:lnTo>
                <a:lnTo>
                  <a:pt x="565049" y="119988"/>
                </a:lnTo>
                <a:lnTo>
                  <a:pt x="564246" y="120086"/>
                </a:lnTo>
                <a:lnTo>
                  <a:pt x="563425" y="120157"/>
                </a:lnTo>
                <a:lnTo>
                  <a:pt x="562588" y="120199"/>
                </a:lnTo>
                <a:lnTo>
                  <a:pt x="561733" y="120214"/>
                </a:lnTo>
                <a:lnTo>
                  <a:pt x="561064" y="120205"/>
                </a:lnTo>
                <a:lnTo>
                  <a:pt x="560402" y="120180"/>
                </a:lnTo>
                <a:lnTo>
                  <a:pt x="559747" y="120138"/>
                </a:lnTo>
                <a:lnTo>
                  <a:pt x="559100" y="120079"/>
                </a:lnTo>
                <a:lnTo>
                  <a:pt x="558460" y="120003"/>
                </a:lnTo>
                <a:close/>
                <a:moveTo>
                  <a:pt x="1354063" y="46645"/>
                </a:moveTo>
                <a:lnTo>
                  <a:pt x="1354520" y="46387"/>
                </a:lnTo>
                <a:lnTo>
                  <a:pt x="1354989" y="46145"/>
                </a:lnTo>
                <a:lnTo>
                  <a:pt x="1355470" y="45918"/>
                </a:lnTo>
                <a:lnTo>
                  <a:pt x="1355962" y="45707"/>
                </a:lnTo>
                <a:lnTo>
                  <a:pt x="1356466" y="45512"/>
                </a:lnTo>
                <a:lnTo>
                  <a:pt x="1356982" y="45332"/>
                </a:lnTo>
                <a:lnTo>
                  <a:pt x="1357509" y="45167"/>
                </a:lnTo>
                <a:lnTo>
                  <a:pt x="1358048" y="45019"/>
                </a:lnTo>
                <a:lnTo>
                  <a:pt x="1358599" y="44886"/>
                </a:lnTo>
                <a:lnTo>
                  <a:pt x="1359158" y="44763"/>
                </a:lnTo>
                <a:lnTo>
                  <a:pt x="1359721" y="44646"/>
                </a:lnTo>
                <a:lnTo>
                  <a:pt x="1360290" y="44534"/>
                </a:lnTo>
                <a:lnTo>
                  <a:pt x="1360864" y="44427"/>
                </a:lnTo>
                <a:lnTo>
                  <a:pt x="1361442" y="44326"/>
                </a:lnTo>
                <a:lnTo>
                  <a:pt x="1362025" y="44229"/>
                </a:lnTo>
                <a:lnTo>
                  <a:pt x="1362613" y="44138"/>
                </a:lnTo>
                <a:lnTo>
                  <a:pt x="1363206" y="44052"/>
                </a:lnTo>
                <a:lnTo>
                  <a:pt x="1363804" y="43971"/>
                </a:lnTo>
                <a:lnTo>
                  <a:pt x="1364407" y="43895"/>
                </a:lnTo>
                <a:lnTo>
                  <a:pt x="1365014" y="43825"/>
                </a:lnTo>
                <a:lnTo>
                  <a:pt x="1365627" y="43760"/>
                </a:lnTo>
                <a:lnTo>
                  <a:pt x="1366244" y="43700"/>
                </a:lnTo>
                <a:lnTo>
                  <a:pt x="1366866" y="43645"/>
                </a:lnTo>
                <a:lnTo>
                  <a:pt x="1367493" y="43596"/>
                </a:lnTo>
                <a:lnTo>
                  <a:pt x="1368125" y="43551"/>
                </a:lnTo>
                <a:lnTo>
                  <a:pt x="1368761" y="43512"/>
                </a:lnTo>
                <a:lnTo>
                  <a:pt x="1369403" y="43478"/>
                </a:lnTo>
                <a:lnTo>
                  <a:pt x="1370049" y="43450"/>
                </a:lnTo>
                <a:lnTo>
                  <a:pt x="1370700" y="43426"/>
                </a:lnTo>
                <a:lnTo>
                  <a:pt x="1371356" y="43408"/>
                </a:lnTo>
                <a:lnTo>
                  <a:pt x="1372017" y="43395"/>
                </a:lnTo>
                <a:lnTo>
                  <a:pt x="1372683" y="43387"/>
                </a:lnTo>
                <a:lnTo>
                  <a:pt x="1373354" y="43385"/>
                </a:lnTo>
                <a:lnTo>
                  <a:pt x="1373354" y="23401"/>
                </a:lnTo>
                <a:lnTo>
                  <a:pt x="1372367" y="23416"/>
                </a:lnTo>
                <a:lnTo>
                  <a:pt x="1371393" y="23445"/>
                </a:lnTo>
                <a:lnTo>
                  <a:pt x="1370431" y="23486"/>
                </a:lnTo>
                <a:lnTo>
                  <a:pt x="1369481" y="23542"/>
                </a:lnTo>
                <a:lnTo>
                  <a:pt x="1368543" y="23610"/>
                </a:lnTo>
                <a:lnTo>
                  <a:pt x="1367617" y="23692"/>
                </a:lnTo>
                <a:lnTo>
                  <a:pt x="1366703" y="23787"/>
                </a:lnTo>
                <a:lnTo>
                  <a:pt x="1365801" y="23895"/>
                </a:lnTo>
                <a:lnTo>
                  <a:pt x="1364911" y="24017"/>
                </a:lnTo>
                <a:lnTo>
                  <a:pt x="1364033" y="24152"/>
                </a:lnTo>
                <a:lnTo>
                  <a:pt x="1363167" y="24300"/>
                </a:lnTo>
                <a:lnTo>
                  <a:pt x="1362313" y="24462"/>
                </a:lnTo>
                <a:lnTo>
                  <a:pt x="1361471" y="24637"/>
                </a:lnTo>
                <a:lnTo>
                  <a:pt x="1360642" y="24825"/>
                </a:lnTo>
                <a:lnTo>
                  <a:pt x="1359824" y="25027"/>
                </a:lnTo>
                <a:lnTo>
                  <a:pt x="1359019" y="25241"/>
                </a:lnTo>
                <a:lnTo>
                  <a:pt x="1358225" y="25470"/>
                </a:lnTo>
                <a:lnTo>
                  <a:pt x="1357443" y="25711"/>
                </a:lnTo>
                <a:lnTo>
                  <a:pt x="1356674" y="25966"/>
                </a:lnTo>
                <a:lnTo>
                  <a:pt x="1355917" y="26234"/>
                </a:lnTo>
                <a:lnTo>
                  <a:pt x="1355171" y="26515"/>
                </a:lnTo>
                <a:lnTo>
                  <a:pt x="1354438" y="26810"/>
                </a:lnTo>
                <a:lnTo>
                  <a:pt x="1353717" y="27118"/>
                </a:lnTo>
                <a:lnTo>
                  <a:pt x="1353007" y="27439"/>
                </a:lnTo>
                <a:lnTo>
                  <a:pt x="1352312" y="27779"/>
                </a:lnTo>
                <a:lnTo>
                  <a:pt x="1351631" y="28142"/>
                </a:lnTo>
                <a:lnTo>
                  <a:pt x="1350966" y="28529"/>
                </a:lnTo>
                <a:lnTo>
                  <a:pt x="1350317" y="28940"/>
                </a:lnTo>
                <a:lnTo>
                  <a:pt x="1349682" y="29375"/>
                </a:lnTo>
                <a:lnTo>
                  <a:pt x="1349063" y="29833"/>
                </a:lnTo>
                <a:lnTo>
                  <a:pt x="1348459" y="30315"/>
                </a:lnTo>
                <a:lnTo>
                  <a:pt x="1347870" y="30821"/>
                </a:lnTo>
                <a:lnTo>
                  <a:pt x="1347297" y="31351"/>
                </a:lnTo>
                <a:lnTo>
                  <a:pt x="1346739" y="31904"/>
                </a:lnTo>
                <a:lnTo>
                  <a:pt x="1346196" y="32481"/>
                </a:lnTo>
                <a:lnTo>
                  <a:pt x="1345669" y="33082"/>
                </a:lnTo>
                <a:lnTo>
                  <a:pt x="1345156" y="33707"/>
                </a:lnTo>
                <a:lnTo>
                  <a:pt x="1344659" y="34355"/>
                </a:lnTo>
                <a:lnTo>
                  <a:pt x="1344178" y="35027"/>
                </a:lnTo>
                <a:lnTo>
                  <a:pt x="1343711" y="35722"/>
                </a:lnTo>
                <a:lnTo>
                  <a:pt x="1343260" y="36442"/>
                </a:lnTo>
                <a:lnTo>
                  <a:pt x="1342824" y="37185"/>
                </a:lnTo>
                <a:lnTo>
                  <a:pt x="1342404" y="37952"/>
                </a:lnTo>
                <a:lnTo>
                  <a:pt x="1341999" y="38742"/>
                </a:lnTo>
                <a:lnTo>
                  <a:pt x="1341609" y="39557"/>
                </a:lnTo>
                <a:lnTo>
                  <a:pt x="1341234" y="40395"/>
                </a:lnTo>
                <a:lnTo>
                  <a:pt x="1341196" y="40485"/>
                </a:lnTo>
                <a:lnTo>
                  <a:pt x="1340911" y="40372"/>
                </a:lnTo>
                <a:lnTo>
                  <a:pt x="1340045" y="40050"/>
                </a:lnTo>
                <a:lnTo>
                  <a:pt x="1339162" y="39744"/>
                </a:lnTo>
                <a:lnTo>
                  <a:pt x="1338261" y="39455"/>
                </a:lnTo>
                <a:lnTo>
                  <a:pt x="1337344" y="39182"/>
                </a:lnTo>
                <a:lnTo>
                  <a:pt x="1336409" y="38926"/>
                </a:lnTo>
                <a:lnTo>
                  <a:pt x="1335457" y="38687"/>
                </a:lnTo>
                <a:lnTo>
                  <a:pt x="1334488" y="38464"/>
                </a:lnTo>
                <a:lnTo>
                  <a:pt x="1333502" y="38258"/>
                </a:lnTo>
                <a:lnTo>
                  <a:pt x="1332499" y="38068"/>
                </a:lnTo>
                <a:lnTo>
                  <a:pt x="1331479" y="37894"/>
                </a:lnTo>
                <a:lnTo>
                  <a:pt x="1330442" y="37737"/>
                </a:lnTo>
                <a:lnTo>
                  <a:pt x="1329388" y="37597"/>
                </a:lnTo>
                <a:lnTo>
                  <a:pt x="1328317" y="37473"/>
                </a:lnTo>
                <a:lnTo>
                  <a:pt x="1327228" y="37366"/>
                </a:lnTo>
                <a:lnTo>
                  <a:pt x="1326123" y="37275"/>
                </a:lnTo>
                <a:lnTo>
                  <a:pt x="1325000" y="37201"/>
                </a:lnTo>
                <a:lnTo>
                  <a:pt x="1323861" y="37143"/>
                </a:lnTo>
                <a:lnTo>
                  <a:pt x="1322704" y="37101"/>
                </a:lnTo>
                <a:lnTo>
                  <a:pt x="1321530" y="37077"/>
                </a:lnTo>
                <a:lnTo>
                  <a:pt x="1320339" y="37068"/>
                </a:lnTo>
                <a:lnTo>
                  <a:pt x="1319182" y="37077"/>
                </a:lnTo>
                <a:lnTo>
                  <a:pt x="1318039" y="37101"/>
                </a:lnTo>
                <a:lnTo>
                  <a:pt x="1316911" y="37143"/>
                </a:lnTo>
                <a:lnTo>
                  <a:pt x="1315798" y="37201"/>
                </a:lnTo>
                <a:lnTo>
                  <a:pt x="1314699" y="37275"/>
                </a:lnTo>
                <a:lnTo>
                  <a:pt x="1313616" y="37366"/>
                </a:lnTo>
                <a:lnTo>
                  <a:pt x="1312547" y="37473"/>
                </a:lnTo>
                <a:lnTo>
                  <a:pt x="1311492" y="37597"/>
                </a:lnTo>
                <a:lnTo>
                  <a:pt x="1310453" y="37737"/>
                </a:lnTo>
                <a:lnTo>
                  <a:pt x="1309428" y="37894"/>
                </a:lnTo>
                <a:lnTo>
                  <a:pt x="1308418" y="38068"/>
                </a:lnTo>
                <a:lnTo>
                  <a:pt x="1307422" y="38258"/>
                </a:lnTo>
                <a:lnTo>
                  <a:pt x="1306442" y="38464"/>
                </a:lnTo>
                <a:lnTo>
                  <a:pt x="1305476" y="38687"/>
                </a:lnTo>
                <a:lnTo>
                  <a:pt x="1304525" y="38926"/>
                </a:lnTo>
                <a:lnTo>
                  <a:pt x="1303588" y="39182"/>
                </a:lnTo>
                <a:lnTo>
                  <a:pt x="1302667" y="39455"/>
                </a:lnTo>
                <a:lnTo>
                  <a:pt x="1301760" y="39744"/>
                </a:lnTo>
                <a:lnTo>
                  <a:pt x="1300868" y="40050"/>
                </a:lnTo>
                <a:lnTo>
                  <a:pt x="1299990" y="40372"/>
                </a:lnTo>
                <a:lnTo>
                  <a:pt x="1299128" y="40710"/>
                </a:lnTo>
                <a:lnTo>
                  <a:pt x="1298280" y="41065"/>
                </a:lnTo>
                <a:lnTo>
                  <a:pt x="1297447" y="41437"/>
                </a:lnTo>
                <a:lnTo>
                  <a:pt x="1296628" y="41825"/>
                </a:lnTo>
                <a:lnTo>
                  <a:pt x="1295825" y="42227"/>
                </a:lnTo>
                <a:lnTo>
                  <a:pt x="1295039" y="42640"/>
                </a:lnTo>
                <a:lnTo>
                  <a:pt x="1294268" y="43063"/>
                </a:lnTo>
                <a:lnTo>
                  <a:pt x="1293515" y="43498"/>
                </a:lnTo>
                <a:lnTo>
                  <a:pt x="1292777" y="43944"/>
                </a:lnTo>
                <a:lnTo>
                  <a:pt x="1292056" y="44400"/>
                </a:lnTo>
                <a:lnTo>
                  <a:pt x="1291351" y="44868"/>
                </a:lnTo>
                <a:lnTo>
                  <a:pt x="1290663" y="45346"/>
                </a:lnTo>
                <a:lnTo>
                  <a:pt x="1289991" y="45836"/>
                </a:lnTo>
                <a:lnTo>
                  <a:pt x="1289335" y="46336"/>
                </a:lnTo>
                <a:lnTo>
                  <a:pt x="1288696" y="46847"/>
                </a:lnTo>
                <a:lnTo>
                  <a:pt x="1288073" y="47369"/>
                </a:lnTo>
                <a:lnTo>
                  <a:pt x="1287466" y="47903"/>
                </a:lnTo>
                <a:lnTo>
                  <a:pt x="1286876" y="48447"/>
                </a:lnTo>
                <a:lnTo>
                  <a:pt x="1286302" y="49002"/>
                </a:lnTo>
                <a:lnTo>
                  <a:pt x="1285745" y="49568"/>
                </a:lnTo>
                <a:lnTo>
                  <a:pt x="1285203" y="50145"/>
                </a:lnTo>
                <a:lnTo>
                  <a:pt x="1284679" y="50732"/>
                </a:lnTo>
                <a:lnTo>
                  <a:pt x="1284170" y="51331"/>
                </a:lnTo>
                <a:lnTo>
                  <a:pt x="1283678" y="51941"/>
                </a:lnTo>
                <a:lnTo>
                  <a:pt x="1283202" y="52562"/>
                </a:lnTo>
                <a:lnTo>
                  <a:pt x="1282743" y="53193"/>
                </a:lnTo>
                <a:lnTo>
                  <a:pt x="1282300" y="53836"/>
                </a:lnTo>
                <a:lnTo>
                  <a:pt x="1281873" y="54490"/>
                </a:lnTo>
                <a:lnTo>
                  <a:pt x="1281463" y="55152"/>
                </a:lnTo>
                <a:lnTo>
                  <a:pt x="1281071" y="55821"/>
                </a:lnTo>
                <a:lnTo>
                  <a:pt x="1280696" y="56497"/>
                </a:lnTo>
                <a:lnTo>
                  <a:pt x="1280339" y="57179"/>
                </a:lnTo>
                <a:lnTo>
                  <a:pt x="1279999" y="57868"/>
                </a:lnTo>
                <a:lnTo>
                  <a:pt x="1279676" y="58563"/>
                </a:lnTo>
                <a:lnTo>
                  <a:pt x="1279371" y="59266"/>
                </a:lnTo>
                <a:lnTo>
                  <a:pt x="1279083" y="59974"/>
                </a:lnTo>
                <a:lnTo>
                  <a:pt x="1278813" y="60690"/>
                </a:lnTo>
                <a:lnTo>
                  <a:pt x="1278560" y="61412"/>
                </a:lnTo>
                <a:lnTo>
                  <a:pt x="1278325" y="62141"/>
                </a:lnTo>
                <a:lnTo>
                  <a:pt x="1278107" y="62877"/>
                </a:lnTo>
                <a:lnTo>
                  <a:pt x="1277906" y="63619"/>
                </a:lnTo>
                <a:lnTo>
                  <a:pt x="1277723" y="64367"/>
                </a:lnTo>
                <a:lnTo>
                  <a:pt x="1277558" y="65123"/>
                </a:lnTo>
                <a:lnTo>
                  <a:pt x="1277409" y="65885"/>
                </a:lnTo>
                <a:lnTo>
                  <a:pt x="1277279" y="66654"/>
                </a:lnTo>
                <a:lnTo>
                  <a:pt x="1277165" y="67429"/>
                </a:lnTo>
                <a:lnTo>
                  <a:pt x="1277069" y="68211"/>
                </a:lnTo>
                <a:lnTo>
                  <a:pt x="1276991" y="69000"/>
                </a:lnTo>
                <a:lnTo>
                  <a:pt x="1276930" y="69795"/>
                </a:lnTo>
                <a:lnTo>
                  <a:pt x="1276886" y="70597"/>
                </a:lnTo>
                <a:lnTo>
                  <a:pt x="1276860" y="71406"/>
                </a:lnTo>
                <a:lnTo>
                  <a:pt x="1276851" y="72221"/>
                </a:lnTo>
                <a:lnTo>
                  <a:pt x="1276860" y="72986"/>
                </a:lnTo>
                <a:lnTo>
                  <a:pt x="1276886" y="73746"/>
                </a:lnTo>
                <a:lnTo>
                  <a:pt x="1276929" y="74502"/>
                </a:lnTo>
                <a:lnTo>
                  <a:pt x="1276989" y="75254"/>
                </a:lnTo>
                <a:lnTo>
                  <a:pt x="1277067" y="76002"/>
                </a:lnTo>
                <a:lnTo>
                  <a:pt x="1277162" y="76745"/>
                </a:lnTo>
                <a:lnTo>
                  <a:pt x="1277274" y="77484"/>
                </a:lnTo>
                <a:lnTo>
                  <a:pt x="1277404" y="78218"/>
                </a:lnTo>
                <a:lnTo>
                  <a:pt x="1277550" y="78948"/>
                </a:lnTo>
                <a:lnTo>
                  <a:pt x="1277714" y="79674"/>
                </a:lnTo>
                <a:lnTo>
                  <a:pt x="1277895" y="80396"/>
                </a:lnTo>
                <a:lnTo>
                  <a:pt x="1278094" y="81113"/>
                </a:lnTo>
                <a:lnTo>
                  <a:pt x="1278310" y="81826"/>
                </a:lnTo>
                <a:lnTo>
                  <a:pt x="1278543" y="82535"/>
                </a:lnTo>
                <a:lnTo>
                  <a:pt x="1278793" y="83239"/>
                </a:lnTo>
                <a:lnTo>
                  <a:pt x="1279060" y="83939"/>
                </a:lnTo>
                <a:lnTo>
                  <a:pt x="1279345" y="84635"/>
                </a:lnTo>
                <a:lnTo>
                  <a:pt x="1279647" y="85326"/>
                </a:lnTo>
                <a:lnTo>
                  <a:pt x="1279966" y="86013"/>
                </a:lnTo>
                <a:lnTo>
                  <a:pt x="1280303" y="86696"/>
                </a:lnTo>
                <a:lnTo>
                  <a:pt x="1280657" y="87374"/>
                </a:lnTo>
                <a:lnTo>
                  <a:pt x="1281028" y="88048"/>
                </a:lnTo>
                <a:lnTo>
                  <a:pt x="1281416" y="88718"/>
                </a:lnTo>
                <a:lnTo>
                  <a:pt x="1281821" y="89384"/>
                </a:lnTo>
                <a:lnTo>
                  <a:pt x="1282244" y="90042"/>
                </a:lnTo>
                <a:lnTo>
                  <a:pt x="1282682" y="90689"/>
                </a:lnTo>
                <a:lnTo>
                  <a:pt x="1283137" y="91325"/>
                </a:lnTo>
                <a:lnTo>
                  <a:pt x="1283608" y="91951"/>
                </a:lnTo>
                <a:lnTo>
                  <a:pt x="1284095" y="92566"/>
                </a:lnTo>
                <a:lnTo>
                  <a:pt x="1284598" y="93170"/>
                </a:lnTo>
                <a:lnTo>
                  <a:pt x="1285117" y="93763"/>
                </a:lnTo>
                <a:lnTo>
                  <a:pt x="1285653" y="94346"/>
                </a:lnTo>
                <a:lnTo>
                  <a:pt x="1286204" y="94918"/>
                </a:lnTo>
                <a:lnTo>
                  <a:pt x="1286772" y="95479"/>
                </a:lnTo>
                <a:lnTo>
                  <a:pt x="1287356" y="96029"/>
                </a:lnTo>
                <a:lnTo>
                  <a:pt x="1287956" y="96568"/>
                </a:lnTo>
                <a:lnTo>
                  <a:pt x="1288573" y="97097"/>
                </a:lnTo>
                <a:lnTo>
                  <a:pt x="1289205" y="97615"/>
                </a:lnTo>
                <a:lnTo>
                  <a:pt x="1289854" y="98123"/>
                </a:lnTo>
                <a:lnTo>
                  <a:pt x="1290519" y="98619"/>
                </a:lnTo>
                <a:lnTo>
                  <a:pt x="1291200" y="99105"/>
                </a:lnTo>
                <a:lnTo>
                  <a:pt x="1291897" y="99580"/>
                </a:lnTo>
                <a:lnTo>
                  <a:pt x="1292538" y="99997"/>
                </a:lnTo>
                <a:lnTo>
                  <a:pt x="1292268" y="100104"/>
                </a:lnTo>
                <a:lnTo>
                  <a:pt x="1291551" y="100401"/>
                </a:lnTo>
                <a:lnTo>
                  <a:pt x="1290851" y="100702"/>
                </a:lnTo>
                <a:lnTo>
                  <a:pt x="1290168" y="101006"/>
                </a:lnTo>
                <a:lnTo>
                  <a:pt x="1289502" y="101314"/>
                </a:lnTo>
                <a:lnTo>
                  <a:pt x="1288853" y="101626"/>
                </a:lnTo>
                <a:lnTo>
                  <a:pt x="1288222" y="101942"/>
                </a:lnTo>
                <a:lnTo>
                  <a:pt x="1287607" y="102262"/>
                </a:lnTo>
                <a:lnTo>
                  <a:pt x="1287009" y="102585"/>
                </a:lnTo>
                <a:lnTo>
                  <a:pt x="1286429" y="102912"/>
                </a:lnTo>
                <a:lnTo>
                  <a:pt x="1285865" y="103243"/>
                </a:lnTo>
                <a:lnTo>
                  <a:pt x="1285319" y="103578"/>
                </a:lnTo>
                <a:lnTo>
                  <a:pt x="1284790" y="103916"/>
                </a:lnTo>
                <a:lnTo>
                  <a:pt x="1284277" y="104258"/>
                </a:lnTo>
                <a:lnTo>
                  <a:pt x="1283782" y="104604"/>
                </a:lnTo>
                <a:lnTo>
                  <a:pt x="1283304" y="104954"/>
                </a:lnTo>
                <a:lnTo>
                  <a:pt x="1282843" y="105307"/>
                </a:lnTo>
                <a:lnTo>
                  <a:pt x="1282399" y="105665"/>
                </a:lnTo>
                <a:lnTo>
                  <a:pt x="1281972" y="106026"/>
                </a:lnTo>
                <a:lnTo>
                  <a:pt x="1281563" y="106391"/>
                </a:lnTo>
                <a:lnTo>
                  <a:pt x="1281170" y="106761"/>
                </a:lnTo>
                <a:lnTo>
                  <a:pt x="1280794" y="107137"/>
                </a:lnTo>
                <a:lnTo>
                  <a:pt x="1280434" y="107521"/>
                </a:lnTo>
                <a:lnTo>
                  <a:pt x="1280091" y="107911"/>
                </a:lnTo>
                <a:lnTo>
                  <a:pt x="1279765" y="108307"/>
                </a:lnTo>
                <a:lnTo>
                  <a:pt x="1279456" y="108711"/>
                </a:lnTo>
                <a:lnTo>
                  <a:pt x="1279164" y="109120"/>
                </a:lnTo>
                <a:lnTo>
                  <a:pt x="1278888" y="109537"/>
                </a:lnTo>
                <a:lnTo>
                  <a:pt x="1278629" y="109960"/>
                </a:lnTo>
                <a:lnTo>
                  <a:pt x="1278386" y="110390"/>
                </a:lnTo>
                <a:lnTo>
                  <a:pt x="1278160" y="110827"/>
                </a:lnTo>
                <a:lnTo>
                  <a:pt x="1277951" y="111270"/>
                </a:lnTo>
                <a:lnTo>
                  <a:pt x="1277759" y="111720"/>
                </a:lnTo>
                <a:lnTo>
                  <a:pt x="1277584" y="112176"/>
                </a:lnTo>
                <a:lnTo>
                  <a:pt x="1277425" y="112640"/>
                </a:lnTo>
                <a:lnTo>
                  <a:pt x="1277283" y="113109"/>
                </a:lnTo>
                <a:lnTo>
                  <a:pt x="1277157" y="113586"/>
                </a:lnTo>
                <a:lnTo>
                  <a:pt x="1277049" y="114069"/>
                </a:lnTo>
                <a:lnTo>
                  <a:pt x="1276957" y="114559"/>
                </a:lnTo>
                <a:lnTo>
                  <a:pt x="1276882" y="115055"/>
                </a:lnTo>
                <a:lnTo>
                  <a:pt x="1276823" y="115558"/>
                </a:lnTo>
                <a:lnTo>
                  <a:pt x="1276781" y="116068"/>
                </a:lnTo>
                <a:lnTo>
                  <a:pt x="1276756" y="116584"/>
                </a:lnTo>
                <a:lnTo>
                  <a:pt x="1276748" y="117107"/>
                </a:lnTo>
                <a:lnTo>
                  <a:pt x="1276753" y="117444"/>
                </a:lnTo>
                <a:lnTo>
                  <a:pt x="1276769" y="117781"/>
                </a:lnTo>
                <a:lnTo>
                  <a:pt x="1276796" y="118118"/>
                </a:lnTo>
                <a:lnTo>
                  <a:pt x="1276834" y="118456"/>
                </a:lnTo>
                <a:lnTo>
                  <a:pt x="1276883" y="118794"/>
                </a:lnTo>
                <a:lnTo>
                  <a:pt x="1276942" y="119133"/>
                </a:lnTo>
                <a:lnTo>
                  <a:pt x="1277012" y="119472"/>
                </a:lnTo>
                <a:lnTo>
                  <a:pt x="1277093" y="119811"/>
                </a:lnTo>
                <a:lnTo>
                  <a:pt x="1277185" y="120150"/>
                </a:lnTo>
                <a:lnTo>
                  <a:pt x="1277287" y="120490"/>
                </a:lnTo>
                <a:lnTo>
                  <a:pt x="1277400" y="120831"/>
                </a:lnTo>
                <a:lnTo>
                  <a:pt x="1277524" y="121171"/>
                </a:lnTo>
                <a:lnTo>
                  <a:pt x="1277659" y="121512"/>
                </a:lnTo>
                <a:lnTo>
                  <a:pt x="1277805" y="121854"/>
                </a:lnTo>
                <a:lnTo>
                  <a:pt x="1277961" y="122195"/>
                </a:lnTo>
                <a:lnTo>
                  <a:pt x="1278128" y="122537"/>
                </a:lnTo>
                <a:lnTo>
                  <a:pt x="1278306" y="122880"/>
                </a:lnTo>
                <a:lnTo>
                  <a:pt x="1278495" y="123223"/>
                </a:lnTo>
                <a:lnTo>
                  <a:pt x="1278695" y="123566"/>
                </a:lnTo>
                <a:lnTo>
                  <a:pt x="1278905" y="123909"/>
                </a:lnTo>
                <a:lnTo>
                  <a:pt x="1279126" y="124253"/>
                </a:lnTo>
                <a:lnTo>
                  <a:pt x="1279358" y="124598"/>
                </a:lnTo>
                <a:lnTo>
                  <a:pt x="1279601" y="124942"/>
                </a:lnTo>
                <a:lnTo>
                  <a:pt x="1279854" y="125287"/>
                </a:lnTo>
                <a:lnTo>
                  <a:pt x="1280119" y="125631"/>
                </a:lnTo>
                <a:lnTo>
                  <a:pt x="1280397" y="125971"/>
                </a:lnTo>
                <a:lnTo>
                  <a:pt x="1280687" y="126307"/>
                </a:lnTo>
                <a:lnTo>
                  <a:pt x="1280990" y="126640"/>
                </a:lnTo>
                <a:lnTo>
                  <a:pt x="1281306" y="126970"/>
                </a:lnTo>
                <a:lnTo>
                  <a:pt x="1281634" y="127297"/>
                </a:lnTo>
                <a:lnTo>
                  <a:pt x="1281974" y="127619"/>
                </a:lnTo>
                <a:lnTo>
                  <a:pt x="1282328" y="127939"/>
                </a:lnTo>
                <a:lnTo>
                  <a:pt x="1282693" y="128255"/>
                </a:lnTo>
                <a:lnTo>
                  <a:pt x="1283072" y="128568"/>
                </a:lnTo>
                <a:lnTo>
                  <a:pt x="1283463" y="128877"/>
                </a:lnTo>
                <a:lnTo>
                  <a:pt x="1283866" y="129183"/>
                </a:lnTo>
                <a:lnTo>
                  <a:pt x="1284283" y="129485"/>
                </a:lnTo>
                <a:lnTo>
                  <a:pt x="1284711" y="129784"/>
                </a:lnTo>
                <a:lnTo>
                  <a:pt x="1285153" y="130080"/>
                </a:lnTo>
                <a:lnTo>
                  <a:pt x="1285606" y="130372"/>
                </a:lnTo>
                <a:lnTo>
                  <a:pt x="1286073" y="130661"/>
                </a:lnTo>
                <a:lnTo>
                  <a:pt x="1286552" y="130946"/>
                </a:lnTo>
                <a:lnTo>
                  <a:pt x="1287044" y="131228"/>
                </a:lnTo>
                <a:lnTo>
                  <a:pt x="1287548" y="131507"/>
                </a:lnTo>
                <a:lnTo>
                  <a:pt x="1288065" y="131782"/>
                </a:lnTo>
                <a:lnTo>
                  <a:pt x="1288594" y="132054"/>
                </a:lnTo>
                <a:lnTo>
                  <a:pt x="1288855" y="132183"/>
                </a:lnTo>
                <a:lnTo>
                  <a:pt x="1288468" y="132343"/>
                </a:lnTo>
                <a:lnTo>
                  <a:pt x="1287505" y="132768"/>
                </a:lnTo>
                <a:lnTo>
                  <a:pt x="1286575" y="133207"/>
                </a:lnTo>
                <a:lnTo>
                  <a:pt x="1285678" y="133660"/>
                </a:lnTo>
                <a:lnTo>
                  <a:pt x="1284815" y="134126"/>
                </a:lnTo>
                <a:lnTo>
                  <a:pt x="1283984" y="134605"/>
                </a:lnTo>
                <a:lnTo>
                  <a:pt x="1283187" y="135098"/>
                </a:lnTo>
                <a:lnTo>
                  <a:pt x="1282423" y="135604"/>
                </a:lnTo>
                <a:lnTo>
                  <a:pt x="1281691" y="136124"/>
                </a:lnTo>
                <a:lnTo>
                  <a:pt x="1280993" y="136657"/>
                </a:lnTo>
                <a:lnTo>
                  <a:pt x="1280326" y="137201"/>
                </a:lnTo>
                <a:lnTo>
                  <a:pt x="1279687" y="137752"/>
                </a:lnTo>
                <a:lnTo>
                  <a:pt x="1279076" y="138311"/>
                </a:lnTo>
                <a:lnTo>
                  <a:pt x="1278494" y="138877"/>
                </a:lnTo>
                <a:lnTo>
                  <a:pt x="1277940" y="139450"/>
                </a:lnTo>
                <a:lnTo>
                  <a:pt x="1277414" y="140031"/>
                </a:lnTo>
                <a:lnTo>
                  <a:pt x="1276917" y="140619"/>
                </a:lnTo>
                <a:lnTo>
                  <a:pt x="1276449" y="141215"/>
                </a:lnTo>
                <a:lnTo>
                  <a:pt x="1276008" y="141818"/>
                </a:lnTo>
                <a:lnTo>
                  <a:pt x="1275597" y="142428"/>
                </a:lnTo>
                <a:lnTo>
                  <a:pt x="1275213" y="143046"/>
                </a:lnTo>
                <a:lnTo>
                  <a:pt x="1274858" y="143671"/>
                </a:lnTo>
                <a:lnTo>
                  <a:pt x="1274532" y="144303"/>
                </a:lnTo>
                <a:lnTo>
                  <a:pt x="1274233" y="144943"/>
                </a:lnTo>
                <a:lnTo>
                  <a:pt x="1273963" y="145591"/>
                </a:lnTo>
                <a:lnTo>
                  <a:pt x="1273722" y="146245"/>
                </a:lnTo>
                <a:lnTo>
                  <a:pt x="1273509" y="146907"/>
                </a:lnTo>
                <a:lnTo>
                  <a:pt x="1273324" y="147577"/>
                </a:lnTo>
                <a:lnTo>
                  <a:pt x="1273168" y="148254"/>
                </a:lnTo>
                <a:lnTo>
                  <a:pt x="1273040" y="148938"/>
                </a:lnTo>
                <a:lnTo>
                  <a:pt x="1272941" y="149630"/>
                </a:lnTo>
                <a:lnTo>
                  <a:pt x="1272870" y="150329"/>
                </a:lnTo>
                <a:lnTo>
                  <a:pt x="1272827" y="151035"/>
                </a:lnTo>
                <a:lnTo>
                  <a:pt x="1272813" y="151749"/>
                </a:lnTo>
                <a:lnTo>
                  <a:pt x="1272821" y="152335"/>
                </a:lnTo>
                <a:lnTo>
                  <a:pt x="1272846" y="152918"/>
                </a:lnTo>
                <a:lnTo>
                  <a:pt x="1272886" y="153497"/>
                </a:lnTo>
                <a:lnTo>
                  <a:pt x="1272943" y="154073"/>
                </a:lnTo>
                <a:lnTo>
                  <a:pt x="1273015" y="154645"/>
                </a:lnTo>
                <a:lnTo>
                  <a:pt x="1273104" y="155214"/>
                </a:lnTo>
                <a:lnTo>
                  <a:pt x="1273210" y="155780"/>
                </a:lnTo>
                <a:lnTo>
                  <a:pt x="1273331" y="156342"/>
                </a:lnTo>
                <a:lnTo>
                  <a:pt x="1273468" y="156900"/>
                </a:lnTo>
                <a:lnTo>
                  <a:pt x="1273622" y="157456"/>
                </a:lnTo>
                <a:lnTo>
                  <a:pt x="1273792" y="158008"/>
                </a:lnTo>
                <a:lnTo>
                  <a:pt x="1273978" y="158556"/>
                </a:lnTo>
                <a:lnTo>
                  <a:pt x="1274180" y="159101"/>
                </a:lnTo>
                <a:lnTo>
                  <a:pt x="1274399" y="159643"/>
                </a:lnTo>
                <a:lnTo>
                  <a:pt x="1274633" y="160181"/>
                </a:lnTo>
                <a:lnTo>
                  <a:pt x="1274884" y="160715"/>
                </a:lnTo>
                <a:lnTo>
                  <a:pt x="1275151" y="161247"/>
                </a:lnTo>
                <a:lnTo>
                  <a:pt x="1275434" y="161775"/>
                </a:lnTo>
                <a:lnTo>
                  <a:pt x="1275733" y="162299"/>
                </a:lnTo>
                <a:lnTo>
                  <a:pt x="1276049" y="162820"/>
                </a:lnTo>
                <a:lnTo>
                  <a:pt x="1276381" y="163338"/>
                </a:lnTo>
                <a:lnTo>
                  <a:pt x="1276728" y="163852"/>
                </a:lnTo>
                <a:lnTo>
                  <a:pt x="1277092" y="164362"/>
                </a:lnTo>
                <a:lnTo>
                  <a:pt x="1277473" y="164870"/>
                </a:lnTo>
                <a:lnTo>
                  <a:pt x="1277871" y="165371"/>
                </a:lnTo>
                <a:lnTo>
                  <a:pt x="1278291" y="165865"/>
                </a:lnTo>
                <a:lnTo>
                  <a:pt x="1278731" y="166350"/>
                </a:lnTo>
                <a:lnTo>
                  <a:pt x="1279193" y="166827"/>
                </a:lnTo>
                <a:lnTo>
                  <a:pt x="1279675" y="167296"/>
                </a:lnTo>
                <a:lnTo>
                  <a:pt x="1280178" y="167757"/>
                </a:lnTo>
                <a:lnTo>
                  <a:pt x="1280702" y="168210"/>
                </a:lnTo>
                <a:lnTo>
                  <a:pt x="1281246" y="168655"/>
                </a:lnTo>
                <a:lnTo>
                  <a:pt x="1281812" y="169092"/>
                </a:lnTo>
                <a:lnTo>
                  <a:pt x="1282398" y="169520"/>
                </a:lnTo>
                <a:lnTo>
                  <a:pt x="1283005" y="169941"/>
                </a:lnTo>
                <a:lnTo>
                  <a:pt x="1283633" y="170353"/>
                </a:lnTo>
                <a:lnTo>
                  <a:pt x="1284282" y="170758"/>
                </a:lnTo>
                <a:lnTo>
                  <a:pt x="1284952" y="171154"/>
                </a:lnTo>
                <a:lnTo>
                  <a:pt x="1285643" y="171542"/>
                </a:lnTo>
                <a:lnTo>
                  <a:pt x="1286354" y="171922"/>
                </a:lnTo>
                <a:lnTo>
                  <a:pt x="1287087" y="172294"/>
                </a:lnTo>
                <a:lnTo>
                  <a:pt x="1287840" y="172658"/>
                </a:lnTo>
                <a:lnTo>
                  <a:pt x="1288614" y="173014"/>
                </a:lnTo>
                <a:lnTo>
                  <a:pt x="1289409" y="173361"/>
                </a:lnTo>
                <a:lnTo>
                  <a:pt x="1290225" y="173701"/>
                </a:lnTo>
                <a:lnTo>
                  <a:pt x="1291061" y="174032"/>
                </a:lnTo>
                <a:lnTo>
                  <a:pt x="1291919" y="174355"/>
                </a:lnTo>
                <a:lnTo>
                  <a:pt x="1292797" y="174671"/>
                </a:lnTo>
                <a:lnTo>
                  <a:pt x="1293699" y="174975"/>
                </a:lnTo>
                <a:lnTo>
                  <a:pt x="1294626" y="175267"/>
                </a:lnTo>
                <a:lnTo>
                  <a:pt x="1295580" y="175546"/>
                </a:lnTo>
                <a:lnTo>
                  <a:pt x="1296559" y="175812"/>
                </a:lnTo>
                <a:lnTo>
                  <a:pt x="1297564" y="176064"/>
                </a:lnTo>
                <a:lnTo>
                  <a:pt x="1298595" y="176304"/>
                </a:lnTo>
                <a:lnTo>
                  <a:pt x="1299652" y="176531"/>
                </a:lnTo>
                <a:lnTo>
                  <a:pt x="1300735" y="176745"/>
                </a:lnTo>
                <a:lnTo>
                  <a:pt x="1301844" y="176946"/>
                </a:lnTo>
                <a:lnTo>
                  <a:pt x="1302979" y="177134"/>
                </a:lnTo>
                <a:lnTo>
                  <a:pt x="1304139" y="177309"/>
                </a:lnTo>
                <a:lnTo>
                  <a:pt x="1305326" y="177471"/>
                </a:lnTo>
                <a:lnTo>
                  <a:pt x="1306538" y="177620"/>
                </a:lnTo>
                <a:lnTo>
                  <a:pt x="1307776" y="177756"/>
                </a:lnTo>
                <a:lnTo>
                  <a:pt x="1309040" y="177880"/>
                </a:lnTo>
                <a:lnTo>
                  <a:pt x="1310330" y="177990"/>
                </a:lnTo>
                <a:lnTo>
                  <a:pt x="1311646" y="178087"/>
                </a:lnTo>
                <a:lnTo>
                  <a:pt x="1312988" y="178171"/>
                </a:lnTo>
                <a:lnTo>
                  <a:pt x="1314356" y="178243"/>
                </a:lnTo>
                <a:lnTo>
                  <a:pt x="1315749" y="178301"/>
                </a:lnTo>
                <a:lnTo>
                  <a:pt x="1317168" y="178346"/>
                </a:lnTo>
                <a:lnTo>
                  <a:pt x="1318614" y="178379"/>
                </a:lnTo>
                <a:lnTo>
                  <a:pt x="1320085" y="178398"/>
                </a:lnTo>
                <a:lnTo>
                  <a:pt x="1321582" y="178405"/>
                </a:lnTo>
                <a:lnTo>
                  <a:pt x="1323666" y="178389"/>
                </a:lnTo>
                <a:lnTo>
                  <a:pt x="1325709" y="178343"/>
                </a:lnTo>
                <a:lnTo>
                  <a:pt x="1327710" y="178265"/>
                </a:lnTo>
                <a:lnTo>
                  <a:pt x="1329670" y="178157"/>
                </a:lnTo>
                <a:lnTo>
                  <a:pt x="1331588" y="178018"/>
                </a:lnTo>
                <a:lnTo>
                  <a:pt x="1333464" y="177847"/>
                </a:lnTo>
                <a:lnTo>
                  <a:pt x="1335298" y="177646"/>
                </a:lnTo>
                <a:lnTo>
                  <a:pt x="1337090" y="177414"/>
                </a:lnTo>
                <a:lnTo>
                  <a:pt x="1338841" y="177150"/>
                </a:lnTo>
                <a:lnTo>
                  <a:pt x="1340550" y="176856"/>
                </a:lnTo>
                <a:lnTo>
                  <a:pt x="1342218" y="176531"/>
                </a:lnTo>
                <a:lnTo>
                  <a:pt x="1343844" y="176175"/>
                </a:lnTo>
                <a:lnTo>
                  <a:pt x="1345428" y="175787"/>
                </a:lnTo>
                <a:lnTo>
                  <a:pt x="1346970" y="175369"/>
                </a:lnTo>
                <a:lnTo>
                  <a:pt x="1348471" y="174920"/>
                </a:lnTo>
                <a:lnTo>
                  <a:pt x="1349930" y="174440"/>
                </a:lnTo>
                <a:lnTo>
                  <a:pt x="1351347" y="173929"/>
                </a:lnTo>
                <a:lnTo>
                  <a:pt x="1352723" y="173387"/>
                </a:lnTo>
                <a:lnTo>
                  <a:pt x="1354056" y="172814"/>
                </a:lnTo>
                <a:lnTo>
                  <a:pt x="1355349" y="172210"/>
                </a:lnTo>
                <a:lnTo>
                  <a:pt x="1356599" y="171575"/>
                </a:lnTo>
                <a:lnTo>
                  <a:pt x="1357808" y="170909"/>
                </a:lnTo>
                <a:lnTo>
                  <a:pt x="1358975" y="170212"/>
                </a:lnTo>
                <a:lnTo>
                  <a:pt x="1360100" y="169484"/>
                </a:lnTo>
                <a:lnTo>
                  <a:pt x="1361181" y="168731"/>
                </a:lnTo>
                <a:lnTo>
                  <a:pt x="1362217" y="167959"/>
                </a:lnTo>
                <a:lnTo>
                  <a:pt x="1363206" y="167167"/>
                </a:lnTo>
                <a:lnTo>
                  <a:pt x="1364150" y="166356"/>
                </a:lnTo>
                <a:lnTo>
                  <a:pt x="1365047" y="165525"/>
                </a:lnTo>
                <a:lnTo>
                  <a:pt x="1365898" y="164675"/>
                </a:lnTo>
                <a:lnTo>
                  <a:pt x="1366704" y="163805"/>
                </a:lnTo>
                <a:lnTo>
                  <a:pt x="1367463" y="162916"/>
                </a:lnTo>
                <a:lnTo>
                  <a:pt x="1368176" y="162008"/>
                </a:lnTo>
                <a:lnTo>
                  <a:pt x="1368844" y="161080"/>
                </a:lnTo>
                <a:lnTo>
                  <a:pt x="1369465" y="160132"/>
                </a:lnTo>
                <a:lnTo>
                  <a:pt x="1370040" y="159165"/>
                </a:lnTo>
                <a:lnTo>
                  <a:pt x="1370569" y="158179"/>
                </a:lnTo>
                <a:lnTo>
                  <a:pt x="1371053" y="157173"/>
                </a:lnTo>
                <a:lnTo>
                  <a:pt x="1371490" y="156148"/>
                </a:lnTo>
                <a:lnTo>
                  <a:pt x="1371881" y="155103"/>
                </a:lnTo>
                <a:lnTo>
                  <a:pt x="1372226" y="154039"/>
                </a:lnTo>
                <a:lnTo>
                  <a:pt x="1372525" y="152955"/>
                </a:lnTo>
                <a:lnTo>
                  <a:pt x="1372778" y="151852"/>
                </a:lnTo>
                <a:lnTo>
                  <a:pt x="1372985" y="150729"/>
                </a:lnTo>
                <a:lnTo>
                  <a:pt x="1373146" y="149587"/>
                </a:lnTo>
                <a:lnTo>
                  <a:pt x="1373261" y="148426"/>
                </a:lnTo>
                <a:lnTo>
                  <a:pt x="1373330" y="147245"/>
                </a:lnTo>
                <a:lnTo>
                  <a:pt x="1373354" y="146044"/>
                </a:lnTo>
                <a:lnTo>
                  <a:pt x="1373333" y="144864"/>
                </a:lnTo>
                <a:lnTo>
                  <a:pt x="1373273" y="143710"/>
                </a:lnTo>
                <a:lnTo>
                  <a:pt x="1373173" y="142581"/>
                </a:lnTo>
                <a:lnTo>
                  <a:pt x="1373033" y="141477"/>
                </a:lnTo>
                <a:lnTo>
                  <a:pt x="1372852" y="140400"/>
                </a:lnTo>
                <a:lnTo>
                  <a:pt x="1372632" y="139347"/>
                </a:lnTo>
                <a:lnTo>
                  <a:pt x="1372371" y="138321"/>
                </a:lnTo>
                <a:lnTo>
                  <a:pt x="1372071" y="137320"/>
                </a:lnTo>
                <a:lnTo>
                  <a:pt x="1371730" y="136344"/>
                </a:lnTo>
                <a:lnTo>
                  <a:pt x="1371349" y="135394"/>
                </a:lnTo>
                <a:lnTo>
                  <a:pt x="1370928" y="134470"/>
                </a:lnTo>
                <a:lnTo>
                  <a:pt x="1370467" y="133571"/>
                </a:lnTo>
                <a:lnTo>
                  <a:pt x="1369966" y="132698"/>
                </a:lnTo>
                <a:lnTo>
                  <a:pt x="1369425" y="131851"/>
                </a:lnTo>
                <a:lnTo>
                  <a:pt x="1368844" y="131029"/>
                </a:lnTo>
                <a:lnTo>
                  <a:pt x="1368222" y="130232"/>
                </a:lnTo>
                <a:lnTo>
                  <a:pt x="1367561" y="129462"/>
                </a:lnTo>
                <a:lnTo>
                  <a:pt x="1366859" y="128716"/>
                </a:lnTo>
                <a:lnTo>
                  <a:pt x="1366118" y="127997"/>
                </a:lnTo>
                <a:lnTo>
                  <a:pt x="1365336" y="127303"/>
                </a:lnTo>
                <a:lnTo>
                  <a:pt x="1364514" y="126634"/>
                </a:lnTo>
                <a:lnTo>
                  <a:pt x="1363652" y="125991"/>
                </a:lnTo>
                <a:lnTo>
                  <a:pt x="1362750" y="125374"/>
                </a:lnTo>
                <a:lnTo>
                  <a:pt x="1361808" y="124782"/>
                </a:lnTo>
                <a:lnTo>
                  <a:pt x="1360823" y="124215"/>
                </a:lnTo>
                <a:lnTo>
                  <a:pt x="1359790" y="123672"/>
                </a:lnTo>
                <a:lnTo>
                  <a:pt x="1358709" y="123153"/>
                </a:lnTo>
                <a:lnTo>
                  <a:pt x="1357582" y="122659"/>
                </a:lnTo>
                <a:lnTo>
                  <a:pt x="1356407" y="122188"/>
                </a:lnTo>
                <a:lnTo>
                  <a:pt x="1355185" y="121742"/>
                </a:lnTo>
                <a:lnTo>
                  <a:pt x="1353916" y="121319"/>
                </a:lnTo>
                <a:lnTo>
                  <a:pt x="1352599" y="120921"/>
                </a:lnTo>
                <a:lnTo>
                  <a:pt x="1351235" y="120547"/>
                </a:lnTo>
                <a:lnTo>
                  <a:pt x="1349824" y="120197"/>
                </a:lnTo>
                <a:lnTo>
                  <a:pt x="1348365" y="119871"/>
                </a:lnTo>
                <a:lnTo>
                  <a:pt x="1346859" y="119570"/>
                </a:lnTo>
                <a:lnTo>
                  <a:pt x="1345306" y="119292"/>
                </a:lnTo>
                <a:lnTo>
                  <a:pt x="1343706" y="119039"/>
                </a:lnTo>
                <a:lnTo>
                  <a:pt x="1342058" y="118809"/>
                </a:lnTo>
                <a:lnTo>
                  <a:pt x="1340364" y="118604"/>
                </a:lnTo>
                <a:lnTo>
                  <a:pt x="1338621" y="118423"/>
                </a:lnTo>
                <a:lnTo>
                  <a:pt x="1336832" y="118266"/>
                </a:lnTo>
                <a:lnTo>
                  <a:pt x="1334995" y="118134"/>
                </a:lnTo>
                <a:lnTo>
                  <a:pt x="1333111" y="118025"/>
                </a:lnTo>
                <a:lnTo>
                  <a:pt x="1331180" y="117941"/>
                </a:lnTo>
                <a:lnTo>
                  <a:pt x="1329201" y="117880"/>
                </a:lnTo>
                <a:lnTo>
                  <a:pt x="1327176" y="117844"/>
                </a:lnTo>
                <a:lnTo>
                  <a:pt x="1325102" y="117832"/>
                </a:lnTo>
                <a:lnTo>
                  <a:pt x="1322617" y="117832"/>
                </a:lnTo>
                <a:lnTo>
                  <a:pt x="1321814" y="117831"/>
                </a:lnTo>
                <a:lnTo>
                  <a:pt x="1321024" y="117827"/>
                </a:lnTo>
                <a:lnTo>
                  <a:pt x="1320250" y="117822"/>
                </a:lnTo>
                <a:lnTo>
                  <a:pt x="1319490" y="117813"/>
                </a:lnTo>
                <a:lnTo>
                  <a:pt x="1318744" y="117803"/>
                </a:lnTo>
                <a:lnTo>
                  <a:pt x="1318013" y="117790"/>
                </a:lnTo>
                <a:lnTo>
                  <a:pt x="1317297" y="117775"/>
                </a:lnTo>
                <a:lnTo>
                  <a:pt x="1316595" y="117757"/>
                </a:lnTo>
                <a:lnTo>
                  <a:pt x="1315907" y="117737"/>
                </a:lnTo>
                <a:lnTo>
                  <a:pt x="1315235" y="117715"/>
                </a:lnTo>
                <a:lnTo>
                  <a:pt x="1314576" y="117691"/>
                </a:lnTo>
                <a:lnTo>
                  <a:pt x="1313933" y="117664"/>
                </a:lnTo>
                <a:lnTo>
                  <a:pt x="1313304" y="117635"/>
                </a:lnTo>
                <a:lnTo>
                  <a:pt x="1312689" y="117603"/>
                </a:lnTo>
                <a:lnTo>
                  <a:pt x="1312089" y="117569"/>
                </a:lnTo>
                <a:lnTo>
                  <a:pt x="1311504" y="117533"/>
                </a:lnTo>
                <a:lnTo>
                  <a:pt x="1310933" y="117494"/>
                </a:lnTo>
                <a:lnTo>
                  <a:pt x="1310377" y="117453"/>
                </a:lnTo>
                <a:lnTo>
                  <a:pt x="1309835" y="117410"/>
                </a:lnTo>
                <a:lnTo>
                  <a:pt x="1309308" y="117365"/>
                </a:lnTo>
                <a:lnTo>
                  <a:pt x="1308795" y="117317"/>
                </a:lnTo>
                <a:lnTo>
                  <a:pt x="1308297" y="117266"/>
                </a:lnTo>
                <a:lnTo>
                  <a:pt x="1307814" y="117214"/>
                </a:lnTo>
                <a:lnTo>
                  <a:pt x="1307345" y="117159"/>
                </a:lnTo>
                <a:lnTo>
                  <a:pt x="1306889" y="117102"/>
                </a:lnTo>
                <a:lnTo>
                  <a:pt x="1306445" y="117042"/>
                </a:lnTo>
                <a:lnTo>
                  <a:pt x="1306012" y="116980"/>
                </a:lnTo>
                <a:lnTo>
                  <a:pt x="1305590" y="116916"/>
                </a:lnTo>
                <a:lnTo>
                  <a:pt x="1305180" y="116849"/>
                </a:lnTo>
                <a:lnTo>
                  <a:pt x="1304782" y="116780"/>
                </a:lnTo>
                <a:lnTo>
                  <a:pt x="1304395" y="116709"/>
                </a:lnTo>
                <a:lnTo>
                  <a:pt x="1304020" y="116636"/>
                </a:lnTo>
                <a:lnTo>
                  <a:pt x="1303656" y="116560"/>
                </a:lnTo>
                <a:lnTo>
                  <a:pt x="1303304" y="116481"/>
                </a:lnTo>
                <a:lnTo>
                  <a:pt x="1302963" y="116401"/>
                </a:lnTo>
                <a:lnTo>
                  <a:pt x="1302634" y="116318"/>
                </a:lnTo>
                <a:lnTo>
                  <a:pt x="1302316" y="116232"/>
                </a:lnTo>
                <a:lnTo>
                  <a:pt x="1302009" y="116145"/>
                </a:lnTo>
                <a:lnTo>
                  <a:pt x="1301715" y="116055"/>
                </a:lnTo>
                <a:lnTo>
                  <a:pt x="1301431" y="115962"/>
                </a:lnTo>
                <a:lnTo>
                  <a:pt x="1301160" y="115868"/>
                </a:lnTo>
                <a:lnTo>
                  <a:pt x="1300899" y="115771"/>
                </a:lnTo>
                <a:lnTo>
                  <a:pt x="1300650" y="115672"/>
                </a:lnTo>
                <a:lnTo>
                  <a:pt x="1300413" y="115570"/>
                </a:lnTo>
                <a:lnTo>
                  <a:pt x="1300187" y="115466"/>
                </a:lnTo>
                <a:lnTo>
                  <a:pt x="1299973" y="115360"/>
                </a:lnTo>
                <a:lnTo>
                  <a:pt x="1299770" y="115251"/>
                </a:lnTo>
                <a:lnTo>
                  <a:pt x="1299579" y="115140"/>
                </a:lnTo>
                <a:lnTo>
                  <a:pt x="1299397" y="115027"/>
                </a:lnTo>
                <a:lnTo>
                  <a:pt x="1299223" y="114911"/>
                </a:lnTo>
                <a:lnTo>
                  <a:pt x="1299057" y="114794"/>
                </a:lnTo>
                <a:lnTo>
                  <a:pt x="1298899" y="114674"/>
                </a:lnTo>
                <a:lnTo>
                  <a:pt x="1298748" y="114552"/>
                </a:lnTo>
                <a:lnTo>
                  <a:pt x="1298605" y="114428"/>
                </a:lnTo>
                <a:lnTo>
                  <a:pt x="1298470" y="114302"/>
                </a:lnTo>
                <a:lnTo>
                  <a:pt x="1298342" y="114174"/>
                </a:lnTo>
                <a:lnTo>
                  <a:pt x="1298222" y="114043"/>
                </a:lnTo>
                <a:lnTo>
                  <a:pt x="1298110" y="113910"/>
                </a:lnTo>
                <a:lnTo>
                  <a:pt x="1298006" y="113776"/>
                </a:lnTo>
                <a:lnTo>
                  <a:pt x="1297909" y="113639"/>
                </a:lnTo>
                <a:lnTo>
                  <a:pt x="1297821" y="113499"/>
                </a:lnTo>
                <a:lnTo>
                  <a:pt x="1297739" y="113358"/>
                </a:lnTo>
                <a:lnTo>
                  <a:pt x="1297666" y="113215"/>
                </a:lnTo>
                <a:lnTo>
                  <a:pt x="1297600" y="113069"/>
                </a:lnTo>
                <a:lnTo>
                  <a:pt x="1297542" y="112921"/>
                </a:lnTo>
                <a:lnTo>
                  <a:pt x="1297492" y="112771"/>
                </a:lnTo>
                <a:lnTo>
                  <a:pt x="1297450" y="112619"/>
                </a:lnTo>
                <a:lnTo>
                  <a:pt x="1297415" y="112465"/>
                </a:lnTo>
                <a:lnTo>
                  <a:pt x="1297388" y="112309"/>
                </a:lnTo>
                <a:lnTo>
                  <a:pt x="1297368" y="112150"/>
                </a:lnTo>
                <a:lnTo>
                  <a:pt x="1297357" y="111989"/>
                </a:lnTo>
                <a:lnTo>
                  <a:pt x="1297353" y="111827"/>
                </a:lnTo>
                <a:lnTo>
                  <a:pt x="1297359" y="111595"/>
                </a:lnTo>
                <a:lnTo>
                  <a:pt x="1297379" y="111367"/>
                </a:lnTo>
                <a:lnTo>
                  <a:pt x="1297411" y="111141"/>
                </a:lnTo>
                <a:lnTo>
                  <a:pt x="1297456" y="110919"/>
                </a:lnTo>
                <a:lnTo>
                  <a:pt x="1297515" y="110700"/>
                </a:lnTo>
                <a:lnTo>
                  <a:pt x="1297586" y="110484"/>
                </a:lnTo>
                <a:lnTo>
                  <a:pt x="1297670" y="110271"/>
                </a:lnTo>
                <a:lnTo>
                  <a:pt x="1297767" y="110061"/>
                </a:lnTo>
                <a:lnTo>
                  <a:pt x="1297877" y="109854"/>
                </a:lnTo>
                <a:lnTo>
                  <a:pt x="1298000" y="109650"/>
                </a:lnTo>
                <a:lnTo>
                  <a:pt x="1298136" y="109449"/>
                </a:lnTo>
                <a:lnTo>
                  <a:pt x="1298285" y="109251"/>
                </a:lnTo>
                <a:lnTo>
                  <a:pt x="1298447" y="109056"/>
                </a:lnTo>
                <a:lnTo>
                  <a:pt x="1298621" y="108864"/>
                </a:lnTo>
                <a:lnTo>
                  <a:pt x="1298809" y="108676"/>
                </a:lnTo>
                <a:lnTo>
                  <a:pt x="1299010" y="108490"/>
                </a:lnTo>
                <a:lnTo>
                  <a:pt x="1299223" y="108308"/>
                </a:lnTo>
                <a:lnTo>
                  <a:pt x="1299450" y="108128"/>
                </a:lnTo>
                <a:lnTo>
                  <a:pt x="1299689" y="107952"/>
                </a:lnTo>
                <a:lnTo>
                  <a:pt x="1299941" y="107778"/>
                </a:lnTo>
                <a:lnTo>
                  <a:pt x="1300207" y="107608"/>
                </a:lnTo>
                <a:lnTo>
                  <a:pt x="1300485" y="107441"/>
                </a:lnTo>
                <a:lnTo>
                  <a:pt x="1300776" y="107276"/>
                </a:lnTo>
                <a:lnTo>
                  <a:pt x="1301080" y="107115"/>
                </a:lnTo>
                <a:lnTo>
                  <a:pt x="1301394" y="106957"/>
                </a:lnTo>
                <a:lnTo>
                  <a:pt x="1301715" y="106800"/>
                </a:lnTo>
                <a:lnTo>
                  <a:pt x="1302041" y="106645"/>
                </a:lnTo>
                <a:lnTo>
                  <a:pt x="1302375" y="106493"/>
                </a:lnTo>
                <a:lnTo>
                  <a:pt x="1302714" y="106342"/>
                </a:lnTo>
                <a:lnTo>
                  <a:pt x="1303061" y="106193"/>
                </a:lnTo>
                <a:lnTo>
                  <a:pt x="1303413" y="106046"/>
                </a:lnTo>
                <a:lnTo>
                  <a:pt x="1303773" y="105902"/>
                </a:lnTo>
                <a:lnTo>
                  <a:pt x="1304138" y="105759"/>
                </a:lnTo>
                <a:lnTo>
                  <a:pt x="1304510" y="105618"/>
                </a:lnTo>
                <a:lnTo>
                  <a:pt x="1304889" y="105479"/>
                </a:lnTo>
                <a:lnTo>
                  <a:pt x="1305110" y="105400"/>
                </a:lnTo>
                <a:lnTo>
                  <a:pt x="1305147" y="105410"/>
                </a:lnTo>
                <a:lnTo>
                  <a:pt x="1306096" y="105638"/>
                </a:lnTo>
                <a:lnTo>
                  <a:pt x="1307060" y="105849"/>
                </a:lnTo>
                <a:lnTo>
                  <a:pt x="1308038" y="106043"/>
                </a:lnTo>
                <a:lnTo>
                  <a:pt x="1309030" y="106220"/>
                </a:lnTo>
                <a:lnTo>
                  <a:pt x="1310035" y="106380"/>
                </a:lnTo>
                <a:lnTo>
                  <a:pt x="1311055" y="106524"/>
                </a:lnTo>
                <a:lnTo>
                  <a:pt x="1312089" y="106650"/>
                </a:lnTo>
                <a:lnTo>
                  <a:pt x="1313137" y="106760"/>
                </a:lnTo>
                <a:lnTo>
                  <a:pt x="1314199" y="106853"/>
                </a:lnTo>
                <a:lnTo>
                  <a:pt x="1315274" y="106929"/>
                </a:lnTo>
                <a:lnTo>
                  <a:pt x="1316364" y="106988"/>
                </a:lnTo>
                <a:lnTo>
                  <a:pt x="1317468" y="107030"/>
                </a:lnTo>
                <a:lnTo>
                  <a:pt x="1318586" y="107055"/>
                </a:lnTo>
                <a:lnTo>
                  <a:pt x="1319718" y="107064"/>
                </a:lnTo>
                <a:lnTo>
                  <a:pt x="1320926" y="107055"/>
                </a:lnTo>
                <a:lnTo>
                  <a:pt x="1322117" y="107031"/>
                </a:lnTo>
                <a:lnTo>
                  <a:pt x="1323290" y="106989"/>
                </a:lnTo>
                <a:lnTo>
                  <a:pt x="1324445" y="106931"/>
                </a:lnTo>
                <a:lnTo>
                  <a:pt x="1325583" y="106857"/>
                </a:lnTo>
                <a:lnTo>
                  <a:pt x="1326704" y="106766"/>
                </a:lnTo>
                <a:lnTo>
                  <a:pt x="1327807" y="106659"/>
                </a:lnTo>
                <a:lnTo>
                  <a:pt x="1328893" y="106535"/>
                </a:lnTo>
                <a:lnTo>
                  <a:pt x="1329962" y="106395"/>
                </a:lnTo>
                <a:lnTo>
                  <a:pt x="1331013" y="106238"/>
                </a:lnTo>
                <a:lnTo>
                  <a:pt x="1332046" y="106064"/>
                </a:lnTo>
                <a:lnTo>
                  <a:pt x="1333062" y="105874"/>
                </a:lnTo>
                <a:lnTo>
                  <a:pt x="1334061" y="105668"/>
                </a:lnTo>
                <a:lnTo>
                  <a:pt x="1335042" y="105445"/>
                </a:lnTo>
                <a:lnTo>
                  <a:pt x="1336006" y="105206"/>
                </a:lnTo>
                <a:lnTo>
                  <a:pt x="1336952" y="104950"/>
                </a:lnTo>
                <a:lnTo>
                  <a:pt x="1337881" y="104677"/>
                </a:lnTo>
                <a:lnTo>
                  <a:pt x="1338793" y="104388"/>
                </a:lnTo>
                <a:lnTo>
                  <a:pt x="1339687" y="104082"/>
                </a:lnTo>
                <a:lnTo>
                  <a:pt x="1340563" y="103760"/>
                </a:lnTo>
                <a:lnTo>
                  <a:pt x="1341423" y="103422"/>
                </a:lnTo>
                <a:lnTo>
                  <a:pt x="1342264" y="103067"/>
                </a:lnTo>
                <a:lnTo>
                  <a:pt x="1343089" y="102695"/>
                </a:lnTo>
                <a:lnTo>
                  <a:pt x="1343895" y="102307"/>
                </a:lnTo>
                <a:lnTo>
                  <a:pt x="1344685" y="101905"/>
                </a:lnTo>
                <a:lnTo>
                  <a:pt x="1345459" y="101492"/>
                </a:lnTo>
                <a:lnTo>
                  <a:pt x="1346216" y="101068"/>
                </a:lnTo>
                <a:lnTo>
                  <a:pt x="1346956" y="100633"/>
                </a:lnTo>
                <a:lnTo>
                  <a:pt x="1347679" y="100186"/>
                </a:lnTo>
                <a:lnTo>
                  <a:pt x="1348387" y="99729"/>
                </a:lnTo>
                <a:lnTo>
                  <a:pt x="1349077" y="99260"/>
                </a:lnTo>
                <a:lnTo>
                  <a:pt x="1349751" y="98780"/>
                </a:lnTo>
                <a:lnTo>
                  <a:pt x="1350409" y="98289"/>
                </a:lnTo>
                <a:lnTo>
                  <a:pt x="1351050" y="97787"/>
                </a:lnTo>
                <a:lnTo>
                  <a:pt x="1351675" y="97274"/>
                </a:lnTo>
                <a:lnTo>
                  <a:pt x="1352282" y="96750"/>
                </a:lnTo>
                <a:lnTo>
                  <a:pt x="1352874" y="96214"/>
                </a:lnTo>
                <a:lnTo>
                  <a:pt x="1353449" y="95668"/>
                </a:lnTo>
                <a:lnTo>
                  <a:pt x="1354007" y="95110"/>
                </a:lnTo>
                <a:lnTo>
                  <a:pt x="1354549" y="94541"/>
                </a:lnTo>
                <a:lnTo>
                  <a:pt x="1355074" y="93961"/>
                </a:lnTo>
                <a:lnTo>
                  <a:pt x="1355583" y="93370"/>
                </a:lnTo>
                <a:lnTo>
                  <a:pt x="1356075" y="92768"/>
                </a:lnTo>
                <a:lnTo>
                  <a:pt x="1356551" y="92155"/>
                </a:lnTo>
                <a:lnTo>
                  <a:pt x="1357010" y="91531"/>
                </a:lnTo>
                <a:lnTo>
                  <a:pt x="1357452" y="90895"/>
                </a:lnTo>
                <a:lnTo>
                  <a:pt x="1357878" y="90248"/>
                </a:lnTo>
                <a:lnTo>
                  <a:pt x="1358288" y="89591"/>
                </a:lnTo>
                <a:lnTo>
                  <a:pt x="1358681" y="88925"/>
                </a:lnTo>
                <a:lnTo>
                  <a:pt x="1359057" y="88254"/>
                </a:lnTo>
                <a:lnTo>
                  <a:pt x="1359416" y="87578"/>
                </a:lnTo>
                <a:lnTo>
                  <a:pt x="1359759" y="86897"/>
                </a:lnTo>
                <a:lnTo>
                  <a:pt x="1360085" y="86211"/>
                </a:lnTo>
                <a:lnTo>
                  <a:pt x="1360394" y="85520"/>
                </a:lnTo>
                <a:lnTo>
                  <a:pt x="1360687" y="84824"/>
                </a:lnTo>
                <a:lnTo>
                  <a:pt x="1360963" y="84123"/>
                </a:lnTo>
                <a:lnTo>
                  <a:pt x="1361222" y="83417"/>
                </a:lnTo>
                <a:lnTo>
                  <a:pt x="1361464" y="82706"/>
                </a:lnTo>
                <a:lnTo>
                  <a:pt x="1361690" y="81990"/>
                </a:lnTo>
                <a:lnTo>
                  <a:pt x="1361899" y="81268"/>
                </a:lnTo>
                <a:lnTo>
                  <a:pt x="1362091" y="80542"/>
                </a:lnTo>
                <a:lnTo>
                  <a:pt x="1362267" y="79811"/>
                </a:lnTo>
                <a:lnTo>
                  <a:pt x="1362426" y="79075"/>
                </a:lnTo>
                <a:lnTo>
                  <a:pt x="1362568" y="78333"/>
                </a:lnTo>
                <a:lnTo>
                  <a:pt x="1362693" y="77587"/>
                </a:lnTo>
                <a:lnTo>
                  <a:pt x="1362802" y="76835"/>
                </a:lnTo>
                <a:lnTo>
                  <a:pt x="1362894" y="76079"/>
                </a:lnTo>
                <a:lnTo>
                  <a:pt x="1362969" y="75318"/>
                </a:lnTo>
                <a:lnTo>
                  <a:pt x="1363028" y="74551"/>
                </a:lnTo>
                <a:lnTo>
                  <a:pt x="1363069" y="73779"/>
                </a:lnTo>
                <a:lnTo>
                  <a:pt x="1363094" y="73003"/>
                </a:lnTo>
                <a:lnTo>
                  <a:pt x="1363103" y="72221"/>
                </a:lnTo>
                <a:lnTo>
                  <a:pt x="1363095" y="71406"/>
                </a:lnTo>
                <a:lnTo>
                  <a:pt x="1363070" y="70597"/>
                </a:lnTo>
                <a:lnTo>
                  <a:pt x="1363029" y="69795"/>
                </a:lnTo>
                <a:lnTo>
                  <a:pt x="1362972" y="69000"/>
                </a:lnTo>
                <a:lnTo>
                  <a:pt x="1362898" y="68211"/>
                </a:lnTo>
                <a:lnTo>
                  <a:pt x="1362808" y="67429"/>
                </a:lnTo>
                <a:lnTo>
                  <a:pt x="1362702" y="66654"/>
                </a:lnTo>
                <a:lnTo>
                  <a:pt x="1362579" y="65885"/>
                </a:lnTo>
                <a:lnTo>
                  <a:pt x="1362440" y="65123"/>
                </a:lnTo>
                <a:lnTo>
                  <a:pt x="1362285" y="64367"/>
                </a:lnTo>
                <a:lnTo>
                  <a:pt x="1362113" y="63619"/>
                </a:lnTo>
                <a:lnTo>
                  <a:pt x="1361925" y="62877"/>
                </a:lnTo>
                <a:lnTo>
                  <a:pt x="1361720" y="62141"/>
                </a:lnTo>
                <a:lnTo>
                  <a:pt x="1361500" y="61412"/>
                </a:lnTo>
                <a:lnTo>
                  <a:pt x="1361262" y="60690"/>
                </a:lnTo>
                <a:lnTo>
                  <a:pt x="1361009" y="59974"/>
                </a:lnTo>
                <a:lnTo>
                  <a:pt x="1360739" y="59266"/>
                </a:lnTo>
                <a:lnTo>
                  <a:pt x="1360453" y="58563"/>
                </a:lnTo>
                <a:lnTo>
                  <a:pt x="1360150" y="57868"/>
                </a:lnTo>
                <a:lnTo>
                  <a:pt x="1359831" y="57179"/>
                </a:lnTo>
                <a:lnTo>
                  <a:pt x="1359496" y="56497"/>
                </a:lnTo>
                <a:lnTo>
                  <a:pt x="1359144" y="55821"/>
                </a:lnTo>
                <a:lnTo>
                  <a:pt x="1358776" y="55152"/>
                </a:lnTo>
                <a:lnTo>
                  <a:pt x="1358392" y="54490"/>
                </a:lnTo>
                <a:lnTo>
                  <a:pt x="1357991" y="53836"/>
                </a:lnTo>
                <a:lnTo>
                  <a:pt x="1357573" y="53193"/>
                </a:lnTo>
                <a:lnTo>
                  <a:pt x="1357139" y="52562"/>
                </a:lnTo>
                <a:lnTo>
                  <a:pt x="1356689" y="51941"/>
                </a:lnTo>
                <a:lnTo>
                  <a:pt x="1356222" y="51331"/>
                </a:lnTo>
                <a:lnTo>
                  <a:pt x="1355738" y="50732"/>
                </a:lnTo>
                <a:lnTo>
                  <a:pt x="1355238" y="50145"/>
                </a:lnTo>
                <a:lnTo>
                  <a:pt x="1354722" y="49568"/>
                </a:lnTo>
                <a:lnTo>
                  <a:pt x="1354188" y="49002"/>
                </a:lnTo>
                <a:lnTo>
                  <a:pt x="1353639" y="48447"/>
                </a:lnTo>
                <a:lnTo>
                  <a:pt x="1353072" y="47903"/>
                </a:lnTo>
                <a:lnTo>
                  <a:pt x="1352700" y="47562"/>
                </a:lnTo>
                <a:lnTo>
                  <a:pt x="1352761" y="47513"/>
                </a:lnTo>
                <a:lnTo>
                  <a:pt x="1353184" y="47208"/>
                </a:lnTo>
                <a:lnTo>
                  <a:pt x="1353617" y="46919"/>
                </a:lnTo>
                <a:lnTo>
                  <a:pt x="1354063" y="46645"/>
                </a:lnTo>
                <a:close/>
                <a:moveTo>
                  <a:pt x="1316979" y="90399"/>
                </a:moveTo>
                <a:lnTo>
                  <a:pt x="1316447" y="90310"/>
                </a:lnTo>
                <a:lnTo>
                  <a:pt x="1315920" y="90205"/>
                </a:lnTo>
                <a:lnTo>
                  <a:pt x="1315398" y="90084"/>
                </a:lnTo>
                <a:lnTo>
                  <a:pt x="1314882" y="89947"/>
                </a:lnTo>
                <a:lnTo>
                  <a:pt x="1314370" y="89794"/>
                </a:lnTo>
                <a:lnTo>
                  <a:pt x="1313864" y="89624"/>
                </a:lnTo>
                <a:lnTo>
                  <a:pt x="1313363" y="89439"/>
                </a:lnTo>
                <a:lnTo>
                  <a:pt x="1312868" y="89237"/>
                </a:lnTo>
                <a:lnTo>
                  <a:pt x="1312377" y="89019"/>
                </a:lnTo>
                <a:lnTo>
                  <a:pt x="1311892" y="88785"/>
                </a:lnTo>
                <a:lnTo>
                  <a:pt x="1311412" y="88535"/>
                </a:lnTo>
                <a:lnTo>
                  <a:pt x="1310937" y="88269"/>
                </a:lnTo>
                <a:lnTo>
                  <a:pt x="1310467" y="87987"/>
                </a:lnTo>
                <a:lnTo>
                  <a:pt x="1310003" y="87688"/>
                </a:lnTo>
                <a:lnTo>
                  <a:pt x="1309544" y="87373"/>
                </a:lnTo>
                <a:lnTo>
                  <a:pt x="1309090" y="87043"/>
                </a:lnTo>
                <a:lnTo>
                  <a:pt x="1308641" y="86696"/>
                </a:lnTo>
                <a:lnTo>
                  <a:pt x="1308197" y="86333"/>
                </a:lnTo>
                <a:lnTo>
                  <a:pt x="1307759" y="85954"/>
                </a:lnTo>
                <a:lnTo>
                  <a:pt x="1307332" y="85559"/>
                </a:lnTo>
                <a:lnTo>
                  <a:pt x="1306924" y="85148"/>
                </a:lnTo>
                <a:lnTo>
                  <a:pt x="1306533" y="84723"/>
                </a:lnTo>
                <a:lnTo>
                  <a:pt x="1306161" y="84282"/>
                </a:lnTo>
                <a:lnTo>
                  <a:pt x="1305807" y="83825"/>
                </a:lnTo>
                <a:lnTo>
                  <a:pt x="1305471" y="83353"/>
                </a:lnTo>
                <a:lnTo>
                  <a:pt x="1305154" y="82866"/>
                </a:lnTo>
                <a:lnTo>
                  <a:pt x="1304854" y="82363"/>
                </a:lnTo>
                <a:lnTo>
                  <a:pt x="1304573" y="81845"/>
                </a:lnTo>
                <a:lnTo>
                  <a:pt x="1304309" y="81311"/>
                </a:lnTo>
                <a:lnTo>
                  <a:pt x="1304064" y="80762"/>
                </a:lnTo>
                <a:lnTo>
                  <a:pt x="1303837" y="80197"/>
                </a:lnTo>
                <a:lnTo>
                  <a:pt x="1303628" y="79617"/>
                </a:lnTo>
                <a:lnTo>
                  <a:pt x="1303438" y="79022"/>
                </a:lnTo>
                <a:lnTo>
                  <a:pt x="1303265" y="78411"/>
                </a:lnTo>
                <a:lnTo>
                  <a:pt x="1303111" y="77785"/>
                </a:lnTo>
                <a:lnTo>
                  <a:pt x="1302975" y="77144"/>
                </a:lnTo>
                <a:lnTo>
                  <a:pt x="1302857" y="76487"/>
                </a:lnTo>
                <a:lnTo>
                  <a:pt x="1302757" y="75814"/>
                </a:lnTo>
                <a:lnTo>
                  <a:pt x="1302675" y="75127"/>
                </a:lnTo>
                <a:lnTo>
                  <a:pt x="1302612" y="74423"/>
                </a:lnTo>
                <a:lnTo>
                  <a:pt x="1302566" y="73705"/>
                </a:lnTo>
                <a:lnTo>
                  <a:pt x="1302539" y="72971"/>
                </a:lnTo>
                <a:lnTo>
                  <a:pt x="1302530" y="72221"/>
                </a:lnTo>
                <a:lnTo>
                  <a:pt x="1302539" y="71463"/>
                </a:lnTo>
                <a:lnTo>
                  <a:pt x="1302565" y="70720"/>
                </a:lnTo>
                <a:lnTo>
                  <a:pt x="1302609" y="69992"/>
                </a:lnTo>
                <a:lnTo>
                  <a:pt x="1302671" y="69280"/>
                </a:lnTo>
                <a:lnTo>
                  <a:pt x="1302750" y="68583"/>
                </a:lnTo>
                <a:lnTo>
                  <a:pt x="1302847" y="67901"/>
                </a:lnTo>
                <a:lnTo>
                  <a:pt x="1302962" y="67234"/>
                </a:lnTo>
                <a:lnTo>
                  <a:pt x="1303094" y="66583"/>
                </a:lnTo>
                <a:lnTo>
                  <a:pt x="1303244" y="65946"/>
                </a:lnTo>
                <a:lnTo>
                  <a:pt x="1303411" y="65325"/>
                </a:lnTo>
                <a:lnTo>
                  <a:pt x="1303596" y="64719"/>
                </a:lnTo>
                <a:lnTo>
                  <a:pt x="1303798" y="64129"/>
                </a:lnTo>
                <a:lnTo>
                  <a:pt x="1304019" y="63553"/>
                </a:lnTo>
                <a:lnTo>
                  <a:pt x="1304256" y="62993"/>
                </a:lnTo>
                <a:lnTo>
                  <a:pt x="1304512" y="62448"/>
                </a:lnTo>
                <a:lnTo>
                  <a:pt x="1304785" y="61919"/>
                </a:lnTo>
                <a:lnTo>
                  <a:pt x="1305076" y="61404"/>
                </a:lnTo>
                <a:lnTo>
                  <a:pt x="1305384" y="60905"/>
                </a:lnTo>
                <a:lnTo>
                  <a:pt x="1305710" y="60421"/>
                </a:lnTo>
                <a:lnTo>
                  <a:pt x="1306053" y="59953"/>
                </a:lnTo>
                <a:lnTo>
                  <a:pt x="1306415" y="59499"/>
                </a:lnTo>
                <a:lnTo>
                  <a:pt x="1306793" y="59061"/>
                </a:lnTo>
                <a:lnTo>
                  <a:pt x="1307190" y="58638"/>
                </a:lnTo>
                <a:lnTo>
                  <a:pt x="1307604" y="58230"/>
                </a:lnTo>
                <a:lnTo>
                  <a:pt x="1308031" y="57838"/>
                </a:lnTo>
                <a:lnTo>
                  <a:pt x="1308468" y="57463"/>
                </a:lnTo>
                <a:lnTo>
                  <a:pt x="1308914" y="57105"/>
                </a:lnTo>
                <a:lnTo>
                  <a:pt x="1309370" y="56763"/>
                </a:lnTo>
                <a:lnTo>
                  <a:pt x="1309834" y="56438"/>
                </a:lnTo>
                <a:lnTo>
                  <a:pt x="1310309" y="56129"/>
                </a:lnTo>
                <a:lnTo>
                  <a:pt x="1310792" y="55837"/>
                </a:lnTo>
                <a:lnTo>
                  <a:pt x="1311285" y="55562"/>
                </a:lnTo>
                <a:lnTo>
                  <a:pt x="1311787" y="55304"/>
                </a:lnTo>
                <a:lnTo>
                  <a:pt x="1312299" y="55062"/>
                </a:lnTo>
                <a:lnTo>
                  <a:pt x="1312820" y="54837"/>
                </a:lnTo>
                <a:lnTo>
                  <a:pt x="1313350" y="54629"/>
                </a:lnTo>
                <a:lnTo>
                  <a:pt x="1313890" y="54437"/>
                </a:lnTo>
                <a:lnTo>
                  <a:pt x="1314439" y="54262"/>
                </a:lnTo>
                <a:lnTo>
                  <a:pt x="1314997" y="54103"/>
                </a:lnTo>
                <a:lnTo>
                  <a:pt x="1315565" y="53962"/>
                </a:lnTo>
                <a:lnTo>
                  <a:pt x="1316142" y="53837"/>
                </a:lnTo>
                <a:lnTo>
                  <a:pt x="1316728" y="53728"/>
                </a:lnTo>
                <a:lnTo>
                  <a:pt x="1317324" y="53637"/>
                </a:lnTo>
                <a:lnTo>
                  <a:pt x="1317929" y="53562"/>
                </a:lnTo>
                <a:lnTo>
                  <a:pt x="1318544" y="53503"/>
                </a:lnTo>
                <a:lnTo>
                  <a:pt x="1319167" y="53462"/>
                </a:lnTo>
                <a:lnTo>
                  <a:pt x="1319801" y="53437"/>
                </a:lnTo>
                <a:lnTo>
                  <a:pt x="1320443" y="53428"/>
                </a:lnTo>
                <a:lnTo>
                  <a:pt x="1321076" y="53436"/>
                </a:lnTo>
                <a:lnTo>
                  <a:pt x="1321700" y="53460"/>
                </a:lnTo>
                <a:lnTo>
                  <a:pt x="1322313" y="53501"/>
                </a:lnTo>
                <a:lnTo>
                  <a:pt x="1322917" y="53557"/>
                </a:lnTo>
                <a:lnTo>
                  <a:pt x="1323510" y="53630"/>
                </a:lnTo>
                <a:lnTo>
                  <a:pt x="1324093" y="53719"/>
                </a:lnTo>
                <a:lnTo>
                  <a:pt x="1324666" y="53824"/>
                </a:lnTo>
                <a:lnTo>
                  <a:pt x="1325229" y="53945"/>
                </a:lnTo>
                <a:lnTo>
                  <a:pt x="1325782" y="54082"/>
                </a:lnTo>
                <a:lnTo>
                  <a:pt x="1326325" y="54235"/>
                </a:lnTo>
                <a:lnTo>
                  <a:pt x="1326858" y="54404"/>
                </a:lnTo>
                <a:lnTo>
                  <a:pt x="1327380" y="54590"/>
                </a:lnTo>
                <a:lnTo>
                  <a:pt x="1327893" y="54792"/>
                </a:lnTo>
                <a:lnTo>
                  <a:pt x="1328396" y="55009"/>
                </a:lnTo>
                <a:lnTo>
                  <a:pt x="1328888" y="55243"/>
                </a:lnTo>
                <a:lnTo>
                  <a:pt x="1329371" y="55493"/>
                </a:lnTo>
                <a:lnTo>
                  <a:pt x="1329843" y="55760"/>
                </a:lnTo>
                <a:lnTo>
                  <a:pt x="1330305" y="56042"/>
                </a:lnTo>
                <a:lnTo>
                  <a:pt x="1330758" y="56340"/>
                </a:lnTo>
                <a:lnTo>
                  <a:pt x="1331200" y="56655"/>
                </a:lnTo>
                <a:lnTo>
                  <a:pt x="1331632" y="56986"/>
                </a:lnTo>
                <a:lnTo>
                  <a:pt x="1332054" y="57333"/>
                </a:lnTo>
                <a:lnTo>
                  <a:pt x="1332466" y="57696"/>
                </a:lnTo>
                <a:lnTo>
                  <a:pt x="1332868" y="58075"/>
                </a:lnTo>
                <a:lnTo>
                  <a:pt x="1333257" y="58470"/>
                </a:lnTo>
                <a:lnTo>
                  <a:pt x="1333629" y="58883"/>
                </a:lnTo>
                <a:lnTo>
                  <a:pt x="1333984" y="59312"/>
                </a:lnTo>
                <a:lnTo>
                  <a:pt x="1334324" y="59758"/>
                </a:lnTo>
                <a:lnTo>
                  <a:pt x="1334646" y="60221"/>
                </a:lnTo>
                <a:lnTo>
                  <a:pt x="1334952" y="60701"/>
                </a:lnTo>
                <a:lnTo>
                  <a:pt x="1335241" y="61198"/>
                </a:lnTo>
                <a:lnTo>
                  <a:pt x="1335514" y="61712"/>
                </a:lnTo>
                <a:lnTo>
                  <a:pt x="1335771" y="62242"/>
                </a:lnTo>
                <a:lnTo>
                  <a:pt x="1336010" y="62789"/>
                </a:lnTo>
                <a:lnTo>
                  <a:pt x="1336234" y="63354"/>
                </a:lnTo>
                <a:lnTo>
                  <a:pt x="1336440" y="63935"/>
                </a:lnTo>
                <a:lnTo>
                  <a:pt x="1336631" y="64532"/>
                </a:lnTo>
                <a:lnTo>
                  <a:pt x="1336804" y="65147"/>
                </a:lnTo>
                <a:lnTo>
                  <a:pt x="1336961" y="65779"/>
                </a:lnTo>
                <a:lnTo>
                  <a:pt x="1337102" y="66427"/>
                </a:lnTo>
                <a:lnTo>
                  <a:pt x="1337226" y="67092"/>
                </a:lnTo>
                <a:lnTo>
                  <a:pt x="1337333" y="67775"/>
                </a:lnTo>
                <a:lnTo>
                  <a:pt x="1337424" y="68474"/>
                </a:lnTo>
                <a:lnTo>
                  <a:pt x="1337499" y="69189"/>
                </a:lnTo>
                <a:lnTo>
                  <a:pt x="1337557" y="69922"/>
                </a:lnTo>
                <a:lnTo>
                  <a:pt x="1337598" y="70672"/>
                </a:lnTo>
                <a:lnTo>
                  <a:pt x="1337623" y="71438"/>
                </a:lnTo>
                <a:lnTo>
                  <a:pt x="1337631" y="72221"/>
                </a:lnTo>
                <a:lnTo>
                  <a:pt x="1337622" y="72962"/>
                </a:lnTo>
                <a:lnTo>
                  <a:pt x="1337596" y="73689"/>
                </a:lnTo>
                <a:lnTo>
                  <a:pt x="1337551" y="74400"/>
                </a:lnTo>
                <a:lnTo>
                  <a:pt x="1337489" y="75096"/>
                </a:lnTo>
                <a:lnTo>
                  <a:pt x="1337409" y="75778"/>
                </a:lnTo>
                <a:lnTo>
                  <a:pt x="1337311" y="76445"/>
                </a:lnTo>
                <a:lnTo>
                  <a:pt x="1337195" y="77097"/>
                </a:lnTo>
                <a:lnTo>
                  <a:pt x="1337062" y="77734"/>
                </a:lnTo>
                <a:lnTo>
                  <a:pt x="1336910" y="78356"/>
                </a:lnTo>
                <a:lnTo>
                  <a:pt x="1336741" y="78963"/>
                </a:lnTo>
                <a:lnTo>
                  <a:pt x="1336554" y="79555"/>
                </a:lnTo>
                <a:lnTo>
                  <a:pt x="1336350" y="80133"/>
                </a:lnTo>
                <a:lnTo>
                  <a:pt x="1336127" y="80695"/>
                </a:lnTo>
                <a:lnTo>
                  <a:pt x="1335887" y="81243"/>
                </a:lnTo>
                <a:lnTo>
                  <a:pt x="1335629" y="81776"/>
                </a:lnTo>
                <a:lnTo>
                  <a:pt x="1335353" y="82294"/>
                </a:lnTo>
                <a:lnTo>
                  <a:pt x="1335060" y="82797"/>
                </a:lnTo>
                <a:lnTo>
                  <a:pt x="1334748" y="83285"/>
                </a:lnTo>
                <a:lnTo>
                  <a:pt x="1334419" y="83758"/>
                </a:lnTo>
                <a:lnTo>
                  <a:pt x="1334072" y="84217"/>
                </a:lnTo>
                <a:lnTo>
                  <a:pt x="1333707" y="84660"/>
                </a:lnTo>
                <a:lnTo>
                  <a:pt x="1333324" y="85089"/>
                </a:lnTo>
                <a:lnTo>
                  <a:pt x="1332924" y="85503"/>
                </a:lnTo>
                <a:lnTo>
                  <a:pt x="1332506" y="85902"/>
                </a:lnTo>
                <a:lnTo>
                  <a:pt x="1332074" y="86285"/>
                </a:lnTo>
                <a:lnTo>
                  <a:pt x="1331634" y="86652"/>
                </a:lnTo>
                <a:lnTo>
                  <a:pt x="1331185" y="87003"/>
                </a:lnTo>
                <a:lnTo>
                  <a:pt x="1330727" y="87338"/>
                </a:lnTo>
                <a:lnTo>
                  <a:pt x="1330260" y="87656"/>
                </a:lnTo>
                <a:lnTo>
                  <a:pt x="1329785" y="87957"/>
                </a:lnTo>
                <a:lnTo>
                  <a:pt x="1329300" y="88243"/>
                </a:lnTo>
                <a:lnTo>
                  <a:pt x="1328807" y="88512"/>
                </a:lnTo>
                <a:lnTo>
                  <a:pt x="1328305" y="88765"/>
                </a:lnTo>
                <a:lnTo>
                  <a:pt x="1327794" y="89001"/>
                </a:lnTo>
                <a:lnTo>
                  <a:pt x="1327275" y="89222"/>
                </a:lnTo>
                <a:lnTo>
                  <a:pt x="1326746" y="89426"/>
                </a:lnTo>
                <a:lnTo>
                  <a:pt x="1326209" y="89613"/>
                </a:lnTo>
                <a:lnTo>
                  <a:pt x="1325663" y="89785"/>
                </a:lnTo>
                <a:lnTo>
                  <a:pt x="1325108" y="89940"/>
                </a:lnTo>
                <a:lnTo>
                  <a:pt x="1324544" y="90078"/>
                </a:lnTo>
                <a:lnTo>
                  <a:pt x="1323972" y="90201"/>
                </a:lnTo>
                <a:lnTo>
                  <a:pt x="1323391" y="90307"/>
                </a:lnTo>
                <a:lnTo>
                  <a:pt x="1322801" y="90396"/>
                </a:lnTo>
                <a:lnTo>
                  <a:pt x="1322202" y="90470"/>
                </a:lnTo>
                <a:lnTo>
                  <a:pt x="1321594" y="90527"/>
                </a:lnTo>
                <a:lnTo>
                  <a:pt x="1320978" y="90568"/>
                </a:lnTo>
                <a:lnTo>
                  <a:pt x="1320352" y="90592"/>
                </a:lnTo>
                <a:lnTo>
                  <a:pt x="1319718" y="90600"/>
                </a:lnTo>
                <a:lnTo>
                  <a:pt x="1319160" y="90592"/>
                </a:lnTo>
                <a:lnTo>
                  <a:pt x="1318607" y="90568"/>
                </a:lnTo>
                <a:lnTo>
                  <a:pt x="1318059" y="90528"/>
                </a:lnTo>
                <a:lnTo>
                  <a:pt x="1317516" y="90471"/>
                </a:lnTo>
                <a:lnTo>
                  <a:pt x="1316979" y="90399"/>
                </a:lnTo>
                <a:close/>
                <a:moveTo>
                  <a:pt x="1316412" y="161054"/>
                </a:moveTo>
                <a:lnTo>
                  <a:pt x="1315531" y="160983"/>
                </a:lnTo>
                <a:lnTo>
                  <a:pt x="1314674" y="160898"/>
                </a:lnTo>
                <a:lnTo>
                  <a:pt x="1313839" y="160801"/>
                </a:lnTo>
                <a:lnTo>
                  <a:pt x="1313028" y="160690"/>
                </a:lnTo>
                <a:lnTo>
                  <a:pt x="1312241" y="160567"/>
                </a:lnTo>
                <a:lnTo>
                  <a:pt x="1311477" y="160430"/>
                </a:lnTo>
                <a:lnTo>
                  <a:pt x="1310736" y="160281"/>
                </a:lnTo>
                <a:lnTo>
                  <a:pt x="1310018" y="160118"/>
                </a:lnTo>
                <a:lnTo>
                  <a:pt x="1309324" y="159943"/>
                </a:lnTo>
                <a:lnTo>
                  <a:pt x="1308654" y="159754"/>
                </a:lnTo>
                <a:lnTo>
                  <a:pt x="1308006" y="159553"/>
                </a:lnTo>
                <a:lnTo>
                  <a:pt x="1307382" y="159338"/>
                </a:lnTo>
                <a:lnTo>
                  <a:pt x="1306782" y="159111"/>
                </a:lnTo>
                <a:lnTo>
                  <a:pt x="1306205" y="158870"/>
                </a:lnTo>
                <a:lnTo>
                  <a:pt x="1305651" y="158617"/>
                </a:lnTo>
                <a:lnTo>
                  <a:pt x="1305120" y="158350"/>
                </a:lnTo>
                <a:lnTo>
                  <a:pt x="1304613" y="158071"/>
                </a:lnTo>
                <a:lnTo>
                  <a:pt x="1304129" y="157778"/>
                </a:lnTo>
                <a:lnTo>
                  <a:pt x="1303669" y="157473"/>
                </a:lnTo>
                <a:lnTo>
                  <a:pt x="1303230" y="157160"/>
                </a:lnTo>
                <a:lnTo>
                  <a:pt x="1302809" y="156845"/>
                </a:lnTo>
                <a:lnTo>
                  <a:pt x="1302407" y="156527"/>
                </a:lnTo>
                <a:lnTo>
                  <a:pt x="1302024" y="156207"/>
                </a:lnTo>
                <a:lnTo>
                  <a:pt x="1301659" y="155886"/>
                </a:lnTo>
                <a:lnTo>
                  <a:pt x="1301313" y="155562"/>
                </a:lnTo>
                <a:lnTo>
                  <a:pt x="1300986" y="155236"/>
                </a:lnTo>
                <a:lnTo>
                  <a:pt x="1300678" y="154907"/>
                </a:lnTo>
                <a:lnTo>
                  <a:pt x="1300388" y="154577"/>
                </a:lnTo>
                <a:lnTo>
                  <a:pt x="1300117" y="154244"/>
                </a:lnTo>
                <a:lnTo>
                  <a:pt x="1299865" y="153909"/>
                </a:lnTo>
                <a:lnTo>
                  <a:pt x="1299631" y="153572"/>
                </a:lnTo>
                <a:lnTo>
                  <a:pt x="1299416" y="153233"/>
                </a:lnTo>
                <a:lnTo>
                  <a:pt x="1299220" y="152892"/>
                </a:lnTo>
                <a:lnTo>
                  <a:pt x="1299042" y="152548"/>
                </a:lnTo>
                <a:lnTo>
                  <a:pt x="1298883" y="152202"/>
                </a:lnTo>
                <a:lnTo>
                  <a:pt x="1298743" y="151854"/>
                </a:lnTo>
                <a:lnTo>
                  <a:pt x="1298621" y="151504"/>
                </a:lnTo>
                <a:lnTo>
                  <a:pt x="1298518" y="151152"/>
                </a:lnTo>
                <a:lnTo>
                  <a:pt x="1298434" y="150797"/>
                </a:lnTo>
                <a:lnTo>
                  <a:pt x="1298369" y="150441"/>
                </a:lnTo>
                <a:lnTo>
                  <a:pt x="1298322" y="150082"/>
                </a:lnTo>
                <a:lnTo>
                  <a:pt x="1298294" y="149721"/>
                </a:lnTo>
                <a:lnTo>
                  <a:pt x="1298285" y="149358"/>
                </a:lnTo>
                <a:lnTo>
                  <a:pt x="1298289" y="149047"/>
                </a:lnTo>
                <a:lnTo>
                  <a:pt x="1298302" y="148740"/>
                </a:lnTo>
                <a:lnTo>
                  <a:pt x="1298324" y="148436"/>
                </a:lnTo>
                <a:lnTo>
                  <a:pt x="1298355" y="148134"/>
                </a:lnTo>
                <a:lnTo>
                  <a:pt x="1298395" y="147836"/>
                </a:lnTo>
                <a:lnTo>
                  <a:pt x="1298443" y="147541"/>
                </a:lnTo>
                <a:lnTo>
                  <a:pt x="1298501" y="147249"/>
                </a:lnTo>
                <a:lnTo>
                  <a:pt x="1298567" y="146960"/>
                </a:lnTo>
                <a:lnTo>
                  <a:pt x="1298642" y="146674"/>
                </a:lnTo>
                <a:lnTo>
                  <a:pt x="1298725" y="146391"/>
                </a:lnTo>
                <a:lnTo>
                  <a:pt x="1298818" y="146111"/>
                </a:lnTo>
                <a:lnTo>
                  <a:pt x="1298919" y="145835"/>
                </a:lnTo>
                <a:lnTo>
                  <a:pt x="1299029" y="145561"/>
                </a:lnTo>
                <a:lnTo>
                  <a:pt x="1299148" y="145291"/>
                </a:lnTo>
                <a:lnTo>
                  <a:pt x="1299276" y="145023"/>
                </a:lnTo>
                <a:lnTo>
                  <a:pt x="1299412" y="144759"/>
                </a:lnTo>
                <a:lnTo>
                  <a:pt x="1299558" y="144497"/>
                </a:lnTo>
                <a:lnTo>
                  <a:pt x="1299712" y="144239"/>
                </a:lnTo>
                <a:lnTo>
                  <a:pt x="1299875" y="143984"/>
                </a:lnTo>
                <a:lnTo>
                  <a:pt x="1300046" y="143732"/>
                </a:lnTo>
                <a:lnTo>
                  <a:pt x="1300227" y="143482"/>
                </a:lnTo>
                <a:lnTo>
                  <a:pt x="1300416" y="143236"/>
                </a:lnTo>
                <a:lnTo>
                  <a:pt x="1300615" y="142993"/>
                </a:lnTo>
                <a:lnTo>
                  <a:pt x="1300822" y="142754"/>
                </a:lnTo>
                <a:lnTo>
                  <a:pt x="1301036" y="142517"/>
                </a:lnTo>
                <a:lnTo>
                  <a:pt x="1301255" y="142286"/>
                </a:lnTo>
                <a:lnTo>
                  <a:pt x="1301479" y="142059"/>
                </a:lnTo>
                <a:lnTo>
                  <a:pt x="1301709" y="141836"/>
                </a:lnTo>
                <a:lnTo>
                  <a:pt x="1301944" y="141618"/>
                </a:lnTo>
                <a:lnTo>
                  <a:pt x="1302184" y="141405"/>
                </a:lnTo>
                <a:lnTo>
                  <a:pt x="1302429" y="141196"/>
                </a:lnTo>
                <a:lnTo>
                  <a:pt x="1302680" y="140991"/>
                </a:lnTo>
                <a:lnTo>
                  <a:pt x="1302935" y="140791"/>
                </a:lnTo>
                <a:lnTo>
                  <a:pt x="1303196" y="140596"/>
                </a:lnTo>
                <a:lnTo>
                  <a:pt x="1303462" y="140405"/>
                </a:lnTo>
                <a:lnTo>
                  <a:pt x="1303734" y="140218"/>
                </a:lnTo>
                <a:lnTo>
                  <a:pt x="1304010" y="140036"/>
                </a:lnTo>
                <a:lnTo>
                  <a:pt x="1304292" y="139859"/>
                </a:lnTo>
                <a:lnTo>
                  <a:pt x="1304579" y="139686"/>
                </a:lnTo>
                <a:lnTo>
                  <a:pt x="1304871" y="139518"/>
                </a:lnTo>
                <a:lnTo>
                  <a:pt x="1305169" y="139354"/>
                </a:lnTo>
                <a:lnTo>
                  <a:pt x="1305471" y="139195"/>
                </a:lnTo>
                <a:lnTo>
                  <a:pt x="1305779" y="139040"/>
                </a:lnTo>
                <a:lnTo>
                  <a:pt x="1306092" y="138890"/>
                </a:lnTo>
                <a:lnTo>
                  <a:pt x="1306410" y="138744"/>
                </a:lnTo>
                <a:lnTo>
                  <a:pt x="1306734" y="138603"/>
                </a:lnTo>
                <a:lnTo>
                  <a:pt x="1307063" y="138466"/>
                </a:lnTo>
                <a:lnTo>
                  <a:pt x="1307397" y="138334"/>
                </a:lnTo>
                <a:lnTo>
                  <a:pt x="1325827" y="138334"/>
                </a:lnTo>
                <a:lnTo>
                  <a:pt x="1326452" y="138336"/>
                </a:lnTo>
                <a:lnTo>
                  <a:pt x="1327066" y="138342"/>
                </a:lnTo>
                <a:lnTo>
                  <a:pt x="1327670" y="138353"/>
                </a:lnTo>
                <a:lnTo>
                  <a:pt x="1328263" y="138368"/>
                </a:lnTo>
                <a:lnTo>
                  <a:pt x="1328846" y="138388"/>
                </a:lnTo>
                <a:lnTo>
                  <a:pt x="1329419" y="138411"/>
                </a:lnTo>
                <a:lnTo>
                  <a:pt x="1329981" y="138440"/>
                </a:lnTo>
                <a:lnTo>
                  <a:pt x="1330533" y="138472"/>
                </a:lnTo>
                <a:lnTo>
                  <a:pt x="1331074" y="138509"/>
                </a:lnTo>
                <a:lnTo>
                  <a:pt x="1331605" y="138550"/>
                </a:lnTo>
                <a:lnTo>
                  <a:pt x="1332125" y="138595"/>
                </a:lnTo>
                <a:lnTo>
                  <a:pt x="1332635" y="138645"/>
                </a:lnTo>
                <a:lnTo>
                  <a:pt x="1333135" y="138699"/>
                </a:lnTo>
                <a:lnTo>
                  <a:pt x="1333624" y="138757"/>
                </a:lnTo>
                <a:lnTo>
                  <a:pt x="1334103" y="138820"/>
                </a:lnTo>
                <a:lnTo>
                  <a:pt x="1334571" y="138887"/>
                </a:lnTo>
                <a:lnTo>
                  <a:pt x="1335029" y="138959"/>
                </a:lnTo>
                <a:lnTo>
                  <a:pt x="1335476" y="139034"/>
                </a:lnTo>
                <a:lnTo>
                  <a:pt x="1335913" y="139114"/>
                </a:lnTo>
                <a:lnTo>
                  <a:pt x="1336340" y="139199"/>
                </a:lnTo>
                <a:lnTo>
                  <a:pt x="1336756" y="139287"/>
                </a:lnTo>
                <a:lnTo>
                  <a:pt x="1337162" y="139380"/>
                </a:lnTo>
                <a:lnTo>
                  <a:pt x="1337557" y="139478"/>
                </a:lnTo>
                <a:lnTo>
                  <a:pt x="1337942" y="139579"/>
                </a:lnTo>
                <a:lnTo>
                  <a:pt x="1338317" y="139685"/>
                </a:lnTo>
                <a:lnTo>
                  <a:pt x="1338683" y="139795"/>
                </a:lnTo>
                <a:lnTo>
                  <a:pt x="1339040" y="139908"/>
                </a:lnTo>
                <a:lnTo>
                  <a:pt x="1339388" y="140024"/>
                </a:lnTo>
                <a:lnTo>
                  <a:pt x="1339728" y="140145"/>
                </a:lnTo>
                <a:lnTo>
                  <a:pt x="1340058" y="140269"/>
                </a:lnTo>
                <a:lnTo>
                  <a:pt x="1340379" y="140396"/>
                </a:lnTo>
                <a:lnTo>
                  <a:pt x="1340691" y="140527"/>
                </a:lnTo>
                <a:lnTo>
                  <a:pt x="1340995" y="140662"/>
                </a:lnTo>
                <a:lnTo>
                  <a:pt x="1341289" y="140800"/>
                </a:lnTo>
                <a:lnTo>
                  <a:pt x="1341574" y="140942"/>
                </a:lnTo>
                <a:lnTo>
                  <a:pt x="1341851" y="141088"/>
                </a:lnTo>
                <a:lnTo>
                  <a:pt x="1342118" y="141237"/>
                </a:lnTo>
                <a:lnTo>
                  <a:pt x="1342376" y="141390"/>
                </a:lnTo>
                <a:lnTo>
                  <a:pt x="1342625" y="141546"/>
                </a:lnTo>
                <a:lnTo>
                  <a:pt x="1342866" y="141706"/>
                </a:lnTo>
                <a:lnTo>
                  <a:pt x="1343097" y="141870"/>
                </a:lnTo>
                <a:lnTo>
                  <a:pt x="1343320" y="142037"/>
                </a:lnTo>
                <a:lnTo>
                  <a:pt x="1343533" y="142208"/>
                </a:lnTo>
                <a:lnTo>
                  <a:pt x="1343737" y="142382"/>
                </a:lnTo>
                <a:lnTo>
                  <a:pt x="1343933" y="142560"/>
                </a:lnTo>
                <a:lnTo>
                  <a:pt x="1344119" y="142742"/>
                </a:lnTo>
                <a:lnTo>
                  <a:pt x="1344297" y="142927"/>
                </a:lnTo>
                <a:lnTo>
                  <a:pt x="1344465" y="143116"/>
                </a:lnTo>
                <a:lnTo>
                  <a:pt x="1344626" y="143309"/>
                </a:lnTo>
                <a:lnTo>
                  <a:pt x="1344779" y="143505"/>
                </a:lnTo>
                <a:lnTo>
                  <a:pt x="1344926" y="143705"/>
                </a:lnTo>
                <a:lnTo>
                  <a:pt x="1345066" y="143908"/>
                </a:lnTo>
                <a:lnTo>
                  <a:pt x="1345199" y="144116"/>
                </a:lnTo>
                <a:lnTo>
                  <a:pt x="1345326" y="144326"/>
                </a:lnTo>
                <a:lnTo>
                  <a:pt x="1345445" y="144541"/>
                </a:lnTo>
                <a:lnTo>
                  <a:pt x="1345558" y="144759"/>
                </a:lnTo>
                <a:lnTo>
                  <a:pt x="1345664" y="144980"/>
                </a:lnTo>
                <a:lnTo>
                  <a:pt x="1345763" y="145205"/>
                </a:lnTo>
                <a:lnTo>
                  <a:pt x="1345855" y="145434"/>
                </a:lnTo>
                <a:lnTo>
                  <a:pt x="1345940" y="145667"/>
                </a:lnTo>
                <a:lnTo>
                  <a:pt x="1346019" y="145902"/>
                </a:lnTo>
                <a:lnTo>
                  <a:pt x="1346091" y="146142"/>
                </a:lnTo>
                <a:lnTo>
                  <a:pt x="1346156" y="146385"/>
                </a:lnTo>
                <a:lnTo>
                  <a:pt x="1346214" y="146632"/>
                </a:lnTo>
                <a:lnTo>
                  <a:pt x="1346265" y="146883"/>
                </a:lnTo>
                <a:lnTo>
                  <a:pt x="1346309" y="147137"/>
                </a:lnTo>
                <a:lnTo>
                  <a:pt x="1346347" y="147394"/>
                </a:lnTo>
                <a:lnTo>
                  <a:pt x="1346378" y="147655"/>
                </a:lnTo>
                <a:lnTo>
                  <a:pt x="1346402" y="147920"/>
                </a:lnTo>
                <a:lnTo>
                  <a:pt x="1346419" y="148189"/>
                </a:lnTo>
                <a:lnTo>
                  <a:pt x="1346429" y="148461"/>
                </a:lnTo>
                <a:lnTo>
                  <a:pt x="1346432" y="148736"/>
                </a:lnTo>
                <a:lnTo>
                  <a:pt x="1346422" y="149167"/>
                </a:lnTo>
                <a:lnTo>
                  <a:pt x="1346393" y="149592"/>
                </a:lnTo>
                <a:lnTo>
                  <a:pt x="1346343" y="150012"/>
                </a:lnTo>
                <a:lnTo>
                  <a:pt x="1346274" y="150426"/>
                </a:lnTo>
                <a:lnTo>
                  <a:pt x="1346185" y="150835"/>
                </a:lnTo>
                <a:lnTo>
                  <a:pt x="1346076" y="151239"/>
                </a:lnTo>
                <a:lnTo>
                  <a:pt x="1345948" y="151637"/>
                </a:lnTo>
                <a:lnTo>
                  <a:pt x="1345800" y="152030"/>
                </a:lnTo>
                <a:lnTo>
                  <a:pt x="1345631" y="152417"/>
                </a:lnTo>
                <a:lnTo>
                  <a:pt x="1345444" y="152799"/>
                </a:lnTo>
                <a:lnTo>
                  <a:pt x="1345236" y="153175"/>
                </a:lnTo>
                <a:lnTo>
                  <a:pt x="1345009" y="153546"/>
                </a:lnTo>
                <a:lnTo>
                  <a:pt x="1344761" y="153912"/>
                </a:lnTo>
                <a:lnTo>
                  <a:pt x="1344494" y="154272"/>
                </a:lnTo>
                <a:lnTo>
                  <a:pt x="1344208" y="154627"/>
                </a:lnTo>
                <a:lnTo>
                  <a:pt x="1343901" y="154976"/>
                </a:lnTo>
                <a:lnTo>
                  <a:pt x="1343575" y="155320"/>
                </a:lnTo>
                <a:lnTo>
                  <a:pt x="1343229" y="155659"/>
                </a:lnTo>
                <a:lnTo>
                  <a:pt x="1342863" y="155992"/>
                </a:lnTo>
                <a:lnTo>
                  <a:pt x="1342478" y="156320"/>
                </a:lnTo>
                <a:lnTo>
                  <a:pt x="1342072" y="156642"/>
                </a:lnTo>
                <a:lnTo>
                  <a:pt x="1341647" y="156959"/>
                </a:lnTo>
                <a:lnTo>
                  <a:pt x="1341202" y="157270"/>
                </a:lnTo>
                <a:lnTo>
                  <a:pt x="1340737" y="157576"/>
                </a:lnTo>
                <a:lnTo>
                  <a:pt x="1340249" y="157873"/>
                </a:lnTo>
                <a:lnTo>
                  <a:pt x="1339731" y="158158"/>
                </a:lnTo>
                <a:lnTo>
                  <a:pt x="1339186" y="158430"/>
                </a:lnTo>
                <a:lnTo>
                  <a:pt x="1338612" y="158689"/>
                </a:lnTo>
                <a:lnTo>
                  <a:pt x="1338010" y="158935"/>
                </a:lnTo>
                <a:lnTo>
                  <a:pt x="1337379" y="159169"/>
                </a:lnTo>
                <a:lnTo>
                  <a:pt x="1336720" y="159390"/>
                </a:lnTo>
                <a:lnTo>
                  <a:pt x="1336032" y="159599"/>
                </a:lnTo>
                <a:lnTo>
                  <a:pt x="1335316" y="159795"/>
                </a:lnTo>
                <a:lnTo>
                  <a:pt x="1334572" y="159978"/>
                </a:lnTo>
                <a:lnTo>
                  <a:pt x="1333799" y="160149"/>
                </a:lnTo>
                <a:lnTo>
                  <a:pt x="1332998" y="160307"/>
                </a:lnTo>
                <a:lnTo>
                  <a:pt x="1332168" y="160452"/>
                </a:lnTo>
                <a:lnTo>
                  <a:pt x="1331310" y="160585"/>
                </a:lnTo>
                <a:lnTo>
                  <a:pt x="1330424" y="160705"/>
                </a:lnTo>
                <a:lnTo>
                  <a:pt x="1329509" y="160812"/>
                </a:lnTo>
                <a:lnTo>
                  <a:pt x="1328566" y="160907"/>
                </a:lnTo>
                <a:lnTo>
                  <a:pt x="1327594" y="160989"/>
                </a:lnTo>
                <a:lnTo>
                  <a:pt x="1326594" y="161059"/>
                </a:lnTo>
                <a:lnTo>
                  <a:pt x="1325565" y="161115"/>
                </a:lnTo>
                <a:lnTo>
                  <a:pt x="1324509" y="161160"/>
                </a:lnTo>
                <a:lnTo>
                  <a:pt x="1323423" y="161191"/>
                </a:lnTo>
                <a:lnTo>
                  <a:pt x="1322310" y="161210"/>
                </a:lnTo>
                <a:lnTo>
                  <a:pt x="1321168" y="161217"/>
                </a:lnTo>
                <a:lnTo>
                  <a:pt x="1320170" y="161210"/>
                </a:lnTo>
                <a:lnTo>
                  <a:pt x="1319195" y="161191"/>
                </a:lnTo>
                <a:lnTo>
                  <a:pt x="1318244" y="161158"/>
                </a:lnTo>
                <a:lnTo>
                  <a:pt x="1317317" y="161113"/>
                </a:lnTo>
                <a:lnTo>
                  <a:pt x="1316412" y="161054"/>
                </a:lnTo>
                <a:close/>
                <a:moveTo>
                  <a:pt x="1070160" y="69918"/>
                </a:moveTo>
                <a:lnTo>
                  <a:pt x="1070535" y="69468"/>
                </a:lnTo>
                <a:lnTo>
                  <a:pt x="1070916" y="69024"/>
                </a:lnTo>
                <a:lnTo>
                  <a:pt x="1071302" y="68585"/>
                </a:lnTo>
                <a:lnTo>
                  <a:pt x="1071693" y="68152"/>
                </a:lnTo>
                <a:lnTo>
                  <a:pt x="1072089" y="67725"/>
                </a:lnTo>
                <a:lnTo>
                  <a:pt x="1072491" y="67304"/>
                </a:lnTo>
                <a:lnTo>
                  <a:pt x="1072897" y="66889"/>
                </a:lnTo>
                <a:lnTo>
                  <a:pt x="1073309" y="66480"/>
                </a:lnTo>
                <a:lnTo>
                  <a:pt x="1073726" y="66076"/>
                </a:lnTo>
                <a:lnTo>
                  <a:pt x="1074149" y="65679"/>
                </a:lnTo>
                <a:lnTo>
                  <a:pt x="1074576" y="65287"/>
                </a:lnTo>
                <a:lnTo>
                  <a:pt x="1075009" y="64901"/>
                </a:lnTo>
                <a:lnTo>
                  <a:pt x="1075447" y="64521"/>
                </a:lnTo>
                <a:lnTo>
                  <a:pt x="1075890" y="64146"/>
                </a:lnTo>
                <a:lnTo>
                  <a:pt x="1076339" y="63778"/>
                </a:lnTo>
                <a:lnTo>
                  <a:pt x="1076792" y="63415"/>
                </a:lnTo>
                <a:lnTo>
                  <a:pt x="1077251" y="63058"/>
                </a:lnTo>
                <a:lnTo>
                  <a:pt x="1077715" y="62708"/>
                </a:lnTo>
                <a:lnTo>
                  <a:pt x="1078185" y="62362"/>
                </a:lnTo>
                <a:lnTo>
                  <a:pt x="1078659" y="62023"/>
                </a:lnTo>
                <a:lnTo>
                  <a:pt x="1079139" y="61690"/>
                </a:lnTo>
                <a:lnTo>
                  <a:pt x="1079624" y="61362"/>
                </a:lnTo>
                <a:lnTo>
                  <a:pt x="1080115" y="61044"/>
                </a:lnTo>
                <a:lnTo>
                  <a:pt x="1080615" y="60740"/>
                </a:lnTo>
                <a:lnTo>
                  <a:pt x="1081123" y="60449"/>
                </a:lnTo>
                <a:lnTo>
                  <a:pt x="1081638" y="60172"/>
                </a:lnTo>
                <a:lnTo>
                  <a:pt x="1082162" y="59908"/>
                </a:lnTo>
                <a:lnTo>
                  <a:pt x="1082694" y="59658"/>
                </a:lnTo>
                <a:lnTo>
                  <a:pt x="1083234" y="59421"/>
                </a:lnTo>
                <a:lnTo>
                  <a:pt x="1083783" y="59198"/>
                </a:lnTo>
                <a:lnTo>
                  <a:pt x="1084339" y="58988"/>
                </a:lnTo>
                <a:lnTo>
                  <a:pt x="1084903" y="58792"/>
                </a:lnTo>
                <a:lnTo>
                  <a:pt x="1085476" y="58609"/>
                </a:lnTo>
                <a:lnTo>
                  <a:pt x="1086056" y="58440"/>
                </a:lnTo>
                <a:lnTo>
                  <a:pt x="1086645" y="58285"/>
                </a:lnTo>
                <a:lnTo>
                  <a:pt x="1087242" y="58143"/>
                </a:lnTo>
                <a:lnTo>
                  <a:pt x="1087846" y="58014"/>
                </a:lnTo>
                <a:lnTo>
                  <a:pt x="1088459" y="57899"/>
                </a:lnTo>
                <a:lnTo>
                  <a:pt x="1089080" y="57798"/>
                </a:lnTo>
                <a:lnTo>
                  <a:pt x="1089709" y="57710"/>
                </a:lnTo>
                <a:lnTo>
                  <a:pt x="1090347" y="57635"/>
                </a:lnTo>
                <a:lnTo>
                  <a:pt x="1090992" y="57575"/>
                </a:lnTo>
                <a:lnTo>
                  <a:pt x="1091645" y="57527"/>
                </a:lnTo>
                <a:lnTo>
                  <a:pt x="1092307" y="57493"/>
                </a:lnTo>
                <a:lnTo>
                  <a:pt x="1092976" y="57473"/>
                </a:lnTo>
                <a:lnTo>
                  <a:pt x="1093654" y="57466"/>
                </a:lnTo>
                <a:lnTo>
                  <a:pt x="1094107" y="57470"/>
                </a:lnTo>
                <a:lnTo>
                  <a:pt x="1094554" y="57482"/>
                </a:lnTo>
                <a:lnTo>
                  <a:pt x="1094993" y="57503"/>
                </a:lnTo>
                <a:lnTo>
                  <a:pt x="1095424" y="57531"/>
                </a:lnTo>
                <a:lnTo>
                  <a:pt x="1095848" y="57567"/>
                </a:lnTo>
                <a:lnTo>
                  <a:pt x="1096265" y="57611"/>
                </a:lnTo>
                <a:lnTo>
                  <a:pt x="1096674" y="57663"/>
                </a:lnTo>
                <a:lnTo>
                  <a:pt x="1097076" y="57724"/>
                </a:lnTo>
                <a:lnTo>
                  <a:pt x="1097471" y="57792"/>
                </a:lnTo>
                <a:lnTo>
                  <a:pt x="1097858" y="57869"/>
                </a:lnTo>
                <a:lnTo>
                  <a:pt x="1098238" y="57953"/>
                </a:lnTo>
                <a:lnTo>
                  <a:pt x="1098611" y="58046"/>
                </a:lnTo>
                <a:lnTo>
                  <a:pt x="1098976" y="58146"/>
                </a:lnTo>
                <a:lnTo>
                  <a:pt x="1099334" y="58255"/>
                </a:lnTo>
                <a:lnTo>
                  <a:pt x="1099684" y="58371"/>
                </a:lnTo>
                <a:lnTo>
                  <a:pt x="1100027" y="58496"/>
                </a:lnTo>
                <a:lnTo>
                  <a:pt x="1100363" y="58629"/>
                </a:lnTo>
                <a:lnTo>
                  <a:pt x="1100691" y="58770"/>
                </a:lnTo>
                <a:lnTo>
                  <a:pt x="1101012" y="58918"/>
                </a:lnTo>
                <a:lnTo>
                  <a:pt x="1101326" y="59075"/>
                </a:lnTo>
                <a:lnTo>
                  <a:pt x="1101632" y="59240"/>
                </a:lnTo>
                <a:lnTo>
                  <a:pt x="1101931" y="59413"/>
                </a:lnTo>
                <a:lnTo>
                  <a:pt x="1102223" y="59594"/>
                </a:lnTo>
                <a:lnTo>
                  <a:pt x="1102507" y="59783"/>
                </a:lnTo>
                <a:lnTo>
                  <a:pt x="1102784" y="59980"/>
                </a:lnTo>
                <a:lnTo>
                  <a:pt x="1103055" y="60182"/>
                </a:lnTo>
                <a:lnTo>
                  <a:pt x="1103320" y="60392"/>
                </a:lnTo>
                <a:lnTo>
                  <a:pt x="1103578" y="60608"/>
                </a:lnTo>
                <a:lnTo>
                  <a:pt x="1103830" y="60831"/>
                </a:lnTo>
                <a:lnTo>
                  <a:pt x="1104076" y="61060"/>
                </a:lnTo>
                <a:lnTo>
                  <a:pt x="1104316" y="61296"/>
                </a:lnTo>
                <a:lnTo>
                  <a:pt x="1104549" y="61538"/>
                </a:lnTo>
                <a:lnTo>
                  <a:pt x="1104776" y="61787"/>
                </a:lnTo>
                <a:lnTo>
                  <a:pt x="1104996" y="62042"/>
                </a:lnTo>
                <a:lnTo>
                  <a:pt x="1105211" y="62305"/>
                </a:lnTo>
                <a:lnTo>
                  <a:pt x="1105419" y="62573"/>
                </a:lnTo>
                <a:lnTo>
                  <a:pt x="1105621" y="62848"/>
                </a:lnTo>
                <a:lnTo>
                  <a:pt x="1105816" y="63130"/>
                </a:lnTo>
                <a:lnTo>
                  <a:pt x="1106005" y="63419"/>
                </a:lnTo>
                <a:lnTo>
                  <a:pt x="1106188" y="63714"/>
                </a:lnTo>
                <a:lnTo>
                  <a:pt x="1106365" y="64015"/>
                </a:lnTo>
                <a:lnTo>
                  <a:pt x="1106535" y="64323"/>
                </a:lnTo>
                <a:lnTo>
                  <a:pt x="1106699" y="64638"/>
                </a:lnTo>
                <a:lnTo>
                  <a:pt x="1106857" y="64959"/>
                </a:lnTo>
                <a:lnTo>
                  <a:pt x="1107008" y="65287"/>
                </a:lnTo>
                <a:lnTo>
                  <a:pt x="1107154" y="65621"/>
                </a:lnTo>
                <a:lnTo>
                  <a:pt x="1107292" y="65962"/>
                </a:lnTo>
                <a:lnTo>
                  <a:pt x="1107425" y="66310"/>
                </a:lnTo>
                <a:lnTo>
                  <a:pt x="1107552" y="66663"/>
                </a:lnTo>
                <a:lnTo>
                  <a:pt x="1107673" y="67021"/>
                </a:lnTo>
                <a:lnTo>
                  <a:pt x="1107789" y="67383"/>
                </a:lnTo>
                <a:lnTo>
                  <a:pt x="1107900" y="67751"/>
                </a:lnTo>
                <a:lnTo>
                  <a:pt x="1108005" y="68123"/>
                </a:lnTo>
                <a:lnTo>
                  <a:pt x="1108104" y="68500"/>
                </a:lnTo>
                <a:lnTo>
                  <a:pt x="1108199" y="68882"/>
                </a:lnTo>
                <a:lnTo>
                  <a:pt x="1108288" y="69269"/>
                </a:lnTo>
                <a:lnTo>
                  <a:pt x="1108371" y="69660"/>
                </a:lnTo>
                <a:lnTo>
                  <a:pt x="1108450" y="70056"/>
                </a:lnTo>
                <a:lnTo>
                  <a:pt x="1108522" y="70457"/>
                </a:lnTo>
                <a:lnTo>
                  <a:pt x="1108590" y="70862"/>
                </a:lnTo>
                <a:lnTo>
                  <a:pt x="1108652" y="71273"/>
                </a:lnTo>
                <a:lnTo>
                  <a:pt x="1108708" y="71688"/>
                </a:lnTo>
                <a:lnTo>
                  <a:pt x="1108760" y="72108"/>
                </a:lnTo>
                <a:lnTo>
                  <a:pt x="1108806" y="72532"/>
                </a:lnTo>
                <a:lnTo>
                  <a:pt x="1108846" y="72962"/>
                </a:lnTo>
                <a:lnTo>
                  <a:pt x="1108881" y="73396"/>
                </a:lnTo>
                <a:lnTo>
                  <a:pt x="1108911" y="73835"/>
                </a:lnTo>
                <a:lnTo>
                  <a:pt x="1108935" y="74279"/>
                </a:lnTo>
                <a:lnTo>
                  <a:pt x="1108954" y="74727"/>
                </a:lnTo>
                <a:lnTo>
                  <a:pt x="1108967" y="75180"/>
                </a:lnTo>
                <a:lnTo>
                  <a:pt x="1108975" y="75638"/>
                </a:lnTo>
                <a:lnTo>
                  <a:pt x="1108978" y="76101"/>
                </a:lnTo>
                <a:lnTo>
                  <a:pt x="1108978" y="139369"/>
                </a:lnTo>
                <a:lnTo>
                  <a:pt x="1136210" y="139369"/>
                </a:lnTo>
                <a:lnTo>
                  <a:pt x="1136210" y="72755"/>
                </a:lnTo>
                <a:lnTo>
                  <a:pt x="1136195" y="71249"/>
                </a:lnTo>
                <a:lnTo>
                  <a:pt x="1136151" y="69774"/>
                </a:lnTo>
                <a:lnTo>
                  <a:pt x="1136077" y="68329"/>
                </a:lnTo>
                <a:lnTo>
                  <a:pt x="1135974" y="66914"/>
                </a:lnTo>
                <a:lnTo>
                  <a:pt x="1135841" y="65530"/>
                </a:lnTo>
                <a:lnTo>
                  <a:pt x="1135679" y="64176"/>
                </a:lnTo>
                <a:lnTo>
                  <a:pt x="1135488" y="62853"/>
                </a:lnTo>
                <a:lnTo>
                  <a:pt x="1135267" y="61560"/>
                </a:lnTo>
                <a:lnTo>
                  <a:pt x="1135016" y="60297"/>
                </a:lnTo>
                <a:lnTo>
                  <a:pt x="1134736" y="59065"/>
                </a:lnTo>
                <a:lnTo>
                  <a:pt x="1134426" y="57864"/>
                </a:lnTo>
                <a:lnTo>
                  <a:pt x="1134087" y="56692"/>
                </a:lnTo>
                <a:lnTo>
                  <a:pt x="1133719" y="55551"/>
                </a:lnTo>
                <a:lnTo>
                  <a:pt x="1133321" y="54441"/>
                </a:lnTo>
                <a:lnTo>
                  <a:pt x="1132893" y="53361"/>
                </a:lnTo>
                <a:lnTo>
                  <a:pt x="1132436" y="52311"/>
                </a:lnTo>
                <a:lnTo>
                  <a:pt x="1131950" y="51292"/>
                </a:lnTo>
                <a:lnTo>
                  <a:pt x="1131434" y="50303"/>
                </a:lnTo>
                <a:lnTo>
                  <a:pt x="1130889" y="49345"/>
                </a:lnTo>
                <a:lnTo>
                  <a:pt x="1130314" y="48417"/>
                </a:lnTo>
                <a:lnTo>
                  <a:pt x="1129709" y="47519"/>
                </a:lnTo>
                <a:lnTo>
                  <a:pt x="1129076" y="46652"/>
                </a:lnTo>
                <a:lnTo>
                  <a:pt x="1128412" y="45815"/>
                </a:lnTo>
                <a:lnTo>
                  <a:pt x="1127719" y="45009"/>
                </a:lnTo>
                <a:lnTo>
                  <a:pt x="1127000" y="44234"/>
                </a:lnTo>
                <a:lnTo>
                  <a:pt x="1126256" y="43493"/>
                </a:lnTo>
                <a:lnTo>
                  <a:pt x="1125488" y="42784"/>
                </a:lnTo>
                <a:lnTo>
                  <a:pt x="1124697" y="42108"/>
                </a:lnTo>
                <a:lnTo>
                  <a:pt x="1123881" y="41465"/>
                </a:lnTo>
                <a:lnTo>
                  <a:pt x="1123041" y="40855"/>
                </a:lnTo>
                <a:lnTo>
                  <a:pt x="1122176" y="40279"/>
                </a:lnTo>
                <a:lnTo>
                  <a:pt x="1121288" y="39735"/>
                </a:lnTo>
                <a:lnTo>
                  <a:pt x="1120376" y="39224"/>
                </a:lnTo>
                <a:lnTo>
                  <a:pt x="1119440" y="38746"/>
                </a:lnTo>
                <a:lnTo>
                  <a:pt x="1118479" y="38301"/>
                </a:lnTo>
                <a:lnTo>
                  <a:pt x="1117495" y="37889"/>
                </a:lnTo>
                <a:lnTo>
                  <a:pt x="1116486" y="37510"/>
                </a:lnTo>
                <a:lnTo>
                  <a:pt x="1115453" y="37163"/>
                </a:lnTo>
                <a:lnTo>
                  <a:pt x="1114396" y="36850"/>
                </a:lnTo>
                <a:lnTo>
                  <a:pt x="1113315" y="36570"/>
                </a:lnTo>
                <a:lnTo>
                  <a:pt x="1112210" y="36323"/>
                </a:lnTo>
                <a:lnTo>
                  <a:pt x="1111081" y="36109"/>
                </a:lnTo>
                <a:lnTo>
                  <a:pt x="1109928" y="35927"/>
                </a:lnTo>
                <a:lnTo>
                  <a:pt x="1108751" y="35779"/>
                </a:lnTo>
                <a:lnTo>
                  <a:pt x="1107550" y="35664"/>
                </a:lnTo>
                <a:lnTo>
                  <a:pt x="1106324" y="35581"/>
                </a:lnTo>
                <a:lnTo>
                  <a:pt x="1105075" y="35532"/>
                </a:lnTo>
                <a:lnTo>
                  <a:pt x="1103801" y="35515"/>
                </a:lnTo>
                <a:lnTo>
                  <a:pt x="1102705" y="35524"/>
                </a:lnTo>
                <a:lnTo>
                  <a:pt x="1101627" y="35550"/>
                </a:lnTo>
                <a:lnTo>
                  <a:pt x="1100565" y="35594"/>
                </a:lnTo>
                <a:lnTo>
                  <a:pt x="1099521" y="35655"/>
                </a:lnTo>
                <a:lnTo>
                  <a:pt x="1098494" y="35733"/>
                </a:lnTo>
                <a:lnTo>
                  <a:pt x="1097485" y="35829"/>
                </a:lnTo>
                <a:lnTo>
                  <a:pt x="1096493" y="35942"/>
                </a:lnTo>
                <a:lnTo>
                  <a:pt x="1095518" y="36073"/>
                </a:lnTo>
                <a:lnTo>
                  <a:pt x="1094560" y="36221"/>
                </a:lnTo>
                <a:lnTo>
                  <a:pt x="1093619" y="36387"/>
                </a:lnTo>
                <a:lnTo>
                  <a:pt x="1092696" y="36570"/>
                </a:lnTo>
                <a:lnTo>
                  <a:pt x="1091790" y="36771"/>
                </a:lnTo>
                <a:lnTo>
                  <a:pt x="1090901" y="36989"/>
                </a:lnTo>
                <a:lnTo>
                  <a:pt x="1090030" y="37224"/>
                </a:lnTo>
                <a:lnTo>
                  <a:pt x="1089175" y="37477"/>
                </a:lnTo>
                <a:lnTo>
                  <a:pt x="1088339" y="37747"/>
                </a:lnTo>
                <a:lnTo>
                  <a:pt x="1087519" y="38035"/>
                </a:lnTo>
                <a:lnTo>
                  <a:pt x="1086716" y="38340"/>
                </a:lnTo>
                <a:lnTo>
                  <a:pt x="1085931" y="38663"/>
                </a:lnTo>
                <a:lnTo>
                  <a:pt x="1085163" y="39003"/>
                </a:lnTo>
                <a:lnTo>
                  <a:pt x="1084413" y="39360"/>
                </a:lnTo>
                <a:lnTo>
                  <a:pt x="1083679" y="39735"/>
                </a:lnTo>
                <a:lnTo>
                  <a:pt x="1082963" y="40127"/>
                </a:lnTo>
                <a:lnTo>
                  <a:pt x="1082264" y="40537"/>
                </a:lnTo>
                <a:lnTo>
                  <a:pt x="1081579" y="40958"/>
                </a:lnTo>
                <a:lnTo>
                  <a:pt x="1080906" y="41385"/>
                </a:lnTo>
                <a:lnTo>
                  <a:pt x="1080243" y="41816"/>
                </a:lnTo>
                <a:lnTo>
                  <a:pt x="1079592" y="42253"/>
                </a:lnTo>
                <a:lnTo>
                  <a:pt x="1078952" y="42695"/>
                </a:lnTo>
                <a:lnTo>
                  <a:pt x="1078323" y="43142"/>
                </a:lnTo>
                <a:lnTo>
                  <a:pt x="1077705" y="43594"/>
                </a:lnTo>
                <a:lnTo>
                  <a:pt x="1077098" y="44052"/>
                </a:lnTo>
                <a:lnTo>
                  <a:pt x="1076503" y="44515"/>
                </a:lnTo>
                <a:lnTo>
                  <a:pt x="1075918" y="44983"/>
                </a:lnTo>
                <a:lnTo>
                  <a:pt x="1075345" y="45456"/>
                </a:lnTo>
                <a:lnTo>
                  <a:pt x="1074783" y="45934"/>
                </a:lnTo>
                <a:lnTo>
                  <a:pt x="1074232" y="46418"/>
                </a:lnTo>
                <a:lnTo>
                  <a:pt x="1073692" y="46907"/>
                </a:lnTo>
                <a:lnTo>
                  <a:pt x="1073164" y="47401"/>
                </a:lnTo>
                <a:lnTo>
                  <a:pt x="1072646" y="47900"/>
                </a:lnTo>
                <a:lnTo>
                  <a:pt x="1072140" y="48405"/>
                </a:lnTo>
                <a:lnTo>
                  <a:pt x="1071644" y="48914"/>
                </a:lnTo>
                <a:lnTo>
                  <a:pt x="1071160" y="49429"/>
                </a:lnTo>
                <a:lnTo>
                  <a:pt x="1070687" y="49949"/>
                </a:lnTo>
                <a:lnTo>
                  <a:pt x="1070225" y="50475"/>
                </a:lnTo>
                <a:lnTo>
                  <a:pt x="1069775" y="51005"/>
                </a:lnTo>
                <a:lnTo>
                  <a:pt x="1069335" y="51541"/>
                </a:lnTo>
                <a:lnTo>
                  <a:pt x="1068907" y="52082"/>
                </a:lnTo>
                <a:lnTo>
                  <a:pt x="1068389" y="37068"/>
                </a:lnTo>
                <a:lnTo>
                  <a:pt x="1041986" y="37068"/>
                </a:lnTo>
                <a:lnTo>
                  <a:pt x="1041986" y="139369"/>
                </a:lnTo>
                <a:lnTo>
                  <a:pt x="1069425" y="139369"/>
                </a:lnTo>
                <a:lnTo>
                  <a:pt x="1069425" y="70836"/>
                </a:lnTo>
                <a:lnTo>
                  <a:pt x="1069790" y="70374"/>
                </a:lnTo>
                <a:lnTo>
                  <a:pt x="1070160" y="69918"/>
                </a:lnTo>
                <a:close/>
                <a:moveTo>
                  <a:pt x="1534252" y="69786"/>
                </a:moveTo>
                <a:lnTo>
                  <a:pt x="1534543" y="69416"/>
                </a:lnTo>
                <a:lnTo>
                  <a:pt x="1534838" y="69053"/>
                </a:lnTo>
                <a:lnTo>
                  <a:pt x="1535138" y="68697"/>
                </a:lnTo>
                <a:lnTo>
                  <a:pt x="1535442" y="68348"/>
                </a:lnTo>
                <a:lnTo>
                  <a:pt x="1535751" y="68006"/>
                </a:lnTo>
                <a:lnTo>
                  <a:pt x="1536064" y="67671"/>
                </a:lnTo>
                <a:lnTo>
                  <a:pt x="1536381" y="67344"/>
                </a:lnTo>
                <a:lnTo>
                  <a:pt x="1536702" y="67023"/>
                </a:lnTo>
                <a:lnTo>
                  <a:pt x="1537028" y="66710"/>
                </a:lnTo>
                <a:lnTo>
                  <a:pt x="1537358" y="66404"/>
                </a:lnTo>
                <a:lnTo>
                  <a:pt x="1537692" y="66105"/>
                </a:lnTo>
                <a:lnTo>
                  <a:pt x="1538031" y="65813"/>
                </a:lnTo>
                <a:lnTo>
                  <a:pt x="1538374" y="65528"/>
                </a:lnTo>
                <a:lnTo>
                  <a:pt x="1538721" y="65251"/>
                </a:lnTo>
                <a:lnTo>
                  <a:pt x="1539073" y="64980"/>
                </a:lnTo>
                <a:lnTo>
                  <a:pt x="1539429" y="64717"/>
                </a:lnTo>
                <a:lnTo>
                  <a:pt x="1539789" y="64461"/>
                </a:lnTo>
                <a:lnTo>
                  <a:pt x="1540153" y="64212"/>
                </a:lnTo>
                <a:lnTo>
                  <a:pt x="1540522" y="63970"/>
                </a:lnTo>
                <a:lnTo>
                  <a:pt x="1540896" y="63735"/>
                </a:lnTo>
                <a:lnTo>
                  <a:pt x="1541273" y="63508"/>
                </a:lnTo>
                <a:lnTo>
                  <a:pt x="1541655" y="63286"/>
                </a:lnTo>
                <a:lnTo>
                  <a:pt x="1542040" y="63070"/>
                </a:lnTo>
                <a:lnTo>
                  <a:pt x="1542428" y="62860"/>
                </a:lnTo>
                <a:lnTo>
                  <a:pt x="1542820" y="62655"/>
                </a:lnTo>
                <a:lnTo>
                  <a:pt x="1543216" y="62456"/>
                </a:lnTo>
                <a:lnTo>
                  <a:pt x="1543616" y="62262"/>
                </a:lnTo>
                <a:lnTo>
                  <a:pt x="1544019" y="62074"/>
                </a:lnTo>
                <a:lnTo>
                  <a:pt x="1544425" y="61891"/>
                </a:lnTo>
                <a:lnTo>
                  <a:pt x="1544836" y="61713"/>
                </a:lnTo>
                <a:lnTo>
                  <a:pt x="1545249" y="61541"/>
                </a:lnTo>
                <a:lnTo>
                  <a:pt x="1545667" y="61375"/>
                </a:lnTo>
                <a:lnTo>
                  <a:pt x="1546088" y="61214"/>
                </a:lnTo>
                <a:lnTo>
                  <a:pt x="1546512" y="61059"/>
                </a:lnTo>
                <a:lnTo>
                  <a:pt x="1546941" y="60909"/>
                </a:lnTo>
                <a:lnTo>
                  <a:pt x="1547372" y="60764"/>
                </a:lnTo>
                <a:lnTo>
                  <a:pt x="1547808" y="60626"/>
                </a:lnTo>
                <a:lnTo>
                  <a:pt x="1548247" y="60492"/>
                </a:lnTo>
                <a:lnTo>
                  <a:pt x="1548689" y="60364"/>
                </a:lnTo>
                <a:lnTo>
                  <a:pt x="1549135" y="60242"/>
                </a:lnTo>
                <a:lnTo>
                  <a:pt x="1549585" y="60125"/>
                </a:lnTo>
                <a:lnTo>
                  <a:pt x="1550039" y="60013"/>
                </a:lnTo>
                <a:lnTo>
                  <a:pt x="1550496" y="59907"/>
                </a:lnTo>
                <a:lnTo>
                  <a:pt x="1550956" y="59807"/>
                </a:lnTo>
                <a:lnTo>
                  <a:pt x="1551420" y="59712"/>
                </a:lnTo>
                <a:lnTo>
                  <a:pt x="1551887" y="59622"/>
                </a:lnTo>
                <a:lnTo>
                  <a:pt x="1552356" y="59535"/>
                </a:lnTo>
                <a:lnTo>
                  <a:pt x="1552826" y="59453"/>
                </a:lnTo>
                <a:lnTo>
                  <a:pt x="1553298" y="59374"/>
                </a:lnTo>
                <a:lnTo>
                  <a:pt x="1553772" y="59299"/>
                </a:lnTo>
                <a:lnTo>
                  <a:pt x="1554248" y="59228"/>
                </a:lnTo>
                <a:lnTo>
                  <a:pt x="1554726" y="59161"/>
                </a:lnTo>
                <a:lnTo>
                  <a:pt x="1555205" y="59097"/>
                </a:lnTo>
                <a:lnTo>
                  <a:pt x="1555687" y="59038"/>
                </a:lnTo>
                <a:lnTo>
                  <a:pt x="1556170" y="58982"/>
                </a:lnTo>
                <a:lnTo>
                  <a:pt x="1556654" y="58930"/>
                </a:lnTo>
                <a:lnTo>
                  <a:pt x="1557141" y="58882"/>
                </a:lnTo>
                <a:lnTo>
                  <a:pt x="1557629" y="58838"/>
                </a:lnTo>
                <a:lnTo>
                  <a:pt x="1558120" y="58798"/>
                </a:lnTo>
                <a:lnTo>
                  <a:pt x="1558612" y="58761"/>
                </a:lnTo>
                <a:lnTo>
                  <a:pt x="1559105" y="58728"/>
                </a:lnTo>
                <a:lnTo>
                  <a:pt x="1559601" y="58700"/>
                </a:lnTo>
                <a:lnTo>
                  <a:pt x="1560098" y="58675"/>
                </a:lnTo>
                <a:lnTo>
                  <a:pt x="1560598" y="58653"/>
                </a:lnTo>
                <a:lnTo>
                  <a:pt x="1561099" y="58636"/>
                </a:lnTo>
                <a:lnTo>
                  <a:pt x="1561601" y="58623"/>
                </a:lnTo>
                <a:lnTo>
                  <a:pt x="1562106" y="58613"/>
                </a:lnTo>
                <a:lnTo>
                  <a:pt x="1562612" y="58607"/>
                </a:lnTo>
                <a:lnTo>
                  <a:pt x="1563121" y="58605"/>
                </a:lnTo>
                <a:lnTo>
                  <a:pt x="1565709" y="58605"/>
                </a:lnTo>
                <a:lnTo>
                  <a:pt x="1565709" y="35515"/>
                </a:lnTo>
                <a:lnTo>
                  <a:pt x="1563638" y="35515"/>
                </a:lnTo>
                <a:lnTo>
                  <a:pt x="1562712" y="35524"/>
                </a:lnTo>
                <a:lnTo>
                  <a:pt x="1561798" y="35549"/>
                </a:lnTo>
                <a:lnTo>
                  <a:pt x="1560894" y="35591"/>
                </a:lnTo>
                <a:lnTo>
                  <a:pt x="1560003" y="35650"/>
                </a:lnTo>
                <a:lnTo>
                  <a:pt x="1559123" y="35727"/>
                </a:lnTo>
                <a:lnTo>
                  <a:pt x="1558254" y="35819"/>
                </a:lnTo>
                <a:lnTo>
                  <a:pt x="1557397" y="35929"/>
                </a:lnTo>
                <a:lnTo>
                  <a:pt x="1556551" y="36056"/>
                </a:lnTo>
                <a:lnTo>
                  <a:pt x="1555717" y="36200"/>
                </a:lnTo>
                <a:lnTo>
                  <a:pt x="1554895" y="36360"/>
                </a:lnTo>
                <a:lnTo>
                  <a:pt x="1554084" y="36538"/>
                </a:lnTo>
                <a:lnTo>
                  <a:pt x="1553284" y="36732"/>
                </a:lnTo>
                <a:lnTo>
                  <a:pt x="1552496" y="36943"/>
                </a:lnTo>
                <a:lnTo>
                  <a:pt x="1551719" y="37171"/>
                </a:lnTo>
                <a:lnTo>
                  <a:pt x="1550954" y="37416"/>
                </a:lnTo>
                <a:lnTo>
                  <a:pt x="1550201" y="37678"/>
                </a:lnTo>
                <a:lnTo>
                  <a:pt x="1549459" y="37957"/>
                </a:lnTo>
                <a:lnTo>
                  <a:pt x="1548728" y="38253"/>
                </a:lnTo>
                <a:lnTo>
                  <a:pt x="1548009" y="38565"/>
                </a:lnTo>
                <a:lnTo>
                  <a:pt x="1547302" y="38895"/>
                </a:lnTo>
                <a:lnTo>
                  <a:pt x="1546606" y="39241"/>
                </a:lnTo>
                <a:lnTo>
                  <a:pt x="1545921" y="39605"/>
                </a:lnTo>
                <a:lnTo>
                  <a:pt x="1545248" y="39985"/>
                </a:lnTo>
                <a:lnTo>
                  <a:pt x="1544586" y="40382"/>
                </a:lnTo>
                <a:lnTo>
                  <a:pt x="1543937" y="40795"/>
                </a:lnTo>
                <a:lnTo>
                  <a:pt x="1543302" y="41222"/>
                </a:lnTo>
                <a:lnTo>
                  <a:pt x="1542681" y="41665"/>
                </a:lnTo>
                <a:lnTo>
                  <a:pt x="1542073" y="42122"/>
                </a:lnTo>
                <a:lnTo>
                  <a:pt x="1541478" y="42594"/>
                </a:lnTo>
                <a:lnTo>
                  <a:pt x="1540898" y="43080"/>
                </a:lnTo>
                <a:lnTo>
                  <a:pt x="1540331" y="43582"/>
                </a:lnTo>
                <a:lnTo>
                  <a:pt x="1539777" y="44098"/>
                </a:lnTo>
                <a:lnTo>
                  <a:pt x="1539238" y="44629"/>
                </a:lnTo>
                <a:lnTo>
                  <a:pt x="1538712" y="45174"/>
                </a:lnTo>
                <a:lnTo>
                  <a:pt x="1538199" y="45735"/>
                </a:lnTo>
                <a:lnTo>
                  <a:pt x="1537701" y="46310"/>
                </a:lnTo>
                <a:lnTo>
                  <a:pt x="1537216" y="46899"/>
                </a:lnTo>
                <a:lnTo>
                  <a:pt x="1536744" y="47504"/>
                </a:lnTo>
                <a:lnTo>
                  <a:pt x="1536287" y="48123"/>
                </a:lnTo>
                <a:lnTo>
                  <a:pt x="1535843" y="48757"/>
                </a:lnTo>
                <a:lnTo>
                  <a:pt x="1535412" y="49406"/>
                </a:lnTo>
                <a:lnTo>
                  <a:pt x="1534996" y="50070"/>
                </a:lnTo>
                <a:lnTo>
                  <a:pt x="1534593" y="50748"/>
                </a:lnTo>
                <a:lnTo>
                  <a:pt x="1534203" y="51441"/>
                </a:lnTo>
                <a:lnTo>
                  <a:pt x="1533828" y="52149"/>
                </a:lnTo>
                <a:lnTo>
                  <a:pt x="1533466" y="52871"/>
                </a:lnTo>
                <a:lnTo>
                  <a:pt x="1533117" y="53608"/>
                </a:lnTo>
                <a:lnTo>
                  <a:pt x="1532783" y="54360"/>
                </a:lnTo>
                <a:lnTo>
                  <a:pt x="1532265" y="37068"/>
                </a:lnTo>
                <a:lnTo>
                  <a:pt x="1505965" y="37068"/>
                </a:lnTo>
                <a:lnTo>
                  <a:pt x="1505965" y="139369"/>
                </a:lnTo>
                <a:lnTo>
                  <a:pt x="1533404" y="139369"/>
                </a:lnTo>
                <a:lnTo>
                  <a:pt x="1533404" y="70940"/>
                </a:lnTo>
                <a:lnTo>
                  <a:pt x="1533682" y="70548"/>
                </a:lnTo>
                <a:lnTo>
                  <a:pt x="1533965" y="70164"/>
                </a:lnTo>
                <a:lnTo>
                  <a:pt x="1534252" y="69786"/>
                </a:lnTo>
                <a:close/>
                <a:moveTo>
                  <a:pt x="956978" y="141069"/>
                </a:moveTo>
                <a:lnTo>
                  <a:pt x="957851" y="140997"/>
                </a:lnTo>
                <a:lnTo>
                  <a:pt x="958716" y="140911"/>
                </a:lnTo>
                <a:lnTo>
                  <a:pt x="959572" y="140813"/>
                </a:lnTo>
                <a:lnTo>
                  <a:pt x="960419" y="140701"/>
                </a:lnTo>
                <a:lnTo>
                  <a:pt x="961257" y="140577"/>
                </a:lnTo>
                <a:lnTo>
                  <a:pt x="962086" y="140439"/>
                </a:lnTo>
                <a:lnTo>
                  <a:pt x="962906" y="140288"/>
                </a:lnTo>
                <a:lnTo>
                  <a:pt x="963716" y="140124"/>
                </a:lnTo>
                <a:lnTo>
                  <a:pt x="964518" y="139947"/>
                </a:lnTo>
                <a:lnTo>
                  <a:pt x="965311" y="139756"/>
                </a:lnTo>
                <a:lnTo>
                  <a:pt x="966095" y="139553"/>
                </a:lnTo>
                <a:lnTo>
                  <a:pt x="966870" y="139337"/>
                </a:lnTo>
                <a:lnTo>
                  <a:pt x="967636" y="139107"/>
                </a:lnTo>
                <a:lnTo>
                  <a:pt x="968393" y="138864"/>
                </a:lnTo>
                <a:lnTo>
                  <a:pt x="969141" y="138608"/>
                </a:lnTo>
                <a:lnTo>
                  <a:pt x="969880" y="138339"/>
                </a:lnTo>
                <a:lnTo>
                  <a:pt x="970610" y="138057"/>
                </a:lnTo>
                <a:lnTo>
                  <a:pt x="971331" y="137762"/>
                </a:lnTo>
                <a:lnTo>
                  <a:pt x="972043" y="137453"/>
                </a:lnTo>
                <a:lnTo>
                  <a:pt x="972747" y="137132"/>
                </a:lnTo>
                <a:lnTo>
                  <a:pt x="973444" y="136799"/>
                </a:lnTo>
                <a:lnTo>
                  <a:pt x="974133" y="136453"/>
                </a:lnTo>
                <a:lnTo>
                  <a:pt x="974816" y="136094"/>
                </a:lnTo>
                <a:lnTo>
                  <a:pt x="975491" y="135724"/>
                </a:lnTo>
                <a:lnTo>
                  <a:pt x="976159" y="135341"/>
                </a:lnTo>
                <a:lnTo>
                  <a:pt x="976820" y="134945"/>
                </a:lnTo>
                <a:lnTo>
                  <a:pt x="977473" y="134537"/>
                </a:lnTo>
                <a:lnTo>
                  <a:pt x="978120" y="134117"/>
                </a:lnTo>
                <a:lnTo>
                  <a:pt x="978759" y="133684"/>
                </a:lnTo>
                <a:lnTo>
                  <a:pt x="979391" y="133239"/>
                </a:lnTo>
                <a:lnTo>
                  <a:pt x="980016" y="132781"/>
                </a:lnTo>
                <a:lnTo>
                  <a:pt x="980634" y="132311"/>
                </a:lnTo>
                <a:lnTo>
                  <a:pt x="981244" y="131829"/>
                </a:lnTo>
                <a:lnTo>
                  <a:pt x="981847" y="131334"/>
                </a:lnTo>
                <a:lnTo>
                  <a:pt x="982444" y="130827"/>
                </a:lnTo>
                <a:lnTo>
                  <a:pt x="983032" y="130307"/>
                </a:lnTo>
                <a:lnTo>
                  <a:pt x="983614" y="129775"/>
                </a:lnTo>
                <a:lnTo>
                  <a:pt x="984189" y="129231"/>
                </a:lnTo>
                <a:lnTo>
                  <a:pt x="984756" y="128674"/>
                </a:lnTo>
                <a:lnTo>
                  <a:pt x="985316" y="128105"/>
                </a:lnTo>
                <a:lnTo>
                  <a:pt x="985869" y="127523"/>
                </a:lnTo>
                <a:lnTo>
                  <a:pt x="986415" y="126929"/>
                </a:lnTo>
                <a:lnTo>
                  <a:pt x="986953" y="126323"/>
                </a:lnTo>
                <a:lnTo>
                  <a:pt x="987782" y="139369"/>
                </a:lnTo>
                <a:lnTo>
                  <a:pt x="1013460" y="139369"/>
                </a:lnTo>
                <a:lnTo>
                  <a:pt x="1013460" y="70726"/>
                </a:lnTo>
                <a:lnTo>
                  <a:pt x="1013455" y="69876"/>
                </a:lnTo>
                <a:lnTo>
                  <a:pt x="1013438" y="69038"/>
                </a:lnTo>
                <a:lnTo>
                  <a:pt x="1013410" y="68212"/>
                </a:lnTo>
                <a:lnTo>
                  <a:pt x="1013371" y="67398"/>
                </a:lnTo>
                <a:lnTo>
                  <a:pt x="1013321" y="66595"/>
                </a:lnTo>
                <a:lnTo>
                  <a:pt x="1013260" y="65804"/>
                </a:lnTo>
                <a:lnTo>
                  <a:pt x="1013187" y="65025"/>
                </a:lnTo>
                <a:lnTo>
                  <a:pt x="1013104" y="64258"/>
                </a:lnTo>
                <a:lnTo>
                  <a:pt x="1013009" y="63503"/>
                </a:lnTo>
                <a:lnTo>
                  <a:pt x="1012903" y="62759"/>
                </a:lnTo>
                <a:lnTo>
                  <a:pt x="1012786" y="62028"/>
                </a:lnTo>
                <a:lnTo>
                  <a:pt x="1012658" y="61308"/>
                </a:lnTo>
                <a:lnTo>
                  <a:pt x="1012519" y="60600"/>
                </a:lnTo>
                <a:lnTo>
                  <a:pt x="1012368" y="59904"/>
                </a:lnTo>
                <a:lnTo>
                  <a:pt x="1012207" y="59220"/>
                </a:lnTo>
                <a:lnTo>
                  <a:pt x="1012034" y="58547"/>
                </a:lnTo>
                <a:lnTo>
                  <a:pt x="1011850" y="57886"/>
                </a:lnTo>
                <a:lnTo>
                  <a:pt x="1011655" y="57238"/>
                </a:lnTo>
                <a:lnTo>
                  <a:pt x="1011449" y="56601"/>
                </a:lnTo>
                <a:lnTo>
                  <a:pt x="1011231" y="55976"/>
                </a:lnTo>
                <a:lnTo>
                  <a:pt x="1011003" y="55362"/>
                </a:lnTo>
                <a:lnTo>
                  <a:pt x="1010763" y="54761"/>
                </a:lnTo>
                <a:lnTo>
                  <a:pt x="1010513" y="54171"/>
                </a:lnTo>
                <a:lnTo>
                  <a:pt x="1010251" y="53593"/>
                </a:lnTo>
                <a:lnTo>
                  <a:pt x="1009979" y="53026"/>
                </a:lnTo>
                <a:lnTo>
                  <a:pt x="1009697" y="52469"/>
                </a:lnTo>
                <a:lnTo>
                  <a:pt x="1009407" y="51922"/>
                </a:lnTo>
                <a:lnTo>
                  <a:pt x="1009107" y="51385"/>
                </a:lnTo>
                <a:lnTo>
                  <a:pt x="1008799" y="50858"/>
                </a:lnTo>
                <a:lnTo>
                  <a:pt x="1008481" y="50341"/>
                </a:lnTo>
                <a:lnTo>
                  <a:pt x="1008154" y="49834"/>
                </a:lnTo>
                <a:lnTo>
                  <a:pt x="1007817" y="49336"/>
                </a:lnTo>
                <a:lnTo>
                  <a:pt x="1007472" y="48849"/>
                </a:lnTo>
                <a:lnTo>
                  <a:pt x="1007117" y="48373"/>
                </a:lnTo>
                <a:lnTo>
                  <a:pt x="1006754" y="47906"/>
                </a:lnTo>
                <a:lnTo>
                  <a:pt x="1006381" y="47449"/>
                </a:lnTo>
                <a:lnTo>
                  <a:pt x="1005999" y="47002"/>
                </a:lnTo>
                <a:lnTo>
                  <a:pt x="1005607" y="46565"/>
                </a:lnTo>
                <a:lnTo>
                  <a:pt x="1005207" y="46138"/>
                </a:lnTo>
                <a:lnTo>
                  <a:pt x="1004797" y="45721"/>
                </a:lnTo>
                <a:lnTo>
                  <a:pt x="1004379" y="45314"/>
                </a:lnTo>
                <a:lnTo>
                  <a:pt x="1003951" y="44917"/>
                </a:lnTo>
                <a:lnTo>
                  <a:pt x="1003514" y="44531"/>
                </a:lnTo>
                <a:lnTo>
                  <a:pt x="1003067" y="44154"/>
                </a:lnTo>
                <a:lnTo>
                  <a:pt x="1002612" y="43787"/>
                </a:lnTo>
                <a:lnTo>
                  <a:pt x="1002147" y="43430"/>
                </a:lnTo>
                <a:lnTo>
                  <a:pt x="1001674" y="43084"/>
                </a:lnTo>
                <a:lnTo>
                  <a:pt x="1001191" y="42747"/>
                </a:lnTo>
                <a:lnTo>
                  <a:pt x="1000699" y="42419"/>
                </a:lnTo>
                <a:lnTo>
                  <a:pt x="1000201" y="42100"/>
                </a:lnTo>
                <a:lnTo>
                  <a:pt x="999695" y="41788"/>
                </a:lnTo>
                <a:lnTo>
                  <a:pt x="999182" y="41485"/>
                </a:lnTo>
                <a:lnTo>
                  <a:pt x="998661" y="41190"/>
                </a:lnTo>
                <a:lnTo>
                  <a:pt x="998133" y="40903"/>
                </a:lnTo>
                <a:lnTo>
                  <a:pt x="997597" y="40624"/>
                </a:lnTo>
                <a:lnTo>
                  <a:pt x="997055" y="40354"/>
                </a:lnTo>
                <a:lnTo>
                  <a:pt x="996504" y="40091"/>
                </a:lnTo>
                <a:lnTo>
                  <a:pt x="995947" y="39837"/>
                </a:lnTo>
                <a:lnTo>
                  <a:pt x="995382" y="39591"/>
                </a:lnTo>
                <a:lnTo>
                  <a:pt x="994810" y="39354"/>
                </a:lnTo>
                <a:lnTo>
                  <a:pt x="994230" y="39124"/>
                </a:lnTo>
                <a:lnTo>
                  <a:pt x="993643" y="38903"/>
                </a:lnTo>
                <a:lnTo>
                  <a:pt x="993049" y="38690"/>
                </a:lnTo>
                <a:lnTo>
                  <a:pt x="992447" y="38485"/>
                </a:lnTo>
                <a:lnTo>
                  <a:pt x="991838" y="38288"/>
                </a:lnTo>
                <a:lnTo>
                  <a:pt x="991221" y="38099"/>
                </a:lnTo>
                <a:lnTo>
                  <a:pt x="990597" y="37919"/>
                </a:lnTo>
                <a:lnTo>
                  <a:pt x="989966" y="37747"/>
                </a:lnTo>
                <a:lnTo>
                  <a:pt x="989328" y="37583"/>
                </a:lnTo>
                <a:lnTo>
                  <a:pt x="988682" y="37427"/>
                </a:lnTo>
                <a:lnTo>
                  <a:pt x="988028" y="37279"/>
                </a:lnTo>
                <a:lnTo>
                  <a:pt x="987368" y="37140"/>
                </a:lnTo>
                <a:lnTo>
                  <a:pt x="986700" y="37007"/>
                </a:lnTo>
                <a:lnTo>
                  <a:pt x="986027" y="36880"/>
                </a:lnTo>
                <a:lnTo>
                  <a:pt x="985348" y="36759"/>
                </a:lnTo>
                <a:lnTo>
                  <a:pt x="984664" y="36643"/>
                </a:lnTo>
                <a:lnTo>
                  <a:pt x="983974" y="36533"/>
                </a:lnTo>
                <a:lnTo>
                  <a:pt x="983278" y="36429"/>
                </a:lnTo>
                <a:lnTo>
                  <a:pt x="982576" y="36330"/>
                </a:lnTo>
                <a:lnTo>
                  <a:pt x="981868" y="36237"/>
                </a:lnTo>
                <a:lnTo>
                  <a:pt x="981155" y="36150"/>
                </a:lnTo>
                <a:lnTo>
                  <a:pt x="980436" y="36068"/>
                </a:lnTo>
                <a:lnTo>
                  <a:pt x="979711" y="35992"/>
                </a:lnTo>
                <a:lnTo>
                  <a:pt x="978981" y="35921"/>
                </a:lnTo>
                <a:lnTo>
                  <a:pt x="978244" y="35857"/>
                </a:lnTo>
                <a:lnTo>
                  <a:pt x="977502" y="35797"/>
                </a:lnTo>
                <a:lnTo>
                  <a:pt x="976754" y="35744"/>
                </a:lnTo>
                <a:lnTo>
                  <a:pt x="976001" y="35696"/>
                </a:lnTo>
                <a:lnTo>
                  <a:pt x="975242" y="35653"/>
                </a:lnTo>
                <a:lnTo>
                  <a:pt x="974476" y="35617"/>
                </a:lnTo>
                <a:lnTo>
                  <a:pt x="973706" y="35586"/>
                </a:lnTo>
                <a:lnTo>
                  <a:pt x="972929" y="35560"/>
                </a:lnTo>
                <a:lnTo>
                  <a:pt x="972147" y="35541"/>
                </a:lnTo>
                <a:lnTo>
                  <a:pt x="971359" y="35527"/>
                </a:lnTo>
                <a:lnTo>
                  <a:pt x="970565" y="35518"/>
                </a:lnTo>
                <a:lnTo>
                  <a:pt x="969765" y="35515"/>
                </a:lnTo>
                <a:lnTo>
                  <a:pt x="968675" y="35521"/>
                </a:lnTo>
                <a:lnTo>
                  <a:pt x="967596" y="35539"/>
                </a:lnTo>
                <a:lnTo>
                  <a:pt x="966527" y="35568"/>
                </a:lnTo>
                <a:lnTo>
                  <a:pt x="965470" y="35608"/>
                </a:lnTo>
                <a:lnTo>
                  <a:pt x="964423" y="35661"/>
                </a:lnTo>
                <a:lnTo>
                  <a:pt x="963388" y="35725"/>
                </a:lnTo>
                <a:lnTo>
                  <a:pt x="962363" y="35801"/>
                </a:lnTo>
                <a:lnTo>
                  <a:pt x="961350" y="35888"/>
                </a:lnTo>
                <a:lnTo>
                  <a:pt x="960347" y="35987"/>
                </a:lnTo>
                <a:lnTo>
                  <a:pt x="959355" y="36098"/>
                </a:lnTo>
                <a:lnTo>
                  <a:pt x="958375" y="36220"/>
                </a:lnTo>
                <a:lnTo>
                  <a:pt x="957405" y="36354"/>
                </a:lnTo>
                <a:lnTo>
                  <a:pt x="956446" y="36500"/>
                </a:lnTo>
                <a:lnTo>
                  <a:pt x="955498" y="36657"/>
                </a:lnTo>
                <a:lnTo>
                  <a:pt x="954561" y="36826"/>
                </a:lnTo>
                <a:lnTo>
                  <a:pt x="953636" y="37007"/>
                </a:lnTo>
                <a:lnTo>
                  <a:pt x="952721" y="37199"/>
                </a:lnTo>
                <a:lnTo>
                  <a:pt x="951817" y="37403"/>
                </a:lnTo>
                <a:lnTo>
                  <a:pt x="950924" y="37618"/>
                </a:lnTo>
                <a:lnTo>
                  <a:pt x="950042" y="37845"/>
                </a:lnTo>
                <a:lnTo>
                  <a:pt x="949171" y="38084"/>
                </a:lnTo>
                <a:lnTo>
                  <a:pt x="948311" y="38335"/>
                </a:lnTo>
                <a:lnTo>
                  <a:pt x="947462" y="38597"/>
                </a:lnTo>
                <a:lnTo>
                  <a:pt x="946623" y="38871"/>
                </a:lnTo>
                <a:lnTo>
                  <a:pt x="945798" y="39158"/>
                </a:lnTo>
                <a:lnTo>
                  <a:pt x="944988" y="39460"/>
                </a:lnTo>
                <a:lnTo>
                  <a:pt x="944193" y="39777"/>
                </a:lnTo>
                <a:lnTo>
                  <a:pt x="943414" y="40109"/>
                </a:lnTo>
                <a:lnTo>
                  <a:pt x="942649" y="40456"/>
                </a:lnTo>
                <a:lnTo>
                  <a:pt x="941899" y="40817"/>
                </a:lnTo>
                <a:lnTo>
                  <a:pt x="941165" y="41194"/>
                </a:lnTo>
                <a:lnTo>
                  <a:pt x="940445" y="41586"/>
                </a:lnTo>
                <a:lnTo>
                  <a:pt x="939741" y="41992"/>
                </a:lnTo>
                <a:lnTo>
                  <a:pt x="939052" y="42414"/>
                </a:lnTo>
                <a:lnTo>
                  <a:pt x="938378" y="42851"/>
                </a:lnTo>
                <a:lnTo>
                  <a:pt x="937719" y="43302"/>
                </a:lnTo>
                <a:lnTo>
                  <a:pt x="937075" y="43768"/>
                </a:lnTo>
                <a:lnTo>
                  <a:pt x="936446" y="44250"/>
                </a:lnTo>
                <a:lnTo>
                  <a:pt x="935832" y="44746"/>
                </a:lnTo>
                <a:lnTo>
                  <a:pt x="935234" y="45257"/>
                </a:lnTo>
                <a:lnTo>
                  <a:pt x="934650" y="45783"/>
                </a:lnTo>
                <a:lnTo>
                  <a:pt x="934082" y="46325"/>
                </a:lnTo>
                <a:lnTo>
                  <a:pt x="933528" y="46881"/>
                </a:lnTo>
                <a:lnTo>
                  <a:pt x="932990" y="47452"/>
                </a:lnTo>
                <a:lnTo>
                  <a:pt x="932467" y="48038"/>
                </a:lnTo>
                <a:lnTo>
                  <a:pt x="931959" y="48639"/>
                </a:lnTo>
                <a:lnTo>
                  <a:pt x="931466" y="49254"/>
                </a:lnTo>
                <a:lnTo>
                  <a:pt x="930988" y="49885"/>
                </a:lnTo>
                <a:lnTo>
                  <a:pt x="930528" y="50533"/>
                </a:lnTo>
                <a:lnTo>
                  <a:pt x="930087" y="51199"/>
                </a:lnTo>
                <a:lnTo>
                  <a:pt x="929666" y="51884"/>
                </a:lnTo>
                <a:lnTo>
                  <a:pt x="929264" y="52588"/>
                </a:lnTo>
                <a:lnTo>
                  <a:pt x="928882" y="53312"/>
                </a:lnTo>
                <a:lnTo>
                  <a:pt x="928520" y="54054"/>
                </a:lnTo>
                <a:lnTo>
                  <a:pt x="928177" y="54815"/>
                </a:lnTo>
                <a:lnTo>
                  <a:pt x="927853" y="55595"/>
                </a:lnTo>
                <a:lnTo>
                  <a:pt x="927550" y="56394"/>
                </a:lnTo>
                <a:lnTo>
                  <a:pt x="927265" y="57211"/>
                </a:lnTo>
                <a:lnTo>
                  <a:pt x="927001" y="58048"/>
                </a:lnTo>
                <a:lnTo>
                  <a:pt x="926756" y="58904"/>
                </a:lnTo>
                <a:lnTo>
                  <a:pt x="926531" y="59778"/>
                </a:lnTo>
                <a:lnTo>
                  <a:pt x="926325" y="60672"/>
                </a:lnTo>
                <a:lnTo>
                  <a:pt x="926139" y="61585"/>
                </a:lnTo>
                <a:lnTo>
                  <a:pt x="925972" y="62516"/>
                </a:lnTo>
                <a:lnTo>
                  <a:pt x="925825" y="63466"/>
                </a:lnTo>
                <a:lnTo>
                  <a:pt x="925698" y="64436"/>
                </a:lnTo>
                <a:lnTo>
                  <a:pt x="925590" y="65424"/>
                </a:lnTo>
                <a:lnTo>
                  <a:pt x="925502" y="66431"/>
                </a:lnTo>
                <a:lnTo>
                  <a:pt x="925433" y="67457"/>
                </a:lnTo>
                <a:lnTo>
                  <a:pt x="925384" y="68502"/>
                </a:lnTo>
                <a:lnTo>
                  <a:pt x="925355" y="69566"/>
                </a:lnTo>
                <a:lnTo>
                  <a:pt x="925345" y="70649"/>
                </a:lnTo>
                <a:lnTo>
                  <a:pt x="951024" y="70649"/>
                </a:lnTo>
                <a:lnTo>
                  <a:pt x="951033" y="69913"/>
                </a:lnTo>
                <a:lnTo>
                  <a:pt x="951061" y="69194"/>
                </a:lnTo>
                <a:lnTo>
                  <a:pt x="951106" y="68493"/>
                </a:lnTo>
                <a:lnTo>
                  <a:pt x="951171" y="67808"/>
                </a:lnTo>
                <a:lnTo>
                  <a:pt x="951253" y="67141"/>
                </a:lnTo>
                <a:lnTo>
                  <a:pt x="951354" y="66491"/>
                </a:lnTo>
                <a:lnTo>
                  <a:pt x="951473" y="65858"/>
                </a:lnTo>
                <a:lnTo>
                  <a:pt x="951611" y="65243"/>
                </a:lnTo>
                <a:lnTo>
                  <a:pt x="951767" y="64644"/>
                </a:lnTo>
                <a:lnTo>
                  <a:pt x="951941" y="64063"/>
                </a:lnTo>
                <a:lnTo>
                  <a:pt x="952133" y="63499"/>
                </a:lnTo>
                <a:lnTo>
                  <a:pt x="952344" y="62952"/>
                </a:lnTo>
                <a:lnTo>
                  <a:pt x="952573" y="62422"/>
                </a:lnTo>
                <a:lnTo>
                  <a:pt x="952821" y="61909"/>
                </a:lnTo>
                <a:lnTo>
                  <a:pt x="953087" y="61414"/>
                </a:lnTo>
                <a:lnTo>
                  <a:pt x="953371" y="60936"/>
                </a:lnTo>
                <a:lnTo>
                  <a:pt x="953673" y="60475"/>
                </a:lnTo>
                <a:lnTo>
                  <a:pt x="953994" y="60031"/>
                </a:lnTo>
                <a:lnTo>
                  <a:pt x="954334" y="59604"/>
                </a:lnTo>
                <a:lnTo>
                  <a:pt x="954691" y="59195"/>
                </a:lnTo>
                <a:lnTo>
                  <a:pt x="955067" y="58802"/>
                </a:lnTo>
                <a:lnTo>
                  <a:pt x="955461" y="58427"/>
                </a:lnTo>
                <a:lnTo>
                  <a:pt x="955874" y="58069"/>
                </a:lnTo>
                <a:lnTo>
                  <a:pt x="956305" y="57729"/>
                </a:lnTo>
                <a:lnTo>
                  <a:pt x="956750" y="57403"/>
                </a:lnTo>
                <a:lnTo>
                  <a:pt x="957205" y="57091"/>
                </a:lnTo>
                <a:lnTo>
                  <a:pt x="957670" y="56793"/>
                </a:lnTo>
                <a:lnTo>
                  <a:pt x="958145" y="56509"/>
                </a:lnTo>
                <a:lnTo>
                  <a:pt x="958631" y="56239"/>
                </a:lnTo>
                <a:lnTo>
                  <a:pt x="959126" y="55983"/>
                </a:lnTo>
                <a:lnTo>
                  <a:pt x="959632" y="55741"/>
                </a:lnTo>
                <a:lnTo>
                  <a:pt x="960147" y="55512"/>
                </a:lnTo>
                <a:lnTo>
                  <a:pt x="960673" y="55297"/>
                </a:lnTo>
                <a:lnTo>
                  <a:pt x="961209" y="55096"/>
                </a:lnTo>
                <a:lnTo>
                  <a:pt x="961754" y="54909"/>
                </a:lnTo>
                <a:lnTo>
                  <a:pt x="962310" y="54736"/>
                </a:lnTo>
                <a:lnTo>
                  <a:pt x="962876" y="54577"/>
                </a:lnTo>
                <a:lnTo>
                  <a:pt x="963452" y="54432"/>
                </a:lnTo>
                <a:lnTo>
                  <a:pt x="964038" y="54300"/>
                </a:lnTo>
                <a:lnTo>
                  <a:pt x="964634" y="54182"/>
                </a:lnTo>
                <a:lnTo>
                  <a:pt x="965240" y="54078"/>
                </a:lnTo>
                <a:lnTo>
                  <a:pt x="965857" y="53988"/>
                </a:lnTo>
                <a:lnTo>
                  <a:pt x="966483" y="53912"/>
                </a:lnTo>
                <a:lnTo>
                  <a:pt x="967119" y="53850"/>
                </a:lnTo>
                <a:lnTo>
                  <a:pt x="967766" y="53801"/>
                </a:lnTo>
                <a:lnTo>
                  <a:pt x="968422" y="53767"/>
                </a:lnTo>
                <a:lnTo>
                  <a:pt x="969089" y="53746"/>
                </a:lnTo>
                <a:lnTo>
                  <a:pt x="969765" y="53739"/>
                </a:lnTo>
                <a:lnTo>
                  <a:pt x="970382" y="53745"/>
                </a:lnTo>
                <a:lnTo>
                  <a:pt x="970989" y="53765"/>
                </a:lnTo>
                <a:lnTo>
                  <a:pt x="971586" y="53797"/>
                </a:lnTo>
                <a:lnTo>
                  <a:pt x="972174" y="53843"/>
                </a:lnTo>
                <a:lnTo>
                  <a:pt x="972752" y="53901"/>
                </a:lnTo>
                <a:lnTo>
                  <a:pt x="973321" y="53973"/>
                </a:lnTo>
                <a:lnTo>
                  <a:pt x="973881" y="54057"/>
                </a:lnTo>
                <a:lnTo>
                  <a:pt x="974430" y="54154"/>
                </a:lnTo>
                <a:lnTo>
                  <a:pt x="974971" y="54265"/>
                </a:lnTo>
                <a:lnTo>
                  <a:pt x="975501" y="54388"/>
                </a:lnTo>
                <a:lnTo>
                  <a:pt x="976023" y="54525"/>
                </a:lnTo>
                <a:lnTo>
                  <a:pt x="976534" y="54674"/>
                </a:lnTo>
                <a:lnTo>
                  <a:pt x="977037" y="54836"/>
                </a:lnTo>
                <a:lnTo>
                  <a:pt x="977529" y="55012"/>
                </a:lnTo>
                <a:lnTo>
                  <a:pt x="978012" y="55200"/>
                </a:lnTo>
                <a:lnTo>
                  <a:pt x="978486" y="55401"/>
                </a:lnTo>
                <a:lnTo>
                  <a:pt x="978950" y="55616"/>
                </a:lnTo>
                <a:lnTo>
                  <a:pt x="979404" y="55843"/>
                </a:lnTo>
                <a:lnTo>
                  <a:pt x="979849" y="56083"/>
                </a:lnTo>
                <a:lnTo>
                  <a:pt x="980285" y="56336"/>
                </a:lnTo>
                <a:lnTo>
                  <a:pt x="980711" y="56603"/>
                </a:lnTo>
                <a:lnTo>
                  <a:pt x="981127" y="56882"/>
                </a:lnTo>
                <a:lnTo>
                  <a:pt x="981534" y="57174"/>
                </a:lnTo>
                <a:lnTo>
                  <a:pt x="981932" y="57479"/>
                </a:lnTo>
                <a:lnTo>
                  <a:pt x="982316" y="57802"/>
                </a:lnTo>
                <a:lnTo>
                  <a:pt x="982684" y="58147"/>
                </a:lnTo>
                <a:lnTo>
                  <a:pt x="983036" y="58515"/>
                </a:lnTo>
                <a:lnTo>
                  <a:pt x="983371" y="58904"/>
                </a:lnTo>
                <a:lnTo>
                  <a:pt x="983690" y="59316"/>
                </a:lnTo>
                <a:lnTo>
                  <a:pt x="983993" y="59750"/>
                </a:lnTo>
                <a:lnTo>
                  <a:pt x="984279" y="60207"/>
                </a:lnTo>
                <a:lnTo>
                  <a:pt x="984549" y="60686"/>
                </a:lnTo>
                <a:lnTo>
                  <a:pt x="984802" y="61187"/>
                </a:lnTo>
                <a:lnTo>
                  <a:pt x="985040" y="61710"/>
                </a:lnTo>
                <a:lnTo>
                  <a:pt x="985260" y="62255"/>
                </a:lnTo>
                <a:lnTo>
                  <a:pt x="985465" y="62823"/>
                </a:lnTo>
                <a:lnTo>
                  <a:pt x="985653" y="63413"/>
                </a:lnTo>
                <a:lnTo>
                  <a:pt x="985825" y="64026"/>
                </a:lnTo>
                <a:lnTo>
                  <a:pt x="985980" y="64660"/>
                </a:lnTo>
                <a:lnTo>
                  <a:pt x="986119" y="65317"/>
                </a:lnTo>
                <a:lnTo>
                  <a:pt x="986242" y="65996"/>
                </a:lnTo>
                <a:lnTo>
                  <a:pt x="986348" y="66698"/>
                </a:lnTo>
                <a:lnTo>
                  <a:pt x="986438" y="67421"/>
                </a:lnTo>
                <a:lnTo>
                  <a:pt x="986512" y="68167"/>
                </a:lnTo>
                <a:lnTo>
                  <a:pt x="986569" y="68935"/>
                </a:lnTo>
                <a:lnTo>
                  <a:pt x="986610" y="69726"/>
                </a:lnTo>
                <a:lnTo>
                  <a:pt x="986635" y="70539"/>
                </a:lnTo>
                <a:lnTo>
                  <a:pt x="986643" y="71374"/>
                </a:lnTo>
                <a:lnTo>
                  <a:pt x="986643" y="76929"/>
                </a:lnTo>
                <a:lnTo>
                  <a:pt x="984986" y="76968"/>
                </a:lnTo>
                <a:lnTo>
                  <a:pt x="983346" y="77014"/>
                </a:lnTo>
                <a:lnTo>
                  <a:pt x="981724" y="77067"/>
                </a:lnTo>
                <a:lnTo>
                  <a:pt x="980118" y="77128"/>
                </a:lnTo>
                <a:lnTo>
                  <a:pt x="978530" y="77196"/>
                </a:lnTo>
                <a:lnTo>
                  <a:pt x="976958" y="77272"/>
                </a:lnTo>
                <a:lnTo>
                  <a:pt x="975404" y="77355"/>
                </a:lnTo>
                <a:lnTo>
                  <a:pt x="973867" y="77446"/>
                </a:lnTo>
                <a:lnTo>
                  <a:pt x="972347" y="77544"/>
                </a:lnTo>
                <a:lnTo>
                  <a:pt x="970843" y="77650"/>
                </a:lnTo>
                <a:lnTo>
                  <a:pt x="969357" y="77763"/>
                </a:lnTo>
                <a:lnTo>
                  <a:pt x="967889" y="77883"/>
                </a:lnTo>
                <a:lnTo>
                  <a:pt x="966437" y="78011"/>
                </a:lnTo>
                <a:lnTo>
                  <a:pt x="965002" y="78146"/>
                </a:lnTo>
                <a:lnTo>
                  <a:pt x="963584" y="78289"/>
                </a:lnTo>
                <a:lnTo>
                  <a:pt x="962184" y="78439"/>
                </a:lnTo>
                <a:lnTo>
                  <a:pt x="960800" y="78597"/>
                </a:lnTo>
                <a:lnTo>
                  <a:pt x="959434" y="78762"/>
                </a:lnTo>
                <a:lnTo>
                  <a:pt x="958084" y="78935"/>
                </a:lnTo>
                <a:lnTo>
                  <a:pt x="956752" y="79115"/>
                </a:lnTo>
                <a:lnTo>
                  <a:pt x="955437" y="79302"/>
                </a:lnTo>
                <a:lnTo>
                  <a:pt x="954139" y="79497"/>
                </a:lnTo>
                <a:lnTo>
                  <a:pt x="952857" y="79700"/>
                </a:lnTo>
                <a:lnTo>
                  <a:pt x="951593" y="79909"/>
                </a:lnTo>
                <a:lnTo>
                  <a:pt x="950350" y="80131"/>
                </a:lnTo>
                <a:lnTo>
                  <a:pt x="949129" y="80368"/>
                </a:lnTo>
                <a:lnTo>
                  <a:pt x="947931" y="80622"/>
                </a:lnTo>
                <a:lnTo>
                  <a:pt x="946757" y="80891"/>
                </a:lnTo>
                <a:lnTo>
                  <a:pt x="945606" y="81177"/>
                </a:lnTo>
                <a:lnTo>
                  <a:pt x="944478" y="81478"/>
                </a:lnTo>
                <a:lnTo>
                  <a:pt x="943373" y="81796"/>
                </a:lnTo>
                <a:lnTo>
                  <a:pt x="942292" y="82129"/>
                </a:lnTo>
                <a:lnTo>
                  <a:pt x="941233" y="82478"/>
                </a:lnTo>
                <a:lnTo>
                  <a:pt x="940198" y="82844"/>
                </a:lnTo>
                <a:lnTo>
                  <a:pt x="939186" y="83225"/>
                </a:lnTo>
                <a:lnTo>
                  <a:pt x="938198" y="83622"/>
                </a:lnTo>
                <a:lnTo>
                  <a:pt x="937232" y="84036"/>
                </a:lnTo>
                <a:lnTo>
                  <a:pt x="936290" y="84465"/>
                </a:lnTo>
                <a:lnTo>
                  <a:pt x="935370" y="84910"/>
                </a:lnTo>
                <a:lnTo>
                  <a:pt x="934474" y="85371"/>
                </a:lnTo>
                <a:lnTo>
                  <a:pt x="933601" y="85848"/>
                </a:lnTo>
                <a:lnTo>
                  <a:pt x="932752" y="86342"/>
                </a:lnTo>
                <a:lnTo>
                  <a:pt x="931925" y="86851"/>
                </a:lnTo>
                <a:lnTo>
                  <a:pt x="931122" y="87376"/>
                </a:lnTo>
                <a:lnTo>
                  <a:pt x="930342" y="87917"/>
                </a:lnTo>
                <a:lnTo>
                  <a:pt x="929585" y="88474"/>
                </a:lnTo>
                <a:lnTo>
                  <a:pt x="928851" y="89047"/>
                </a:lnTo>
                <a:lnTo>
                  <a:pt x="928141" y="89636"/>
                </a:lnTo>
                <a:lnTo>
                  <a:pt x="927457" y="90245"/>
                </a:lnTo>
                <a:lnTo>
                  <a:pt x="926801" y="90878"/>
                </a:lnTo>
                <a:lnTo>
                  <a:pt x="926175" y="91535"/>
                </a:lnTo>
                <a:lnTo>
                  <a:pt x="925578" y="92216"/>
                </a:lnTo>
                <a:lnTo>
                  <a:pt x="925010" y="92921"/>
                </a:lnTo>
                <a:lnTo>
                  <a:pt x="924472" y="93651"/>
                </a:lnTo>
                <a:lnTo>
                  <a:pt x="923962" y="94405"/>
                </a:lnTo>
                <a:lnTo>
                  <a:pt x="923481" y="95182"/>
                </a:lnTo>
                <a:lnTo>
                  <a:pt x="923030" y="95984"/>
                </a:lnTo>
                <a:lnTo>
                  <a:pt x="922608" y="96810"/>
                </a:lnTo>
                <a:lnTo>
                  <a:pt x="922215" y="97661"/>
                </a:lnTo>
                <a:lnTo>
                  <a:pt x="921851" y="98535"/>
                </a:lnTo>
                <a:lnTo>
                  <a:pt x="921516" y="99434"/>
                </a:lnTo>
                <a:lnTo>
                  <a:pt x="921210" y="100356"/>
                </a:lnTo>
                <a:lnTo>
                  <a:pt x="920933" y="101303"/>
                </a:lnTo>
                <a:lnTo>
                  <a:pt x="920686" y="102274"/>
                </a:lnTo>
                <a:lnTo>
                  <a:pt x="920467" y="103269"/>
                </a:lnTo>
                <a:lnTo>
                  <a:pt x="920278" y="104288"/>
                </a:lnTo>
                <a:lnTo>
                  <a:pt x="920118" y="105332"/>
                </a:lnTo>
                <a:lnTo>
                  <a:pt x="919987" y="106399"/>
                </a:lnTo>
                <a:lnTo>
                  <a:pt x="919885" y="107491"/>
                </a:lnTo>
                <a:lnTo>
                  <a:pt x="919812" y="108607"/>
                </a:lnTo>
                <a:lnTo>
                  <a:pt x="919769" y="109747"/>
                </a:lnTo>
                <a:lnTo>
                  <a:pt x="919754" y="110911"/>
                </a:lnTo>
                <a:lnTo>
                  <a:pt x="919762" y="111750"/>
                </a:lnTo>
                <a:lnTo>
                  <a:pt x="919786" y="112577"/>
                </a:lnTo>
                <a:lnTo>
                  <a:pt x="919826" y="113393"/>
                </a:lnTo>
                <a:lnTo>
                  <a:pt x="919882" y="114197"/>
                </a:lnTo>
                <a:lnTo>
                  <a:pt x="919954" y="114989"/>
                </a:lnTo>
                <a:lnTo>
                  <a:pt x="920042" y="115769"/>
                </a:lnTo>
                <a:lnTo>
                  <a:pt x="920146" y="116538"/>
                </a:lnTo>
                <a:lnTo>
                  <a:pt x="920266" y="117294"/>
                </a:lnTo>
                <a:lnTo>
                  <a:pt x="920402" y="118039"/>
                </a:lnTo>
                <a:lnTo>
                  <a:pt x="920554" y="118772"/>
                </a:lnTo>
                <a:lnTo>
                  <a:pt x="920722" y="119493"/>
                </a:lnTo>
                <a:lnTo>
                  <a:pt x="920906" y="120203"/>
                </a:lnTo>
                <a:lnTo>
                  <a:pt x="921106" y="120901"/>
                </a:lnTo>
                <a:lnTo>
                  <a:pt x="921322" y="121587"/>
                </a:lnTo>
                <a:lnTo>
                  <a:pt x="921554" y="122261"/>
                </a:lnTo>
                <a:lnTo>
                  <a:pt x="921802" y="122923"/>
                </a:lnTo>
                <a:lnTo>
                  <a:pt x="922066" y="123574"/>
                </a:lnTo>
                <a:lnTo>
                  <a:pt x="922346" y="124213"/>
                </a:lnTo>
                <a:lnTo>
                  <a:pt x="922642" y="124840"/>
                </a:lnTo>
                <a:lnTo>
                  <a:pt x="922954" y="125455"/>
                </a:lnTo>
                <a:lnTo>
                  <a:pt x="923282" y="126058"/>
                </a:lnTo>
                <a:lnTo>
                  <a:pt x="923626" y="126650"/>
                </a:lnTo>
                <a:lnTo>
                  <a:pt x="923986" y="127230"/>
                </a:lnTo>
                <a:lnTo>
                  <a:pt x="924362" y="127798"/>
                </a:lnTo>
                <a:lnTo>
                  <a:pt x="924751" y="128354"/>
                </a:lnTo>
                <a:lnTo>
                  <a:pt x="925149" y="128898"/>
                </a:lnTo>
                <a:lnTo>
                  <a:pt x="925558" y="129431"/>
                </a:lnTo>
                <a:lnTo>
                  <a:pt x="925977" y="129951"/>
                </a:lnTo>
                <a:lnTo>
                  <a:pt x="926405" y="130460"/>
                </a:lnTo>
                <a:lnTo>
                  <a:pt x="926843" y="130957"/>
                </a:lnTo>
                <a:lnTo>
                  <a:pt x="927292" y="131443"/>
                </a:lnTo>
                <a:lnTo>
                  <a:pt x="927750" y="131916"/>
                </a:lnTo>
                <a:lnTo>
                  <a:pt x="928218" y="132378"/>
                </a:lnTo>
                <a:lnTo>
                  <a:pt x="928696" y="132828"/>
                </a:lnTo>
                <a:lnTo>
                  <a:pt x="929183" y="133266"/>
                </a:lnTo>
                <a:lnTo>
                  <a:pt x="929681" y="133692"/>
                </a:lnTo>
                <a:lnTo>
                  <a:pt x="930189" y="134106"/>
                </a:lnTo>
                <a:lnTo>
                  <a:pt x="930706" y="134509"/>
                </a:lnTo>
                <a:lnTo>
                  <a:pt x="931233" y="134900"/>
                </a:lnTo>
                <a:lnTo>
                  <a:pt x="931771" y="135279"/>
                </a:lnTo>
                <a:lnTo>
                  <a:pt x="932318" y="135646"/>
                </a:lnTo>
                <a:lnTo>
                  <a:pt x="932875" y="136002"/>
                </a:lnTo>
                <a:lnTo>
                  <a:pt x="933442" y="136346"/>
                </a:lnTo>
                <a:lnTo>
                  <a:pt x="934018" y="136677"/>
                </a:lnTo>
                <a:lnTo>
                  <a:pt x="934605" y="136998"/>
                </a:lnTo>
                <a:lnTo>
                  <a:pt x="935202" y="137306"/>
                </a:lnTo>
                <a:lnTo>
                  <a:pt x="935808" y="137602"/>
                </a:lnTo>
                <a:lnTo>
                  <a:pt x="936424" y="137887"/>
                </a:lnTo>
                <a:lnTo>
                  <a:pt x="937048" y="138160"/>
                </a:lnTo>
                <a:lnTo>
                  <a:pt x="937675" y="138421"/>
                </a:lnTo>
                <a:lnTo>
                  <a:pt x="938306" y="138671"/>
                </a:lnTo>
                <a:lnTo>
                  <a:pt x="938941" y="138909"/>
                </a:lnTo>
                <a:lnTo>
                  <a:pt x="939580" y="139136"/>
                </a:lnTo>
                <a:lnTo>
                  <a:pt x="940223" y="139351"/>
                </a:lnTo>
                <a:lnTo>
                  <a:pt x="940870" y="139554"/>
                </a:lnTo>
                <a:lnTo>
                  <a:pt x="941521" y="139746"/>
                </a:lnTo>
                <a:lnTo>
                  <a:pt x="942176" y="139926"/>
                </a:lnTo>
                <a:lnTo>
                  <a:pt x="942835" y="140094"/>
                </a:lnTo>
                <a:lnTo>
                  <a:pt x="943497" y="140251"/>
                </a:lnTo>
                <a:lnTo>
                  <a:pt x="944164" y="140396"/>
                </a:lnTo>
                <a:lnTo>
                  <a:pt x="944835" y="140530"/>
                </a:lnTo>
                <a:lnTo>
                  <a:pt x="945510" y="140652"/>
                </a:lnTo>
                <a:lnTo>
                  <a:pt x="946188" y="140762"/>
                </a:lnTo>
                <a:lnTo>
                  <a:pt x="946871" y="140861"/>
                </a:lnTo>
                <a:lnTo>
                  <a:pt x="947557" y="140948"/>
                </a:lnTo>
                <a:lnTo>
                  <a:pt x="948248" y="141024"/>
                </a:lnTo>
                <a:lnTo>
                  <a:pt x="948942" y="141088"/>
                </a:lnTo>
                <a:lnTo>
                  <a:pt x="949641" y="141140"/>
                </a:lnTo>
                <a:lnTo>
                  <a:pt x="950343" y="141180"/>
                </a:lnTo>
                <a:lnTo>
                  <a:pt x="951049" y="141210"/>
                </a:lnTo>
                <a:lnTo>
                  <a:pt x="951759" y="141227"/>
                </a:lnTo>
                <a:lnTo>
                  <a:pt x="952474" y="141233"/>
                </a:lnTo>
                <a:lnTo>
                  <a:pt x="953392" y="141226"/>
                </a:lnTo>
                <a:lnTo>
                  <a:pt x="954302" y="141207"/>
                </a:lnTo>
                <a:lnTo>
                  <a:pt x="955203" y="141174"/>
                </a:lnTo>
                <a:lnTo>
                  <a:pt x="956095" y="141128"/>
                </a:lnTo>
                <a:lnTo>
                  <a:pt x="956978" y="141069"/>
                </a:lnTo>
                <a:close/>
                <a:moveTo>
                  <a:pt x="958951" y="122250"/>
                </a:moveTo>
                <a:lnTo>
                  <a:pt x="958469" y="122190"/>
                </a:lnTo>
                <a:lnTo>
                  <a:pt x="957996" y="122118"/>
                </a:lnTo>
                <a:lnTo>
                  <a:pt x="957530" y="122036"/>
                </a:lnTo>
                <a:lnTo>
                  <a:pt x="957072" y="121942"/>
                </a:lnTo>
                <a:lnTo>
                  <a:pt x="956623" y="121837"/>
                </a:lnTo>
                <a:lnTo>
                  <a:pt x="956181" y="121722"/>
                </a:lnTo>
                <a:lnTo>
                  <a:pt x="955748" y="121595"/>
                </a:lnTo>
                <a:lnTo>
                  <a:pt x="955323" y="121458"/>
                </a:lnTo>
                <a:lnTo>
                  <a:pt x="954906" y="121309"/>
                </a:lnTo>
                <a:lnTo>
                  <a:pt x="954497" y="121149"/>
                </a:lnTo>
                <a:lnTo>
                  <a:pt x="954096" y="120979"/>
                </a:lnTo>
                <a:lnTo>
                  <a:pt x="953703" y="120797"/>
                </a:lnTo>
                <a:lnTo>
                  <a:pt x="953318" y="120604"/>
                </a:lnTo>
                <a:lnTo>
                  <a:pt x="952941" y="120401"/>
                </a:lnTo>
                <a:lnTo>
                  <a:pt x="952573" y="120186"/>
                </a:lnTo>
                <a:lnTo>
                  <a:pt x="952212" y="119960"/>
                </a:lnTo>
                <a:lnTo>
                  <a:pt x="951860" y="119723"/>
                </a:lnTo>
                <a:lnTo>
                  <a:pt x="951516" y="119476"/>
                </a:lnTo>
                <a:lnTo>
                  <a:pt x="951179" y="119217"/>
                </a:lnTo>
                <a:lnTo>
                  <a:pt x="950854" y="118947"/>
                </a:lnTo>
                <a:lnTo>
                  <a:pt x="950543" y="118665"/>
                </a:lnTo>
                <a:lnTo>
                  <a:pt x="950245" y="118371"/>
                </a:lnTo>
                <a:lnTo>
                  <a:pt x="949961" y="118066"/>
                </a:lnTo>
                <a:lnTo>
                  <a:pt x="949691" y="117749"/>
                </a:lnTo>
                <a:lnTo>
                  <a:pt x="949435" y="117420"/>
                </a:lnTo>
                <a:lnTo>
                  <a:pt x="949193" y="117079"/>
                </a:lnTo>
                <a:lnTo>
                  <a:pt x="948965" y="116727"/>
                </a:lnTo>
                <a:lnTo>
                  <a:pt x="948750" y="116363"/>
                </a:lnTo>
                <a:lnTo>
                  <a:pt x="948549" y="115987"/>
                </a:lnTo>
                <a:lnTo>
                  <a:pt x="948362" y="115599"/>
                </a:lnTo>
                <a:lnTo>
                  <a:pt x="948189" y="115200"/>
                </a:lnTo>
                <a:lnTo>
                  <a:pt x="948030" y="114789"/>
                </a:lnTo>
                <a:lnTo>
                  <a:pt x="947885" y="114366"/>
                </a:lnTo>
                <a:lnTo>
                  <a:pt x="947753" y="113931"/>
                </a:lnTo>
                <a:lnTo>
                  <a:pt x="947636" y="113485"/>
                </a:lnTo>
                <a:lnTo>
                  <a:pt x="947532" y="113026"/>
                </a:lnTo>
                <a:lnTo>
                  <a:pt x="947442" y="112557"/>
                </a:lnTo>
                <a:lnTo>
                  <a:pt x="947366" y="112075"/>
                </a:lnTo>
                <a:lnTo>
                  <a:pt x="947304" y="111582"/>
                </a:lnTo>
                <a:lnTo>
                  <a:pt x="947255" y="111076"/>
                </a:lnTo>
                <a:lnTo>
                  <a:pt x="947221" y="110559"/>
                </a:lnTo>
                <a:lnTo>
                  <a:pt x="947200" y="110031"/>
                </a:lnTo>
                <a:lnTo>
                  <a:pt x="947193" y="109490"/>
                </a:lnTo>
                <a:lnTo>
                  <a:pt x="947208" y="108741"/>
                </a:lnTo>
                <a:lnTo>
                  <a:pt x="947253" y="108010"/>
                </a:lnTo>
                <a:lnTo>
                  <a:pt x="947329" y="107296"/>
                </a:lnTo>
                <a:lnTo>
                  <a:pt x="947434" y="106599"/>
                </a:lnTo>
                <a:lnTo>
                  <a:pt x="947570" y="105920"/>
                </a:lnTo>
                <a:lnTo>
                  <a:pt x="947736" y="105258"/>
                </a:lnTo>
                <a:lnTo>
                  <a:pt x="947933" y="104614"/>
                </a:lnTo>
                <a:lnTo>
                  <a:pt x="948159" y="103987"/>
                </a:lnTo>
                <a:lnTo>
                  <a:pt x="948416" y="103377"/>
                </a:lnTo>
                <a:lnTo>
                  <a:pt x="948703" y="102785"/>
                </a:lnTo>
                <a:lnTo>
                  <a:pt x="949020" y="102211"/>
                </a:lnTo>
                <a:lnTo>
                  <a:pt x="949367" y="101653"/>
                </a:lnTo>
                <a:lnTo>
                  <a:pt x="949745" y="101114"/>
                </a:lnTo>
                <a:lnTo>
                  <a:pt x="950152" y="100591"/>
                </a:lnTo>
                <a:lnTo>
                  <a:pt x="950590" y="100087"/>
                </a:lnTo>
                <a:lnTo>
                  <a:pt x="951058" y="99599"/>
                </a:lnTo>
                <a:lnTo>
                  <a:pt x="951557" y="99129"/>
                </a:lnTo>
                <a:lnTo>
                  <a:pt x="952085" y="98677"/>
                </a:lnTo>
                <a:lnTo>
                  <a:pt x="952644" y="98241"/>
                </a:lnTo>
                <a:lnTo>
                  <a:pt x="953233" y="97824"/>
                </a:lnTo>
                <a:lnTo>
                  <a:pt x="953852" y="97424"/>
                </a:lnTo>
                <a:lnTo>
                  <a:pt x="954501" y="97041"/>
                </a:lnTo>
                <a:lnTo>
                  <a:pt x="955181" y="96675"/>
                </a:lnTo>
                <a:lnTo>
                  <a:pt x="955890" y="96327"/>
                </a:lnTo>
                <a:lnTo>
                  <a:pt x="956638" y="95995"/>
                </a:lnTo>
                <a:lnTo>
                  <a:pt x="957431" y="95677"/>
                </a:lnTo>
                <a:lnTo>
                  <a:pt x="958269" y="95372"/>
                </a:lnTo>
                <a:lnTo>
                  <a:pt x="959152" y="95081"/>
                </a:lnTo>
                <a:lnTo>
                  <a:pt x="960081" y="94803"/>
                </a:lnTo>
                <a:lnTo>
                  <a:pt x="961055" y="94540"/>
                </a:lnTo>
                <a:lnTo>
                  <a:pt x="962074" y="94290"/>
                </a:lnTo>
                <a:lnTo>
                  <a:pt x="963138" y="94054"/>
                </a:lnTo>
                <a:lnTo>
                  <a:pt x="964248" y="93832"/>
                </a:lnTo>
                <a:lnTo>
                  <a:pt x="965404" y="93623"/>
                </a:lnTo>
                <a:lnTo>
                  <a:pt x="966604" y="93429"/>
                </a:lnTo>
                <a:lnTo>
                  <a:pt x="967850" y="93248"/>
                </a:lnTo>
                <a:lnTo>
                  <a:pt x="969141" y="93081"/>
                </a:lnTo>
                <a:lnTo>
                  <a:pt x="970477" y="92927"/>
                </a:lnTo>
                <a:lnTo>
                  <a:pt x="971859" y="92788"/>
                </a:lnTo>
                <a:lnTo>
                  <a:pt x="973286" y="92662"/>
                </a:lnTo>
                <a:lnTo>
                  <a:pt x="974758" y="92550"/>
                </a:lnTo>
                <a:lnTo>
                  <a:pt x="976276" y="92451"/>
                </a:lnTo>
                <a:lnTo>
                  <a:pt x="977838" y="92367"/>
                </a:lnTo>
                <a:lnTo>
                  <a:pt x="979447" y="92296"/>
                </a:lnTo>
                <a:lnTo>
                  <a:pt x="981100" y="92239"/>
                </a:lnTo>
                <a:lnTo>
                  <a:pt x="982799" y="92195"/>
                </a:lnTo>
                <a:lnTo>
                  <a:pt x="984543" y="92166"/>
                </a:lnTo>
                <a:lnTo>
                  <a:pt x="986332" y="92150"/>
                </a:lnTo>
                <a:lnTo>
                  <a:pt x="986332" y="108856"/>
                </a:lnTo>
                <a:lnTo>
                  <a:pt x="986000" y="109294"/>
                </a:lnTo>
                <a:lnTo>
                  <a:pt x="985658" y="109729"/>
                </a:lnTo>
                <a:lnTo>
                  <a:pt x="985307" y="110159"/>
                </a:lnTo>
                <a:lnTo>
                  <a:pt x="984947" y="110585"/>
                </a:lnTo>
                <a:lnTo>
                  <a:pt x="984578" y="111007"/>
                </a:lnTo>
                <a:lnTo>
                  <a:pt x="984200" y="111426"/>
                </a:lnTo>
                <a:lnTo>
                  <a:pt x="983812" y="111840"/>
                </a:lnTo>
                <a:lnTo>
                  <a:pt x="983416" y="112250"/>
                </a:lnTo>
                <a:lnTo>
                  <a:pt x="983010" y="112656"/>
                </a:lnTo>
                <a:lnTo>
                  <a:pt x="982595" y="113058"/>
                </a:lnTo>
                <a:lnTo>
                  <a:pt x="982171" y="113456"/>
                </a:lnTo>
                <a:lnTo>
                  <a:pt x="981737" y="113850"/>
                </a:lnTo>
                <a:lnTo>
                  <a:pt x="981295" y="114241"/>
                </a:lnTo>
                <a:lnTo>
                  <a:pt x="980843" y="114627"/>
                </a:lnTo>
                <a:lnTo>
                  <a:pt x="980382" y="115009"/>
                </a:lnTo>
                <a:lnTo>
                  <a:pt x="979912" y="115387"/>
                </a:lnTo>
                <a:lnTo>
                  <a:pt x="979433" y="115761"/>
                </a:lnTo>
                <a:lnTo>
                  <a:pt x="978945" y="116130"/>
                </a:lnTo>
                <a:lnTo>
                  <a:pt x="978448" y="116496"/>
                </a:lnTo>
                <a:lnTo>
                  <a:pt x="977941" y="116858"/>
                </a:lnTo>
                <a:lnTo>
                  <a:pt x="977425" y="117216"/>
                </a:lnTo>
                <a:lnTo>
                  <a:pt x="976900" y="117570"/>
                </a:lnTo>
                <a:lnTo>
                  <a:pt x="976366" y="117920"/>
                </a:lnTo>
                <a:lnTo>
                  <a:pt x="975823" y="118266"/>
                </a:lnTo>
                <a:lnTo>
                  <a:pt x="975273" y="118602"/>
                </a:lnTo>
                <a:lnTo>
                  <a:pt x="974718" y="118924"/>
                </a:lnTo>
                <a:lnTo>
                  <a:pt x="974160" y="119232"/>
                </a:lnTo>
                <a:lnTo>
                  <a:pt x="973598" y="119525"/>
                </a:lnTo>
                <a:lnTo>
                  <a:pt x="973031" y="119804"/>
                </a:lnTo>
                <a:lnTo>
                  <a:pt x="972461" y="120069"/>
                </a:lnTo>
                <a:lnTo>
                  <a:pt x="971886" y="120320"/>
                </a:lnTo>
                <a:lnTo>
                  <a:pt x="971307" y="120556"/>
                </a:lnTo>
                <a:lnTo>
                  <a:pt x="970724" y="120778"/>
                </a:lnTo>
                <a:lnTo>
                  <a:pt x="970137" y="120985"/>
                </a:lnTo>
                <a:lnTo>
                  <a:pt x="969545" y="121178"/>
                </a:lnTo>
                <a:lnTo>
                  <a:pt x="968950" y="121357"/>
                </a:lnTo>
                <a:lnTo>
                  <a:pt x="968350" y="121522"/>
                </a:lnTo>
                <a:lnTo>
                  <a:pt x="967747" y="121672"/>
                </a:lnTo>
                <a:lnTo>
                  <a:pt x="967139" y="121808"/>
                </a:lnTo>
                <a:lnTo>
                  <a:pt x="966527" y="121930"/>
                </a:lnTo>
                <a:lnTo>
                  <a:pt x="965911" y="122037"/>
                </a:lnTo>
                <a:lnTo>
                  <a:pt x="965290" y="122130"/>
                </a:lnTo>
                <a:lnTo>
                  <a:pt x="964666" y="122209"/>
                </a:lnTo>
                <a:lnTo>
                  <a:pt x="964037" y="122273"/>
                </a:lnTo>
                <a:lnTo>
                  <a:pt x="963405" y="122324"/>
                </a:lnTo>
                <a:lnTo>
                  <a:pt x="962768" y="122359"/>
                </a:lnTo>
                <a:lnTo>
                  <a:pt x="962127" y="122381"/>
                </a:lnTo>
                <a:lnTo>
                  <a:pt x="961482" y="122388"/>
                </a:lnTo>
                <a:lnTo>
                  <a:pt x="960960" y="122382"/>
                </a:lnTo>
                <a:lnTo>
                  <a:pt x="960445" y="122366"/>
                </a:lnTo>
                <a:lnTo>
                  <a:pt x="959939" y="122338"/>
                </a:lnTo>
                <a:lnTo>
                  <a:pt x="959441" y="122300"/>
                </a:lnTo>
                <a:lnTo>
                  <a:pt x="958951" y="122250"/>
                </a:lnTo>
                <a:close/>
                <a:moveTo>
                  <a:pt x="1195930" y="141128"/>
                </a:moveTo>
                <a:lnTo>
                  <a:pt x="1196813" y="141069"/>
                </a:lnTo>
                <a:lnTo>
                  <a:pt x="1197687" y="140997"/>
                </a:lnTo>
                <a:lnTo>
                  <a:pt x="1198552" y="140911"/>
                </a:lnTo>
                <a:lnTo>
                  <a:pt x="1199407" y="140813"/>
                </a:lnTo>
                <a:lnTo>
                  <a:pt x="1200254" y="140701"/>
                </a:lnTo>
                <a:lnTo>
                  <a:pt x="1201092" y="140577"/>
                </a:lnTo>
                <a:lnTo>
                  <a:pt x="1201921" y="140439"/>
                </a:lnTo>
                <a:lnTo>
                  <a:pt x="1202741" y="140288"/>
                </a:lnTo>
                <a:lnTo>
                  <a:pt x="1203552" y="140124"/>
                </a:lnTo>
                <a:lnTo>
                  <a:pt x="1204354" y="139947"/>
                </a:lnTo>
                <a:lnTo>
                  <a:pt x="1205147" y="139756"/>
                </a:lnTo>
                <a:lnTo>
                  <a:pt x="1205931" y="139553"/>
                </a:lnTo>
                <a:lnTo>
                  <a:pt x="1206706" y="139337"/>
                </a:lnTo>
                <a:lnTo>
                  <a:pt x="1207472" y="139107"/>
                </a:lnTo>
                <a:lnTo>
                  <a:pt x="1208229" y="138864"/>
                </a:lnTo>
                <a:lnTo>
                  <a:pt x="1208977" y="138608"/>
                </a:lnTo>
                <a:lnTo>
                  <a:pt x="1209716" y="138339"/>
                </a:lnTo>
                <a:lnTo>
                  <a:pt x="1210446" y="138057"/>
                </a:lnTo>
                <a:lnTo>
                  <a:pt x="1211167" y="137762"/>
                </a:lnTo>
                <a:lnTo>
                  <a:pt x="1211879" y="137453"/>
                </a:lnTo>
                <a:lnTo>
                  <a:pt x="1212583" y="137132"/>
                </a:lnTo>
                <a:lnTo>
                  <a:pt x="1213279" y="136799"/>
                </a:lnTo>
                <a:lnTo>
                  <a:pt x="1213969" y="136453"/>
                </a:lnTo>
                <a:lnTo>
                  <a:pt x="1214651" y="136094"/>
                </a:lnTo>
                <a:lnTo>
                  <a:pt x="1215326" y="135724"/>
                </a:lnTo>
                <a:lnTo>
                  <a:pt x="1215994" y="135341"/>
                </a:lnTo>
                <a:lnTo>
                  <a:pt x="1216655" y="134945"/>
                </a:lnTo>
                <a:lnTo>
                  <a:pt x="1217309" y="134537"/>
                </a:lnTo>
                <a:lnTo>
                  <a:pt x="1217955" y="134117"/>
                </a:lnTo>
                <a:lnTo>
                  <a:pt x="1218595" y="133684"/>
                </a:lnTo>
                <a:lnTo>
                  <a:pt x="1219227" y="133239"/>
                </a:lnTo>
                <a:lnTo>
                  <a:pt x="1219851" y="132781"/>
                </a:lnTo>
                <a:lnTo>
                  <a:pt x="1220469" y="132311"/>
                </a:lnTo>
                <a:lnTo>
                  <a:pt x="1221080" y="131829"/>
                </a:lnTo>
                <a:lnTo>
                  <a:pt x="1221683" y="131334"/>
                </a:lnTo>
                <a:lnTo>
                  <a:pt x="1222279" y="130827"/>
                </a:lnTo>
                <a:lnTo>
                  <a:pt x="1222868" y="130307"/>
                </a:lnTo>
                <a:lnTo>
                  <a:pt x="1223450" y="129775"/>
                </a:lnTo>
                <a:lnTo>
                  <a:pt x="1224024" y="129231"/>
                </a:lnTo>
                <a:lnTo>
                  <a:pt x="1224591" y="128674"/>
                </a:lnTo>
                <a:lnTo>
                  <a:pt x="1225152" y="128105"/>
                </a:lnTo>
                <a:lnTo>
                  <a:pt x="1225704" y="127523"/>
                </a:lnTo>
                <a:lnTo>
                  <a:pt x="1226250" y="126929"/>
                </a:lnTo>
                <a:lnTo>
                  <a:pt x="1226789" y="126323"/>
                </a:lnTo>
                <a:lnTo>
                  <a:pt x="1227617" y="139369"/>
                </a:lnTo>
                <a:lnTo>
                  <a:pt x="1253296" y="139369"/>
                </a:lnTo>
                <a:lnTo>
                  <a:pt x="1253296" y="70726"/>
                </a:lnTo>
                <a:lnTo>
                  <a:pt x="1253290" y="69876"/>
                </a:lnTo>
                <a:lnTo>
                  <a:pt x="1253274" y="69038"/>
                </a:lnTo>
                <a:lnTo>
                  <a:pt x="1253246" y="68212"/>
                </a:lnTo>
                <a:lnTo>
                  <a:pt x="1253207" y="67398"/>
                </a:lnTo>
                <a:lnTo>
                  <a:pt x="1253157" y="66595"/>
                </a:lnTo>
                <a:lnTo>
                  <a:pt x="1253095" y="65804"/>
                </a:lnTo>
                <a:lnTo>
                  <a:pt x="1253023" y="65025"/>
                </a:lnTo>
                <a:lnTo>
                  <a:pt x="1252939" y="64258"/>
                </a:lnTo>
                <a:lnTo>
                  <a:pt x="1252844" y="63503"/>
                </a:lnTo>
                <a:lnTo>
                  <a:pt x="1252739" y="62759"/>
                </a:lnTo>
                <a:lnTo>
                  <a:pt x="1252622" y="62028"/>
                </a:lnTo>
                <a:lnTo>
                  <a:pt x="1252493" y="61308"/>
                </a:lnTo>
                <a:lnTo>
                  <a:pt x="1252354" y="60600"/>
                </a:lnTo>
                <a:lnTo>
                  <a:pt x="1252204" y="59904"/>
                </a:lnTo>
                <a:lnTo>
                  <a:pt x="1252042" y="59220"/>
                </a:lnTo>
                <a:lnTo>
                  <a:pt x="1251869" y="58547"/>
                </a:lnTo>
                <a:lnTo>
                  <a:pt x="1251685" y="57886"/>
                </a:lnTo>
                <a:lnTo>
                  <a:pt x="1251490" y="57238"/>
                </a:lnTo>
                <a:lnTo>
                  <a:pt x="1251284" y="56601"/>
                </a:lnTo>
                <a:lnTo>
                  <a:pt x="1251067" y="55976"/>
                </a:lnTo>
                <a:lnTo>
                  <a:pt x="1250838" y="55362"/>
                </a:lnTo>
                <a:lnTo>
                  <a:pt x="1250599" y="54761"/>
                </a:lnTo>
                <a:lnTo>
                  <a:pt x="1250348" y="54171"/>
                </a:lnTo>
                <a:lnTo>
                  <a:pt x="1250086" y="53593"/>
                </a:lnTo>
                <a:lnTo>
                  <a:pt x="1249814" y="53026"/>
                </a:lnTo>
                <a:lnTo>
                  <a:pt x="1249533" y="52469"/>
                </a:lnTo>
                <a:lnTo>
                  <a:pt x="1249242" y="51922"/>
                </a:lnTo>
                <a:lnTo>
                  <a:pt x="1248943" y="51385"/>
                </a:lnTo>
                <a:lnTo>
                  <a:pt x="1248634" y="50858"/>
                </a:lnTo>
                <a:lnTo>
                  <a:pt x="1248316" y="50341"/>
                </a:lnTo>
                <a:lnTo>
                  <a:pt x="1247989" y="49834"/>
                </a:lnTo>
                <a:lnTo>
                  <a:pt x="1247653" y="49336"/>
                </a:lnTo>
                <a:lnTo>
                  <a:pt x="1247307" y="48849"/>
                </a:lnTo>
                <a:lnTo>
                  <a:pt x="1246953" y="48373"/>
                </a:lnTo>
                <a:lnTo>
                  <a:pt x="1246589" y="47906"/>
                </a:lnTo>
                <a:lnTo>
                  <a:pt x="1246216" y="47449"/>
                </a:lnTo>
                <a:lnTo>
                  <a:pt x="1245834" y="47002"/>
                </a:lnTo>
                <a:lnTo>
                  <a:pt x="1245443" y="46565"/>
                </a:lnTo>
                <a:lnTo>
                  <a:pt x="1245042" y="46138"/>
                </a:lnTo>
                <a:lnTo>
                  <a:pt x="1244633" y="45721"/>
                </a:lnTo>
                <a:lnTo>
                  <a:pt x="1244214" y="45314"/>
                </a:lnTo>
                <a:lnTo>
                  <a:pt x="1243786" y="44917"/>
                </a:lnTo>
                <a:lnTo>
                  <a:pt x="1243349" y="44531"/>
                </a:lnTo>
                <a:lnTo>
                  <a:pt x="1242903" y="44154"/>
                </a:lnTo>
                <a:lnTo>
                  <a:pt x="1242447" y="43787"/>
                </a:lnTo>
                <a:lnTo>
                  <a:pt x="1241983" y="43430"/>
                </a:lnTo>
                <a:lnTo>
                  <a:pt x="1241509" y="43084"/>
                </a:lnTo>
                <a:lnTo>
                  <a:pt x="1241026" y="42747"/>
                </a:lnTo>
                <a:lnTo>
                  <a:pt x="1240535" y="42419"/>
                </a:lnTo>
                <a:lnTo>
                  <a:pt x="1240036" y="42100"/>
                </a:lnTo>
                <a:lnTo>
                  <a:pt x="1239530" y="41788"/>
                </a:lnTo>
                <a:lnTo>
                  <a:pt x="1239017" y="41485"/>
                </a:lnTo>
                <a:lnTo>
                  <a:pt x="1238496" y="41190"/>
                </a:lnTo>
                <a:lnTo>
                  <a:pt x="1237968" y="40903"/>
                </a:lnTo>
                <a:lnTo>
                  <a:pt x="1237433" y="40624"/>
                </a:lnTo>
                <a:lnTo>
                  <a:pt x="1236890" y="40354"/>
                </a:lnTo>
                <a:lnTo>
                  <a:pt x="1236340" y="40091"/>
                </a:lnTo>
                <a:lnTo>
                  <a:pt x="1235782" y="39837"/>
                </a:lnTo>
                <a:lnTo>
                  <a:pt x="1235217" y="39591"/>
                </a:lnTo>
                <a:lnTo>
                  <a:pt x="1234645" y="39354"/>
                </a:lnTo>
                <a:lnTo>
                  <a:pt x="1234065" y="39124"/>
                </a:lnTo>
                <a:lnTo>
                  <a:pt x="1233478" y="38903"/>
                </a:lnTo>
                <a:lnTo>
                  <a:pt x="1232884" y="38690"/>
                </a:lnTo>
                <a:lnTo>
                  <a:pt x="1232282" y="38485"/>
                </a:lnTo>
                <a:lnTo>
                  <a:pt x="1231673" y="38288"/>
                </a:lnTo>
                <a:lnTo>
                  <a:pt x="1231057" y="38099"/>
                </a:lnTo>
                <a:lnTo>
                  <a:pt x="1230433" y="37919"/>
                </a:lnTo>
                <a:lnTo>
                  <a:pt x="1229802" y="37747"/>
                </a:lnTo>
                <a:lnTo>
                  <a:pt x="1229163" y="37583"/>
                </a:lnTo>
                <a:lnTo>
                  <a:pt x="1228517" y="37427"/>
                </a:lnTo>
                <a:lnTo>
                  <a:pt x="1227864" y="37279"/>
                </a:lnTo>
                <a:lnTo>
                  <a:pt x="1227203" y="37140"/>
                </a:lnTo>
                <a:lnTo>
                  <a:pt x="1226536" y="37007"/>
                </a:lnTo>
                <a:lnTo>
                  <a:pt x="1225863" y="36880"/>
                </a:lnTo>
                <a:lnTo>
                  <a:pt x="1225184" y="36759"/>
                </a:lnTo>
                <a:lnTo>
                  <a:pt x="1224499" y="36643"/>
                </a:lnTo>
                <a:lnTo>
                  <a:pt x="1223809" y="36533"/>
                </a:lnTo>
                <a:lnTo>
                  <a:pt x="1223113" y="36429"/>
                </a:lnTo>
                <a:lnTo>
                  <a:pt x="1222411" y="36330"/>
                </a:lnTo>
                <a:lnTo>
                  <a:pt x="1221704" y="36237"/>
                </a:lnTo>
                <a:lnTo>
                  <a:pt x="1220990" y="36150"/>
                </a:lnTo>
                <a:lnTo>
                  <a:pt x="1220271" y="36068"/>
                </a:lnTo>
                <a:lnTo>
                  <a:pt x="1219547" y="35992"/>
                </a:lnTo>
                <a:lnTo>
                  <a:pt x="1218816" y="35921"/>
                </a:lnTo>
                <a:lnTo>
                  <a:pt x="1218080" y="35857"/>
                </a:lnTo>
                <a:lnTo>
                  <a:pt x="1217338" y="35797"/>
                </a:lnTo>
                <a:lnTo>
                  <a:pt x="1216590" y="35744"/>
                </a:lnTo>
                <a:lnTo>
                  <a:pt x="1215836" y="35696"/>
                </a:lnTo>
                <a:lnTo>
                  <a:pt x="1215077" y="35653"/>
                </a:lnTo>
                <a:lnTo>
                  <a:pt x="1214312" y="35617"/>
                </a:lnTo>
                <a:lnTo>
                  <a:pt x="1213541" y="35586"/>
                </a:lnTo>
                <a:lnTo>
                  <a:pt x="1212764" y="35560"/>
                </a:lnTo>
                <a:lnTo>
                  <a:pt x="1211982" y="35541"/>
                </a:lnTo>
                <a:lnTo>
                  <a:pt x="1211194" y="35527"/>
                </a:lnTo>
                <a:lnTo>
                  <a:pt x="1210400" y="35518"/>
                </a:lnTo>
                <a:lnTo>
                  <a:pt x="1209601" y="35515"/>
                </a:lnTo>
                <a:lnTo>
                  <a:pt x="1208510" y="35521"/>
                </a:lnTo>
                <a:lnTo>
                  <a:pt x="1207431" y="35539"/>
                </a:lnTo>
                <a:lnTo>
                  <a:pt x="1206363" y="35568"/>
                </a:lnTo>
                <a:lnTo>
                  <a:pt x="1205305" y="35608"/>
                </a:lnTo>
                <a:lnTo>
                  <a:pt x="1204259" y="35661"/>
                </a:lnTo>
                <a:lnTo>
                  <a:pt x="1203223" y="35725"/>
                </a:lnTo>
                <a:lnTo>
                  <a:pt x="1202198" y="35801"/>
                </a:lnTo>
                <a:lnTo>
                  <a:pt x="1201185" y="35888"/>
                </a:lnTo>
                <a:lnTo>
                  <a:pt x="1200182" y="35987"/>
                </a:lnTo>
                <a:lnTo>
                  <a:pt x="1199191" y="36098"/>
                </a:lnTo>
                <a:lnTo>
                  <a:pt x="1198210" y="36220"/>
                </a:lnTo>
                <a:lnTo>
                  <a:pt x="1197240" y="36354"/>
                </a:lnTo>
                <a:lnTo>
                  <a:pt x="1196281" y="36500"/>
                </a:lnTo>
                <a:lnTo>
                  <a:pt x="1195334" y="36657"/>
                </a:lnTo>
                <a:lnTo>
                  <a:pt x="1194397" y="36826"/>
                </a:lnTo>
                <a:lnTo>
                  <a:pt x="1193471" y="37007"/>
                </a:lnTo>
                <a:lnTo>
                  <a:pt x="1192556" y="37199"/>
                </a:lnTo>
                <a:lnTo>
                  <a:pt x="1191652" y="37403"/>
                </a:lnTo>
                <a:lnTo>
                  <a:pt x="1190759" y="37618"/>
                </a:lnTo>
                <a:lnTo>
                  <a:pt x="1189877" y="37845"/>
                </a:lnTo>
                <a:lnTo>
                  <a:pt x="1189006" y="38084"/>
                </a:lnTo>
                <a:lnTo>
                  <a:pt x="1188146" y="38335"/>
                </a:lnTo>
                <a:lnTo>
                  <a:pt x="1187297" y="38597"/>
                </a:lnTo>
                <a:lnTo>
                  <a:pt x="1186459" y="38871"/>
                </a:lnTo>
                <a:lnTo>
                  <a:pt x="1185634" y="39158"/>
                </a:lnTo>
                <a:lnTo>
                  <a:pt x="1184824" y="39460"/>
                </a:lnTo>
                <a:lnTo>
                  <a:pt x="1184029" y="39777"/>
                </a:lnTo>
                <a:lnTo>
                  <a:pt x="1183249" y="40109"/>
                </a:lnTo>
                <a:lnTo>
                  <a:pt x="1182484" y="40456"/>
                </a:lnTo>
                <a:lnTo>
                  <a:pt x="1181735" y="40817"/>
                </a:lnTo>
                <a:lnTo>
                  <a:pt x="1181000" y="41194"/>
                </a:lnTo>
                <a:lnTo>
                  <a:pt x="1180281" y="41586"/>
                </a:lnTo>
                <a:lnTo>
                  <a:pt x="1179576" y="41992"/>
                </a:lnTo>
                <a:lnTo>
                  <a:pt x="1178887" y="42414"/>
                </a:lnTo>
                <a:lnTo>
                  <a:pt x="1178213" y="42851"/>
                </a:lnTo>
                <a:lnTo>
                  <a:pt x="1177554" y="43302"/>
                </a:lnTo>
                <a:lnTo>
                  <a:pt x="1176910" y="43768"/>
                </a:lnTo>
                <a:lnTo>
                  <a:pt x="1176281" y="44250"/>
                </a:lnTo>
                <a:lnTo>
                  <a:pt x="1175668" y="44746"/>
                </a:lnTo>
                <a:lnTo>
                  <a:pt x="1175069" y="45257"/>
                </a:lnTo>
                <a:lnTo>
                  <a:pt x="1174486" y="45783"/>
                </a:lnTo>
                <a:lnTo>
                  <a:pt x="1173917" y="46325"/>
                </a:lnTo>
                <a:lnTo>
                  <a:pt x="1173364" y="46881"/>
                </a:lnTo>
                <a:lnTo>
                  <a:pt x="1172826" y="47452"/>
                </a:lnTo>
                <a:lnTo>
                  <a:pt x="1172302" y="48038"/>
                </a:lnTo>
                <a:lnTo>
                  <a:pt x="1171794" y="48639"/>
                </a:lnTo>
                <a:lnTo>
                  <a:pt x="1171302" y="49254"/>
                </a:lnTo>
                <a:lnTo>
                  <a:pt x="1170824" y="49885"/>
                </a:lnTo>
                <a:lnTo>
                  <a:pt x="1170363" y="50533"/>
                </a:lnTo>
                <a:lnTo>
                  <a:pt x="1169922" y="51199"/>
                </a:lnTo>
                <a:lnTo>
                  <a:pt x="1169501" y="51884"/>
                </a:lnTo>
                <a:lnTo>
                  <a:pt x="1169099" y="52588"/>
                </a:lnTo>
                <a:lnTo>
                  <a:pt x="1168717" y="53312"/>
                </a:lnTo>
                <a:lnTo>
                  <a:pt x="1168355" y="54054"/>
                </a:lnTo>
                <a:lnTo>
                  <a:pt x="1168012" y="54815"/>
                </a:lnTo>
                <a:lnTo>
                  <a:pt x="1167689" y="55595"/>
                </a:lnTo>
                <a:lnTo>
                  <a:pt x="1167385" y="56394"/>
                </a:lnTo>
                <a:lnTo>
                  <a:pt x="1167101" y="57211"/>
                </a:lnTo>
                <a:lnTo>
                  <a:pt x="1166836" y="58048"/>
                </a:lnTo>
                <a:lnTo>
                  <a:pt x="1166591" y="58904"/>
                </a:lnTo>
                <a:lnTo>
                  <a:pt x="1166366" y="59778"/>
                </a:lnTo>
                <a:lnTo>
                  <a:pt x="1166160" y="60672"/>
                </a:lnTo>
                <a:lnTo>
                  <a:pt x="1165974" y="61585"/>
                </a:lnTo>
                <a:lnTo>
                  <a:pt x="1165808" y="62516"/>
                </a:lnTo>
                <a:lnTo>
                  <a:pt x="1165661" y="63466"/>
                </a:lnTo>
                <a:lnTo>
                  <a:pt x="1165533" y="64436"/>
                </a:lnTo>
                <a:lnTo>
                  <a:pt x="1165426" y="65424"/>
                </a:lnTo>
                <a:lnTo>
                  <a:pt x="1165337" y="66431"/>
                </a:lnTo>
                <a:lnTo>
                  <a:pt x="1165269" y="67457"/>
                </a:lnTo>
                <a:lnTo>
                  <a:pt x="1165220" y="68502"/>
                </a:lnTo>
                <a:lnTo>
                  <a:pt x="1165190" y="69566"/>
                </a:lnTo>
                <a:lnTo>
                  <a:pt x="1165181" y="70649"/>
                </a:lnTo>
                <a:lnTo>
                  <a:pt x="1190859" y="70649"/>
                </a:lnTo>
                <a:lnTo>
                  <a:pt x="1190869" y="69913"/>
                </a:lnTo>
                <a:lnTo>
                  <a:pt x="1190896" y="69194"/>
                </a:lnTo>
                <a:lnTo>
                  <a:pt x="1190942" y="68493"/>
                </a:lnTo>
                <a:lnTo>
                  <a:pt x="1191006" y="67808"/>
                </a:lnTo>
                <a:lnTo>
                  <a:pt x="1191089" y="67141"/>
                </a:lnTo>
                <a:lnTo>
                  <a:pt x="1191189" y="66491"/>
                </a:lnTo>
                <a:lnTo>
                  <a:pt x="1191309" y="65858"/>
                </a:lnTo>
                <a:lnTo>
                  <a:pt x="1191446" y="65243"/>
                </a:lnTo>
                <a:lnTo>
                  <a:pt x="1191602" y="64644"/>
                </a:lnTo>
                <a:lnTo>
                  <a:pt x="1191776" y="64063"/>
                </a:lnTo>
                <a:lnTo>
                  <a:pt x="1191969" y="63499"/>
                </a:lnTo>
                <a:lnTo>
                  <a:pt x="1192180" y="62952"/>
                </a:lnTo>
                <a:lnTo>
                  <a:pt x="1192409" y="62422"/>
                </a:lnTo>
                <a:lnTo>
                  <a:pt x="1192656" y="61909"/>
                </a:lnTo>
                <a:lnTo>
                  <a:pt x="1192922" y="61414"/>
                </a:lnTo>
                <a:lnTo>
                  <a:pt x="1193206" y="60936"/>
                </a:lnTo>
                <a:lnTo>
                  <a:pt x="1193509" y="60475"/>
                </a:lnTo>
                <a:lnTo>
                  <a:pt x="1193830" y="60031"/>
                </a:lnTo>
                <a:lnTo>
                  <a:pt x="1194169" y="59604"/>
                </a:lnTo>
                <a:lnTo>
                  <a:pt x="1194527" y="59195"/>
                </a:lnTo>
                <a:lnTo>
                  <a:pt x="1194902" y="58802"/>
                </a:lnTo>
                <a:lnTo>
                  <a:pt x="1195297" y="58427"/>
                </a:lnTo>
                <a:lnTo>
                  <a:pt x="1195709" y="58069"/>
                </a:lnTo>
                <a:lnTo>
                  <a:pt x="1196140" y="57729"/>
                </a:lnTo>
                <a:lnTo>
                  <a:pt x="1196585" y="57403"/>
                </a:lnTo>
                <a:lnTo>
                  <a:pt x="1197040" y="57091"/>
                </a:lnTo>
                <a:lnTo>
                  <a:pt x="1197506" y="56793"/>
                </a:lnTo>
                <a:lnTo>
                  <a:pt x="1197981" y="56509"/>
                </a:lnTo>
                <a:lnTo>
                  <a:pt x="1198466" y="56239"/>
                </a:lnTo>
                <a:lnTo>
                  <a:pt x="1198962" y="55983"/>
                </a:lnTo>
                <a:lnTo>
                  <a:pt x="1199467" y="55741"/>
                </a:lnTo>
                <a:lnTo>
                  <a:pt x="1199983" y="55512"/>
                </a:lnTo>
                <a:lnTo>
                  <a:pt x="1200508" y="55297"/>
                </a:lnTo>
                <a:lnTo>
                  <a:pt x="1201044" y="55096"/>
                </a:lnTo>
                <a:lnTo>
                  <a:pt x="1201590" y="54909"/>
                </a:lnTo>
                <a:lnTo>
                  <a:pt x="1202146" y="54736"/>
                </a:lnTo>
                <a:lnTo>
                  <a:pt x="1202711" y="54577"/>
                </a:lnTo>
                <a:lnTo>
                  <a:pt x="1203287" y="54432"/>
                </a:lnTo>
                <a:lnTo>
                  <a:pt x="1203873" y="54300"/>
                </a:lnTo>
                <a:lnTo>
                  <a:pt x="1204470" y="54182"/>
                </a:lnTo>
                <a:lnTo>
                  <a:pt x="1205076" y="54078"/>
                </a:lnTo>
                <a:lnTo>
                  <a:pt x="1205692" y="53988"/>
                </a:lnTo>
                <a:lnTo>
                  <a:pt x="1206318" y="53912"/>
                </a:lnTo>
                <a:lnTo>
                  <a:pt x="1206955" y="53850"/>
                </a:lnTo>
                <a:lnTo>
                  <a:pt x="1207601" y="53801"/>
                </a:lnTo>
                <a:lnTo>
                  <a:pt x="1208257" y="53767"/>
                </a:lnTo>
                <a:lnTo>
                  <a:pt x="1208924" y="53746"/>
                </a:lnTo>
                <a:lnTo>
                  <a:pt x="1209601" y="53739"/>
                </a:lnTo>
                <a:lnTo>
                  <a:pt x="1210217" y="53745"/>
                </a:lnTo>
                <a:lnTo>
                  <a:pt x="1210824" y="53765"/>
                </a:lnTo>
                <a:lnTo>
                  <a:pt x="1211422" y="53797"/>
                </a:lnTo>
                <a:lnTo>
                  <a:pt x="1212009" y="53843"/>
                </a:lnTo>
                <a:lnTo>
                  <a:pt x="1212588" y="53901"/>
                </a:lnTo>
                <a:lnTo>
                  <a:pt x="1213157" y="53973"/>
                </a:lnTo>
                <a:lnTo>
                  <a:pt x="1213716" y="54057"/>
                </a:lnTo>
                <a:lnTo>
                  <a:pt x="1214266" y="54154"/>
                </a:lnTo>
                <a:lnTo>
                  <a:pt x="1214806" y="54265"/>
                </a:lnTo>
                <a:lnTo>
                  <a:pt x="1215337" y="54388"/>
                </a:lnTo>
                <a:lnTo>
                  <a:pt x="1215858" y="54525"/>
                </a:lnTo>
                <a:lnTo>
                  <a:pt x="1216370" y="54674"/>
                </a:lnTo>
                <a:lnTo>
                  <a:pt x="1216872" y="54836"/>
                </a:lnTo>
                <a:lnTo>
                  <a:pt x="1217365" y="55012"/>
                </a:lnTo>
                <a:lnTo>
                  <a:pt x="1217848" y="55200"/>
                </a:lnTo>
                <a:lnTo>
                  <a:pt x="1218321" y="55401"/>
                </a:lnTo>
                <a:lnTo>
                  <a:pt x="1218785" y="55616"/>
                </a:lnTo>
                <a:lnTo>
                  <a:pt x="1219240" y="55843"/>
                </a:lnTo>
                <a:lnTo>
                  <a:pt x="1219685" y="56083"/>
                </a:lnTo>
                <a:lnTo>
                  <a:pt x="1220120" y="56336"/>
                </a:lnTo>
                <a:lnTo>
                  <a:pt x="1220546" y="56603"/>
                </a:lnTo>
                <a:lnTo>
                  <a:pt x="1220963" y="56882"/>
                </a:lnTo>
                <a:lnTo>
                  <a:pt x="1221370" y="57174"/>
                </a:lnTo>
                <a:lnTo>
                  <a:pt x="1221767" y="57479"/>
                </a:lnTo>
                <a:lnTo>
                  <a:pt x="1222151" y="57802"/>
                </a:lnTo>
                <a:lnTo>
                  <a:pt x="1222519" y="58147"/>
                </a:lnTo>
                <a:lnTo>
                  <a:pt x="1222871" y="58515"/>
                </a:lnTo>
                <a:lnTo>
                  <a:pt x="1223207" y="58904"/>
                </a:lnTo>
                <a:lnTo>
                  <a:pt x="1223525" y="59316"/>
                </a:lnTo>
                <a:lnTo>
                  <a:pt x="1223828" y="59750"/>
                </a:lnTo>
                <a:lnTo>
                  <a:pt x="1224114" y="60207"/>
                </a:lnTo>
                <a:lnTo>
                  <a:pt x="1224384" y="60686"/>
                </a:lnTo>
                <a:lnTo>
                  <a:pt x="1224638" y="61187"/>
                </a:lnTo>
                <a:lnTo>
                  <a:pt x="1224875" y="61710"/>
                </a:lnTo>
                <a:lnTo>
                  <a:pt x="1225096" y="62255"/>
                </a:lnTo>
                <a:lnTo>
                  <a:pt x="1225300" y="62823"/>
                </a:lnTo>
                <a:lnTo>
                  <a:pt x="1225488" y="63413"/>
                </a:lnTo>
                <a:lnTo>
                  <a:pt x="1225660" y="64026"/>
                </a:lnTo>
                <a:lnTo>
                  <a:pt x="1225816" y="64660"/>
                </a:lnTo>
                <a:lnTo>
                  <a:pt x="1225955" y="65317"/>
                </a:lnTo>
                <a:lnTo>
                  <a:pt x="1226077" y="65996"/>
                </a:lnTo>
                <a:lnTo>
                  <a:pt x="1226184" y="66698"/>
                </a:lnTo>
                <a:lnTo>
                  <a:pt x="1226274" y="67421"/>
                </a:lnTo>
                <a:lnTo>
                  <a:pt x="1226347" y="68167"/>
                </a:lnTo>
                <a:lnTo>
                  <a:pt x="1226405" y="68935"/>
                </a:lnTo>
                <a:lnTo>
                  <a:pt x="1226445" y="69726"/>
                </a:lnTo>
                <a:lnTo>
                  <a:pt x="1226470" y="70539"/>
                </a:lnTo>
                <a:lnTo>
                  <a:pt x="1226478" y="71374"/>
                </a:lnTo>
                <a:lnTo>
                  <a:pt x="1226478" y="76929"/>
                </a:lnTo>
                <a:lnTo>
                  <a:pt x="1224821" y="76968"/>
                </a:lnTo>
                <a:lnTo>
                  <a:pt x="1223182" y="77014"/>
                </a:lnTo>
                <a:lnTo>
                  <a:pt x="1221559" y="77067"/>
                </a:lnTo>
                <a:lnTo>
                  <a:pt x="1219954" y="77128"/>
                </a:lnTo>
                <a:lnTo>
                  <a:pt x="1218365" y="77196"/>
                </a:lnTo>
                <a:lnTo>
                  <a:pt x="1216794" y="77272"/>
                </a:lnTo>
                <a:lnTo>
                  <a:pt x="1215239" y="77355"/>
                </a:lnTo>
                <a:lnTo>
                  <a:pt x="1213702" y="77446"/>
                </a:lnTo>
                <a:lnTo>
                  <a:pt x="1212182" y="77544"/>
                </a:lnTo>
                <a:lnTo>
                  <a:pt x="1210679" y="77650"/>
                </a:lnTo>
                <a:lnTo>
                  <a:pt x="1209193" y="77763"/>
                </a:lnTo>
                <a:lnTo>
                  <a:pt x="1207724" y="77883"/>
                </a:lnTo>
                <a:lnTo>
                  <a:pt x="1206272" y="78011"/>
                </a:lnTo>
                <a:lnTo>
                  <a:pt x="1204837" y="78146"/>
                </a:lnTo>
                <a:lnTo>
                  <a:pt x="1203420" y="78289"/>
                </a:lnTo>
                <a:lnTo>
                  <a:pt x="1202019" y="78439"/>
                </a:lnTo>
                <a:lnTo>
                  <a:pt x="1200635" y="78597"/>
                </a:lnTo>
                <a:lnTo>
                  <a:pt x="1199269" y="78762"/>
                </a:lnTo>
                <a:lnTo>
                  <a:pt x="1197920" y="78935"/>
                </a:lnTo>
                <a:lnTo>
                  <a:pt x="1196587" y="79115"/>
                </a:lnTo>
                <a:lnTo>
                  <a:pt x="1195272" y="79302"/>
                </a:lnTo>
                <a:lnTo>
                  <a:pt x="1193974" y="79497"/>
                </a:lnTo>
                <a:lnTo>
                  <a:pt x="1192693" y="79700"/>
                </a:lnTo>
                <a:lnTo>
                  <a:pt x="1191429" y="79909"/>
                </a:lnTo>
                <a:lnTo>
                  <a:pt x="1190185" y="80131"/>
                </a:lnTo>
                <a:lnTo>
                  <a:pt x="1188964" y="80368"/>
                </a:lnTo>
                <a:lnTo>
                  <a:pt x="1187767" y="80622"/>
                </a:lnTo>
                <a:lnTo>
                  <a:pt x="1186593" y="80891"/>
                </a:lnTo>
                <a:lnTo>
                  <a:pt x="1185441" y="81177"/>
                </a:lnTo>
                <a:lnTo>
                  <a:pt x="1184313" y="81478"/>
                </a:lnTo>
                <a:lnTo>
                  <a:pt x="1183209" y="81796"/>
                </a:lnTo>
                <a:lnTo>
                  <a:pt x="1182127" y="82129"/>
                </a:lnTo>
                <a:lnTo>
                  <a:pt x="1181069" y="82478"/>
                </a:lnTo>
                <a:lnTo>
                  <a:pt x="1180034" y="82844"/>
                </a:lnTo>
                <a:lnTo>
                  <a:pt x="1179022" y="83225"/>
                </a:lnTo>
                <a:lnTo>
                  <a:pt x="1178033" y="83622"/>
                </a:lnTo>
                <a:lnTo>
                  <a:pt x="1177067" y="84036"/>
                </a:lnTo>
                <a:lnTo>
                  <a:pt x="1176125" y="84465"/>
                </a:lnTo>
                <a:lnTo>
                  <a:pt x="1175206" y="84910"/>
                </a:lnTo>
                <a:lnTo>
                  <a:pt x="1174310" y="85371"/>
                </a:lnTo>
                <a:lnTo>
                  <a:pt x="1173437" y="85848"/>
                </a:lnTo>
                <a:lnTo>
                  <a:pt x="1172587" y="86342"/>
                </a:lnTo>
                <a:lnTo>
                  <a:pt x="1171761" y="86851"/>
                </a:lnTo>
                <a:lnTo>
                  <a:pt x="1170958" y="87376"/>
                </a:lnTo>
                <a:lnTo>
                  <a:pt x="1170177" y="87917"/>
                </a:lnTo>
                <a:lnTo>
                  <a:pt x="1169421" y="88474"/>
                </a:lnTo>
                <a:lnTo>
                  <a:pt x="1168687" y="89047"/>
                </a:lnTo>
                <a:lnTo>
                  <a:pt x="1167976" y="89636"/>
                </a:lnTo>
                <a:lnTo>
                  <a:pt x="1167292" y="90245"/>
                </a:lnTo>
                <a:lnTo>
                  <a:pt x="1166637" y="90878"/>
                </a:lnTo>
                <a:lnTo>
                  <a:pt x="1166011" y="91535"/>
                </a:lnTo>
                <a:lnTo>
                  <a:pt x="1165414" y="92216"/>
                </a:lnTo>
                <a:lnTo>
                  <a:pt x="1164846" y="92921"/>
                </a:lnTo>
                <a:lnTo>
                  <a:pt x="1164307" y="93651"/>
                </a:lnTo>
                <a:lnTo>
                  <a:pt x="1163797" y="94405"/>
                </a:lnTo>
                <a:lnTo>
                  <a:pt x="1163317" y="95182"/>
                </a:lnTo>
                <a:lnTo>
                  <a:pt x="1162866" y="95984"/>
                </a:lnTo>
                <a:lnTo>
                  <a:pt x="1162443" y="96810"/>
                </a:lnTo>
                <a:lnTo>
                  <a:pt x="1162050" y="97661"/>
                </a:lnTo>
                <a:lnTo>
                  <a:pt x="1161686" y="98535"/>
                </a:lnTo>
                <a:lnTo>
                  <a:pt x="1161351" y="99434"/>
                </a:lnTo>
                <a:lnTo>
                  <a:pt x="1161045" y="100356"/>
                </a:lnTo>
                <a:lnTo>
                  <a:pt x="1160769" y="101303"/>
                </a:lnTo>
                <a:lnTo>
                  <a:pt x="1160521" y="102274"/>
                </a:lnTo>
                <a:lnTo>
                  <a:pt x="1160303" y="103269"/>
                </a:lnTo>
                <a:lnTo>
                  <a:pt x="1160114" y="104288"/>
                </a:lnTo>
                <a:lnTo>
                  <a:pt x="1159953" y="105332"/>
                </a:lnTo>
                <a:lnTo>
                  <a:pt x="1159822" y="106399"/>
                </a:lnTo>
                <a:lnTo>
                  <a:pt x="1159720" y="107491"/>
                </a:lnTo>
                <a:lnTo>
                  <a:pt x="1159648" y="108607"/>
                </a:lnTo>
                <a:lnTo>
                  <a:pt x="1159604" y="109747"/>
                </a:lnTo>
                <a:lnTo>
                  <a:pt x="1159589" y="110911"/>
                </a:lnTo>
                <a:lnTo>
                  <a:pt x="1159597" y="111750"/>
                </a:lnTo>
                <a:lnTo>
                  <a:pt x="1159621" y="112577"/>
                </a:lnTo>
                <a:lnTo>
                  <a:pt x="1159661" y="113393"/>
                </a:lnTo>
                <a:lnTo>
                  <a:pt x="1159717" y="114197"/>
                </a:lnTo>
                <a:lnTo>
                  <a:pt x="1159789" y="114989"/>
                </a:lnTo>
                <a:lnTo>
                  <a:pt x="1159877" y="115769"/>
                </a:lnTo>
                <a:lnTo>
                  <a:pt x="1159981" y="116538"/>
                </a:lnTo>
                <a:lnTo>
                  <a:pt x="1160101" y="117294"/>
                </a:lnTo>
                <a:lnTo>
                  <a:pt x="1160237" y="118039"/>
                </a:lnTo>
                <a:lnTo>
                  <a:pt x="1160389" y="118772"/>
                </a:lnTo>
                <a:lnTo>
                  <a:pt x="1160557" y="119493"/>
                </a:lnTo>
                <a:lnTo>
                  <a:pt x="1160741" y="120203"/>
                </a:lnTo>
                <a:lnTo>
                  <a:pt x="1160941" y="120901"/>
                </a:lnTo>
                <a:lnTo>
                  <a:pt x="1161157" y="121587"/>
                </a:lnTo>
                <a:lnTo>
                  <a:pt x="1161389" y="122261"/>
                </a:lnTo>
                <a:lnTo>
                  <a:pt x="1161637" y="122923"/>
                </a:lnTo>
                <a:lnTo>
                  <a:pt x="1161901" y="123574"/>
                </a:lnTo>
                <a:lnTo>
                  <a:pt x="1162181" y="124213"/>
                </a:lnTo>
                <a:lnTo>
                  <a:pt x="1162477" y="124840"/>
                </a:lnTo>
                <a:lnTo>
                  <a:pt x="1162789" y="125455"/>
                </a:lnTo>
                <a:lnTo>
                  <a:pt x="1163117" y="126058"/>
                </a:lnTo>
                <a:lnTo>
                  <a:pt x="1163461" y="126650"/>
                </a:lnTo>
                <a:lnTo>
                  <a:pt x="1163821" y="127230"/>
                </a:lnTo>
                <a:lnTo>
                  <a:pt x="1164197" y="127798"/>
                </a:lnTo>
                <a:lnTo>
                  <a:pt x="1164586" y="128354"/>
                </a:lnTo>
                <a:lnTo>
                  <a:pt x="1164985" y="128898"/>
                </a:lnTo>
                <a:lnTo>
                  <a:pt x="1165393" y="129431"/>
                </a:lnTo>
                <a:lnTo>
                  <a:pt x="1165812" y="129951"/>
                </a:lnTo>
                <a:lnTo>
                  <a:pt x="1166240" y="130460"/>
                </a:lnTo>
                <a:lnTo>
                  <a:pt x="1166679" y="130957"/>
                </a:lnTo>
                <a:lnTo>
                  <a:pt x="1167127" y="131443"/>
                </a:lnTo>
                <a:lnTo>
                  <a:pt x="1167585" y="131916"/>
                </a:lnTo>
                <a:lnTo>
                  <a:pt x="1168053" y="132378"/>
                </a:lnTo>
                <a:lnTo>
                  <a:pt x="1168531" y="132828"/>
                </a:lnTo>
                <a:lnTo>
                  <a:pt x="1169019" y="133266"/>
                </a:lnTo>
                <a:lnTo>
                  <a:pt x="1169517" y="133692"/>
                </a:lnTo>
                <a:lnTo>
                  <a:pt x="1170024" y="134106"/>
                </a:lnTo>
                <a:lnTo>
                  <a:pt x="1170542" y="134509"/>
                </a:lnTo>
                <a:lnTo>
                  <a:pt x="1171069" y="134900"/>
                </a:lnTo>
                <a:lnTo>
                  <a:pt x="1171606" y="135279"/>
                </a:lnTo>
                <a:lnTo>
                  <a:pt x="1172153" y="135646"/>
                </a:lnTo>
                <a:lnTo>
                  <a:pt x="1172710" y="136002"/>
                </a:lnTo>
                <a:lnTo>
                  <a:pt x="1173277" y="136346"/>
                </a:lnTo>
                <a:lnTo>
                  <a:pt x="1173854" y="136677"/>
                </a:lnTo>
                <a:lnTo>
                  <a:pt x="1174441" y="136998"/>
                </a:lnTo>
                <a:lnTo>
                  <a:pt x="1175037" y="137306"/>
                </a:lnTo>
                <a:lnTo>
                  <a:pt x="1175643" y="137602"/>
                </a:lnTo>
                <a:lnTo>
                  <a:pt x="1176260" y="137887"/>
                </a:lnTo>
                <a:lnTo>
                  <a:pt x="1176883" y="138160"/>
                </a:lnTo>
                <a:lnTo>
                  <a:pt x="1177510" y="138421"/>
                </a:lnTo>
                <a:lnTo>
                  <a:pt x="1178141" y="138671"/>
                </a:lnTo>
                <a:lnTo>
                  <a:pt x="1178776" y="138909"/>
                </a:lnTo>
                <a:lnTo>
                  <a:pt x="1179416" y="139136"/>
                </a:lnTo>
                <a:lnTo>
                  <a:pt x="1180059" y="139351"/>
                </a:lnTo>
                <a:lnTo>
                  <a:pt x="1180705" y="139554"/>
                </a:lnTo>
                <a:lnTo>
                  <a:pt x="1181356" y="139746"/>
                </a:lnTo>
                <a:lnTo>
                  <a:pt x="1182011" y="139926"/>
                </a:lnTo>
                <a:lnTo>
                  <a:pt x="1182670" y="140094"/>
                </a:lnTo>
                <a:lnTo>
                  <a:pt x="1183333" y="140251"/>
                </a:lnTo>
                <a:lnTo>
                  <a:pt x="1184000" y="140396"/>
                </a:lnTo>
                <a:lnTo>
                  <a:pt x="1184670" y="140530"/>
                </a:lnTo>
                <a:lnTo>
                  <a:pt x="1185345" y="140652"/>
                </a:lnTo>
                <a:lnTo>
                  <a:pt x="1186024" y="140762"/>
                </a:lnTo>
                <a:lnTo>
                  <a:pt x="1186706" y="140861"/>
                </a:lnTo>
                <a:lnTo>
                  <a:pt x="1187393" y="140948"/>
                </a:lnTo>
                <a:lnTo>
                  <a:pt x="1188083" y="141024"/>
                </a:lnTo>
                <a:lnTo>
                  <a:pt x="1188778" y="141088"/>
                </a:lnTo>
                <a:lnTo>
                  <a:pt x="1189476" y="141140"/>
                </a:lnTo>
                <a:lnTo>
                  <a:pt x="1190178" y="141180"/>
                </a:lnTo>
                <a:lnTo>
                  <a:pt x="1190885" y="141210"/>
                </a:lnTo>
                <a:lnTo>
                  <a:pt x="1191595" y="141227"/>
                </a:lnTo>
                <a:lnTo>
                  <a:pt x="1192309" y="141233"/>
                </a:lnTo>
                <a:lnTo>
                  <a:pt x="1193228" y="141226"/>
                </a:lnTo>
                <a:lnTo>
                  <a:pt x="1194138" y="141207"/>
                </a:lnTo>
                <a:lnTo>
                  <a:pt x="1195038" y="141174"/>
                </a:lnTo>
                <a:lnTo>
                  <a:pt x="1195930" y="141128"/>
                </a:lnTo>
                <a:close/>
                <a:moveTo>
                  <a:pt x="1199277" y="122300"/>
                </a:moveTo>
                <a:lnTo>
                  <a:pt x="1198787" y="122250"/>
                </a:lnTo>
                <a:lnTo>
                  <a:pt x="1198305" y="122190"/>
                </a:lnTo>
                <a:lnTo>
                  <a:pt x="1197831" y="122118"/>
                </a:lnTo>
                <a:lnTo>
                  <a:pt x="1197365" y="122036"/>
                </a:lnTo>
                <a:lnTo>
                  <a:pt x="1196908" y="121942"/>
                </a:lnTo>
                <a:lnTo>
                  <a:pt x="1196458" y="121837"/>
                </a:lnTo>
                <a:lnTo>
                  <a:pt x="1196017" y="121722"/>
                </a:lnTo>
                <a:lnTo>
                  <a:pt x="1195584" y="121595"/>
                </a:lnTo>
                <a:lnTo>
                  <a:pt x="1195158" y="121458"/>
                </a:lnTo>
                <a:lnTo>
                  <a:pt x="1194741" y="121309"/>
                </a:lnTo>
                <a:lnTo>
                  <a:pt x="1194332" y="121149"/>
                </a:lnTo>
                <a:lnTo>
                  <a:pt x="1193931" y="120979"/>
                </a:lnTo>
                <a:lnTo>
                  <a:pt x="1193538" y="120797"/>
                </a:lnTo>
                <a:lnTo>
                  <a:pt x="1193153" y="120604"/>
                </a:lnTo>
                <a:lnTo>
                  <a:pt x="1192777" y="120401"/>
                </a:lnTo>
                <a:lnTo>
                  <a:pt x="1192408" y="120186"/>
                </a:lnTo>
                <a:lnTo>
                  <a:pt x="1192048" y="119960"/>
                </a:lnTo>
                <a:lnTo>
                  <a:pt x="1191695" y="119723"/>
                </a:lnTo>
                <a:lnTo>
                  <a:pt x="1191351" y="119476"/>
                </a:lnTo>
                <a:lnTo>
                  <a:pt x="1191015" y="119217"/>
                </a:lnTo>
                <a:lnTo>
                  <a:pt x="1190689" y="118947"/>
                </a:lnTo>
                <a:lnTo>
                  <a:pt x="1190378" y="118665"/>
                </a:lnTo>
                <a:lnTo>
                  <a:pt x="1190080" y="118371"/>
                </a:lnTo>
                <a:lnTo>
                  <a:pt x="1189797" y="118066"/>
                </a:lnTo>
                <a:lnTo>
                  <a:pt x="1189527" y="117749"/>
                </a:lnTo>
                <a:lnTo>
                  <a:pt x="1189271" y="117420"/>
                </a:lnTo>
                <a:lnTo>
                  <a:pt x="1189028" y="117079"/>
                </a:lnTo>
                <a:lnTo>
                  <a:pt x="1188800" y="116727"/>
                </a:lnTo>
                <a:lnTo>
                  <a:pt x="1188585" y="116363"/>
                </a:lnTo>
                <a:lnTo>
                  <a:pt x="1188385" y="115987"/>
                </a:lnTo>
                <a:lnTo>
                  <a:pt x="1188198" y="115599"/>
                </a:lnTo>
                <a:lnTo>
                  <a:pt x="1188025" y="115200"/>
                </a:lnTo>
                <a:lnTo>
                  <a:pt x="1187866" y="114789"/>
                </a:lnTo>
                <a:lnTo>
                  <a:pt x="1187720" y="114366"/>
                </a:lnTo>
                <a:lnTo>
                  <a:pt x="1187589" y="113931"/>
                </a:lnTo>
                <a:lnTo>
                  <a:pt x="1187471" y="113485"/>
                </a:lnTo>
                <a:lnTo>
                  <a:pt x="1187367" y="113026"/>
                </a:lnTo>
                <a:lnTo>
                  <a:pt x="1187277" y="112557"/>
                </a:lnTo>
                <a:lnTo>
                  <a:pt x="1187201" y="112075"/>
                </a:lnTo>
                <a:lnTo>
                  <a:pt x="1187139" y="111582"/>
                </a:lnTo>
                <a:lnTo>
                  <a:pt x="1187091" y="111076"/>
                </a:lnTo>
                <a:lnTo>
                  <a:pt x="1187056" y="110559"/>
                </a:lnTo>
                <a:lnTo>
                  <a:pt x="1187035" y="110031"/>
                </a:lnTo>
                <a:lnTo>
                  <a:pt x="1187028" y="109490"/>
                </a:lnTo>
                <a:lnTo>
                  <a:pt x="1187043" y="108741"/>
                </a:lnTo>
                <a:lnTo>
                  <a:pt x="1187089" y="108010"/>
                </a:lnTo>
                <a:lnTo>
                  <a:pt x="1187164" y="107296"/>
                </a:lnTo>
                <a:lnTo>
                  <a:pt x="1187270" y="106599"/>
                </a:lnTo>
                <a:lnTo>
                  <a:pt x="1187406" y="105920"/>
                </a:lnTo>
                <a:lnTo>
                  <a:pt x="1187572" y="105258"/>
                </a:lnTo>
                <a:lnTo>
                  <a:pt x="1187768" y="104614"/>
                </a:lnTo>
                <a:lnTo>
                  <a:pt x="1187995" y="103987"/>
                </a:lnTo>
                <a:lnTo>
                  <a:pt x="1188251" y="103377"/>
                </a:lnTo>
                <a:lnTo>
                  <a:pt x="1188538" y="102785"/>
                </a:lnTo>
                <a:lnTo>
                  <a:pt x="1188855" y="102211"/>
                </a:lnTo>
                <a:lnTo>
                  <a:pt x="1189203" y="101653"/>
                </a:lnTo>
                <a:lnTo>
                  <a:pt x="1189580" y="101114"/>
                </a:lnTo>
                <a:lnTo>
                  <a:pt x="1189988" y="100591"/>
                </a:lnTo>
                <a:lnTo>
                  <a:pt x="1190426" y="100087"/>
                </a:lnTo>
                <a:lnTo>
                  <a:pt x="1190894" y="99599"/>
                </a:lnTo>
                <a:lnTo>
                  <a:pt x="1191392" y="99129"/>
                </a:lnTo>
                <a:lnTo>
                  <a:pt x="1191921" y="98677"/>
                </a:lnTo>
                <a:lnTo>
                  <a:pt x="1192479" y="98241"/>
                </a:lnTo>
                <a:lnTo>
                  <a:pt x="1193068" y="97824"/>
                </a:lnTo>
                <a:lnTo>
                  <a:pt x="1193687" y="97424"/>
                </a:lnTo>
                <a:lnTo>
                  <a:pt x="1194337" y="97041"/>
                </a:lnTo>
                <a:lnTo>
                  <a:pt x="1195016" y="96675"/>
                </a:lnTo>
                <a:lnTo>
                  <a:pt x="1195726" y="96327"/>
                </a:lnTo>
                <a:lnTo>
                  <a:pt x="1196473" y="95995"/>
                </a:lnTo>
                <a:lnTo>
                  <a:pt x="1197266" y="95677"/>
                </a:lnTo>
                <a:lnTo>
                  <a:pt x="1198104" y="95372"/>
                </a:lnTo>
                <a:lnTo>
                  <a:pt x="1198987" y="95081"/>
                </a:lnTo>
                <a:lnTo>
                  <a:pt x="1199916" y="94803"/>
                </a:lnTo>
                <a:lnTo>
                  <a:pt x="1200890" y="94540"/>
                </a:lnTo>
                <a:lnTo>
                  <a:pt x="1201909" y="94290"/>
                </a:lnTo>
                <a:lnTo>
                  <a:pt x="1202974" y="94054"/>
                </a:lnTo>
                <a:lnTo>
                  <a:pt x="1204084" y="93832"/>
                </a:lnTo>
                <a:lnTo>
                  <a:pt x="1205239" y="93623"/>
                </a:lnTo>
                <a:lnTo>
                  <a:pt x="1206439" y="93429"/>
                </a:lnTo>
                <a:lnTo>
                  <a:pt x="1207685" y="93248"/>
                </a:lnTo>
                <a:lnTo>
                  <a:pt x="1208976" y="93081"/>
                </a:lnTo>
                <a:lnTo>
                  <a:pt x="1210313" y="92927"/>
                </a:lnTo>
                <a:lnTo>
                  <a:pt x="1211694" y="92788"/>
                </a:lnTo>
                <a:lnTo>
                  <a:pt x="1213121" y="92662"/>
                </a:lnTo>
                <a:lnTo>
                  <a:pt x="1214593" y="92550"/>
                </a:lnTo>
                <a:lnTo>
                  <a:pt x="1216111" y="92451"/>
                </a:lnTo>
                <a:lnTo>
                  <a:pt x="1217674" y="92367"/>
                </a:lnTo>
                <a:lnTo>
                  <a:pt x="1219282" y="92296"/>
                </a:lnTo>
                <a:lnTo>
                  <a:pt x="1220935" y="92239"/>
                </a:lnTo>
                <a:lnTo>
                  <a:pt x="1222634" y="92195"/>
                </a:lnTo>
                <a:lnTo>
                  <a:pt x="1224378" y="92166"/>
                </a:lnTo>
                <a:lnTo>
                  <a:pt x="1226168" y="92150"/>
                </a:lnTo>
                <a:lnTo>
                  <a:pt x="1226168" y="108856"/>
                </a:lnTo>
                <a:lnTo>
                  <a:pt x="1225835" y="109294"/>
                </a:lnTo>
                <a:lnTo>
                  <a:pt x="1225493" y="109729"/>
                </a:lnTo>
                <a:lnTo>
                  <a:pt x="1225143" y="110159"/>
                </a:lnTo>
                <a:lnTo>
                  <a:pt x="1224783" y="110585"/>
                </a:lnTo>
                <a:lnTo>
                  <a:pt x="1224414" y="111007"/>
                </a:lnTo>
                <a:lnTo>
                  <a:pt x="1224035" y="111426"/>
                </a:lnTo>
                <a:lnTo>
                  <a:pt x="1223648" y="111840"/>
                </a:lnTo>
                <a:lnTo>
                  <a:pt x="1223251" y="112250"/>
                </a:lnTo>
                <a:lnTo>
                  <a:pt x="1222845" y="112656"/>
                </a:lnTo>
                <a:lnTo>
                  <a:pt x="1222430" y="113058"/>
                </a:lnTo>
                <a:lnTo>
                  <a:pt x="1222006" y="113456"/>
                </a:lnTo>
                <a:lnTo>
                  <a:pt x="1221573" y="113850"/>
                </a:lnTo>
                <a:lnTo>
                  <a:pt x="1221130" y="114241"/>
                </a:lnTo>
                <a:lnTo>
                  <a:pt x="1220679" y="114627"/>
                </a:lnTo>
                <a:lnTo>
                  <a:pt x="1220218" y="115009"/>
                </a:lnTo>
                <a:lnTo>
                  <a:pt x="1219748" y="115387"/>
                </a:lnTo>
                <a:lnTo>
                  <a:pt x="1219269" y="115761"/>
                </a:lnTo>
                <a:lnTo>
                  <a:pt x="1218780" y="116130"/>
                </a:lnTo>
                <a:lnTo>
                  <a:pt x="1218283" y="116496"/>
                </a:lnTo>
                <a:lnTo>
                  <a:pt x="1217776" y="116858"/>
                </a:lnTo>
                <a:lnTo>
                  <a:pt x="1217260" y="117216"/>
                </a:lnTo>
                <a:lnTo>
                  <a:pt x="1216735" y="117570"/>
                </a:lnTo>
                <a:lnTo>
                  <a:pt x="1216201" y="117920"/>
                </a:lnTo>
                <a:lnTo>
                  <a:pt x="1215658" y="118266"/>
                </a:lnTo>
                <a:lnTo>
                  <a:pt x="1215108" y="118602"/>
                </a:lnTo>
                <a:lnTo>
                  <a:pt x="1214554" y="118924"/>
                </a:lnTo>
                <a:lnTo>
                  <a:pt x="1213996" y="119232"/>
                </a:lnTo>
                <a:lnTo>
                  <a:pt x="1213433" y="119525"/>
                </a:lnTo>
                <a:lnTo>
                  <a:pt x="1212867" y="119804"/>
                </a:lnTo>
                <a:lnTo>
                  <a:pt x="1212296" y="120069"/>
                </a:lnTo>
                <a:lnTo>
                  <a:pt x="1211721" y="120320"/>
                </a:lnTo>
                <a:lnTo>
                  <a:pt x="1211142" y="120556"/>
                </a:lnTo>
                <a:lnTo>
                  <a:pt x="1210559" y="120778"/>
                </a:lnTo>
                <a:lnTo>
                  <a:pt x="1209972" y="120985"/>
                </a:lnTo>
                <a:lnTo>
                  <a:pt x="1209381" y="121178"/>
                </a:lnTo>
                <a:lnTo>
                  <a:pt x="1208785" y="121357"/>
                </a:lnTo>
                <a:lnTo>
                  <a:pt x="1208186" y="121522"/>
                </a:lnTo>
                <a:lnTo>
                  <a:pt x="1207582" y="121672"/>
                </a:lnTo>
                <a:lnTo>
                  <a:pt x="1206974" y="121808"/>
                </a:lnTo>
                <a:lnTo>
                  <a:pt x="1206362" y="121930"/>
                </a:lnTo>
                <a:lnTo>
                  <a:pt x="1205746" y="122037"/>
                </a:lnTo>
                <a:lnTo>
                  <a:pt x="1205126" y="122130"/>
                </a:lnTo>
                <a:lnTo>
                  <a:pt x="1204501" y="122209"/>
                </a:lnTo>
                <a:lnTo>
                  <a:pt x="1203873" y="122273"/>
                </a:lnTo>
                <a:lnTo>
                  <a:pt x="1203240" y="122324"/>
                </a:lnTo>
                <a:lnTo>
                  <a:pt x="1202603" y="122359"/>
                </a:lnTo>
                <a:lnTo>
                  <a:pt x="1201962" y="122381"/>
                </a:lnTo>
                <a:lnTo>
                  <a:pt x="1201317" y="122388"/>
                </a:lnTo>
                <a:lnTo>
                  <a:pt x="1200795" y="122382"/>
                </a:lnTo>
                <a:lnTo>
                  <a:pt x="1200281" y="122366"/>
                </a:lnTo>
                <a:lnTo>
                  <a:pt x="1199775" y="122338"/>
                </a:lnTo>
                <a:lnTo>
                  <a:pt x="1199277" y="122300"/>
                </a:lnTo>
                <a:close/>
                <a:moveTo>
                  <a:pt x="1439503" y="141062"/>
                </a:moveTo>
                <a:lnTo>
                  <a:pt x="1440585" y="140987"/>
                </a:lnTo>
                <a:lnTo>
                  <a:pt x="1441654" y="140898"/>
                </a:lnTo>
                <a:lnTo>
                  <a:pt x="1442711" y="140796"/>
                </a:lnTo>
                <a:lnTo>
                  <a:pt x="1443756" y="140679"/>
                </a:lnTo>
                <a:lnTo>
                  <a:pt x="1444790" y="140550"/>
                </a:lnTo>
                <a:lnTo>
                  <a:pt x="1445811" y="140406"/>
                </a:lnTo>
                <a:lnTo>
                  <a:pt x="1446820" y="140249"/>
                </a:lnTo>
                <a:lnTo>
                  <a:pt x="1447817" y="140078"/>
                </a:lnTo>
                <a:lnTo>
                  <a:pt x="1448802" y="139894"/>
                </a:lnTo>
                <a:lnTo>
                  <a:pt x="1449775" y="139696"/>
                </a:lnTo>
                <a:lnTo>
                  <a:pt x="1450736" y="139484"/>
                </a:lnTo>
                <a:lnTo>
                  <a:pt x="1451685" y="139259"/>
                </a:lnTo>
                <a:lnTo>
                  <a:pt x="1452621" y="139020"/>
                </a:lnTo>
                <a:lnTo>
                  <a:pt x="1453546" y="138767"/>
                </a:lnTo>
                <a:lnTo>
                  <a:pt x="1454459" y="138500"/>
                </a:lnTo>
                <a:lnTo>
                  <a:pt x="1455360" y="138220"/>
                </a:lnTo>
                <a:lnTo>
                  <a:pt x="1456248" y="137927"/>
                </a:lnTo>
                <a:lnTo>
                  <a:pt x="1457125" y="137619"/>
                </a:lnTo>
                <a:lnTo>
                  <a:pt x="1457990" y="137298"/>
                </a:lnTo>
                <a:lnTo>
                  <a:pt x="1458841" y="136963"/>
                </a:lnTo>
                <a:lnTo>
                  <a:pt x="1459676" y="136614"/>
                </a:lnTo>
                <a:lnTo>
                  <a:pt x="1460497" y="136251"/>
                </a:lnTo>
                <a:lnTo>
                  <a:pt x="1461303" y="135874"/>
                </a:lnTo>
                <a:lnTo>
                  <a:pt x="1462093" y="135483"/>
                </a:lnTo>
                <a:lnTo>
                  <a:pt x="1462869" y="135078"/>
                </a:lnTo>
                <a:lnTo>
                  <a:pt x="1463629" y="134659"/>
                </a:lnTo>
                <a:lnTo>
                  <a:pt x="1464375" y="134226"/>
                </a:lnTo>
                <a:lnTo>
                  <a:pt x="1465105" y="133779"/>
                </a:lnTo>
                <a:lnTo>
                  <a:pt x="1465820" y="133318"/>
                </a:lnTo>
                <a:lnTo>
                  <a:pt x="1466520" y="132843"/>
                </a:lnTo>
                <a:lnTo>
                  <a:pt x="1467205" y="132354"/>
                </a:lnTo>
                <a:lnTo>
                  <a:pt x="1467875" y="131851"/>
                </a:lnTo>
                <a:lnTo>
                  <a:pt x="1468529" y="131334"/>
                </a:lnTo>
                <a:lnTo>
                  <a:pt x="1469169" y="130802"/>
                </a:lnTo>
                <a:lnTo>
                  <a:pt x="1469793" y="130257"/>
                </a:lnTo>
                <a:lnTo>
                  <a:pt x="1470403" y="129698"/>
                </a:lnTo>
                <a:lnTo>
                  <a:pt x="1470997" y="129125"/>
                </a:lnTo>
                <a:lnTo>
                  <a:pt x="1471576" y="128537"/>
                </a:lnTo>
                <a:lnTo>
                  <a:pt x="1472140" y="127936"/>
                </a:lnTo>
                <a:lnTo>
                  <a:pt x="1472689" y="127321"/>
                </a:lnTo>
                <a:lnTo>
                  <a:pt x="1473223" y="126691"/>
                </a:lnTo>
                <a:lnTo>
                  <a:pt x="1473742" y="126048"/>
                </a:lnTo>
                <a:lnTo>
                  <a:pt x="1474246" y="125391"/>
                </a:lnTo>
                <a:lnTo>
                  <a:pt x="1474732" y="124719"/>
                </a:lnTo>
                <a:lnTo>
                  <a:pt x="1475200" y="124034"/>
                </a:lnTo>
                <a:lnTo>
                  <a:pt x="1475649" y="123335"/>
                </a:lnTo>
                <a:lnTo>
                  <a:pt x="1476079" y="122622"/>
                </a:lnTo>
                <a:lnTo>
                  <a:pt x="1476491" y="121896"/>
                </a:lnTo>
                <a:lnTo>
                  <a:pt x="1476883" y="121155"/>
                </a:lnTo>
                <a:lnTo>
                  <a:pt x="1477256" y="120401"/>
                </a:lnTo>
                <a:lnTo>
                  <a:pt x="1477611" y="119633"/>
                </a:lnTo>
                <a:lnTo>
                  <a:pt x="1477947" y="118850"/>
                </a:lnTo>
                <a:lnTo>
                  <a:pt x="1478263" y="118055"/>
                </a:lnTo>
                <a:lnTo>
                  <a:pt x="1478561" y="117245"/>
                </a:lnTo>
                <a:lnTo>
                  <a:pt x="1478840" y="116421"/>
                </a:lnTo>
                <a:lnTo>
                  <a:pt x="1479101" y="115584"/>
                </a:lnTo>
                <a:lnTo>
                  <a:pt x="1479342" y="114733"/>
                </a:lnTo>
                <a:lnTo>
                  <a:pt x="1479564" y="113867"/>
                </a:lnTo>
                <a:lnTo>
                  <a:pt x="1479768" y="112989"/>
                </a:lnTo>
                <a:lnTo>
                  <a:pt x="1479953" y="112096"/>
                </a:lnTo>
                <a:lnTo>
                  <a:pt x="1480119" y="111189"/>
                </a:lnTo>
                <a:lnTo>
                  <a:pt x="1480266" y="110269"/>
                </a:lnTo>
                <a:lnTo>
                  <a:pt x="1480394" y="109334"/>
                </a:lnTo>
                <a:lnTo>
                  <a:pt x="1480503" y="108386"/>
                </a:lnTo>
                <a:lnTo>
                  <a:pt x="1480593" y="107424"/>
                </a:lnTo>
                <a:lnTo>
                  <a:pt x="1480665" y="106448"/>
                </a:lnTo>
                <a:lnTo>
                  <a:pt x="1480717" y="105459"/>
                </a:lnTo>
                <a:lnTo>
                  <a:pt x="1453692" y="105459"/>
                </a:lnTo>
                <a:lnTo>
                  <a:pt x="1453675" y="106110"/>
                </a:lnTo>
                <a:lnTo>
                  <a:pt x="1453639" y="106747"/>
                </a:lnTo>
                <a:lnTo>
                  <a:pt x="1453584" y="107372"/>
                </a:lnTo>
                <a:lnTo>
                  <a:pt x="1453511" y="107982"/>
                </a:lnTo>
                <a:lnTo>
                  <a:pt x="1453420" y="108579"/>
                </a:lnTo>
                <a:lnTo>
                  <a:pt x="1453311" y="109163"/>
                </a:lnTo>
                <a:lnTo>
                  <a:pt x="1453183" y="109733"/>
                </a:lnTo>
                <a:lnTo>
                  <a:pt x="1453037" y="110289"/>
                </a:lnTo>
                <a:lnTo>
                  <a:pt x="1452872" y="110832"/>
                </a:lnTo>
                <a:lnTo>
                  <a:pt x="1452689" y="111362"/>
                </a:lnTo>
                <a:lnTo>
                  <a:pt x="1452488" y="111877"/>
                </a:lnTo>
                <a:lnTo>
                  <a:pt x="1452269" y="112380"/>
                </a:lnTo>
                <a:lnTo>
                  <a:pt x="1452031" y="112869"/>
                </a:lnTo>
                <a:lnTo>
                  <a:pt x="1451775" y="113344"/>
                </a:lnTo>
                <a:lnTo>
                  <a:pt x="1451500" y="113806"/>
                </a:lnTo>
                <a:lnTo>
                  <a:pt x="1451207" y="114254"/>
                </a:lnTo>
                <a:lnTo>
                  <a:pt x="1450896" y="114689"/>
                </a:lnTo>
                <a:lnTo>
                  <a:pt x="1450567" y="115110"/>
                </a:lnTo>
                <a:lnTo>
                  <a:pt x="1450219" y="115518"/>
                </a:lnTo>
                <a:lnTo>
                  <a:pt x="1449853" y="115912"/>
                </a:lnTo>
                <a:lnTo>
                  <a:pt x="1449468" y="116292"/>
                </a:lnTo>
                <a:lnTo>
                  <a:pt x="1449065" y="116660"/>
                </a:lnTo>
                <a:lnTo>
                  <a:pt x="1448644" y="117013"/>
                </a:lnTo>
                <a:lnTo>
                  <a:pt x="1448205" y="117353"/>
                </a:lnTo>
                <a:lnTo>
                  <a:pt x="1447750" y="117679"/>
                </a:lnTo>
                <a:lnTo>
                  <a:pt x="1447283" y="117992"/>
                </a:lnTo>
                <a:lnTo>
                  <a:pt x="1446804" y="118290"/>
                </a:lnTo>
                <a:lnTo>
                  <a:pt x="1446312" y="118575"/>
                </a:lnTo>
                <a:lnTo>
                  <a:pt x="1445808" y="118846"/>
                </a:lnTo>
                <a:lnTo>
                  <a:pt x="1445293" y="119103"/>
                </a:lnTo>
                <a:lnTo>
                  <a:pt x="1444764" y="119346"/>
                </a:lnTo>
                <a:lnTo>
                  <a:pt x="1444224" y="119575"/>
                </a:lnTo>
                <a:lnTo>
                  <a:pt x="1443671" y="119790"/>
                </a:lnTo>
                <a:lnTo>
                  <a:pt x="1443107" y="119992"/>
                </a:lnTo>
                <a:lnTo>
                  <a:pt x="1442530" y="120179"/>
                </a:lnTo>
                <a:lnTo>
                  <a:pt x="1441940" y="120353"/>
                </a:lnTo>
                <a:lnTo>
                  <a:pt x="1441339" y="120512"/>
                </a:lnTo>
                <a:lnTo>
                  <a:pt x="1440725" y="120658"/>
                </a:lnTo>
                <a:lnTo>
                  <a:pt x="1440099" y="120790"/>
                </a:lnTo>
                <a:lnTo>
                  <a:pt x="1439461" y="120908"/>
                </a:lnTo>
                <a:lnTo>
                  <a:pt x="1438811" y="121012"/>
                </a:lnTo>
                <a:lnTo>
                  <a:pt x="1438148" y="121103"/>
                </a:lnTo>
                <a:lnTo>
                  <a:pt x="1437473" y="121179"/>
                </a:lnTo>
                <a:lnTo>
                  <a:pt x="1436786" y="121241"/>
                </a:lnTo>
                <a:lnTo>
                  <a:pt x="1436087" y="121290"/>
                </a:lnTo>
                <a:lnTo>
                  <a:pt x="1435375" y="121325"/>
                </a:lnTo>
                <a:lnTo>
                  <a:pt x="1434652" y="121346"/>
                </a:lnTo>
                <a:lnTo>
                  <a:pt x="1433916" y="121352"/>
                </a:lnTo>
                <a:lnTo>
                  <a:pt x="1433205" y="121346"/>
                </a:lnTo>
                <a:lnTo>
                  <a:pt x="1432506" y="121326"/>
                </a:lnTo>
                <a:lnTo>
                  <a:pt x="1431819" y="121292"/>
                </a:lnTo>
                <a:lnTo>
                  <a:pt x="1431143" y="121245"/>
                </a:lnTo>
                <a:lnTo>
                  <a:pt x="1430479" y="121185"/>
                </a:lnTo>
                <a:lnTo>
                  <a:pt x="1429826" y="121111"/>
                </a:lnTo>
                <a:lnTo>
                  <a:pt x="1429184" y="121024"/>
                </a:lnTo>
                <a:lnTo>
                  <a:pt x="1428555" y="120923"/>
                </a:lnTo>
                <a:lnTo>
                  <a:pt x="1427936" y="120809"/>
                </a:lnTo>
                <a:lnTo>
                  <a:pt x="1427329" y="120682"/>
                </a:lnTo>
                <a:lnTo>
                  <a:pt x="1426734" y="120541"/>
                </a:lnTo>
                <a:lnTo>
                  <a:pt x="1426150" y="120387"/>
                </a:lnTo>
                <a:lnTo>
                  <a:pt x="1425578" y="120219"/>
                </a:lnTo>
                <a:lnTo>
                  <a:pt x="1425017" y="120038"/>
                </a:lnTo>
                <a:lnTo>
                  <a:pt x="1424467" y="119843"/>
                </a:lnTo>
                <a:lnTo>
                  <a:pt x="1423930" y="119635"/>
                </a:lnTo>
                <a:lnTo>
                  <a:pt x="1423403" y="119414"/>
                </a:lnTo>
                <a:lnTo>
                  <a:pt x="1422888" y="119179"/>
                </a:lnTo>
                <a:lnTo>
                  <a:pt x="1422385" y="118931"/>
                </a:lnTo>
                <a:lnTo>
                  <a:pt x="1421893" y="118670"/>
                </a:lnTo>
                <a:lnTo>
                  <a:pt x="1421413" y="118395"/>
                </a:lnTo>
                <a:lnTo>
                  <a:pt x="1420944" y="118106"/>
                </a:lnTo>
                <a:lnTo>
                  <a:pt x="1420487" y="117804"/>
                </a:lnTo>
                <a:lnTo>
                  <a:pt x="1420041" y="117489"/>
                </a:lnTo>
                <a:lnTo>
                  <a:pt x="1419606" y="117162"/>
                </a:lnTo>
                <a:lnTo>
                  <a:pt x="1419181" y="116827"/>
                </a:lnTo>
                <a:lnTo>
                  <a:pt x="1418765" y="116483"/>
                </a:lnTo>
                <a:lnTo>
                  <a:pt x="1418360" y="116131"/>
                </a:lnTo>
                <a:lnTo>
                  <a:pt x="1417964" y="115770"/>
                </a:lnTo>
                <a:lnTo>
                  <a:pt x="1417579" y="115400"/>
                </a:lnTo>
                <a:lnTo>
                  <a:pt x="1417203" y="115022"/>
                </a:lnTo>
                <a:lnTo>
                  <a:pt x="1416837" y="114635"/>
                </a:lnTo>
                <a:lnTo>
                  <a:pt x="1416481" y="114239"/>
                </a:lnTo>
                <a:lnTo>
                  <a:pt x="1416135" y="113835"/>
                </a:lnTo>
                <a:lnTo>
                  <a:pt x="1415798" y="113422"/>
                </a:lnTo>
                <a:lnTo>
                  <a:pt x="1415472" y="113000"/>
                </a:lnTo>
                <a:lnTo>
                  <a:pt x="1415156" y="112570"/>
                </a:lnTo>
                <a:lnTo>
                  <a:pt x="1414849" y="112131"/>
                </a:lnTo>
                <a:lnTo>
                  <a:pt x="1414552" y="111684"/>
                </a:lnTo>
                <a:lnTo>
                  <a:pt x="1414266" y="111228"/>
                </a:lnTo>
                <a:lnTo>
                  <a:pt x="1413989" y="110763"/>
                </a:lnTo>
                <a:lnTo>
                  <a:pt x="1413722" y="110289"/>
                </a:lnTo>
                <a:lnTo>
                  <a:pt x="1413464" y="109807"/>
                </a:lnTo>
                <a:lnTo>
                  <a:pt x="1413217" y="109317"/>
                </a:lnTo>
                <a:lnTo>
                  <a:pt x="1412980" y="108817"/>
                </a:lnTo>
                <a:lnTo>
                  <a:pt x="1412752" y="108309"/>
                </a:lnTo>
                <a:lnTo>
                  <a:pt x="1412535" y="107793"/>
                </a:lnTo>
                <a:lnTo>
                  <a:pt x="1412327" y="107267"/>
                </a:lnTo>
                <a:lnTo>
                  <a:pt x="1412128" y="106736"/>
                </a:lnTo>
                <a:lnTo>
                  <a:pt x="1411937" y="106202"/>
                </a:lnTo>
                <a:lnTo>
                  <a:pt x="1411753" y="105664"/>
                </a:lnTo>
                <a:lnTo>
                  <a:pt x="1411578" y="105123"/>
                </a:lnTo>
                <a:lnTo>
                  <a:pt x="1411410" y="104578"/>
                </a:lnTo>
                <a:lnTo>
                  <a:pt x="1411250" y="104030"/>
                </a:lnTo>
                <a:lnTo>
                  <a:pt x="1411097" y="103479"/>
                </a:lnTo>
                <a:lnTo>
                  <a:pt x="1410952" y="102925"/>
                </a:lnTo>
                <a:lnTo>
                  <a:pt x="1410815" y="102367"/>
                </a:lnTo>
                <a:lnTo>
                  <a:pt x="1410686" y="101806"/>
                </a:lnTo>
                <a:lnTo>
                  <a:pt x="1410564" y="101242"/>
                </a:lnTo>
                <a:lnTo>
                  <a:pt x="1410450" y="100674"/>
                </a:lnTo>
                <a:lnTo>
                  <a:pt x="1410344" y="100103"/>
                </a:lnTo>
                <a:lnTo>
                  <a:pt x="1410246" y="99528"/>
                </a:lnTo>
                <a:lnTo>
                  <a:pt x="1410155" y="98951"/>
                </a:lnTo>
                <a:lnTo>
                  <a:pt x="1410072" y="98370"/>
                </a:lnTo>
                <a:lnTo>
                  <a:pt x="1409997" y="97786"/>
                </a:lnTo>
                <a:lnTo>
                  <a:pt x="1409929" y="97198"/>
                </a:lnTo>
                <a:lnTo>
                  <a:pt x="1409870" y="96607"/>
                </a:lnTo>
                <a:lnTo>
                  <a:pt x="1409818" y="96013"/>
                </a:lnTo>
                <a:lnTo>
                  <a:pt x="1409773" y="95415"/>
                </a:lnTo>
                <a:lnTo>
                  <a:pt x="1409737" y="94815"/>
                </a:lnTo>
                <a:lnTo>
                  <a:pt x="1409708" y="94210"/>
                </a:lnTo>
                <a:lnTo>
                  <a:pt x="1409687" y="93603"/>
                </a:lnTo>
                <a:lnTo>
                  <a:pt x="1480614" y="93603"/>
                </a:lnTo>
                <a:lnTo>
                  <a:pt x="1480631" y="93505"/>
                </a:lnTo>
                <a:lnTo>
                  <a:pt x="1480647" y="93404"/>
                </a:lnTo>
                <a:lnTo>
                  <a:pt x="1480664" y="93299"/>
                </a:lnTo>
                <a:lnTo>
                  <a:pt x="1480680" y="93191"/>
                </a:lnTo>
                <a:lnTo>
                  <a:pt x="1480695" y="93080"/>
                </a:lnTo>
                <a:lnTo>
                  <a:pt x="1480711" y="92965"/>
                </a:lnTo>
                <a:lnTo>
                  <a:pt x="1480726" y="92846"/>
                </a:lnTo>
                <a:lnTo>
                  <a:pt x="1480740" y="92725"/>
                </a:lnTo>
                <a:lnTo>
                  <a:pt x="1480754" y="92599"/>
                </a:lnTo>
                <a:lnTo>
                  <a:pt x="1480768" y="92471"/>
                </a:lnTo>
                <a:lnTo>
                  <a:pt x="1480782" y="92338"/>
                </a:lnTo>
                <a:lnTo>
                  <a:pt x="1480795" y="92203"/>
                </a:lnTo>
                <a:lnTo>
                  <a:pt x="1480808" y="92064"/>
                </a:lnTo>
                <a:lnTo>
                  <a:pt x="1480820" y="91921"/>
                </a:lnTo>
                <a:lnTo>
                  <a:pt x="1480832" y="91775"/>
                </a:lnTo>
                <a:lnTo>
                  <a:pt x="1480844" y="91626"/>
                </a:lnTo>
                <a:lnTo>
                  <a:pt x="1480855" y="91473"/>
                </a:lnTo>
                <a:lnTo>
                  <a:pt x="1480866" y="91316"/>
                </a:lnTo>
                <a:lnTo>
                  <a:pt x="1480877" y="91156"/>
                </a:lnTo>
                <a:lnTo>
                  <a:pt x="1480887" y="90993"/>
                </a:lnTo>
                <a:lnTo>
                  <a:pt x="1480897" y="90827"/>
                </a:lnTo>
                <a:lnTo>
                  <a:pt x="1480906" y="90656"/>
                </a:lnTo>
                <a:lnTo>
                  <a:pt x="1480915" y="90483"/>
                </a:lnTo>
                <a:lnTo>
                  <a:pt x="1480924" y="90306"/>
                </a:lnTo>
                <a:lnTo>
                  <a:pt x="1480933" y="90129"/>
                </a:lnTo>
                <a:lnTo>
                  <a:pt x="1480941" y="89954"/>
                </a:lnTo>
                <a:lnTo>
                  <a:pt x="1480949" y="89783"/>
                </a:lnTo>
                <a:lnTo>
                  <a:pt x="1480956" y="89615"/>
                </a:lnTo>
                <a:lnTo>
                  <a:pt x="1480963" y="89450"/>
                </a:lnTo>
                <a:lnTo>
                  <a:pt x="1480970" y="89289"/>
                </a:lnTo>
                <a:lnTo>
                  <a:pt x="1480976" y="89130"/>
                </a:lnTo>
                <a:lnTo>
                  <a:pt x="1480982" y="88974"/>
                </a:lnTo>
                <a:lnTo>
                  <a:pt x="1480987" y="88822"/>
                </a:lnTo>
                <a:lnTo>
                  <a:pt x="1480993" y="88672"/>
                </a:lnTo>
                <a:lnTo>
                  <a:pt x="1480997" y="88526"/>
                </a:lnTo>
                <a:lnTo>
                  <a:pt x="1481002" y="88383"/>
                </a:lnTo>
                <a:lnTo>
                  <a:pt x="1481006" y="88243"/>
                </a:lnTo>
                <a:lnTo>
                  <a:pt x="1481010" y="88106"/>
                </a:lnTo>
                <a:lnTo>
                  <a:pt x="1481013" y="87972"/>
                </a:lnTo>
                <a:lnTo>
                  <a:pt x="1481016" y="87841"/>
                </a:lnTo>
                <a:lnTo>
                  <a:pt x="1481019" y="87713"/>
                </a:lnTo>
                <a:lnTo>
                  <a:pt x="1481021" y="87588"/>
                </a:lnTo>
                <a:lnTo>
                  <a:pt x="1481023" y="87467"/>
                </a:lnTo>
                <a:lnTo>
                  <a:pt x="1481025" y="87348"/>
                </a:lnTo>
                <a:lnTo>
                  <a:pt x="1481026" y="87233"/>
                </a:lnTo>
                <a:lnTo>
                  <a:pt x="1481027" y="87120"/>
                </a:lnTo>
                <a:lnTo>
                  <a:pt x="1481028" y="87011"/>
                </a:lnTo>
                <a:lnTo>
                  <a:pt x="1481028" y="86905"/>
                </a:lnTo>
                <a:lnTo>
                  <a:pt x="1481005" y="84866"/>
                </a:lnTo>
                <a:lnTo>
                  <a:pt x="1480937" y="82867"/>
                </a:lnTo>
                <a:lnTo>
                  <a:pt x="1480823" y="80907"/>
                </a:lnTo>
                <a:lnTo>
                  <a:pt x="1480664" y="78987"/>
                </a:lnTo>
                <a:lnTo>
                  <a:pt x="1480459" y="77106"/>
                </a:lnTo>
                <a:lnTo>
                  <a:pt x="1480209" y="75264"/>
                </a:lnTo>
                <a:lnTo>
                  <a:pt x="1479914" y="73462"/>
                </a:lnTo>
                <a:lnTo>
                  <a:pt x="1479572" y="71699"/>
                </a:lnTo>
                <a:lnTo>
                  <a:pt x="1479186" y="69976"/>
                </a:lnTo>
                <a:lnTo>
                  <a:pt x="1478754" y="68292"/>
                </a:lnTo>
                <a:lnTo>
                  <a:pt x="1478276" y="66648"/>
                </a:lnTo>
                <a:lnTo>
                  <a:pt x="1477753" y="65043"/>
                </a:lnTo>
                <a:lnTo>
                  <a:pt x="1477185" y="63477"/>
                </a:lnTo>
                <a:lnTo>
                  <a:pt x="1476571" y="61951"/>
                </a:lnTo>
                <a:lnTo>
                  <a:pt x="1475911" y="60465"/>
                </a:lnTo>
                <a:lnTo>
                  <a:pt x="1475206" y="59017"/>
                </a:lnTo>
                <a:lnTo>
                  <a:pt x="1474456" y="57610"/>
                </a:lnTo>
                <a:lnTo>
                  <a:pt x="1473660" y="56241"/>
                </a:lnTo>
                <a:lnTo>
                  <a:pt x="1472819" y="54912"/>
                </a:lnTo>
                <a:lnTo>
                  <a:pt x="1471932" y="53623"/>
                </a:lnTo>
                <a:lnTo>
                  <a:pt x="1471000" y="52373"/>
                </a:lnTo>
                <a:lnTo>
                  <a:pt x="1470022" y="51162"/>
                </a:lnTo>
                <a:lnTo>
                  <a:pt x="1468998" y="49991"/>
                </a:lnTo>
                <a:lnTo>
                  <a:pt x="1467930" y="48859"/>
                </a:lnTo>
                <a:lnTo>
                  <a:pt x="1466822" y="47771"/>
                </a:lnTo>
                <a:lnTo>
                  <a:pt x="1465681" y="46728"/>
                </a:lnTo>
                <a:lnTo>
                  <a:pt x="1464507" y="45732"/>
                </a:lnTo>
                <a:lnTo>
                  <a:pt x="1463300" y="44782"/>
                </a:lnTo>
                <a:lnTo>
                  <a:pt x="1462061" y="43879"/>
                </a:lnTo>
                <a:lnTo>
                  <a:pt x="1460788" y="43021"/>
                </a:lnTo>
                <a:lnTo>
                  <a:pt x="1459483" y="42211"/>
                </a:lnTo>
                <a:lnTo>
                  <a:pt x="1458145" y="41446"/>
                </a:lnTo>
                <a:lnTo>
                  <a:pt x="1456774" y="40728"/>
                </a:lnTo>
                <a:lnTo>
                  <a:pt x="1455370" y="40056"/>
                </a:lnTo>
                <a:lnTo>
                  <a:pt x="1453933" y="39430"/>
                </a:lnTo>
                <a:lnTo>
                  <a:pt x="1452463" y="38851"/>
                </a:lnTo>
                <a:lnTo>
                  <a:pt x="1450960" y="38318"/>
                </a:lnTo>
                <a:lnTo>
                  <a:pt x="1449425" y="37832"/>
                </a:lnTo>
                <a:lnTo>
                  <a:pt x="1447856" y="37392"/>
                </a:lnTo>
                <a:lnTo>
                  <a:pt x="1446255" y="36998"/>
                </a:lnTo>
                <a:lnTo>
                  <a:pt x="1444620" y="36650"/>
                </a:lnTo>
                <a:lnTo>
                  <a:pt x="1442953" y="36349"/>
                </a:lnTo>
                <a:lnTo>
                  <a:pt x="1441253" y="36094"/>
                </a:lnTo>
                <a:lnTo>
                  <a:pt x="1439520" y="35886"/>
                </a:lnTo>
                <a:lnTo>
                  <a:pt x="1437754" y="35724"/>
                </a:lnTo>
                <a:lnTo>
                  <a:pt x="1435955" y="35608"/>
                </a:lnTo>
                <a:lnTo>
                  <a:pt x="1434124" y="35538"/>
                </a:lnTo>
                <a:lnTo>
                  <a:pt x="1432259" y="35515"/>
                </a:lnTo>
                <a:lnTo>
                  <a:pt x="1430913" y="35526"/>
                </a:lnTo>
                <a:lnTo>
                  <a:pt x="1429585" y="35559"/>
                </a:lnTo>
                <a:lnTo>
                  <a:pt x="1428275" y="35614"/>
                </a:lnTo>
                <a:lnTo>
                  <a:pt x="1426983" y="35691"/>
                </a:lnTo>
                <a:lnTo>
                  <a:pt x="1425708" y="35790"/>
                </a:lnTo>
                <a:lnTo>
                  <a:pt x="1424451" y="35911"/>
                </a:lnTo>
                <a:lnTo>
                  <a:pt x="1423212" y="36055"/>
                </a:lnTo>
                <a:lnTo>
                  <a:pt x="1421991" y="36220"/>
                </a:lnTo>
                <a:lnTo>
                  <a:pt x="1420788" y="36407"/>
                </a:lnTo>
                <a:lnTo>
                  <a:pt x="1419602" y="36616"/>
                </a:lnTo>
                <a:lnTo>
                  <a:pt x="1418434" y="36847"/>
                </a:lnTo>
                <a:lnTo>
                  <a:pt x="1417284" y="37100"/>
                </a:lnTo>
                <a:lnTo>
                  <a:pt x="1416152" y="37375"/>
                </a:lnTo>
                <a:lnTo>
                  <a:pt x="1415037" y="37672"/>
                </a:lnTo>
                <a:lnTo>
                  <a:pt x="1413941" y="37991"/>
                </a:lnTo>
                <a:lnTo>
                  <a:pt x="1412862" y="38333"/>
                </a:lnTo>
                <a:lnTo>
                  <a:pt x="1411801" y="38696"/>
                </a:lnTo>
                <a:lnTo>
                  <a:pt x="1410758" y="39081"/>
                </a:lnTo>
                <a:lnTo>
                  <a:pt x="1409732" y="39488"/>
                </a:lnTo>
                <a:lnTo>
                  <a:pt x="1408725" y="39917"/>
                </a:lnTo>
                <a:lnTo>
                  <a:pt x="1407735" y="40368"/>
                </a:lnTo>
                <a:lnTo>
                  <a:pt x="1406763" y="40842"/>
                </a:lnTo>
                <a:lnTo>
                  <a:pt x="1405808" y="41337"/>
                </a:lnTo>
                <a:lnTo>
                  <a:pt x="1404872" y="41854"/>
                </a:lnTo>
                <a:lnTo>
                  <a:pt x="1403954" y="42392"/>
                </a:lnTo>
                <a:lnTo>
                  <a:pt x="1403054" y="42948"/>
                </a:lnTo>
                <a:lnTo>
                  <a:pt x="1402173" y="43523"/>
                </a:lnTo>
                <a:lnTo>
                  <a:pt x="1401311" y="44117"/>
                </a:lnTo>
                <a:lnTo>
                  <a:pt x="1400468" y="44729"/>
                </a:lnTo>
                <a:lnTo>
                  <a:pt x="1399643" y="45361"/>
                </a:lnTo>
                <a:lnTo>
                  <a:pt x="1398837" y="46011"/>
                </a:lnTo>
                <a:lnTo>
                  <a:pt x="1398050" y="46680"/>
                </a:lnTo>
                <a:lnTo>
                  <a:pt x="1397281" y="47367"/>
                </a:lnTo>
                <a:lnTo>
                  <a:pt x="1396531" y="48073"/>
                </a:lnTo>
                <a:lnTo>
                  <a:pt x="1395800" y="48798"/>
                </a:lnTo>
                <a:lnTo>
                  <a:pt x="1395087" y="49542"/>
                </a:lnTo>
                <a:lnTo>
                  <a:pt x="1394393" y="50305"/>
                </a:lnTo>
                <a:lnTo>
                  <a:pt x="1393718" y="51086"/>
                </a:lnTo>
                <a:lnTo>
                  <a:pt x="1393062" y="51886"/>
                </a:lnTo>
                <a:lnTo>
                  <a:pt x="1392424" y="52705"/>
                </a:lnTo>
                <a:lnTo>
                  <a:pt x="1391805" y="53542"/>
                </a:lnTo>
                <a:lnTo>
                  <a:pt x="1391204" y="54398"/>
                </a:lnTo>
                <a:lnTo>
                  <a:pt x="1390623" y="55273"/>
                </a:lnTo>
                <a:lnTo>
                  <a:pt x="1390060" y="56167"/>
                </a:lnTo>
                <a:lnTo>
                  <a:pt x="1389515" y="57079"/>
                </a:lnTo>
                <a:lnTo>
                  <a:pt x="1388990" y="58010"/>
                </a:lnTo>
                <a:lnTo>
                  <a:pt x="1388483" y="58960"/>
                </a:lnTo>
                <a:lnTo>
                  <a:pt x="1387994" y="59929"/>
                </a:lnTo>
                <a:lnTo>
                  <a:pt x="1387525" y="60914"/>
                </a:lnTo>
                <a:lnTo>
                  <a:pt x="1387077" y="61916"/>
                </a:lnTo>
                <a:lnTo>
                  <a:pt x="1386648" y="62932"/>
                </a:lnTo>
                <a:lnTo>
                  <a:pt x="1386238" y="63965"/>
                </a:lnTo>
                <a:lnTo>
                  <a:pt x="1385849" y="65013"/>
                </a:lnTo>
                <a:lnTo>
                  <a:pt x="1385480" y="66077"/>
                </a:lnTo>
                <a:lnTo>
                  <a:pt x="1385131" y="67156"/>
                </a:lnTo>
                <a:lnTo>
                  <a:pt x="1384802" y="68251"/>
                </a:lnTo>
                <a:lnTo>
                  <a:pt x="1384493" y="69362"/>
                </a:lnTo>
                <a:lnTo>
                  <a:pt x="1384203" y="70489"/>
                </a:lnTo>
                <a:lnTo>
                  <a:pt x="1383934" y="71631"/>
                </a:lnTo>
                <a:lnTo>
                  <a:pt x="1383684" y="72788"/>
                </a:lnTo>
                <a:lnTo>
                  <a:pt x="1383455" y="73962"/>
                </a:lnTo>
                <a:lnTo>
                  <a:pt x="1383245" y="75151"/>
                </a:lnTo>
                <a:lnTo>
                  <a:pt x="1383056" y="76355"/>
                </a:lnTo>
                <a:lnTo>
                  <a:pt x="1382886" y="77576"/>
                </a:lnTo>
                <a:lnTo>
                  <a:pt x="1382737" y="78812"/>
                </a:lnTo>
                <a:lnTo>
                  <a:pt x="1382607" y="80063"/>
                </a:lnTo>
                <a:lnTo>
                  <a:pt x="1382497" y="81331"/>
                </a:lnTo>
                <a:lnTo>
                  <a:pt x="1382407" y="82613"/>
                </a:lnTo>
                <a:lnTo>
                  <a:pt x="1382338" y="83912"/>
                </a:lnTo>
                <a:lnTo>
                  <a:pt x="1382288" y="85226"/>
                </a:lnTo>
                <a:lnTo>
                  <a:pt x="1382258" y="86556"/>
                </a:lnTo>
                <a:lnTo>
                  <a:pt x="1382248" y="87902"/>
                </a:lnTo>
                <a:lnTo>
                  <a:pt x="1382258" y="89290"/>
                </a:lnTo>
                <a:lnTo>
                  <a:pt x="1382289" y="90662"/>
                </a:lnTo>
                <a:lnTo>
                  <a:pt x="1382340" y="92017"/>
                </a:lnTo>
                <a:lnTo>
                  <a:pt x="1382412" y="93356"/>
                </a:lnTo>
                <a:lnTo>
                  <a:pt x="1382504" y="94678"/>
                </a:lnTo>
                <a:lnTo>
                  <a:pt x="1382617" y="95983"/>
                </a:lnTo>
                <a:lnTo>
                  <a:pt x="1382750" y="97271"/>
                </a:lnTo>
                <a:lnTo>
                  <a:pt x="1382904" y="98542"/>
                </a:lnTo>
                <a:lnTo>
                  <a:pt x="1383078" y="99797"/>
                </a:lnTo>
                <a:lnTo>
                  <a:pt x="1383272" y="101035"/>
                </a:lnTo>
                <a:lnTo>
                  <a:pt x="1383488" y="102257"/>
                </a:lnTo>
                <a:lnTo>
                  <a:pt x="1383723" y="103461"/>
                </a:lnTo>
                <a:lnTo>
                  <a:pt x="1383979" y="104649"/>
                </a:lnTo>
                <a:lnTo>
                  <a:pt x="1384256" y="105820"/>
                </a:lnTo>
                <a:lnTo>
                  <a:pt x="1384553" y="106975"/>
                </a:lnTo>
                <a:lnTo>
                  <a:pt x="1384871" y="108113"/>
                </a:lnTo>
                <a:lnTo>
                  <a:pt x="1385209" y="109234"/>
                </a:lnTo>
                <a:lnTo>
                  <a:pt x="1385568" y="110338"/>
                </a:lnTo>
                <a:lnTo>
                  <a:pt x="1385947" y="111425"/>
                </a:lnTo>
                <a:lnTo>
                  <a:pt x="1386346" y="112496"/>
                </a:lnTo>
                <a:lnTo>
                  <a:pt x="1386766" y="113550"/>
                </a:lnTo>
                <a:lnTo>
                  <a:pt x="1387207" y="114588"/>
                </a:lnTo>
                <a:lnTo>
                  <a:pt x="1387668" y="115608"/>
                </a:lnTo>
                <a:lnTo>
                  <a:pt x="1388150" y="116612"/>
                </a:lnTo>
                <a:lnTo>
                  <a:pt x="1388651" y="117598"/>
                </a:lnTo>
                <a:lnTo>
                  <a:pt x="1389172" y="118564"/>
                </a:lnTo>
                <a:lnTo>
                  <a:pt x="1389713" y="119510"/>
                </a:lnTo>
                <a:lnTo>
                  <a:pt x="1390272" y="120438"/>
                </a:lnTo>
                <a:lnTo>
                  <a:pt x="1390852" y="121345"/>
                </a:lnTo>
                <a:lnTo>
                  <a:pt x="1391450" y="122233"/>
                </a:lnTo>
                <a:lnTo>
                  <a:pt x="1392068" y="123102"/>
                </a:lnTo>
                <a:lnTo>
                  <a:pt x="1392706" y="123951"/>
                </a:lnTo>
                <a:lnTo>
                  <a:pt x="1393362" y="124781"/>
                </a:lnTo>
                <a:lnTo>
                  <a:pt x="1394039" y="125592"/>
                </a:lnTo>
                <a:lnTo>
                  <a:pt x="1394734" y="126383"/>
                </a:lnTo>
                <a:lnTo>
                  <a:pt x="1395449" y="127154"/>
                </a:lnTo>
                <a:lnTo>
                  <a:pt x="1396184" y="127906"/>
                </a:lnTo>
                <a:lnTo>
                  <a:pt x="1396938" y="128639"/>
                </a:lnTo>
                <a:lnTo>
                  <a:pt x="1397711" y="129352"/>
                </a:lnTo>
                <a:lnTo>
                  <a:pt x="1398504" y="130045"/>
                </a:lnTo>
                <a:lnTo>
                  <a:pt x="1399316" y="130720"/>
                </a:lnTo>
                <a:lnTo>
                  <a:pt x="1400148" y="131374"/>
                </a:lnTo>
                <a:lnTo>
                  <a:pt x="1400999" y="132010"/>
                </a:lnTo>
                <a:lnTo>
                  <a:pt x="1401869" y="132625"/>
                </a:lnTo>
                <a:lnTo>
                  <a:pt x="1402759" y="133222"/>
                </a:lnTo>
                <a:lnTo>
                  <a:pt x="1403668" y="133799"/>
                </a:lnTo>
                <a:lnTo>
                  <a:pt x="1404597" y="134356"/>
                </a:lnTo>
                <a:lnTo>
                  <a:pt x="1405545" y="134894"/>
                </a:lnTo>
                <a:lnTo>
                  <a:pt x="1406512" y="135411"/>
                </a:lnTo>
                <a:lnTo>
                  <a:pt x="1407498" y="135906"/>
                </a:lnTo>
                <a:lnTo>
                  <a:pt x="1408502" y="136380"/>
                </a:lnTo>
                <a:lnTo>
                  <a:pt x="1409526" y="136831"/>
                </a:lnTo>
                <a:lnTo>
                  <a:pt x="1410568" y="137260"/>
                </a:lnTo>
                <a:lnTo>
                  <a:pt x="1411628" y="137667"/>
                </a:lnTo>
                <a:lnTo>
                  <a:pt x="1412707" y="138052"/>
                </a:lnTo>
                <a:lnTo>
                  <a:pt x="1413805" y="138416"/>
                </a:lnTo>
                <a:lnTo>
                  <a:pt x="1414922" y="138757"/>
                </a:lnTo>
                <a:lnTo>
                  <a:pt x="1416057" y="139076"/>
                </a:lnTo>
                <a:lnTo>
                  <a:pt x="1417212" y="139373"/>
                </a:lnTo>
                <a:lnTo>
                  <a:pt x="1418384" y="139648"/>
                </a:lnTo>
                <a:lnTo>
                  <a:pt x="1419576" y="139901"/>
                </a:lnTo>
                <a:lnTo>
                  <a:pt x="1420786" y="140132"/>
                </a:lnTo>
                <a:lnTo>
                  <a:pt x="1422015" y="140341"/>
                </a:lnTo>
                <a:lnTo>
                  <a:pt x="1423262" y="140528"/>
                </a:lnTo>
                <a:lnTo>
                  <a:pt x="1424529" y="140694"/>
                </a:lnTo>
                <a:lnTo>
                  <a:pt x="1425814" y="140837"/>
                </a:lnTo>
                <a:lnTo>
                  <a:pt x="1427117" y="140958"/>
                </a:lnTo>
                <a:lnTo>
                  <a:pt x="1428439" y="141057"/>
                </a:lnTo>
                <a:lnTo>
                  <a:pt x="1429780" y="141134"/>
                </a:lnTo>
                <a:lnTo>
                  <a:pt x="1431140" y="141189"/>
                </a:lnTo>
                <a:lnTo>
                  <a:pt x="1432519" y="141222"/>
                </a:lnTo>
                <a:lnTo>
                  <a:pt x="1433916" y="141233"/>
                </a:lnTo>
                <a:lnTo>
                  <a:pt x="1435057" y="141226"/>
                </a:lnTo>
                <a:lnTo>
                  <a:pt x="1436187" y="141205"/>
                </a:lnTo>
                <a:lnTo>
                  <a:pt x="1437304" y="141171"/>
                </a:lnTo>
                <a:lnTo>
                  <a:pt x="1438410" y="141123"/>
                </a:lnTo>
                <a:lnTo>
                  <a:pt x="1439503" y="141062"/>
                </a:lnTo>
                <a:close/>
                <a:moveTo>
                  <a:pt x="1410492" y="72027"/>
                </a:moveTo>
                <a:lnTo>
                  <a:pt x="1410648" y="71244"/>
                </a:lnTo>
                <a:lnTo>
                  <a:pt x="1410822" y="70477"/>
                </a:lnTo>
                <a:lnTo>
                  <a:pt x="1411015" y="69728"/>
                </a:lnTo>
                <a:lnTo>
                  <a:pt x="1411228" y="68996"/>
                </a:lnTo>
                <a:lnTo>
                  <a:pt x="1411459" y="68282"/>
                </a:lnTo>
                <a:lnTo>
                  <a:pt x="1411709" y="67585"/>
                </a:lnTo>
                <a:lnTo>
                  <a:pt x="1411978" y="66906"/>
                </a:lnTo>
                <a:lnTo>
                  <a:pt x="1412265" y="66244"/>
                </a:lnTo>
                <a:lnTo>
                  <a:pt x="1412572" y="65599"/>
                </a:lnTo>
                <a:lnTo>
                  <a:pt x="1412897" y="64972"/>
                </a:lnTo>
                <a:lnTo>
                  <a:pt x="1413242" y="64362"/>
                </a:lnTo>
                <a:lnTo>
                  <a:pt x="1413605" y="63770"/>
                </a:lnTo>
                <a:lnTo>
                  <a:pt x="1413987" y="63195"/>
                </a:lnTo>
                <a:lnTo>
                  <a:pt x="1414388" y="62637"/>
                </a:lnTo>
                <a:lnTo>
                  <a:pt x="1414808" y="62097"/>
                </a:lnTo>
                <a:lnTo>
                  <a:pt x="1415246" y="61574"/>
                </a:lnTo>
                <a:lnTo>
                  <a:pt x="1415704" y="61069"/>
                </a:lnTo>
                <a:lnTo>
                  <a:pt x="1416180" y="60581"/>
                </a:lnTo>
                <a:lnTo>
                  <a:pt x="1416676" y="60110"/>
                </a:lnTo>
                <a:lnTo>
                  <a:pt x="1417187" y="59658"/>
                </a:lnTo>
                <a:lnTo>
                  <a:pt x="1417709" y="59225"/>
                </a:lnTo>
                <a:lnTo>
                  <a:pt x="1418244" y="58811"/>
                </a:lnTo>
                <a:lnTo>
                  <a:pt x="1418791" y="58416"/>
                </a:lnTo>
                <a:lnTo>
                  <a:pt x="1419350" y="58041"/>
                </a:lnTo>
                <a:lnTo>
                  <a:pt x="1419921" y="57685"/>
                </a:lnTo>
                <a:lnTo>
                  <a:pt x="1420504" y="57348"/>
                </a:lnTo>
                <a:lnTo>
                  <a:pt x="1421099" y="57031"/>
                </a:lnTo>
                <a:lnTo>
                  <a:pt x="1421707" y="56732"/>
                </a:lnTo>
                <a:lnTo>
                  <a:pt x="1422326" y="56453"/>
                </a:lnTo>
                <a:lnTo>
                  <a:pt x="1422957" y="56193"/>
                </a:lnTo>
                <a:lnTo>
                  <a:pt x="1423600" y="55953"/>
                </a:lnTo>
                <a:lnTo>
                  <a:pt x="1424256" y="55732"/>
                </a:lnTo>
                <a:lnTo>
                  <a:pt x="1424923" y="55529"/>
                </a:lnTo>
                <a:lnTo>
                  <a:pt x="1425602" y="55347"/>
                </a:lnTo>
                <a:lnTo>
                  <a:pt x="1426294" y="55183"/>
                </a:lnTo>
                <a:lnTo>
                  <a:pt x="1426997" y="55039"/>
                </a:lnTo>
                <a:lnTo>
                  <a:pt x="1427713" y="54914"/>
                </a:lnTo>
                <a:lnTo>
                  <a:pt x="1428440" y="54808"/>
                </a:lnTo>
                <a:lnTo>
                  <a:pt x="1429180" y="54721"/>
                </a:lnTo>
                <a:lnTo>
                  <a:pt x="1429932" y="54654"/>
                </a:lnTo>
                <a:lnTo>
                  <a:pt x="1430695" y="54606"/>
                </a:lnTo>
                <a:lnTo>
                  <a:pt x="1431471" y="54577"/>
                </a:lnTo>
                <a:lnTo>
                  <a:pt x="1432259" y="54567"/>
                </a:lnTo>
                <a:lnTo>
                  <a:pt x="1433030" y="54577"/>
                </a:lnTo>
                <a:lnTo>
                  <a:pt x="1433789" y="54605"/>
                </a:lnTo>
                <a:lnTo>
                  <a:pt x="1434536" y="54651"/>
                </a:lnTo>
                <a:lnTo>
                  <a:pt x="1435272" y="54717"/>
                </a:lnTo>
                <a:lnTo>
                  <a:pt x="1435996" y="54801"/>
                </a:lnTo>
                <a:lnTo>
                  <a:pt x="1436708" y="54904"/>
                </a:lnTo>
                <a:lnTo>
                  <a:pt x="1437409" y="55025"/>
                </a:lnTo>
                <a:lnTo>
                  <a:pt x="1438098" y="55165"/>
                </a:lnTo>
                <a:lnTo>
                  <a:pt x="1438775" y="55324"/>
                </a:lnTo>
                <a:lnTo>
                  <a:pt x="1439441" y="55502"/>
                </a:lnTo>
                <a:lnTo>
                  <a:pt x="1440094" y="55698"/>
                </a:lnTo>
                <a:lnTo>
                  <a:pt x="1440737" y="55913"/>
                </a:lnTo>
                <a:lnTo>
                  <a:pt x="1441367" y="56147"/>
                </a:lnTo>
                <a:lnTo>
                  <a:pt x="1441986" y="56399"/>
                </a:lnTo>
                <a:lnTo>
                  <a:pt x="1442593" y="56670"/>
                </a:lnTo>
                <a:lnTo>
                  <a:pt x="1443189" y="56960"/>
                </a:lnTo>
                <a:lnTo>
                  <a:pt x="1443772" y="57269"/>
                </a:lnTo>
                <a:lnTo>
                  <a:pt x="1444344" y="57596"/>
                </a:lnTo>
                <a:lnTo>
                  <a:pt x="1444905" y="57942"/>
                </a:lnTo>
                <a:lnTo>
                  <a:pt x="1445454" y="58306"/>
                </a:lnTo>
                <a:lnTo>
                  <a:pt x="1445991" y="58690"/>
                </a:lnTo>
                <a:lnTo>
                  <a:pt x="1446516" y="59091"/>
                </a:lnTo>
                <a:lnTo>
                  <a:pt x="1447030" y="59512"/>
                </a:lnTo>
                <a:lnTo>
                  <a:pt x="1447532" y="59951"/>
                </a:lnTo>
                <a:lnTo>
                  <a:pt x="1448018" y="60410"/>
                </a:lnTo>
                <a:lnTo>
                  <a:pt x="1448485" y="60887"/>
                </a:lnTo>
                <a:lnTo>
                  <a:pt x="1448932" y="61383"/>
                </a:lnTo>
                <a:lnTo>
                  <a:pt x="1449359" y="61899"/>
                </a:lnTo>
                <a:lnTo>
                  <a:pt x="1449767" y="62433"/>
                </a:lnTo>
                <a:lnTo>
                  <a:pt x="1450156" y="62987"/>
                </a:lnTo>
                <a:lnTo>
                  <a:pt x="1450525" y="63559"/>
                </a:lnTo>
                <a:lnTo>
                  <a:pt x="1450874" y="64151"/>
                </a:lnTo>
                <a:lnTo>
                  <a:pt x="1451203" y="64761"/>
                </a:lnTo>
                <a:lnTo>
                  <a:pt x="1451513" y="65391"/>
                </a:lnTo>
                <a:lnTo>
                  <a:pt x="1451804" y="66040"/>
                </a:lnTo>
                <a:lnTo>
                  <a:pt x="1452075" y="66708"/>
                </a:lnTo>
                <a:lnTo>
                  <a:pt x="1452326" y="67395"/>
                </a:lnTo>
                <a:lnTo>
                  <a:pt x="1452557" y="68100"/>
                </a:lnTo>
                <a:lnTo>
                  <a:pt x="1452769" y="68825"/>
                </a:lnTo>
                <a:lnTo>
                  <a:pt x="1452962" y="69569"/>
                </a:lnTo>
                <a:lnTo>
                  <a:pt x="1453135" y="70333"/>
                </a:lnTo>
                <a:lnTo>
                  <a:pt x="1453288" y="71115"/>
                </a:lnTo>
                <a:lnTo>
                  <a:pt x="1453422" y="71916"/>
                </a:lnTo>
                <a:lnTo>
                  <a:pt x="1453536" y="72736"/>
                </a:lnTo>
                <a:lnTo>
                  <a:pt x="1453630" y="73575"/>
                </a:lnTo>
                <a:lnTo>
                  <a:pt x="1453705" y="74434"/>
                </a:lnTo>
                <a:lnTo>
                  <a:pt x="1453760" y="75311"/>
                </a:lnTo>
                <a:lnTo>
                  <a:pt x="1453796" y="76208"/>
                </a:lnTo>
                <a:lnTo>
                  <a:pt x="1409997" y="76208"/>
                </a:lnTo>
                <a:lnTo>
                  <a:pt x="1410059" y="75337"/>
                </a:lnTo>
                <a:lnTo>
                  <a:pt x="1410139" y="74483"/>
                </a:lnTo>
                <a:lnTo>
                  <a:pt x="1410238" y="73647"/>
                </a:lnTo>
                <a:lnTo>
                  <a:pt x="1410355" y="72829"/>
                </a:lnTo>
                <a:lnTo>
                  <a:pt x="1410492" y="720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1FAAB-37AD-4054-8C37-11964362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74" y="547788"/>
            <a:ext cx="2155198" cy="270725"/>
          </a:xfrm>
          <a:custGeom xmlns:a="http://schemas.openxmlformats.org/drawingml/2006/main">
            <a:pathLst>
              <a:path w="2155198" h="270725">
                <a:moveTo>
                  <a:pt x="0" y="45062"/>
                </a:moveTo>
                <a:cubicBezTo>
                  <a:pt x="0" y="20145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145"/>
                  <a:pt x="2155198" y="45062"/>
                </a:cubicBezTo>
                <a:lnTo>
                  <a:pt x="2155198" y="225486"/>
                </a:lnTo>
                <a:cubicBezTo>
                  <a:pt x="2155198" y="250403"/>
                  <a:pt x="2134876" y="270725"/>
                  <a:pt x="2109959" y="270725"/>
                </a:cubicBezTo>
                <a:lnTo>
                  <a:pt x="45239" y="270725"/>
                </a:lnTo>
                <a:cubicBezTo>
                  <a:pt x="20322" y="270725"/>
                  <a:pt x="0" y="250403"/>
                  <a:pt x="0" y="225486"/>
                </a:cubicBezTo>
                <a:lnTo>
                  <a:pt x="0" y="45062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F4FB9-29A9-495C-8D0B-D802F27E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74" y="547788"/>
            <a:ext cx="2155198" cy="270725"/>
          </a:xfrm>
          <a:custGeom xmlns:a="http://schemas.openxmlformats.org/drawingml/2006/main">
            <a:pathLst>
              <a:path w="2155198" h="270725" fill="none">
                <a:moveTo>
                  <a:pt x="0" y="45062"/>
                </a:moveTo>
                <a:cubicBezTo>
                  <a:pt x="0" y="20145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145"/>
                  <a:pt x="2155198" y="45062"/>
                </a:cubicBezTo>
                <a:lnTo>
                  <a:pt x="2155198" y="225486"/>
                </a:lnTo>
                <a:cubicBezTo>
                  <a:pt x="2155198" y="250403"/>
                  <a:pt x="2134876" y="270725"/>
                  <a:pt x="2109959" y="270725"/>
                </a:cubicBezTo>
                <a:lnTo>
                  <a:pt x="45239" y="270725"/>
                </a:lnTo>
                <a:cubicBezTo>
                  <a:pt x="20322" y="270725"/>
                  <a:pt x="0" y="250403"/>
                  <a:pt x="0" y="225486"/>
                </a:cubicBezTo>
                <a:lnTo>
                  <a:pt x="0" y="450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13501B"/>
            </a:solidFill>
            <a:miter/>
          </a:ln>
        </p:spPr>
      </p:sp>
      <p:sp>
        <p:nvSpPr>
          <p:cNvPr id="248" name="Text #1TaskDescription">
            <a:extLst xmlns:a="http://schemas.openxmlformats.org/drawingml/2006/main">
              <a:ext uri="{FF2B5EF4-FFF2-40B4-BE49-F238E27FC236}">
                <a16:creationId xmlns:a16="http://schemas.microsoft.com/office/drawing/2014/main" id="{3A8D6520-C652-4C18-B650-8DD8E40A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574" y="618191"/>
            <a:ext cx="1557476" cy="158545"/>
          </a:xfrm>
          <a:custGeom xmlns:a="http://schemas.openxmlformats.org/drawingml/2006/main">
            <a:pathLst>
              <a:path w="1557476" h="158545">
                <a:moveTo>
                  <a:pt x="13121" y="125925"/>
                </a:moveTo>
                <a:lnTo>
                  <a:pt x="18406" y="89022"/>
                </a:lnTo>
                <a:lnTo>
                  <a:pt x="0" y="89022"/>
                </a:lnTo>
                <a:lnTo>
                  <a:pt x="0" y="78726"/>
                </a:lnTo>
                <a:lnTo>
                  <a:pt x="19681" y="78726"/>
                </a:lnTo>
                <a:lnTo>
                  <a:pt x="23326" y="53760"/>
                </a:lnTo>
                <a:lnTo>
                  <a:pt x="4738" y="53760"/>
                </a:lnTo>
                <a:lnTo>
                  <a:pt x="4738" y="43645"/>
                </a:lnTo>
                <a:lnTo>
                  <a:pt x="24602" y="43645"/>
                </a:lnTo>
                <a:lnTo>
                  <a:pt x="29887" y="7016"/>
                </a:lnTo>
                <a:lnTo>
                  <a:pt x="41094" y="7016"/>
                </a:lnTo>
                <a:lnTo>
                  <a:pt x="35900" y="43645"/>
                </a:lnTo>
                <a:lnTo>
                  <a:pt x="61505" y="43645"/>
                </a:lnTo>
                <a:lnTo>
                  <a:pt x="66607" y="7016"/>
                </a:lnTo>
                <a:lnTo>
                  <a:pt x="77906" y="7016"/>
                </a:lnTo>
                <a:lnTo>
                  <a:pt x="72712" y="43645"/>
                </a:lnTo>
                <a:lnTo>
                  <a:pt x="90480" y="43645"/>
                </a:lnTo>
                <a:lnTo>
                  <a:pt x="90480" y="53760"/>
                </a:lnTo>
                <a:lnTo>
                  <a:pt x="71345" y="53760"/>
                </a:lnTo>
                <a:lnTo>
                  <a:pt x="67974" y="78726"/>
                </a:lnTo>
                <a:lnTo>
                  <a:pt x="85560" y="78726"/>
                </a:lnTo>
                <a:lnTo>
                  <a:pt x="85560" y="89022"/>
                </a:lnTo>
                <a:lnTo>
                  <a:pt x="66516" y="89022"/>
                </a:lnTo>
                <a:lnTo>
                  <a:pt x="61413" y="125925"/>
                </a:lnTo>
                <a:lnTo>
                  <a:pt x="50206" y="125925"/>
                </a:lnTo>
                <a:lnTo>
                  <a:pt x="55217" y="89022"/>
                </a:lnTo>
                <a:lnTo>
                  <a:pt x="29613" y="89022"/>
                </a:lnTo>
                <a:lnTo>
                  <a:pt x="24420" y="125925"/>
                </a:lnTo>
                <a:lnTo>
                  <a:pt x="13121" y="125925"/>
                </a:lnTo>
                <a:moveTo>
                  <a:pt x="30980" y="78726"/>
                </a:moveTo>
                <a:lnTo>
                  <a:pt x="56766" y="78726"/>
                </a:lnTo>
                <a:lnTo>
                  <a:pt x="60138" y="53760"/>
                </a:lnTo>
                <a:lnTo>
                  <a:pt x="34534" y="53760"/>
                </a:lnTo>
                <a:lnTo>
                  <a:pt x="30980" y="78726"/>
                </a:lnTo>
                <a:close/>
                <a:moveTo>
                  <a:pt x="144402" y="125925"/>
                </a:moveTo>
                <a:lnTo>
                  <a:pt x="144402" y="26698"/>
                </a:lnTo>
                <a:cubicBezTo>
                  <a:pt x="142761" y="28930"/>
                  <a:pt x="140438" y="31086"/>
                  <a:pt x="137431" y="33167"/>
                </a:cubicBezTo>
                <a:cubicBezTo>
                  <a:pt x="134424" y="35247"/>
                  <a:pt x="130855" y="37102"/>
                  <a:pt x="126725" y="38731"/>
                </a:cubicBezTo>
                <a:cubicBezTo>
                  <a:pt x="122594" y="40360"/>
                  <a:pt x="117977" y="41536"/>
                  <a:pt x="112875" y="42259"/>
                </a:cubicBezTo>
                <a:lnTo>
                  <a:pt x="112875" y="27862"/>
                </a:lnTo>
                <a:cubicBezTo>
                  <a:pt x="117917" y="27016"/>
                  <a:pt x="122609" y="25475"/>
                  <a:pt x="126952" y="23241"/>
                </a:cubicBezTo>
                <a:cubicBezTo>
                  <a:pt x="131296" y="21005"/>
                  <a:pt x="135123" y="18436"/>
                  <a:pt x="138433" y="15536"/>
                </a:cubicBezTo>
                <a:cubicBezTo>
                  <a:pt x="141744" y="12635"/>
                  <a:pt x="144341" y="9856"/>
                  <a:pt x="146224" y="7198"/>
                </a:cubicBezTo>
                <a:lnTo>
                  <a:pt x="160347" y="7198"/>
                </a:lnTo>
                <a:lnTo>
                  <a:pt x="160347" y="125925"/>
                </a:lnTo>
                <a:lnTo>
                  <a:pt x="144402" y="125925"/>
                </a:lnTo>
                <a:close/>
                <a:moveTo>
                  <a:pt x="267023" y="125925"/>
                </a:moveTo>
                <a:lnTo>
                  <a:pt x="267023" y="17039"/>
                </a:lnTo>
                <a:lnTo>
                  <a:pt x="232125" y="17039"/>
                </a:lnTo>
                <a:lnTo>
                  <a:pt x="232125" y="3280"/>
                </a:lnTo>
                <a:lnTo>
                  <a:pt x="318140" y="3280"/>
                </a:lnTo>
                <a:lnTo>
                  <a:pt x="318140" y="17039"/>
                </a:lnTo>
                <a:lnTo>
                  <a:pt x="283333" y="17039"/>
                </a:lnTo>
                <a:lnTo>
                  <a:pt x="283333" y="125925"/>
                </a:lnTo>
                <a:lnTo>
                  <a:pt x="267023" y="125925"/>
                </a:lnTo>
                <a:close/>
                <a:moveTo>
                  <a:pt x="357412" y="127565"/>
                </a:moveTo>
                <a:cubicBezTo>
                  <a:pt x="352309" y="127565"/>
                  <a:pt x="347647" y="126569"/>
                  <a:pt x="343425" y="124578"/>
                </a:cubicBezTo>
                <a:cubicBezTo>
                  <a:pt x="339203" y="122587"/>
                  <a:pt x="335832" y="119646"/>
                  <a:pt x="333311" y="115757"/>
                </a:cubicBezTo>
                <a:cubicBezTo>
                  <a:pt x="330790" y="111867"/>
                  <a:pt x="329530" y="107060"/>
                  <a:pt x="329530" y="101335"/>
                </a:cubicBezTo>
                <a:cubicBezTo>
                  <a:pt x="329530" y="93183"/>
                  <a:pt x="332020" y="86992"/>
                  <a:pt x="337001" y="82761"/>
                </a:cubicBezTo>
                <a:cubicBezTo>
                  <a:pt x="341982" y="78529"/>
                  <a:pt x="349029" y="75652"/>
                  <a:pt x="358141" y="74127"/>
                </a:cubicBezTo>
                <a:cubicBezTo>
                  <a:pt x="367252" y="72603"/>
                  <a:pt x="377913" y="71778"/>
                  <a:pt x="390123" y="71653"/>
                </a:cubicBezTo>
                <a:lnTo>
                  <a:pt x="390123" y="65124"/>
                </a:lnTo>
                <a:cubicBezTo>
                  <a:pt x="390123" y="57122"/>
                  <a:pt x="388240" y="51633"/>
                  <a:pt x="384474" y="48657"/>
                </a:cubicBezTo>
                <a:cubicBezTo>
                  <a:pt x="380707" y="45680"/>
                  <a:pt x="375939" y="44192"/>
                  <a:pt x="370168" y="44192"/>
                </a:cubicBezTo>
                <a:cubicBezTo>
                  <a:pt x="364033" y="44192"/>
                  <a:pt x="358870" y="45814"/>
                  <a:pt x="354678" y="49058"/>
                </a:cubicBezTo>
                <a:cubicBezTo>
                  <a:pt x="350487" y="52303"/>
                  <a:pt x="348391" y="57423"/>
                  <a:pt x="348391" y="64420"/>
                </a:cubicBezTo>
                <a:lnTo>
                  <a:pt x="333630" y="64420"/>
                </a:lnTo>
                <a:cubicBezTo>
                  <a:pt x="333630" y="56915"/>
                  <a:pt x="335194" y="50848"/>
                  <a:pt x="338322" y="46220"/>
                </a:cubicBezTo>
                <a:cubicBezTo>
                  <a:pt x="341451" y="41590"/>
                  <a:pt x="345764" y="38212"/>
                  <a:pt x="351261" y="36086"/>
                </a:cubicBezTo>
                <a:cubicBezTo>
                  <a:pt x="356759" y="33958"/>
                  <a:pt x="363061" y="32894"/>
                  <a:pt x="370168" y="32894"/>
                </a:cubicBezTo>
                <a:cubicBezTo>
                  <a:pt x="374724" y="32894"/>
                  <a:pt x="379083" y="33332"/>
                  <a:pt x="383244" y="34209"/>
                </a:cubicBezTo>
                <a:cubicBezTo>
                  <a:pt x="387405" y="35084"/>
                  <a:pt x="391140" y="36680"/>
                  <a:pt x="394451" y="38996"/>
                </a:cubicBezTo>
                <a:cubicBezTo>
                  <a:pt x="397762" y="41312"/>
                  <a:pt x="400389" y="44551"/>
                  <a:pt x="402333" y="48714"/>
                </a:cubicBezTo>
                <a:cubicBezTo>
                  <a:pt x="404277" y="52875"/>
                  <a:pt x="405249" y="58240"/>
                  <a:pt x="405249" y="64810"/>
                </a:cubicBezTo>
                <a:lnTo>
                  <a:pt x="405249" y="125925"/>
                </a:lnTo>
                <a:lnTo>
                  <a:pt x="391034" y="125925"/>
                </a:lnTo>
                <a:lnTo>
                  <a:pt x="390396" y="112440"/>
                </a:lnTo>
                <a:cubicBezTo>
                  <a:pt x="386326" y="116995"/>
                  <a:pt x="381603" y="120655"/>
                  <a:pt x="376227" y="123419"/>
                </a:cubicBezTo>
                <a:cubicBezTo>
                  <a:pt x="370852" y="126183"/>
                  <a:pt x="364580" y="127565"/>
                  <a:pt x="357412" y="127565"/>
                </a:cubicBezTo>
                <a:moveTo>
                  <a:pt x="361421" y="115902"/>
                </a:moveTo>
                <a:cubicBezTo>
                  <a:pt x="367495" y="115902"/>
                  <a:pt x="372962" y="114418"/>
                  <a:pt x="377822" y="111449"/>
                </a:cubicBezTo>
                <a:cubicBezTo>
                  <a:pt x="382682" y="108478"/>
                  <a:pt x="386752" y="104718"/>
                  <a:pt x="390032" y="100170"/>
                </a:cubicBezTo>
                <a:lnTo>
                  <a:pt x="390032" y="81402"/>
                </a:lnTo>
                <a:cubicBezTo>
                  <a:pt x="373874" y="81592"/>
                  <a:pt x="362286" y="83173"/>
                  <a:pt x="355270" y="86143"/>
                </a:cubicBezTo>
                <a:cubicBezTo>
                  <a:pt x="348254" y="89112"/>
                  <a:pt x="344746" y="93977"/>
                  <a:pt x="344746" y="100737"/>
                </a:cubicBezTo>
                <a:cubicBezTo>
                  <a:pt x="344746" y="105349"/>
                  <a:pt x="346159" y="109030"/>
                  <a:pt x="348983" y="111779"/>
                </a:cubicBezTo>
                <a:cubicBezTo>
                  <a:pt x="351808" y="114528"/>
                  <a:pt x="355954" y="115902"/>
                  <a:pt x="361421" y="115902"/>
                </a:cubicBezTo>
                <a:close/>
                <a:moveTo>
                  <a:pt x="465067" y="127565"/>
                </a:moveTo>
                <a:cubicBezTo>
                  <a:pt x="460085" y="127565"/>
                  <a:pt x="455362" y="127002"/>
                  <a:pt x="450898" y="125877"/>
                </a:cubicBezTo>
                <a:cubicBezTo>
                  <a:pt x="446433" y="124751"/>
                  <a:pt x="442500" y="122968"/>
                  <a:pt x="439098" y="120529"/>
                </a:cubicBezTo>
                <a:cubicBezTo>
                  <a:pt x="435696" y="118090"/>
                  <a:pt x="433039" y="114885"/>
                  <a:pt x="431125" y="110913"/>
                </a:cubicBezTo>
                <a:cubicBezTo>
                  <a:pt x="429212" y="106940"/>
                  <a:pt x="428255" y="102138"/>
                  <a:pt x="428255" y="96508"/>
                </a:cubicBezTo>
                <a:lnTo>
                  <a:pt x="442925" y="96508"/>
                </a:lnTo>
                <a:cubicBezTo>
                  <a:pt x="442925" y="103761"/>
                  <a:pt x="445066" y="108868"/>
                  <a:pt x="449349" y="111827"/>
                </a:cubicBezTo>
                <a:cubicBezTo>
                  <a:pt x="453631" y="114787"/>
                  <a:pt x="458992" y="116266"/>
                  <a:pt x="465431" y="116266"/>
                </a:cubicBezTo>
                <a:cubicBezTo>
                  <a:pt x="471202" y="116266"/>
                  <a:pt x="475955" y="115099"/>
                  <a:pt x="479691" y="112764"/>
                </a:cubicBezTo>
                <a:cubicBezTo>
                  <a:pt x="483427" y="110429"/>
                  <a:pt x="485295" y="106575"/>
                  <a:pt x="485295" y="101201"/>
                </a:cubicBezTo>
                <a:cubicBezTo>
                  <a:pt x="485295" y="96696"/>
                  <a:pt x="483609" y="93349"/>
                  <a:pt x="480238" y="91161"/>
                </a:cubicBezTo>
                <a:cubicBezTo>
                  <a:pt x="476866" y="88970"/>
                  <a:pt x="470928" y="86843"/>
                  <a:pt x="462424" y="84780"/>
                </a:cubicBezTo>
                <a:cubicBezTo>
                  <a:pt x="455499" y="83090"/>
                  <a:pt x="449668" y="81136"/>
                  <a:pt x="444929" y="78917"/>
                </a:cubicBezTo>
                <a:cubicBezTo>
                  <a:pt x="440191" y="76696"/>
                  <a:pt x="436638" y="73880"/>
                  <a:pt x="434269" y="70471"/>
                </a:cubicBezTo>
                <a:cubicBezTo>
                  <a:pt x="431900" y="67062"/>
                  <a:pt x="430715" y="62761"/>
                  <a:pt x="430715" y="57569"/>
                </a:cubicBezTo>
                <a:cubicBezTo>
                  <a:pt x="430715" y="53503"/>
                  <a:pt x="431550" y="49922"/>
                  <a:pt x="433221" y="46826"/>
                </a:cubicBezTo>
                <a:cubicBezTo>
                  <a:pt x="434891" y="43730"/>
                  <a:pt x="437230" y="41150"/>
                  <a:pt x="440237" y="39087"/>
                </a:cubicBezTo>
                <a:cubicBezTo>
                  <a:pt x="443244" y="37021"/>
                  <a:pt x="446782" y="35473"/>
                  <a:pt x="450852" y="34443"/>
                </a:cubicBezTo>
                <a:cubicBezTo>
                  <a:pt x="454922" y="33410"/>
                  <a:pt x="459326" y="32894"/>
                  <a:pt x="464064" y="32894"/>
                </a:cubicBezTo>
                <a:cubicBezTo>
                  <a:pt x="468742" y="32894"/>
                  <a:pt x="473130" y="33456"/>
                  <a:pt x="477231" y="34582"/>
                </a:cubicBezTo>
                <a:cubicBezTo>
                  <a:pt x="481331" y="35708"/>
                  <a:pt x="484945" y="37460"/>
                  <a:pt x="488074" y="39838"/>
                </a:cubicBezTo>
                <a:cubicBezTo>
                  <a:pt x="491202" y="42215"/>
                  <a:pt x="493678" y="45280"/>
                  <a:pt x="495500" y="49033"/>
                </a:cubicBezTo>
                <a:cubicBezTo>
                  <a:pt x="497322" y="52786"/>
                  <a:pt x="498233" y="57289"/>
                  <a:pt x="498233" y="62544"/>
                </a:cubicBezTo>
                <a:lnTo>
                  <a:pt x="483472" y="62544"/>
                </a:lnTo>
                <a:cubicBezTo>
                  <a:pt x="483472" y="55913"/>
                  <a:pt x="481589" y="51227"/>
                  <a:pt x="477823" y="48486"/>
                </a:cubicBezTo>
                <a:cubicBezTo>
                  <a:pt x="474057" y="45745"/>
                  <a:pt x="469471" y="44374"/>
                  <a:pt x="464064" y="44374"/>
                </a:cubicBezTo>
                <a:cubicBezTo>
                  <a:pt x="458597" y="44374"/>
                  <a:pt x="454163" y="45403"/>
                  <a:pt x="450761" y="47461"/>
                </a:cubicBezTo>
                <a:cubicBezTo>
                  <a:pt x="447359" y="49517"/>
                  <a:pt x="445658" y="52730"/>
                  <a:pt x="445658" y="57100"/>
                </a:cubicBezTo>
                <a:cubicBezTo>
                  <a:pt x="445658" y="59539"/>
                  <a:pt x="446418" y="61603"/>
                  <a:pt x="447936" y="63293"/>
                </a:cubicBezTo>
                <a:cubicBezTo>
                  <a:pt x="449455" y="64982"/>
                  <a:pt x="452006" y="66500"/>
                  <a:pt x="455590" y="67846"/>
                </a:cubicBezTo>
                <a:cubicBezTo>
                  <a:pt x="459174" y="69190"/>
                  <a:pt x="464003" y="70613"/>
                  <a:pt x="470078" y="72114"/>
                </a:cubicBezTo>
                <a:cubicBezTo>
                  <a:pt x="476699" y="73741"/>
                  <a:pt x="482257" y="75680"/>
                  <a:pt x="486753" y="77931"/>
                </a:cubicBezTo>
                <a:cubicBezTo>
                  <a:pt x="491248" y="80183"/>
                  <a:pt x="494634" y="83076"/>
                  <a:pt x="496912" y="86610"/>
                </a:cubicBezTo>
                <a:cubicBezTo>
                  <a:pt x="499190" y="90143"/>
                  <a:pt x="500329" y="94662"/>
                  <a:pt x="500329" y="100167"/>
                </a:cubicBezTo>
                <a:cubicBezTo>
                  <a:pt x="500329" y="104920"/>
                  <a:pt x="499433" y="109033"/>
                  <a:pt x="497641" y="112505"/>
                </a:cubicBezTo>
                <a:cubicBezTo>
                  <a:pt x="495849" y="115977"/>
                  <a:pt x="493359" y="118823"/>
                  <a:pt x="490170" y="121044"/>
                </a:cubicBezTo>
                <a:cubicBezTo>
                  <a:pt x="486980" y="123265"/>
                  <a:pt x="483245" y="124907"/>
                  <a:pt x="478962" y="125971"/>
                </a:cubicBezTo>
                <a:cubicBezTo>
                  <a:pt x="474679" y="127034"/>
                  <a:pt x="470048" y="127565"/>
                  <a:pt x="465067" y="127565"/>
                </a:cubicBezTo>
                <a:close/>
                <a:moveTo>
                  <a:pt x="524882" y="125925"/>
                </a:moveTo>
                <a:lnTo>
                  <a:pt x="524882" y="3280"/>
                </a:lnTo>
                <a:lnTo>
                  <a:pt x="540099" y="3280"/>
                </a:lnTo>
                <a:lnTo>
                  <a:pt x="540099" y="77553"/>
                </a:lnTo>
                <a:lnTo>
                  <a:pt x="580191" y="34443"/>
                </a:lnTo>
                <a:lnTo>
                  <a:pt x="598141" y="34443"/>
                </a:lnTo>
                <a:lnTo>
                  <a:pt x="558049" y="77271"/>
                </a:lnTo>
                <a:lnTo>
                  <a:pt x="601786" y="125925"/>
                </a:lnTo>
                <a:lnTo>
                  <a:pt x="582833" y="125925"/>
                </a:lnTo>
                <a:lnTo>
                  <a:pt x="540099" y="78398"/>
                </a:lnTo>
                <a:lnTo>
                  <a:pt x="540099" y="125925"/>
                </a:lnTo>
                <a:lnTo>
                  <a:pt x="524882" y="125925"/>
                </a:lnTo>
                <a:close/>
                <a:moveTo>
                  <a:pt x="653517" y="125925"/>
                </a:moveTo>
                <a:lnTo>
                  <a:pt x="653517" y="3280"/>
                </a:lnTo>
                <a:lnTo>
                  <a:pt x="694794" y="3280"/>
                </a:lnTo>
                <a:cubicBezTo>
                  <a:pt x="707611" y="3280"/>
                  <a:pt x="718545" y="5695"/>
                  <a:pt x="727596" y="10524"/>
                </a:cubicBezTo>
                <a:cubicBezTo>
                  <a:pt x="736647" y="15353"/>
                  <a:pt x="743542" y="22354"/>
                  <a:pt x="748280" y="31527"/>
                </a:cubicBezTo>
                <a:cubicBezTo>
                  <a:pt x="753018" y="40699"/>
                  <a:pt x="755387" y="51725"/>
                  <a:pt x="755387" y="64603"/>
                </a:cubicBezTo>
                <a:cubicBezTo>
                  <a:pt x="755387" y="77541"/>
                  <a:pt x="753003" y="88597"/>
                  <a:pt x="748234" y="97770"/>
                </a:cubicBezTo>
                <a:cubicBezTo>
                  <a:pt x="743466" y="106942"/>
                  <a:pt x="736556" y="113928"/>
                  <a:pt x="727505" y="118727"/>
                </a:cubicBezTo>
                <a:cubicBezTo>
                  <a:pt x="718454" y="123526"/>
                  <a:pt x="707550" y="125925"/>
                  <a:pt x="694794" y="125925"/>
                </a:cubicBezTo>
                <a:lnTo>
                  <a:pt x="653517" y="125925"/>
                </a:lnTo>
                <a:moveTo>
                  <a:pt x="669918" y="112166"/>
                </a:moveTo>
                <a:lnTo>
                  <a:pt x="691149" y="112166"/>
                </a:lnTo>
                <a:cubicBezTo>
                  <a:pt x="701901" y="112166"/>
                  <a:pt x="710770" y="110450"/>
                  <a:pt x="717755" y="107018"/>
                </a:cubicBezTo>
                <a:cubicBezTo>
                  <a:pt x="724741" y="103586"/>
                  <a:pt x="729950" y="98331"/>
                  <a:pt x="733382" y="91255"/>
                </a:cubicBezTo>
                <a:cubicBezTo>
                  <a:pt x="736814" y="84178"/>
                  <a:pt x="738530" y="75263"/>
                  <a:pt x="738530" y="64511"/>
                </a:cubicBezTo>
                <a:cubicBezTo>
                  <a:pt x="738530" y="53820"/>
                  <a:pt x="736784" y="44967"/>
                  <a:pt x="733291" y="37951"/>
                </a:cubicBezTo>
                <a:cubicBezTo>
                  <a:pt x="729798" y="30935"/>
                  <a:pt x="724544" y="25695"/>
                  <a:pt x="717528" y="22233"/>
                </a:cubicBezTo>
                <a:cubicBezTo>
                  <a:pt x="710511" y="18770"/>
                  <a:pt x="701719" y="17039"/>
                  <a:pt x="691149" y="17039"/>
                </a:cubicBezTo>
                <a:lnTo>
                  <a:pt x="669918" y="17039"/>
                </a:lnTo>
                <a:lnTo>
                  <a:pt x="669918" y="112166"/>
                </a:lnTo>
                <a:close/>
                <a:moveTo>
                  <a:pt x="816321" y="127565"/>
                </a:moveTo>
                <a:cubicBezTo>
                  <a:pt x="806663" y="127565"/>
                  <a:pt x="798751" y="125486"/>
                  <a:pt x="792585" y="121326"/>
                </a:cubicBezTo>
                <a:cubicBezTo>
                  <a:pt x="786420" y="117165"/>
                  <a:pt x="781848" y="111505"/>
                  <a:pt x="778872" y="104344"/>
                </a:cubicBezTo>
                <a:cubicBezTo>
                  <a:pt x="775895" y="97182"/>
                  <a:pt x="774407" y="89129"/>
                  <a:pt x="774407" y="80184"/>
                </a:cubicBezTo>
                <a:cubicBezTo>
                  <a:pt x="774407" y="70863"/>
                  <a:pt x="775850" y="62653"/>
                  <a:pt x="778735" y="55553"/>
                </a:cubicBezTo>
                <a:cubicBezTo>
                  <a:pt x="781621" y="48454"/>
                  <a:pt x="786025" y="42902"/>
                  <a:pt x="791947" y="38899"/>
                </a:cubicBezTo>
                <a:cubicBezTo>
                  <a:pt x="797870" y="34895"/>
                  <a:pt x="805387" y="32894"/>
                  <a:pt x="814499" y="32894"/>
                </a:cubicBezTo>
                <a:cubicBezTo>
                  <a:pt x="826587" y="32894"/>
                  <a:pt x="836064" y="36642"/>
                  <a:pt x="842928" y="44138"/>
                </a:cubicBezTo>
                <a:cubicBezTo>
                  <a:pt x="849792" y="51633"/>
                  <a:pt x="853224" y="62407"/>
                  <a:pt x="853224" y="76462"/>
                </a:cubicBezTo>
                <a:cubicBezTo>
                  <a:pt x="853224" y="77400"/>
                  <a:pt x="853194" y="78509"/>
                  <a:pt x="853133" y="79791"/>
                </a:cubicBezTo>
                <a:cubicBezTo>
                  <a:pt x="853072" y="81070"/>
                  <a:pt x="852981" y="81991"/>
                  <a:pt x="852860" y="82553"/>
                </a:cubicBezTo>
                <a:lnTo>
                  <a:pt x="789624" y="82553"/>
                </a:lnTo>
                <a:cubicBezTo>
                  <a:pt x="789685" y="88570"/>
                  <a:pt x="790611" y="94097"/>
                  <a:pt x="792403" y="99133"/>
                </a:cubicBezTo>
                <a:cubicBezTo>
                  <a:pt x="794195" y="104170"/>
                  <a:pt x="797035" y="108208"/>
                  <a:pt x="800922" y="111249"/>
                </a:cubicBezTo>
                <a:cubicBezTo>
                  <a:pt x="804810" y="114290"/>
                  <a:pt x="809943" y="115811"/>
                  <a:pt x="816321" y="115811"/>
                </a:cubicBezTo>
                <a:cubicBezTo>
                  <a:pt x="823125" y="115811"/>
                  <a:pt x="828440" y="114135"/>
                  <a:pt x="832267" y="110782"/>
                </a:cubicBezTo>
                <a:cubicBezTo>
                  <a:pt x="836094" y="107430"/>
                  <a:pt x="838099" y="102593"/>
                  <a:pt x="838281" y="96272"/>
                </a:cubicBezTo>
                <a:lnTo>
                  <a:pt x="853315" y="96272"/>
                </a:lnTo>
                <a:cubicBezTo>
                  <a:pt x="853133" y="102724"/>
                  <a:pt x="851523" y="108284"/>
                  <a:pt x="848486" y="112952"/>
                </a:cubicBezTo>
                <a:cubicBezTo>
                  <a:pt x="845449" y="117620"/>
                  <a:pt x="841197" y="121223"/>
                  <a:pt x="835730" y="123761"/>
                </a:cubicBezTo>
                <a:cubicBezTo>
                  <a:pt x="830262" y="126297"/>
                  <a:pt x="823793" y="127565"/>
                  <a:pt x="816321" y="127565"/>
                </a:cubicBezTo>
                <a:moveTo>
                  <a:pt x="789715" y="71436"/>
                </a:moveTo>
                <a:lnTo>
                  <a:pt x="838190" y="71436"/>
                </a:lnTo>
                <a:cubicBezTo>
                  <a:pt x="838007" y="62733"/>
                  <a:pt x="835851" y="56077"/>
                  <a:pt x="831720" y="51470"/>
                </a:cubicBezTo>
                <a:cubicBezTo>
                  <a:pt x="827590" y="46861"/>
                  <a:pt x="821849" y="44557"/>
                  <a:pt x="814499" y="44557"/>
                </a:cubicBezTo>
                <a:cubicBezTo>
                  <a:pt x="807088" y="44557"/>
                  <a:pt x="801272" y="46845"/>
                  <a:pt x="797050" y="51422"/>
                </a:cubicBezTo>
                <a:cubicBezTo>
                  <a:pt x="792828" y="55997"/>
                  <a:pt x="790383" y="62668"/>
                  <a:pt x="789715" y="71436"/>
                </a:cubicBezTo>
                <a:close/>
                <a:moveTo>
                  <a:pt x="908451" y="127565"/>
                </a:moveTo>
                <a:cubicBezTo>
                  <a:pt x="903470" y="127565"/>
                  <a:pt x="898747" y="127002"/>
                  <a:pt x="894282" y="125877"/>
                </a:cubicBezTo>
                <a:cubicBezTo>
                  <a:pt x="889817" y="124751"/>
                  <a:pt x="885884" y="122968"/>
                  <a:pt x="882482" y="120529"/>
                </a:cubicBezTo>
                <a:cubicBezTo>
                  <a:pt x="879080" y="118090"/>
                  <a:pt x="876423" y="114885"/>
                  <a:pt x="874509" y="110913"/>
                </a:cubicBezTo>
                <a:cubicBezTo>
                  <a:pt x="872596" y="106940"/>
                  <a:pt x="871639" y="102138"/>
                  <a:pt x="871639" y="96508"/>
                </a:cubicBezTo>
                <a:lnTo>
                  <a:pt x="886309" y="96508"/>
                </a:lnTo>
                <a:cubicBezTo>
                  <a:pt x="886309" y="103761"/>
                  <a:pt x="888450" y="108868"/>
                  <a:pt x="892733" y="111827"/>
                </a:cubicBezTo>
                <a:cubicBezTo>
                  <a:pt x="897016" y="114787"/>
                  <a:pt x="902376" y="116266"/>
                  <a:pt x="908815" y="116266"/>
                </a:cubicBezTo>
                <a:cubicBezTo>
                  <a:pt x="914586" y="116266"/>
                  <a:pt x="919339" y="115099"/>
                  <a:pt x="923075" y="112764"/>
                </a:cubicBezTo>
                <a:cubicBezTo>
                  <a:pt x="926811" y="110429"/>
                  <a:pt x="928679" y="106575"/>
                  <a:pt x="928679" y="101201"/>
                </a:cubicBezTo>
                <a:cubicBezTo>
                  <a:pt x="928679" y="96696"/>
                  <a:pt x="926993" y="93349"/>
                  <a:pt x="923622" y="91161"/>
                </a:cubicBezTo>
                <a:cubicBezTo>
                  <a:pt x="920251" y="88970"/>
                  <a:pt x="914313" y="86843"/>
                  <a:pt x="905808" y="84780"/>
                </a:cubicBezTo>
                <a:cubicBezTo>
                  <a:pt x="898883" y="83090"/>
                  <a:pt x="893052" y="81136"/>
                  <a:pt x="888314" y="78917"/>
                </a:cubicBezTo>
                <a:cubicBezTo>
                  <a:pt x="883576" y="76696"/>
                  <a:pt x="880022" y="73880"/>
                  <a:pt x="877653" y="70471"/>
                </a:cubicBezTo>
                <a:cubicBezTo>
                  <a:pt x="875284" y="67062"/>
                  <a:pt x="874099" y="62761"/>
                  <a:pt x="874099" y="57569"/>
                </a:cubicBezTo>
                <a:cubicBezTo>
                  <a:pt x="874099" y="53503"/>
                  <a:pt x="874935" y="49922"/>
                  <a:pt x="876605" y="46826"/>
                </a:cubicBezTo>
                <a:cubicBezTo>
                  <a:pt x="878276" y="43730"/>
                  <a:pt x="880614" y="41150"/>
                  <a:pt x="883621" y="39087"/>
                </a:cubicBezTo>
                <a:cubicBezTo>
                  <a:pt x="886628" y="37021"/>
                  <a:pt x="890166" y="35473"/>
                  <a:pt x="894236" y="34443"/>
                </a:cubicBezTo>
                <a:cubicBezTo>
                  <a:pt x="898306" y="33410"/>
                  <a:pt x="902710" y="32894"/>
                  <a:pt x="907449" y="32894"/>
                </a:cubicBezTo>
                <a:cubicBezTo>
                  <a:pt x="912126" y="32894"/>
                  <a:pt x="916515" y="33456"/>
                  <a:pt x="920615" y="34582"/>
                </a:cubicBezTo>
                <a:cubicBezTo>
                  <a:pt x="924715" y="35708"/>
                  <a:pt x="928330" y="37460"/>
                  <a:pt x="931458" y="39838"/>
                </a:cubicBezTo>
                <a:cubicBezTo>
                  <a:pt x="934586" y="42215"/>
                  <a:pt x="937062" y="45280"/>
                  <a:pt x="938884" y="49033"/>
                </a:cubicBezTo>
                <a:cubicBezTo>
                  <a:pt x="940707" y="52786"/>
                  <a:pt x="941618" y="57289"/>
                  <a:pt x="941618" y="62544"/>
                </a:cubicBezTo>
                <a:lnTo>
                  <a:pt x="926857" y="62544"/>
                </a:lnTo>
                <a:cubicBezTo>
                  <a:pt x="926857" y="55913"/>
                  <a:pt x="924974" y="51227"/>
                  <a:pt x="921207" y="48486"/>
                </a:cubicBezTo>
                <a:cubicBezTo>
                  <a:pt x="917441" y="45745"/>
                  <a:pt x="912855" y="44374"/>
                  <a:pt x="907449" y="44374"/>
                </a:cubicBezTo>
                <a:cubicBezTo>
                  <a:pt x="901981" y="44374"/>
                  <a:pt x="897547" y="45403"/>
                  <a:pt x="894145" y="47461"/>
                </a:cubicBezTo>
                <a:cubicBezTo>
                  <a:pt x="890744" y="49517"/>
                  <a:pt x="889043" y="52730"/>
                  <a:pt x="889043" y="57100"/>
                </a:cubicBezTo>
                <a:cubicBezTo>
                  <a:pt x="889043" y="59539"/>
                  <a:pt x="889802" y="61603"/>
                  <a:pt x="891321" y="63293"/>
                </a:cubicBezTo>
                <a:cubicBezTo>
                  <a:pt x="892839" y="64982"/>
                  <a:pt x="895391" y="66500"/>
                  <a:pt x="898975" y="67846"/>
                </a:cubicBezTo>
                <a:cubicBezTo>
                  <a:pt x="902559" y="69190"/>
                  <a:pt x="907388" y="70613"/>
                  <a:pt x="913462" y="72114"/>
                </a:cubicBezTo>
                <a:cubicBezTo>
                  <a:pt x="920084" y="73741"/>
                  <a:pt x="925642" y="75680"/>
                  <a:pt x="930137" y="77931"/>
                </a:cubicBezTo>
                <a:cubicBezTo>
                  <a:pt x="934632" y="80183"/>
                  <a:pt x="938019" y="83076"/>
                  <a:pt x="940297" y="86610"/>
                </a:cubicBezTo>
                <a:cubicBezTo>
                  <a:pt x="942574" y="90143"/>
                  <a:pt x="943713" y="94662"/>
                  <a:pt x="943713" y="100167"/>
                </a:cubicBezTo>
                <a:cubicBezTo>
                  <a:pt x="943713" y="104920"/>
                  <a:pt x="942817" y="109033"/>
                  <a:pt x="941025" y="112505"/>
                </a:cubicBezTo>
                <a:cubicBezTo>
                  <a:pt x="939233" y="115977"/>
                  <a:pt x="936743" y="118823"/>
                  <a:pt x="933554" y="121044"/>
                </a:cubicBezTo>
                <a:cubicBezTo>
                  <a:pt x="930365" y="123265"/>
                  <a:pt x="926629" y="124907"/>
                  <a:pt x="922346" y="125971"/>
                </a:cubicBezTo>
                <a:cubicBezTo>
                  <a:pt x="918064" y="127034"/>
                  <a:pt x="913432" y="127565"/>
                  <a:pt x="908451" y="127565"/>
                </a:cubicBezTo>
                <a:close/>
                <a:moveTo>
                  <a:pt x="1003790" y="127565"/>
                </a:moveTo>
                <a:cubicBezTo>
                  <a:pt x="995772" y="127565"/>
                  <a:pt x="988665" y="125828"/>
                  <a:pt x="982469" y="122354"/>
                </a:cubicBezTo>
                <a:cubicBezTo>
                  <a:pt x="976273" y="118879"/>
                  <a:pt x="971428" y="113650"/>
                  <a:pt x="967935" y="106668"/>
                </a:cubicBezTo>
                <a:cubicBezTo>
                  <a:pt x="964443" y="99686"/>
                  <a:pt x="962696" y="90936"/>
                  <a:pt x="962696" y="80417"/>
                </a:cubicBezTo>
                <a:cubicBezTo>
                  <a:pt x="962696" y="69899"/>
                  <a:pt x="964412" y="61117"/>
                  <a:pt x="967844" y="54073"/>
                </a:cubicBezTo>
                <a:cubicBezTo>
                  <a:pt x="971276" y="47028"/>
                  <a:pt x="976075" y="41738"/>
                  <a:pt x="982241" y="38201"/>
                </a:cubicBezTo>
                <a:cubicBezTo>
                  <a:pt x="988407" y="34663"/>
                  <a:pt x="995590" y="32894"/>
                  <a:pt x="1003790" y="32894"/>
                </a:cubicBezTo>
                <a:cubicBezTo>
                  <a:pt x="1010655" y="32894"/>
                  <a:pt x="1016835" y="34051"/>
                  <a:pt x="1022333" y="36365"/>
                </a:cubicBezTo>
                <a:cubicBezTo>
                  <a:pt x="1027830" y="38679"/>
                  <a:pt x="1032219" y="42166"/>
                  <a:pt x="1035499" y="46826"/>
                </a:cubicBezTo>
                <a:cubicBezTo>
                  <a:pt x="1038780" y="51486"/>
                  <a:pt x="1040511" y="57382"/>
                  <a:pt x="1040693" y="64511"/>
                </a:cubicBezTo>
                <a:lnTo>
                  <a:pt x="1025659" y="64511"/>
                </a:lnTo>
                <a:cubicBezTo>
                  <a:pt x="1025294" y="58519"/>
                  <a:pt x="1023229" y="53801"/>
                  <a:pt x="1019463" y="50360"/>
                </a:cubicBezTo>
                <a:cubicBezTo>
                  <a:pt x="1015696" y="46916"/>
                  <a:pt x="1010563" y="45194"/>
                  <a:pt x="1004064" y="45194"/>
                </a:cubicBezTo>
                <a:cubicBezTo>
                  <a:pt x="995438" y="45194"/>
                  <a:pt x="988999" y="48280"/>
                  <a:pt x="984747" y="54451"/>
                </a:cubicBezTo>
                <a:cubicBezTo>
                  <a:pt x="980494" y="60623"/>
                  <a:pt x="978368" y="69279"/>
                  <a:pt x="978368" y="80420"/>
                </a:cubicBezTo>
                <a:cubicBezTo>
                  <a:pt x="978368" y="87825"/>
                  <a:pt x="979310" y="94108"/>
                  <a:pt x="981193" y="99267"/>
                </a:cubicBezTo>
                <a:cubicBezTo>
                  <a:pt x="983076" y="104425"/>
                  <a:pt x="985931" y="108381"/>
                  <a:pt x="989758" y="111135"/>
                </a:cubicBezTo>
                <a:cubicBezTo>
                  <a:pt x="993585" y="113888"/>
                  <a:pt x="998354" y="115264"/>
                  <a:pt x="1004064" y="115264"/>
                </a:cubicBezTo>
                <a:cubicBezTo>
                  <a:pt x="1010563" y="115264"/>
                  <a:pt x="1015848" y="113494"/>
                  <a:pt x="1019918" y="109954"/>
                </a:cubicBezTo>
                <a:cubicBezTo>
                  <a:pt x="1023988" y="106411"/>
                  <a:pt x="1026114" y="101226"/>
                  <a:pt x="1026296" y="94398"/>
                </a:cubicBezTo>
                <a:lnTo>
                  <a:pt x="1041331" y="94398"/>
                </a:lnTo>
                <a:cubicBezTo>
                  <a:pt x="1041149" y="101790"/>
                  <a:pt x="1039402" y="107944"/>
                  <a:pt x="1036092" y="112861"/>
                </a:cubicBezTo>
                <a:cubicBezTo>
                  <a:pt x="1032781" y="117778"/>
                  <a:pt x="1028316" y="121457"/>
                  <a:pt x="1022697" y="123900"/>
                </a:cubicBezTo>
                <a:cubicBezTo>
                  <a:pt x="1017078" y="126344"/>
                  <a:pt x="1010776" y="127565"/>
                  <a:pt x="1003790" y="127565"/>
                </a:cubicBezTo>
                <a:close/>
                <a:moveTo>
                  <a:pt x="1065678" y="125925"/>
                </a:moveTo>
                <a:lnTo>
                  <a:pt x="1065678" y="34443"/>
                </a:lnTo>
                <a:lnTo>
                  <a:pt x="1079983" y="34443"/>
                </a:lnTo>
                <a:lnTo>
                  <a:pt x="1080530" y="49113"/>
                </a:lnTo>
                <a:cubicBezTo>
                  <a:pt x="1083021" y="44496"/>
                  <a:pt x="1086483" y="40639"/>
                  <a:pt x="1090918" y="37541"/>
                </a:cubicBezTo>
                <a:cubicBezTo>
                  <a:pt x="1095352" y="34443"/>
                  <a:pt x="1101123" y="32894"/>
                  <a:pt x="1108230" y="32894"/>
                </a:cubicBezTo>
                <a:lnTo>
                  <a:pt x="1110052" y="32894"/>
                </a:lnTo>
                <a:lnTo>
                  <a:pt x="1110052" y="46835"/>
                </a:lnTo>
                <a:lnTo>
                  <a:pt x="1107957" y="46835"/>
                </a:lnTo>
                <a:cubicBezTo>
                  <a:pt x="1103522" y="46835"/>
                  <a:pt x="1099634" y="47436"/>
                  <a:pt x="1096293" y="48640"/>
                </a:cubicBezTo>
                <a:cubicBezTo>
                  <a:pt x="1092952" y="49842"/>
                  <a:pt x="1090037" y="51503"/>
                  <a:pt x="1087546" y="53623"/>
                </a:cubicBezTo>
                <a:cubicBezTo>
                  <a:pt x="1085056" y="55743"/>
                  <a:pt x="1082838" y="58196"/>
                  <a:pt x="1080895" y="60981"/>
                </a:cubicBezTo>
                <a:lnTo>
                  <a:pt x="1080895" y="125925"/>
                </a:lnTo>
                <a:lnTo>
                  <a:pt x="1065678" y="125925"/>
                </a:lnTo>
                <a:close/>
                <a:moveTo>
                  <a:pt x="1127259" y="125925"/>
                </a:moveTo>
                <a:lnTo>
                  <a:pt x="1127259" y="34443"/>
                </a:lnTo>
                <a:lnTo>
                  <a:pt x="1142476" y="34443"/>
                </a:lnTo>
                <a:lnTo>
                  <a:pt x="1142476" y="125925"/>
                </a:lnTo>
                <a:lnTo>
                  <a:pt x="1127259" y="125925"/>
                </a:lnTo>
                <a:moveTo>
                  <a:pt x="1134822" y="17677"/>
                </a:moveTo>
                <a:cubicBezTo>
                  <a:pt x="1131967" y="17677"/>
                  <a:pt x="1129674" y="16842"/>
                  <a:pt x="1127943" y="15171"/>
                </a:cubicBezTo>
                <a:cubicBezTo>
                  <a:pt x="1126211" y="13501"/>
                  <a:pt x="1125346" y="11390"/>
                  <a:pt x="1125346" y="8838"/>
                </a:cubicBezTo>
                <a:cubicBezTo>
                  <a:pt x="1125346" y="6287"/>
                  <a:pt x="1126211" y="4176"/>
                  <a:pt x="1127943" y="2506"/>
                </a:cubicBezTo>
                <a:cubicBezTo>
                  <a:pt x="1129674" y="835"/>
                  <a:pt x="1131967" y="0"/>
                  <a:pt x="1134822" y="0"/>
                </a:cubicBezTo>
                <a:cubicBezTo>
                  <a:pt x="1137677" y="0"/>
                  <a:pt x="1139985" y="835"/>
                  <a:pt x="1141747" y="2506"/>
                </a:cubicBezTo>
                <a:cubicBezTo>
                  <a:pt x="1143509" y="4176"/>
                  <a:pt x="1144389" y="6287"/>
                  <a:pt x="1144389" y="8838"/>
                </a:cubicBezTo>
                <a:cubicBezTo>
                  <a:pt x="1144389" y="11390"/>
                  <a:pt x="1143509" y="13501"/>
                  <a:pt x="1141747" y="15171"/>
                </a:cubicBezTo>
                <a:cubicBezTo>
                  <a:pt x="1139985" y="16842"/>
                  <a:pt x="1137677" y="17677"/>
                  <a:pt x="1134822" y="17677"/>
                </a:cubicBezTo>
                <a:close/>
                <a:moveTo>
                  <a:pt x="1171858" y="158545"/>
                </a:moveTo>
                <a:lnTo>
                  <a:pt x="1171858" y="34443"/>
                </a:lnTo>
                <a:lnTo>
                  <a:pt x="1186619" y="34443"/>
                </a:lnTo>
                <a:lnTo>
                  <a:pt x="1187075" y="48930"/>
                </a:lnTo>
                <a:cubicBezTo>
                  <a:pt x="1190234" y="44192"/>
                  <a:pt x="1194319" y="40335"/>
                  <a:pt x="1199330" y="37358"/>
                </a:cubicBezTo>
                <a:cubicBezTo>
                  <a:pt x="1204342" y="34382"/>
                  <a:pt x="1210158" y="32894"/>
                  <a:pt x="1216779" y="32894"/>
                </a:cubicBezTo>
                <a:cubicBezTo>
                  <a:pt x="1224069" y="32894"/>
                  <a:pt x="1230356" y="34661"/>
                  <a:pt x="1235641" y="38195"/>
                </a:cubicBezTo>
                <a:cubicBezTo>
                  <a:pt x="1240926" y="41730"/>
                  <a:pt x="1245011" y="47001"/>
                  <a:pt x="1247896" y="54007"/>
                </a:cubicBezTo>
                <a:cubicBezTo>
                  <a:pt x="1250782" y="61012"/>
                  <a:pt x="1252224" y="69737"/>
                  <a:pt x="1252224" y="80184"/>
                </a:cubicBezTo>
                <a:cubicBezTo>
                  <a:pt x="1252224" y="90505"/>
                  <a:pt x="1250690" y="99184"/>
                  <a:pt x="1247623" y="106221"/>
                </a:cubicBezTo>
                <a:cubicBezTo>
                  <a:pt x="1244555" y="113258"/>
                  <a:pt x="1240227" y="118575"/>
                  <a:pt x="1234639" y="122172"/>
                </a:cubicBezTo>
                <a:cubicBezTo>
                  <a:pt x="1229050" y="125767"/>
                  <a:pt x="1222489" y="127565"/>
                  <a:pt x="1214957" y="127565"/>
                </a:cubicBezTo>
                <a:cubicBezTo>
                  <a:pt x="1208640" y="127565"/>
                  <a:pt x="1203112" y="126305"/>
                  <a:pt x="1198374" y="123784"/>
                </a:cubicBezTo>
                <a:cubicBezTo>
                  <a:pt x="1193635" y="121263"/>
                  <a:pt x="1189839" y="117815"/>
                  <a:pt x="1186984" y="113442"/>
                </a:cubicBezTo>
                <a:lnTo>
                  <a:pt x="1186984" y="158545"/>
                </a:lnTo>
                <a:lnTo>
                  <a:pt x="1171858" y="158545"/>
                </a:lnTo>
                <a:moveTo>
                  <a:pt x="1212132" y="115082"/>
                </a:moveTo>
                <a:cubicBezTo>
                  <a:pt x="1220211" y="115082"/>
                  <a:pt x="1226301" y="112064"/>
                  <a:pt x="1230402" y="106027"/>
                </a:cubicBezTo>
                <a:cubicBezTo>
                  <a:pt x="1234502" y="99989"/>
                  <a:pt x="1236552" y="91375"/>
                  <a:pt x="1236552" y="80187"/>
                </a:cubicBezTo>
                <a:cubicBezTo>
                  <a:pt x="1236552" y="68869"/>
                  <a:pt x="1234639" y="60208"/>
                  <a:pt x="1230812" y="54204"/>
                </a:cubicBezTo>
                <a:cubicBezTo>
                  <a:pt x="1226985" y="48198"/>
                  <a:pt x="1221366" y="45194"/>
                  <a:pt x="1213955" y="45194"/>
                </a:cubicBezTo>
                <a:cubicBezTo>
                  <a:pt x="1207455" y="45194"/>
                  <a:pt x="1201973" y="46996"/>
                  <a:pt x="1197508" y="50599"/>
                </a:cubicBezTo>
                <a:cubicBezTo>
                  <a:pt x="1193043" y="54202"/>
                  <a:pt x="1189566" y="58406"/>
                  <a:pt x="1187075" y="63210"/>
                </a:cubicBezTo>
                <a:lnTo>
                  <a:pt x="1187075" y="98866"/>
                </a:lnTo>
                <a:cubicBezTo>
                  <a:pt x="1189505" y="103670"/>
                  <a:pt x="1192785" y="107574"/>
                  <a:pt x="1196916" y="110577"/>
                </a:cubicBezTo>
                <a:cubicBezTo>
                  <a:pt x="1201046" y="113580"/>
                  <a:pt x="1206119" y="115082"/>
                  <a:pt x="1212132" y="115082"/>
                </a:cubicBezTo>
                <a:close/>
                <a:moveTo>
                  <a:pt x="1305227" y="125925"/>
                </a:moveTo>
                <a:cubicBezTo>
                  <a:pt x="1298059" y="125925"/>
                  <a:pt x="1292561" y="124745"/>
                  <a:pt x="1288734" y="122386"/>
                </a:cubicBezTo>
                <a:cubicBezTo>
                  <a:pt x="1284908" y="120026"/>
                  <a:pt x="1282280" y="116629"/>
                  <a:pt x="1280853" y="112195"/>
                </a:cubicBezTo>
                <a:cubicBezTo>
                  <a:pt x="1279425" y="107758"/>
                  <a:pt x="1278712" y="102426"/>
                  <a:pt x="1278712" y="96198"/>
                </a:cubicBezTo>
                <a:lnTo>
                  <a:pt x="1278712" y="46743"/>
                </a:lnTo>
                <a:lnTo>
                  <a:pt x="1263859" y="46743"/>
                </a:lnTo>
                <a:lnTo>
                  <a:pt x="1263859" y="34443"/>
                </a:lnTo>
                <a:lnTo>
                  <a:pt x="1278712" y="34443"/>
                </a:lnTo>
                <a:lnTo>
                  <a:pt x="1278712" y="14123"/>
                </a:lnTo>
                <a:lnTo>
                  <a:pt x="1293837" y="14123"/>
                </a:lnTo>
                <a:lnTo>
                  <a:pt x="1293837" y="34443"/>
                </a:lnTo>
                <a:lnTo>
                  <a:pt x="1315705" y="34443"/>
                </a:lnTo>
                <a:lnTo>
                  <a:pt x="1315705" y="46743"/>
                </a:lnTo>
                <a:lnTo>
                  <a:pt x="1293837" y="46743"/>
                </a:lnTo>
                <a:lnTo>
                  <a:pt x="1293837" y="95765"/>
                </a:lnTo>
                <a:cubicBezTo>
                  <a:pt x="1293837" y="101528"/>
                  <a:pt x="1294551" y="105945"/>
                  <a:pt x="1295978" y="109017"/>
                </a:cubicBezTo>
                <a:cubicBezTo>
                  <a:pt x="1297406" y="112088"/>
                  <a:pt x="1300823" y="113624"/>
                  <a:pt x="1306229" y="113624"/>
                </a:cubicBezTo>
                <a:lnTo>
                  <a:pt x="1315888" y="113624"/>
                </a:lnTo>
                <a:lnTo>
                  <a:pt x="1315888" y="125925"/>
                </a:lnTo>
                <a:lnTo>
                  <a:pt x="1305227" y="125925"/>
                </a:lnTo>
                <a:close/>
                <a:moveTo>
                  <a:pt x="1334955" y="125925"/>
                </a:moveTo>
                <a:lnTo>
                  <a:pt x="1334955" y="34443"/>
                </a:lnTo>
                <a:lnTo>
                  <a:pt x="1350172" y="34443"/>
                </a:lnTo>
                <a:lnTo>
                  <a:pt x="1350172" y="125925"/>
                </a:lnTo>
                <a:lnTo>
                  <a:pt x="1334955" y="125925"/>
                </a:lnTo>
                <a:moveTo>
                  <a:pt x="1342518" y="17677"/>
                </a:moveTo>
                <a:cubicBezTo>
                  <a:pt x="1339663" y="17677"/>
                  <a:pt x="1337370" y="16842"/>
                  <a:pt x="1335639" y="15171"/>
                </a:cubicBezTo>
                <a:cubicBezTo>
                  <a:pt x="1333908" y="13501"/>
                  <a:pt x="1333042" y="11390"/>
                  <a:pt x="1333042" y="8838"/>
                </a:cubicBezTo>
                <a:cubicBezTo>
                  <a:pt x="1333042" y="6287"/>
                  <a:pt x="1333908" y="4176"/>
                  <a:pt x="1335639" y="2506"/>
                </a:cubicBezTo>
                <a:cubicBezTo>
                  <a:pt x="1337370" y="835"/>
                  <a:pt x="1339663" y="0"/>
                  <a:pt x="1342518" y="0"/>
                </a:cubicBezTo>
                <a:cubicBezTo>
                  <a:pt x="1345373" y="0"/>
                  <a:pt x="1347682" y="835"/>
                  <a:pt x="1349443" y="2506"/>
                </a:cubicBezTo>
                <a:cubicBezTo>
                  <a:pt x="1351205" y="4176"/>
                  <a:pt x="1352086" y="6287"/>
                  <a:pt x="1352086" y="8838"/>
                </a:cubicBezTo>
                <a:cubicBezTo>
                  <a:pt x="1352086" y="11390"/>
                  <a:pt x="1351205" y="13501"/>
                  <a:pt x="1349443" y="15171"/>
                </a:cubicBezTo>
                <a:cubicBezTo>
                  <a:pt x="1347682" y="16842"/>
                  <a:pt x="1345373" y="17677"/>
                  <a:pt x="1342518" y="17677"/>
                </a:cubicBezTo>
                <a:close/>
                <a:moveTo>
                  <a:pt x="1415911" y="127565"/>
                </a:moveTo>
                <a:cubicBezTo>
                  <a:pt x="1407225" y="127565"/>
                  <a:pt x="1399783" y="125673"/>
                  <a:pt x="1393587" y="121890"/>
                </a:cubicBezTo>
                <a:cubicBezTo>
                  <a:pt x="1387391" y="118105"/>
                  <a:pt x="1382668" y="112694"/>
                  <a:pt x="1379418" y="105657"/>
                </a:cubicBezTo>
                <a:cubicBezTo>
                  <a:pt x="1376169" y="98620"/>
                  <a:pt x="1374544" y="90253"/>
                  <a:pt x="1374544" y="80557"/>
                </a:cubicBezTo>
                <a:cubicBezTo>
                  <a:pt x="1374544" y="70612"/>
                  <a:pt x="1376169" y="62089"/>
                  <a:pt x="1379418" y="54990"/>
                </a:cubicBezTo>
                <a:cubicBezTo>
                  <a:pt x="1382668" y="47890"/>
                  <a:pt x="1387391" y="42432"/>
                  <a:pt x="1393587" y="38617"/>
                </a:cubicBezTo>
                <a:cubicBezTo>
                  <a:pt x="1399783" y="34801"/>
                  <a:pt x="1407225" y="32894"/>
                  <a:pt x="1415911" y="32894"/>
                </a:cubicBezTo>
                <a:cubicBezTo>
                  <a:pt x="1424780" y="32894"/>
                  <a:pt x="1432358" y="34801"/>
                  <a:pt x="1438645" y="38617"/>
                </a:cubicBezTo>
                <a:cubicBezTo>
                  <a:pt x="1444932" y="42432"/>
                  <a:pt x="1449761" y="47890"/>
                  <a:pt x="1453133" y="54990"/>
                </a:cubicBezTo>
                <a:cubicBezTo>
                  <a:pt x="1456504" y="62089"/>
                  <a:pt x="1458190" y="70612"/>
                  <a:pt x="1458190" y="80557"/>
                </a:cubicBezTo>
                <a:cubicBezTo>
                  <a:pt x="1458190" y="90253"/>
                  <a:pt x="1456504" y="98620"/>
                  <a:pt x="1453133" y="105657"/>
                </a:cubicBezTo>
                <a:cubicBezTo>
                  <a:pt x="1449761" y="112694"/>
                  <a:pt x="1444932" y="118105"/>
                  <a:pt x="1438645" y="121890"/>
                </a:cubicBezTo>
                <a:cubicBezTo>
                  <a:pt x="1432358" y="125673"/>
                  <a:pt x="1424780" y="127565"/>
                  <a:pt x="1415911" y="127565"/>
                </a:cubicBezTo>
                <a:moveTo>
                  <a:pt x="1415911" y="115446"/>
                </a:moveTo>
                <a:cubicBezTo>
                  <a:pt x="1422472" y="115446"/>
                  <a:pt x="1427696" y="113946"/>
                  <a:pt x="1431583" y="110945"/>
                </a:cubicBezTo>
                <a:cubicBezTo>
                  <a:pt x="1435471" y="107942"/>
                  <a:pt x="1438265" y="103801"/>
                  <a:pt x="1439966" y="98524"/>
                </a:cubicBezTo>
                <a:cubicBezTo>
                  <a:pt x="1441667" y="93247"/>
                  <a:pt x="1442518" y="87260"/>
                  <a:pt x="1442518" y="80562"/>
                </a:cubicBezTo>
                <a:cubicBezTo>
                  <a:pt x="1442518" y="73736"/>
                  <a:pt x="1441667" y="67637"/>
                  <a:pt x="1439966" y="62265"/>
                </a:cubicBezTo>
                <a:cubicBezTo>
                  <a:pt x="1438265" y="56893"/>
                  <a:pt x="1435471" y="52675"/>
                  <a:pt x="1431583" y="49611"/>
                </a:cubicBezTo>
                <a:cubicBezTo>
                  <a:pt x="1427696" y="46545"/>
                  <a:pt x="1422472" y="45012"/>
                  <a:pt x="1415911" y="45012"/>
                </a:cubicBezTo>
                <a:cubicBezTo>
                  <a:pt x="1409533" y="45012"/>
                  <a:pt x="1404476" y="46545"/>
                  <a:pt x="1400740" y="49611"/>
                </a:cubicBezTo>
                <a:cubicBezTo>
                  <a:pt x="1397004" y="52675"/>
                  <a:pt x="1394316" y="56893"/>
                  <a:pt x="1392676" y="62265"/>
                </a:cubicBezTo>
                <a:cubicBezTo>
                  <a:pt x="1391036" y="67637"/>
                  <a:pt x="1390216" y="73736"/>
                  <a:pt x="1390216" y="80562"/>
                </a:cubicBezTo>
                <a:cubicBezTo>
                  <a:pt x="1390216" y="87260"/>
                  <a:pt x="1391036" y="93247"/>
                  <a:pt x="1392676" y="98524"/>
                </a:cubicBezTo>
                <a:cubicBezTo>
                  <a:pt x="1394316" y="103801"/>
                  <a:pt x="1397004" y="107942"/>
                  <a:pt x="1400740" y="110945"/>
                </a:cubicBezTo>
                <a:cubicBezTo>
                  <a:pt x="1404476" y="113946"/>
                  <a:pt x="1409533" y="115446"/>
                  <a:pt x="1415911" y="115446"/>
                </a:cubicBezTo>
                <a:close/>
                <a:moveTo>
                  <a:pt x="1483124" y="125925"/>
                </a:moveTo>
                <a:lnTo>
                  <a:pt x="1483124" y="34443"/>
                </a:lnTo>
                <a:lnTo>
                  <a:pt x="1497703" y="34443"/>
                </a:lnTo>
                <a:lnTo>
                  <a:pt x="1498249" y="47837"/>
                </a:lnTo>
                <a:cubicBezTo>
                  <a:pt x="1500983" y="44253"/>
                  <a:pt x="1504901" y="40866"/>
                  <a:pt x="1510004" y="37677"/>
                </a:cubicBezTo>
                <a:cubicBezTo>
                  <a:pt x="1515106" y="34488"/>
                  <a:pt x="1521636" y="32894"/>
                  <a:pt x="1529594" y="32894"/>
                </a:cubicBezTo>
                <a:cubicBezTo>
                  <a:pt x="1539313" y="32894"/>
                  <a:pt x="1546390" y="35860"/>
                  <a:pt x="1550824" y="41792"/>
                </a:cubicBezTo>
                <a:cubicBezTo>
                  <a:pt x="1555259" y="47724"/>
                  <a:pt x="1557476" y="56057"/>
                  <a:pt x="1557476" y="66792"/>
                </a:cubicBezTo>
                <a:lnTo>
                  <a:pt x="1557476" y="125925"/>
                </a:lnTo>
                <a:lnTo>
                  <a:pt x="1542259" y="125925"/>
                </a:lnTo>
                <a:lnTo>
                  <a:pt x="1542259" y="68748"/>
                </a:lnTo>
                <a:cubicBezTo>
                  <a:pt x="1542259" y="64267"/>
                  <a:pt x="1541804" y="60291"/>
                  <a:pt x="1540892" y="56821"/>
                </a:cubicBezTo>
                <a:cubicBezTo>
                  <a:pt x="1539981" y="53349"/>
                  <a:pt x="1538356" y="50619"/>
                  <a:pt x="1536018" y="48631"/>
                </a:cubicBezTo>
                <a:cubicBezTo>
                  <a:pt x="1533679" y="46644"/>
                  <a:pt x="1530292" y="45650"/>
                  <a:pt x="1525858" y="45650"/>
                </a:cubicBezTo>
                <a:cubicBezTo>
                  <a:pt x="1519237" y="45650"/>
                  <a:pt x="1513679" y="47212"/>
                  <a:pt x="1509183" y="50337"/>
                </a:cubicBezTo>
                <a:cubicBezTo>
                  <a:pt x="1504688" y="53460"/>
                  <a:pt x="1501074" y="56883"/>
                  <a:pt x="1498340" y="60608"/>
                </a:cubicBezTo>
                <a:lnTo>
                  <a:pt x="1498340" y="125925"/>
                </a:lnTo>
                <a:lnTo>
                  <a:pt x="1483124" y="1259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CDB97-56F6-4A99-931A-688516D7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74" y="885664"/>
            <a:ext cx="2155198" cy="270902"/>
          </a:xfrm>
          <a:custGeom xmlns:a="http://schemas.openxmlformats.org/drawingml/2006/main">
            <a:pathLst>
              <a:path w="2155198" h="270902">
                <a:moveTo>
                  <a:pt x="0" y="45239"/>
                </a:moveTo>
                <a:cubicBezTo>
                  <a:pt x="0" y="20322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322"/>
                  <a:pt x="2155198" y="45239"/>
                </a:cubicBezTo>
                <a:lnTo>
                  <a:pt x="2155198" y="225663"/>
                </a:lnTo>
                <a:cubicBezTo>
                  <a:pt x="2155198" y="250580"/>
                  <a:pt x="2134876" y="270902"/>
                  <a:pt x="2109959" y="270902"/>
                </a:cubicBezTo>
                <a:lnTo>
                  <a:pt x="45239" y="270902"/>
                </a:lnTo>
                <a:cubicBezTo>
                  <a:pt x="20322" y="270902"/>
                  <a:pt x="0" y="250580"/>
                  <a:pt x="0" y="225663"/>
                </a:cubicBezTo>
                <a:lnTo>
                  <a:pt x="0" y="45239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5808E-E62B-4C25-8F25-33B6E8F1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74" y="885664"/>
            <a:ext cx="2155198" cy="270902"/>
          </a:xfrm>
          <a:custGeom xmlns:a="http://schemas.openxmlformats.org/drawingml/2006/main">
            <a:pathLst>
              <a:path w="2155198" h="270902" fill="none">
                <a:moveTo>
                  <a:pt x="0" y="45239"/>
                </a:moveTo>
                <a:cubicBezTo>
                  <a:pt x="0" y="20322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322"/>
                  <a:pt x="2155198" y="45239"/>
                </a:cubicBezTo>
                <a:lnTo>
                  <a:pt x="2155198" y="225663"/>
                </a:lnTo>
                <a:cubicBezTo>
                  <a:pt x="2155198" y="250580"/>
                  <a:pt x="2134876" y="270902"/>
                  <a:pt x="2109959" y="270902"/>
                </a:cubicBezTo>
                <a:lnTo>
                  <a:pt x="45239" y="270902"/>
                </a:lnTo>
                <a:cubicBezTo>
                  <a:pt x="20322" y="270902"/>
                  <a:pt x="0" y="250580"/>
                  <a:pt x="0" y="225663"/>
                </a:cubicBezTo>
                <a:lnTo>
                  <a:pt x="0" y="452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13501B"/>
            </a:solidFill>
            <a:miter/>
          </a:ln>
        </p:spPr>
      </p:sp>
      <p:sp>
        <p:nvSpPr>
          <p:cNvPr id="251" name="Text #2GameInformation">
            <a:extLst xmlns:a="http://schemas.openxmlformats.org/drawingml/2006/main">
              <a:ext uri="{FF2B5EF4-FFF2-40B4-BE49-F238E27FC236}">
                <a16:creationId xmlns:a16="http://schemas.microsoft.com/office/drawing/2014/main" id="{28450847-8856-40B3-9628-D01E0CBD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574" y="956244"/>
            <a:ext cx="1684743" cy="127565"/>
          </a:xfrm>
          <a:custGeom xmlns:a="http://schemas.openxmlformats.org/drawingml/2006/main">
            <a:pathLst>
              <a:path w="1684743" h="127565">
                <a:moveTo>
                  <a:pt x="772014" y="125925"/>
                </a:moveTo>
                <a:lnTo>
                  <a:pt x="788416" y="125925"/>
                </a:lnTo>
                <a:lnTo>
                  <a:pt x="788416" y="3280"/>
                </a:lnTo>
                <a:lnTo>
                  <a:pt x="772014" y="3280"/>
                </a:lnTo>
                <a:lnTo>
                  <a:pt x="772014" y="125925"/>
                </a:lnTo>
                <a:close/>
                <a:moveTo>
                  <a:pt x="962388" y="34443"/>
                </a:moveTo>
                <a:lnTo>
                  <a:pt x="941705" y="34443"/>
                </a:lnTo>
                <a:lnTo>
                  <a:pt x="941705" y="30134"/>
                </a:lnTo>
                <a:lnTo>
                  <a:pt x="941708" y="29536"/>
                </a:lnTo>
                <a:lnTo>
                  <a:pt x="941719" y="28949"/>
                </a:lnTo>
                <a:lnTo>
                  <a:pt x="941738" y="28373"/>
                </a:lnTo>
                <a:lnTo>
                  <a:pt x="941764" y="27810"/>
                </a:lnTo>
                <a:lnTo>
                  <a:pt x="941797" y="27259"/>
                </a:lnTo>
                <a:lnTo>
                  <a:pt x="941838" y="26720"/>
                </a:lnTo>
                <a:lnTo>
                  <a:pt x="941887" y="26192"/>
                </a:lnTo>
                <a:lnTo>
                  <a:pt x="941942" y="25677"/>
                </a:lnTo>
                <a:lnTo>
                  <a:pt x="942006" y="25173"/>
                </a:lnTo>
                <a:lnTo>
                  <a:pt x="942076" y="24681"/>
                </a:lnTo>
                <a:lnTo>
                  <a:pt x="942154" y="24201"/>
                </a:lnTo>
                <a:lnTo>
                  <a:pt x="942240" y="23733"/>
                </a:lnTo>
                <a:lnTo>
                  <a:pt x="942333" y="23277"/>
                </a:lnTo>
                <a:lnTo>
                  <a:pt x="942433" y="22833"/>
                </a:lnTo>
                <a:lnTo>
                  <a:pt x="942541" y="22401"/>
                </a:lnTo>
                <a:lnTo>
                  <a:pt x="942656" y="21981"/>
                </a:lnTo>
                <a:lnTo>
                  <a:pt x="942779" y="21572"/>
                </a:lnTo>
                <a:lnTo>
                  <a:pt x="942909" y="21176"/>
                </a:lnTo>
                <a:lnTo>
                  <a:pt x="943047" y="20791"/>
                </a:lnTo>
                <a:lnTo>
                  <a:pt x="943192" y="20418"/>
                </a:lnTo>
                <a:lnTo>
                  <a:pt x="943344" y="20058"/>
                </a:lnTo>
                <a:lnTo>
                  <a:pt x="943504" y="19709"/>
                </a:lnTo>
                <a:lnTo>
                  <a:pt x="943671" y="19372"/>
                </a:lnTo>
                <a:lnTo>
                  <a:pt x="943846" y="19046"/>
                </a:lnTo>
                <a:lnTo>
                  <a:pt x="944035" y="18734"/>
                </a:lnTo>
                <a:lnTo>
                  <a:pt x="944244" y="18435"/>
                </a:lnTo>
                <a:lnTo>
                  <a:pt x="944474" y="18149"/>
                </a:lnTo>
                <a:lnTo>
                  <a:pt x="944725" y="17876"/>
                </a:lnTo>
                <a:lnTo>
                  <a:pt x="944997" y="17617"/>
                </a:lnTo>
                <a:lnTo>
                  <a:pt x="945289" y="17371"/>
                </a:lnTo>
                <a:lnTo>
                  <a:pt x="945603" y="17138"/>
                </a:lnTo>
                <a:lnTo>
                  <a:pt x="945936" y="16919"/>
                </a:lnTo>
                <a:lnTo>
                  <a:pt x="946291" y="16713"/>
                </a:lnTo>
                <a:lnTo>
                  <a:pt x="946666" y="16520"/>
                </a:lnTo>
                <a:lnTo>
                  <a:pt x="947062" y="16340"/>
                </a:lnTo>
                <a:lnTo>
                  <a:pt x="947479" y="16174"/>
                </a:lnTo>
                <a:lnTo>
                  <a:pt x="947917" y="16021"/>
                </a:lnTo>
                <a:lnTo>
                  <a:pt x="948375" y="15882"/>
                </a:lnTo>
                <a:lnTo>
                  <a:pt x="948854" y="15755"/>
                </a:lnTo>
                <a:lnTo>
                  <a:pt x="949353" y="15642"/>
                </a:lnTo>
                <a:lnTo>
                  <a:pt x="949874" y="15542"/>
                </a:lnTo>
                <a:lnTo>
                  <a:pt x="950415" y="15456"/>
                </a:lnTo>
                <a:lnTo>
                  <a:pt x="950977" y="15383"/>
                </a:lnTo>
                <a:lnTo>
                  <a:pt x="951559" y="15323"/>
                </a:lnTo>
                <a:lnTo>
                  <a:pt x="952162" y="15277"/>
                </a:lnTo>
                <a:lnTo>
                  <a:pt x="952786" y="15243"/>
                </a:lnTo>
                <a:lnTo>
                  <a:pt x="953431" y="15223"/>
                </a:lnTo>
                <a:lnTo>
                  <a:pt x="954097" y="15217"/>
                </a:lnTo>
                <a:lnTo>
                  <a:pt x="962297" y="15217"/>
                </a:lnTo>
                <a:lnTo>
                  <a:pt x="962297" y="3280"/>
                </a:lnTo>
                <a:lnTo>
                  <a:pt x="953094" y="3280"/>
                </a:lnTo>
                <a:lnTo>
                  <a:pt x="952416" y="3283"/>
                </a:lnTo>
                <a:lnTo>
                  <a:pt x="951749" y="3293"/>
                </a:lnTo>
                <a:lnTo>
                  <a:pt x="951092" y="3308"/>
                </a:lnTo>
                <a:lnTo>
                  <a:pt x="950446" y="3330"/>
                </a:lnTo>
                <a:lnTo>
                  <a:pt x="949810" y="3358"/>
                </a:lnTo>
                <a:lnTo>
                  <a:pt x="949185" y="3393"/>
                </a:lnTo>
                <a:lnTo>
                  <a:pt x="948570" y="3434"/>
                </a:lnTo>
                <a:lnTo>
                  <a:pt x="947966" y="3481"/>
                </a:lnTo>
                <a:lnTo>
                  <a:pt x="947373" y="3534"/>
                </a:lnTo>
                <a:lnTo>
                  <a:pt x="946790" y="3593"/>
                </a:lnTo>
                <a:lnTo>
                  <a:pt x="946218" y="3659"/>
                </a:lnTo>
                <a:lnTo>
                  <a:pt x="945657" y="3731"/>
                </a:lnTo>
                <a:lnTo>
                  <a:pt x="945106" y="3809"/>
                </a:lnTo>
                <a:lnTo>
                  <a:pt x="944566" y="3894"/>
                </a:lnTo>
                <a:lnTo>
                  <a:pt x="944036" y="3984"/>
                </a:lnTo>
                <a:lnTo>
                  <a:pt x="943517" y="4081"/>
                </a:lnTo>
                <a:lnTo>
                  <a:pt x="943008" y="4185"/>
                </a:lnTo>
                <a:lnTo>
                  <a:pt x="942510" y="4294"/>
                </a:lnTo>
                <a:lnTo>
                  <a:pt x="942023" y="4410"/>
                </a:lnTo>
                <a:lnTo>
                  <a:pt x="941546" y="4532"/>
                </a:lnTo>
                <a:lnTo>
                  <a:pt x="941080" y="4660"/>
                </a:lnTo>
                <a:lnTo>
                  <a:pt x="940625" y="4795"/>
                </a:lnTo>
                <a:lnTo>
                  <a:pt x="940180" y="4936"/>
                </a:lnTo>
                <a:lnTo>
                  <a:pt x="939745" y="5083"/>
                </a:lnTo>
                <a:lnTo>
                  <a:pt x="939320" y="5235"/>
                </a:lnTo>
                <a:lnTo>
                  <a:pt x="938903" y="5394"/>
                </a:lnTo>
                <a:lnTo>
                  <a:pt x="938494" y="5557"/>
                </a:lnTo>
                <a:lnTo>
                  <a:pt x="938093" y="5727"/>
                </a:lnTo>
                <a:lnTo>
                  <a:pt x="937699" y="5902"/>
                </a:lnTo>
                <a:lnTo>
                  <a:pt x="937314" y="6082"/>
                </a:lnTo>
                <a:lnTo>
                  <a:pt x="936936" y="6268"/>
                </a:lnTo>
                <a:lnTo>
                  <a:pt x="936566" y="6460"/>
                </a:lnTo>
                <a:lnTo>
                  <a:pt x="936205" y="6657"/>
                </a:lnTo>
                <a:lnTo>
                  <a:pt x="935851" y="6859"/>
                </a:lnTo>
                <a:lnTo>
                  <a:pt x="935505" y="7067"/>
                </a:lnTo>
                <a:lnTo>
                  <a:pt x="935167" y="7281"/>
                </a:lnTo>
                <a:lnTo>
                  <a:pt x="934837" y="7500"/>
                </a:lnTo>
                <a:lnTo>
                  <a:pt x="934514" y="7725"/>
                </a:lnTo>
                <a:lnTo>
                  <a:pt x="934200" y="7955"/>
                </a:lnTo>
                <a:lnTo>
                  <a:pt x="933894" y="8191"/>
                </a:lnTo>
                <a:lnTo>
                  <a:pt x="933595" y="8432"/>
                </a:lnTo>
                <a:lnTo>
                  <a:pt x="933305" y="8679"/>
                </a:lnTo>
                <a:lnTo>
                  <a:pt x="933022" y="8931"/>
                </a:lnTo>
                <a:lnTo>
                  <a:pt x="932747" y="9189"/>
                </a:lnTo>
                <a:lnTo>
                  <a:pt x="932480" y="9453"/>
                </a:lnTo>
                <a:lnTo>
                  <a:pt x="932221" y="9722"/>
                </a:lnTo>
                <a:lnTo>
                  <a:pt x="931970" y="9996"/>
                </a:lnTo>
                <a:lnTo>
                  <a:pt x="931727" y="10276"/>
                </a:lnTo>
                <a:lnTo>
                  <a:pt x="931491" y="10562"/>
                </a:lnTo>
                <a:lnTo>
                  <a:pt x="931261" y="10852"/>
                </a:lnTo>
                <a:lnTo>
                  <a:pt x="931037" y="11148"/>
                </a:lnTo>
                <a:lnTo>
                  <a:pt x="930818" y="11450"/>
                </a:lnTo>
                <a:lnTo>
                  <a:pt x="930606" y="11757"/>
                </a:lnTo>
                <a:lnTo>
                  <a:pt x="930400" y="12069"/>
                </a:lnTo>
                <a:lnTo>
                  <a:pt x="930200" y="12387"/>
                </a:lnTo>
                <a:lnTo>
                  <a:pt x="930006" y="12710"/>
                </a:lnTo>
                <a:lnTo>
                  <a:pt x="929818" y="13038"/>
                </a:lnTo>
                <a:lnTo>
                  <a:pt x="929636" y="13372"/>
                </a:lnTo>
                <a:lnTo>
                  <a:pt x="929460" y="13711"/>
                </a:lnTo>
                <a:lnTo>
                  <a:pt x="929290" y="14056"/>
                </a:lnTo>
                <a:lnTo>
                  <a:pt x="929126" y="14406"/>
                </a:lnTo>
                <a:lnTo>
                  <a:pt x="928968" y="14761"/>
                </a:lnTo>
                <a:lnTo>
                  <a:pt x="928816" y="15122"/>
                </a:lnTo>
                <a:lnTo>
                  <a:pt x="928670" y="15488"/>
                </a:lnTo>
                <a:lnTo>
                  <a:pt x="928530" y="15859"/>
                </a:lnTo>
                <a:lnTo>
                  <a:pt x="928396" y="16236"/>
                </a:lnTo>
                <a:lnTo>
                  <a:pt x="928268" y="16619"/>
                </a:lnTo>
                <a:lnTo>
                  <a:pt x="928146" y="17006"/>
                </a:lnTo>
                <a:lnTo>
                  <a:pt x="928030" y="17399"/>
                </a:lnTo>
                <a:lnTo>
                  <a:pt x="927920" y="17798"/>
                </a:lnTo>
                <a:lnTo>
                  <a:pt x="927816" y="18202"/>
                </a:lnTo>
                <a:lnTo>
                  <a:pt x="927718" y="18611"/>
                </a:lnTo>
                <a:lnTo>
                  <a:pt x="927625" y="19025"/>
                </a:lnTo>
                <a:lnTo>
                  <a:pt x="927536" y="19443"/>
                </a:lnTo>
                <a:lnTo>
                  <a:pt x="927451" y="19866"/>
                </a:lnTo>
                <a:lnTo>
                  <a:pt x="927370" y="20293"/>
                </a:lnTo>
                <a:lnTo>
                  <a:pt x="927293" y="20724"/>
                </a:lnTo>
                <a:lnTo>
                  <a:pt x="927220" y="21160"/>
                </a:lnTo>
                <a:lnTo>
                  <a:pt x="927150" y="21600"/>
                </a:lnTo>
                <a:lnTo>
                  <a:pt x="927085" y="22045"/>
                </a:lnTo>
                <a:lnTo>
                  <a:pt x="927024" y="22493"/>
                </a:lnTo>
                <a:lnTo>
                  <a:pt x="926967" y="22947"/>
                </a:lnTo>
                <a:lnTo>
                  <a:pt x="926913" y="23404"/>
                </a:lnTo>
                <a:lnTo>
                  <a:pt x="926864" y="23866"/>
                </a:lnTo>
                <a:lnTo>
                  <a:pt x="926818" y="24333"/>
                </a:lnTo>
                <a:lnTo>
                  <a:pt x="926777" y="24804"/>
                </a:lnTo>
                <a:lnTo>
                  <a:pt x="926739" y="25279"/>
                </a:lnTo>
                <a:lnTo>
                  <a:pt x="926705" y="25759"/>
                </a:lnTo>
                <a:lnTo>
                  <a:pt x="926676" y="26242"/>
                </a:lnTo>
                <a:lnTo>
                  <a:pt x="926650" y="26731"/>
                </a:lnTo>
                <a:lnTo>
                  <a:pt x="926628" y="27224"/>
                </a:lnTo>
                <a:lnTo>
                  <a:pt x="926611" y="27721"/>
                </a:lnTo>
                <a:lnTo>
                  <a:pt x="926597" y="28222"/>
                </a:lnTo>
                <a:lnTo>
                  <a:pt x="926587" y="28728"/>
                </a:lnTo>
                <a:lnTo>
                  <a:pt x="926581" y="29238"/>
                </a:lnTo>
                <a:lnTo>
                  <a:pt x="926579" y="29753"/>
                </a:lnTo>
                <a:lnTo>
                  <a:pt x="926579" y="34443"/>
                </a:lnTo>
                <a:lnTo>
                  <a:pt x="911727" y="34443"/>
                </a:lnTo>
                <a:lnTo>
                  <a:pt x="911727" y="46743"/>
                </a:lnTo>
                <a:lnTo>
                  <a:pt x="926579" y="46743"/>
                </a:lnTo>
                <a:lnTo>
                  <a:pt x="926579" y="125925"/>
                </a:lnTo>
                <a:lnTo>
                  <a:pt x="941705" y="125925"/>
                </a:lnTo>
                <a:lnTo>
                  <a:pt x="941705" y="46743"/>
                </a:lnTo>
                <a:lnTo>
                  <a:pt x="962388" y="46743"/>
                </a:lnTo>
                <a:lnTo>
                  <a:pt x="962388" y="34443"/>
                </a:lnTo>
                <a:close/>
                <a:moveTo>
                  <a:pt x="306222" y="127266"/>
                </a:moveTo>
                <a:lnTo>
                  <a:pt x="307602" y="127135"/>
                </a:lnTo>
                <a:lnTo>
                  <a:pt x="308961" y="126980"/>
                </a:lnTo>
                <a:lnTo>
                  <a:pt x="310299" y="126801"/>
                </a:lnTo>
                <a:lnTo>
                  <a:pt x="311616" y="126598"/>
                </a:lnTo>
                <a:lnTo>
                  <a:pt x="312912" y="126371"/>
                </a:lnTo>
                <a:lnTo>
                  <a:pt x="314187" y="126120"/>
                </a:lnTo>
                <a:lnTo>
                  <a:pt x="315441" y="125845"/>
                </a:lnTo>
                <a:lnTo>
                  <a:pt x="316674" y="125547"/>
                </a:lnTo>
                <a:lnTo>
                  <a:pt x="317886" y="125224"/>
                </a:lnTo>
                <a:lnTo>
                  <a:pt x="319077" y="124878"/>
                </a:lnTo>
                <a:lnTo>
                  <a:pt x="320246" y="124508"/>
                </a:lnTo>
                <a:lnTo>
                  <a:pt x="321395" y="124113"/>
                </a:lnTo>
                <a:lnTo>
                  <a:pt x="322523" y="123695"/>
                </a:lnTo>
                <a:lnTo>
                  <a:pt x="323629" y="123254"/>
                </a:lnTo>
                <a:lnTo>
                  <a:pt x="324715" y="122788"/>
                </a:lnTo>
                <a:lnTo>
                  <a:pt x="325779" y="122298"/>
                </a:lnTo>
                <a:lnTo>
                  <a:pt x="326823" y="121784"/>
                </a:lnTo>
                <a:lnTo>
                  <a:pt x="327845" y="121247"/>
                </a:lnTo>
                <a:lnTo>
                  <a:pt x="328847" y="120686"/>
                </a:lnTo>
                <a:lnTo>
                  <a:pt x="329827" y="120103"/>
                </a:lnTo>
                <a:lnTo>
                  <a:pt x="330787" y="119502"/>
                </a:lnTo>
                <a:lnTo>
                  <a:pt x="331727" y="118883"/>
                </a:lnTo>
                <a:lnTo>
                  <a:pt x="332646" y="118244"/>
                </a:lnTo>
                <a:lnTo>
                  <a:pt x="333544" y="117588"/>
                </a:lnTo>
                <a:lnTo>
                  <a:pt x="334422" y="116913"/>
                </a:lnTo>
                <a:lnTo>
                  <a:pt x="335279" y="116219"/>
                </a:lnTo>
                <a:lnTo>
                  <a:pt x="336116" y="115507"/>
                </a:lnTo>
                <a:lnTo>
                  <a:pt x="336932" y="114777"/>
                </a:lnTo>
                <a:lnTo>
                  <a:pt x="337728" y="114027"/>
                </a:lnTo>
                <a:lnTo>
                  <a:pt x="338503" y="113260"/>
                </a:lnTo>
                <a:lnTo>
                  <a:pt x="339257" y="112474"/>
                </a:lnTo>
                <a:lnTo>
                  <a:pt x="339991" y="111669"/>
                </a:lnTo>
                <a:lnTo>
                  <a:pt x="340704" y="110846"/>
                </a:lnTo>
                <a:lnTo>
                  <a:pt x="341397" y="110004"/>
                </a:lnTo>
                <a:lnTo>
                  <a:pt x="342069" y="109144"/>
                </a:lnTo>
                <a:lnTo>
                  <a:pt x="342721" y="108265"/>
                </a:lnTo>
                <a:lnTo>
                  <a:pt x="343352" y="107368"/>
                </a:lnTo>
                <a:lnTo>
                  <a:pt x="343962" y="106453"/>
                </a:lnTo>
                <a:lnTo>
                  <a:pt x="344552" y="105518"/>
                </a:lnTo>
                <a:lnTo>
                  <a:pt x="345121" y="104566"/>
                </a:lnTo>
                <a:lnTo>
                  <a:pt x="345670" y="103594"/>
                </a:lnTo>
                <a:lnTo>
                  <a:pt x="346198" y="102605"/>
                </a:lnTo>
                <a:lnTo>
                  <a:pt x="346706" y="101596"/>
                </a:lnTo>
                <a:lnTo>
                  <a:pt x="347193" y="100573"/>
                </a:lnTo>
                <a:lnTo>
                  <a:pt x="347659" y="99536"/>
                </a:lnTo>
                <a:lnTo>
                  <a:pt x="348105" y="98486"/>
                </a:lnTo>
                <a:lnTo>
                  <a:pt x="348530" y="97423"/>
                </a:lnTo>
                <a:lnTo>
                  <a:pt x="348934" y="96347"/>
                </a:lnTo>
                <a:lnTo>
                  <a:pt x="349317" y="95258"/>
                </a:lnTo>
                <a:lnTo>
                  <a:pt x="349680" y="94156"/>
                </a:lnTo>
                <a:lnTo>
                  <a:pt x="350022" y="93042"/>
                </a:lnTo>
                <a:lnTo>
                  <a:pt x="350343" y="91914"/>
                </a:lnTo>
                <a:lnTo>
                  <a:pt x="350643" y="90773"/>
                </a:lnTo>
                <a:lnTo>
                  <a:pt x="350923" y="89619"/>
                </a:lnTo>
                <a:lnTo>
                  <a:pt x="351182" y="88453"/>
                </a:lnTo>
                <a:lnTo>
                  <a:pt x="351420" y="87273"/>
                </a:lnTo>
                <a:lnTo>
                  <a:pt x="351638" y="86080"/>
                </a:lnTo>
                <a:lnTo>
                  <a:pt x="351835" y="84875"/>
                </a:lnTo>
                <a:lnTo>
                  <a:pt x="352011" y="83656"/>
                </a:lnTo>
                <a:lnTo>
                  <a:pt x="352166" y="82425"/>
                </a:lnTo>
                <a:lnTo>
                  <a:pt x="352301" y="81180"/>
                </a:lnTo>
                <a:lnTo>
                  <a:pt x="352415" y="79923"/>
                </a:lnTo>
                <a:lnTo>
                  <a:pt x="352508" y="78652"/>
                </a:lnTo>
                <a:lnTo>
                  <a:pt x="352581" y="77369"/>
                </a:lnTo>
                <a:lnTo>
                  <a:pt x="352633" y="76073"/>
                </a:lnTo>
                <a:lnTo>
                  <a:pt x="352664" y="74763"/>
                </a:lnTo>
                <a:lnTo>
                  <a:pt x="352674" y="73441"/>
                </a:lnTo>
                <a:lnTo>
                  <a:pt x="352674" y="63874"/>
                </a:lnTo>
                <a:lnTo>
                  <a:pt x="300828" y="63874"/>
                </a:lnTo>
                <a:lnTo>
                  <a:pt x="300828" y="77450"/>
                </a:lnTo>
                <a:lnTo>
                  <a:pt x="336637" y="77450"/>
                </a:lnTo>
                <a:lnTo>
                  <a:pt x="336615" y="78342"/>
                </a:lnTo>
                <a:lnTo>
                  <a:pt x="336580" y="79225"/>
                </a:lnTo>
                <a:lnTo>
                  <a:pt x="336531" y="80099"/>
                </a:lnTo>
                <a:lnTo>
                  <a:pt x="336469" y="80965"/>
                </a:lnTo>
                <a:lnTo>
                  <a:pt x="336393" y="81821"/>
                </a:lnTo>
                <a:lnTo>
                  <a:pt x="336304" y="82670"/>
                </a:lnTo>
                <a:lnTo>
                  <a:pt x="336202" y="83509"/>
                </a:lnTo>
                <a:lnTo>
                  <a:pt x="336086" y="84340"/>
                </a:lnTo>
                <a:lnTo>
                  <a:pt x="335956" y="85162"/>
                </a:lnTo>
                <a:lnTo>
                  <a:pt x="335813" y="85975"/>
                </a:lnTo>
                <a:lnTo>
                  <a:pt x="335657" y="86780"/>
                </a:lnTo>
                <a:lnTo>
                  <a:pt x="335487" y="87576"/>
                </a:lnTo>
                <a:lnTo>
                  <a:pt x="335304" y="88363"/>
                </a:lnTo>
                <a:lnTo>
                  <a:pt x="335107" y="89141"/>
                </a:lnTo>
                <a:lnTo>
                  <a:pt x="334897" y="89911"/>
                </a:lnTo>
                <a:lnTo>
                  <a:pt x="334673" y="90672"/>
                </a:lnTo>
                <a:lnTo>
                  <a:pt x="334436" y="91425"/>
                </a:lnTo>
                <a:lnTo>
                  <a:pt x="334186" y="92169"/>
                </a:lnTo>
                <a:lnTo>
                  <a:pt x="333922" y="92904"/>
                </a:lnTo>
                <a:lnTo>
                  <a:pt x="333644" y="93630"/>
                </a:lnTo>
                <a:lnTo>
                  <a:pt x="333354" y="94348"/>
                </a:lnTo>
                <a:lnTo>
                  <a:pt x="333049" y="95057"/>
                </a:lnTo>
                <a:lnTo>
                  <a:pt x="332732" y="95757"/>
                </a:lnTo>
                <a:lnTo>
                  <a:pt x="332400" y="96448"/>
                </a:lnTo>
                <a:lnTo>
                  <a:pt x="332055" y="97129"/>
                </a:lnTo>
                <a:lnTo>
                  <a:pt x="331696" y="97797"/>
                </a:lnTo>
                <a:lnTo>
                  <a:pt x="331321" y="98453"/>
                </a:lnTo>
                <a:lnTo>
                  <a:pt x="330932" y="99096"/>
                </a:lnTo>
                <a:lnTo>
                  <a:pt x="330529" y="99726"/>
                </a:lnTo>
                <a:lnTo>
                  <a:pt x="330111" y="100344"/>
                </a:lnTo>
                <a:lnTo>
                  <a:pt x="329679" y="100949"/>
                </a:lnTo>
                <a:lnTo>
                  <a:pt x="329232" y="101541"/>
                </a:lnTo>
                <a:lnTo>
                  <a:pt x="328770" y="102120"/>
                </a:lnTo>
                <a:lnTo>
                  <a:pt x="328294" y="102687"/>
                </a:lnTo>
                <a:lnTo>
                  <a:pt x="327803" y="103242"/>
                </a:lnTo>
                <a:lnTo>
                  <a:pt x="327298" y="103783"/>
                </a:lnTo>
                <a:lnTo>
                  <a:pt x="326778" y="104312"/>
                </a:lnTo>
                <a:lnTo>
                  <a:pt x="326244" y="104829"/>
                </a:lnTo>
                <a:lnTo>
                  <a:pt x="325695" y="105332"/>
                </a:lnTo>
                <a:lnTo>
                  <a:pt x="325131" y="105823"/>
                </a:lnTo>
                <a:lnTo>
                  <a:pt x="324553" y="106302"/>
                </a:lnTo>
                <a:lnTo>
                  <a:pt x="323961" y="106767"/>
                </a:lnTo>
                <a:lnTo>
                  <a:pt x="323353" y="107220"/>
                </a:lnTo>
                <a:lnTo>
                  <a:pt x="322732" y="107661"/>
                </a:lnTo>
                <a:lnTo>
                  <a:pt x="322096" y="108089"/>
                </a:lnTo>
                <a:lnTo>
                  <a:pt x="321445" y="108504"/>
                </a:lnTo>
                <a:lnTo>
                  <a:pt x="320779" y="108906"/>
                </a:lnTo>
                <a:lnTo>
                  <a:pt x="320099" y="109296"/>
                </a:lnTo>
                <a:lnTo>
                  <a:pt x="319404" y="109671"/>
                </a:lnTo>
                <a:lnTo>
                  <a:pt x="318693" y="110031"/>
                </a:lnTo>
                <a:lnTo>
                  <a:pt x="317966" y="110374"/>
                </a:lnTo>
                <a:lnTo>
                  <a:pt x="317223" y="110702"/>
                </a:lnTo>
                <a:lnTo>
                  <a:pt x="316464" y="111013"/>
                </a:lnTo>
                <a:lnTo>
                  <a:pt x="315689" y="111309"/>
                </a:lnTo>
                <a:lnTo>
                  <a:pt x="314898" y="111589"/>
                </a:lnTo>
                <a:lnTo>
                  <a:pt x="314091" y="111852"/>
                </a:lnTo>
                <a:lnTo>
                  <a:pt x="313268" y="112100"/>
                </a:lnTo>
                <a:lnTo>
                  <a:pt x="312429" y="112332"/>
                </a:lnTo>
                <a:lnTo>
                  <a:pt x="311574" y="112547"/>
                </a:lnTo>
                <a:lnTo>
                  <a:pt x="310703" y="112747"/>
                </a:lnTo>
                <a:lnTo>
                  <a:pt x="309816" y="112931"/>
                </a:lnTo>
                <a:lnTo>
                  <a:pt x="308913" y="113099"/>
                </a:lnTo>
                <a:lnTo>
                  <a:pt x="307994" y="113250"/>
                </a:lnTo>
                <a:lnTo>
                  <a:pt x="307060" y="113386"/>
                </a:lnTo>
                <a:lnTo>
                  <a:pt x="306109" y="113506"/>
                </a:lnTo>
                <a:lnTo>
                  <a:pt x="305142" y="113610"/>
                </a:lnTo>
                <a:lnTo>
                  <a:pt x="304159" y="113698"/>
                </a:lnTo>
                <a:lnTo>
                  <a:pt x="303160" y="113770"/>
                </a:lnTo>
                <a:lnTo>
                  <a:pt x="302146" y="113825"/>
                </a:lnTo>
                <a:lnTo>
                  <a:pt x="301115" y="113865"/>
                </a:lnTo>
                <a:lnTo>
                  <a:pt x="300068" y="113889"/>
                </a:lnTo>
                <a:lnTo>
                  <a:pt x="299006" y="113897"/>
                </a:lnTo>
                <a:lnTo>
                  <a:pt x="297778" y="113886"/>
                </a:lnTo>
                <a:lnTo>
                  <a:pt x="296569" y="113852"/>
                </a:lnTo>
                <a:lnTo>
                  <a:pt x="295379" y="113795"/>
                </a:lnTo>
                <a:lnTo>
                  <a:pt x="294209" y="113715"/>
                </a:lnTo>
                <a:lnTo>
                  <a:pt x="293059" y="113613"/>
                </a:lnTo>
                <a:lnTo>
                  <a:pt x="291927" y="113487"/>
                </a:lnTo>
                <a:lnTo>
                  <a:pt x="290815" y="113339"/>
                </a:lnTo>
                <a:lnTo>
                  <a:pt x="289722" y="113168"/>
                </a:lnTo>
                <a:lnTo>
                  <a:pt x="288648" y="112975"/>
                </a:lnTo>
                <a:lnTo>
                  <a:pt x="287594" y="112758"/>
                </a:lnTo>
                <a:lnTo>
                  <a:pt x="286559" y="112519"/>
                </a:lnTo>
                <a:lnTo>
                  <a:pt x="285543" y="112257"/>
                </a:lnTo>
                <a:lnTo>
                  <a:pt x="284547" y="111973"/>
                </a:lnTo>
                <a:lnTo>
                  <a:pt x="283569" y="111665"/>
                </a:lnTo>
                <a:lnTo>
                  <a:pt x="282612" y="111335"/>
                </a:lnTo>
                <a:lnTo>
                  <a:pt x="281673" y="110982"/>
                </a:lnTo>
                <a:lnTo>
                  <a:pt x="280754" y="110606"/>
                </a:lnTo>
                <a:lnTo>
                  <a:pt x="279854" y="110207"/>
                </a:lnTo>
                <a:lnTo>
                  <a:pt x="278973" y="109786"/>
                </a:lnTo>
                <a:lnTo>
                  <a:pt x="278112" y="109342"/>
                </a:lnTo>
                <a:lnTo>
                  <a:pt x="277270" y="108875"/>
                </a:lnTo>
                <a:lnTo>
                  <a:pt x="276447" y="108385"/>
                </a:lnTo>
                <a:lnTo>
                  <a:pt x="275644" y="107872"/>
                </a:lnTo>
                <a:lnTo>
                  <a:pt x="274859" y="107337"/>
                </a:lnTo>
                <a:lnTo>
                  <a:pt x="274094" y="106782"/>
                </a:lnTo>
                <a:lnTo>
                  <a:pt x="273345" y="106212"/>
                </a:lnTo>
                <a:lnTo>
                  <a:pt x="272614" y="105625"/>
                </a:lnTo>
                <a:lnTo>
                  <a:pt x="271899" y="105022"/>
                </a:lnTo>
                <a:lnTo>
                  <a:pt x="271202" y="104404"/>
                </a:lnTo>
                <a:lnTo>
                  <a:pt x="270523" y="103769"/>
                </a:lnTo>
                <a:lnTo>
                  <a:pt x="269860" y="103119"/>
                </a:lnTo>
                <a:lnTo>
                  <a:pt x="269215" y="102452"/>
                </a:lnTo>
                <a:lnTo>
                  <a:pt x="268587" y="101769"/>
                </a:lnTo>
                <a:lnTo>
                  <a:pt x="267977" y="101071"/>
                </a:lnTo>
                <a:lnTo>
                  <a:pt x="267383" y="100356"/>
                </a:lnTo>
                <a:lnTo>
                  <a:pt x="266807" y="99626"/>
                </a:lnTo>
                <a:lnTo>
                  <a:pt x="266248" y="98880"/>
                </a:lnTo>
                <a:lnTo>
                  <a:pt x="265706" y="98117"/>
                </a:lnTo>
                <a:lnTo>
                  <a:pt x="265182" y="97339"/>
                </a:lnTo>
                <a:lnTo>
                  <a:pt x="264674" y="96544"/>
                </a:lnTo>
                <a:lnTo>
                  <a:pt x="264184" y="95734"/>
                </a:lnTo>
                <a:lnTo>
                  <a:pt x="263712" y="94908"/>
                </a:lnTo>
                <a:lnTo>
                  <a:pt x="263256" y="94066"/>
                </a:lnTo>
                <a:lnTo>
                  <a:pt x="262818" y="93207"/>
                </a:lnTo>
                <a:lnTo>
                  <a:pt x="262397" y="92333"/>
                </a:lnTo>
                <a:lnTo>
                  <a:pt x="261993" y="91443"/>
                </a:lnTo>
                <a:lnTo>
                  <a:pt x="261607" y="90537"/>
                </a:lnTo>
                <a:lnTo>
                  <a:pt x="261237" y="89614"/>
                </a:lnTo>
                <a:lnTo>
                  <a:pt x="260884" y="88680"/>
                </a:lnTo>
                <a:lnTo>
                  <a:pt x="260546" y="87736"/>
                </a:lnTo>
                <a:lnTo>
                  <a:pt x="260223" y="86783"/>
                </a:lnTo>
                <a:lnTo>
                  <a:pt x="259915" y="85822"/>
                </a:lnTo>
                <a:lnTo>
                  <a:pt x="259622" y="84851"/>
                </a:lnTo>
                <a:lnTo>
                  <a:pt x="259344" y="83871"/>
                </a:lnTo>
                <a:lnTo>
                  <a:pt x="259081" y="82882"/>
                </a:lnTo>
                <a:lnTo>
                  <a:pt x="258833" y="81885"/>
                </a:lnTo>
                <a:lnTo>
                  <a:pt x="258600" y="80878"/>
                </a:lnTo>
                <a:lnTo>
                  <a:pt x="258382" y="79862"/>
                </a:lnTo>
                <a:lnTo>
                  <a:pt x="258179" y="78837"/>
                </a:lnTo>
                <a:lnTo>
                  <a:pt x="257991" y="77803"/>
                </a:lnTo>
                <a:lnTo>
                  <a:pt x="257818" y="76760"/>
                </a:lnTo>
                <a:lnTo>
                  <a:pt x="257661" y="75709"/>
                </a:lnTo>
                <a:lnTo>
                  <a:pt x="257518" y="74648"/>
                </a:lnTo>
                <a:lnTo>
                  <a:pt x="257390" y="73578"/>
                </a:lnTo>
                <a:lnTo>
                  <a:pt x="257277" y="72499"/>
                </a:lnTo>
                <a:lnTo>
                  <a:pt x="257180" y="71411"/>
                </a:lnTo>
                <a:lnTo>
                  <a:pt x="257097" y="70314"/>
                </a:lnTo>
                <a:lnTo>
                  <a:pt x="257029" y="69208"/>
                </a:lnTo>
                <a:lnTo>
                  <a:pt x="256977" y="68093"/>
                </a:lnTo>
                <a:lnTo>
                  <a:pt x="256939" y="66969"/>
                </a:lnTo>
                <a:lnTo>
                  <a:pt x="256917" y="65836"/>
                </a:lnTo>
                <a:lnTo>
                  <a:pt x="256909" y="64694"/>
                </a:lnTo>
                <a:lnTo>
                  <a:pt x="256917" y="63544"/>
                </a:lnTo>
                <a:lnTo>
                  <a:pt x="256939" y="62404"/>
                </a:lnTo>
                <a:lnTo>
                  <a:pt x="256976" y="61273"/>
                </a:lnTo>
                <a:lnTo>
                  <a:pt x="257028" y="60150"/>
                </a:lnTo>
                <a:lnTo>
                  <a:pt x="257095" y="59038"/>
                </a:lnTo>
                <a:lnTo>
                  <a:pt x="257177" y="57934"/>
                </a:lnTo>
                <a:lnTo>
                  <a:pt x="257274" y="56839"/>
                </a:lnTo>
                <a:lnTo>
                  <a:pt x="257385" y="55754"/>
                </a:lnTo>
                <a:lnTo>
                  <a:pt x="257511" y="54678"/>
                </a:lnTo>
                <a:lnTo>
                  <a:pt x="257653" y="53611"/>
                </a:lnTo>
                <a:lnTo>
                  <a:pt x="257809" y="52553"/>
                </a:lnTo>
                <a:lnTo>
                  <a:pt x="257980" y="51504"/>
                </a:lnTo>
                <a:lnTo>
                  <a:pt x="258166" y="50465"/>
                </a:lnTo>
                <a:lnTo>
                  <a:pt x="258366" y="49435"/>
                </a:lnTo>
                <a:lnTo>
                  <a:pt x="258582" y="48414"/>
                </a:lnTo>
                <a:lnTo>
                  <a:pt x="258813" y="47402"/>
                </a:lnTo>
                <a:lnTo>
                  <a:pt x="259058" y="46399"/>
                </a:lnTo>
                <a:lnTo>
                  <a:pt x="259318" y="45405"/>
                </a:lnTo>
                <a:lnTo>
                  <a:pt x="259593" y="44421"/>
                </a:lnTo>
                <a:lnTo>
                  <a:pt x="259883" y="43446"/>
                </a:lnTo>
                <a:lnTo>
                  <a:pt x="260188" y="42479"/>
                </a:lnTo>
                <a:lnTo>
                  <a:pt x="260508" y="41523"/>
                </a:lnTo>
                <a:lnTo>
                  <a:pt x="260842" y="40575"/>
                </a:lnTo>
                <a:lnTo>
                  <a:pt x="261192" y="39636"/>
                </a:lnTo>
                <a:lnTo>
                  <a:pt x="261557" y="38710"/>
                </a:lnTo>
                <a:lnTo>
                  <a:pt x="261940" y="37800"/>
                </a:lnTo>
                <a:lnTo>
                  <a:pt x="262341" y="36905"/>
                </a:lnTo>
                <a:lnTo>
                  <a:pt x="262758" y="36026"/>
                </a:lnTo>
                <a:lnTo>
                  <a:pt x="263194" y="35162"/>
                </a:lnTo>
                <a:lnTo>
                  <a:pt x="263646" y="34314"/>
                </a:lnTo>
                <a:lnTo>
                  <a:pt x="264116" y="33482"/>
                </a:lnTo>
                <a:lnTo>
                  <a:pt x="264604" y="32666"/>
                </a:lnTo>
                <a:lnTo>
                  <a:pt x="265108" y="31865"/>
                </a:lnTo>
                <a:lnTo>
                  <a:pt x="265631" y="31080"/>
                </a:lnTo>
                <a:lnTo>
                  <a:pt x="266170" y="30310"/>
                </a:lnTo>
                <a:lnTo>
                  <a:pt x="266727" y="29556"/>
                </a:lnTo>
                <a:lnTo>
                  <a:pt x="267302" y="28818"/>
                </a:lnTo>
                <a:lnTo>
                  <a:pt x="267893" y="28096"/>
                </a:lnTo>
                <a:lnTo>
                  <a:pt x="268503" y="27389"/>
                </a:lnTo>
                <a:lnTo>
                  <a:pt x="269129" y="26698"/>
                </a:lnTo>
                <a:lnTo>
                  <a:pt x="269773" y="26022"/>
                </a:lnTo>
                <a:lnTo>
                  <a:pt x="270435" y="25362"/>
                </a:lnTo>
                <a:lnTo>
                  <a:pt x="271113" y="24718"/>
                </a:lnTo>
                <a:lnTo>
                  <a:pt x="271810" y="24089"/>
                </a:lnTo>
                <a:lnTo>
                  <a:pt x="272523" y="23476"/>
                </a:lnTo>
                <a:lnTo>
                  <a:pt x="273254" y="22879"/>
                </a:lnTo>
                <a:lnTo>
                  <a:pt x="274003" y="22298"/>
                </a:lnTo>
                <a:lnTo>
                  <a:pt x="274768" y="21732"/>
                </a:lnTo>
                <a:lnTo>
                  <a:pt x="275552" y="21185"/>
                </a:lnTo>
                <a:lnTo>
                  <a:pt x="276355" y="20662"/>
                </a:lnTo>
                <a:lnTo>
                  <a:pt x="277177" y="20162"/>
                </a:lnTo>
                <a:lnTo>
                  <a:pt x="278018" y="19685"/>
                </a:lnTo>
                <a:lnTo>
                  <a:pt x="278878" y="19232"/>
                </a:lnTo>
                <a:lnTo>
                  <a:pt x="279757" y="18802"/>
                </a:lnTo>
                <a:lnTo>
                  <a:pt x="280655" y="18395"/>
                </a:lnTo>
                <a:lnTo>
                  <a:pt x="281572" y="18011"/>
                </a:lnTo>
                <a:lnTo>
                  <a:pt x="282508" y="17651"/>
                </a:lnTo>
                <a:lnTo>
                  <a:pt x="283462" y="17313"/>
                </a:lnTo>
                <a:lnTo>
                  <a:pt x="284436" y="16999"/>
                </a:lnTo>
                <a:lnTo>
                  <a:pt x="285429" y="16709"/>
                </a:lnTo>
                <a:lnTo>
                  <a:pt x="286441" y="16441"/>
                </a:lnTo>
                <a:lnTo>
                  <a:pt x="287472" y="16197"/>
                </a:lnTo>
                <a:lnTo>
                  <a:pt x="288521" y="15976"/>
                </a:lnTo>
                <a:lnTo>
                  <a:pt x="289590" y="15779"/>
                </a:lnTo>
                <a:lnTo>
                  <a:pt x="290678" y="15604"/>
                </a:lnTo>
                <a:lnTo>
                  <a:pt x="291785" y="15453"/>
                </a:lnTo>
                <a:lnTo>
                  <a:pt x="292910" y="15325"/>
                </a:lnTo>
                <a:lnTo>
                  <a:pt x="294055" y="15220"/>
                </a:lnTo>
                <a:lnTo>
                  <a:pt x="295219" y="15139"/>
                </a:lnTo>
                <a:lnTo>
                  <a:pt x="296401" y="15081"/>
                </a:lnTo>
                <a:lnTo>
                  <a:pt x="297603" y="15046"/>
                </a:lnTo>
                <a:lnTo>
                  <a:pt x="298823" y="15034"/>
                </a:lnTo>
                <a:lnTo>
                  <a:pt x="299669" y="15041"/>
                </a:lnTo>
                <a:lnTo>
                  <a:pt x="300505" y="15059"/>
                </a:lnTo>
                <a:lnTo>
                  <a:pt x="301331" y="15091"/>
                </a:lnTo>
                <a:lnTo>
                  <a:pt x="302148" y="15134"/>
                </a:lnTo>
                <a:lnTo>
                  <a:pt x="302955" y="15191"/>
                </a:lnTo>
                <a:lnTo>
                  <a:pt x="303752" y="15259"/>
                </a:lnTo>
                <a:lnTo>
                  <a:pt x="304540" y="15341"/>
                </a:lnTo>
                <a:lnTo>
                  <a:pt x="305318" y="15434"/>
                </a:lnTo>
                <a:lnTo>
                  <a:pt x="306087" y="15541"/>
                </a:lnTo>
                <a:lnTo>
                  <a:pt x="306845" y="15659"/>
                </a:lnTo>
                <a:lnTo>
                  <a:pt x="307594" y="15791"/>
                </a:lnTo>
                <a:lnTo>
                  <a:pt x="308334" y="15934"/>
                </a:lnTo>
                <a:lnTo>
                  <a:pt x="309064" y="16090"/>
                </a:lnTo>
                <a:lnTo>
                  <a:pt x="309784" y="16259"/>
                </a:lnTo>
                <a:lnTo>
                  <a:pt x="310494" y="16440"/>
                </a:lnTo>
                <a:lnTo>
                  <a:pt x="311195" y="16634"/>
                </a:lnTo>
                <a:lnTo>
                  <a:pt x="311886" y="16840"/>
                </a:lnTo>
                <a:lnTo>
                  <a:pt x="312568" y="17059"/>
                </a:lnTo>
                <a:lnTo>
                  <a:pt x="313240" y="17290"/>
                </a:lnTo>
                <a:lnTo>
                  <a:pt x="313902" y="17534"/>
                </a:lnTo>
                <a:lnTo>
                  <a:pt x="314555" y="17790"/>
                </a:lnTo>
                <a:lnTo>
                  <a:pt x="315198" y="18059"/>
                </a:lnTo>
                <a:lnTo>
                  <a:pt x="315831" y="18340"/>
                </a:lnTo>
                <a:lnTo>
                  <a:pt x="316455" y="18634"/>
                </a:lnTo>
                <a:lnTo>
                  <a:pt x="317068" y="18937"/>
                </a:lnTo>
                <a:lnTo>
                  <a:pt x="317671" y="19249"/>
                </a:lnTo>
                <a:lnTo>
                  <a:pt x="318263" y="19569"/>
                </a:lnTo>
                <a:lnTo>
                  <a:pt x="318844" y="19897"/>
                </a:lnTo>
                <a:lnTo>
                  <a:pt x="319415" y="20232"/>
                </a:lnTo>
                <a:lnTo>
                  <a:pt x="319974" y="20576"/>
                </a:lnTo>
                <a:lnTo>
                  <a:pt x="320523" y="20927"/>
                </a:lnTo>
                <a:lnTo>
                  <a:pt x="321061" y="21286"/>
                </a:lnTo>
                <a:lnTo>
                  <a:pt x="321589" y="21653"/>
                </a:lnTo>
                <a:lnTo>
                  <a:pt x="322105" y="22028"/>
                </a:lnTo>
                <a:lnTo>
                  <a:pt x="322611" y="22411"/>
                </a:lnTo>
                <a:lnTo>
                  <a:pt x="323106" y="22802"/>
                </a:lnTo>
                <a:lnTo>
                  <a:pt x="323591" y="23201"/>
                </a:lnTo>
                <a:lnTo>
                  <a:pt x="324064" y="23608"/>
                </a:lnTo>
                <a:lnTo>
                  <a:pt x="324527" y="24022"/>
                </a:lnTo>
                <a:lnTo>
                  <a:pt x="324979" y="24445"/>
                </a:lnTo>
                <a:lnTo>
                  <a:pt x="325421" y="24875"/>
                </a:lnTo>
                <a:lnTo>
                  <a:pt x="325851" y="25314"/>
                </a:lnTo>
                <a:lnTo>
                  <a:pt x="326271" y="25760"/>
                </a:lnTo>
                <a:lnTo>
                  <a:pt x="326680" y="26214"/>
                </a:lnTo>
                <a:lnTo>
                  <a:pt x="327079" y="26676"/>
                </a:lnTo>
                <a:lnTo>
                  <a:pt x="327466" y="27146"/>
                </a:lnTo>
                <a:lnTo>
                  <a:pt x="327843" y="27624"/>
                </a:lnTo>
                <a:lnTo>
                  <a:pt x="328209" y="28110"/>
                </a:lnTo>
                <a:lnTo>
                  <a:pt x="328564" y="28602"/>
                </a:lnTo>
                <a:lnTo>
                  <a:pt x="328907" y="29097"/>
                </a:lnTo>
                <a:lnTo>
                  <a:pt x="329238" y="29597"/>
                </a:lnTo>
                <a:lnTo>
                  <a:pt x="329557" y="30101"/>
                </a:lnTo>
                <a:lnTo>
                  <a:pt x="329864" y="30608"/>
                </a:lnTo>
                <a:lnTo>
                  <a:pt x="330159" y="31120"/>
                </a:lnTo>
                <a:lnTo>
                  <a:pt x="330443" y="31635"/>
                </a:lnTo>
                <a:lnTo>
                  <a:pt x="330715" y="32155"/>
                </a:lnTo>
                <a:lnTo>
                  <a:pt x="330975" y="32678"/>
                </a:lnTo>
                <a:lnTo>
                  <a:pt x="331223" y="33205"/>
                </a:lnTo>
                <a:lnTo>
                  <a:pt x="331459" y="33736"/>
                </a:lnTo>
                <a:lnTo>
                  <a:pt x="331683" y="34272"/>
                </a:lnTo>
                <a:lnTo>
                  <a:pt x="331895" y="34811"/>
                </a:lnTo>
                <a:lnTo>
                  <a:pt x="332096" y="35354"/>
                </a:lnTo>
                <a:lnTo>
                  <a:pt x="332284" y="35901"/>
                </a:lnTo>
                <a:lnTo>
                  <a:pt x="332461" y="36452"/>
                </a:lnTo>
                <a:lnTo>
                  <a:pt x="332626" y="37007"/>
                </a:lnTo>
                <a:lnTo>
                  <a:pt x="332779" y="37566"/>
                </a:lnTo>
                <a:lnTo>
                  <a:pt x="332920" y="38129"/>
                </a:lnTo>
                <a:lnTo>
                  <a:pt x="333050" y="38696"/>
                </a:lnTo>
                <a:lnTo>
                  <a:pt x="333167" y="39267"/>
                </a:lnTo>
                <a:lnTo>
                  <a:pt x="333273" y="39842"/>
                </a:lnTo>
                <a:lnTo>
                  <a:pt x="333366" y="40420"/>
                </a:lnTo>
                <a:lnTo>
                  <a:pt x="333448" y="41003"/>
                </a:lnTo>
                <a:lnTo>
                  <a:pt x="349849" y="41003"/>
                </a:lnTo>
                <a:lnTo>
                  <a:pt x="349760" y="40172"/>
                </a:lnTo>
                <a:lnTo>
                  <a:pt x="349658" y="39351"/>
                </a:lnTo>
                <a:lnTo>
                  <a:pt x="349544" y="38539"/>
                </a:lnTo>
                <a:lnTo>
                  <a:pt x="349418" y="37735"/>
                </a:lnTo>
                <a:lnTo>
                  <a:pt x="349280" y="36942"/>
                </a:lnTo>
                <a:lnTo>
                  <a:pt x="349129" y="36157"/>
                </a:lnTo>
                <a:lnTo>
                  <a:pt x="348966" y="35381"/>
                </a:lnTo>
                <a:lnTo>
                  <a:pt x="348792" y="34615"/>
                </a:lnTo>
                <a:lnTo>
                  <a:pt x="348604" y="33857"/>
                </a:lnTo>
                <a:lnTo>
                  <a:pt x="348405" y="33109"/>
                </a:lnTo>
                <a:lnTo>
                  <a:pt x="348194" y="32370"/>
                </a:lnTo>
                <a:lnTo>
                  <a:pt x="347970" y="31641"/>
                </a:lnTo>
                <a:lnTo>
                  <a:pt x="347734" y="30920"/>
                </a:lnTo>
                <a:lnTo>
                  <a:pt x="347486" y="30209"/>
                </a:lnTo>
                <a:lnTo>
                  <a:pt x="347226" y="29507"/>
                </a:lnTo>
                <a:lnTo>
                  <a:pt x="346954" y="28814"/>
                </a:lnTo>
                <a:lnTo>
                  <a:pt x="346669" y="28130"/>
                </a:lnTo>
                <a:lnTo>
                  <a:pt x="346373" y="27455"/>
                </a:lnTo>
                <a:lnTo>
                  <a:pt x="346064" y="26789"/>
                </a:lnTo>
                <a:lnTo>
                  <a:pt x="345743" y="26133"/>
                </a:lnTo>
                <a:lnTo>
                  <a:pt x="345410" y="25486"/>
                </a:lnTo>
                <a:lnTo>
                  <a:pt x="345064" y="24848"/>
                </a:lnTo>
                <a:lnTo>
                  <a:pt x="344707" y="24219"/>
                </a:lnTo>
                <a:lnTo>
                  <a:pt x="344337" y="23600"/>
                </a:lnTo>
                <a:lnTo>
                  <a:pt x="343957" y="22989"/>
                </a:lnTo>
                <a:lnTo>
                  <a:pt x="343568" y="22387"/>
                </a:lnTo>
                <a:lnTo>
                  <a:pt x="343170" y="21794"/>
                </a:lnTo>
                <a:lnTo>
                  <a:pt x="342764" y="21209"/>
                </a:lnTo>
                <a:lnTo>
                  <a:pt x="342349" y="20633"/>
                </a:lnTo>
                <a:lnTo>
                  <a:pt x="341925" y="20066"/>
                </a:lnTo>
                <a:lnTo>
                  <a:pt x="341493" y="19507"/>
                </a:lnTo>
                <a:lnTo>
                  <a:pt x="341052" y="18958"/>
                </a:lnTo>
                <a:lnTo>
                  <a:pt x="340602" y="18416"/>
                </a:lnTo>
                <a:lnTo>
                  <a:pt x="340143" y="17884"/>
                </a:lnTo>
                <a:lnTo>
                  <a:pt x="339676" y="17360"/>
                </a:lnTo>
                <a:lnTo>
                  <a:pt x="339200" y="16845"/>
                </a:lnTo>
                <a:lnTo>
                  <a:pt x="338715" y="16339"/>
                </a:lnTo>
                <a:lnTo>
                  <a:pt x="338222" y="15842"/>
                </a:lnTo>
                <a:lnTo>
                  <a:pt x="337720" y="15353"/>
                </a:lnTo>
                <a:lnTo>
                  <a:pt x="337209" y="14872"/>
                </a:lnTo>
                <a:lnTo>
                  <a:pt x="336690" y="14401"/>
                </a:lnTo>
                <a:lnTo>
                  <a:pt x="336162" y="13938"/>
                </a:lnTo>
                <a:lnTo>
                  <a:pt x="335625" y="13484"/>
                </a:lnTo>
                <a:lnTo>
                  <a:pt x="335080" y="13039"/>
                </a:lnTo>
                <a:lnTo>
                  <a:pt x="334525" y="12602"/>
                </a:lnTo>
                <a:lnTo>
                  <a:pt x="333962" y="12174"/>
                </a:lnTo>
                <a:lnTo>
                  <a:pt x="333391" y="11755"/>
                </a:lnTo>
                <a:lnTo>
                  <a:pt x="332810" y="11344"/>
                </a:lnTo>
                <a:lnTo>
                  <a:pt x="332223" y="10942"/>
                </a:lnTo>
                <a:lnTo>
                  <a:pt x="331630" y="10549"/>
                </a:lnTo>
                <a:lnTo>
                  <a:pt x="331031" y="10164"/>
                </a:lnTo>
                <a:lnTo>
                  <a:pt x="330426" y="9788"/>
                </a:lnTo>
                <a:lnTo>
                  <a:pt x="329816" y="9420"/>
                </a:lnTo>
                <a:lnTo>
                  <a:pt x="329200" y="9061"/>
                </a:lnTo>
                <a:lnTo>
                  <a:pt x="328578" y="8710"/>
                </a:lnTo>
                <a:lnTo>
                  <a:pt x="327951" y="8368"/>
                </a:lnTo>
                <a:lnTo>
                  <a:pt x="327318" y="8034"/>
                </a:lnTo>
                <a:lnTo>
                  <a:pt x="326679" y="7709"/>
                </a:lnTo>
                <a:lnTo>
                  <a:pt x="326034" y="7392"/>
                </a:lnTo>
                <a:lnTo>
                  <a:pt x="325384" y="7084"/>
                </a:lnTo>
                <a:lnTo>
                  <a:pt x="324728" y="6785"/>
                </a:lnTo>
                <a:lnTo>
                  <a:pt x="324067" y="6494"/>
                </a:lnTo>
                <a:lnTo>
                  <a:pt x="323400" y="6212"/>
                </a:lnTo>
                <a:lnTo>
                  <a:pt x="322727" y="5938"/>
                </a:lnTo>
                <a:lnTo>
                  <a:pt x="322048" y="5673"/>
                </a:lnTo>
                <a:lnTo>
                  <a:pt x="321364" y="5416"/>
                </a:lnTo>
                <a:lnTo>
                  <a:pt x="320674" y="5168"/>
                </a:lnTo>
                <a:lnTo>
                  <a:pt x="319978" y="4928"/>
                </a:lnTo>
                <a:lnTo>
                  <a:pt x="319277" y="4697"/>
                </a:lnTo>
                <a:lnTo>
                  <a:pt x="318569" y="4474"/>
                </a:lnTo>
                <a:lnTo>
                  <a:pt x="317857" y="4260"/>
                </a:lnTo>
                <a:lnTo>
                  <a:pt x="317138" y="4055"/>
                </a:lnTo>
                <a:lnTo>
                  <a:pt x="316415" y="3858"/>
                </a:lnTo>
                <a:lnTo>
                  <a:pt x="315690" y="3669"/>
                </a:lnTo>
                <a:lnTo>
                  <a:pt x="314961" y="3489"/>
                </a:lnTo>
                <a:lnTo>
                  <a:pt x="314230" y="3317"/>
                </a:lnTo>
                <a:lnTo>
                  <a:pt x="313496" y="3153"/>
                </a:lnTo>
                <a:lnTo>
                  <a:pt x="312759" y="2998"/>
                </a:lnTo>
                <a:lnTo>
                  <a:pt x="312019" y="2852"/>
                </a:lnTo>
                <a:lnTo>
                  <a:pt x="311276" y="2713"/>
                </a:lnTo>
                <a:lnTo>
                  <a:pt x="310531" y="2583"/>
                </a:lnTo>
                <a:lnTo>
                  <a:pt x="309782" y="2462"/>
                </a:lnTo>
                <a:lnTo>
                  <a:pt x="309031" y="2349"/>
                </a:lnTo>
                <a:lnTo>
                  <a:pt x="308277" y="2244"/>
                </a:lnTo>
                <a:lnTo>
                  <a:pt x="307520" y="2147"/>
                </a:lnTo>
                <a:lnTo>
                  <a:pt x="306760" y="2059"/>
                </a:lnTo>
                <a:lnTo>
                  <a:pt x="305998" y="1980"/>
                </a:lnTo>
                <a:lnTo>
                  <a:pt x="305232" y="1908"/>
                </a:lnTo>
                <a:lnTo>
                  <a:pt x="304464" y="1846"/>
                </a:lnTo>
                <a:lnTo>
                  <a:pt x="303693" y="1791"/>
                </a:lnTo>
                <a:lnTo>
                  <a:pt x="302919" y="1745"/>
                </a:lnTo>
                <a:lnTo>
                  <a:pt x="302142" y="1707"/>
                </a:lnTo>
                <a:lnTo>
                  <a:pt x="301362" y="1678"/>
                </a:lnTo>
                <a:lnTo>
                  <a:pt x="300579" y="1657"/>
                </a:lnTo>
                <a:lnTo>
                  <a:pt x="299794" y="1644"/>
                </a:lnTo>
                <a:lnTo>
                  <a:pt x="299006" y="1640"/>
                </a:lnTo>
                <a:lnTo>
                  <a:pt x="297422" y="1654"/>
                </a:lnTo>
                <a:lnTo>
                  <a:pt x="295859" y="1695"/>
                </a:lnTo>
                <a:lnTo>
                  <a:pt x="294317" y="1764"/>
                </a:lnTo>
                <a:lnTo>
                  <a:pt x="292796" y="1860"/>
                </a:lnTo>
                <a:lnTo>
                  <a:pt x="291296" y="1984"/>
                </a:lnTo>
                <a:lnTo>
                  <a:pt x="289817" y="2136"/>
                </a:lnTo>
                <a:lnTo>
                  <a:pt x="288359" y="2314"/>
                </a:lnTo>
                <a:lnTo>
                  <a:pt x="286922" y="2521"/>
                </a:lnTo>
                <a:lnTo>
                  <a:pt x="285507" y="2755"/>
                </a:lnTo>
                <a:lnTo>
                  <a:pt x="284112" y="3016"/>
                </a:lnTo>
                <a:lnTo>
                  <a:pt x="282738" y="3305"/>
                </a:lnTo>
                <a:lnTo>
                  <a:pt x="281386" y="3622"/>
                </a:lnTo>
                <a:lnTo>
                  <a:pt x="280054" y="3966"/>
                </a:lnTo>
                <a:lnTo>
                  <a:pt x="278744" y="4338"/>
                </a:lnTo>
                <a:lnTo>
                  <a:pt x="277454" y="4737"/>
                </a:lnTo>
                <a:lnTo>
                  <a:pt x="276186" y="5163"/>
                </a:lnTo>
                <a:lnTo>
                  <a:pt x="274938" y="5618"/>
                </a:lnTo>
                <a:lnTo>
                  <a:pt x="273712" y="6099"/>
                </a:lnTo>
                <a:lnTo>
                  <a:pt x="272507" y="6608"/>
                </a:lnTo>
                <a:lnTo>
                  <a:pt x="271322" y="7145"/>
                </a:lnTo>
                <a:lnTo>
                  <a:pt x="270159" y="7709"/>
                </a:lnTo>
                <a:lnTo>
                  <a:pt x="269017" y="8301"/>
                </a:lnTo>
                <a:lnTo>
                  <a:pt x="267896" y="8921"/>
                </a:lnTo>
                <a:lnTo>
                  <a:pt x="266796" y="9567"/>
                </a:lnTo>
                <a:lnTo>
                  <a:pt x="265717" y="10239"/>
                </a:lnTo>
                <a:lnTo>
                  <a:pt x="264661" y="10932"/>
                </a:lnTo>
                <a:lnTo>
                  <a:pt x="263626" y="11647"/>
                </a:lnTo>
                <a:lnTo>
                  <a:pt x="262614" y="12384"/>
                </a:lnTo>
                <a:lnTo>
                  <a:pt x="261624" y="13143"/>
                </a:lnTo>
                <a:lnTo>
                  <a:pt x="260656" y="13924"/>
                </a:lnTo>
                <a:lnTo>
                  <a:pt x="259711" y="14726"/>
                </a:lnTo>
                <a:lnTo>
                  <a:pt x="258787" y="15551"/>
                </a:lnTo>
                <a:lnTo>
                  <a:pt x="257886" y="16397"/>
                </a:lnTo>
                <a:lnTo>
                  <a:pt x="257007" y="17265"/>
                </a:lnTo>
                <a:lnTo>
                  <a:pt x="256150" y="18155"/>
                </a:lnTo>
                <a:lnTo>
                  <a:pt x="255315" y="19066"/>
                </a:lnTo>
                <a:lnTo>
                  <a:pt x="254502" y="20000"/>
                </a:lnTo>
                <a:lnTo>
                  <a:pt x="253711" y="20955"/>
                </a:lnTo>
                <a:lnTo>
                  <a:pt x="252943" y="21932"/>
                </a:lnTo>
                <a:lnTo>
                  <a:pt x="252196" y="22931"/>
                </a:lnTo>
                <a:lnTo>
                  <a:pt x="251472" y="23952"/>
                </a:lnTo>
                <a:lnTo>
                  <a:pt x="250770" y="24995"/>
                </a:lnTo>
                <a:lnTo>
                  <a:pt x="250090" y="26059"/>
                </a:lnTo>
                <a:lnTo>
                  <a:pt x="249432" y="27146"/>
                </a:lnTo>
                <a:lnTo>
                  <a:pt x="248797" y="28254"/>
                </a:lnTo>
                <a:lnTo>
                  <a:pt x="248183" y="29384"/>
                </a:lnTo>
                <a:lnTo>
                  <a:pt x="247592" y="30535"/>
                </a:lnTo>
                <a:lnTo>
                  <a:pt x="247023" y="31709"/>
                </a:lnTo>
                <a:lnTo>
                  <a:pt x="246476" y="32901"/>
                </a:lnTo>
                <a:lnTo>
                  <a:pt x="245953" y="34110"/>
                </a:lnTo>
                <a:lnTo>
                  <a:pt x="245453" y="35334"/>
                </a:lnTo>
                <a:lnTo>
                  <a:pt x="244977" y="36574"/>
                </a:lnTo>
                <a:lnTo>
                  <a:pt x="244523" y="37829"/>
                </a:lnTo>
                <a:lnTo>
                  <a:pt x="244093" y="39101"/>
                </a:lnTo>
                <a:lnTo>
                  <a:pt x="243686" y="40388"/>
                </a:lnTo>
                <a:lnTo>
                  <a:pt x="243302" y="41692"/>
                </a:lnTo>
                <a:lnTo>
                  <a:pt x="242942" y="43011"/>
                </a:lnTo>
                <a:lnTo>
                  <a:pt x="242605" y="44345"/>
                </a:lnTo>
                <a:lnTo>
                  <a:pt x="242291" y="45696"/>
                </a:lnTo>
                <a:lnTo>
                  <a:pt x="242000" y="47062"/>
                </a:lnTo>
                <a:lnTo>
                  <a:pt x="241733" y="48445"/>
                </a:lnTo>
                <a:lnTo>
                  <a:pt x="241488" y="49843"/>
                </a:lnTo>
                <a:lnTo>
                  <a:pt x="241268" y="51257"/>
                </a:lnTo>
                <a:lnTo>
                  <a:pt x="241070" y="52686"/>
                </a:lnTo>
                <a:lnTo>
                  <a:pt x="240895" y="54132"/>
                </a:lnTo>
                <a:lnTo>
                  <a:pt x="240744" y="55593"/>
                </a:lnTo>
                <a:lnTo>
                  <a:pt x="240616" y="57071"/>
                </a:lnTo>
                <a:lnTo>
                  <a:pt x="240512" y="58564"/>
                </a:lnTo>
                <a:lnTo>
                  <a:pt x="240430" y="60072"/>
                </a:lnTo>
                <a:lnTo>
                  <a:pt x="240372" y="61597"/>
                </a:lnTo>
                <a:lnTo>
                  <a:pt x="240337" y="63137"/>
                </a:lnTo>
                <a:lnTo>
                  <a:pt x="240326" y="64694"/>
                </a:lnTo>
                <a:lnTo>
                  <a:pt x="240337" y="66242"/>
                </a:lnTo>
                <a:lnTo>
                  <a:pt x="240372" y="67776"/>
                </a:lnTo>
                <a:lnTo>
                  <a:pt x="240430" y="69293"/>
                </a:lnTo>
                <a:lnTo>
                  <a:pt x="240512" y="70795"/>
                </a:lnTo>
                <a:lnTo>
                  <a:pt x="240616" y="72281"/>
                </a:lnTo>
                <a:lnTo>
                  <a:pt x="240744" y="73751"/>
                </a:lnTo>
                <a:lnTo>
                  <a:pt x="240895" y="75206"/>
                </a:lnTo>
                <a:lnTo>
                  <a:pt x="241070" y="76645"/>
                </a:lnTo>
                <a:lnTo>
                  <a:pt x="241268" y="78069"/>
                </a:lnTo>
                <a:lnTo>
                  <a:pt x="241488" y="79477"/>
                </a:lnTo>
                <a:lnTo>
                  <a:pt x="241733" y="80869"/>
                </a:lnTo>
                <a:lnTo>
                  <a:pt x="242000" y="82245"/>
                </a:lnTo>
                <a:lnTo>
                  <a:pt x="242291" y="83606"/>
                </a:lnTo>
                <a:lnTo>
                  <a:pt x="242605" y="84951"/>
                </a:lnTo>
                <a:lnTo>
                  <a:pt x="242942" y="86281"/>
                </a:lnTo>
                <a:lnTo>
                  <a:pt x="243302" y="87595"/>
                </a:lnTo>
                <a:lnTo>
                  <a:pt x="243686" y="88893"/>
                </a:lnTo>
                <a:lnTo>
                  <a:pt x="244093" y="90175"/>
                </a:lnTo>
                <a:lnTo>
                  <a:pt x="244523" y="91442"/>
                </a:lnTo>
                <a:lnTo>
                  <a:pt x="244977" y="92693"/>
                </a:lnTo>
                <a:lnTo>
                  <a:pt x="245453" y="93929"/>
                </a:lnTo>
                <a:lnTo>
                  <a:pt x="245953" y="95149"/>
                </a:lnTo>
                <a:lnTo>
                  <a:pt x="246476" y="96353"/>
                </a:lnTo>
                <a:lnTo>
                  <a:pt x="247023" y="97542"/>
                </a:lnTo>
                <a:lnTo>
                  <a:pt x="247592" y="98712"/>
                </a:lnTo>
                <a:lnTo>
                  <a:pt x="248183" y="99860"/>
                </a:lnTo>
                <a:lnTo>
                  <a:pt x="248797" y="100986"/>
                </a:lnTo>
                <a:lnTo>
                  <a:pt x="249432" y="102091"/>
                </a:lnTo>
                <a:lnTo>
                  <a:pt x="250090" y="103175"/>
                </a:lnTo>
                <a:lnTo>
                  <a:pt x="250770" y="104236"/>
                </a:lnTo>
                <a:lnTo>
                  <a:pt x="251472" y="105276"/>
                </a:lnTo>
                <a:lnTo>
                  <a:pt x="252196" y="106294"/>
                </a:lnTo>
                <a:lnTo>
                  <a:pt x="252943" y="107291"/>
                </a:lnTo>
                <a:lnTo>
                  <a:pt x="253711" y="108265"/>
                </a:lnTo>
                <a:lnTo>
                  <a:pt x="254502" y="109219"/>
                </a:lnTo>
                <a:lnTo>
                  <a:pt x="255315" y="110150"/>
                </a:lnTo>
                <a:lnTo>
                  <a:pt x="256150" y="111060"/>
                </a:lnTo>
                <a:lnTo>
                  <a:pt x="257007" y="111948"/>
                </a:lnTo>
                <a:lnTo>
                  <a:pt x="257886" y="112815"/>
                </a:lnTo>
                <a:lnTo>
                  <a:pt x="258787" y="113659"/>
                </a:lnTo>
                <a:lnTo>
                  <a:pt x="259711" y="114483"/>
                </a:lnTo>
                <a:lnTo>
                  <a:pt x="260656" y="115284"/>
                </a:lnTo>
                <a:lnTo>
                  <a:pt x="261624" y="116064"/>
                </a:lnTo>
                <a:lnTo>
                  <a:pt x="262614" y="116822"/>
                </a:lnTo>
                <a:lnTo>
                  <a:pt x="263626" y="117558"/>
                </a:lnTo>
                <a:lnTo>
                  <a:pt x="264661" y="118273"/>
                </a:lnTo>
                <a:lnTo>
                  <a:pt x="265717" y="118966"/>
                </a:lnTo>
                <a:lnTo>
                  <a:pt x="266796" y="119638"/>
                </a:lnTo>
                <a:lnTo>
                  <a:pt x="267896" y="120285"/>
                </a:lnTo>
                <a:lnTo>
                  <a:pt x="269017" y="120904"/>
                </a:lnTo>
                <a:lnTo>
                  <a:pt x="270159" y="121496"/>
                </a:lnTo>
                <a:lnTo>
                  <a:pt x="271322" y="122060"/>
                </a:lnTo>
                <a:lnTo>
                  <a:pt x="272507" y="122597"/>
                </a:lnTo>
                <a:lnTo>
                  <a:pt x="273712" y="123106"/>
                </a:lnTo>
                <a:lnTo>
                  <a:pt x="274938" y="123588"/>
                </a:lnTo>
                <a:lnTo>
                  <a:pt x="276186" y="124042"/>
                </a:lnTo>
                <a:lnTo>
                  <a:pt x="277454" y="124468"/>
                </a:lnTo>
                <a:lnTo>
                  <a:pt x="278744" y="124868"/>
                </a:lnTo>
                <a:lnTo>
                  <a:pt x="280054" y="125239"/>
                </a:lnTo>
                <a:lnTo>
                  <a:pt x="281386" y="125583"/>
                </a:lnTo>
                <a:lnTo>
                  <a:pt x="282738" y="125900"/>
                </a:lnTo>
                <a:lnTo>
                  <a:pt x="284112" y="126189"/>
                </a:lnTo>
                <a:lnTo>
                  <a:pt x="285507" y="126450"/>
                </a:lnTo>
                <a:lnTo>
                  <a:pt x="286922" y="126684"/>
                </a:lnTo>
                <a:lnTo>
                  <a:pt x="288359" y="126891"/>
                </a:lnTo>
                <a:lnTo>
                  <a:pt x="289817" y="127070"/>
                </a:lnTo>
                <a:lnTo>
                  <a:pt x="291296" y="127221"/>
                </a:lnTo>
                <a:lnTo>
                  <a:pt x="292796" y="127345"/>
                </a:lnTo>
                <a:lnTo>
                  <a:pt x="294317" y="127441"/>
                </a:lnTo>
                <a:lnTo>
                  <a:pt x="295859" y="127510"/>
                </a:lnTo>
                <a:lnTo>
                  <a:pt x="297422" y="127551"/>
                </a:lnTo>
                <a:lnTo>
                  <a:pt x="299006" y="127565"/>
                </a:lnTo>
                <a:lnTo>
                  <a:pt x="300491" y="127553"/>
                </a:lnTo>
                <a:lnTo>
                  <a:pt x="301955" y="127517"/>
                </a:lnTo>
                <a:lnTo>
                  <a:pt x="303399" y="127458"/>
                </a:lnTo>
                <a:lnTo>
                  <a:pt x="304821" y="127374"/>
                </a:lnTo>
                <a:lnTo>
                  <a:pt x="306222" y="127266"/>
                </a:lnTo>
                <a:close/>
                <a:moveTo>
                  <a:pt x="156495" y="83844"/>
                </a:moveTo>
                <a:lnTo>
                  <a:pt x="157104" y="83290"/>
                </a:lnTo>
                <a:lnTo>
                  <a:pt x="157708" y="82735"/>
                </a:lnTo>
                <a:lnTo>
                  <a:pt x="158307" y="82180"/>
                </a:lnTo>
                <a:lnTo>
                  <a:pt x="158902" y="81625"/>
                </a:lnTo>
                <a:lnTo>
                  <a:pt x="159493" y="81069"/>
                </a:lnTo>
                <a:lnTo>
                  <a:pt x="160079" y="80513"/>
                </a:lnTo>
                <a:lnTo>
                  <a:pt x="160661" y="79957"/>
                </a:lnTo>
                <a:lnTo>
                  <a:pt x="161238" y="79401"/>
                </a:lnTo>
                <a:lnTo>
                  <a:pt x="161811" y="78844"/>
                </a:lnTo>
                <a:lnTo>
                  <a:pt x="162380" y="78287"/>
                </a:lnTo>
                <a:lnTo>
                  <a:pt x="162944" y="77729"/>
                </a:lnTo>
                <a:lnTo>
                  <a:pt x="163504" y="77171"/>
                </a:lnTo>
                <a:lnTo>
                  <a:pt x="164059" y="76613"/>
                </a:lnTo>
                <a:lnTo>
                  <a:pt x="164610" y="76055"/>
                </a:lnTo>
                <a:lnTo>
                  <a:pt x="165156" y="75496"/>
                </a:lnTo>
                <a:lnTo>
                  <a:pt x="165698" y="74937"/>
                </a:lnTo>
                <a:lnTo>
                  <a:pt x="166236" y="74378"/>
                </a:lnTo>
                <a:lnTo>
                  <a:pt x="166769" y="73818"/>
                </a:lnTo>
                <a:lnTo>
                  <a:pt x="167297" y="73258"/>
                </a:lnTo>
                <a:lnTo>
                  <a:pt x="167822" y="72698"/>
                </a:lnTo>
                <a:lnTo>
                  <a:pt x="168341" y="72137"/>
                </a:lnTo>
                <a:lnTo>
                  <a:pt x="168857" y="71576"/>
                </a:lnTo>
                <a:lnTo>
                  <a:pt x="169368" y="71015"/>
                </a:lnTo>
                <a:lnTo>
                  <a:pt x="169872" y="70452"/>
                </a:lnTo>
                <a:lnTo>
                  <a:pt x="170368" y="69886"/>
                </a:lnTo>
                <a:lnTo>
                  <a:pt x="170855" y="69317"/>
                </a:lnTo>
                <a:lnTo>
                  <a:pt x="171333" y="68744"/>
                </a:lnTo>
                <a:lnTo>
                  <a:pt x="171803" y="68169"/>
                </a:lnTo>
                <a:lnTo>
                  <a:pt x="172264" y="67590"/>
                </a:lnTo>
                <a:lnTo>
                  <a:pt x="172716" y="67008"/>
                </a:lnTo>
                <a:lnTo>
                  <a:pt x="173159" y="66423"/>
                </a:lnTo>
                <a:lnTo>
                  <a:pt x="173594" y="65835"/>
                </a:lnTo>
                <a:lnTo>
                  <a:pt x="174020" y="65243"/>
                </a:lnTo>
                <a:lnTo>
                  <a:pt x="174438" y="64649"/>
                </a:lnTo>
                <a:lnTo>
                  <a:pt x="174846" y="64051"/>
                </a:lnTo>
                <a:lnTo>
                  <a:pt x="175246" y="63450"/>
                </a:lnTo>
                <a:lnTo>
                  <a:pt x="175638" y="62846"/>
                </a:lnTo>
                <a:lnTo>
                  <a:pt x="176020" y="62239"/>
                </a:lnTo>
                <a:lnTo>
                  <a:pt x="176394" y="61629"/>
                </a:lnTo>
                <a:lnTo>
                  <a:pt x="176759" y="61015"/>
                </a:lnTo>
                <a:lnTo>
                  <a:pt x="177116" y="60399"/>
                </a:lnTo>
                <a:lnTo>
                  <a:pt x="177463" y="59779"/>
                </a:lnTo>
                <a:lnTo>
                  <a:pt x="177803" y="59156"/>
                </a:lnTo>
                <a:lnTo>
                  <a:pt x="178133" y="58530"/>
                </a:lnTo>
                <a:lnTo>
                  <a:pt x="178455" y="57901"/>
                </a:lnTo>
                <a:lnTo>
                  <a:pt x="178768" y="57268"/>
                </a:lnTo>
                <a:lnTo>
                  <a:pt x="179072" y="56633"/>
                </a:lnTo>
                <a:lnTo>
                  <a:pt x="179366" y="55992"/>
                </a:lnTo>
                <a:lnTo>
                  <a:pt x="179647" y="55347"/>
                </a:lnTo>
                <a:lnTo>
                  <a:pt x="179915" y="54695"/>
                </a:lnTo>
                <a:lnTo>
                  <a:pt x="180172" y="54038"/>
                </a:lnTo>
                <a:lnTo>
                  <a:pt x="180415" y="53375"/>
                </a:lnTo>
                <a:lnTo>
                  <a:pt x="180647" y="52706"/>
                </a:lnTo>
                <a:lnTo>
                  <a:pt x="180865" y="52032"/>
                </a:lnTo>
                <a:lnTo>
                  <a:pt x="181071" y="51352"/>
                </a:lnTo>
                <a:lnTo>
                  <a:pt x="181265" y="50666"/>
                </a:lnTo>
                <a:lnTo>
                  <a:pt x="181446" y="49975"/>
                </a:lnTo>
                <a:lnTo>
                  <a:pt x="181615" y="49278"/>
                </a:lnTo>
                <a:lnTo>
                  <a:pt x="181771" y="48575"/>
                </a:lnTo>
                <a:lnTo>
                  <a:pt x="181915" y="47867"/>
                </a:lnTo>
                <a:lnTo>
                  <a:pt x="182046" y="47153"/>
                </a:lnTo>
                <a:lnTo>
                  <a:pt x="182165" y="46433"/>
                </a:lnTo>
                <a:lnTo>
                  <a:pt x="182271" y="45707"/>
                </a:lnTo>
                <a:lnTo>
                  <a:pt x="182365" y="44976"/>
                </a:lnTo>
                <a:lnTo>
                  <a:pt x="182446" y="44239"/>
                </a:lnTo>
                <a:lnTo>
                  <a:pt x="182515" y="43497"/>
                </a:lnTo>
                <a:lnTo>
                  <a:pt x="182571" y="42749"/>
                </a:lnTo>
                <a:lnTo>
                  <a:pt x="182615" y="41995"/>
                </a:lnTo>
                <a:lnTo>
                  <a:pt x="182646" y="41235"/>
                </a:lnTo>
                <a:lnTo>
                  <a:pt x="182665" y="40470"/>
                </a:lnTo>
                <a:lnTo>
                  <a:pt x="182671" y="39699"/>
                </a:lnTo>
                <a:lnTo>
                  <a:pt x="182664" y="38839"/>
                </a:lnTo>
                <a:lnTo>
                  <a:pt x="182641" y="37988"/>
                </a:lnTo>
                <a:lnTo>
                  <a:pt x="182603" y="37147"/>
                </a:lnTo>
                <a:lnTo>
                  <a:pt x="182551" y="36315"/>
                </a:lnTo>
                <a:lnTo>
                  <a:pt x="182483" y="35493"/>
                </a:lnTo>
                <a:lnTo>
                  <a:pt x="182401" y="34680"/>
                </a:lnTo>
                <a:lnTo>
                  <a:pt x="182303" y="33877"/>
                </a:lnTo>
                <a:lnTo>
                  <a:pt x="182190" y="33083"/>
                </a:lnTo>
                <a:lnTo>
                  <a:pt x="182062" y="32299"/>
                </a:lnTo>
                <a:lnTo>
                  <a:pt x="181920" y="31524"/>
                </a:lnTo>
                <a:lnTo>
                  <a:pt x="181762" y="30759"/>
                </a:lnTo>
                <a:lnTo>
                  <a:pt x="181589" y="30003"/>
                </a:lnTo>
                <a:lnTo>
                  <a:pt x="181401" y="29256"/>
                </a:lnTo>
                <a:lnTo>
                  <a:pt x="181198" y="28519"/>
                </a:lnTo>
                <a:lnTo>
                  <a:pt x="180980" y="27792"/>
                </a:lnTo>
                <a:lnTo>
                  <a:pt x="180747" y="27074"/>
                </a:lnTo>
                <a:lnTo>
                  <a:pt x="180499" y="26366"/>
                </a:lnTo>
                <a:lnTo>
                  <a:pt x="180236" y="25667"/>
                </a:lnTo>
                <a:lnTo>
                  <a:pt x="179958" y="24977"/>
                </a:lnTo>
                <a:lnTo>
                  <a:pt x="179665" y="24297"/>
                </a:lnTo>
                <a:lnTo>
                  <a:pt x="179357" y="23627"/>
                </a:lnTo>
                <a:lnTo>
                  <a:pt x="179034" y="22965"/>
                </a:lnTo>
                <a:lnTo>
                  <a:pt x="178696" y="22314"/>
                </a:lnTo>
                <a:lnTo>
                  <a:pt x="178343" y="21672"/>
                </a:lnTo>
                <a:lnTo>
                  <a:pt x="177975" y="21040"/>
                </a:lnTo>
                <a:lnTo>
                  <a:pt x="177594" y="20421"/>
                </a:lnTo>
                <a:lnTo>
                  <a:pt x="177199" y="19813"/>
                </a:lnTo>
                <a:lnTo>
                  <a:pt x="176790" y="19217"/>
                </a:lnTo>
                <a:lnTo>
                  <a:pt x="176368" y="18633"/>
                </a:lnTo>
                <a:lnTo>
                  <a:pt x="175931" y="18061"/>
                </a:lnTo>
                <a:lnTo>
                  <a:pt x="175481" y="17501"/>
                </a:lnTo>
                <a:lnTo>
                  <a:pt x="175017" y="16953"/>
                </a:lnTo>
                <a:lnTo>
                  <a:pt x="174539" y="16416"/>
                </a:lnTo>
                <a:lnTo>
                  <a:pt x="174048" y="15892"/>
                </a:lnTo>
                <a:lnTo>
                  <a:pt x="173543" y="15379"/>
                </a:lnTo>
                <a:lnTo>
                  <a:pt x="173024" y="14878"/>
                </a:lnTo>
                <a:lnTo>
                  <a:pt x="172491" y="14389"/>
                </a:lnTo>
                <a:lnTo>
                  <a:pt x="171945" y="13912"/>
                </a:lnTo>
                <a:lnTo>
                  <a:pt x="171385" y="13446"/>
                </a:lnTo>
                <a:lnTo>
                  <a:pt x="170811" y="12993"/>
                </a:lnTo>
                <a:lnTo>
                  <a:pt x="170223" y="12551"/>
                </a:lnTo>
                <a:lnTo>
                  <a:pt x="169621" y="12122"/>
                </a:lnTo>
                <a:lnTo>
                  <a:pt x="169006" y="11704"/>
                </a:lnTo>
                <a:lnTo>
                  <a:pt x="168377" y="11298"/>
                </a:lnTo>
                <a:lnTo>
                  <a:pt x="167734" y="10904"/>
                </a:lnTo>
                <a:lnTo>
                  <a:pt x="167078" y="10521"/>
                </a:lnTo>
                <a:lnTo>
                  <a:pt x="166407" y="10151"/>
                </a:lnTo>
                <a:lnTo>
                  <a:pt x="165723" y="9792"/>
                </a:lnTo>
                <a:lnTo>
                  <a:pt x="165026" y="9447"/>
                </a:lnTo>
                <a:lnTo>
                  <a:pt x="164316" y="9116"/>
                </a:lnTo>
                <a:lnTo>
                  <a:pt x="163595" y="8800"/>
                </a:lnTo>
                <a:lnTo>
                  <a:pt x="162860" y="8499"/>
                </a:lnTo>
                <a:lnTo>
                  <a:pt x="162114" y="8212"/>
                </a:lnTo>
                <a:lnTo>
                  <a:pt x="161355" y="7940"/>
                </a:lnTo>
                <a:lnTo>
                  <a:pt x="160584" y="7683"/>
                </a:lnTo>
                <a:lnTo>
                  <a:pt x="159800" y="7440"/>
                </a:lnTo>
                <a:lnTo>
                  <a:pt x="159005" y="7212"/>
                </a:lnTo>
                <a:lnTo>
                  <a:pt x="158196" y="6999"/>
                </a:lnTo>
                <a:lnTo>
                  <a:pt x="157376" y="6801"/>
                </a:lnTo>
                <a:lnTo>
                  <a:pt x="156543" y="6617"/>
                </a:lnTo>
                <a:lnTo>
                  <a:pt x="155698" y="6448"/>
                </a:lnTo>
                <a:lnTo>
                  <a:pt x="154840" y="6293"/>
                </a:lnTo>
                <a:lnTo>
                  <a:pt x="153970" y="6154"/>
                </a:lnTo>
                <a:lnTo>
                  <a:pt x="153088" y="6029"/>
                </a:lnTo>
                <a:lnTo>
                  <a:pt x="152194" y="5918"/>
                </a:lnTo>
                <a:lnTo>
                  <a:pt x="151287" y="5823"/>
                </a:lnTo>
                <a:lnTo>
                  <a:pt x="150367" y="5742"/>
                </a:lnTo>
                <a:lnTo>
                  <a:pt x="149436" y="5676"/>
                </a:lnTo>
                <a:lnTo>
                  <a:pt x="148492" y="5624"/>
                </a:lnTo>
                <a:lnTo>
                  <a:pt x="147536" y="5588"/>
                </a:lnTo>
                <a:lnTo>
                  <a:pt x="146567" y="5566"/>
                </a:lnTo>
                <a:lnTo>
                  <a:pt x="145586" y="5558"/>
                </a:lnTo>
                <a:lnTo>
                  <a:pt x="144515" y="5566"/>
                </a:lnTo>
                <a:lnTo>
                  <a:pt x="143459" y="5590"/>
                </a:lnTo>
                <a:lnTo>
                  <a:pt x="142418" y="5629"/>
                </a:lnTo>
                <a:lnTo>
                  <a:pt x="141391" y="5684"/>
                </a:lnTo>
                <a:lnTo>
                  <a:pt x="140379" y="5755"/>
                </a:lnTo>
                <a:lnTo>
                  <a:pt x="139381" y="5842"/>
                </a:lnTo>
                <a:lnTo>
                  <a:pt x="138399" y="5945"/>
                </a:lnTo>
                <a:lnTo>
                  <a:pt x="137431" y="6063"/>
                </a:lnTo>
                <a:lnTo>
                  <a:pt x="136478" y="6197"/>
                </a:lnTo>
                <a:lnTo>
                  <a:pt x="135539" y="6347"/>
                </a:lnTo>
                <a:lnTo>
                  <a:pt x="134616" y="6513"/>
                </a:lnTo>
                <a:lnTo>
                  <a:pt x="133707" y="6694"/>
                </a:lnTo>
                <a:lnTo>
                  <a:pt x="132812" y="6892"/>
                </a:lnTo>
                <a:lnTo>
                  <a:pt x="131933" y="7105"/>
                </a:lnTo>
                <a:lnTo>
                  <a:pt x="131068" y="7333"/>
                </a:lnTo>
                <a:lnTo>
                  <a:pt x="130217" y="7578"/>
                </a:lnTo>
                <a:lnTo>
                  <a:pt x="129382" y="7838"/>
                </a:lnTo>
                <a:lnTo>
                  <a:pt x="128561" y="8114"/>
                </a:lnTo>
                <a:lnTo>
                  <a:pt x="127755" y="8406"/>
                </a:lnTo>
                <a:lnTo>
                  <a:pt x="126964" y="8714"/>
                </a:lnTo>
                <a:lnTo>
                  <a:pt x="126187" y="9038"/>
                </a:lnTo>
                <a:lnTo>
                  <a:pt x="125425" y="9377"/>
                </a:lnTo>
                <a:lnTo>
                  <a:pt x="124678" y="9732"/>
                </a:lnTo>
                <a:lnTo>
                  <a:pt x="123946" y="10103"/>
                </a:lnTo>
                <a:lnTo>
                  <a:pt x="123228" y="10488"/>
                </a:lnTo>
                <a:lnTo>
                  <a:pt x="122526" y="10886"/>
                </a:lnTo>
                <a:lnTo>
                  <a:pt x="121838" y="11297"/>
                </a:lnTo>
                <a:lnTo>
                  <a:pt x="121166" y="11721"/>
                </a:lnTo>
                <a:lnTo>
                  <a:pt x="120510" y="12158"/>
                </a:lnTo>
                <a:lnTo>
                  <a:pt x="119868" y="12608"/>
                </a:lnTo>
                <a:lnTo>
                  <a:pt x="119242" y="13071"/>
                </a:lnTo>
                <a:lnTo>
                  <a:pt x="118630" y="13547"/>
                </a:lnTo>
                <a:lnTo>
                  <a:pt x="118034" y="14035"/>
                </a:lnTo>
                <a:lnTo>
                  <a:pt x="117453" y="14537"/>
                </a:lnTo>
                <a:lnTo>
                  <a:pt x="116888" y="15051"/>
                </a:lnTo>
                <a:lnTo>
                  <a:pt x="116337" y="15579"/>
                </a:lnTo>
                <a:lnTo>
                  <a:pt x="115802" y="16120"/>
                </a:lnTo>
                <a:lnTo>
                  <a:pt x="115282" y="16673"/>
                </a:lnTo>
                <a:lnTo>
                  <a:pt x="114777" y="17239"/>
                </a:lnTo>
                <a:lnTo>
                  <a:pt x="114287" y="17819"/>
                </a:lnTo>
                <a:lnTo>
                  <a:pt x="113812" y="18411"/>
                </a:lnTo>
                <a:lnTo>
                  <a:pt x="113353" y="19016"/>
                </a:lnTo>
                <a:lnTo>
                  <a:pt x="112909" y="19634"/>
                </a:lnTo>
                <a:lnTo>
                  <a:pt x="112480" y="20265"/>
                </a:lnTo>
                <a:lnTo>
                  <a:pt x="112066" y="20909"/>
                </a:lnTo>
                <a:lnTo>
                  <a:pt x="111667" y="21566"/>
                </a:lnTo>
                <a:lnTo>
                  <a:pt x="111284" y="22236"/>
                </a:lnTo>
                <a:lnTo>
                  <a:pt x="110916" y="22919"/>
                </a:lnTo>
                <a:lnTo>
                  <a:pt x="110563" y="23613"/>
                </a:lnTo>
                <a:lnTo>
                  <a:pt x="110224" y="24317"/>
                </a:lnTo>
                <a:lnTo>
                  <a:pt x="109901" y="25031"/>
                </a:lnTo>
                <a:lnTo>
                  <a:pt x="109593" y="25754"/>
                </a:lnTo>
                <a:lnTo>
                  <a:pt x="109300" y="26488"/>
                </a:lnTo>
                <a:lnTo>
                  <a:pt x="109022" y="27231"/>
                </a:lnTo>
                <a:lnTo>
                  <a:pt x="108759" y="27984"/>
                </a:lnTo>
                <a:lnTo>
                  <a:pt x="108511" y="28746"/>
                </a:lnTo>
                <a:lnTo>
                  <a:pt x="108278" y="29519"/>
                </a:lnTo>
                <a:lnTo>
                  <a:pt x="108060" y="30301"/>
                </a:lnTo>
                <a:lnTo>
                  <a:pt x="107857" y="31093"/>
                </a:lnTo>
                <a:lnTo>
                  <a:pt x="107670" y="31895"/>
                </a:lnTo>
                <a:lnTo>
                  <a:pt x="107497" y="32706"/>
                </a:lnTo>
                <a:lnTo>
                  <a:pt x="107339" y="33528"/>
                </a:lnTo>
                <a:lnTo>
                  <a:pt x="107196" y="34359"/>
                </a:lnTo>
                <a:lnTo>
                  <a:pt x="107068" y="35200"/>
                </a:lnTo>
                <a:lnTo>
                  <a:pt x="106956" y="36050"/>
                </a:lnTo>
                <a:lnTo>
                  <a:pt x="106858" y="36911"/>
                </a:lnTo>
                <a:lnTo>
                  <a:pt x="106775" y="37781"/>
                </a:lnTo>
                <a:lnTo>
                  <a:pt x="106708" y="38661"/>
                </a:lnTo>
                <a:lnTo>
                  <a:pt x="106655" y="39551"/>
                </a:lnTo>
                <a:lnTo>
                  <a:pt x="106618" y="40450"/>
                </a:lnTo>
                <a:lnTo>
                  <a:pt x="106595" y="41360"/>
                </a:lnTo>
                <a:lnTo>
                  <a:pt x="106588" y="42279"/>
                </a:lnTo>
                <a:lnTo>
                  <a:pt x="121804" y="42279"/>
                </a:lnTo>
                <a:lnTo>
                  <a:pt x="121814" y="41453"/>
                </a:lnTo>
                <a:lnTo>
                  <a:pt x="121843" y="40638"/>
                </a:lnTo>
                <a:lnTo>
                  <a:pt x="121890" y="39836"/>
                </a:lnTo>
                <a:lnTo>
                  <a:pt x="121957" y="39046"/>
                </a:lnTo>
                <a:lnTo>
                  <a:pt x="122044" y="38267"/>
                </a:lnTo>
                <a:lnTo>
                  <a:pt x="122149" y="37500"/>
                </a:lnTo>
                <a:lnTo>
                  <a:pt x="122273" y="36745"/>
                </a:lnTo>
                <a:lnTo>
                  <a:pt x="122417" y="36001"/>
                </a:lnTo>
                <a:lnTo>
                  <a:pt x="122579" y="35270"/>
                </a:lnTo>
                <a:lnTo>
                  <a:pt x="122761" y="34550"/>
                </a:lnTo>
                <a:lnTo>
                  <a:pt x="122962" y="33842"/>
                </a:lnTo>
                <a:lnTo>
                  <a:pt x="123182" y="33146"/>
                </a:lnTo>
                <a:lnTo>
                  <a:pt x="123422" y="32462"/>
                </a:lnTo>
                <a:lnTo>
                  <a:pt x="123680" y="31790"/>
                </a:lnTo>
                <a:lnTo>
                  <a:pt x="123958" y="31129"/>
                </a:lnTo>
                <a:lnTo>
                  <a:pt x="124254" y="30480"/>
                </a:lnTo>
                <a:lnTo>
                  <a:pt x="124570" y="29843"/>
                </a:lnTo>
                <a:lnTo>
                  <a:pt x="124905" y="29218"/>
                </a:lnTo>
                <a:lnTo>
                  <a:pt x="125259" y="28605"/>
                </a:lnTo>
                <a:lnTo>
                  <a:pt x="125632" y="28003"/>
                </a:lnTo>
                <a:lnTo>
                  <a:pt x="126025" y="27413"/>
                </a:lnTo>
                <a:lnTo>
                  <a:pt x="126436" y="26836"/>
                </a:lnTo>
                <a:lnTo>
                  <a:pt x="126867" y="26269"/>
                </a:lnTo>
                <a:lnTo>
                  <a:pt x="127317" y="25715"/>
                </a:lnTo>
                <a:lnTo>
                  <a:pt x="127789" y="25178"/>
                </a:lnTo>
                <a:lnTo>
                  <a:pt x="128286" y="24664"/>
                </a:lnTo>
                <a:lnTo>
                  <a:pt x="128808" y="24173"/>
                </a:lnTo>
                <a:lnTo>
                  <a:pt x="129356" y="23704"/>
                </a:lnTo>
                <a:lnTo>
                  <a:pt x="129928" y="23259"/>
                </a:lnTo>
                <a:lnTo>
                  <a:pt x="130526" y="22836"/>
                </a:lnTo>
                <a:lnTo>
                  <a:pt x="131149" y="22436"/>
                </a:lnTo>
                <a:lnTo>
                  <a:pt x="131797" y="22059"/>
                </a:lnTo>
                <a:lnTo>
                  <a:pt x="132470" y="21705"/>
                </a:lnTo>
                <a:lnTo>
                  <a:pt x="133168" y="21374"/>
                </a:lnTo>
                <a:lnTo>
                  <a:pt x="133892" y="21065"/>
                </a:lnTo>
                <a:lnTo>
                  <a:pt x="134641" y="20780"/>
                </a:lnTo>
                <a:lnTo>
                  <a:pt x="135414" y="20517"/>
                </a:lnTo>
                <a:lnTo>
                  <a:pt x="136213" y="20277"/>
                </a:lnTo>
                <a:lnTo>
                  <a:pt x="137037" y="20060"/>
                </a:lnTo>
                <a:lnTo>
                  <a:pt x="137887" y="19866"/>
                </a:lnTo>
                <a:lnTo>
                  <a:pt x="138761" y="19695"/>
                </a:lnTo>
                <a:lnTo>
                  <a:pt x="139661" y="19546"/>
                </a:lnTo>
                <a:lnTo>
                  <a:pt x="140585" y="19420"/>
                </a:lnTo>
                <a:lnTo>
                  <a:pt x="141535" y="19318"/>
                </a:lnTo>
                <a:lnTo>
                  <a:pt x="142510" y="19238"/>
                </a:lnTo>
                <a:lnTo>
                  <a:pt x="143510" y="19180"/>
                </a:lnTo>
                <a:lnTo>
                  <a:pt x="144536" y="19146"/>
                </a:lnTo>
                <a:lnTo>
                  <a:pt x="145586" y="19135"/>
                </a:lnTo>
                <a:lnTo>
                  <a:pt x="146517" y="19145"/>
                </a:lnTo>
                <a:lnTo>
                  <a:pt x="147425" y="19176"/>
                </a:lnTo>
                <a:lnTo>
                  <a:pt x="148312" y="19228"/>
                </a:lnTo>
                <a:lnTo>
                  <a:pt x="149176" y="19300"/>
                </a:lnTo>
                <a:lnTo>
                  <a:pt x="150019" y="19394"/>
                </a:lnTo>
                <a:lnTo>
                  <a:pt x="150840" y="19507"/>
                </a:lnTo>
                <a:lnTo>
                  <a:pt x="151638" y="19642"/>
                </a:lnTo>
                <a:lnTo>
                  <a:pt x="152415" y="19797"/>
                </a:lnTo>
                <a:lnTo>
                  <a:pt x="153169" y="19973"/>
                </a:lnTo>
                <a:lnTo>
                  <a:pt x="153902" y="20170"/>
                </a:lnTo>
                <a:lnTo>
                  <a:pt x="154613" y="20387"/>
                </a:lnTo>
                <a:lnTo>
                  <a:pt x="155301" y="20625"/>
                </a:lnTo>
                <a:lnTo>
                  <a:pt x="155968" y="20884"/>
                </a:lnTo>
                <a:lnTo>
                  <a:pt x="156613" y="21164"/>
                </a:lnTo>
                <a:lnTo>
                  <a:pt x="157236" y="21464"/>
                </a:lnTo>
                <a:lnTo>
                  <a:pt x="157836" y="21785"/>
                </a:lnTo>
                <a:lnTo>
                  <a:pt x="158415" y="22126"/>
                </a:lnTo>
                <a:lnTo>
                  <a:pt x="158972" y="22489"/>
                </a:lnTo>
                <a:lnTo>
                  <a:pt x="159507" y="22872"/>
                </a:lnTo>
                <a:lnTo>
                  <a:pt x="160019" y="23275"/>
                </a:lnTo>
                <a:lnTo>
                  <a:pt x="160510" y="23700"/>
                </a:lnTo>
                <a:lnTo>
                  <a:pt x="160979" y="24145"/>
                </a:lnTo>
                <a:lnTo>
                  <a:pt x="161426" y="24611"/>
                </a:lnTo>
                <a:lnTo>
                  <a:pt x="161851" y="25097"/>
                </a:lnTo>
                <a:lnTo>
                  <a:pt x="162256" y="25600"/>
                </a:lnTo>
                <a:lnTo>
                  <a:pt x="162644" y="26114"/>
                </a:lnTo>
                <a:lnTo>
                  <a:pt x="163014" y="26640"/>
                </a:lnTo>
                <a:lnTo>
                  <a:pt x="163368" y="27177"/>
                </a:lnTo>
                <a:lnTo>
                  <a:pt x="163704" y="27726"/>
                </a:lnTo>
                <a:lnTo>
                  <a:pt x="164023" y="28286"/>
                </a:lnTo>
                <a:lnTo>
                  <a:pt x="164325" y="28858"/>
                </a:lnTo>
                <a:lnTo>
                  <a:pt x="164609" y="29442"/>
                </a:lnTo>
                <a:lnTo>
                  <a:pt x="164877" y="30036"/>
                </a:lnTo>
                <a:lnTo>
                  <a:pt x="165127" y="30643"/>
                </a:lnTo>
                <a:lnTo>
                  <a:pt x="165360" y="31261"/>
                </a:lnTo>
                <a:lnTo>
                  <a:pt x="165575" y="31891"/>
                </a:lnTo>
                <a:lnTo>
                  <a:pt x="165773" y="32532"/>
                </a:lnTo>
                <a:lnTo>
                  <a:pt x="165954" y="33184"/>
                </a:lnTo>
                <a:lnTo>
                  <a:pt x="166118" y="33848"/>
                </a:lnTo>
                <a:lnTo>
                  <a:pt x="166265" y="34524"/>
                </a:lnTo>
                <a:lnTo>
                  <a:pt x="166394" y="35211"/>
                </a:lnTo>
                <a:lnTo>
                  <a:pt x="166506" y="35910"/>
                </a:lnTo>
                <a:lnTo>
                  <a:pt x="166601" y="36621"/>
                </a:lnTo>
                <a:lnTo>
                  <a:pt x="166679" y="37342"/>
                </a:lnTo>
                <a:lnTo>
                  <a:pt x="166739" y="38076"/>
                </a:lnTo>
                <a:lnTo>
                  <a:pt x="166782" y="38821"/>
                </a:lnTo>
                <a:lnTo>
                  <a:pt x="166808" y="39577"/>
                </a:lnTo>
                <a:lnTo>
                  <a:pt x="166817" y="40345"/>
                </a:lnTo>
                <a:lnTo>
                  <a:pt x="166808" y="41087"/>
                </a:lnTo>
                <a:lnTo>
                  <a:pt x="166782" y="41826"/>
                </a:lnTo>
                <a:lnTo>
                  <a:pt x="166740" y="42563"/>
                </a:lnTo>
                <a:lnTo>
                  <a:pt x="166680" y="43296"/>
                </a:lnTo>
                <a:lnTo>
                  <a:pt x="166603" y="44027"/>
                </a:lnTo>
                <a:lnTo>
                  <a:pt x="166509" y="44755"/>
                </a:lnTo>
                <a:lnTo>
                  <a:pt x="166398" y="45479"/>
                </a:lnTo>
                <a:lnTo>
                  <a:pt x="166270" y="46202"/>
                </a:lnTo>
                <a:lnTo>
                  <a:pt x="166125" y="46921"/>
                </a:lnTo>
                <a:lnTo>
                  <a:pt x="165962" y="47637"/>
                </a:lnTo>
                <a:lnTo>
                  <a:pt x="165783" y="48351"/>
                </a:lnTo>
                <a:lnTo>
                  <a:pt x="165586" y="49061"/>
                </a:lnTo>
                <a:lnTo>
                  <a:pt x="165373" y="49769"/>
                </a:lnTo>
                <a:lnTo>
                  <a:pt x="165142" y="50474"/>
                </a:lnTo>
                <a:lnTo>
                  <a:pt x="164895" y="51176"/>
                </a:lnTo>
                <a:lnTo>
                  <a:pt x="164630" y="51876"/>
                </a:lnTo>
                <a:lnTo>
                  <a:pt x="164348" y="52572"/>
                </a:lnTo>
                <a:lnTo>
                  <a:pt x="164049" y="53266"/>
                </a:lnTo>
                <a:lnTo>
                  <a:pt x="163733" y="53956"/>
                </a:lnTo>
                <a:lnTo>
                  <a:pt x="163400" y="54644"/>
                </a:lnTo>
                <a:lnTo>
                  <a:pt x="163049" y="55329"/>
                </a:lnTo>
                <a:lnTo>
                  <a:pt x="162682" y="56011"/>
                </a:lnTo>
                <a:lnTo>
                  <a:pt x="162298" y="56691"/>
                </a:lnTo>
                <a:lnTo>
                  <a:pt x="161896" y="57367"/>
                </a:lnTo>
                <a:lnTo>
                  <a:pt x="161476" y="58046"/>
                </a:lnTo>
                <a:lnTo>
                  <a:pt x="161034" y="58730"/>
                </a:lnTo>
                <a:lnTo>
                  <a:pt x="160572" y="59421"/>
                </a:lnTo>
                <a:lnTo>
                  <a:pt x="160089" y="60118"/>
                </a:lnTo>
                <a:lnTo>
                  <a:pt x="159585" y="60822"/>
                </a:lnTo>
                <a:lnTo>
                  <a:pt x="159060" y="61532"/>
                </a:lnTo>
                <a:lnTo>
                  <a:pt x="158514" y="62248"/>
                </a:lnTo>
                <a:lnTo>
                  <a:pt x="157948" y="62970"/>
                </a:lnTo>
                <a:lnTo>
                  <a:pt x="157360" y="63699"/>
                </a:lnTo>
                <a:lnTo>
                  <a:pt x="156752" y="64434"/>
                </a:lnTo>
                <a:lnTo>
                  <a:pt x="156123" y="65176"/>
                </a:lnTo>
                <a:lnTo>
                  <a:pt x="155472" y="65924"/>
                </a:lnTo>
                <a:lnTo>
                  <a:pt x="154801" y="66678"/>
                </a:lnTo>
                <a:lnTo>
                  <a:pt x="154109" y="67438"/>
                </a:lnTo>
                <a:lnTo>
                  <a:pt x="153397" y="68205"/>
                </a:lnTo>
                <a:lnTo>
                  <a:pt x="152663" y="68978"/>
                </a:lnTo>
                <a:lnTo>
                  <a:pt x="151908" y="69758"/>
                </a:lnTo>
                <a:lnTo>
                  <a:pt x="151133" y="70544"/>
                </a:lnTo>
                <a:lnTo>
                  <a:pt x="150337" y="71336"/>
                </a:lnTo>
                <a:lnTo>
                  <a:pt x="149519" y="72134"/>
                </a:lnTo>
                <a:lnTo>
                  <a:pt x="148681" y="72939"/>
                </a:lnTo>
                <a:lnTo>
                  <a:pt x="147822" y="73750"/>
                </a:lnTo>
                <a:lnTo>
                  <a:pt x="146942" y="74568"/>
                </a:lnTo>
                <a:lnTo>
                  <a:pt x="146042" y="75392"/>
                </a:lnTo>
                <a:lnTo>
                  <a:pt x="103854" y="113897"/>
                </a:lnTo>
                <a:lnTo>
                  <a:pt x="103854" y="125925"/>
                </a:lnTo>
                <a:lnTo>
                  <a:pt x="186134" y="125925"/>
                </a:lnTo>
                <a:lnTo>
                  <a:pt x="186134" y="112440"/>
                </a:lnTo>
                <a:lnTo>
                  <a:pt x="124629" y="112440"/>
                </a:lnTo>
                <a:lnTo>
                  <a:pt x="155882" y="84398"/>
                </a:lnTo>
                <a:lnTo>
                  <a:pt x="156495" y="83844"/>
                </a:lnTo>
                <a:close/>
                <a:moveTo>
                  <a:pt x="50206" y="125925"/>
                </a:moveTo>
                <a:lnTo>
                  <a:pt x="61413" y="125925"/>
                </a:lnTo>
                <a:lnTo>
                  <a:pt x="66516" y="89022"/>
                </a:lnTo>
                <a:lnTo>
                  <a:pt x="85560" y="89022"/>
                </a:lnTo>
                <a:lnTo>
                  <a:pt x="85560" y="78726"/>
                </a:lnTo>
                <a:lnTo>
                  <a:pt x="67974" y="78726"/>
                </a:lnTo>
                <a:lnTo>
                  <a:pt x="71345" y="53760"/>
                </a:lnTo>
                <a:lnTo>
                  <a:pt x="90480" y="53760"/>
                </a:lnTo>
                <a:lnTo>
                  <a:pt x="90480" y="43645"/>
                </a:lnTo>
                <a:lnTo>
                  <a:pt x="72712" y="43645"/>
                </a:lnTo>
                <a:lnTo>
                  <a:pt x="77906" y="7016"/>
                </a:lnTo>
                <a:lnTo>
                  <a:pt x="66607" y="7016"/>
                </a:lnTo>
                <a:lnTo>
                  <a:pt x="61505" y="43645"/>
                </a:lnTo>
                <a:lnTo>
                  <a:pt x="35900" y="43645"/>
                </a:lnTo>
                <a:lnTo>
                  <a:pt x="41094" y="7016"/>
                </a:lnTo>
                <a:lnTo>
                  <a:pt x="29887" y="7016"/>
                </a:lnTo>
                <a:lnTo>
                  <a:pt x="24602" y="43645"/>
                </a:lnTo>
                <a:lnTo>
                  <a:pt x="4738" y="43645"/>
                </a:lnTo>
                <a:lnTo>
                  <a:pt x="4738" y="53760"/>
                </a:lnTo>
                <a:lnTo>
                  <a:pt x="23326" y="53760"/>
                </a:lnTo>
                <a:lnTo>
                  <a:pt x="19681" y="78726"/>
                </a:lnTo>
                <a:lnTo>
                  <a:pt x="0" y="78726"/>
                </a:lnTo>
                <a:lnTo>
                  <a:pt x="0" y="89022"/>
                </a:lnTo>
                <a:lnTo>
                  <a:pt x="18406" y="89022"/>
                </a:lnTo>
                <a:lnTo>
                  <a:pt x="13121" y="125925"/>
                </a:lnTo>
                <a:lnTo>
                  <a:pt x="24420" y="125925"/>
                </a:lnTo>
                <a:lnTo>
                  <a:pt x="29613" y="89022"/>
                </a:lnTo>
                <a:lnTo>
                  <a:pt x="55217" y="89022"/>
                </a:lnTo>
                <a:lnTo>
                  <a:pt x="50206" y="125925"/>
                </a:lnTo>
                <a:close/>
                <a:moveTo>
                  <a:pt x="30980" y="78726"/>
                </a:moveTo>
                <a:lnTo>
                  <a:pt x="34534" y="53760"/>
                </a:lnTo>
                <a:lnTo>
                  <a:pt x="60138" y="53760"/>
                </a:lnTo>
                <a:lnTo>
                  <a:pt x="56766" y="78726"/>
                </a:lnTo>
                <a:lnTo>
                  <a:pt x="30980" y="78726"/>
                </a:lnTo>
                <a:close/>
                <a:moveTo>
                  <a:pt x="544853" y="45018"/>
                </a:moveTo>
                <a:lnTo>
                  <a:pt x="544392" y="44187"/>
                </a:lnTo>
                <a:lnTo>
                  <a:pt x="543909" y="43380"/>
                </a:lnTo>
                <a:lnTo>
                  <a:pt x="543404" y="42598"/>
                </a:lnTo>
                <a:lnTo>
                  <a:pt x="542876" y="41840"/>
                </a:lnTo>
                <a:lnTo>
                  <a:pt x="542322" y="41110"/>
                </a:lnTo>
                <a:lnTo>
                  <a:pt x="541740" y="40411"/>
                </a:lnTo>
                <a:lnTo>
                  <a:pt x="541129" y="39743"/>
                </a:lnTo>
                <a:lnTo>
                  <a:pt x="540489" y="39107"/>
                </a:lnTo>
                <a:lnTo>
                  <a:pt x="539820" y="38501"/>
                </a:lnTo>
                <a:lnTo>
                  <a:pt x="539123" y="37926"/>
                </a:lnTo>
                <a:lnTo>
                  <a:pt x="538397" y="37382"/>
                </a:lnTo>
                <a:lnTo>
                  <a:pt x="537642" y="36870"/>
                </a:lnTo>
                <a:lnTo>
                  <a:pt x="536858" y="36388"/>
                </a:lnTo>
                <a:lnTo>
                  <a:pt x="536045" y="35938"/>
                </a:lnTo>
                <a:lnTo>
                  <a:pt x="535204" y="35519"/>
                </a:lnTo>
                <a:lnTo>
                  <a:pt x="534334" y="35130"/>
                </a:lnTo>
                <a:lnTo>
                  <a:pt x="533435" y="34773"/>
                </a:lnTo>
                <a:lnTo>
                  <a:pt x="532507" y="34447"/>
                </a:lnTo>
                <a:lnTo>
                  <a:pt x="531550" y="34152"/>
                </a:lnTo>
                <a:lnTo>
                  <a:pt x="530565" y="33888"/>
                </a:lnTo>
                <a:lnTo>
                  <a:pt x="529551" y="33655"/>
                </a:lnTo>
                <a:lnTo>
                  <a:pt x="528508" y="33453"/>
                </a:lnTo>
                <a:lnTo>
                  <a:pt x="527436" y="33282"/>
                </a:lnTo>
                <a:lnTo>
                  <a:pt x="526335" y="33142"/>
                </a:lnTo>
                <a:lnTo>
                  <a:pt x="525206" y="33033"/>
                </a:lnTo>
                <a:lnTo>
                  <a:pt x="524048" y="32956"/>
                </a:lnTo>
                <a:lnTo>
                  <a:pt x="522861" y="32909"/>
                </a:lnTo>
                <a:lnTo>
                  <a:pt x="521645" y="32894"/>
                </a:lnTo>
                <a:lnTo>
                  <a:pt x="520710" y="32902"/>
                </a:lnTo>
                <a:lnTo>
                  <a:pt x="519788" y="32927"/>
                </a:lnTo>
                <a:lnTo>
                  <a:pt x="518879" y="32968"/>
                </a:lnTo>
                <a:lnTo>
                  <a:pt x="517983" y="33026"/>
                </a:lnTo>
                <a:lnTo>
                  <a:pt x="517100" y="33101"/>
                </a:lnTo>
                <a:lnTo>
                  <a:pt x="516230" y="33193"/>
                </a:lnTo>
                <a:lnTo>
                  <a:pt x="515372" y="33301"/>
                </a:lnTo>
                <a:lnTo>
                  <a:pt x="514528" y="33425"/>
                </a:lnTo>
                <a:lnTo>
                  <a:pt x="513697" y="33566"/>
                </a:lnTo>
                <a:lnTo>
                  <a:pt x="512878" y="33724"/>
                </a:lnTo>
                <a:lnTo>
                  <a:pt x="512073" y="33898"/>
                </a:lnTo>
                <a:lnTo>
                  <a:pt x="511281" y="34089"/>
                </a:lnTo>
                <a:lnTo>
                  <a:pt x="510501" y="34297"/>
                </a:lnTo>
                <a:lnTo>
                  <a:pt x="509735" y="34521"/>
                </a:lnTo>
                <a:lnTo>
                  <a:pt x="508981" y="34762"/>
                </a:lnTo>
                <a:lnTo>
                  <a:pt x="508241" y="35020"/>
                </a:lnTo>
                <a:lnTo>
                  <a:pt x="507513" y="35294"/>
                </a:lnTo>
                <a:lnTo>
                  <a:pt x="506799" y="35584"/>
                </a:lnTo>
                <a:lnTo>
                  <a:pt x="506097" y="35892"/>
                </a:lnTo>
                <a:lnTo>
                  <a:pt x="505409" y="36216"/>
                </a:lnTo>
                <a:lnTo>
                  <a:pt x="504733" y="36556"/>
                </a:lnTo>
                <a:lnTo>
                  <a:pt x="504070" y="36913"/>
                </a:lnTo>
                <a:lnTo>
                  <a:pt x="503421" y="37287"/>
                </a:lnTo>
                <a:lnTo>
                  <a:pt x="502784" y="37677"/>
                </a:lnTo>
                <a:lnTo>
                  <a:pt x="502160" y="38077"/>
                </a:lnTo>
                <a:lnTo>
                  <a:pt x="501549" y="38479"/>
                </a:lnTo>
                <a:lnTo>
                  <a:pt x="500950" y="38882"/>
                </a:lnTo>
                <a:lnTo>
                  <a:pt x="500364" y="39288"/>
                </a:lnTo>
                <a:lnTo>
                  <a:pt x="499791" y="39696"/>
                </a:lnTo>
                <a:lnTo>
                  <a:pt x="499230" y="40106"/>
                </a:lnTo>
                <a:lnTo>
                  <a:pt x="498682" y="40518"/>
                </a:lnTo>
                <a:lnTo>
                  <a:pt x="498147" y="40932"/>
                </a:lnTo>
                <a:lnTo>
                  <a:pt x="497624" y="41348"/>
                </a:lnTo>
                <a:lnTo>
                  <a:pt x="497114" y="41766"/>
                </a:lnTo>
                <a:lnTo>
                  <a:pt x="496617" y="42187"/>
                </a:lnTo>
                <a:lnTo>
                  <a:pt x="496132" y="42609"/>
                </a:lnTo>
                <a:lnTo>
                  <a:pt x="495660" y="43033"/>
                </a:lnTo>
                <a:lnTo>
                  <a:pt x="495201" y="43460"/>
                </a:lnTo>
                <a:lnTo>
                  <a:pt x="494754" y="43888"/>
                </a:lnTo>
                <a:lnTo>
                  <a:pt x="494320" y="44319"/>
                </a:lnTo>
                <a:lnTo>
                  <a:pt x="493899" y="44751"/>
                </a:lnTo>
                <a:lnTo>
                  <a:pt x="493490" y="45186"/>
                </a:lnTo>
                <a:lnTo>
                  <a:pt x="493094" y="45623"/>
                </a:lnTo>
                <a:lnTo>
                  <a:pt x="492710" y="46061"/>
                </a:lnTo>
                <a:lnTo>
                  <a:pt x="492340" y="46502"/>
                </a:lnTo>
                <a:lnTo>
                  <a:pt x="491981" y="46945"/>
                </a:lnTo>
                <a:lnTo>
                  <a:pt x="491636" y="47390"/>
                </a:lnTo>
                <a:lnTo>
                  <a:pt x="491303" y="47837"/>
                </a:lnTo>
                <a:lnTo>
                  <a:pt x="490756" y="34443"/>
                </a:lnTo>
                <a:lnTo>
                  <a:pt x="476178" y="34443"/>
                </a:lnTo>
                <a:lnTo>
                  <a:pt x="476178" y="125925"/>
                </a:lnTo>
                <a:lnTo>
                  <a:pt x="491394" y="125925"/>
                </a:lnTo>
                <a:lnTo>
                  <a:pt x="491394" y="60608"/>
                </a:lnTo>
                <a:lnTo>
                  <a:pt x="491725" y="60144"/>
                </a:lnTo>
                <a:lnTo>
                  <a:pt x="492065" y="59683"/>
                </a:lnTo>
                <a:lnTo>
                  <a:pt x="492414" y="59225"/>
                </a:lnTo>
                <a:lnTo>
                  <a:pt x="492771" y="58771"/>
                </a:lnTo>
                <a:lnTo>
                  <a:pt x="493138" y="58319"/>
                </a:lnTo>
                <a:lnTo>
                  <a:pt x="493513" y="57871"/>
                </a:lnTo>
                <a:lnTo>
                  <a:pt x="493897" y="57426"/>
                </a:lnTo>
                <a:lnTo>
                  <a:pt x="494290" y="56983"/>
                </a:lnTo>
                <a:lnTo>
                  <a:pt x="494692" y="56545"/>
                </a:lnTo>
                <a:lnTo>
                  <a:pt x="495102" y="56109"/>
                </a:lnTo>
                <a:lnTo>
                  <a:pt x="495522" y="55676"/>
                </a:lnTo>
                <a:lnTo>
                  <a:pt x="495950" y="55247"/>
                </a:lnTo>
                <a:lnTo>
                  <a:pt x="496387" y="54820"/>
                </a:lnTo>
                <a:lnTo>
                  <a:pt x="496834" y="54397"/>
                </a:lnTo>
                <a:lnTo>
                  <a:pt x="497288" y="53977"/>
                </a:lnTo>
                <a:lnTo>
                  <a:pt x="497752" y="53560"/>
                </a:lnTo>
                <a:lnTo>
                  <a:pt x="498225" y="53146"/>
                </a:lnTo>
                <a:lnTo>
                  <a:pt x="498706" y="52735"/>
                </a:lnTo>
                <a:lnTo>
                  <a:pt x="499197" y="52328"/>
                </a:lnTo>
                <a:lnTo>
                  <a:pt x="499696" y="51923"/>
                </a:lnTo>
                <a:lnTo>
                  <a:pt x="500204" y="51522"/>
                </a:lnTo>
                <a:lnTo>
                  <a:pt x="500721" y="51124"/>
                </a:lnTo>
                <a:lnTo>
                  <a:pt x="501247" y="50729"/>
                </a:lnTo>
                <a:lnTo>
                  <a:pt x="501782" y="50337"/>
                </a:lnTo>
                <a:lnTo>
                  <a:pt x="502326" y="49955"/>
                </a:lnTo>
                <a:lnTo>
                  <a:pt x="502880" y="49588"/>
                </a:lnTo>
                <a:lnTo>
                  <a:pt x="503445" y="49238"/>
                </a:lnTo>
                <a:lnTo>
                  <a:pt x="504019" y="48905"/>
                </a:lnTo>
                <a:lnTo>
                  <a:pt x="504604" y="48588"/>
                </a:lnTo>
                <a:lnTo>
                  <a:pt x="505199" y="48286"/>
                </a:lnTo>
                <a:lnTo>
                  <a:pt x="505804" y="48002"/>
                </a:lnTo>
                <a:lnTo>
                  <a:pt x="506419" y="47733"/>
                </a:lnTo>
                <a:lnTo>
                  <a:pt x="507044" y="47481"/>
                </a:lnTo>
                <a:lnTo>
                  <a:pt x="507679" y="47245"/>
                </a:lnTo>
                <a:lnTo>
                  <a:pt x="508324" y="47025"/>
                </a:lnTo>
                <a:lnTo>
                  <a:pt x="508980" y="46822"/>
                </a:lnTo>
                <a:lnTo>
                  <a:pt x="509646" y="46635"/>
                </a:lnTo>
                <a:lnTo>
                  <a:pt x="510321" y="46464"/>
                </a:lnTo>
                <a:lnTo>
                  <a:pt x="511007" y="46309"/>
                </a:lnTo>
                <a:lnTo>
                  <a:pt x="511703" y="46171"/>
                </a:lnTo>
                <a:lnTo>
                  <a:pt x="512410" y="46049"/>
                </a:lnTo>
                <a:lnTo>
                  <a:pt x="513126" y="45943"/>
                </a:lnTo>
                <a:lnTo>
                  <a:pt x="513852" y="45854"/>
                </a:lnTo>
                <a:lnTo>
                  <a:pt x="514589" y="45780"/>
                </a:lnTo>
                <a:lnTo>
                  <a:pt x="515336" y="45723"/>
                </a:lnTo>
                <a:lnTo>
                  <a:pt x="516092" y="45683"/>
                </a:lnTo>
                <a:lnTo>
                  <a:pt x="516859" y="45658"/>
                </a:lnTo>
                <a:lnTo>
                  <a:pt x="517636" y="45650"/>
                </a:lnTo>
                <a:lnTo>
                  <a:pt x="518185" y="45655"/>
                </a:lnTo>
                <a:lnTo>
                  <a:pt x="518723" y="45671"/>
                </a:lnTo>
                <a:lnTo>
                  <a:pt x="519251" y="45697"/>
                </a:lnTo>
                <a:lnTo>
                  <a:pt x="519767" y="45733"/>
                </a:lnTo>
                <a:lnTo>
                  <a:pt x="520273" y="45779"/>
                </a:lnTo>
                <a:lnTo>
                  <a:pt x="520768" y="45836"/>
                </a:lnTo>
                <a:lnTo>
                  <a:pt x="521253" y="45904"/>
                </a:lnTo>
                <a:lnTo>
                  <a:pt x="521726" y="45981"/>
                </a:lnTo>
                <a:lnTo>
                  <a:pt x="522189" y="46069"/>
                </a:lnTo>
                <a:lnTo>
                  <a:pt x="522641" y="46168"/>
                </a:lnTo>
                <a:lnTo>
                  <a:pt x="523083" y="46276"/>
                </a:lnTo>
                <a:lnTo>
                  <a:pt x="523513" y="46395"/>
                </a:lnTo>
                <a:lnTo>
                  <a:pt x="523933" y="46525"/>
                </a:lnTo>
                <a:lnTo>
                  <a:pt x="524342" y="46665"/>
                </a:lnTo>
                <a:lnTo>
                  <a:pt x="524741" y="46815"/>
                </a:lnTo>
                <a:lnTo>
                  <a:pt x="525128" y="46975"/>
                </a:lnTo>
                <a:lnTo>
                  <a:pt x="525505" y="47146"/>
                </a:lnTo>
                <a:lnTo>
                  <a:pt x="525871" y="47327"/>
                </a:lnTo>
                <a:lnTo>
                  <a:pt x="526226" y="47519"/>
                </a:lnTo>
                <a:lnTo>
                  <a:pt x="526571" y="47720"/>
                </a:lnTo>
                <a:lnTo>
                  <a:pt x="526905" y="47933"/>
                </a:lnTo>
                <a:lnTo>
                  <a:pt x="527228" y="48155"/>
                </a:lnTo>
                <a:lnTo>
                  <a:pt x="527540" y="48388"/>
                </a:lnTo>
                <a:lnTo>
                  <a:pt x="527841" y="48631"/>
                </a:lnTo>
                <a:lnTo>
                  <a:pt x="528134" y="48884"/>
                </a:lnTo>
                <a:lnTo>
                  <a:pt x="528418" y="49144"/>
                </a:lnTo>
                <a:lnTo>
                  <a:pt x="528695" y="49411"/>
                </a:lnTo>
                <a:lnTo>
                  <a:pt x="528964" y="49687"/>
                </a:lnTo>
                <a:lnTo>
                  <a:pt x="529225" y="49970"/>
                </a:lnTo>
                <a:lnTo>
                  <a:pt x="529479" y="50261"/>
                </a:lnTo>
                <a:lnTo>
                  <a:pt x="529724" y="50560"/>
                </a:lnTo>
                <a:lnTo>
                  <a:pt x="529962" y="50866"/>
                </a:lnTo>
                <a:lnTo>
                  <a:pt x="530193" y="51180"/>
                </a:lnTo>
                <a:lnTo>
                  <a:pt x="530415" y="51502"/>
                </a:lnTo>
                <a:lnTo>
                  <a:pt x="530630" y="51832"/>
                </a:lnTo>
                <a:lnTo>
                  <a:pt x="530837" y="52169"/>
                </a:lnTo>
                <a:lnTo>
                  <a:pt x="531036" y="52514"/>
                </a:lnTo>
                <a:lnTo>
                  <a:pt x="531228" y="52867"/>
                </a:lnTo>
                <a:lnTo>
                  <a:pt x="531411" y="53228"/>
                </a:lnTo>
                <a:lnTo>
                  <a:pt x="531587" y="53596"/>
                </a:lnTo>
                <a:lnTo>
                  <a:pt x="531756" y="53972"/>
                </a:lnTo>
                <a:lnTo>
                  <a:pt x="531916" y="54356"/>
                </a:lnTo>
                <a:lnTo>
                  <a:pt x="532069" y="54747"/>
                </a:lnTo>
                <a:lnTo>
                  <a:pt x="532214" y="55146"/>
                </a:lnTo>
                <a:lnTo>
                  <a:pt x="532351" y="55553"/>
                </a:lnTo>
                <a:lnTo>
                  <a:pt x="532481" y="55968"/>
                </a:lnTo>
                <a:lnTo>
                  <a:pt x="532602" y="56390"/>
                </a:lnTo>
                <a:lnTo>
                  <a:pt x="532716" y="56821"/>
                </a:lnTo>
                <a:lnTo>
                  <a:pt x="532824" y="57257"/>
                </a:lnTo>
                <a:lnTo>
                  <a:pt x="532927" y="57699"/>
                </a:lnTo>
                <a:lnTo>
                  <a:pt x="533026" y="58146"/>
                </a:lnTo>
                <a:lnTo>
                  <a:pt x="533120" y="58598"/>
                </a:lnTo>
                <a:lnTo>
                  <a:pt x="533209" y="59055"/>
                </a:lnTo>
                <a:lnTo>
                  <a:pt x="533294" y="59518"/>
                </a:lnTo>
                <a:lnTo>
                  <a:pt x="533375" y="59986"/>
                </a:lnTo>
                <a:lnTo>
                  <a:pt x="533450" y="60459"/>
                </a:lnTo>
                <a:lnTo>
                  <a:pt x="533521" y="60938"/>
                </a:lnTo>
                <a:lnTo>
                  <a:pt x="533588" y="61422"/>
                </a:lnTo>
                <a:lnTo>
                  <a:pt x="533650" y="61911"/>
                </a:lnTo>
                <a:lnTo>
                  <a:pt x="533707" y="62405"/>
                </a:lnTo>
                <a:lnTo>
                  <a:pt x="533760" y="62905"/>
                </a:lnTo>
                <a:lnTo>
                  <a:pt x="533808" y="63410"/>
                </a:lnTo>
                <a:lnTo>
                  <a:pt x="533852" y="63920"/>
                </a:lnTo>
                <a:lnTo>
                  <a:pt x="533891" y="64435"/>
                </a:lnTo>
                <a:lnTo>
                  <a:pt x="533925" y="64956"/>
                </a:lnTo>
                <a:lnTo>
                  <a:pt x="533955" y="65482"/>
                </a:lnTo>
                <a:lnTo>
                  <a:pt x="533980" y="66013"/>
                </a:lnTo>
                <a:lnTo>
                  <a:pt x="534001" y="66550"/>
                </a:lnTo>
                <a:lnTo>
                  <a:pt x="534017" y="67091"/>
                </a:lnTo>
                <a:lnTo>
                  <a:pt x="534028" y="67639"/>
                </a:lnTo>
                <a:lnTo>
                  <a:pt x="534035" y="68191"/>
                </a:lnTo>
                <a:lnTo>
                  <a:pt x="534037" y="68748"/>
                </a:lnTo>
                <a:lnTo>
                  <a:pt x="534037" y="125925"/>
                </a:lnTo>
                <a:lnTo>
                  <a:pt x="549345" y="125925"/>
                </a:lnTo>
                <a:lnTo>
                  <a:pt x="549345" y="66792"/>
                </a:lnTo>
                <a:lnTo>
                  <a:pt x="549334" y="65471"/>
                </a:lnTo>
                <a:lnTo>
                  <a:pt x="549300" y="64173"/>
                </a:lnTo>
                <a:lnTo>
                  <a:pt x="549244" y="62901"/>
                </a:lnTo>
                <a:lnTo>
                  <a:pt x="549166" y="61652"/>
                </a:lnTo>
                <a:lnTo>
                  <a:pt x="549064" y="60429"/>
                </a:lnTo>
                <a:lnTo>
                  <a:pt x="548982" y="59632"/>
                </a:lnTo>
                <a:lnTo>
                  <a:pt x="549152" y="59418"/>
                </a:lnTo>
                <a:lnTo>
                  <a:pt x="549513" y="58975"/>
                </a:lnTo>
                <a:lnTo>
                  <a:pt x="549882" y="58535"/>
                </a:lnTo>
                <a:lnTo>
                  <a:pt x="550259" y="58099"/>
                </a:lnTo>
                <a:lnTo>
                  <a:pt x="550644" y="57666"/>
                </a:lnTo>
                <a:lnTo>
                  <a:pt x="551037" y="57236"/>
                </a:lnTo>
                <a:lnTo>
                  <a:pt x="551437" y="56810"/>
                </a:lnTo>
                <a:lnTo>
                  <a:pt x="551846" y="56387"/>
                </a:lnTo>
                <a:lnTo>
                  <a:pt x="552262" y="55967"/>
                </a:lnTo>
                <a:lnTo>
                  <a:pt x="552687" y="55551"/>
                </a:lnTo>
                <a:lnTo>
                  <a:pt x="553119" y="55137"/>
                </a:lnTo>
                <a:lnTo>
                  <a:pt x="553559" y="54728"/>
                </a:lnTo>
                <a:lnTo>
                  <a:pt x="554008" y="54321"/>
                </a:lnTo>
                <a:lnTo>
                  <a:pt x="554464" y="53918"/>
                </a:lnTo>
                <a:lnTo>
                  <a:pt x="554928" y="53518"/>
                </a:lnTo>
                <a:lnTo>
                  <a:pt x="555400" y="53122"/>
                </a:lnTo>
                <a:lnTo>
                  <a:pt x="555879" y="52729"/>
                </a:lnTo>
                <a:lnTo>
                  <a:pt x="556367" y="52339"/>
                </a:lnTo>
                <a:lnTo>
                  <a:pt x="556863" y="51952"/>
                </a:lnTo>
                <a:lnTo>
                  <a:pt x="557366" y="51569"/>
                </a:lnTo>
                <a:lnTo>
                  <a:pt x="557878" y="51189"/>
                </a:lnTo>
                <a:lnTo>
                  <a:pt x="558397" y="50812"/>
                </a:lnTo>
                <a:lnTo>
                  <a:pt x="558924" y="50439"/>
                </a:lnTo>
                <a:lnTo>
                  <a:pt x="559459" y="50069"/>
                </a:lnTo>
                <a:lnTo>
                  <a:pt x="560004" y="49709"/>
                </a:lnTo>
                <a:lnTo>
                  <a:pt x="560558" y="49363"/>
                </a:lnTo>
                <a:lnTo>
                  <a:pt x="561124" y="49034"/>
                </a:lnTo>
                <a:lnTo>
                  <a:pt x="561699" y="48719"/>
                </a:lnTo>
                <a:lnTo>
                  <a:pt x="562285" y="48420"/>
                </a:lnTo>
                <a:lnTo>
                  <a:pt x="562882" y="48136"/>
                </a:lnTo>
                <a:lnTo>
                  <a:pt x="563489" y="47867"/>
                </a:lnTo>
                <a:lnTo>
                  <a:pt x="564106" y="47614"/>
                </a:lnTo>
                <a:lnTo>
                  <a:pt x="564734" y="47376"/>
                </a:lnTo>
                <a:lnTo>
                  <a:pt x="565373" y="47154"/>
                </a:lnTo>
                <a:lnTo>
                  <a:pt x="566021" y="46947"/>
                </a:lnTo>
                <a:lnTo>
                  <a:pt x="566680" y="46755"/>
                </a:lnTo>
                <a:lnTo>
                  <a:pt x="567350" y="46578"/>
                </a:lnTo>
                <a:lnTo>
                  <a:pt x="568030" y="46417"/>
                </a:lnTo>
                <a:lnTo>
                  <a:pt x="568721" y="46272"/>
                </a:lnTo>
                <a:lnTo>
                  <a:pt x="569422" y="46141"/>
                </a:lnTo>
                <a:lnTo>
                  <a:pt x="570133" y="46026"/>
                </a:lnTo>
                <a:lnTo>
                  <a:pt x="570855" y="45926"/>
                </a:lnTo>
                <a:lnTo>
                  <a:pt x="571587" y="45842"/>
                </a:lnTo>
                <a:lnTo>
                  <a:pt x="572330" y="45773"/>
                </a:lnTo>
                <a:lnTo>
                  <a:pt x="573083" y="45719"/>
                </a:lnTo>
                <a:lnTo>
                  <a:pt x="573847" y="45681"/>
                </a:lnTo>
                <a:lnTo>
                  <a:pt x="574621" y="45658"/>
                </a:lnTo>
                <a:lnTo>
                  <a:pt x="575405" y="45650"/>
                </a:lnTo>
                <a:lnTo>
                  <a:pt x="575946" y="45655"/>
                </a:lnTo>
                <a:lnTo>
                  <a:pt x="576478" y="45671"/>
                </a:lnTo>
                <a:lnTo>
                  <a:pt x="576998" y="45697"/>
                </a:lnTo>
                <a:lnTo>
                  <a:pt x="577508" y="45733"/>
                </a:lnTo>
                <a:lnTo>
                  <a:pt x="578008" y="45779"/>
                </a:lnTo>
                <a:lnTo>
                  <a:pt x="578497" y="45836"/>
                </a:lnTo>
                <a:lnTo>
                  <a:pt x="578976" y="45904"/>
                </a:lnTo>
                <a:lnTo>
                  <a:pt x="579445" y="45981"/>
                </a:lnTo>
                <a:lnTo>
                  <a:pt x="579903" y="46069"/>
                </a:lnTo>
                <a:lnTo>
                  <a:pt x="580350" y="46168"/>
                </a:lnTo>
                <a:lnTo>
                  <a:pt x="580787" y="46276"/>
                </a:lnTo>
                <a:lnTo>
                  <a:pt x="581214" y="46395"/>
                </a:lnTo>
                <a:lnTo>
                  <a:pt x="581630" y="46525"/>
                </a:lnTo>
                <a:lnTo>
                  <a:pt x="582036" y="46665"/>
                </a:lnTo>
                <a:lnTo>
                  <a:pt x="582431" y="46815"/>
                </a:lnTo>
                <a:lnTo>
                  <a:pt x="582816" y="46975"/>
                </a:lnTo>
                <a:lnTo>
                  <a:pt x="583190" y="47146"/>
                </a:lnTo>
                <a:lnTo>
                  <a:pt x="583554" y="47327"/>
                </a:lnTo>
                <a:lnTo>
                  <a:pt x="583908" y="47519"/>
                </a:lnTo>
                <a:lnTo>
                  <a:pt x="584251" y="47720"/>
                </a:lnTo>
                <a:lnTo>
                  <a:pt x="584584" y="47933"/>
                </a:lnTo>
                <a:lnTo>
                  <a:pt x="584906" y="48155"/>
                </a:lnTo>
                <a:lnTo>
                  <a:pt x="585218" y="48388"/>
                </a:lnTo>
                <a:lnTo>
                  <a:pt x="585519" y="48631"/>
                </a:lnTo>
                <a:lnTo>
                  <a:pt x="585811" y="48884"/>
                </a:lnTo>
                <a:lnTo>
                  <a:pt x="586096" y="49144"/>
                </a:lnTo>
                <a:lnTo>
                  <a:pt x="586373" y="49411"/>
                </a:lnTo>
                <a:lnTo>
                  <a:pt x="586642" y="49687"/>
                </a:lnTo>
                <a:lnTo>
                  <a:pt x="586903" y="49970"/>
                </a:lnTo>
                <a:lnTo>
                  <a:pt x="587156" y="50261"/>
                </a:lnTo>
                <a:lnTo>
                  <a:pt x="587402" y="50560"/>
                </a:lnTo>
                <a:lnTo>
                  <a:pt x="587640" y="50866"/>
                </a:lnTo>
                <a:lnTo>
                  <a:pt x="587870" y="51180"/>
                </a:lnTo>
                <a:lnTo>
                  <a:pt x="588093" y="51502"/>
                </a:lnTo>
                <a:lnTo>
                  <a:pt x="588308" y="51832"/>
                </a:lnTo>
                <a:lnTo>
                  <a:pt x="588515" y="52169"/>
                </a:lnTo>
                <a:lnTo>
                  <a:pt x="588714" y="52514"/>
                </a:lnTo>
                <a:lnTo>
                  <a:pt x="588905" y="52867"/>
                </a:lnTo>
                <a:lnTo>
                  <a:pt x="589089" y="53228"/>
                </a:lnTo>
                <a:lnTo>
                  <a:pt x="589265" y="53596"/>
                </a:lnTo>
                <a:lnTo>
                  <a:pt x="589433" y="53972"/>
                </a:lnTo>
                <a:lnTo>
                  <a:pt x="589594" y="54356"/>
                </a:lnTo>
                <a:lnTo>
                  <a:pt x="589747" y="54747"/>
                </a:lnTo>
                <a:lnTo>
                  <a:pt x="589891" y="55146"/>
                </a:lnTo>
                <a:lnTo>
                  <a:pt x="590029" y="55553"/>
                </a:lnTo>
                <a:lnTo>
                  <a:pt x="590158" y="55968"/>
                </a:lnTo>
                <a:lnTo>
                  <a:pt x="590280" y="56390"/>
                </a:lnTo>
                <a:lnTo>
                  <a:pt x="590394" y="56821"/>
                </a:lnTo>
                <a:lnTo>
                  <a:pt x="590502" y="57257"/>
                </a:lnTo>
                <a:lnTo>
                  <a:pt x="590605" y="57699"/>
                </a:lnTo>
                <a:lnTo>
                  <a:pt x="590704" y="58146"/>
                </a:lnTo>
                <a:lnTo>
                  <a:pt x="590798" y="58598"/>
                </a:lnTo>
                <a:lnTo>
                  <a:pt x="590887" y="59055"/>
                </a:lnTo>
                <a:lnTo>
                  <a:pt x="590972" y="59518"/>
                </a:lnTo>
                <a:lnTo>
                  <a:pt x="591052" y="59986"/>
                </a:lnTo>
                <a:lnTo>
                  <a:pt x="591128" y="60459"/>
                </a:lnTo>
                <a:lnTo>
                  <a:pt x="591199" y="60938"/>
                </a:lnTo>
                <a:lnTo>
                  <a:pt x="591266" y="61422"/>
                </a:lnTo>
                <a:lnTo>
                  <a:pt x="591327" y="61911"/>
                </a:lnTo>
                <a:lnTo>
                  <a:pt x="591385" y="62405"/>
                </a:lnTo>
                <a:lnTo>
                  <a:pt x="591438" y="62905"/>
                </a:lnTo>
                <a:lnTo>
                  <a:pt x="591486" y="63410"/>
                </a:lnTo>
                <a:lnTo>
                  <a:pt x="591529" y="63920"/>
                </a:lnTo>
                <a:lnTo>
                  <a:pt x="591568" y="64435"/>
                </a:lnTo>
                <a:lnTo>
                  <a:pt x="591603" y="64956"/>
                </a:lnTo>
                <a:lnTo>
                  <a:pt x="591633" y="65482"/>
                </a:lnTo>
                <a:lnTo>
                  <a:pt x="591658" y="66013"/>
                </a:lnTo>
                <a:lnTo>
                  <a:pt x="591678" y="66550"/>
                </a:lnTo>
                <a:lnTo>
                  <a:pt x="591694" y="67091"/>
                </a:lnTo>
                <a:lnTo>
                  <a:pt x="591706" y="67639"/>
                </a:lnTo>
                <a:lnTo>
                  <a:pt x="591713" y="68191"/>
                </a:lnTo>
                <a:lnTo>
                  <a:pt x="591715" y="68748"/>
                </a:lnTo>
                <a:lnTo>
                  <a:pt x="591715" y="125925"/>
                </a:lnTo>
                <a:lnTo>
                  <a:pt x="606932" y="125925"/>
                </a:lnTo>
                <a:lnTo>
                  <a:pt x="606932" y="66792"/>
                </a:lnTo>
                <a:lnTo>
                  <a:pt x="606921" y="65471"/>
                </a:lnTo>
                <a:lnTo>
                  <a:pt x="606887" y="64173"/>
                </a:lnTo>
                <a:lnTo>
                  <a:pt x="606831" y="62901"/>
                </a:lnTo>
                <a:lnTo>
                  <a:pt x="606752" y="61652"/>
                </a:lnTo>
                <a:lnTo>
                  <a:pt x="606651" y="60429"/>
                </a:lnTo>
                <a:lnTo>
                  <a:pt x="606527" y="59230"/>
                </a:lnTo>
                <a:lnTo>
                  <a:pt x="606381" y="58055"/>
                </a:lnTo>
                <a:lnTo>
                  <a:pt x="606213" y="56905"/>
                </a:lnTo>
                <a:lnTo>
                  <a:pt x="606022" y="55780"/>
                </a:lnTo>
                <a:lnTo>
                  <a:pt x="605809" y="54679"/>
                </a:lnTo>
                <a:lnTo>
                  <a:pt x="605573" y="53602"/>
                </a:lnTo>
                <a:lnTo>
                  <a:pt x="605314" y="52550"/>
                </a:lnTo>
                <a:lnTo>
                  <a:pt x="605034" y="51523"/>
                </a:lnTo>
                <a:lnTo>
                  <a:pt x="604730" y="50520"/>
                </a:lnTo>
                <a:lnTo>
                  <a:pt x="604405" y="49541"/>
                </a:lnTo>
                <a:lnTo>
                  <a:pt x="604057" y="48588"/>
                </a:lnTo>
                <a:lnTo>
                  <a:pt x="603686" y="47658"/>
                </a:lnTo>
                <a:lnTo>
                  <a:pt x="603293" y="46754"/>
                </a:lnTo>
                <a:lnTo>
                  <a:pt x="602877" y="45873"/>
                </a:lnTo>
                <a:lnTo>
                  <a:pt x="602439" y="45018"/>
                </a:lnTo>
                <a:lnTo>
                  <a:pt x="601979" y="44187"/>
                </a:lnTo>
                <a:lnTo>
                  <a:pt x="601496" y="43380"/>
                </a:lnTo>
                <a:lnTo>
                  <a:pt x="600990" y="42598"/>
                </a:lnTo>
                <a:lnTo>
                  <a:pt x="600462" y="41840"/>
                </a:lnTo>
                <a:lnTo>
                  <a:pt x="599909" y="41110"/>
                </a:lnTo>
                <a:lnTo>
                  <a:pt x="599327" y="40411"/>
                </a:lnTo>
                <a:lnTo>
                  <a:pt x="598716" y="39743"/>
                </a:lnTo>
                <a:lnTo>
                  <a:pt x="598076" y="39107"/>
                </a:lnTo>
                <a:lnTo>
                  <a:pt x="597407" y="38501"/>
                </a:lnTo>
                <a:lnTo>
                  <a:pt x="596710" y="37926"/>
                </a:lnTo>
                <a:lnTo>
                  <a:pt x="595983" y="37382"/>
                </a:lnTo>
                <a:lnTo>
                  <a:pt x="595228" y="36870"/>
                </a:lnTo>
                <a:lnTo>
                  <a:pt x="594444" y="36388"/>
                </a:lnTo>
                <a:lnTo>
                  <a:pt x="593632" y="35938"/>
                </a:lnTo>
                <a:lnTo>
                  <a:pt x="592790" y="35519"/>
                </a:lnTo>
                <a:lnTo>
                  <a:pt x="591920" y="35130"/>
                </a:lnTo>
                <a:lnTo>
                  <a:pt x="591021" y="34773"/>
                </a:lnTo>
                <a:lnTo>
                  <a:pt x="590093" y="34447"/>
                </a:lnTo>
                <a:lnTo>
                  <a:pt x="589137" y="34152"/>
                </a:lnTo>
                <a:lnTo>
                  <a:pt x="588151" y="33888"/>
                </a:lnTo>
                <a:lnTo>
                  <a:pt x="587137" y="33655"/>
                </a:lnTo>
                <a:lnTo>
                  <a:pt x="586094" y="33453"/>
                </a:lnTo>
                <a:lnTo>
                  <a:pt x="585023" y="33282"/>
                </a:lnTo>
                <a:lnTo>
                  <a:pt x="583922" y="33142"/>
                </a:lnTo>
                <a:lnTo>
                  <a:pt x="582793" y="33033"/>
                </a:lnTo>
                <a:lnTo>
                  <a:pt x="581635" y="32956"/>
                </a:lnTo>
                <a:lnTo>
                  <a:pt x="580448" y="32909"/>
                </a:lnTo>
                <a:lnTo>
                  <a:pt x="579232" y="32894"/>
                </a:lnTo>
                <a:lnTo>
                  <a:pt x="578296" y="32902"/>
                </a:lnTo>
                <a:lnTo>
                  <a:pt x="577371" y="32928"/>
                </a:lnTo>
                <a:lnTo>
                  <a:pt x="576458" y="32972"/>
                </a:lnTo>
                <a:lnTo>
                  <a:pt x="575556" y="33033"/>
                </a:lnTo>
                <a:lnTo>
                  <a:pt x="574665" y="33111"/>
                </a:lnTo>
                <a:lnTo>
                  <a:pt x="573785" y="33207"/>
                </a:lnTo>
                <a:lnTo>
                  <a:pt x="572916" y="33320"/>
                </a:lnTo>
                <a:lnTo>
                  <a:pt x="572059" y="33450"/>
                </a:lnTo>
                <a:lnTo>
                  <a:pt x="571213" y="33598"/>
                </a:lnTo>
                <a:lnTo>
                  <a:pt x="570378" y="33764"/>
                </a:lnTo>
                <a:lnTo>
                  <a:pt x="569554" y="33946"/>
                </a:lnTo>
                <a:lnTo>
                  <a:pt x="568742" y="34146"/>
                </a:lnTo>
                <a:lnTo>
                  <a:pt x="567941" y="34364"/>
                </a:lnTo>
                <a:lnTo>
                  <a:pt x="567151" y="34599"/>
                </a:lnTo>
                <a:lnTo>
                  <a:pt x="566372" y="34851"/>
                </a:lnTo>
                <a:lnTo>
                  <a:pt x="565605" y="35121"/>
                </a:lnTo>
                <a:lnTo>
                  <a:pt x="564849" y="35408"/>
                </a:lnTo>
                <a:lnTo>
                  <a:pt x="564104" y="35713"/>
                </a:lnTo>
                <a:lnTo>
                  <a:pt x="563370" y="36034"/>
                </a:lnTo>
                <a:lnTo>
                  <a:pt x="562647" y="36374"/>
                </a:lnTo>
                <a:lnTo>
                  <a:pt x="561936" y="36730"/>
                </a:lnTo>
                <a:lnTo>
                  <a:pt x="561236" y="37105"/>
                </a:lnTo>
                <a:lnTo>
                  <a:pt x="560547" y="37496"/>
                </a:lnTo>
                <a:lnTo>
                  <a:pt x="559869" y="37905"/>
                </a:lnTo>
                <a:lnTo>
                  <a:pt x="559202" y="38324"/>
                </a:lnTo>
                <a:lnTo>
                  <a:pt x="558545" y="38746"/>
                </a:lnTo>
                <a:lnTo>
                  <a:pt x="557897" y="39171"/>
                </a:lnTo>
                <a:lnTo>
                  <a:pt x="557259" y="39598"/>
                </a:lnTo>
                <a:lnTo>
                  <a:pt x="556630" y="40029"/>
                </a:lnTo>
                <a:lnTo>
                  <a:pt x="556011" y="40462"/>
                </a:lnTo>
                <a:lnTo>
                  <a:pt x="555402" y="40898"/>
                </a:lnTo>
                <a:lnTo>
                  <a:pt x="554802" y="41337"/>
                </a:lnTo>
                <a:lnTo>
                  <a:pt x="554212" y="41779"/>
                </a:lnTo>
                <a:lnTo>
                  <a:pt x="553632" y="42224"/>
                </a:lnTo>
                <a:lnTo>
                  <a:pt x="553061" y="42671"/>
                </a:lnTo>
                <a:lnTo>
                  <a:pt x="552500" y="43122"/>
                </a:lnTo>
                <a:lnTo>
                  <a:pt x="551949" y="43575"/>
                </a:lnTo>
                <a:lnTo>
                  <a:pt x="551407" y="44031"/>
                </a:lnTo>
                <a:lnTo>
                  <a:pt x="550875" y="44490"/>
                </a:lnTo>
                <a:lnTo>
                  <a:pt x="550353" y="44952"/>
                </a:lnTo>
                <a:lnTo>
                  <a:pt x="549840" y="45416"/>
                </a:lnTo>
                <a:lnTo>
                  <a:pt x="549337" y="45884"/>
                </a:lnTo>
                <a:lnTo>
                  <a:pt x="548843" y="46354"/>
                </a:lnTo>
                <a:lnTo>
                  <a:pt x="548359" y="46827"/>
                </a:lnTo>
                <a:lnTo>
                  <a:pt x="547885" y="47303"/>
                </a:lnTo>
                <a:lnTo>
                  <a:pt x="547421" y="47782"/>
                </a:lnTo>
                <a:lnTo>
                  <a:pt x="546966" y="48264"/>
                </a:lnTo>
                <a:lnTo>
                  <a:pt x="546526" y="48742"/>
                </a:lnTo>
                <a:lnTo>
                  <a:pt x="546470" y="48588"/>
                </a:lnTo>
                <a:lnTo>
                  <a:pt x="546099" y="47658"/>
                </a:lnTo>
                <a:lnTo>
                  <a:pt x="545706" y="46754"/>
                </a:lnTo>
                <a:lnTo>
                  <a:pt x="545291" y="45873"/>
                </a:lnTo>
                <a:lnTo>
                  <a:pt x="544853" y="45018"/>
                </a:lnTo>
                <a:close/>
                <a:moveTo>
                  <a:pt x="835085" y="59683"/>
                </a:moveTo>
                <a:lnTo>
                  <a:pt x="835449" y="59225"/>
                </a:lnTo>
                <a:lnTo>
                  <a:pt x="835823" y="58771"/>
                </a:lnTo>
                <a:lnTo>
                  <a:pt x="836206" y="58319"/>
                </a:lnTo>
                <a:lnTo>
                  <a:pt x="836598" y="57871"/>
                </a:lnTo>
                <a:lnTo>
                  <a:pt x="836999" y="57426"/>
                </a:lnTo>
                <a:lnTo>
                  <a:pt x="837410" y="56983"/>
                </a:lnTo>
                <a:lnTo>
                  <a:pt x="837830" y="56545"/>
                </a:lnTo>
                <a:lnTo>
                  <a:pt x="838259" y="56109"/>
                </a:lnTo>
                <a:lnTo>
                  <a:pt x="838697" y="55676"/>
                </a:lnTo>
                <a:lnTo>
                  <a:pt x="839144" y="55247"/>
                </a:lnTo>
                <a:lnTo>
                  <a:pt x="839600" y="54820"/>
                </a:lnTo>
                <a:lnTo>
                  <a:pt x="840066" y="54397"/>
                </a:lnTo>
                <a:lnTo>
                  <a:pt x="840540" y="53977"/>
                </a:lnTo>
                <a:lnTo>
                  <a:pt x="841024" y="53560"/>
                </a:lnTo>
                <a:lnTo>
                  <a:pt x="841517" y="53146"/>
                </a:lnTo>
                <a:lnTo>
                  <a:pt x="842020" y="52735"/>
                </a:lnTo>
                <a:lnTo>
                  <a:pt x="842531" y="52328"/>
                </a:lnTo>
                <a:lnTo>
                  <a:pt x="843052" y="51923"/>
                </a:lnTo>
                <a:lnTo>
                  <a:pt x="843582" y="51522"/>
                </a:lnTo>
                <a:lnTo>
                  <a:pt x="844120" y="51124"/>
                </a:lnTo>
                <a:lnTo>
                  <a:pt x="844669" y="50729"/>
                </a:lnTo>
                <a:lnTo>
                  <a:pt x="845226" y="50337"/>
                </a:lnTo>
                <a:lnTo>
                  <a:pt x="845793" y="49955"/>
                </a:lnTo>
                <a:lnTo>
                  <a:pt x="846372" y="49588"/>
                </a:lnTo>
                <a:lnTo>
                  <a:pt x="846961" y="49238"/>
                </a:lnTo>
                <a:lnTo>
                  <a:pt x="847562" y="48905"/>
                </a:lnTo>
                <a:lnTo>
                  <a:pt x="848174" y="48588"/>
                </a:lnTo>
                <a:lnTo>
                  <a:pt x="848797" y="48286"/>
                </a:lnTo>
                <a:lnTo>
                  <a:pt x="849430" y="48002"/>
                </a:lnTo>
                <a:lnTo>
                  <a:pt x="850075" y="47733"/>
                </a:lnTo>
                <a:lnTo>
                  <a:pt x="850731" y="47481"/>
                </a:lnTo>
                <a:lnTo>
                  <a:pt x="851399" y="47245"/>
                </a:lnTo>
                <a:lnTo>
                  <a:pt x="852077" y="47025"/>
                </a:lnTo>
                <a:lnTo>
                  <a:pt x="852766" y="46822"/>
                </a:lnTo>
                <a:lnTo>
                  <a:pt x="853466" y="46635"/>
                </a:lnTo>
                <a:lnTo>
                  <a:pt x="854178" y="46464"/>
                </a:lnTo>
                <a:lnTo>
                  <a:pt x="854900" y="46309"/>
                </a:lnTo>
                <a:lnTo>
                  <a:pt x="855634" y="46171"/>
                </a:lnTo>
                <a:lnTo>
                  <a:pt x="856378" y="46049"/>
                </a:lnTo>
                <a:lnTo>
                  <a:pt x="857134" y="45943"/>
                </a:lnTo>
                <a:lnTo>
                  <a:pt x="857901" y="45854"/>
                </a:lnTo>
                <a:lnTo>
                  <a:pt x="858678" y="45780"/>
                </a:lnTo>
                <a:lnTo>
                  <a:pt x="859467" y="45723"/>
                </a:lnTo>
                <a:lnTo>
                  <a:pt x="860267" y="45683"/>
                </a:lnTo>
                <a:lnTo>
                  <a:pt x="861078" y="45658"/>
                </a:lnTo>
                <a:lnTo>
                  <a:pt x="861900" y="45650"/>
                </a:lnTo>
                <a:lnTo>
                  <a:pt x="862449" y="45655"/>
                </a:lnTo>
                <a:lnTo>
                  <a:pt x="862987" y="45671"/>
                </a:lnTo>
                <a:lnTo>
                  <a:pt x="863514" y="45697"/>
                </a:lnTo>
                <a:lnTo>
                  <a:pt x="864030" y="45733"/>
                </a:lnTo>
                <a:lnTo>
                  <a:pt x="864536" y="45779"/>
                </a:lnTo>
                <a:lnTo>
                  <a:pt x="865030" y="45836"/>
                </a:lnTo>
                <a:lnTo>
                  <a:pt x="865513" y="45904"/>
                </a:lnTo>
                <a:lnTo>
                  <a:pt x="865986" y="45981"/>
                </a:lnTo>
                <a:lnTo>
                  <a:pt x="866447" y="46069"/>
                </a:lnTo>
                <a:lnTo>
                  <a:pt x="866898" y="46168"/>
                </a:lnTo>
                <a:lnTo>
                  <a:pt x="867337" y="46276"/>
                </a:lnTo>
                <a:lnTo>
                  <a:pt x="867766" y="46395"/>
                </a:lnTo>
                <a:lnTo>
                  <a:pt x="868184" y="46525"/>
                </a:lnTo>
                <a:lnTo>
                  <a:pt x="868591" y="46665"/>
                </a:lnTo>
                <a:lnTo>
                  <a:pt x="868987" y="46815"/>
                </a:lnTo>
                <a:lnTo>
                  <a:pt x="869372" y="46975"/>
                </a:lnTo>
                <a:lnTo>
                  <a:pt x="869746" y="47146"/>
                </a:lnTo>
                <a:lnTo>
                  <a:pt x="870110" y="47327"/>
                </a:lnTo>
                <a:lnTo>
                  <a:pt x="870462" y="47519"/>
                </a:lnTo>
                <a:lnTo>
                  <a:pt x="870803" y="47720"/>
                </a:lnTo>
                <a:lnTo>
                  <a:pt x="871134" y="47933"/>
                </a:lnTo>
                <a:lnTo>
                  <a:pt x="871454" y="48155"/>
                </a:lnTo>
                <a:lnTo>
                  <a:pt x="871762" y="48388"/>
                </a:lnTo>
                <a:lnTo>
                  <a:pt x="872060" y="48631"/>
                </a:lnTo>
                <a:lnTo>
                  <a:pt x="872349" y="48884"/>
                </a:lnTo>
                <a:lnTo>
                  <a:pt x="872630" y="49144"/>
                </a:lnTo>
                <a:lnTo>
                  <a:pt x="872904" y="49411"/>
                </a:lnTo>
                <a:lnTo>
                  <a:pt x="873170" y="49687"/>
                </a:lnTo>
                <a:lnTo>
                  <a:pt x="873429" y="49970"/>
                </a:lnTo>
                <a:lnTo>
                  <a:pt x="873680" y="50261"/>
                </a:lnTo>
                <a:lnTo>
                  <a:pt x="873924" y="50560"/>
                </a:lnTo>
                <a:lnTo>
                  <a:pt x="874161" y="50866"/>
                </a:lnTo>
                <a:lnTo>
                  <a:pt x="874390" y="51180"/>
                </a:lnTo>
                <a:lnTo>
                  <a:pt x="874612" y="51502"/>
                </a:lnTo>
                <a:lnTo>
                  <a:pt x="874826" y="51832"/>
                </a:lnTo>
                <a:lnTo>
                  <a:pt x="875033" y="52169"/>
                </a:lnTo>
                <a:lnTo>
                  <a:pt x="875232" y="52514"/>
                </a:lnTo>
                <a:lnTo>
                  <a:pt x="875424" y="52867"/>
                </a:lnTo>
                <a:lnTo>
                  <a:pt x="875609" y="53228"/>
                </a:lnTo>
                <a:lnTo>
                  <a:pt x="875786" y="53596"/>
                </a:lnTo>
                <a:lnTo>
                  <a:pt x="875955" y="53972"/>
                </a:lnTo>
                <a:lnTo>
                  <a:pt x="876118" y="54356"/>
                </a:lnTo>
                <a:lnTo>
                  <a:pt x="876273" y="54747"/>
                </a:lnTo>
                <a:lnTo>
                  <a:pt x="876420" y="55146"/>
                </a:lnTo>
                <a:lnTo>
                  <a:pt x="876560" y="55553"/>
                </a:lnTo>
                <a:lnTo>
                  <a:pt x="876692" y="55968"/>
                </a:lnTo>
                <a:lnTo>
                  <a:pt x="876817" y="56390"/>
                </a:lnTo>
                <a:lnTo>
                  <a:pt x="876935" y="56821"/>
                </a:lnTo>
                <a:lnTo>
                  <a:pt x="877046" y="57257"/>
                </a:lnTo>
                <a:lnTo>
                  <a:pt x="877153" y="57699"/>
                </a:lnTo>
                <a:lnTo>
                  <a:pt x="877255" y="58146"/>
                </a:lnTo>
                <a:lnTo>
                  <a:pt x="877353" y="58598"/>
                </a:lnTo>
                <a:lnTo>
                  <a:pt x="877445" y="59055"/>
                </a:lnTo>
                <a:lnTo>
                  <a:pt x="877533" y="59518"/>
                </a:lnTo>
                <a:lnTo>
                  <a:pt x="877616" y="59986"/>
                </a:lnTo>
                <a:lnTo>
                  <a:pt x="877694" y="60459"/>
                </a:lnTo>
                <a:lnTo>
                  <a:pt x="877768" y="60938"/>
                </a:lnTo>
                <a:lnTo>
                  <a:pt x="877837" y="61422"/>
                </a:lnTo>
                <a:lnTo>
                  <a:pt x="877901" y="61911"/>
                </a:lnTo>
                <a:lnTo>
                  <a:pt x="877960" y="62405"/>
                </a:lnTo>
                <a:lnTo>
                  <a:pt x="878015" y="62905"/>
                </a:lnTo>
                <a:lnTo>
                  <a:pt x="878064" y="63410"/>
                </a:lnTo>
                <a:lnTo>
                  <a:pt x="878109" y="63920"/>
                </a:lnTo>
                <a:lnTo>
                  <a:pt x="878150" y="64435"/>
                </a:lnTo>
                <a:lnTo>
                  <a:pt x="878185" y="64956"/>
                </a:lnTo>
                <a:lnTo>
                  <a:pt x="878216" y="65482"/>
                </a:lnTo>
                <a:lnTo>
                  <a:pt x="878242" y="66013"/>
                </a:lnTo>
                <a:lnTo>
                  <a:pt x="878264" y="66550"/>
                </a:lnTo>
                <a:lnTo>
                  <a:pt x="878280" y="67091"/>
                </a:lnTo>
                <a:lnTo>
                  <a:pt x="878292" y="67639"/>
                </a:lnTo>
                <a:lnTo>
                  <a:pt x="878299" y="68191"/>
                </a:lnTo>
                <a:lnTo>
                  <a:pt x="878302" y="68748"/>
                </a:lnTo>
                <a:lnTo>
                  <a:pt x="878302" y="125925"/>
                </a:lnTo>
                <a:lnTo>
                  <a:pt x="893518" y="125925"/>
                </a:lnTo>
                <a:lnTo>
                  <a:pt x="893518" y="66792"/>
                </a:lnTo>
                <a:lnTo>
                  <a:pt x="893507" y="65463"/>
                </a:lnTo>
                <a:lnTo>
                  <a:pt x="893472" y="64159"/>
                </a:lnTo>
                <a:lnTo>
                  <a:pt x="893414" y="62879"/>
                </a:lnTo>
                <a:lnTo>
                  <a:pt x="893334" y="61625"/>
                </a:lnTo>
                <a:lnTo>
                  <a:pt x="893230" y="60396"/>
                </a:lnTo>
                <a:lnTo>
                  <a:pt x="893103" y="59191"/>
                </a:lnTo>
                <a:lnTo>
                  <a:pt x="892953" y="58012"/>
                </a:lnTo>
                <a:lnTo>
                  <a:pt x="892779" y="56858"/>
                </a:lnTo>
                <a:lnTo>
                  <a:pt x="892583" y="55729"/>
                </a:lnTo>
                <a:lnTo>
                  <a:pt x="892364" y="54624"/>
                </a:lnTo>
                <a:lnTo>
                  <a:pt x="892121" y="53545"/>
                </a:lnTo>
                <a:lnTo>
                  <a:pt x="891855" y="52491"/>
                </a:lnTo>
                <a:lnTo>
                  <a:pt x="891567" y="51462"/>
                </a:lnTo>
                <a:lnTo>
                  <a:pt x="891255" y="50458"/>
                </a:lnTo>
                <a:lnTo>
                  <a:pt x="890920" y="49479"/>
                </a:lnTo>
                <a:lnTo>
                  <a:pt x="890562" y="48524"/>
                </a:lnTo>
                <a:lnTo>
                  <a:pt x="890181" y="47595"/>
                </a:lnTo>
                <a:lnTo>
                  <a:pt x="889777" y="46691"/>
                </a:lnTo>
                <a:lnTo>
                  <a:pt x="889350" y="45812"/>
                </a:lnTo>
                <a:lnTo>
                  <a:pt x="888899" y="44958"/>
                </a:lnTo>
                <a:lnTo>
                  <a:pt x="888426" y="44129"/>
                </a:lnTo>
                <a:lnTo>
                  <a:pt x="887929" y="43325"/>
                </a:lnTo>
                <a:lnTo>
                  <a:pt x="887410" y="42546"/>
                </a:lnTo>
                <a:lnTo>
                  <a:pt x="886867" y="41792"/>
                </a:lnTo>
                <a:lnTo>
                  <a:pt x="886299" y="41066"/>
                </a:lnTo>
                <a:lnTo>
                  <a:pt x="885703" y="40371"/>
                </a:lnTo>
                <a:lnTo>
                  <a:pt x="885080" y="39706"/>
                </a:lnTo>
                <a:lnTo>
                  <a:pt x="884429" y="39073"/>
                </a:lnTo>
                <a:lnTo>
                  <a:pt x="883751" y="38470"/>
                </a:lnTo>
                <a:lnTo>
                  <a:pt x="883046" y="37899"/>
                </a:lnTo>
                <a:lnTo>
                  <a:pt x="882312" y="37358"/>
                </a:lnTo>
                <a:lnTo>
                  <a:pt x="881552" y="36848"/>
                </a:lnTo>
                <a:lnTo>
                  <a:pt x="880763" y="36369"/>
                </a:lnTo>
                <a:lnTo>
                  <a:pt x="879948" y="35921"/>
                </a:lnTo>
                <a:lnTo>
                  <a:pt x="879104" y="35504"/>
                </a:lnTo>
                <a:lnTo>
                  <a:pt x="878233" y="35118"/>
                </a:lnTo>
                <a:lnTo>
                  <a:pt x="877335" y="34763"/>
                </a:lnTo>
                <a:lnTo>
                  <a:pt x="876409" y="34438"/>
                </a:lnTo>
                <a:lnTo>
                  <a:pt x="875456" y="34145"/>
                </a:lnTo>
                <a:lnTo>
                  <a:pt x="874475" y="33882"/>
                </a:lnTo>
                <a:lnTo>
                  <a:pt x="873466" y="33651"/>
                </a:lnTo>
                <a:lnTo>
                  <a:pt x="872430" y="33450"/>
                </a:lnTo>
                <a:lnTo>
                  <a:pt x="871367" y="33280"/>
                </a:lnTo>
                <a:lnTo>
                  <a:pt x="870276" y="33141"/>
                </a:lnTo>
                <a:lnTo>
                  <a:pt x="869157" y="33033"/>
                </a:lnTo>
                <a:lnTo>
                  <a:pt x="868011" y="32955"/>
                </a:lnTo>
                <a:lnTo>
                  <a:pt x="866837" y="32909"/>
                </a:lnTo>
                <a:lnTo>
                  <a:pt x="865636" y="32894"/>
                </a:lnTo>
                <a:lnTo>
                  <a:pt x="864649" y="32902"/>
                </a:lnTo>
                <a:lnTo>
                  <a:pt x="863677" y="32927"/>
                </a:lnTo>
                <a:lnTo>
                  <a:pt x="862719" y="32968"/>
                </a:lnTo>
                <a:lnTo>
                  <a:pt x="861776" y="33026"/>
                </a:lnTo>
                <a:lnTo>
                  <a:pt x="860849" y="33101"/>
                </a:lnTo>
                <a:lnTo>
                  <a:pt x="859936" y="33193"/>
                </a:lnTo>
                <a:lnTo>
                  <a:pt x="859038" y="33301"/>
                </a:lnTo>
                <a:lnTo>
                  <a:pt x="858155" y="33425"/>
                </a:lnTo>
                <a:lnTo>
                  <a:pt x="857286" y="33566"/>
                </a:lnTo>
                <a:lnTo>
                  <a:pt x="856433" y="33724"/>
                </a:lnTo>
                <a:lnTo>
                  <a:pt x="855594" y="33898"/>
                </a:lnTo>
                <a:lnTo>
                  <a:pt x="854771" y="34089"/>
                </a:lnTo>
                <a:lnTo>
                  <a:pt x="853962" y="34297"/>
                </a:lnTo>
                <a:lnTo>
                  <a:pt x="853168" y="34521"/>
                </a:lnTo>
                <a:lnTo>
                  <a:pt x="852389" y="34762"/>
                </a:lnTo>
                <a:lnTo>
                  <a:pt x="851624" y="35020"/>
                </a:lnTo>
                <a:lnTo>
                  <a:pt x="850875" y="35294"/>
                </a:lnTo>
                <a:lnTo>
                  <a:pt x="850141" y="35584"/>
                </a:lnTo>
                <a:lnTo>
                  <a:pt x="849421" y="35892"/>
                </a:lnTo>
                <a:lnTo>
                  <a:pt x="848716" y="36216"/>
                </a:lnTo>
                <a:lnTo>
                  <a:pt x="848026" y="36556"/>
                </a:lnTo>
                <a:lnTo>
                  <a:pt x="847351" y="36913"/>
                </a:lnTo>
                <a:lnTo>
                  <a:pt x="846691" y="37287"/>
                </a:lnTo>
                <a:lnTo>
                  <a:pt x="846046" y="37677"/>
                </a:lnTo>
                <a:lnTo>
                  <a:pt x="845414" y="38077"/>
                </a:lnTo>
                <a:lnTo>
                  <a:pt x="844795" y="38479"/>
                </a:lnTo>
                <a:lnTo>
                  <a:pt x="844188" y="38882"/>
                </a:lnTo>
                <a:lnTo>
                  <a:pt x="843593" y="39288"/>
                </a:lnTo>
                <a:lnTo>
                  <a:pt x="843011" y="39696"/>
                </a:lnTo>
                <a:lnTo>
                  <a:pt x="842441" y="40106"/>
                </a:lnTo>
                <a:lnTo>
                  <a:pt x="841883" y="40518"/>
                </a:lnTo>
                <a:lnTo>
                  <a:pt x="841338" y="40932"/>
                </a:lnTo>
                <a:lnTo>
                  <a:pt x="840805" y="41348"/>
                </a:lnTo>
                <a:lnTo>
                  <a:pt x="840285" y="41766"/>
                </a:lnTo>
                <a:lnTo>
                  <a:pt x="839776" y="42187"/>
                </a:lnTo>
                <a:lnTo>
                  <a:pt x="839280" y="42609"/>
                </a:lnTo>
                <a:lnTo>
                  <a:pt x="838797" y="43033"/>
                </a:lnTo>
                <a:lnTo>
                  <a:pt x="838326" y="43460"/>
                </a:lnTo>
                <a:lnTo>
                  <a:pt x="837867" y="43888"/>
                </a:lnTo>
                <a:lnTo>
                  <a:pt x="837420" y="44319"/>
                </a:lnTo>
                <a:lnTo>
                  <a:pt x="836986" y="44751"/>
                </a:lnTo>
                <a:lnTo>
                  <a:pt x="836564" y="45186"/>
                </a:lnTo>
                <a:lnTo>
                  <a:pt x="836154" y="45623"/>
                </a:lnTo>
                <a:lnTo>
                  <a:pt x="835757" y="46061"/>
                </a:lnTo>
                <a:lnTo>
                  <a:pt x="835372" y="46502"/>
                </a:lnTo>
                <a:lnTo>
                  <a:pt x="835000" y="46945"/>
                </a:lnTo>
                <a:lnTo>
                  <a:pt x="834640" y="47390"/>
                </a:lnTo>
                <a:lnTo>
                  <a:pt x="834292" y="47837"/>
                </a:lnTo>
                <a:lnTo>
                  <a:pt x="833745" y="34443"/>
                </a:lnTo>
                <a:lnTo>
                  <a:pt x="819166" y="34443"/>
                </a:lnTo>
                <a:lnTo>
                  <a:pt x="819166" y="125925"/>
                </a:lnTo>
                <a:lnTo>
                  <a:pt x="834383" y="125925"/>
                </a:lnTo>
                <a:lnTo>
                  <a:pt x="834383" y="60608"/>
                </a:lnTo>
                <a:lnTo>
                  <a:pt x="834729" y="60144"/>
                </a:lnTo>
                <a:lnTo>
                  <a:pt x="835085" y="59683"/>
                </a:lnTo>
                <a:close/>
                <a:moveTo>
                  <a:pt x="403949" y="127385"/>
                </a:moveTo>
                <a:lnTo>
                  <a:pt x="404793" y="127306"/>
                </a:lnTo>
                <a:lnTo>
                  <a:pt x="405629" y="127212"/>
                </a:lnTo>
                <a:lnTo>
                  <a:pt x="406455" y="127104"/>
                </a:lnTo>
                <a:lnTo>
                  <a:pt x="407271" y="126982"/>
                </a:lnTo>
                <a:lnTo>
                  <a:pt x="408079" y="126845"/>
                </a:lnTo>
                <a:lnTo>
                  <a:pt x="408877" y="126694"/>
                </a:lnTo>
                <a:lnTo>
                  <a:pt x="409665" y="126529"/>
                </a:lnTo>
                <a:lnTo>
                  <a:pt x="410445" y="126349"/>
                </a:lnTo>
                <a:lnTo>
                  <a:pt x="411215" y="126154"/>
                </a:lnTo>
                <a:lnTo>
                  <a:pt x="411975" y="125946"/>
                </a:lnTo>
                <a:lnTo>
                  <a:pt x="412727" y="125722"/>
                </a:lnTo>
                <a:lnTo>
                  <a:pt x="413469" y="125485"/>
                </a:lnTo>
                <a:lnTo>
                  <a:pt x="414201" y="125233"/>
                </a:lnTo>
                <a:lnTo>
                  <a:pt x="414925" y="124967"/>
                </a:lnTo>
                <a:lnTo>
                  <a:pt x="415639" y="124686"/>
                </a:lnTo>
                <a:lnTo>
                  <a:pt x="416343" y="124391"/>
                </a:lnTo>
                <a:lnTo>
                  <a:pt x="417039" y="124081"/>
                </a:lnTo>
                <a:lnTo>
                  <a:pt x="417725" y="123758"/>
                </a:lnTo>
                <a:lnTo>
                  <a:pt x="418401" y="123419"/>
                </a:lnTo>
                <a:lnTo>
                  <a:pt x="419070" y="123069"/>
                </a:lnTo>
                <a:lnTo>
                  <a:pt x="419732" y="122710"/>
                </a:lnTo>
                <a:lnTo>
                  <a:pt x="420387" y="122341"/>
                </a:lnTo>
                <a:lnTo>
                  <a:pt x="421035" y="121963"/>
                </a:lnTo>
                <a:lnTo>
                  <a:pt x="421676" y="121575"/>
                </a:lnTo>
                <a:lnTo>
                  <a:pt x="422311" y="121178"/>
                </a:lnTo>
                <a:lnTo>
                  <a:pt x="422939" y="120772"/>
                </a:lnTo>
                <a:lnTo>
                  <a:pt x="423560" y="120357"/>
                </a:lnTo>
                <a:lnTo>
                  <a:pt x="424174" y="119932"/>
                </a:lnTo>
                <a:lnTo>
                  <a:pt x="424781" y="119498"/>
                </a:lnTo>
                <a:lnTo>
                  <a:pt x="425382" y="119054"/>
                </a:lnTo>
                <a:lnTo>
                  <a:pt x="425975" y="118601"/>
                </a:lnTo>
                <a:lnTo>
                  <a:pt x="426562" y="118139"/>
                </a:lnTo>
                <a:lnTo>
                  <a:pt x="427143" y="117668"/>
                </a:lnTo>
                <a:lnTo>
                  <a:pt x="427716" y="117187"/>
                </a:lnTo>
                <a:lnTo>
                  <a:pt x="428283" y="116697"/>
                </a:lnTo>
                <a:lnTo>
                  <a:pt x="428842" y="116197"/>
                </a:lnTo>
                <a:lnTo>
                  <a:pt x="429395" y="115688"/>
                </a:lnTo>
                <a:lnTo>
                  <a:pt x="429941" y="115170"/>
                </a:lnTo>
                <a:lnTo>
                  <a:pt x="430481" y="114643"/>
                </a:lnTo>
                <a:lnTo>
                  <a:pt x="431013" y="114106"/>
                </a:lnTo>
                <a:lnTo>
                  <a:pt x="431539" y="113560"/>
                </a:lnTo>
                <a:lnTo>
                  <a:pt x="432058" y="113004"/>
                </a:lnTo>
                <a:lnTo>
                  <a:pt x="432570" y="112440"/>
                </a:lnTo>
                <a:lnTo>
                  <a:pt x="433208" y="125925"/>
                </a:lnTo>
                <a:lnTo>
                  <a:pt x="447422" y="125925"/>
                </a:lnTo>
                <a:lnTo>
                  <a:pt x="447422" y="64810"/>
                </a:lnTo>
                <a:lnTo>
                  <a:pt x="447417" y="63995"/>
                </a:lnTo>
                <a:lnTo>
                  <a:pt x="447402" y="63193"/>
                </a:lnTo>
                <a:lnTo>
                  <a:pt x="447377" y="62403"/>
                </a:lnTo>
                <a:lnTo>
                  <a:pt x="447341" y="61626"/>
                </a:lnTo>
                <a:lnTo>
                  <a:pt x="447296" y="60861"/>
                </a:lnTo>
                <a:lnTo>
                  <a:pt x="447240" y="60109"/>
                </a:lnTo>
                <a:lnTo>
                  <a:pt x="447174" y="59369"/>
                </a:lnTo>
                <a:lnTo>
                  <a:pt x="447098" y="58642"/>
                </a:lnTo>
                <a:lnTo>
                  <a:pt x="447012" y="57927"/>
                </a:lnTo>
                <a:lnTo>
                  <a:pt x="446916" y="57225"/>
                </a:lnTo>
                <a:lnTo>
                  <a:pt x="446810" y="56536"/>
                </a:lnTo>
                <a:lnTo>
                  <a:pt x="446693" y="55859"/>
                </a:lnTo>
                <a:lnTo>
                  <a:pt x="446567" y="55194"/>
                </a:lnTo>
                <a:lnTo>
                  <a:pt x="446430" y="54543"/>
                </a:lnTo>
                <a:lnTo>
                  <a:pt x="446283" y="53903"/>
                </a:lnTo>
                <a:lnTo>
                  <a:pt x="446126" y="53276"/>
                </a:lnTo>
                <a:lnTo>
                  <a:pt x="445959" y="52662"/>
                </a:lnTo>
                <a:lnTo>
                  <a:pt x="445782" y="52061"/>
                </a:lnTo>
                <a:lnTo>
                  <a:pt x="445595" y="51471"/>
                </a:lnTo>
                <a:lnTo>
                  <a:pt x="445398" y="50895"/>
                </a:lnTo>
                <a:lnTo>
                  <a:pt x="445190" y="50331"/>
                </a:lnTo>
                <a:lnTo>
                  <a:pt x="444972" y="49779"/>
                </a:lnTo>
                <a:lnTo>
                  <a:pt x="444745" y="49240"/>
                </a:lnTo>
                <a:lnTo>
                  <a:pt x="444507" y="48714"/>
                </a:lnTo>
                <a:lnTo>
                  <a:pt x="444260" y="48198"/>
                </a:lnTo>
                <a:lnTo>
                  <a:pt x="444006" y="47692"/>
                </a:lnTo>
                <a:lnTo>
                  <a:pt x="443746" y="47196"/>
                </a:lnTo>
                <a:lnTo>
                  <a:pt x="443478" y="46709"/>
                </a:lnTo>
                <a:lnTo>
                  <a:pt x="443203" y="46232"/>
                </a:lnTo>
                <a:lnTo>
                  <a:pt x="442921" y="45765"/>
                </a:lnTo>
                <a:lnTo>
                  <a:pt x="442631" y="45307"/>
                </a:lnTo>
                <a:lnTo>
                  <a:pt x="442335" y="44859"/>
                </a:lnTo>
                <a:lnTo>
                  <a:pt x="442031" y="44420"/>
                </a:lnTo>
                <a:lnTo>
                  <a:pt x="441721" y="43991"/>
                </a:lnTo>
                <a:lnTo>
                  <a:pt x="441403" y="43572"/>
                </a:lnTo>
                <a:lnTo>
                  <a:pt x="441078" y="43162"/>
                </a:lnTo>
                <a:lnTo>
                  <a:pt x="440746" y="42762"/>
                </a:lnTo>
                <a:lnTo>
                  <a:pt x="440407" y="42372"/>
                </a:lnTo>
                <a:lnTo>
                  <a:pt x="440061" y="41991"/>
                </a:lnTo>
                <a:lnTo>
                  <a:pt x="439708" y="41619"/>
                </a:lnTo>
                <a:lnTo>
                  <a:pt x="439347" y="41258"/>
                </a:lnTo>
                <a:lnTo>
                  <a:pt x="438980" y="40906"/>
                </a:lnTo>
                <a:lnTo>
                  <a:pt x="438605" y="40563"/>
                </a:lnTo>
                <a:lnTo>
                  <a:pt x="438223" y="40231"/>
                </a:lnTo>
                <a:lnTo>
                  <a:pt x="437834" y="39907"/>
                </a:lnTo>
                <a:lnTo>
                  <a:pt x="437438" y="39594"/>
                </a:lnTo>
                <a:lnTo>
                  <a:pt x="437035" y="39290"/>
                </a:lnTo>
                <a:lnTo>
                  <a:pt x="436625" y="38996"/>
                </a:lnTo>
                <a:lnTo>
                  <a:pt x="436209" y="38710"/>
                </a:lnTo>
                <a:lnTo>
                  <a:pt x="435788" y="38432"/>
                </a:lnTo>
                <a:lnTo>
                  <a:pt x="435363" y="38161"/>
                </a:lnTo>
                <a:lnTo>
                  <a:pt x="434934" y="37898"/>
                </a:lnTo>
                <a:lnTo>
                  <a:pt x="434500" y="37642"/>
                </a:lnTo>
                <a:lnTo>
                  <a:pt x="434062" y="37394"/>
                </a:lnTo>
                <a:lnTo>
                  <a:pt x="433620" y="37153"/>
                </a:lnTo>
                <a:lnTo>
                  <a:pt x="433173" y="36920"/>
                </a:lnTo>
                <a:lnTo>
                  <a:pt x="432721" y="36694"/>
                </a:lnTo>
                <a:lnTo>
                  <a:pt x="432265" y="36476"/>
                </a:lnTo>
                <a:lnTo>
                  <a:pt x="431805" y="36265"/>
                </a:lnTo>
                <a:lnTo>
                  <a:pt x="431340" y="36062"/>
                </a:lnTo>
                <a:lnTo>
                  <a:pt x="430871" y="35866"/>
                </a:lnTo>
                <a:lnTo>
                  <a:pt x="430397" y="35678"/>
                </a:lnTo>
                <a:lnTo>
                  <a:pt x="429919" y="35498"/>
                </a:lnTo>
                <a:lnTo>
                  <a:pt x="429437" y="35324"/>
                </a:lnTo>
                <a:lnTo>
                  <a:pt x="428950" y="35159"/>
                </a:lnTo>
                <a:lnTo>
                  <a:pt x="428458" y="35000"/>
                </a:lnTo>
                <a:lnTo>
                  <a:pt x="427963" y="34850"/>
                </a:lnTo>
                <a:lnTo>
                  <a:pt x="427462" y="34707"/>
                </a:lnTo>
                <a:lnTo>
                  <a:pt x="426958" y="34571"/>
                </a:lnTo>
                <a:lnTo>
                  <a:pt x="426449" y="34443"/>
                </a:lnTo>
                <a:lnTo>
                  <a:pt x="425935" y="34322"/>
                </a:lnTo>
                <a:lnTo>
                  <a:pt x="425417" y="34209"/>
                </a:lnTo>
                <a:lnTo>
                  <a:pt x="424896" y="34102"/>
                </a:lnTo>
                <a:lnTo>
                  <a:pt x="424373" y="33999"/>
                </a:lnTo>
                <a:lnTo>
                  <a:pt x="423848" y="33901"/>
                </a:lnTo>
                <a:lnTo>
                  <a:pt x="423320" y="33807"/>
                </a:lnTo>
                <a:lnTo>
                  <a:pt x="422791" y="33718"/>
                </a:lnTo>
                <a:lnTo>
                  <a:pt x="422260" y="33634"/>
                </a:lnTo>
                <a:lnTo>
                  <a:pt x="421726" y="33554"/>
                </a:lnTo>
                <a:lnTo>
                  <a:pt x="421191" y="33478"/>
                </a:lnTo>
                <a:lnTo>
                  <a:pt x="420653" y="33407"/>
                </a:lnTo>
                <a:lnTo>
                  <a:pt x="420113" y="33341"/>
                </a:lnTo>
                <a:lnTo>
                  <a:pt x="419572" y="33280"/>
                </a:lnTo>
                <a:lnTo>
                  <a:pt x="419028" y="33222"/>
                </a:lnTo>
                <a:lnTo>
                  <a:pt x="418482" y="33170"/>
                </a:lnTo>
                <a:lnTo>
                  <a:pt x="417934" y="33122"/>
                </a:lnTo>
                <a:lnTo>
                  <a:pt x="417384" y="33079"/>
                </a:lnTo>
                <a:lnTo>
                  <a:pt x="416832" y="33040"/>
                </a:lnTo>
                <a:lnTo>
                  <a:pt x="416278" y="33005"/>
                </a:lnTo>
                <a:lnTo>
                  <a:pt x="415722" y="32976"/>
                </a:lnTo>
                <a:lnTo>
                  <a:pt x="415164" y="32951"/>
                </a:lnTo>
                <a:lnTo>
                  <a:pt x="414603" y="32930"/>
                </a:lnTo>
                <a:lnTo>
                  <a:pt x="414041" y="32914"/>
                </a:lnTo>
                <a:lnTo>
                  <a:pt x="413477" y="32903"/>
                </a:lnTo>
                <a:lnTo>
                  <a:pt x="412910" y="32896"/>
                </a:lnTo>
                <a:lnTo>
                  <a:pt x="412342" y="32894"/>
                </a:lnTo>
                <a:lnTo>
                  <a:pt x="411458" y="32899"/>
                </a:lnTo>
                <a:lnTo>
                  <a:pt x="410582" y="32916"/>
                </a:lnTo>
                <a:lnTo>
                  <a:pt x="409715" y="32943"/>
                </a:lnTo>
                <a:lnTo>
                  <a:pt x="408855" y="32982"/>
                </a:lnTo>
                <a:lnTo>
                  <a:pt x="408005" y="33032"/>
                </a:lnTo>
                <a:lnTo>
                  <a:pt x="407162" y="33093"/>
                </a:lnTo>
                <a:lnTo>
                  <a:pt x="406329" y="33165"/>
                </a:lnTo>
                <a:lnTo>
                  <a:pt x="405503" y="33248"/>
                </a:lnTo>
                <a:lnTo>
                  <a:pt x="404686" y="33342"/>
                </a:lnTo>
                <a:lnTo>
                  <a:pt x="403877" y="33448"/>
                </a:lnTo>
                <a:lnTo>
                  <a:pt x="403077" y="33564"/>
                </a:lnTo>
                <a:lnTo>
                  <a:pt x="402285" y="33692"/>
                </a:lnTo>
                <a:lnTo>
                  <a:pt x="401501" y="33830"/>
                </a:lnTo>
                <a:lnTo>
                  <a:pt x="400726" y="33980"/>
                </a:lnTo>
                <a:lnTo>
                  <a:pt x="399959" y="34140"/>
                </a:lnTo>
                <a:lnTo>
                  <a:pt x="399201" y="34312"/>
                </a:lnTo>
                <a:lnTo>
                  <a:pt x="398451" y="34495"/>
                </a:lnTo>
                <a:lnTo>
                  <a:pt x="397709" y="34689"/>
                </a:lnTo>
                <a:lnTo>
                  <a:pt x="396976" y="34894"/>
                </a:lnTo>
                <a:lnTo>
                  <a:pt x="396251" y="35110"/>
                </a:lnTo>
                <a:lnTo>
                  <a:pt x="395534" y="35337"/>
                </a:lnTo>
                <a:lnTo>
                  <a:pt x="394826" y="35576"/>
                </a:lnTo>
                <a:lnTo>
                  <a:pt x="394126" y="35825"/>
                </a:lnTo>
                <a:lnTo>
                  <a:pt x="393435" y="36086"/>
                </a:lnTo>
                <a:lnTo>
                  <a:pt x="392754" y="36358"/>
                </a:lnTo>
                <a:lnTo>
                  <a:pt x="392085" y="36643"/>
                </a:lnTo>
                <a:lnTo>
                  <a:pt x="391429" y="36942"/>
                </a:lnTo>
                <a:lnTo>
                  <a:pt x="390785" y="37253"/>
                </a:lnTo>
                <a:lnTo>
                  <a:pt x="390153" y="37577"/>
                </a:lnTo>
                <a:lnTo>
                  <a:pt x="389534" y="37915"/>
                </a:lnTo>
                <a:lnTo>
                  <a:pt x="388927" y="38265"/>
                </a:lnTo>
                <a:lnTo>
                  <a:pt x="388332" y="38629"/>
                </a:lnTo>
                <a:lnTo>
                  <a:pt x="387750" y="39006"/>
                </a:lnTo>
                <a:lnTo>
                  <a:pt x="387180" y="39395"/>
                </a:lnTo>
                <a:lnTo>
                  <a:pt x="386623" y="39798"/>
                </a:lnTo>
                <a:lnTo>
                  <a:pt x="386077" y="40214"/>
                </a:lnTo>
                <a:lnTo>
                  <a:pt x="385544" y="40642"/>
                </a:lnTo>
                <a:lnTo>
                  <a:pt x="385024" y="41084"/>
                </a:lnTo>
                <a:lnTo>
                  <a:pt x="384515" y="41539"/>
                </a:lnTo>
                <a:lnTo>
                  <a:pt x="384019" y="42007"/>
                </a:lnTo>
                <a:lnTo>
                  <a:pt x="383536" y="42488"/>
                </a:lnTo>
                <a:lnTo>
                  <a:pt x="383065" y="42982"/>
                </a:lnTo>
                <a:lnTo>
                  <a:pt x="382606" y="43489"/>
                </a:lnTo>
                <a:lnTo>
                  <a:pt x="382159" y="44009"/>
                </a:lnTo>
                <a:lnTo>
                  <a:pt x="381725" y="44542"/>
                </a:lnTo>
                <a:lnTo>
                  <a:pt x="381303" y="45088"/>
                </a:lnTo>
                <a:lnTo>
                  <a:pt x="380893" y="45647"/>
                </a:lnTo>
                <a:lnTo>
                  <a:pt x="380496" y="46220"/>
                </a:lnTo>
                <a:lnTo>
                  <a:pt x="380113" y="46806"/>
                </a:lnTo>
                <a:lnTo>
                  <a:pt x="379747" y="47407"/>
                </a:lnTo>
                <a:lnTo>
                  <a:pt x="379396" y="48023"/>
                </a:lnTo>
                <a:lnTo>
                  <a:pt x="379062" y="48653"/>
                </a:lnTo>
                <a:lnTo>
                  <a:pt x="378745" y="49299"/>
                </a:lnTo>
                <a:lnTo>
                  <a:pt x="378443" y="49960"/>
                </a:lnTo>
                <a:lnTo>
                  <a:pt x="378158" y="50636"/>
                </a:lnTo>
                <a:lnTo>
                  <a:pt x="377889" y="51327"/>
                </a:lnTo>
                <a:lnTo>
                  <a:pt x="377637" y="52033"/>
                </a:lnTo>
                <a:lnTo>
                  <a:pt x="377400" y="52754"/>
                </a:lnTo>
                <a:lnTo>
                  <a:pt x="377181" y="53490"/>
                </a:lnTo>
                <a:lnTo>
                  <a:pt x="376977" y="54241"/>
                </a:lnTo>
                <a:lnTo>
                  <a:pt x="376789" y="55007"/>
                </a:lnTo>
                <a:lnTo>
                  <a:pt x="376618" y="55788"/>
                </a:lnTo>
                <a:lnTo>
                  <a:pt x="376464" y="56583"/>
                </a:lnTo>
                <a:lnTo>
                  <a:pt x="376325" y="57394"/>
                </a:lnTo>
                <a:lnTo>
                  <a:pt x="376203" y="58220"/>
                </a:lnTo>
                <a:lnTo>
                  <a:pt x="376097" y="59061"/>
                </a:lnTo>
                <a:lnTo>
                  <a:pt x="376007" y="59917"/>
                </a:lnTo>
                <a:lnTo>
                  <a:pt x="375934" y="60787"/>
                </a:lnTo>
                <a:lnTo>
                  <a:pt x="375877" y="61673"/>
                </a:lnTo>
                <a:lnTo>
                  <a:pt x="375836" y="62574"/>
                </a:lnTo>
                <a:lnTo>
                  <a:pt x="375812" y="63490"/>
                </a:lnTo>
                <a:lnTo>
                  <a:pt x="375804" y="64420"/>
                </a:lnTo>
                <a:lnTo>
                  <a:pt x="390565" y="64420"/>
                </a:lnTo>
                <a:lnTo>
                  <a:pt x="390576" y="63556"/>
                </a:lnTo>
                <a:lnTo>
                  <a:pt x="390608" y="62710"/>
                </a:lnTo>
                <a:lnTo>
                  <a:pt x="390663" y="61884"/>
                </a:lnTo>
                <a:lnTo>
                  <a:pt x="390739" y="61078"/>
                </a:lnTo>
                <a:lnTo>
                  <a:pt x="390838" y="60292"/>
                </a:lnTo>
                <a:lnTo>
                  <a:pt x="390958" y="59524"/>
                </a:lnTo>
                <a:lnTo>
                  <a:pt x="391100" y="58777"/>
                </a:lnTo>
                <a:lnTo>
                  <a:pt x="391263" y="58049"/>
                </a:lnTo>
                <a:lnTo>
                  <a:pt x="391449" y="57340"/>
                </a:lnTo>
                <a:lnTo>
                  <a:pt x="391656" y="56651"/>
                </a:lnTo>
                <a:lnTo>
                  <a:pt x="391886" y="55982"/>
                </a:lnTo>
                <a:lnTo>
                  <a:pt x="392137" y="55332"/>
                </a:lnTo>
                <a:lnTo>
                  <a:pt x="392409" y="54702"/>
                </a:lnTo>
                <a:lnTo>
                  <a:pt x="392704" y="54091"/>
                </a:lnTo>
                <a:lnTo>
                  <a:pt x="393021" y="53500"/>
                </a:lnTo>
                <a:lnTo>
                  <a:pt x="393359" y="52928"/>
                </a:lnTo>
                <a:lnTo>
                  <a:pt x="393719" y="52376"/>
                </a:lnTo>
                <a:lnTo>
                  <a:pt x="394101" y="51843"/>
                </a:lnTo>
                <a:lnTo>
                  <a:pt x="394505" y="51330"/>
                </a:lnTo>
                <a:lnTo>
                  <a:pt x="394931" y="50837"/>
                </a:lnTo>
                <a:lnTo>
                  <a:pt x="395378" y="50363"/>
                </a:lnTo>
                <a:lnTo>
                  <a:pt x="395848" y="49909"/>
                </a:lnTo>
                <a:lnTo>
                  <a:pt x="396339" y="49474"/>
                </a:lnTo>
                <a:lnTo>
                  <a:pt x="396852" y="49058"/>
                </a:lnTo>
                <a:lnTo>
                  <a:pt x="397381" y="48661"/>
                </a:lnTo>
                <a:lnTo>
                  <a:pt x="397920" y="48281"/>
                </a:lnTo>
                <a:lnTo>
                  <a:pt x="398469" y="47918"/>
                </a:lnTo>
                <a:lnTo>
                  <a:pt x="399029" y="47572"/>
                </a:lnTo>
                <a:lnTo>
                  <a:pt x="399598" y="47242"/>
                </a:lnTo>
                <a:lnTo>
                  <a:pt x="400178" y="46929"/>
                </a:lnTo>
                <a:lnTo>
                  <a:pt x="400767" y="46634"/>
                </a:lnTo>
                <a:lnTo>
                  <a:pt x="401367" y="46355"/>
                </a:lnTo>
                <a:lnTo>
                  <a:pt x="401977" y="46093"/>
                </a:lnTo>
                <a:lnTo>
                  <a:pt x="402597" y="45848"/>
                </a:lnTo>
                <a:lnTo>
                  <a:pt x="403228" y="45620"/>
                </a:lnTo>
                <a:lnTo>
                  <a:pt x="403868" y="45409"/>
                </a:lnTo>
                <a:lnTo>
                  <a:pt x="404518" y="45214"/>
                </a:lnTo>
                <a:lnTo>
                  <a:pt x="405179" y="45037"/>
                </a:lnTo>
                <a:lnTo>
                  <a:pt x="405850" y="44877"/>
                </a:lnTo>
                <a:lnTo>
                  <a:pt x="406531" y="44733"/>
                </a:lnTo>
                <a:lnTo>
                  <a:pt x="407222" y="44606"/>
                </a:lnTo>
                <a:lnTo>
                  <a:pt x="407923" y="44496"/>
                </a:lnTo>
                <a:lnTo>
                  <a:pt x="408634" y="44403"/>
                </a:lnTo>
                <a:lnTo>
                  <a:pt x="409355" y="44327"/>
                </a:lnTo>
                <a:lnTo>
                  <a:pt x="410087" y="44268"/>
                </a:lnTo>
                <a:lnTo>
                  <a:pt x="410828" y="44226"/>
                </a:lnTo>
                <a:lnTo>
                  <a:pt x="411580" y="44201"/>
                </a:lnTo>
                <a:lnTo>
                  <a:pt x="412342" y="44192"/>
                </a:lnTo>
                <a:lnTo>
                  <a:pt x="413058" y="44200"/>
                </a:lnTo>
                <a:lnTo>
                  <a:pt x="413764" y="44223"/>
                </a:lnTo>
                <a:lnTo>
                  <a:pt x="414459" y="44262"/>
                </a:lnTo>
                <a:lnTo>
                  <a:pt x="415144" y="44316"/>
                </a:lnTo>
                <a:lnTo>
                  <a:pt x="415818" y="44386"/>
                </a:lnTo>
                <a:lnTo>
                  <a:pt x="416482" y="44471"/>
                </a:lnTo>
                <a:lnTo>
                  <a:pt x="417136" y="44572"/>
                </a:lnTo>
                <a:lnTo>
                  <a:pt x="417779" y="44688"/>
                </a:lnTo>
                <a:lnTo>
                  <a:pt x="418411" y="44820"/>
                </a:lnTo>
                <a:lnTo>
                  <a:pt x="419033" y="44967"/>
                </a:lnTo>
                <a:lnTo>
                  <a:pt x="419645" y="45130"/>
                </a:lnTo>
                <a:lnTo>
                  <a:pt x="420246" y="45308"/>
                </a:lnTo>
                <a:lnTo>
                  <a:pt x="420837" y="45502"/>
                </a:lnTo>
                <a:lnTo>
                  <a:pt x="421418" y="45711"/>
                </a:lnTo>
                <a:lnTo>
                  <a:pt x="421988" y="45936"/>
                </a:lnTo>
                <a:lnTo>
                  <a:pt x="422547" y="46177"/>
                </a:lnTo>
                <a:lnTo>
                  <a:pt x="423096" y="46432"/>
                </a:lnTo>
                <a:lnTo>
                  <a:pt x="423635" y="46704"/>
                </a:lnTo>
                <a:lnTo>
                  <a:pt x="424163" y="46990"/>
                </a:lnTo>
                <a:lnTo>
                  <a:pt x="424681" y="47293"/>
                </a:lnTo>
                <a:lnTo>
                  <a:pt x="425188" y="47611"/>
                </a:lnTo>
                <a:lnTo>
                  <a:pt x="425685" y="47944"/>
                </a:lnTo>
                <a:lnTo>
                  <a:pt x="426171" y="48293"/>
                </a:lnTo>
                <a:lnTo>
                  <a:pt x="426647" y="48657"/>
                </a:lnTo>
                <a:lnTo>
                  <a:pt x="427108" y="49042"/>
                </a:lnTo>
                <a:lnTo>
                  <a:pt x="427550" y="49453"/>
                </a:lnTo>
                <a:lnTo>
                  <a:pt x="427972" y="49891"/>
                </a:lnTo>
                <a:lnTo>
                  <a:pt x="428374" y="50355"/>
                </a:lnTo>
                <a:lnTo>
                  <a:pt x="428756" y="50844"/>
                </a:lnTo>
                <a:lnTo>
                  <a:pt x="429119" y="51360"/>
                </a:lnTo>
                <a:lnTo>
                  <a:pt x="429462" y="51903"/>
                </a:lnTo>
                <a:lnTo>
                  <a:pt x="429786" y="52471"/>
                </a:lnTo>
                <a:lnTo>
                  <a:pt x="430090" y="53065"/>
                </a:lnTo>
                <a:lnTo>
                  <a:pt x="430374" y="53686"/>
                </a:lnTo>
                <a:lnTo>
                  <a:pt x="430639" y="54333"/>
                </a:lnTo>
                <a:lnTo>
                  <a:pt x="430884" y="55006"/>
                </a:lnTo>
                <a:lnTo>
                  <a:pt x="431110" y="55705"/>
                </a:lnTo>
                <a:lnTo>
                  <a:pt x="431316" y="56431"/>
                </a:lnTo>
                <a:lnTo>
                  <a:pt x="431502" y="57182"/>
                </a:lnTo>
                <a:lnTo>
                  <a:pt x="431669" y="57960"/>
                </a:lnTo>
                <a:lnTo>
                  <a:pt x="431816" y="58764"/>
                </a:lnTo>
                <a:lnTo>
                  <a:pt x="431944" y="59594"/>
                </a:lnTo>
                <a:lnTo>
                  <a:pt x="432052" y="60450"/>
                </a:lnTo>
                <a:lnTo>
                  <a:pt x="432140" y="61332"/>
                </a:lnTo>
                <a:lnTo>
                  <a:pt x="432209" y="62241"/>
                </a:lnTo>
                <a:lnTo>
                  <a:pt x="432258" y="63176"/>
                </a:lnTo>
                <a:lnTo>
                  <a:pt x="432287" y="64137"/>
                </a:lnTo>
                <a:lnTo>
                  <a:pt x="432297" y="65124"/>
                </a:lnTo>
                <a:lnTo>
                  <a:pt x="432297" y="71653"/>
                </a:lnTo>
                <a:lnTo>
                  <a:pt x="430779" y="71672"/>
                </a:lnTo>
                <a:lnTo>
                  <a:pt x="429277" y="71699"/>
                </a:lnTo>
                <a:lnTo>
                  <a:pt x="427791" y="71733"/>
                </a:lnTo>
                <a:lnTo>
                  <a:pt x="426321" y="71774"/>
                </a:lnTo>
                <a:lnTo>
                  <a:pt x="424867" y="71822"/>
                </a:lnTo>
                <a:lnTo>
                  <a:pt x="423430" y="71878"/>
                </a:lnTo>
                <a:lnTo>
                  <a:pt x="422009" y="71941"/>
                </a:lnTo>
                <a:lnTo>
                  <a:pt x="420603" y="72011"/>
                </a:lnTo>
                <a:lnTo>
                  <a:pt x="419214" y="72089"/>
                </a:lnTo>
                <a:lnTo>
                  <a:pt x="417841" y="72174"/>
                </a:lnTo>
                <a:lnTo>
                  <a:pt x="416485" y="72266"/>
                </a:lnTo>
                <a:lnTo>
                  <a:pt x="415144" y="72365"/>
                </a:lnTo>
                <a:lnTo>
                  <a:pt x="413819" y="72472"/>
                </a:lnTo>
                <a:lnTo>
                  <a:pt x="412511" y="72586"/>
                </a:lnTo>
                <a:lnTo>
                  <a:pt x="411219" y="72708"/>
                </a:lnTo>
                <a:lnTo>
                  <a:pt x="409943" y="72836"/>
                </a:lnTo>
                <a:lnTo>
                  <a:pt x="408683" y="72972"/>
                </a:lnTo>
                <a:lnTo>
                  <a:pt x="407439" y="73115"/>
                </a:lnTo>
                <a:lnTo>
                  <a:pt x="406211" y="73266"/>
                </a:lnTo>
                <a:lnTo>
                  <a:pt x="404999" y="73423"/>
                </a:lnTo>
                <a:lnTo>
                  <a:pt x="403804" y="73588"/>
                </a:lnTo>
                <a:lnTo>
                  <a:pt x="402625" y="73761"/>
                </a:lnTo>
                <a:lnTo>
                  <a:pt x="401461" y="73940"/>
                </a:lnTo>
                <a:lnTo>
                  <a:pt x="400314" y="74127"/>
                </a:lnTo>
                <a:lnTo>
                  <a:pt x="399186" y="74325"/>
                </a:lnTo>
                <a:lnTo>
                  <a:pt x="398079" y="74537"/>
                </a:lnTo>
                <a:lnTo>
                  <a:pt x="396994" y="74762"/>
                </a:lnTo>
                <a:lnTo>
                  <a:pt x="395931" y="75002"/>
                </a:lnTo>
                <a:lnTo>
                  <a:pt x="394888" y="75256"/>
                </a:lnTo>
                <a:lnTo>
                  <a:pt x="393868" y="75524"/>
                </a:lnTo>
                <a:lnTo>
                  <a:pt x="392869" y="75806"/>
                </a:lnTo>
                <a:lnTo>
                  <a:pt x="391891" y="76103"/>
                </a:lnTo>
                <a:lnTo>
                  <a:pt x="390935" y="76413"/>
                </a:lnTo>
                <a:lnTo>
                  <a:pt x="390000" y="76738"/>
                </a:lnTo>
                <a:lnTo>
                  <a:pt x="389087" y="77076"/>
                </a:lnTo>
                <a:lnTo>
                  <a:pt x="388196" y="77429"/>
                </a:lnTo>
                <a:lnTo>
                  <a:pt x="387326" y="77796"/>
                </a:lnTo>
                <a:lnTo>
                  <a:pt x="386477" y="78177"/>
                </a:lnTo>
                <a:lnTo>
                  <a:pt x="385650" y="78571"/>
                </a:lnTo>
                <a:lnTo>
                  <a:pt x="384845" y="78981"/>
                </a:lnTo>
                <a:lnTo>
                  <a:pt x="384061" y="79404"/>
                </a:lnTo>
                <a:lnTo>
                  <a:pt x="383298" y="79841"/>
                </a:lnTo>
                <a:lnTo>
                  <a:pt x="382557" y="80292"/>
                </a:lnTo>
                <a:lnTo>
                  <a:pt x="381838" y="80758"/>
                </a:lnTo>
                <a:lnTo>
                  <a:pt x="381140" y="81237"/>
                </a:lnTo>
                <a:lnTo>
                  <a:pt x="380463" y="81731"/>
                </a:lnTo>
                <a:lnTo>
                  <a:pt x="379808" y="82239"/>
                </a:lnTo>
                <a:lnTo>
                  <a:pt x="379175" y="82761"/>
                </a:lnTo>
                <a:lnTo>
                  <a:pt x="378565" y="83300"/>
                </a:lnTo>
                <a:lnTo>
                  <a:pt x="377982" y="83859"/>
                </a:lnTo>
                <a:lnTo>
                  <a:pt x="377424" y="84439"/>
                </a:lnTo>
                <a:lnTo>
                  <a:pt x="376892" y="85040"/>
                </a:lnTo>
                <a:lnTo>
                  <a:pt x="376386" y="85660"/>
                </a:lnTo>
                <a:lnTo>
                  <a:pt x="375906" y="86302"/>
                </a:lnTo>
                <a:lnTo>
                  <a:pt x="375452" y="86963"/>
                </a:lnTo>
                <a:lnTo>
                  <a:pt x="375024" y="87645"/>
                </a:lnTo>
                <a:lnTo>
                  <a:pt x="374622" y="88348"/>
                </a:lnTo>
                <a:lnTo>
                  <a:pt x="374246" y="89071"/>
                </a:lnTo>
                <a:lnTo>
                  <a:pt x="373896" y="89814"/>
                </a:lnTo>
                <a:lnTo>
                  <a:pt x="373571" y="90578"/>
                </a:lnTo>
                <a:lnTo>
                  <a:pt x="373273" y="91362"/>
                </a:lnTo>
                <a:lnTo>
                  <a:pt x="373001" y="92166"/>
                </a:lnTo>
                <a:lnTo>
                  <a:pt x="372754" y="92991"/>
                </a:lnTo>
                <a:lnTo>
                  <a:pt x="372534" y="93837"/>
                </a:lnTo>
                <a:lnTo>
                  <a:pt x="372339" y="94702"/>
                </a:lnTo>
                <a:lnTo>
                  <a:pt x="372170" y="95589"/>
                </a:lnTo>
                <a:lnTo>
                  <a:pt x="372028" y="96495"/>
                </a:lnTo>
                <a:lnTo>
                  <a:pt x="371911" y="97422"/>
                </a:lnTo>
                <a:lnTo>
                  <a:pt x="371820" y="98370"/>
                </a:lnTo>
                <a:lnTo>
                  <a:pt x="371755" y="99338"/>
                </a:lnTo>
                <a:lnTo>
                  <a:pt x="371716" y="100326"/>
                </a:lnTo>
                <a:lnTo>
                  <a:pt x="371703" y="101335"/>
                </a:lnTo>
                <a:lnTo>
                  <a:pt x="371710" y="102045"/>
                </a:lnTo>
                <a:lnTo>
                  <a:pt x="371730" y="102747"/>
                </a:lnTo>
                <a:lnTo>
                  <a:pt x="371762" y="103438"/>
                </a:lnTo>
                <a:lnTo>
                  <a:pt x="371808" y="104121"/>
                </a:lnTo>
                <a:lnTo>
                  <a:pt x="371868" y="104793"/>
                </a:lnTo>
                <a:lnTo>
                  <a:pt x="371940" y="105456"/>
                </a:lnTo>
                <a:lnTo>
                  <a:pt x="372025" y="106110"/>
                </a:lnTo>
                <a:lnTo>
                  <a:pt x="372124" y="106754"/>
                </a:lnTo>
                <a:lnTo>
                  <a:pt x="372235" y="107388"/>
                </a:lnTo>
                <a:lnTo>
                  <a:pt x="372360" y="108013"/>
                </a:lnTo>
                <a:lnTo>
                  <a:pt x="372498" y="108628"/>
                </a:lnTo>
                <a:lnTo>
                  <a:pt x="372649" y="109234"/>
                </a:lnTo>
                <a:lnTo>
                  <a:pt x="372813" y="109830"/>
                </a:lnTo>
                <a:lnTo>
                  <a:pt x="372990" y="110417"/>
                </a:lnTo>
                <a:lnTo>
                  <a:pt x="373180" y="110994"/>
                </a:lnTo>
                <a:lnTo>
                  <a:pt x="373384" y="111561"/>
                </a:lnTo>
                <a:lnTo>
                  <a:pt x="373601" y="112119"/>
                </a:lnTo>
                <a:lnTo>
                  <a:pt x="373830" y="112667"/>
                </a:lnTo>
                <a:lnTo>
                  <a:pt x="374073" y="113206"/>
                </a:lnTo>
                <a:lnTo>
                  <a:pt x="374329" y="113735"/>
                </a:lnTo>
                <a:lnTo>
                  <a:pt x="374599" y="114255"/>
                </a:lnTo>
                <a:lnTo>
                  <a:pt x="374881" y="114765"/>
                </a:lnTo>
                <a:lnTo>
                  <a:pt x="375176" y="115266"/>
                </a:lnTo>
                <a:lnTo>
                  <a:pt x="375485" y="115757"/>
                </a:lnTo>
                <a:lnTo>
                  <a:pt x="375804" y="116238"/>
                </a:lnTo>
                <a:lnTo>
                  <a:pt x="376133" y="116709"/>
                </a:lnTo>
                <a:lnTo>
                  <a:pt x="376470" y="117171"/>
                </a:lnTo>
                <a:lnTo>
                  <a:pt x="376816" y="117622"/>
                </a:lnTo>
                <a:lnTo>
                  <a:pt x="377171" y="118064"/>
                </a:lnTo>
                <a:lnTo>
                  <a:pt x="377535" y="118496"/>
                </a:lnTo>
                <a:lnTo>
                  <a:pt x="377908" y="118918"/>
                </a:lnTo>
                <a:lnTo>
                  <a:pt x="378289" y="119330"/>
                </a:lnTo>
                <a:lnTo>
                  <a:pt x="378680" y="119732"/>
                </a:lnTo>
                <a:lnTo>
                  <a:pt x="379079" y="120124"/>
                </a:lnTo>
                <a:lnTo>
                  <a:pt x="379487" y="120507"/>
                </a:lnTo>
                <a:lnTo>
                  <a:pt x="379904" y="120879"/>
                </a:lnTo>
                <a:lnTo>
                  <a:pt x="380330" y="121242"/>
                </a:lnTo>
                <a:lnTo>
                  <a:pt x="380765" y="121595"/>
                </a:lnTo>
                <a:lnTo>
                  <a:pt x="381208" y="121937"/>
                </a:lnTo>
                <a:lnTo>
                  <a:pt x="381661" y="122270"/>
                </a:lnTo>
                <a:lnTo>
                  <a:pt x="382122" y="122594"/>
                </a:lnTo>
                <a:lnTo>
                  <a:pt x="382592" y="122907"/>
                </a:lnTo>
                <a:lnTo>
                  <a:pt x="383071" y="123210"/>
                </a:lnTo>
                <a:lnTo>
                  <a:pt x="383559" y="123503"/>
                </a:lnTo>
                <a:lnTo>
                  <a:pt x="384056" y="123787"/>
                </a:lnTo>
                <a:lnTo>
                  <a:pt x="384561" y="124061"/>
                </a:lnTo>
                <a:lnTo>
                  <a:pt x="385076" y="124324"/>
                </a:lnTo>
                <a:lnTo>
                  <a:pt x="385599" y="124578"/>
                </a:lnTo>
                <a:lnTo>
                  <a:pt x="386129" y="124822"/>
                </a:lnTo>
                <a:lnTo>
                  <a:pt x="386663" y="125055"/>
                </a:lnTo>
                <a:lnTo>
                  <a:pt x="387203" y="125278"/>
                </a:lnTo>
                <a:lnTo>
                  <a:pt x="387746" y="125491"/>
                </a:lnTo>
                <a:lnTo>
                  <a:pt x="388295" y="125693"/>
                </a:lnTo>
                <a:lnTo>
                  <a:pt x="388848" y="125885"/>
                </a:lnTo>
                <a:lnTo>
                  <a:pt x="389405" y="126066"/>
                </a:lnTo>
                <a:lnTo>
                  <a:pt x="389967" y="126238"/>
                </a:lnTo>
                <a:lnTo>
                  <a:pt x="390534" y="126398"/>
                </a:lnTo>
                <a:lnTo>
                  <a:pt x="391105" y="126549"/>
                </a:lnTo>
                <a:lnTo>
                  <a:pt x="391681" y="126689"/>
                </a:lnTo>
                <a:lnTo>
                  <a:pt x="392262" y="126818"/>
                </a:lnTo>
                <a:lnTo>
                  <a:pt x="392847" y="126938"/>
                </a:lnTo>
                <a:lnTo>
                  <a:pt x="393437" y="127047"/>
                </a:lnTo>
                <a:lnTo>
                  <a:pt x="394031" y="127145"/>
                </a:lnTo>
                <a:lnTo>
                  <a:pt x="394630" y="127233"/>
                </a:lnTo>
                <a:lnTo>
                  <a:pt x="395233" y="127311"/>
                </a:lnTo>
                <a:lnTo>
                  <a:pt x="395841" y="127378"/>
                </a:lnTo>
                <a:lnTo>
                  <a:pt x="396454" y="127435"/>
                </a:lnTo>
                <a:lnTo>
                  <a:pt x="397071" y="127482"/>
                </a:lnTo>
                <a:lnTo>
                  <a:pt x="397693" y="127518"/>
                </a:lnTo>
                <a:lnTo>
                  <a:pt x="398319" y="127544"/>
                </a:lnTo>
                <a:lnTo>
                  <a:pt x="398950" y="127560"/>
                </a:lnTo>
                <a:lnTo>
                  <a:pt x="399585" y="127565"/>
                </a:lnTo>
                <a:lnTo>
                  <a:pt x="400477" y="127558"/>
                </a:lnTo>
                <a:lnTo>
                  <a:pt x="401359" y="127536"/>
                </a:lnTo>
                <a:lnTo>
                  <a:pt x="402231" y="127500"/>
                </a:lnTo>
                <a:lnTo>
                  <a:pt x="403095" y="127450"/>
                </a:lnTo>
                <a:lnTo>
                  <a:pt x="403949" y="127385"/>
                </a:lnTo>
                <a:close/>
                <a:moveTo>
                  <a:pt x="400350" y="115723"/>
                </a:moveTo>
                <a:lnTo>
                  <a:pt x="399742" y="115644"/>
                </a:lnTo>
                <a:lnTo>
                  <a:pt x="399148" y="115551"/>
                </a:lnTo>
                <a:lnTo>
                  <a:pt x="398568" y="115444"/>
                </a:lnTo>
                <a:lnTo>
                  <a:pt x="398002" y="115322"/>
                </a:lnTo>
                <a:lnTo>
                  <a:pt x="397449" y="115186"/>
                </a:lnTo>
                <a:lnTo>
                  <a:pt x="396910" y="115036"/>
                </a:lnTo>
                <a:lnTo>
                  <a:pt x="396385" y="114871"/>
                </a:lnTo>
                <a:lnTo>
                  <a:pt x="395874" y="114692"/>
                </a:lnTo>
                <a:lnTo>
                  <a:pt x="395376" y="114499"/>
                </a:lnTo>
                <a:lnTo>
                  <a:pt x="394892" y="114291"/>
                </a:lnTo>
                <a:lnTo>
                  <a:pt x="394422" y="114070"/>
                </a:lnTo>
                <a:lnTo>
                  <a:pt x="393966" y="113833"/>
                </a:lnTo>
                <a:lnTo>
                  <a:pt x="393523" y="113583"/>
                </a:lnTo>
                <a:lnTo>
                  <a:pt x="393095" y="113318"/>
                </a:lnTo>
                <a:lnTo>
                  <a:pt x="392679" y="113039"/>
                </a:lnTo>
                <a:lnTo>
                  <a:pt x="392278" y="112745"/>
                </a:lnTo>
                <a:lnTo>
                  <a:pt x="391891" y="112437"/>
                </a:lnTo>
                <a:lnTo>
                  <a:pt x="391517" y="112115"/>
                </a:lnTo>
                <a:lnTo>
                  <a:pt x="391157" y="111779"/>
                </a:lnTo>
                <a:lnTo>
                  <a:pt x="390811" y="111430"/>
                </a:lnTo>
                <a:lnTo>
                  <a:pt x="390480" y="111072"/>
                </a:lnTo>
                <a:lnTo>
                  <a:pt x="390164" y="110704"/>
                </a:lnTo>
                <a:lnTo>
                  <a:pt x="389862" y="110327"/>
                </a:lnTo>
                <a:lnTo>
                  <a:pt x="389576" y="109940"/>
                </a:lnTo>
                <a:lnTo>
                  <a:pt x="389303" y="109543"/>
                </a:lnTo>
                <a:lnTo>
                  <a:pt x="389046" y="109136"/>
                </a:lnTo>
                <a:lnTo>
                  <a:pt x="388803" y="108719"/>
                </a:lnTo>
                <a:lnTo>
                  <a:pt x="388575" y="108293"/>
                </a:lnTo>
                <a:lnTo>
                  <a:pt x="388362" y="107858"/>
                </a:lnTo>
                <a:lnTo>
                  <a:pt x="388163" y="107412"/>
                </a:lnTo>
                <a:lnTo>
                  <a:pt x="387979" y="106957"/>
                </a:lnTo>
                <a:lnTo>
                  <a:pt x="387810" y="106492"/>
                </a:lnTo>
                <a:lnTo>
                  <a:pt x="387656" y="106017"/>
                </a:lnTo>
                <a:lnTo>
                  <a:pt x="387516" y="105533"/>
                </a:lnTo>
                <a:lnTo>
                  <a:pt x="387391" y="105039"/>
                </a:lnTo>
                <a:lnTo>
                  <a:pt x="387281" y="104535"/>
                </a:lnTo>
                <a:lnTo>
                  <a:pt x="387185" y="104021"/>
                </a:lnTo>
                <a:lnTo>
                  <a:pt x="387104" y="103498"/>
                </a:lnTo>
                <a:lnTo>
                  <a:pt x="387038" y="102965"/>
                </a:lnTo>
                <a:lnTo>
                  <a:pt x="386986" y="102423"/>
                </a:lnTo>
                <a:lnTo>
                  <a:pt x="386950" y="101870"/>
                </a:lnTo>
                <a:lnTo>
                  <a:pt x="386927" y="101308"/>
                </a:lnTo>
                <a:lnTo>
                  <a:pt x="386920" y="100737"/>
                </a:lnTo>
                <a:lnTo>
                  <a:pt x="386938" y="99901"/>
                </a:lnTo>
                <a:lnTo>
                  <a:pt x="386993" y="99086"/>
                </a:lnTo>
                <a:lnTo>
                  <a:pt x="387085" y="98290"/>
                </a:lnTo>
                <a:lnTo>
                  <a:pt x="387212" y="97515"/>
                </a:lnTo>
                <a:lnTo>
                  <a:pt x="387377" y="96758"/>
                </a:lnTo>
                <a:lnTo>
                  <a:pt x="387578" y="96022"/>
                </a:lnTo>
                <a:lnTo>
                  <a:pt x="387815" y="95305"/>
                </a:lnTo>
                <a:lnTo>
                  <a:pt x="388089" y="94609"/>
                </a:lnTo>
                <a:lnTo>
                  <a:pt x="388400" y="93931"/>
                </a:lnTo>
                <a:lnTo>
                  <a:pt x="388747" y="93274"/>
                </a:lnTo>
                <a:lnTo>
                  <a:pt x="389131" y="92636"/>
                </a:lnTo>
                <a:lnTo>
                  <a:pt x="389551" y="92018"/>
                </a:lnTo>
                <a:lnTo>
                  <a:pt x="390008" y="91420"/>
                </a:lnTo>
                <a:lnTo>
                  <a:pt x="390501" y="90842"/>
                </a:lnTo>
                <a:lnTo>
                  <a:pt x="391031" y="90283"/>
                </a:lnTo>
                <a:lnTo>
                  <a:pt x="391597" y="89744"/>
                </a:lnTo>
                <a:lnTo>
                  <a:pt x="392200" y="89225"/>
                </a:lnTo>
                <a:lnTo>
                  <a:pt x="392840" y="88726"/>
                </a:lnTo>
                <a:lnTo>
                  <a:pt x="393516" y="88246"/>
                </a:lnTo>
                <a:lnTo>
                  <a:pt x="394228" y="87786"/>
                </a:lnTo>
                <a:lnTo>
                  <a:pt x="394978" y="87346"/>
                </a:lnTo>
                <a:lnTo>
                  <a:pt x="395763" y="86925"/>
                </a:lnTo>
                <a:lnTo>
                  <a:pt x="396585" y="86524"/>
                </a:lnTo>
                <a:lnTo>
                  <a:pt x="397444" y="86143"/>
                </a:lnTo>
                <a:lnTo>
                  <a:pt x="398345" y="85779"/>
                </a:lnTo>
                <a:lnTo>
                  <a:pt x="399293" y="85430"/>
                </a:lnTo>
                <a:lnTo>
                  <a:pt x="400289" y="85095"/>
                </a:lnTo>
                <a:lnTo>
                  <a:pt x="401333" y="84774"/>
                </a:lnTo>
                <a:lnTo>
                  <a:pt x="402424" y="84468"/>
                </a:lnTo>
                <a:lnTo>
                  <a:pt x="403563" y="84176"/>
                </a:lnTo>
                <a:lnTo>
                  <a:pt x="404750" y="83899"/>
                </a:lnTo>
                <a:lnTo>
                  <a:pt x="405984" y="83636"/>
                </a:lnTo>
                <a:lnTo>
                  <a:pt x="407266" y="83388"/>
                </a:lnTo>
                <a:lnTo>
                  <a:pt x="408595" y="83154"/>
                </a:lnTo>
                <a:lnTo>
                  <a:pt x="409972" y="82935"/>
                </a:lnTo>
                <a:lnTo>
                  <a:pt x="411397" y="82730"/>
                </a:lnTo>
                <a:lnTo>
                  <a:pt x="412869" y="82540"/>
                </a:lnTo>
                <a:lnTo>
                  <a:pt x="414389" y="82364"/>
                </a:lnTo>
                <a:lnTo>
                  <a:pt x="415956" y="82203"/>
                </a:lnTo>
                <a:lnTo>
                  <a:pt x="417571" y="82056"/>
                </a:lnTo>
                <a:lnTo>
                  <a:pt x="419234" y="81923"/>
                </a:lnTo>
                <a:lnTo>
                  <a:pt x="420944" y="81806"/>
                </a:lnTo>
                <a:lnTo>
                  <a:pt x="422702" y="81702"/>
                </a:lnTo>
                <a:lnTo>
                  <a:pt x="424507" y="81613"/>
                </a:lnTo>
                <a:lnTo>
                  <a:pt x="426361" y="81539"/>
                </a:lnTo>
                <a:lnTo>
                  <a:pt x="428261" y="81479"/>
                </a:lnTo>
                <a:lnTo>
                  <a:pt x="430210" y="81433"/>
                </a:lnTo>
                <a:lnTo>
                  <a:pt x="432206" y="81402"/>
                </a:lnTo>
                <a:lnTo>
                  <a:pt x="432206" y="100170"/>
                </a:lnTo>
                <a:lnTo>
                  <a:pt x="431792" y="100734"/>
                </a:lnTo>
                <a:lnTo>
                  <a:pt x="431369" y="101291"/>
                </a:lnTo>
                <a:lnTo>
                  <a:pt x="430939" y="101839"/>
                </a:lnTo>
                <a:lnTo>
                  <a:pt x="430500" y="102378"/>
                </a:lnTo>
                <a:lnTo>
                  <a:pt x="430053" y="102910"/>
                </a:lnTo>
                <a:lnTo>
                  <a:pt x="429597" y="103433"/>
                </a:lnTo>
                <a:lnTo>
                  <a:pt x="429134" y="103948"/>
                </a:lnTo>
                <a:lnTo>
                  <a:pt x="428662" y="104455"/>
                </a:lnTo>
                <a:lnTo>
                  <a:pt x="428182" y="104954"/>
                </a:lnTo>
                <a:lnTo>
                  <a:pt x="427694" y="105444"/>
                </a:lnTo>
                <a:lnTo>
                  <a:pt x="427198" y="105927"/>
                </a:lnTo>
                <a:lnTo>
                  <a:pt x="426693" y="106401"/>
                </a:lnTo>
                <a:lnTo>
                  <a:pt x="426180" y="106867"/>
                </a:lnTo>
                <a:lnTo>
                  <a:pt x="425659" y="107324"/>
                </a:lnTo>
                <a:lnTo>
                  <a:pt x="425130" y="107774"/>
                </a:lnTo>
                <a:lnTo>
                  <a:pt x="424592" y="108215"/>
                </a:lnTo>
                <a:lnTo>
                  <a:pt x="424047" y="108648"/>
                </a:lnTo>
                <a:lnTo>
                  <a:pt x="423493" y="109073"/>
                </a:lnTo>
                <a:lnTo>
                  <a:pt x="422930" y="109489"/>
                </a:lnTo>
                <a:lnTo>
                  <a:pt x="422360" y="109897"/>
                </a:lnTo>
                <a:lnTo>
                  <a:pt x="421781" y="110298"/>
                </a:lnTo>
                <a:lnTo>
                  <a:pt x="421194" y="110689"/>
                </a:lnTo>
                <a:lnTo>
                  <a:pt x="420599" y="111073"/>
                </a:lnTo>
                <a:lnTo>
                  <a:pt x="419996" y="111449"/>
                </a:lnTo>
                <a:lnTo>
                  <a:pt x="419385" y="111812"/>
                </a:lnTo>
                <a:lnTo>
                  <a:pt x="418768" y="112160"/>
                </a:lnTo>
                <a:lnTo>
                  <a:pt x="418145" y="112492"/>
                </a:lnTo>
                <a:lnTo>
                  <a:pt x="417515" y="112809"/>
                </a:lnTo>
                <a:lnTo>
                  <a:pt x="416880" y="113111"/>
                </a:lnTo>
                <a:lnTo>
                  <a:pt x="416237" y="113397"/>
                </a:lnTo>
                <a:lnTo>
                  <a:pt x="415589" y="113668"/>
                </a:lnTo>
                <a:lnTo>
                  <a:pt x="414934" y="113923"/>
                </a:lnTo>
                <a:lnTo>
                  <a:pt x="414273" y="114162"/>
                </a:lnTo>
                <a:lnTo>
                  <a:pt x="413605" y="114387"/>
                </a:lnTo>
                <a:lnTo>
                  <a:pt x="412931" y="114595"/>
                </a:lnTo>
                <a:lnTo>
                  <a:pt x="412251" y="114789"/>
                </a:lnTo>
                <a:lnTo>
                  <a:pt x="411564" y="114966"/>
                </a:lnTo>
                <a:lnTo>
                  <a:pt x="410871" y="115129"/>
                </a:lnTo>
                <a:lnTo>
                  <a:pt x="410172" y="115276"/>
                </a:lnTo>
                <a:lnTo>
                  <a:pt x="409467" y="115407"/>
                </a:lnTo>
                <a:lnTo>
                  <a:pt x="408755" y="115523"/>
                </a:lnTo>
                <a:lnTo>
                  <a:pt x="408037" y="115624"/>
                </a:lnTo>
                <a:lnTo>
                  <a:pt x="407312" y="115709"/>
                </a:lnTo>
                <a:lnTo>
                  <a:pt x="406581" y="115778"/>
                </a:lnTo>
                <a:lnTo>
                  <a:pt x="405844" y="115832"/>
                </a:lnTo>
                <a:lnTo>
                  <a:pt x="405101" y="115871"/>
                </a:lnTo>
                <a:lnTo>
                  <a:pt x="404351" y="115894"/>
                </a:lnTo>
                <a:lnTo>
                  <a:pt x="403595" y="115902"/>
                </a:lnTo>
                <a:lnTo>
                  <a:pt x="402918" y="115895"/>
                </a:lnTo>
                <a:lnTo>
                  <a:pt x="402255" y="115873"/>
                </a:lnTo>
                <a:lnTo>
                  <a:pt x="401606" y="115838"/>
                </a:lnTo>
                <a:lnTo>
                  <a:pt x="400971" y="115787"/>
                </a:lnTo>
                <a:lnTo>
                  <a:pt x="400350" y="115723"/>
                </a:lnTo>
                <a:close/>
                <a:moveTo>
                  <a:pt x="676798" y="127400"/>
                </a:moveTo>
                <a:lnTo>
                  <a:pt x="677674" y="127327"/>
                </a:lnTo>
                <a:lnTo>
                  <a:pt x="678540" y="127241"/>
                </a:lnTo>
                <a:lnTo>
                  <a:pt x="679396" y="127142"/>
                </a:lnTo>
                <a:lnTo>
                  <a:pt x="680241" y="127030"/>
                </a:lnTo>
                <a:lnTo>
                  <a:pt x="681076" y="126905"/>
                </a:lnTo>
                <a:lnTo>
                  <a:pt x="681900" y="126766"/>
                </a:lnTo>
                <a:lnTo>
                  <a:pt x="682714" y="126614"/>
                </a:lnTo>
                <a:lnTo>
                  <a:pt x="683517" y="126449"/>
                </a:lnTo>
                <a:lnTo>
                  <a:pt x="684310" y="126271"/>
                </a:lnTo>
                <a:lnTo>
                  <a:pt x="685093" y="126079"/>
                </a:lnTo>
                <a:lnTo>
                  <a:pt x="685865" y="125874"/>
                </a:lnTo>
                <a:lnTo>
                  <a:pt x="686627" y="125656"/>
                </a:lnTo>
                <a:lnTo>
                  <a:pt x="687378" y="125425"/>
                </a:lnTo>
                <a:lnTo>
                  <a:pt x="688119" y="125181"/>
                </a:lnTo>
                <a:lnTo>
                  <a:pt x="688849" y="124923"/>
                </a:lnTo>
                <a:lnTo>
                  <a:pt x="689569" y="124653"/>
                </a:lnTo>
                <a:lnTo>
                  <a:pt x="690279" y="124369"/>
                </a:lnTo>
                <a:lnTo>
                  <a:pt x="690978" y="124071"/>
                </a:lnTo>
                <a:lnTo>
                  <a:pt x="691666" y="123761"/>
                </a:lnTo>
                <a:lnTo>
                  <a:pt x="692343" y="123438"/>
                </a:lnTo>
                <a:lnTo>
                  <a:pt x="693008" y="123104"/>
                </a:lnTo>
                <a:lnTo>
                  <a:pt x="693660" y="122759"/>
                </a:lnTo>
                <a:lnTo>
                  <a:pt x="694299" y="122403"/>
                </a:lnTo>
                <a:lnTo>
                  <a:pt x="694925" y="122036"/>
                </a:lnTo>
                <a:lnTo>
                  <a:pt x="695539" y="121658"/>
                </a:lnTo>
                <a:lnTo>
                  <a:pt x="696140" y="121268"/>
                </a:lnTo>
                <a:lnTo>
                  <a:pt x="696728" y="120868"/>
                </a:lnTo>
                <a:lnTo>
                  <a:pt x="697304" y="120456"/>
                </a:lnTo>
                <a:lnTo>
                  <a:pt x="697867" y="120034"/>
                </a:lnTo>
                <a:lnTo>
                  <a:pt x="698418" y="119600"/>
                </a:lnTo>
                <a:lnTo>
                  <a:pt x="698956" y="119155"/>
                </a:lnTo>
                <a:lnTo>
                  <a:pt x="699481" y="118699"/>
                </a:lnTo>
                <a:lnTo>
                  <a:pt x="699994" y="118232"/>
                </a:lnTo>
                <a:lnTo>
                  <a:pt x="700493" y="117754"/>
                </a:lnTo>
                <a:lnTo>
                  <a:pt x="700981" y="117265"/>
                </a:lnTo>
                <a:lnTo>
                  <a:pt x="701455" y="116765"/>
                </a:lnTo>
                <a:lnTo>
                  <a:pt x="701917" y="116253"/>
                </a:lnTo>
                <a:lnTo>
                  <a:pt x="702366" y="115731"/>
                </a:lnTo>
                <a:lnTo>
                  <a:pt x="702803" y="115197"/>
                </a:lnTo>
                <a:lnTo>
                  <a:pt x="703227" y="114653"/>
                </a:lnTo>
                <a:lnTo>
                  <a:pt x="703638" y="114097"/>
                </a:lnTo>
                <a:lnTo>
                  <a:pt x="704037" y="113530"/>
                </a:lnTo>
                <a:lnTo>
                  <a:pt x="704423" y="112952"/>
                </a:lnTo>
                <a:lnTo>
                  <a:pt x="704795" y="112364"/>
                </a:lnTo>
                <a:lnTo>
                  <a:pt x="705152" y="111766"/>
                </a:lnTo>
                <a:lnTo>
                  <a:pt x="705495" y="111160"/>
                </a:lnTo>
                <a:lnTo>
                  <a:pt x="705823" y="110544"/>
                </a:lnTo>
                <a:lnTo>
                  <a:pt x="706135" y="109918"/>
                </a:lnTo>
                <a:lnTo>
                  <a:pt x="706433" y="109284"/>
                </a:lnTo>
                <a:lnTo>
                  <a:pt x="706716" y="108640"/>
                </a:lnTo>
                <a:lnTo>
                  <a:pt x="706984" y="107987"/>
                </a:lnTo>
                <a:lnTo>
                  <a:pt x="707238" y="107324"/>
                </a:lnTo>
                <a:lnTo>
                  <a:pt x="707476" y="106652"/>
                </a:lnTo>
                <a:lnTo>
                  <a:pt x="707699" y="105971"/>
                </a:lnTo>
                <a:lnTo>
                  <a:pt x="707908" y="105281"/>
                </a:lnTo>
                <a:lnTo>
                  <a:pt x="708102" y="104581"/>
                </a:lnTo>
                <a:lnTo>
                  <a:pt x="708281" y="103872"/>
                </a:lnTo>
                <a:lnTo>
                  <a:pt x="708445" y="103154"/>
                </a:lnTo>
                <a:lnTo>
                  <a:pt x="708594" y="102427"/>
                </a:lnTo>
                <a:lnTo>
                  <a:pt x="708728" y="101690"/>
                </a:lnTo>
                <a:lnTo>
                  <a:pt x="708848" y="100944"/>
                </a:lnTo>
                <a:lnTo>
                  <a:pt x="708952" y="100188"/>
                </a:lnTo>
                <a:lnTo>
                  <a:pt x="709042" y="99424"/>
                </a:lnTo>
                <a:lnTo>
                  <a:pt x="709117" y="98650"/>
                </a:lnTo>
                <a:lnTo>
                  <a:pt x="709177" y="97866"/>
                </a:lnTo>
                <a:lnTo>
                  <a:pt x="709222" y="97074"/>
                </a:lnTo>
                <a:lnTo>
                  <a:pt x="709252" y="96272"/>
                </a:lnTo>
                <a:lnTo>
                  <a:pt x="694218" y="96272"/>
                </a:lnTo>
                <a:lnTo>
                  <a:pt x="694185" y="97054"/>
                </a:lnTo>
                <a:lnTo>
                  <a:pt x="694134" y="97821"/>
                </a:lnTo>
                <a:lnTo>
                  <a:pt x="694064" y="98573"/>
                </a:lnTo>
                <a:lnTo>
                  <a:pt x="693975" y="99309"/>
                </a:lnTo>
                <a:lnTo>
                  <a:pt x="693866" y="100029"/>
                </a:lnTo>
                <a:lnTo>
                  <a:pt x="693739" y="100734"/>
                </a:lnTo>
                <a:lnTo>
                  <a:pt x="693593" y="101424"/>
                </a:lnTo>
                <a:lnTo>
                  <a:pt x="693428" y="102098"/>
                </a:lnTo>
                <a:lnTo>
                  <a:pt x="693244" y="102757"/>
                </a:lnTo>
                <a:lnTo>
                  <a:pt x="693041" y="103400"/>
                </a:lnTo>
                <a:lnTo>
                  <a:pt x="692819" y="104028"/>
                </a:lnTo>
                <a:lnTo>
                  <a:pt x="692578" y="104640"/>
                </a:lnTo>
                <a:lnTo>
                  <a:pt x="692317" y="105237"/>
                </a:lnTo>
                <a:lnTo>
                  <a:pt x="692038" y="105819"/>
                </a:lnTo>
                <a:lnTo>
                  <a:pt x="691740" y="106385"/>
                </a:lnTo>
                <a:lnTo>
                  <a:pt x="691423" y="106935"/>
                </a:lnTo>
                <a:lnTo>
                  <a:pt x="691087" y="107470"/>
                </a:lnTo>
                <a:lnTo>
                  <a:pt x="690732" y="107990"/>
                </a:lnTo>
                <a:lnTo>
                  <a:pt x="690358" y="108494"/>
                </a:lnTo>
                <a:lnTo>
                  <a:pt x="689965" y="108982"/>
                </a:lnTo>
                <a:lnTo>
                  <a:pt x="689554" y="109456"/>
                </a:lnTo>
                <a:lnTo>
                  <a:pt x="689123" y="109913"/>
                </a:lnTo>
                <a:lnTo>
                  <a:pt x="688673" y="110356"/>
                </a:lnTo>
                <a:lnTo>
                  <a:pt x="688204" y="110782"/>
                </a:lnTo>
                <a:lnTo>
                  <a:pt x="687718" y="111193"/>
                </a:lnTo>
                <a:lnTo>
                  <a:pt x="687216" y="111585"/>
                </a:lnTo>
                <a:lnTo>
                  <a:pt x="686699" y="111961"/>
                </a:lnTo>
                <a:lnTo>
                  <a:pt x="686166" y="112319"/>
                </a:lnTo>
                <a:lnTo>
                  <a:pt x="685618" y="112659"/>
                </a:lnTo>
                <a:lnTo>
                  <a:pt x="685055" y="112982"/>
                </a:lnTo>
                <a:lnTo>
                  <a:pt x="684475" y="113288"/>
                </a:lnTo>
                <a:lnTo>
                  <a:pt x="683881" y="113576"/>
                </a:lnTo>
                <a:lnTo>
                  <a:pt x="683271" y="113847"/>
                </a:lnTo>
                <a:lnTo>
                  <a:pt x="682645" y="114100"/>
                </a:lnTo>
                <a:lnTo>
                  <a:pt x="682004" y="114335"/>
                </a:lnTo>
                <a:lnTo>
                  <a:pt x="681347" y="114554"/>
                </a:lnTo>
                <a:lnTo>
                  <a:pt x="680675" y="114755"/>
                </a:lnTo>
                <a:lnTo>
                  <a:pt x="679987" y="114938"/>
                </a:lnTo>
                <a:lnTo>
                  <a:pt x="679284" y="115104"/>
                </a:lnTo>
                <a:lnTo>
                  <a:pt x="678566" y="115252"/>
                </a:lnTo>
                <a:lnTo>
                  <a:pt x="677831" y="115383"/>
                </a:lnTo>
                <a:lnTo>
                  <a:pt x="677082" y="115497"/>
                </a:lnTo>
                <a:lnTo>
                  <a:pt x="676317" y="115593"/>
                </a:lnTo>
                <a:lnTo>
                  <a:pt x="675536" y="115671"/>
                </a:lnTo>
                <a:lnTo>
                  <a:pt x="674740" y="115732"/>
                </a:lnTo>
                <a:lnTo>
                  <a:pt x="673928" y="115776"/>
                </a:lnTo>
                <a:lnTo>
                  <a:pt x="673101" y="115802"/>
                </a:lnTo>
                <a:lnTo>
                  <a:pt x="672258" y="115811"/>
                </a:lnTo>
                <a:lnTo>
                  <a:pt x="671467" y="115803"/>
                </a:lnTo>
                <a:lnTo>
                  <a:pt x="670690" y="115779"/>
                </a:lnTo>
                <a:lnTo>
                  <a:pt x="669925" y="115740"/>
                </a:lnTo>
                <a:lnTo>
                  <a:pt x="669173" y="115684"/>
                </a:lnTo>
                <a:lnTo>
                  <a:pt x="668434" y="115613"/>
                </a:lnTo>
                <a:lnTo>
                  <a:pt x="667708" y="115526"/>
                </a:lnTo>
                <a:lnTo>
                  <a:pt x="666995" y="115423"/>
                </a:lnTo>
                <a:lnTo>
                  <a:pt x="666295" y="115304"/>
                </a:lnTo>
                <a:lnTo>
                  <a:pt x="665608" y="115169"/>
                </a:lnTo>
                <a:lnTo>
                  <a:pt x="664934" y="115019"/>
                </a:lnTo>
                <a:lnTo>
                  <a:pt x="664273" y="114853"/>
                </a:lnTo>
                <a:lnTo>
                  <a:pt x="663625" y="114670"/>
                </a:lnTo>
                <a:lnTo>
                  <a:pt x="662990" y="114472"/>
                </a:lnTo>
                <a:lnTo>
                  <a:pt x="662368" y="114259"/>
                </a:lnTo>
                <a:lnTo>
                  <a:pt x="661758" y="114029"/>
                </a:lnTo>
                <a:lnTo>
                  <a:pt x="661162" y="113783"/>
                </a:lnTo>
                <a:lnTo>
                  <a:pt x="660579" y="113522"/>
                </a:lnTo>
                <a:lnTo>
                  <a:pt x="660009" y="113245"/>
                </a:lnTo>
                <a:lnTo>
                  <a:pt x="659451" y="112952"/>
                </a:lnTo>
                <a:lnTo>
                  <a:pt x="658907" y="112643"/>
                </a:lnTo>
                <a:lnTo>
                  <a:pt x="658376" y="112318"/>
                </a:lnTo>
                <a:lnTo>
                  <a:pt x="657857" y="111978"/>
                </a:lnTo>
                <a:lnTo>
                  <a:pt x="657352" y="111621"/>
                </a:lnTo>
                <a:lnTo>
                  <a:pt x="656859" y="111249"/>
                </a:lnTo>
                <a:lnTo>
                  <a:pt x="656379" y="110864"/>
                </a:lnTo>
                <a:lnTo>
                  <a:pt x="655909" y="110468"/>
                </a:lnTo>
                <a:lnTo>
                  <a:pt x="655451" y="110062"/>
                </a:lnTo>
                <a:lnTo>
                  <a:pt x="655003" y="109646"/>
                </a:lnTo>
                <a:lnTo>
                  <a:pt x="654566" y="109219"/>
                </a:lnTo>
                <a:lnTo>
                  <a:pt x="654140" y="108781"/>
                </a:lnTo>
                <a:lnTo>
                  <a:pt x="653725" y="108334"/>
                </a:lnTo>
                <a:lnTo>
                  <a:pt x="653321" y="107876"/>
                </a:lnTo>
                <a:lnTo>
                  <a:pt x="652928" y="107407"/>
                </a:lnTo>
                <a:lnTo>
                  <a:pt x="652545" y="106928"/>
                </a:lnTo>
                <a:lnTo>
                  <a:pt x="652174" y="106439"/>
                </a:lnTo>
                <a:lnTo>
                  <a:pt x="651814" y="105940"/>
                </a:lnTo>
                <a:lnTo>
                  <a:pt x="651464" y="105430"/>
                </a:lnTo>
                <a:lnTo>
                  <a:pt x="651126" y="104909"/>
                </a:lnTo>
                <a:lnTo>
                  <a:pt x="650798" y="104378"/>
                </a:lnTo>
                <a:lnTo>
                  <a:pt x="650481" y="103837"/>
                </a:lnTo>
                <a:lnTo>
                  <a:pt x="650175" y="103286"/>
                </a:lnTo>
                <a:lnTo>
                  <a:pt x="649880" y="102724"/>
                </a:lnTo>
                <a:lnTo>
                  <a:pt x="649596" y="102151"/>
                </a:lnTo>
                <a:lnTo>
                  <a:pt x="649323" y="101568"/>
                </a:lnTo>
                <a:lnTo>
                  <a:pt x="649061" y="100975"/>
                </a:lnTo>
                <a:lnTo>
                  <a:pt x="648810" y="100372"/>
                </a:lnTo>
                <a:lnTo>
                  <a:pt x="648569" y="99758"/>
                </a:lnTo>
                <a:lnTo>
                  <a:pt x="648340" y="99133"/>
                </a:lnTo>
                <a:lnTo>
                  <a:pt x="648120" y="98501"/>
                </a:lnTo>
                <a:lnTo>
                  <a:pt x="647910" y="97864"/>
                </a:lnTo>
                <a:lnTo>
                  <a:pt x="647708" y="97222"/>
                </a:lnTo>
                <a:lnTo>
                  <a:pt x="647516" y="96574"/>
                </a:lnTo>
                <a:lnTo>
                  <a:pt x="647333" y="95922"/>
                </a:lnTo>
                <a:lnTo>
                  <a:pt x="647158" y="95264"/>
                </a:lnTo>
                <a:lnTo>
                  <a:pt x="646993" y="94602"/>
                </a:lnTo>
                <a:lnTo>
                  <a:pt x="646836" y="93934"/>
                </a:lnTo>
                <a:lnTo>
                  <a:pt x="646689" y="93261"/>
                </a:lnTo>
                <a:lnTo>
                  <a:pt x="646551" y="92583"/>
                </a:lnTo>
                <a:lnTo>
                  <a:pt x="646421" y="91899"/>
                </a:lnTo>
                <a:lnTo>
                  <a:pt x="646301" y="91211"/>
                </a:lnTo>
                <a:lnTo>
                  <a:pt x="646190" y="90518"/>
                </a:lnTo>
                <a:lnTo>
                  <a:pt x="646087" y="89819"/>
                </a:lnTo>
                <a:lnTo>
                  <a:pt x="645994" y="89116"/>
                </a:lnTo>
                <a:lnTo>
                  <a:pt x="645910" y="88407"/>
                </a:lnTo>
                <a:lnTo>
                  <a:pt x="645835" y="87693"/>
                </a:lnTo>
                <a:lnTo>
                  <a:pt x="645769" y="86974"/>
                </a:lnTo>
                <a:lnTo>
                  <a:pt x="645711" y="86250"/>
                </a:lnTo>
                <a:lnTo>
                  <a:pt x="645663" y="85521"/>
                </a:lnTo>
                <a:lnTo>
                  <a:pt x="645624" y="84786"/>
                </a:lnTo>
                <a:lnTo>
                  <a:pt x="645594" y="84047"/>
                </a:lnTo>
                <a:lnTo>
                  <a:pt x="645573" y="83302"/>
                </a:lnTo>
                <a:lnTo>
                  <a:pt x="645561" y="82553"/>
                </a:lnTo>
                <a:lnTo>
                  <a:pt x="708797" y="82553"/>
                </a:lnTo>
                <a:lnTo>
                  <a:pt x="708812" y="82481"/>
                </a:lnTo>
                <a:lnTo>
                  <a:pt x="708826" y="82405"/>
                </a:lnTo>
                <a:lnTo>
                  <a:pt x="708841" y="82325"/>
                </a:lnTo>
                <a:lnTo>
                  <a:pt x="708855" y="82242"/>
                </a:lnTo>
                <a:lnTo>
                  <a:pt x="708869" y="82155"/>
                </a:lnTo>
                <a:lnTo>
                  <a:pt x="708882" y="82064"/>
                </a:lnTo>
                <a:lnTo>
                  <a:pt x="708895" y="81970"/>
                </a:lnTo>
                <a:lnTo>
                  <a:pt x="708908" y="81871"/>
                </a:lnTo>
                <a:lnTo>
                  <a:pt x="708920" y="81769"/>
                </a:lnTo>
                <a:lnTo>
                  <a:pt x="708933" y="81664"/>
                </a:lnTo>
                <a:lnTo>
                  <a:pt x="708944" y="81554"/>
                </a:lnTo>
                <a:lnTo>
                  <a:pt x="708956" y="81441"/>
                </a:lnTo>
                <a:lnTo>
                  <a:pt x="708967" y="81324"/>
                </a:lnTo>
                <a:lnTo>
                  <a:pt x="708978" y="81203"/>
                </a:lnTo>
                <a:lnTo>
                  <a:pt x="708989" y="81079"/>
                </a:lnTo>
                <a:lnTo>
                  <a:pt x="708999" y="80951"/>
                </a:lnTo>
                <a:lnTo>
                  <a:pt x="709009" y="80819"/>
                </a:lnTo>
                <a:lnTo>
                  <a:pt x="709019" y="80683"/>
                </a:lnTo>
                <a:lnTo>
                  <a:pt x="709028" y="80544"/>
                </a:lnTo>
                <a:lnTo>
                  <a:pt x="709037" y="80401"/>
                </a:lnTo>
                <a:lnTo>
                  <a:pt x="709046" y="80254"/>
                </a:lnTo>
                <a:lnTo>
                  <a:pt x="709054" y="80103"/>
                </a:lnTo>
                <a:lnTo>
                  <a:pt x="709062" y="79949"/>
                </a:lnTo>
                <a:lnTo>
                  <a:pt x="709070" y="79791"/>
                </a:lnTo>
                <a:lnTo>
                  <a:pt x="709077" y="79632"/>
                </a:lnTo>
                <a:lnTo>
                  <a:pt x="709084" y="79474"/>
                </a:lnTo>
                <a:lnTo>
                  <a:pt x="709091" y="79318"/>
                </a:lnTo>
                <a:lnTo>
                  <a:pt x="709098" y="79164"/>
                </a:lnTo>
                <a:lnTo>
                  <a:pt x="709104" y="79012"/>
                </a:lnTo>
                <a:lnTo>
                  <a:pt x="709110" y="78862"/>
                </a:lnTo>
                <a:lnTo>
                  <a:pt x="709115" y="78713"/>
                </a:lnTo>
                <a:lnTo>
                  <a:pt x="709121" y="78567"/>
                </a:lnTo>
                <a:lnTo>
                  <a:pt x="709125" y="78422"/>
                </a:lnTo>
                <a:lnTo>
                  <a:pt x="709130" y="78279"/>
                </a:lnTo>
                <a:lnTo>
                  <a:pt x="709134" y="78137"/>
                </a:lnTo>
                <a:lnTo>
                  <a:pt x="709138" y="77998"/>
                </a:lnTo>
                <a:lnTo>
                  <a:pt x="709142" y="77860"/>
                </a:lnTo>
                <a:lnTo>
                  <a:pt x="709145" y="77724"/>
                </a:lnTo>
                <a:lnTo>
                  <a:pt x="709148" y="77590"/>
                </a:lnTo>
                <a:lnTo>
                  <a:pt x="709151" y="77457"/>
                </a:lnTo>
                <a:lnTo>
                  <a:pt x="709153" y="77327"/>
                </a:lnTo>
                <a:lnTo>
                  <a:pt x="709155" y="77198"/>
                </a:lnTo>
                <a:lnTo>
                  <a:pt x="709157" y="77071"/>
                </a:lnTo>
                <a:lnTo>
                  <a:pt x="709158" y="76945"/>
                </a:lnTo>
                <a:lnTo>
                  <a:pt x="709160" y="76822"/>
                </a:lnTo>
                <a:lnTo>
                  <a:pt x="709160" y="76700"/>
                </a:lnTo>
                <a:lnTo>
                  <a:pt x="709161" y="76580"/>
                </a:lnTo>
                <a:lnTo>
                  <a:pt x="709161" y="76462"/>
                </a:lnTo>
                <a:lnTo>
                  <a:pt x="709143" y="74722"/>
                </a:lnTo>
                <a:lnTo>
                  <a:pt x="709089" y="73017"/>
                </a:lnTo>
                <a:lnTo>
                  <a:pt x="709000" y="71345"/>
                </a:lnTo>
                <a:lnTo>
                  <a:pt x="708875" y="69708"/>
                </a:lnTo>
                <a:lnTo>
                  <a:pt x="708714" y="68105"/>
                </a:lnTo>
                <a:lnTo>
                  <a:pt x="708517" y="66536"/>
                </a:lnTo>
                <a:lnTo>
                  <a:pt x="708285" y="65001"/>
                </a:lnTo>
                <a:lnTo>
                  <a:pt x="708017" y="63501"/>
                </a:lnTo>
                <a:lnTo>
                  <a:pt x="707713" y="62034"/>
                </a:lnTo>
                <a:lnTo>
                  <a:pt x="707373" y="60602"/>
                </a:lnTo>
                <a:lnTo>
                  <a:pt x="706998" y="59204"/>
                </a:lnTo>
                <a:lnTo>
                  <a:pt x="706587" y="57840"/>
                </a:lnTo>
                <a:lnTo>
                  <a:pt x="706140" y="56510"/>
                </a:lnTo>
                <a:lnTo>
                  <a:pt x="705657" y="55215"/>
                </a:lnTo>
                <a:lnTo>
                  <a:pt x="705139" y="53953"/>
                </a:lnTo>
                <a:lnTo>
                  <a:pt x="704585" y="52726"/>
                </a:lnTo>
                <a:lnTo>
                  <a:pt x="703995" y="51533"/>
                </a:lnTo>
                <a:lnTo>
                  <a:pt x="703369" y="50374"/>
                </a:lnTo>
                <a:lnTo>
                  <a:pt x="702708" y="49249"/>
                </a:lnTo>
                <a:lnTo>
                  <a:pt x="702011" y="48159"/>
                </a:lnTo>
                <a:lnTo>
                  <a:pt x="701278" y="47102"/>
                </a:lnTo>
                <a:lnTo>
                  <a:pt x="700509" y="46080"/>
                </a:lnTo>
                <a:lnTo>
                  <a:pt x="699705" y="45092"/>
                </a:lnTo>
                <a:lnTo>
                  <a:pt x="698865" y="44138"/>
                </a:lnTo>
                <a:lnTo>
                  <a:pt x="697993" y="43221"/>
                </a:lnTo>
                <a:lnTo>
                  <a:pt x="697094" y="42342"/>
                </a:lnTo>
                <a:lnTo>
                  <a:pt x="696168" y="41503"/>
                </a:lnTo>
                <a:lnTo>
                  <a:pt x="695215" y="40702"/>
                </a:lnTo>
                <a:lnTo>
                  <a:pt x="694234" y="39941"/>
                </a:lnTo>
                <a:lnTo>
                  <a:pt x="693227" y="39219"/>
                </a:lnTo>
                <a:lnTo>
                  <a:pt x="692192" y="38535"/>
                </a:lnTo>
                <a:lnTo>
                  <a:pt x="691130" y="37891"/>
                </a:lnTo>
                <a:lnTo>
                  <a:pt x="690040" y="37286"/>
                </a:lnTo>
                <a:lnTo>
                  <a:pt x="688924" y="36720"/>
                </a:lnTo>
                <a:lnTo>
                  <a:pt x="687780" y="36193"/>
                </a:lnTo>
                <a:lnTo>
                  <a:pt x="686609" y="35705"/>
                </a:lnTo>
                <a:lnTo>
                  <a:pt x="685411" y="35256"/>
                </a:lnTo>
                <a:lnTo>
                  <a:pt x="684186" y="34846"/>
                </a:lnTo>
                <a:lnTo>
                  <a:pt x="682933" y="34475"/>
                </a:lnTo>
                <a:lnTo>
                  <a:pt x="681654" y="34143"/>
                </a:lnTo>
                <a:lnTo>
                  <a:pt x="680347" y="33850"/>
                </a:lnTo>
                <a:lnTo>
                  <a:pt x="679012" y="33596"/>
                </a:lnTo>
                <a:lnTo>
                  <a:pt x="677651" y="33382"/>
                </a:lnTo>
                <a:lnTo>
                  <a:pt x="676262" y="33206"/>
                </a:lnTo>
                <a:lnTo>
                  <a:pt x="674847" y="33069"/>
                </a:lnTo>
                <a:lnTo>
                  <a:pt x="673404" y="32972"/>
                </a:lnTo>
                <a:lnTo>
                  <a:pt x="671933" y="32913"/>
                </a:lnTo>
                <a:lnTo>
                  <a:pt x="670436" y="32894"/>
                </a:lnTo>
                <a:lnTo>
                  <a:pt x="669305" y="32904"/>
                </a:lnTo>
                <a:lnTo>
                  <a:pt x="668191" y="32935"/>
                </a:lnTo>
                <a:lnTo>
                  <a:pt x="667094" y="32987"/>
                </a:lnTo>
                <a:lnTo>
                  <a:pt x="666013" y="33060"/>
                </a:lnTo>
                <a:lnTo>
                  <a:pt x="664949" y="33154"/>
                </a:lnTo>
                <a:lnTo>
                  <a:pt x="663901" y="33269"/>
                </a:lnTo>
                <a:lnTo>
                  <a:pt x="662870" y="33404"/>
                </a:lnTo>
                <a:lnTo>
                  <a:pt x="661856" y="33561"/>
                </a:lnTo>
                <a:lnTo>
                  <a:pt x="660858" y="33738"/>
                </a:lnTo>
                <a:lnTo>
                  <a:pt x="659877" y="33936"/>
                </a:lnTo>
                <a:lnTo>
                  <a:pt x="658912" y="34155"/>
                </a:lnTo>
                <a:lnTo>
                  <a:pt x="657964" y="34395"/>
                </a:lnTo>
                <a:lnTo>
                  <a:pt x="657033" y="34656"/>
                </a:lnTo>
                <a:lnTo>
                  <a:pt x="656118" y="34937"/>
                </a:lnTo>
                <a:lnTo>
                  <a:pt x="655220" y="35239"/>
                </a:lnTo>
                <a:lnTo>
                  <a:pt x="654338" y="35563"/>
                </a:lnTo>
                <a:lnTo>
                  <a:pt x="653473" y="35907"/>
                </a:lnTo>
                <a:lnTo>
                  <a:pt x="652625" y="36272"/>
                </a:lnTo>
                <a:lnTo>
                  <a:pt x="651793" y="36657"/>
                </a:lnTo>
                <a:lnTo>
                  <a:pt x="650978" y="37064"/>
                </a:lnTo>
                <a:lnTo>
                  <a:pt x="650180" y="37491"/>
                </a:lnTo>
                <a:lnTo>
                  <a:pt x="649398" y="37940"/>
                </a:lnTo>
                <a:lnTo>
                  <a:pt x="648633" y="38409"/>
                </a:lnTo>
                <a:lnTo>
                  <a:pt x="647884" y="38899"/>
                </a:lnTo>
                <a:lnTo>
                  <a:pt x="647152" y="39407"/>
                </a:lnTo>
                <a:lnTo>
                  <a:pt x="646435" y="39932"/>
                </a:lnTo>
                <a:lnTo>
                  <a:pt x="645734" y="40473"/>
                </a:lnTo>
                <a:lnTo>
                  <a:pt x="645049" y="41030"/>
                </a:lnTo>
                <a:lnTo>
                  <a:pt x="644380" y="41603"/>
                </a:lnTo>
                <a:lnTo>
                  <a:pt x="643727" y="42192"/>
                </a:lnTo>
                <a:lnTo>
                  <a:pt x="643089" y="42797"/>
                </a:lnTo>
                <a:lnTo>
                  <a:pt x="642468" y="43418"/>
                </a:lnTo>
                <a:lnTo>
                  <a:pt x="641862" y="44056"/>
                </a:lnTo>
                <a:lnTo>
                  <a:pt x="641272" y="44709"/>
                </a:lnTo>
                <a:lnTo>
                  <a:pt x="640698" y="45379"/>
                </a:lnTo>
                <a:lnTo>
                  <a:pt x="640139" y="46065"/>
                </a:lnTo>
                <a:lnTo>
                  <a:pt x="639597" y="46767"/>
                </a:lnTo>
                <a:lnTo>
                  <a:pt x="639070" y="47485"/>
                </a:lnTo>
                <a:lnTo>
                  <a:pt x="638559" y="48219"/>
                </a:lnTo>
                <a:lnTo>
                  <a:pt x="638064" y="48970"/>
                </a:lnTo>
                <a:lnTo>
                  <a:pt x="637584" y="49736"/>
                </a:lnTo>
                <a:lnTo>
                  <a:pt x="637121" y="50519"/>
                </a:lnTo>
                <a:lnTo>
                  <a:pt x="636673" y="51318"/>
                </a:lnTo>
                <a:lnTo>
                  <a:pt x="636241" y="52133"/>
                </a:lnTo>
                <a:lnTo>
                  <a:pt x="635825" y="52964"/>
                </a:lnTo>
                <a:lnTo>
                  <a:pt x="635425" y="53811"/>
                </a:lnTo>
                <a:lnTo>
                  <a:pt x="635041" y="54674"/>
                </a:lnTo>
                <a:lnTo>
                  <a:pt x="634672" y="55553"/>
                </a:lnTo>
                <a:lnTo>
                  <a:pt x="634319" y="56447"/>
                </a:lnTo>
                <a:lnTo>
                  <a:pt x="633981" y="57351"/>
                </a:lnTo>
                <a:lnTo>
                  <a:pt x="633658" y="58268"/>
                </a:lnTo>
                <a:lnTo>
                  <a:pt x="633350" y="59196"/>
                </a:lnTo>
                <a:lnTo>
                  <a:pt x="633057" y="60135"/>
                </a:lnTo>
                <a:lnTo>
                  <a:pt x="632779" y="61086"/>
                </a:lnTo>
                <a:lnTo>
                  <a:pt x="632516" y="62049"/>
                </a:lnTo>
                <a:lnTo>
                  <a:pt x="632268" y="63023"/>
                </a:lnTo>
                <a:lnTo>
                  <a:pt x="632035" y="64009"/>
                </a:lnTo>
                <a:lnTo>
                  <a:pt x="631817" y="65006"/>
                </a:lnTo>
                <a:lnTo>
                  <a:pt x="631614" y="66015"/>
                </a:lnTo>
                <a:lnTo>
                  <a:pt x="631426" y="67036"/>
                </a:lnTo>
                <a:lnTo>
                  <a:pt x="631253" y="68068"/>
                </a:lnTo>
                <a:lnTo>
                  <a:pt x="631095" y="69111"/>
                </a:lnTo>
                <a:lnTo>
                  <a:pt x="630953" y="70167"/>
                </a:lnTo>
                <a:lnTo>
                  <a:pt x="630825" y="71233"/>
                </a:lnTo>
                <a:lnTo>
                  <a:pt x="630712" y="72312"/>
                </a:lnTo>
                <a:lnTo>
                  <a:pt x="630615" y="73402"/>
                </a:lnTo>
                <a:lnTo>
                  <a:pt x="630532" y="74503"/>
                </a:lnTo>
                <a:lnTo>
                  <a:pt x="630464" y="75616"/>
                </a:lnTo>
                <a:lnTo>
                  <a:pt x="630412" y="76741"/>
                </a:lnTo>
                <a:lnTo>
                  <a:pt x="630374" y="77877"/>
                </a:lnTo>
                <a:lnTo>
                  <a:pt x="630352" y="79024"/>
                </a:lnTo>
                <a:lnTo>
                  <a:pt x="630344" y="80184"/>
                </a:lnTo>
                <a:lnTo>
                  <a:pt x="630352" y="81297"/>
                </a:lnTo>
                <a:lnTo>
                  <a:pt x="630375" y="82401"/>
                </a:lnTo>
                <a:lnTo>
                  <a:pt x="630414" y="83496"/>
                </a:lnTo>
                <a:lnTo>
                  <a:pt x="630468" y="84582"/>
                </a:lnTo>
                <a:lnTo>
                  <a:pt x="630538" y="85658"/>
                </a:lnTo>
                <a:lnTo>
                  <a:pt x="630623" y="86725"/>
                </a:lnTo>
                <a:lnTo>
                  <a:pt x="630724" y="87783"/>
                </a:lnTo>
                <a:lnTo>
                  <a:pt x="630840" y="88831"/>
                </a:lnTo>
                <a:lnTo>
                  <a:pt x="630972" y="89871"/>
                </a:lnTo>
                <a:lnTo>
                  <a:pt x="631119" y="90901"/>
                </a:lnTo>
                <a:lnTo>
                  <a:pt x="631282" y="91921"/>
                </a:lnTo>
                <a:lnTo>
                  <a:pt x="631460" y="92932"/>
                </a:lnTo>
                <a:lnTo>
                  <a:pt x="631654" y="93934"/>
                </a:lnTo>
                <a:lnTo>
                  <a:pt x="631863" y="94927"/>
                </a:lnTo>
                <a:lnTo>
                  <a:pt x="632088" y="95911"/>
                </a:lnTo>
                <a:lnTo>
                  <a:pt x="632328" y="96885"/>
                </a:lnTo>
                <a:lnTo>
                  <a:pt x="632584" y="97850"/>
                </a:lnTo>
                <a:lnTo>
                  <a:pt x="632855" y="98805"/>
                </a:lnTo>
                <a:lnTo>
                  <a:pt x="633142" y="99752"/>
                </a:lnTo>
                <a:lnTo>
                  <a:pt x="633445" y="100689"/>
                </a:lnTo>
                <a:lnTo>
                  <a:pt x="633762" y="101617"/>
                </a:lnTo>
                <a:lnTo>
                  <a:pt x="634096" y="102535"/>
                </a:lnTo>
                <a:lnTo>
                  <a:pt x="634444" y="103444"/>
                </a:lnTo>
                <a:lnTo>
                  <a:pt x="634809" y="104344"/>
                </a:lnTo>
                <a:lnTo>
                  <a:pt x="635189" y="105231"/>
                </a:lnTo>
                <a:lnTo>
                  <a:pt x="635586" y="106103"/>
                </a:lnTo>
                <a:lnTo>
                  <a:pt x="636000" y="106959"/>
                </a:lnTo>
                <a:lnTo>
                  <a:pt x="636430" y="107799"/>
                </a:lnTo>
                <a:lnTo>
                  <a:pt x="636877" y="108624"/>
                </a:lnTo>
                <a:lnTo>
                  <a:pt x="637340" y="109433"/>
                </a:lnTo>
                <a:lnTo>
                  <a:pt x="637820" y="110227"/>
                </a:lnTo>
                <a:lnTo>
                  <a:pt x="638317" y="111005"/>
                </a:lnTo>
                <a:lnTo>
                  <a:pt x="638830" y="111767"/>
                </a:lnTo>
                <a:lnTo>
                  <a:pt x="639360" y="112514"/>
                </a:lnTo>
                <a:lnTo>
                  <a:pt x="639906" y="113245"/>
                </a:lnTo>
                <a:lnTo>
                  <a:pt x="640469" y="113960"/>
                </a:lnTo>
                <a:lnTo>
                  <a:pt x="641049" y="114660"/>
                </a:lnTo>
                <a:lnTo>
                  <a:pt x="641645" y="115344"/>
                </a:lnTo>
                <a:lnTo>
                  <a:pt x="642258" y="116013"/>
                </a:lnTo>
                <a:lnTo>
                  <a:pt x="642888" y="116665"/>
                </a:lnTo>
                <a:lnTo>
                  <a:pt x="643534" y="117303"/>
                </a:lnTo>
                <a:lnTo>
                  <a:pt x="644197" y="117924"/>
                </a:lnTo>
                <a:lnTo>
                  <a:pt x="644876" y="118530"/>
                </a:lnTo>
                <a:lnTo>
                  <a:pt x="645572" y="119121"/>
                </a:lnTo>
                <a:lnTo>
                  <a:pt x="646285" y="119696"/>
                </a:lnTo>
                <a:lnTo>
                  <a:pt x="647014" y="120255"/>
                </a:lnTo>
                <a:lnTo>
                  <a:pt x="647760" y="120798"/>
                </a:lnTo>
                <a:lnTo>
                  <a:pt x="648522" y="121326"/>
                </a:lnTo>
                <a:lnTo>
                  <a:pt x="649302" y="121835"/>
                </a:lnTo>
                <a:lnTo>
                  <a:pt x="650100" y="122323"/>
                </a:lnTo>
                <a:lnTo>
                  <a:pt x="650916" y="122789"/>
                </a:lnTo>
                <a:lnTo>
                  <a:pt x="651750" y="123233"/>
                </a:lnTo>
                <a:lnTo>
                  <a:pt x="652603" y="123655"/>
                </a:lnTo>
                <a:lnTo>
                  <a:pt x="653474" y="124056"/>
                </a:lnTo>
                <a:lnTo>
                  <a:pt x="654363" y="124435"/>
                </a:lnTo>
                <a:lnTo>
                  <a:pt x="655270" y="124792"/>
                </a:lnTo>
                <a:lnTo>
                  <a:pt x="656195" y="125128"/>
                </a:lnTo>
                <a:lnTo>
                  <a:pt x="657139" y="125442"/>
                </a:lnTo>
                <a:lnTo>
                  <a:pt x="658100" y="125735"/>
                </a:lnTo>
                <a:lnTo>
                  <a:pt x="659080" y="126005"/>
                </a:lnTo>
                <a:lnTo>
                  <a:pt x="660078" y="126255"/>
                </a:lnTo>
                <a:lnTo>
                  <a:pt x="661095" y="126482"/>
                </a:lnTo>
                <a:lnTo>
                  <a:pt x="662129" y="126688"/>
                </a:lnTo>
                <a:lnTo>
                  <a:pt x="663182" y="126872"/>
                </a:lnTo>
                <a:lnTo>
                  <a:pt x="664253" y="127034"/>
                </a:lnTo>
                <a:lnTo>
                  <a:pt x="665342" y="127175"/>
                </a:lnTo>
                <a:lnTo>
                  <a:pt x="666449" y="127294"/>
                </a:lnTo>
                <a:lnTo>
                  <a:pt x="667575" y="127392"/>
                </a:lnTo>
                <a:lnTo>
                  <a:pt x="668718" y="127468"/>
                </a:lnTo>
                <a:lnTo>
                  <a:pt x="669880" y="127522"/>
                </a:lnTo>
                <a:lnTo>
                  <a:pt x="671060" y="127554"/>
                </a:lnTo>
                <a:lnTo>
                  <a:pt x="672258" y="127565"/>
                </a:lnTo>
                <a:lnTo>
                  <a:pt x="673187" y="127558"/>
                </a:lnTo>
                <a:lnTo>
                  <a:pt x="674105" y="127539"/>
                </a:lnTo>
                <a:lnTo>
                  <a:pt x="675013" y="127506"/>
                </a:lnTo>
                <a:lnTo>
                  <a:pt x="675911" y="127459"/>
                </a:lnTo>
                <a:lnTo>
                  <a:pt x="676798" y="127400"/>
                </a:lnTo>
                <a:close/>
                <a:moveTo>
                  <a:pt x="646301" y="66229"/>
                </a:moveTo>
                <a:lnTo>
                  <a:pt x="646486" y="65253"/>
                </a:lnTo>
                <a:lnTo>
                  <a:pt x="646690" y="64299"/>
                </a:lnTo>
                <a:lnTo>
                  <a:pt x="646912" y="63367"/>
                </a:lnTo>
                <a:lnTo>
                  <a:pt x="647153" y="62457"/>
                </a:lnTo>
                <a:lnTo>
                  <a:pt x="647412" y="61568"/>
                </a:lnTo>
                <a:lnTo>
                  <a:pt x="647690" y="60702"/>
                </a:lnTo>
                <a:lnTo>
                  <a:pt x="647987" y="59857"/>
                </a:lnTo>
                <a:lnTo>
                  <a:pt x="648302" y="59034"/>
                </a:lnTo>
                <a:lnTo>
                  <a:pt x="648635" y="58232"/>
                </a:lnTo>
                <a:lnTo>
                  <a:pt x="648987" y="57453"/>
                </a:lnTo>
                <a:lnTo>
                  <a:pt x="649357" y="56696"/>
                </a:lnTo>
                <a:lnTo>
                  <a:pt x="649746" y="55960"/>
                </a:lnTo>
                <a:lnTo>
                  <a:pt x="650154" y="55246"/>
                </a:lnTo>
                <a:lnTo>
                  <a:pt x="650580" y="54554"/>
                </a:lnTo>
                <a:lnTo>
                  <a:pt x="651024" y="53884"/>
                </a:lnTo>
                <a:lnTo>
                  <a:pt x="651487" y="53236"/>
                </a:lnTo>
                <a:lnTo>
                  <a:pt x="651968" y="52609"/>
                </a:lnTo>
                <a:lnTo>
                  <a:pt x="652468" y="52005"/>
                </a:lnTo>
                <a:lnTo>
                  <a:pt x="652987" y="51422"/>
                </a:lnTo>
                <a:lnTo>
                  <a:pt x="653523" y="50862"/>
                </a:lnTo>
                <a:lnTo>
                  <a:pt x="654075" y="50325"/>
                </a:lnTo>
                <a:lnTo>
                  <a:pt x="654645" y="49813"/>
                </a:lnTo>
                <a:lnTo>
                  <a:pt x="655231" y="49324"/>
                </a:lnTo>
                <a:lnTo>
                  <a:pt x="655833" y="48859"/>
                </a:lnTo>
                <a:lnTo>
                  <a:pt x="656452" y="48418"/>
                </a:lnTo>
                <a:lnTo>
                  <a:pt x="657088" y="48001"/>
                </a:lnTo>
                <a:lnTo>
                  <a:pt x="657740" y="47608"/>
                </a:lnTo>
                <a:lnTo>
                  <a:pt x="658409" y="47238"/>
                </a:lnTo>
                <a:lnTo>
                  <a:pt x="659095" y="46893"/>
                </a:lnTo>
                <a:lnTo>
                  <a:pt x="659797" y="46571"/>
                </a:lnTo>
                <a:lnTo>
                  <a:pt x="660515" y="46273"/>
                </a:lnTo>
                <a:lnTo>
                  <a:pt x="661251" y="45999"/>
                </a:lnTo>
                <a:lnTo>
                  <a:pt x="662003" y="45749"/>
                </a:lnTo>
                <a:lnTo>
                  <a:pt x="662771" y="45522"/>
                </a:lnTo>
                <a:lnTo>
                  <a:pt x="663556" y="45319"/>
                </a:lnTo>
                <a:lnTo>
                  <a:pt x="664358" y="45141"/>
                </a:lnTo>
                <a:lnTo>
                  <a:pt x="665177" y="44986"/>
                </a:lnTo>
                <a:lnTo>
                  <a:pt x="666012" y="44855"/>
                </a:lnTo>
                <a:lnTo>
                  <a:pt x="666863" y="44747"/>
                </a:lnTo>
                <a:lnTo>
                  <a:pt x="667732" y="44664"/>
                </a:lnTo>
                <a:lnTo>
                  <a:pt x="668616" y="44604"/>
                </a:lnTo>
                <a:lnTo>
                  <a:pt x="669518" y="44569"/>
                </a:lnTo>
                <a:lnTo>
                  <a:pt x="670436" y="44557"/>
                </a:lnTo>
                <a:lnTo>
                  <a:pt x="671346" y="44569"/>
                </a:lnTo>
                <a:lnTo>
                  <a:pt x="672240" y="44605"/>
                </a:lnTo>
                <a:lnTo>
                  <a:pt x="673117" y="44665"/>
                </a:lnTo>
                <a:lnTo>
                  <a:pt x="673977" y="44749"/>
                </a:lnTo>
                <a:lnTo>
                  <a:pt x="674820" y="44857"/>
                </a:lnTo>
                <a:lnTo>
                  <a:pt x="675647" y="44989"/>
                </a:lnTo>
                <a:lnTo>
                  <a:pt x="676456" y="45145"/>
                </a:lnTo>
                <a:lnTo>
                  <a:pt x="677249" y="45325"/>
                </a:lnTo>
                <a:lnTo>
                  <a:pt x="678026" y="45529"/>
                </a:lnTo>
                <a:lnTo>
                  <a:pt x="678785" y="45757"/>
                </a:lnTo>
                <a:lnTo>
                  <a:pt x="679528" y="46009"/>
                </a:lnTo>
                <a:lnTo>
                  <a:pt x="680254" y="46285"/>
                </a:lnTo>
                <a:lnTo>
                  <a:pt x="680963" y="46585"/>
                </a:lnTo>
                <a:lnTo>
                  <a:pt x="681655" y="46909"/>
                </a:lnTo>
                <a:lnTo>
                  <a:pt x="682331" y="47257"/>
                </a:lnTo>
                <a:lnTo>
                  <a:pt x="682990" y="47629"/>
                </a:lnTo>
                <a:lnTo>
                  <a:pt x="683632" y="48025"/>
                </a:lnTo>
                <a:lnTo>
                  <a:pt x="684257" y="48446"/>
                </a:lnTo>
                <a:lnTo>
                  <a:pt x="684866" y="48890"/>
                </a:lnTo>
                <a:lnTo>
                  <a:pt x="685458" y="49358"/>
                </a:lnTo>
                <a:lnTo>
                  <a:pt x="686033" y="49850"/>
                </a:lnTo>
                <a:lnTo>
                  <a:pt x="686591" y="50366"/>
                </a:lnTo>
                <a:lnTo>
                  <a:pt x="687132" y="50906"/>
                </a:lnTo>
                <a:lnTo>
                  <a:pt x="687657" y="51470"/>
                </a:lnTo>
                <a:lnTo>
                  <a:pt x="688163" y="52057"/>
                </a:lnTo>
                <a:lnTo>
                  <a:pt x="688649" y="52665"/>
                </a:lnTo>
                <a:lnTo>
                  <a:pt x="689114" y="53294"/>
                </a:lnTo>
                <a:lnTo>
                  <a:pt x="689558" y="53944"/>
                </a:lnTo>
                <a:lnTo>
                  <a:pt x="689982" y="54616"/>
                </a:lnTo>
                <a:lnTo>
                  <a:pt x="690385" y="55310"/>
                </a:lnTo>
                <a:lnTo>
                  <a:pt x="690768" y="56024"/>
                </a:lnTo>
                <a:lnTo>
                  <a:pt x="691130" y="56760"/>
                </a:lnTo>
                <a:lnTo>
                  <a:pt x="691471" y="57517"/>
                </a:lnTo>
                <a:lnTo>
                  <a:pt x="691792" y="58296"/>
                </a:lnTo>
                <a:lnTo>
                  <a:pt x="692093" y="59096"/>
                </a:lnTo>
                <a:lnTo>
                  <a:pt x="692373" y="59917"/>
                </a:lnTo>
                <a:lnTo>
                  <a:pt x="692632" y="60760"/>
                </a:lnTo>
                <a:lnTo>
                  <a:pt x="692871" y="61624"/>
                </a:lnTo>
                <a:lnTo>
                  <a:pt x="693089" y="62509"/>
                </a:lnTo>
                <a:lnTo>
                  <a:pt x="693286" y="63416"/>
                </a:lnTo>
                <a:lnTo>
                  <a:pt x="693463" y="64343"/>
                </a:lnTo>
                <a:lnTo>
                  <a:pt x="693620" y="65293"/>
                </a:lnTo>
                <a:lnTo>
                  <a:pt x="693756" y="66263"/>
                </a:lnTo>
                <a:lnTo>
                  <a:pt x="693871" y="67255"/>
                </a:lnTo>
                <a:lnTo>
                  <a:pt x="693966" y="68269"/>
                </a:lnTo>
                <a:lnTo>
                  <a:pt x="694040" y="69303"/>
                </a:lnTo>
                <a:lnTo>
                  <a:pt x="694093" y="70359"/>
                </a:lnTo>
                <a:lnTo>
                  <a:pt x="694127" y="71436"/>
                </a:lnTo>
                <a:lnTo>
                  <a:pt x="645652" y="71436"/>
                </a:lnTo>
                <a:lnTo>
                  <a:pt x="645745" y="70351"/>
                </a:lnTo>
                <a:lnTo>
                  <a:pt x="645856" y="69288"/>
                </a:lnTo>
                <a:lnTo>
                  <a:pt x="645986" y="68247"/>
                </a:lnTo>
                <a:lnTo>
                  <a:pt x="646134" y="67227"/>
                </a:lnTo>
                <a:lnTo>
                  <a:pt x="646301" y="66229"/>
                </a:lnTo>
                <a:close/>
                <a:moveTo>
                  <a:pt x="1473407" y="17607"/>
                </a:moveTo>
                <a:lnTo>
                  <a:pt x="1473738" y="17568"/>
                </a:lnTo>
                <a:lnTo>
                  <a:pt x="1474064" y="17520"/>
                </a:lnTo>
                <a:lnTo>
                  <a:pt x="1474384" y="17464"/>
                </a:lnTo>
                <a:lnTo>
                  <a:pt x="1474698" y="17398"/>
                </a:lnTo>
                <a:lnTo>
                  <a:pt x="1475006" y="17325"/>
                </a:lnTo>
                <a:lnTo>
                  <a:pt x="1475309" y="17242"/>
                </a:lnTo>
                <a:lnTo>
                  <a:pt x="1475606" y="17151"/>
                </a:lnTo>
                <a:lnTo>
                  <a:pt x="1475898" y="17050"/>
                </a:lnTo>
                <a:lnTo>
                  <a:pt x="1476183" y="16942"/>
                </a:lnTo>
                <a:lnTo>
                  <a:pt x="1476463" y="16824"/>
                </a:lnTo>
                <a:lnTo>
                  <a:pt x="1476738" y="16698"/>
                </a:lnTo>
                <a:lnTo>
                  <a:pt x="1477006" y="16563"/>
                </a:lnTo>
                <a:lnTo>
                  <a:pt x="1477269" y="16420"/>
                </a:lnTo>
                <a:lnTo>
                  <a:pt x="1477526" y="16267"/>
                </a:lnTo>
                <a:lnTo>
                  <a:pt x="1477778" y="16106"/>
                </a:lnTo>
                <a:lnTo>
                  <a:pt x="1478024" y="15937"/>
                </a:lnTo>
                <a:lnTo>
                  <a:pt x="1478264" y="15758"/>
                </a:lnTo>
                <a:lnTo>
                  <a:pt x="1478498" y="15571"/>
                </a:lnTo>
                <a:lnTo>
                  <a:pt x="1478727" y="15376"/>
                </a:lnTo>
                <a:lnTo>
                  <a:pt x="1478950" y="15171"/>
                </a:lnTo>
                <a:lnTo>
                  <a:pt x="1479166" y="14960"/>
                </a:lnTo>
                <a:lnTo>
                  <a:pt x="1479372" y="14744"/>
                </a:lnTo>
                <a:lnTo>
                  <a:pt x="1479569" y="14524"/>
                </a:lnTo>
                <a:lnTo>
                  <a:pt x="1479757" y="14299"/>
                </a:lnTo>
                <a:lnTo>
                  <a:pt x="1479936" y="14070"/>
                </a:lnTo>
                <a:lnTo>
                  <a:pt x="1480106" y="13836"/>
                </a:lnTo>
                <a:lnTo>
                  <a:pt x="1480267" y="13597"/>
                </a:lnTo>
                <a:lnTo>
                  <a:pt x="1480418" y="13354"/>
                </a:lnTo>
                <a:lnTo>
                  <a:pt x="1480560" y="13106"/>
                </a:lnTo>
                <a:lnTo>
                  <a:pt x="1480693" y="12854"/>
                </a:lnTo>
                <a:lnTo>
                  <a:pt x="1480817" y="12597"/>
                </a:lnTo>
                <a:lnTo>
                  <a:pt x="1480932" y="12335"/>
                </a:lnTo>
                <a:lnTo>
                  <a:pt x="1481037" y="12069"/>
                </a:lnTo>
                <a:lnTo>
                  <a:pt x="1481134" y="11798"/>
                </a:lnTo>
                <a:lnTo>
                  <a:pt x="1481221" y="11523"/>
                </a:lnTo>
                <a:lnTo>
                  <a:pt x="1481299" y="11243"/>
                </a:lnTo>
                <a:lnTo>
                  <a:pt x="1481368" y="10958"/>
                </a:lnTo>
                <a:lnTo>
                  <a:pt x="1481427" y="10669"/>
                </a:lnTo>
                <a:lnTo>
                  <a:pt x="1481478" y="10376"/>
                </a:lnTo>
                <a:lnTo>
                  <a:pt x="1481519" y="10077"/>
                </a:lnTo>
                <a:lnTo>
                  <a:pt x="1481551" y="9775"/>
                </a:lnTo>
                <a:lnTo>
                  <a:pt x="1481574" y="9467"/>
                </a:lnTo>
                <a:lnTo>
                  <a:pt x="1481588" y="9155"/>
                </a:lnTo>
                <a:lnTo>
                  <a:pt x="1481592" y="8838"/>
                </a:lnTo>
                <a:lnTo>
                  <a:pt x="1481588" y="8522"/>
                </a:lnTo>
                <a:lnTo>
                  <a:pt x="1481574" y="8210"/>
                </a:lnTo>
                <a:lnTo>
                  <a:pt x="1481551" y="7902"/>
                </a:lnTo>
                <a:lnTo>
                  <a:pt x="1481519" y="7599"/>
                </a:lnTo>
                <a:lnTo>
                  <a:pt x="1481478" y="7301"/>
                </a:lnTo>
                <a:lnTo>
                  <a:pt x="1481427" y="7008"/>
                </a:lnTo>
                <a:lnTo>
                  <a:pt x="1481368" y="6718"/>
                </a:lnTo>
                <a:lnTo>
                  <a:pt x="1481299" y="6434"/>
                </a:lnTo>
                <a:lnTo>
                  <a:pt x="1481221" y="6154"/>
                </a:lnTo>
                <a:lnTo>
                  <a:pt x="1481134" y="5879"/>
                </a:lnTo>
                <a:lnTo>
                  <a:pt x="1481037" y="5608"/>
                </a:lnTo>
                <a:lnTo>
                  <a:pt x="1480932" y="5342"/>
                </a:lnTo>
                <a:lnTo>
                  <a:pt x="1480817" y="5080"/>
                </a:lnTo>
                <a:lnTo>
                  <a:pt x="1480693" y="4823"/>
                </a:lnTo>
                <a:lnTo>
                  <a:pt x="1480560" y="4571"/>
                </a:lnTo>
                <a:lnTo>
                  <a:pt x="1480418" y="4323"/>
                </a:lnTo>
                <a:lnTo>
                  <a:pt x="1480267" y="4080"/>
                </a:lnTo>
                <a:lnTo>
                  <a:pt x="1480106" y="3841"/>
                </a:lnTo>
                <a:lnTo>
                  <a:pt x="1479936" y="3607"/>
                </a:lnTo>
                <a:lnTo>
                  <a:pt x="1479757" y="3378"/>
                </a:lnTo>
                <a:lnTo>
                  <a:pt x="1479569" y="3153"/>
                </a:lnTo>
                <a:lnTo>
                  <a:pt x="1479372" y="2933"/>
                </a:lnTo>
                <a:lnTo>
                  <a:pt x="1479166" y="2717"/>
                </a:lnTo>
                <a:lnTo>
                  <a:pt x="1478950" y="2506"/>
                </a:lnTo>
                <a:lnTo>
                  <a:pt x="1478727" y="2301"/>
                </a:lnTo>
                <a:lnTo>
                  <a:pt x="1478498" y="2106"/>
                </a:lnTo>
                <a:lnTo>
                  <a:pt x="1478264" y="1918"/>
                </a:lnTo>
                <a:lnTo>
                  <a:pt x="1478024" y="1740"/>
                </a:lnTo>
                <a:lnTo>
                  <a:pt x="1477778" y="1570"/>
                </a:lnTo>
                <a:lnTo>
                  <a:pt x="1477526" y="1409"/>
                </a:lnTo>
                <a:lnTo>
                  <a:pt x="1477269" y="1257"/>
                </a:lnTo>
                <a:lnTo>
                  <a:pt x="1477006" y="1114"/>
                </a:lnTo>
                <a:lnTo>
                  <a:pt x="1476738" y="979"/>
                </a:lnTo>
                <a:lnTo>
                  <a:pt x="1476463" y="853"/>
                </a:lnTo>
                <a:lnTo>
                  <a:pt x="1476183" y="735"/>
                </a:lnTo>
                <a:lnTo>
                  <a:pt x="1475898" y="626"/>
                </a:lnTo>
                <a:lnTo>
                  <a:pt x="1475606" y="526"/>
                </a:lnTo>
                <a:lnTo>
                  <a:pt x="1475309" y="435"/>
                </a:lnTo>
                <a:lnTo>
                  <a:pt x="1475006" y="352"/>
                </a:lnTo>
                <a:lnTo>
                  <a:pt x="1474698" y="278"/>
                </a:lnTo>
                <a:lnTo>
                  <a:pt x="1474384" y="213"/>
                </a:lnTo>
                <a:lnTo>
                  <a:pt x="1474064" y="157"/>
                </a:lnTo>
                <a:lnTo>
                  <a:pt x="1473738" y="109"/>
                </a:lnTo>
                <a:lnTo>
                  <a:pt x="1473407" y="70"/>
                </a:lnTo>
                <a:lnTo>
                  <a:pt x="1473070" y="39"/>
                </a:lnTo>
                <a:lnTo>
                  <a:pt x="1472727" y="17"/>
                </a:lnTo>
                <a:lnTo>
                  <a:pt x="1472379" y="4"/>
                </a:lnTo>
                <a:lnTo>
                  <a:pt x="1472025" y="0"/>
                </a:lnTo>
                <a:lnTo>
                  <a:pt x="1471671" y="4"/>
                </a:lnTo>
                <a:lnTo>
                  <a:pt x="1471323" y="17"/>
                </a:lnTo>
                <a:lnTo>
                  <a:pt x="1470981" y="39"/>
                </a:lnTo>
                <a:lnTo>
                  <a:pt x="1470644" y="70"/>
                </a:lnTo>
                <a:lnTo>
                  <a:pt x="1470314" y="109"/>
                </a:lnTo>
                <a:lnTo>
                  <a:pt x="1469989" y="157"/>
                </a:lnTo>
                <a:lnTo>
                  <a:pt x="1469670" y="213"/>
                </a:lnTo>
                <a:lnTo>
                  <a:pt x="1469357" y="278"/>
                </a:lnTo>
                <a:lnTo>
                  <a:pt x="1469050" y="352"/>
                </a:lnTo>
                <a:lnTo>
                  <a:pt x="1468749" y="435"/>
                </a:lnTo>
                <a:lnTo>
                  <a:pt x="1468453" y="526"/>
                </a:lnTo>
                <a:lnTo>
                  <a:pt x="1468164" y="626"/>
                </a:lnTo>
                <a:lnTo>
                  <a:pt x="1467880" y="735"/>
                </a:lnTo>
                <a:lnTo>
                  <a:pt x="1467602" y="853"/>
                </a:lnTo>
                <a:lnTo>
                  <a:pt x="1467330" y="979"/>
                </a:lnTo>
                <a:lnTo>
                  <a:pt x="1467064" y="1114"/>
                </a:lnTo>
                <a:lnTo>
                  <a:pt x="1466804" y="1257"/>
                </a:lnTo>
                <a:lnTo>
                  <a:pt x="1466549" y="1409"/>
                </a:lnTo>
                <a:lnTo>
                  <a:pt x="1466301" y="1570"/>
                </a:lnTo>
                <a:lnTo>
                  <a:pt x="1466058" y="1740"/>
                </a:lnTo>
                <a:lnTo>
                  <a:pt x="1465821" y="1918"/>
                </a:lnTo>
                <a:lnTo>
                  <a:pt x="1465590" y="2106"/>
                </a:lnTo>
                <a:lnTo>
                  <a:pt x="1465365" y="2301"/>
                </a:lnTo>
                <a:lnTo>
                  <a:pt x="1465146" y="2506"/>
                </a:lnTo>
                <a:lnTo>
                  <a:pt x="1464934" y="2717"/>
                </a:lnTo>
                <a:lnTo>
                  <a:pt x="1464731" y="2933"/>
                </a:lnTo>
                <a:lnTo>
                  <a:pt x="1464537" y="3153"/>
                </a:lnTo>
                <a:lnTo>
                  <a:pt x="1464352" y="3378"/>
                </a:lnTo>
                <a:lnTo>
                  <a:pt x="1464176" y="3607"/>
                </a:lnTo>
                <a:lnTo>
                  <a:pt x="1464010" y="3841"/>
                </a:lnTo>
                <a:lnTo>
                  <a:pt x="1463852" y="4080"/>
                </a:lnTo>
                <a:lnTo>
                  <a:pt x="1463703" y="4323"/>
                </a:lnTo>
                <a:lnTo>
                  <a:pt x="1463563" y="4571"/>
                </a:lnTo>
                <a:lnTo>
                  <a:pt x="1463432" y="4823"/>
                </a:lnTo>
                <a:lnTo>
                  <a:pt x="1463311" y="5080"/>
                </a:lnTo>
                <a:lnTo>
                  <a:pt x="1463198" y="5342"/>
                </a:lnTo>
                <a:lnTo>
                  <a:pt x="1463094" y="5608"/>
                </a:lnTo>
                <a:lnTo>
                  <a:pt x="1463000" y="5879"/>
                </a:lnTo>
                <a:lnTo>
                  <a:pt x="1462914" y="6154"/>
                </a:lnTo>
                <a:lnTo>
                  <a:pt x="1462837" y="6434"/>
                </a:lnTo>
                <a:lnTo>
                  <a:pt x="1462770" y="6718"/>
                </a:lnTo>
                <a:lnTo>
                  <a:pt x="1462711" y="7008"/>
                </a:lnTo>
                <a:lnTo>
                  <a:pt x="1462661" y="7301"/>
                </a:lnTo>
                <a:lnTo>
                  <a:pt x="1462621" y="7599"/>
                </a:lnTo>
                <a:lnTo>
                  <a:pt x="1462589" y="7902"/>
                </a:lnTo>
                <a:lnTo>
                  <a:pt x="1462567" y="8210"/>
                </a:lnTo>
                <a:lnTo>
                  <a:pt x="1462553" y="8522"/>
                </a:lnTo>
                <a:lnTo>
                  <a:pt x="1462549" y="8838"/>
                </a:lnTo>
                <a:lnTo>
                  <a:pt x="1462553" y="9155"/>
                </a:lnTo>
                <a:lnTo>
                  <a:pt x="1462567" y="9467"/>
                </a:lnTo>
                <a:lnTo>
                  <a:pt x="1462589" y="9775"/>
                </a:lnTo>
                <a:lnTo>
                  <a:pt x="1462621" y="10077"/>
                </a:lnTo>
                <a:lnTo>
                  <a:pt x="1462661" y="10376"/>
                </a:lnTo>
                <a:lnTo>
                  <a:pt x="1462711" y="10669"/>
                </a:lnTo>
                <a:lnTo>
                  <a:pt x="1462770" y="10958"/>
                </a:lnTo>
                <a:lnTo>
                  <a:pt x="1462837" y="11243"/>
                </a:lnTo>
                <a:lnTo>
                  <a:pt x="1462914" y="11523"/>
                </a:lnTo>
                <a:lnTo>
                  <a:pt x="1463000" y="11798"/>
                </a:lnTo>
                <a:lnTo>
                  <a:pt x="1463094" y="12069"/>
                </a:lnTo>
                <a:lnTo>
                  <a:pt x="1463198" y="12335"/>
                </a:lnTo>
                <a:lnTo>
                  <a:pt x="1463311" y="12597"/>
                </a:lnTo>
                <a:lnTo>
                  <a:pt x="1463432" y="12854"/>
                </a:lnTo>
                <a:lnTo>
                  <a:pt x="1463563" y="13106"/>
                </a:lnTo>
                <a:lnTo>
                  <a:pt x="1463703" y="13354"/>
                </a:lnTo>
                <a:lnTo>
                  <a:pt x="1463852" y="13597"/>
                </a:lnTo>
                <a:lnTo>
                  <a:pt x="1464010" y="13836"/>
                </a:lnTo>
                <a:lnTo>
                  <a:pt x="1464176" y="14070"/>
                </a:lnTo>
                <a:lnTo>
                  <a:pt x="1464352" y="14299"/>
                </a:lnTo>
                <a:lnTo>
                  <a:pt x="1464537" y="14524"/>
                </a:lnTo>
                <a:lnTo>
                  <a:pt x="1464731" y="14744"/>
                </a:lnTo>
                <a:lnTo>
                  <a:pt x="1464934" y="14960"/>
                </a:lnTo>
                <a:lnTo>
                  <a:pt x="1465146" y="15171"/>
                </a:lnTo>
                <a:lnTo>
                  <a:pt x="1465365" y="15376"/>
                </a:lnTo>
                <a:lnTo>
                  <a:pt x="1465590" y="15571"/>
                </a:lnTo>
                <a:lnTo>
                  <a:pt x="1465821" y="15758"/>
                </a:lnTo>
                <a:lnTo>
                  <a:pt x="1466058" y="15937"/>
                </a:lnTo>
                <a:lnTo>
                  <a:pt x="1466301" y="16106"/>
                </a:lnTo>
                <a:lnTo>
                  <a:pt x="1466549" y="16267"/>
                </a:lnTo>
                <a:lnTo>
                  <a:pt x="1466804" y="16420"/>
                </a:lnTo>
                <a:lnTo>
                  <a:pt x="1467064" y="16563"/>
                </a:lnTo>
                <a:lnTo>
                  <a:pt x="1467330" y="16698"/>
                </a:lnTo>
                <a:lnTo>
                  <a:pt x="1467602" y="16824"/>
                </a:lnTo>
                <a:lnTo>
                  <a:pt x="1467880" y="16942"/>
                </a:lnTo>
                <a:lnTo>
                  <a:pt x="1468164" y="17050"/>
                </a:lnTo>
                <a:lnTo>
                  <a:pt x="1468453" y="17151"/>
                </a:lnTo>
                <a:lnTo>
                  <a:pt x="1468749" y="17242"/>
                </a:lnTo>
                <a:lnTo>
                  <a:pt x="1469050" y="17325"/>
                </a:lnTo>
                <a:lnTo>
                  <a:pt x="1469357" y="17398"/>
                </a:lnTo>
                <a:lnTo>
                  <a:pt x="1469670" y="17464"/>
                </a:lnTo>
                <a:lnTo>
                  <a:pt x="1469989" y="17520"/>
                </a:lnTo>
                <a:lnTo>
                  <a:pt x="1470314" y="17568"/>
                </a:lnTo>
                <a:lnTo>
                  <a:pt x="1470644" y="17607"/>
                </a:lnTo>
                <a:lnTo>
                  <a:pt x="1470981" y="17638"/>
                </a:lnTo>
                <a:lnTo>
                  <a:pt x="1471323" y="17659"/>
                </a:lnTo>
                <a:lnTo>
                  <a:pt x="1471671" y="17673"/>
                </a:lnTo>
                <a:lnTo>
                  <a:pt x="1472025" y="17677"/>
                </a:lnTo>
                <a:lnTo>
                  <a:pt x="1472379" y="17673"/>
                </a:lnTo>
                <a:lnTo>
                  <a:pt x="1472727" y="17659"/>
                </a:lnTo>
                <a:lnTo>
                  <a:pt x="1473070" y="17638"/>
                </a:lnTo>
                <a:lnTo>
                  <a:pt x="1473407" y="17607"/>
                </a:lnTo>
                <a:close/>
                <a:moveTo>
                  <a:pt x="1215841" y="47658"/>
                </a:moveTo>
                <a:lnTo>
                  <a:pt x="1215448" y="46754"/>
                </a:lnTo>
                <a:lnTo>
                  <a:pt x="1215033" y="45873"/>
                </a:lnTo>
                <a:lnTo>
                  <a:pt x="1214595" y="45018"/>
                </a:lnTo>
                <a:lnTo>
                  <a:pt x="1214134" y="44187"/>
                </a:lnTo>
                <a:lnTo>
                  <a:pt x="1213651" y="43380"/>
                </a:lnTo>
                <a:lnTo>
                  <a:pt x="1213146" y="42598"/>
                </a:lnTo>
                <a:lnTo>
                  <a:pt x="1212618" y="41840"/>
                </a:lnTo>
                <a:lnTo>
                  <a:pt x="1212064" y="41110"/>
                </a:lnTo>
                <a:lnTo>
                  <a:pt x="1211482" y="40411"/>
                </a:lnTo>
                <a:lnTo>
                  <a:pt x="1210871" y="39743"/>
                </a:lnTo>
                <a:lnTo>
                  <a:pt x="1210231" y="39107"/>
                </a:lnTo>
                <a:lnTo>
                  <a:pt x="1209562" y="38501"/>
                </a:lnTo>
                <a:lnTo>
                  <a:pt x="1208865" y="37926"/>
                </a:lnTo>
                <a:lnTo>
                  <a:pt x="1208139" y="37382"/>
                </a:lnTo>
                <a:lnTo>
                  <a:pt x="1207384" y="36870"/>
                </a:lnTo>
                <a:lnTo>
                  <a:pt x="1206600" y="36388"/>
                </a:lnTo>
                <a:lnTo>
                  <a:pt x="1205787" y="35938"/>
                </a:lnTo>
                <a:lnTo>
                  <a:pt x="1204946" y="35519"/>
                </a:lnTo>
                <a:lnTo>
                  <a:pt x="1204076" y="35130"/>
                </a:lnTo>
                <a:lnTo>
                  <a:pt x="1203177" y="34773"/>
                </a:lnTo>
                <a:lnTo>
                  <a:pt x="1202249" y="34447"/>
                </a:lnTo>
                <a:lnTo>
                  <a:pt x="1201292" y="34152"/>
                </a:lnTo>
                <a:lnTo>
                  <a:pt x="1200307" y="33888"/>
                </a:lnTo>
                <a:lnTo>
                  <a:pt x="1199293" y="33655"/>
                </a:lnTo>
                <a:lnTo>
                  <a:pt x="1198250" y="33453"/>
                </a:lnTo>
                <a:lnTo>
                  <a:pt x="1197178" y="33282"/>
                </a:lnTo>
                <a:lnTo>
                  <a:pt x="1196077" y="33142"/>
                </a:lnTo>
                <a:lnTo>
                  <a:pt x="1194948" y="33033"/>
                </a:lnTo>
                <a:lnTo>
                  <a:pt x="1193790" y="32956"/>
                </a:lnTo>
                <a:lnTo>
                  <a:pt x="1192603" y="32909"/>
                </a:lnTo>
                <a:lnTo>
                  <a:pt x="1191387" y="32894"/>
                </a:lnTo>
                <a:lnTo>
                  <a:pt x="1190452" y="32902"/>
                </a:lnTo>
                <a:lnTo>
                  <a:pt x="1189530" y="32927"/>
                </a:lnTo>
                <a:lnTo>
                  <a:pt x="1188621" y="32968"/>
                </a:lnTo>
                <a:lnTo>
                  <a:pt x="1187725" y="33026"/>
                </a:lnTo>
                <a:lnTo>
                  <a:pt x="1186842" y="33101"/>
                </a:lnTo>
                <a:lnTo>
                  <a:pt x="1185972" y="33193"/>
                </a:lnTo>
                <a:lnTo>
                  <a:pt x="1185114" y="33301"/>
                </a:lnTo>
                <a:lnTo>
                  <a:pt x="1184270" y="33425"/>
                </a:lnTo>
                <a:lnTo>
                  <a:pt x="1183439" y="33566"/>
                </a:lnTo>
                <a:lnTo>
                  <a:pt x="1182620" y="33724"/>
                </a:lnTo>
                <a:lnTo>
                  <a:pt x="1181815" y="33898"/>
                </a:lnTo>
                <a:lnTo>
                  <a:pt x="1181023" y="34089"/>
                </a:lnTo>
                <a:lnTo>
                  <a:pt x="1180243" y="34297"/>
                </a:lnTo>
                <a:lnTo>
                  <a:pt x="1179477" y="34521"/>
                </a:lnTo>
                <a:lnTo>
                  <a:pt x="1178723" y="34762"/>
                </a:lnTo>
                <a:lnTo>
                  <a:pt x="1177983" y="35020"/>
                </a:lnTo>
                <a:lnTo>
                  <a:pt x="1177255" y="35294"/>
                </a:lnTo>
                <a:lnTo>
                  <a:pt x="1176541" y="35584"/>
                </a:lnTo>
                <a:lnTo>
                  <a:pt x="1175839" y="35892"/>
                </a:lnTo>
                <a:lnTo>
                  <a:pt x="1175151" y="36216"/>
                </a:lnTo>
                <a:lnTo>
                  <a:pt x="1174475" y="36556"/>
                </a:lnTo>
                <a:lnTo>
                  <a:pt x="1173812" y="36913"/>
                </a:lnTo>
                <a:lnTo>
                  <a:pt x="1173163" y="37287"/>
                </a:lnTo>
                <a:lnTo>
                  <a:pt x="1172526" y="37677"/>
                </a:lnTo>
                <a:lnTo>
                  <a:pt x="1171902" y="38077"/>
                </a:lnTo>
                <a:lnTo>
                  <a:pt x="1171291" y="38479"/>
                </a:lnTo>
                <a:lnTo>
                  <a:pt x="1170692" y="38882"/>
                </a:lnTo>
                <a:lnTo>
                  <a:pt x="1170106" y="39288"/>
                </a:lnTo>
                <a:lnTo>
                  <a:pt x="1169533" y="39696"/>
                </a:lnTo>
                <a:lnTo>
                  <a:pt x="1168972" y="40106"/>
                </a:lnTo>
                <a:lnTo>
                  <a:pt x="1168424" y="40518"/>
                </a:lnTo>
                <a:lnTo>
                  <a:pt x="1167889" y="40932"/>
                </a:lnTo>
                <a:lnTo>
                  <a:pt x="1167366" y="41348"/>
                </a:lnTo>
                <a:lnTo>
                  <a:pt x="1166856" y="41766"/>
                </a:lnTo>
                <a:lnTo>
                  <a:pt x="1166359" y="42187"/>
                </a:lnTo>
                <a:lnTo>
                  <a:pt x="1165874" y="42609"/>
                </a:lnTo>
                <a:lnTo>
                  <a:pt x="1165402" y="43033"/>
                </a:lnTo>
                <a:lnTo>
                  <a:pt x="1164943" y="43460"/>
                </a:lnTo>
                <a:lnTo>
                  <a:pt x="1164496" y="43888"/>
                </a:lnTo>
                <a:lnTo>
                  <a:pt x="1164062" y="44319"/>
                </a:lnTo>
                <a:lnTo>
                  <a:pt x="1163641" y="44751"/>
                </a:lnTo>
                <a:lnTo>
                  <a:pt x="1163232" y="45186"/>
                </a:lnTo>
                <a:lnTo>
                  <a:pt x="1162836" y="45623"/>
                </a:lnTo>
                <a:lnTo>
                  <a:pt x="1162452" y="46061"/>
                </a:lnTo>
                <a:lnTo>
                  <a:pt x="1162082" y="46502"/>
                </a:lnTo>
                <a:lnTo>
                  <a:pt x="1161723" y="46945"/>
                </a:lnTo>
                <a:lnTo>
                  <a:pt x="1161378" y="47390"/>
                </a:lnTo>
                <a:lnTo>
                  <a:pt x="1161045" y="47837"/>
                </a:lnTo>
                <a:lnTo>
                  <a:pt x="1160498" y="34443"/>
                </a:lnTo>
                <a:lnTo>
                  <a:pt x="1145920" y="34443"/>
                </a:lnTo>
                <a:lnTo>
                  <a:pt x="1145920" y="125925"/>
                </a:lnTo>
                <a:lnTo>
                  <a:pt x="1161136" y="125925"/>
                </a:lnTo>
                <a:lnTo>
                  <a:pt x="1161136" y="60608"/>
                </a:lnTo>
                <a:lnTo>
                  <a:pt x="1161467" y="60144"/>
                </a:lnTo>
                <a:lnTo>
                  <a:pt x="1161807" y="59683"/>
                </a:lnTo>
                <a:lnTo>
                  <a:pt x="1162156" y="59225"/>
                </a:lnTo>
                <a:lnTo>
                  <a:pt x="1162513" y="58771"/>
                </a:lnTo>
                <a:lnTo>
                  <a:pt x="1162880" y="58319"/>
                </a:lnTo>
                <a:lnTo>
                  <a:pt x="1163255" y="57871"/>
                </a:lnTo>
                <a:lnTo>
                  <a:pt x="1163639" y="57426"/>
                </a:lnTo>
                <a:lnTo>
                  <a:pt x="1164032" y="56983"/>
                </a:lnTo>
                <a:lnTo>
                  <a:pt x="1164434" y="56545"/>
                </a:lnTo>
                <a:lnTo>
                  <a:pt x="1164844" y="56109"/>
                </a:lnTo>
                <a:lnTo>
                  <a:pt x="1165264" y="55676"/>
                </a:lnTo>
                <a:lnTo>
                  <a:pt x="1165692" y="55247"/>
                </a:lnTo>
                <a:lnTo>
                  <a:pt x="1166129" y="54820"/>
                </a:lnTo>
                <a:lnTo>
                  <a:pt x="1166575" y="54397"/>
                </a:lnTo>
                <a:lnTo>
                  <a:pt x="1167030" y="53977"/>
                </a:lnTo>
                <a:lnTo>
                  <a:pt x="1167494" y="53560"/>
                </a:lnTo>
                <a:lnTo>
                  <a:pt x="1167967" y="53146"/>
                </a:lnTo>
                <a:lnTo>
                  <a:pt x="1168448" y="52735"/>
                </a:lnTo>
                <a:lnTo>
                  <a:pt x="1168939" y="52328"/>
                </a:lnTo>
                <a:lnTo>
                  <a:pt x="1169438" y="51923"/>
                </a:lnTo>
                <a:lnTo>
                  <a:pt x="1169946" y="51522"/>
                </a:lnTo>
                <a:lnTo>
                  <a:pt x="1170463" y="51124"/>
                </a:lnTo>
                <a:lnTo>
                  <a:pt x="1170989" y="50729"/>
                </a:lnTo>
                <a:lnTo>
                  <a:pt x="1171524" y="50337"/>
                </a:lnTo>
                <a:lnTo>
                  <a:pt x="1172068" y="49955"/>
                </a:lnTo>
                <a:lnTo>
                  <a:pt x="1172622" y="49588"/>
                </a:lnTo>
                <a:lnTo>
                  <a:pt x="1173187" y="49238"/>
                </a:lnTo>
                <a:lnTo>
                  <a:pt x="1173761" y="48905"/>
                </a:lnTo>
                <a:lnTo>
                  <a:pt x="1174346" y="48588"/>
                </a:lnTo>
                <a:lnTo>
                  <a:pt x="1174941" y="48286"/>
                </a:lnTo>
                <a:lnTo>
                  <a:pt x="1175546" y="48002"/>
                </a:lnTo>
                <a:lnTo>
                  <a:pt x="1176161" y="47733"/>
                </a:lnTo>
                <a:lnTo>
                  <a:pt x="1176786" y="47481"/>
                </a:lnTo>
                <a:lnTo>
                  <a:pt x="1177421" y="47245"/>
                </a:lnTo>
                <a:lnTo>
                  <a:pt x="1178066" y="47025"/>
                </a:lnTo>
                <a:lnTo>
                  <a:pt x="1178722" y="46822"/>
                </a:lnTo>
                <a:lnTo>
                  <a:pt x="1179388" y="46635"/>
                </a:lnTo>
                <a:lnTo>
                  <a:pt x="1180063" y="46464"/>
                </a:lnTo>
                <a:lnTo>
                  <a:pt x="1180749" y="46309"/>
                </a:lnTo>
                <a:lnTo>
                  <a:pt x="1181445" y="46171"/>
                </a:lnTo>
                <a:lnTo>
                  <a:pt x="1182152" y="46049"/>
                </a:lnTo>
                <a:lnTo>
                  <a:pt x="1182868" y="45943"/>
                </a:lnTo>
                <a:lnTo>
                  <a:pt x="1183594" y="45854"/>
                </a:lnTo>
                <a:lnTo>
                  <a:pt x="1184331" y="45780"/>
                </a:lnTo>
                <a:lnTo>
                  <a:pt x="1185077" y="45723"/>
                </a:lnTo>
                <a:lnTo>
                  <a:pt x="1185834" y="45683"/>
                </a:lnTo>
                <a:lnTo>
                  <a:pt x="1186601" y="45658"/>
                </a:lnTo>
                <a:lnTo>
                  <a:pt x="1187378" y="45650"/>
                </a:lnTo>
                <a:lnTo>
                  <a:pt x="1187927" y="45655"/>
                </a:lnTo>
                <a:lnTo>
                  <a:pt x="1188465" y="45671"/>
                </a:lnTo>
                <a:lnTo>
                  <a:pt x="1188993" y="45697"/>
                </a:lnTo>
                <a:lnTo>
                  <a:pt x="1189509" y="45733"/>
                </a:lnTo>
                <a:lnTo>
                  <a:pt x="1190015" y="45779"/>
                </a:lnTo>
                <a:lnTo>
                  <a:pt x="1190510" y="45836"/>
                </a:lnTo>
                <a:lnTo>
                  <a:pt x="1190995" y="45904"/>
                </a:lnTo>
                <a:lnTo>
                  <a:pt x="1191468" y="45981"/>
                </a:lnTo>
                <a:lnTo>
                  <a:pt x="1191931" y="46069"/>
                </a:lnTo>
                <a:lnTo>
                  <a:pt x="1192383" y="46168"/>
                </a:lnTo>
                <a:lnTo>
                  <a:pt x="1192825" y="46276"/>
                </a:lnTo>
                <a:lnTo>
                  <a:pt x="1193255" y="46395"/>
                </a:lnTo>
                <a:lnTo>
                  <a:pt x="1193675" y="46525"/>
                </a:lnTo>
                <a:lnTo>
                  <a:pt x="1194084" y="46665"/>
                </a:lnTo>
                <a:lnTo>
                  <a:pt x="1194483" y="46815"/>
                </a:lnTo>
                <a:lnTo>
                  <a:pt x="1194870" y="46975"/>
                </a:lnTo>
                <a:lnTo>
                  <a:pt x="1195247" y="47146"/>
                </a:lnTo>
                <a:lnTo>
                  <a:pt x="1195613" y="47327"/>
                </a:lnTo>
                <a:lnTo>
                  <a:pt x="1195968" y="47519"/>
                </a:lnTo>
                <a:lnTo>
                  <a:pt x="1196313" y="47720"/>
                </a:lnTo>
                <a:lnTo>
                  <a:pt x="1196647" y="47933"/>
                </a:lnTo>
                <a:lnTo>
                  <a:pt x="1196970" y="48155"/>
                </a:lnTo>
                <a:lnTo>
                  <a:pt x="1197282" y="48388"/>
                </a:lnTo>
                <a:lnTo>
                  <a:pt x="1197583" y="48631"/>
                </a:lnTo>
                <a:lnTo>
                  <a:pt x="1197876" y="48884"/>
                </a:lnTo>
                <a:lnTo>
                  <a:pt x="1198160" y="49144"/>
                </a:lnTo>
                <a:lnTo>
                  <a:pt x="1198437" y="49411"/>
                </a:lnTo>
                <a:lnTo>
                  <a:pt x="1198706" y="49687"/>
                </a:lnTo>
                <a:lnTo>
                  <a:pt x="1198967" y="49970"/>
                </a:lnTo>
                <a:lnTo>
                  <a:pt x="1199221" y="50261"/>
                </a:lnTo>
                <a:lnTo>
                  <a:pt x="1199466" y="50560"/>
                </a:lnTo>
                <a:lnTo>
                  <a:pt x="1199704" y="50866"/>
                </a:lnTo>
                <a:lnTo>
                  <a:pt x="1199935" y="51180"/>
                </a:lnTo>
                <a:lnTo>
                  <a:pt x="1200157" y="51502"/>
                </a:lnTo>
                <a:lnTo>
                  <a:pt x="1200372" y="51832"/>
                </a:lnTo>
                <a:lnTo>
                  <a:pt x="1200579" y="52169"/>
                </a:lnTo>
                <a:lnTo>
                  <a:pt x="1200778" y="52514"/>
                </a:lnTo>
                <a:lnTo>
                  <a:pt x="1200970" y="52867"/>
                </a:lnTo>
                <a:lnTo>
                  <a:pt x="1201153" y="53228"/>
                </a:lnTo>
                <a:lnTo>
                  <a:pt x="1201329" y="53596"/>
                </a:lnTo>
                <a:lnTo>
                  <a:pt x="1201498" y="53972"/>
                </a:lnTo>
                <a:lnTo>
                  <a:pt x="1201658" y="54356"/>
                </a:lnTo>
                <a:lnTo>
                  <a:pt x="1201811" y="54747"/>
                </a:lnTo>
                <a:lnTo>
                  <a:pt x="1201956" y="55146"/>
                </a:lnTo>
                <a:lnTo>
                  <a:pt x="1202093" y="55553"/>
                </a:lnTo>
                <a:lnTo>
                  <a:pt x="1202223" y="55968"/>
                </a:lnTo>
                <a:lnTo>
                  <a:pt x="1202344" y="56390"/>
                </a:lnTo>
                <a:lnTo>
                  <a:pt x="1202458" y="56821"/>
                </a:lnTo>
                <a:lnTo>
                  <a:pt x="1202566" y="57257"/>
                </a:lnTo>
                <a:lnTo>
                  <a:pt x="1202669" y="57699"/>
                </a:lnTo>
                <a:lnTo>
                  <a:pt x="1202768" y="58146"/>
                </a:lnTo>
                <a:lnTo>
                  <a:pt x="1202862" y="58598"/>
                </a:lnTo>
                <a:lnTo>
                  <a:pt x="1202951" y="59055"/>
                </a:lnTo>
                <a:lnTo>
                  <a:pt x="1203036" y="59518"/>
                </a:lnTo>
                <a:lnTo>
                  <a:pt x="1203117" y="59986"/>
                </a:lnTo>
                <a:lnTo>
                  <a:pt x="1203192" y="60459"/>
                </a:lnTo>
                <a:lnTo>
                  <a:pt x="1203263" y="60938"/>
                </a:lnTo>
                <a:lnTo>
                  <a:pt x="1203330" y="61422"/>
                </a:lnTo>
                <a:lnTo>
                  <a:pt x="1203392" y="61911"/>
                </a:lnTo>
                <a:lnTo>
                  <a:pt x="1203449" y="62405"/>
                </a:lnTo>
                <a:lnTo>
                  <a:pt x="1203502" y="62905"/>
                </a:lnTo>
                <a:lnTo>
                  <a:pt x="1203550" y="63410"/>
                </a:lnTo>
                <a:lnTo>
                  <a:pt x="1203594" y="63920"/>
                </a:lnTo>
                <a:lnTo>
                  <a:pt x="1203633" y="64435"/>
                </a:lnTo>
                <a:lnTo>
                  <a:pt x="1203667" y="64956"/>
                </a:lnTo>
                <a:lnTo>
                  <a:pt x="1203697" y="65482"/>
                </a:lnTo>
                <a:lnTo>
                  <a:pt x="1203722" y="66013"/>
                </a:lnTo>
                <a:lnTo>
                  <a:pt x="1203743" y="66550"/>
                </a:lnTo>
                <a:lnTo>
                  <a:pt x="1203759" y="67091"/>
                </a:lnTo>
                <a:lnTo>
                  <a:pt x="1203770" y="67639"/>
                </a:lnTo>
                <a:lnTo>
                  <a:pt x="1203777" y="68191"/>
                </a:lnTo>
                <a:lnTo>
                  <a:pt x="1203779" y="68748"/>
                </a:lnTo>
                <a:lnTo>
                  <a:pt x="1203779" y="125925"/>
                </a:lnTo>
                <a:lnTo>
                  <a:pt x="1219087" y="125925"/>
                </a:lnTo>
                <a:lnTo>
                  <a:pt x="1219087" y="66792"/>
                </a:lnTo>
                <a:lnTo>
                  <a:pt x="1219076" y="65471"/>
                </a:lnTo>
                <a:lnTo>
                  <a:pt x="1219042" y="64173"/>
                </a:lnTo>
                <a:lnTo>
                  <a:pt x="1218986" y="62901"/>
                </a:lnTo>
                <a:lnTo>
                  <a:pt x="1218908" y="61652"/>
                </a:lnTo>
                <a:lnTo>
                  <a:pt x="1218806" y="60429"/>
                </a:lnTo>
                <a:lnTo>
                  <a:pt x="1218724" y="59632"/>
                </a:lnTo>
                <a:lnTo>
                  <a:pt x="1218894" y="59418"/>
                </a:lnTo>
                <a:lnTo>
                  <a:pt x="1219255" y="58975"/>
                </a:lnTo>
                <a:lnTo>
                  <a:pt x="1219624" y="58535"/>
                </a:lnTo>
                <a:lnTo>
                  <a:pt x="1220001" y="58099"/>
                </a:lnTo>
                <a:lnTo>
                  <a:pt x="1220386" y="57666"/>
                </a:lnTo>
                <a:lnTo>
                  <a:pt x="1220779" y="57236"/>
                </a:lnTo>
                <a:lnTo>
                  <a:pt x="1221179" y="56810"/>
                </a:lnTo>
                <a:lnTo>
                  <a:pt x="1221588" y="56387"/>
                </a:lnTo>
                <a:lnTo>
                  <a:pt x="1222004" y="55967"/>
                </a:lnTo>
                <a:lnTo>
                  <a:pt x="1222429" y="55551"/>
                </a:lnTo>
                <a:lnTo>
                  <a:pt x="1222861" y="55137"/>
                </a:lnTo>
                <a:lnTo>
                  <a:pt x="1223301" y="54728"/>
                </a:lnTo>
                <a:lnTo>
                  <a:pt x="1223750" y="54321"/>
                </a:lnTo>
                <a:lnTo>
                  <a:pt x="1224206" y="53918"/>
                </a:lnTo>
                <a:lnTo>
                  <a:pt x="1224670" y="53518"/>
                </a:lnTo>
                <a:lnTo>
                  <a:pt x="1225142" y="53122"/>
                </a:lnTo>
                <a:lnTo>
                  <a:pt x="1225621" y="52729"/>
                </a:lnTo>
                <a:lnTo>
                  <a:pt x="1226109" y="52339"/>
                </a:lnTo>
                <a:lnTo>
                  <a:pt x="1226605" y="51952"/>
                </a:lnTo>
                <a:lnTo>
                  <a:pt x="1227108" y="51569"/>
                </a:lnTo>
                <a:lnTo>
                  <a:pt x="1227620" y="51189"/>
                </a:lnTo>
                <a:lnTo>
                  <a:pt x="1228139" y="50812"/>
                </a:lnTo>
                <a:lnTo>
                  <a:pt x="1228666" y="50439"/>
                </a:lnTo>
                <a:lnTo>
                  <a:pt x="1229201" y="50069"/>
                </a:lnTo>
                <a:lnTo>
                  <a:pt x="1229746" y="49709"/>
                </a:lnTo>
                <a:lnTo>
                  <a:pt x="1230300" y="49363"/>
                </a:lnTo>
                <a:lnTo>
                  <a:pt x="1230866" y="49034"/>
                </a:lnTo>
                <a:lnTo>
                  <a:pt x="1231441" y="48719"/>
                </a:lnTo>
                <a:lnTo>
                  <a:pt x="1232027" y="48420"/>
                </a:lnTo>
                <a:lnTo>
                  <a:pt x="1232624" y="48136"/>
                </a:lnTo>
                <a:lnTo>
                  <a:pt x="1233231" y="47867"/>
                </a:lnTo>
                <a:lnTo>
                  <a:pt x="1233848" y="47614"/>
                </a:lnTo>
                <a:lnTo>
                  <a:pt x="1234476" y="47376"/>
                </a:lnTo>
                <a:lnTo>
                  <a:pt x="1235115" y="47154"/>
                </a:lnTo>
                <a:lnTo>
                  <a:pt x="1235763" y="46947"/>
                </a:lnTo>
                <a:lnTo>
                  <a:pt x="1236422" y="46755"/>
                </a:lnTo>
                <a:lnTo>
                  <a:pt x="1237092" y="46578"/>
                </a:lnTo>
                <a:lnTo>
                  <a:pt x="1237772" y="46417"/>
                </a:lnTo>
                <a:lnTo>
                  <a:pt x="1238463" y="46272"/>
                </a:lnTo>
                <a:lnTo>
                  <a:pt x="1239164" y="46141"/>
                </a:lnTo>
                <a:lnTo>
                  <a:pt x="1239875" y="46026"/>
                </a:lnTo>
                <a:lnTo>
                  <a:pt x="1240597" y="45926"/>
                </a:lnTo>
                <a:lnTo>
                  <a:pt x="1241329" y="45842"/>
                </a:lnTo>
                <a:lnTo>
                  <a:pt x="1242072" y="45773"/>
                </a:lnTo>
                <a:lnTo>
                  <a:pt x="1242825" y="45719"/>
                </a:lnTo>
                <a:lnTo>
                  <a:pt x="1243588" y="45681"/>
                </a:lnTo>
                <a:lnTo>
                  <a:pt x="1244363" y="45658"/>
                </a:lnTo>
                <a:lnTo>
                  <a:pt x="1245147" y="45650"/>
                </a:lnTo>
                <a:lnTo>
                  <a:pt x="1245688" y="45655"/>
                </a:lnTo>
                <a:lnTo>
                  <a:pt x="1246220" y="45671"/>
                </a:lnTo>
                <a:lnTo>
                  <a:pt x="1246740" y="45697"/>
                </a:lnTo>
                <a:lnTo>
                  <a:pt x="1247250" y="45733"/>
                </a:lnTo>
                <a:lnTo>
                  <a:pt x="1247750" y="45779"/>
                </a:lnTo>
                <a:lnTo>
                  <a:pt x="1248239" y="45836"/>
                </a:lnTo>
                <a:lnTo>
                  <a:pt x="1248718" y="45904"/>
                </a:lnTo>
                <a:lnTo>
                  <a:pt x="1249187" y="45981"/>
                </a:lnTo>
                <a:lnTo>
                  <a:pt x="1249644" y="46069"/>
                </a:lnTo>
                <a:lnTo>
                  <a:pt x="1250092" y="46168"/>
                </a:lnTo>
                <a:lnTo>
                  <a:pt x="1250529" y="46276"/>
                </a:lnTo>
                <a:lnTo>
                  <a:pt x="1250956" y="46395"/>
                </a:lnTo>
                <a:lnTo>
                  <a:pt x="1251372" y="46525"/>
                </a:lnTo>
                <a:lnTo>
                  <a:pt x="1251778" y="46665"/>
                </a:lnTo>
                <a:lnTo>
                  <a:pt x="1252173" y="46815"/>
                </a:lnTo>
                <a:lnTo>
                  <a:pt x="1252558" y="46975"/>
                </a:lnTo>
                <a:lnTo>
                  <a:pt x="1252932" y="47146"/>
                </a:lnTo>
                <a:lnTo>
                  <a:pt x="1253296" y="47327"/>
                </a:lnTo>
                <a:lnTo>
                  <a:pt x="1253650" y="47519"/>
                </a:lnTo>
                <a:lnTo>
                  <a:pt x="1253993" y="47720"/>
                </a:lnTo>
                <a:lnTo>
                  <a:pt x="1254326" y="47933"/>
                </a:lnTo>
                <a:lnTo>
                  <a:pt x="1254648" y="48155"/>
                </a:lnTo>
                <a:lnTo>
                  <a:pt x="1254960" y="48388"/>
                </a:lnTo>
                <a:lnTo>
                  <a:pt x="1255261" y="48631"/>
                </a:lnTo>
                <a:lnTo>
                  <a:pt x="1255553" y="48884"/>
                </a:lnTo>
                <a:lnTo>
                  <a:pt x="1255838" y="49144"/>
                </a:lnTo>
                <a:lnTo>
                  <a:pt x="1256115" y="49411"/>
                </a:lnTo>
                <a:lnTo>
                  <a:pt x="1256384" y="49687"/>
                </a:lnTo>
                <a:lnTo>
                  <a:pt x="1256645" y="49970"/>
                </a:lnTo>
                <a:lnTo>
                  <a:pt x="1256898" y="50261"/>
                </a:lnTo>
                <a:lnTo>
                  <a:pt x="1257144" y="50560"/>
                </a:lnTo>
                <a:lnTo>
                  <a:pt x="1257382" y="50866"/>
                </a:lnTo>
                <a:lnTo>
                  <a:pt x="1257612" y="51180"/>
                </a:lnTo>
                <a:lnTo>
                  <a:pt x="1257835" y="51502"/>
                </a:lnTo>
                <a:lnTo>
                  <a:pt x="1258050" y="51832"/>
                </a:lnTo>
                <a:lnTo>
                  <a:pt x="1258257" y="52169"/>
                </a:lnTo>
                <a:lnTo>
                  <a:pt x="1258456" y="52514"/>
                </a:lnTo>
                <a:lnTo>
                  <a:pt x="1258647" y="52867"/>
                </a:lnTo>
                <a:lnTo>
                  <a:pt x="1258831" y="53228"/>
                </a:lnTo>
                <a:lnTo>
                  <a:pt x="1259007" y="53596"/>
                </a:lnTo>
                <a:lnTo>
                  <a:pt x="1259175" y="53972"/>
                </a:lnTo>
                <a:lnTo>
                  <a:pt x="1259336" y="54356"/>
                </a:lnTo>
                <a:lnTo>
                  <a:pt x="1259488" y="54747"/>
                </a:lnTo>
                <a:lnTo>
                  <a:pt x="1259633" y="55146"/>
                </a:lnTo>
                <a:lnTo>
                  <a:pt x="1259771" y="55553"/>
                </a:lnTo>
                <a:lnTo>
                  <a:pt x="1259900" y="55968"/>
                </a:lnTo>
                <a:lnTo>
                  <a:pt x="1260022" y="56390"/>
                </a:lnTo>
                <a:lnTo>
                  <a:pt x="1260136" y="56821"/>
                </a:lnTo>
                <a:lnTo>
                  <a:pt x="1260244" y="57257"/>
                </a:lnTo>
                <a:lnTo>
                  <a:pt x="1260347" y="57699"/>
                </a:lnTo>
                <a:lnTo>
                  <a:pt x="1260446" y="58146"/>
                </a:lnTo>
                <a:lnTo>
                  <a:pt x="1260540" y="58598"/>
                </a:lnTo>
                <a:lnTo>
                  <a:pt x="1260629" y="59055"/>
                </a:lnTo>
                <a:lnTo>
                  <a:pt x="1260714" y="59518"/>
                </a:lnTo>
                <a:lnTo>
                  <a:pt x="1260794" y="59986"/>
                </a:lnTo>
                <a:lnTo>
                  <a:pt x="1260870" y="60459"/>
                </a:lnTo>
                <a:lnTo>
                  <a:pt x="1260941" y="60938"/>
                </a:lnTo>
                <a:lnTo>
                  <a:pt x="1261007" y="61422"/>
                </a:lnTo>
                <a:lnTo>
                  <a:pt x="1261069" y="61911"/>
                </a:lnTo>
                <a:lnTo>
                  <a:pt x="1261127" y="62405"/>
                </a:lnTo>
                <a:lnTo>
                  <a:pt x="1261180" y="62905"/>
                </a:lnTo>
                <a:lnTo>
                  <a:pt x="1261228" y="63410"/>
                </a:lnTo>
                <a:lnTo>
                  <a:pt x="1261271" y="63920"/>
                </a:lnTo>
                <a:lnTo>
                  <a:pt x="1261310" y="64435"/>
                </a:lnTo>
                <a:lnTo>
                  <a:pt x="1261345" y="64956"/>
                </a:lnTo>
                <a:lnTo>
                  <a:pt x="1261374" y="65482"/>
                </a:lnTo>
                <a:lnTo>
                  <a:pt x="1261400" y="66013"/>
                </a:lnTo>
                <a:lnTo>
                  <a:pt x="1261420" y="66550"/>
                </a:lnTo>
                <a:lnTo>
                  <a:pt x="1261436" y="67091"/>
                </a:lnTo>
                <a:lnTo>
                  <a:pt x="1261448" y="67639"/>
                </a:lnTo>
                <a:lnTo>
                  <a:pt x="1261455" y="68191"/>
                </a:lnTo>
                <a:lnTo>
                  <a:pt x="1261457" y="68748"/>
                </a:lnTo>
                <a:lnTo>
                  <a:pt x="1261457" y="125925"/>
                </a:lnTo>
                <a:lnTo>
                  <a:pt x="1276674" y="125925"/>
                </a:lnTo>
                <a:lnTo>
                  <a:pt x="1276674" y="66792"/>
                </a:lnTo>
                <a:lnTo>
                  <a:pt x="1276663" y="65471"/>
                </a:lnTo>
                <a:lnTo>
                  <a:pt x="1276629" y="64173"/>
                </a:lnTo>
                <a:lnTo>
                  <a:pt x="1276573" y="62901"/>
                </a:lnTo>
                <a:lnTo>
                  <a:pt x="1276494" y="61652"/>
                </a:lnTo>
                <a:lnTo>
                  <a:pt x="1276393" y="60429"/>
                </a:lnTo>
                <a:lnTo>
                  <a:pt x="1276269" y="59230"/>
                </a:lnTo>
                <a:lnTo>
                  <a:pt x="1276123" y="58055"/>
                </a:lnTo>
                <a:lnTo>
                  <a:pt x="1275955" y="56905"/>
                </a:lnTo>
                <a:lnTo>
                  <a:pt x="1275764" y="55780"/>
                </a:lnTo>
                <a:lnTo>
                  <a:pt x="1275551" y="54679"/>
                </a:lnTo>
                <a:lnTo>
                  <a:pt x="1275315" y="53602"/>
                </a:lnTo>
                <a:lnTo>
                  <a:pt x="1275056" y="52550"/>
                </a:lnTo>
                <a:lnTo>
                  <a:pt x="1274776" y="51523"/>
                </a:lnTo>
                <a:lnTo>
                  <a:pt x="1274472" y="50520"/>
                </a:lnTo>
                <a:lnTo>
                  <a:pt x="1274147" y="49541"/>
                </a:lnTo>
                <a:lnTo>
                  <a:pt x="1273798" y="48588"/>
                </a:lnTo>
                <a:lnTo>
                  <a:pt x="1273428" y="47658"/>
                </a:lnTo>
                <a:lnTo>
                  <a:pt x="1273035" y="46754"/>
                </a:lnTo>
                <a:lnTo>
                  <a:pt x="1272619" y="45873"/>
                </a:lnTo>
                <a:lnTo>
                  <a:pt x="1272181" y="45018"/>
                </a:lnTo>
                <a:lnTo>
                  <a:pt x="1271721" y="44187"/>
                </a:lnTo>
                <a:lnTo>
                  <a:pt x="1271238" y="43380"/>
                </a:lnTo>
                <a:lnTo>
                  <a:pt x="1270732" y="42598"/>
                </a:lnTo>
                <a:lnTo>
                  <a:pt x="1270204" y="41840"/>
                </a:lnTo>
                <a:lnTo>
                  <a:pt x="1269651" y="41110"/>
                </a:lnTo>
                <a:lnTo>
                  <a:pt x="1269069" y="40411"/>
                </a:lnTo>
                <a:lnTo>
                  <a:pt x="1268457" y="39743"/>
                </a:lnTo>
                <a:lnTo>
                  <a:pt x="1267818" y="39107"/>
                </a:lnTo>
                <a:lnTo>
                  <a:pt x="1267149" y="38501"/>
                </a:lnTo>
                <a:lnTo>
                  <a:pt x="1266451" y="37926"/>
                </a:lnTo>
                <a:lnTo>
                  <a:pt x="1265725" y="37382"/>
                </a:lnTo>
                <a:lnTo>
                  <a:pt x="1264970" y="36870"/>
                </a:lnTo>
                <a:lnTo>
                  <a:pt x="1264186" y="36388"/>
                </a:lnTo>
                <a:lnTo>
                  <a:pt x="1263374" y="35938"/>
                </a:lnTo>
                <a:lnTo>
                  <a:pt x="1262532" y="35519"/>
                </a:lnTo>
                <a:lnTo>
                  <a:pt x="1261662" y="35130"/>
                </a:lnTo>
                <a:lnTo>
                  <a:pt x="1260763" y="34773"/>
                </a:lnTo>
                <a:lnTo>
                  <a:pt x="1259835" y="34447"/>
                </a:lnTo>
                <a:lnTo>
                  <a:pt x="1258879" y="34152"/>
                </a:lnTo>
                <a:lnTo>
                  <a:pt x="1257893" y="33888"/>
                </a:lnTo>
                <a:lnTo>
                  <a:pt x="1256879" y="33655"/>
                </a:lnTo>
                <a:lnTo>
                  <a:pt x="1255836" y="33453"/>
                </a:lnTo>
                <a:lnTo>
                  <a:pt x="1254764" y="33282"/>
                </a:lnTo>
                <a:lnTo>
                  <a:pt x="1253664" y="33142"/>
                </a:lnTo>
                <a:lnTo>
                  <a:pt x="1252535" y="33033"/>
                </a:lnTo>
                <a:lnTo>
                  <a:pt x="1251377" y="32956"/>
                </a:lnTo>
                <a:lnTo>
                  <a:pt x="1250190" y="32909"/>
                </a:lnTo>
                <a:lnTo>
                  <a:pt x="1248974" y="32894"/>
                </a:lnTo>
                <a:lnTo>
                  <a:pt x="1248038" y="32902"/>
                </a:lnTo>
                <a:lnTo>
                  <a:pt x="1247113" y="32928"/>
                </a:lnTo>
                <a:lnTo>
                  <a:pt x="1246200" y="32972"/>
                </a:lnTo>
                <a:lnTo>
                  <a:pt x="1245298" y="33033"/>
                </a:lnTo>
                <a:lnTo>
                  <a:pt x="1244407" y="33111"/>
                </a:lnTo>
                <a:lnTo>
                  <a:pt x="1243527" y="33207"/>
                </a:lnTo>
                <a:lnTo>
                  <a:pt x="1242658" y="33320"/>
                </a:lnTo>
                <a:lnTo>
                  <a:pt x="1241801" y="33450"/>
                </a:lnTo>
                <a:lnTo>
                  <a:pt x="1240955" y="33598"/>
                </a:lnTo>
                <a:lnTo>
                  <a:pt x="1240120" y="33764"/>
                </a:lnTo>
                <a:lnTo>
                  <a:pt x="1239296" y="33946"/>
                </a:lnTo>
                <a:lnTo>
                  <a:pt x="1238484" y="34146"/>
                </a:lnTo>
                <a:lnTo>
                  <a:pt x="1237683" y="34364"/>
                </a:lnTo>
                <a:lnTo>
                  <a:pt x="1236893" y="34599"/>
                </a:lnTo>
                <a:lnTo>
                  <a:pt x="1236114" y="34851"/>
                </a:lnTo>
                <a:lnTo>
                  <a:pt x="1235347" y="35121"/>
                </a:lnTo>
                <a:lnTo>
                  <a:pt x="1234590" y="35408"/>
                </a:lnTo>
                <a:lnTo>
                  <a:pt x="1233845" y="35713"/>
                </a:lnTo>
                <a:lnTo>
                  <a:pt x="1233112" y="36034"/>
                </a:lnTo>
                <a:lnTo>
                  <a:pt x="1232389" y="36374"/>
                </a:lnTo>
                <a:lnTo>
                  <a:pt x="1231678" y="36730"/>
                </a:lnTo>
                <a:lnTo>
                  <a:pt x="1230978" y="37105"/>
                </a:lnTo>
                <a:lnTo>
                  <a:pt x="1230289" y="37496"/>
                </a:lnTo>
                <a:lnTo>
                  <a:pt x="1229611" y="37905"/>
                </a:lnTo>
                <a:lnTo>
                  <a:pt x="1228944" y="38324"/>
                </a:lnTo>
                <a:lnTo>
                  <a:pt x="1228287" y="38746"/>
                </a:lnTo>
                <a:lnTo>
                  <a:pt x="1227639" y="39171"/>
                </a:lnTo>
                <a:lnTo>
                  <a:pt x="1227001" y="39598"/>
                </a:lnTo>
                <a:lnTo>
                  <a:pt x="1226372" y="40029"/>
                </a:lnTo>
                <a:lnTo>
                  <a:pt x="1225753" y="40462"/>
                </a:lnTo>
                <a:lnTo>
                  <a:pt x="1225144" y="40898"/>
                </a:lnTo>
                <a:lnTo>
                  <a:pt x="1224544" y="41337"/>
                </a:lnTo>
                <a:lnTo>
                  <a:pt x="1223954" y="41779"/>
                </a:lnTo>
                <a:lnTo>
                  <a:pt x="1223374" y="42224"/>
                </a:lnTo>
                <a:lnTo>
                  <a:pt x="1222803" y="42671"/>
                </a:lnTo>
                <a:lnTo>
                  <a:pt x="1222242" y="43122"/>
                </a:lnTo>
                <a:lnTo>
                  <a:pt x="1221691" y="43575"/>
                </a:lnTo>
                <a:lnTo>
                  <a:pt x="1221149" y="44031"/>
                </a:lnTo>
                <a:lnTo>
                  <a:pt x="1220617" y="44490"/>
                </a:lnTo>
                <a:lnTo>
                  <a:pt x="1220095" y="44952"/>
                </a:lnTo>
                <a:lnTo>
                  <a:pt x="1219582" y="45416"/>
                </a:lnTo>
                <a:lnTo>
                  <a:pt x="1219079" y="45884"/>
                </a:lnTo>
                <a:lnTo>
                  <a:pt x="1218585" y="46354"/>
                </a:lnTo>
                <a:lnTo>
                  <a:pt x="1218101" y="46827"/>
                </a:lnTo>
                <a:lnTo>
                  <a:pt x="1217627" y="47303"/>
                </a:lnTo>
                <a:lnTo>
                  <a:pt x="1217163" y="47782"/>
                </a:lnTo>
                <a:lnTo>
                  <a:pt x="1216708" y="48264"/>
                </a:lnTo>
                <a:lnTo>
                  <a:pt x="1216268" y="48742"/>
                </a:lnTo>
                <a:lnTo>
                  <a:pt x="1216212" y="48588"/>
                </a:lnTo>
                <a:lnTo>
                  <a:pt x="1215841" y="47658"/>
                </a:lnTo>
                <a:close/>
                <a:moveTo>
                  <a:pt x="1434137" y="113616"/>
                </a:moveTo>
                <a:lnTo>
                  <a:pt x="1433493" y="113592"/>
                </a:lnTo>
                <a:lnTo>
                  <a:pt x="1432869" y="113552"/>
                </a:lnTo>
                <a:lnTo>
                  <a:pt x="1432266" y="113496"/>
                </a:lnTo>
                <a:lnTo>
                  <a:pt x="1431683" y="113424"/>
                </a:lnTo>
                <a:lnTo>
                  <a:pt x="1431121" y="113336"/>
                </a:lnTo>
                <a:lnTo>
                  <a:pt x="1430580" y="113232"/>
                </a:lnTo>
                <a:lnTo>
                  <a:pt x="1430060" y="113112"/>
                </a:lnTo>
                <a:lnTo>
                  <a:pt x="1429560" y="112976"/>
                </a:lnTo>
                <a:lnTo>
                  <a:pt x="1429081" y="112824"/>
                </a:lnTo>
                <a:lnTo>
                  <a:pt x="1428623" y="112656"/>
                </a:lnTo>
                <a:lnTo>
                  <a:pt x="1428185" y="112472"/>
                </a:lnTo>
                <a:lnTo>
                  <a:pt x="1427769" y="112272"/>
                </a:lnTo>
                <a:lnTo>
                  <a:pt x="1427373" y="112056"/>
                </a:lnTo>
                <a:lnTo>
                  <a:pt x="1426997" y="111824"/>
                </a:lnTo>
                <a:lnTo>
                  <a:pt x="1426643" y="111576"/>
                </a:lnTo>
                <a:lnTo>
                  <a:pt x="1426309" y="111312"/>
                </a:lnTo>
                <a:lnTo>
                  <a:pt x="1425996" y="111033"/>
                </a:lnTo>
                <a:lnTo>
                  <a:pt x="1425703" y="110737"/>
                </a:lnTo>
                <a:lnTo>
                  <a:pt x="1425432" y="110425"/>
                </a:lnTo>
                <a:lnTo>
                  <a:pt x="1425181" y="110097"/>
                </a:lnTo>
                <a:lnTo>
                  <a:pt x="1424950" y="109753"/>
                </a:lnTo>
                <a:lnTo>
                  <a:pt x="1424741" y="109393"/>
                </a:lnTo>
                <a:lnTo>
                  <a:pt x="1424552" y="109017"/>
                </a:lnTo>
                <a:lnTo>
                  <a:pt x="1424377" y="108626"/>
                </a:lnTo>
                <a:lnTo>
                  <a:pt x="1424210" y="108221"/>
                </a:lnTo>
                <a:lnTo>
                  <a:pt x="1424050" y="107802"/>
                </a:lnTo>
                <a:lnTo>
                  <a:pt x="1423898" y="107369"/>
                </a:lnTo>
                <a:lnTo>
                  <a:pt x="1423753" y="106922"/>
                </a:lnTo>
                <a:lnTo>
                  <a:pt x="1423615" y="106461"/>
                </a:lnTo>
                <a:lnTo>
                  <a:pt x="1423485" y="105986"/>
                </a:lnTo>
                <a:lnTo>
                  <a:pt x="1423363" y="105497"/>
                </a:lnTo>
                <a:lnTo>
                  <a:pt x="1423247" y="104994"/>
                </a:lnTo>
                <a:lnTo>
                  <a:pt x="1423140" y="104477"/>
                </a:lnTo>
                <a:lnTo>
                  <a:pt x="1423039" y="103945"/>
                </a:lnTo>
                <a:lnTo>
                  <a:pt x="1422946" y="103400"/>
                </a:lnTo>
                <a:lnTo>
                  <a:pt x="1422861" y="102841"/>
                </a:lnTo>
                <a:lnTo>
                  <a:pt x="1422783" y="102268"/>
                </a:lnTo>
                <a:lnTo>
                  <a:pt x="1422712" y="101681"/>
                </a:lnTo>
                <a:lnTo>
                  <a:pt x="1422649" y="101080"/>
                </a:lnTo>
                <a:lnTo>
                  <a:pt x="1422593" y="100464"/>
                </a:lnTo>
                <a:lnTo>
                  <a:pt x="1422545" y="99835"/>
                </a:lnTo>
                <a:lnTo>
                  <a:pt x="1422504" y="99192"/>
                </a:lnTo>
                <a:lnTo>
                  <a:pt x="1422470" y="98534"/>
                </a:lnTo>
                <a:lnTo>
                  <a:pt x="1422444" y="97863"/>
                </a:lnTo>
                <a:lnTo>
                  <a:pt x="1422426" y="97178"/>
                </a:lnTo>
                <a:lnTo>
                  <a:pt x="1422415" y="96478"/>
                </a:lnTo>
                <a:lnTo>
                  <a:pt x="1422411" y="95765"/>
                </a:lnTo>
                <a:lnTo>
                  <a:pt x="1422411" y="46743"/>
                </a:lnTo>
                <a:lnTo>
                  <a:pt x="1444279" y="46743"/>
                </a:lnTo>
                <a:lnTo>
                  <a:pt x="1444279" y="34443"/>
                </a:lnTo>
                <a:lnTo>
                  <a:pt x="1422411" y="34443"/>
                </a:lnTo>
                <a:lnTo>
                  <a:pt x="1422411" y="14123"/>
                </a:lnTo>
                <a:lnTo>
                  <a:pt x="1407285" y="14123"/>
                </a:lnTo>
                <a:lnTo>
                  <a:pt x="1407285" y="34443"/>
                </a:lnTo>
                <a:lnTo>
                  <a:pt x="1392433" y="34443"/>
                </a:lnTo>
                <a:lnTo>
                  <a:pt x="1392433" y="46743"/>
                </a:lnTo>
                <a:lnTo>
                  <a:pt x="1407285" y="46743"/>
                </a:lnTo>
                <a:lnTo>
                  <a:pt x="1407285" y="96198"/>
                </a:lnTo>
                <a:lnTo>
                  <a:pt x="1407289" y="96972"/>
                </a:lnTo>
                <a:lnTo>
                  <a:pt x="1407300" y="97736"/>
                </a:lnTo>
                <a:lnTo>
                  <a:pt x="1407319" y="98491"/>
                </a:lnTo>
                <a:lnTo>
                  <a:pt x="1407345" y="99237"/>
                </a:lnTo>
                <a:lnTo>
                  <a:pt x="1407378" y="99974"/>
                </a:lnTo>
                <a:lnTo>
                  <a:pt x="1407419" y="100701"/>
                </a:lnTo>
                <a:lnTo>
                  <a:pt x="1407467" y="101419"/>
                </a:lnTo>
                <a:lnTo>
                  <a:pt x="1407523" y="102127"/>
                </a:lnTo>
                <a:lnTo>
                  <a:pt x="1407586" y="102827"/>
                </a:lnTo>
                <a:lnTo>
                  <a:pt x="1407657" y="103516"/>
                </a:lnTo>
                <a:lnTo>
                  <a:pt x="1407735" y="104197"/>
                </a:lnTo>
                <a:lnTo>
                  <a:pt x="1407821" y="104868"/>
                </a:lnTo>
                <a:lnTo>
                  <a:pt x="1407914" y="105530"/>
                </a:lnTo>
                <a:lnTo>
                  <a:pt x="1408014" y="106183"/>
                </a:lnTo>
                <a:lnTo>
                  <a:pt x="1408122" y="106826"/>
                </a:lnTo>
                <a:lnTo>
                  <a:pt x="1408237" y="107460"/>
                </a:lnTo>
                <a:lnTo>
                  <a:pt x="1408360" y="108084"/>
                </a:lnTo>
                <a:lnTo>
                  <a:pt x="1408490" y="108699"/>
                </a:lnTo>
                <a:lnTo>
                  <a:pt x="1408627" y="109305"/>
                </a:lnTo>
                <a:lnTo>
                  <a:pt x="1408772" y="109902"/>
                </a:lnTo>
                <a:lnTo>
                  <a:pt x="1408925" y="110489"/>
                </a:lnTo>
                <a:lnTo>
                  <a:pt x="1409085" y="111067"/>
                </a:lnTo>
                <a:lnTo>
                  <a:pt x="1409252" y="111635"/>
                </a:lnTo>
                <a:lnTo>
                  <a:pt x="1409427" y="112195"/>
                </a:lnTo>
                <a:lnTo>
                  <a:pt x="1409611" y="112744"/>
                </a:lnTo>
                <a:lnTo>
                  <a:pt x="1409808" y="113282"/>
                </a:lnTo>
                <a:lnTo>
                  <a:pt x="1410018" y="113809"/>
                </a:lnTo>
                <a:lnTo>
                  <a:pt x="1410240" y="114325"/>
                </a:lnTo>
                <a:lnTo>
                  <a:pt x="1410475" y="114831"/>
                </a:lnTo>
                <a:lnTo>
                  <a:pt x="1410722" y="115326"/>
                </a:lnTo>
                <a:lnTo>
                  <a:pt x="1410982" y="115810"/>
                </a:lnTo>
                <a:lnTo>
                  <a:pt x="1411254" y="116283"/>
                </a:lnTo>
                <a:lnTo>
                  <a:pt x="1411539" y="116746"/>
                </a:lnTo>
                <a:lnTo>
                  <a:pt x="1411836" y="117197"/>
                </a:lnTo>
                <a:lnTo>
                  <a:pt x="1412145" y="117638"/>
                </a:lnTo>
                <a:lnTo>
                  <a:pt x="1412468" y="118068"/>
                </a:lnTo>
                <a:lnTo>
                  <a:pt x="1412802" y="118487"/>
                </a:lnTo>
                <a:lnTo>
                  <a:pt x="1413149" y="118896"/>
                </a:lnTo>
                <a:lnTo>
                  <a:pt x="1413509" y="119293"/>
                </a:lnTo>
                <a:lnTo>
                  <a:pt x="1413881" y="119680"/>
                </a:lnTo>
                <a:lnTo>
                  <a:pt x="1414266" y="120056"/>
                </a:lnTo>
                <a:lnTo>
                  <a:pt x="1414663" y="120421"/>
                </a:lnTo>
                <a:lnTo>
                  <a:pt x="1415073" y="120776"/>
                </a:lnTo>
                <a:lnTo>
                  <a:pt x="1415495" y="121119"/>
                </a:lnTo>
                <a:lnTo>
                  <a:pt x="1415929" y="121452"/>
                </a:lnTo>
                <a:lnTo>
                  <a:pt x="1416377" y="121774"/>
                </a:lnTo>
                <a:lnTo>
                  <a:pt x="1416836" y="122085"/>
                </a:lnTo>
                <a:lnTo>
                  <a:pt x="1417308" y="122386"/>
                </a:lnTo>
                <a:lnTo>
                  <a:pt x="1417795" y="122674"/>
                </a:lnTo>
                <a:lnTo>
                  <a:pt x="1418300" y="122951"/>
                </a:lnTo>
                <a:lnTo>
                  <a:pt x="1418822" y="123215"/>
                </a:lnTo>
                <a:lnTo>
                  <a:pt x="1419361" y="123467"/>
                </a:lnTo>
                <a:lnTo>
                  <a:pt x="1419918" y="123707"/>
                </a:lnTo>
                <a:lnTo>
                  <a:pt x="1420492" y="123934"/>
                </a:lnTo>
                <a:lnTo>
                  <a:pt x="1421083" y="124149"/>
                </a:lnTo>
                <a:lnTo>
                  <a:pt x="1421692" y="124352"/>
                </a:lnTo>
                <a:lnTo>
                  <a:pt x="1422318" y="124542"/>
                </a:lnTo>
                <a:lnTo>
                  <a:pt x="1422962" y="124721"/>
                </a:lnTo>
                <a:lnTo>
                  <a:pt x="1423623" y="124887"/>
                </a:lnTo>
                <a:lnTo>
                  <a:pt x="1424302" y="125040"/>
                </a:lnTo>
                <a:lnTo>
                  <a:pt x="1424997" y="125181"/>
                </a:lnTo>
                <a:lnTo>
                  <a:pt x="1425711" y="125310"/>
                </a:lnTo>
                <a:lnTo>
                  <a:pt x="1426441" y="125427"/>
                </a:lnTo>
                <a:lnTo>
                  <a:pt x="1427190" y="125532"/>
                </a:lnTo>
                <a:lnTo>
                  <a:pt x="1427955" y="125624"/>
                </a:lnTo>
                <a:lnTo>
                  <a:pt x="1428738" y="125704"/>
                </a:lnTo>
                <a:lnTo>
                  <a:pt x="1429538" y="125771"/>
                </a:lnTo>
                <a:lnTo>
                  <a:pt x="1430356" y="125827"/>
                </a:lnTo>
                <a:lnTo>
                  <a:pt x="1431191" y="125870"/>
                </a:lnTo>
                <a:lnTo>
                  <a:pt x="1432043" y="125900"/>
                </a:lnTo>
                <a:lnTo>
                  <a:pt x="1432913" y="125919"/>
                </a:lnTo>
                <a:lnTo>
                  <a:pt x="1433801" y="125925"/>
                </a:lnTo>
                <a:lnTo>
                  <a:pt x="1444461" y="125925"/>
                </a:lnTo>
                <a:lnTo>
                  <a:pt x="1444461" y="113624"/>
                </a:lnTo>
                <a:lnTo>
                  <a:pt x="1434803" y="113624"/>
                </a:lnTo>
                <a:lnTo>
                  <a:pt x="1434137" y="113616"/>
                </a:lnTo>
                <a:close/>
                <a:moveTo>
                  <a:pt x="1100297" y="59952"/>
                </a:moveTo>
                <a:lnTo>
                  <a:pt x="1100550" y="59616"/>
                </a:lnTo>
                <a:lnTo>
                  <a:pt x="1100805" y="59283"/>
                </a:lnTo>
                <a:lnTo>
                  <a:pt x="1101064" y="58954"/>
                </a:lnTo>
                <a:lnTo>
                  <a:pt x="1101325" y="58629"/>
                </a:lnTo>
                <a:lnTo>
                  <a:pt x="1101590" y="58307"/>
                </a:lnTo>
                <a:lnTo>
                  <a:pt x="1101857" y="57988"/>
                </a:lnTo>
                <a:lnTo>
                  <a:pt x="1102127" y="57673"/>
                </a:lnTo>
                <a:lnTo>
                  <a:pt x="1102400" y="57361"/>
                </a:lnTo>
                <a:lnTo>
                  <a:pt x="1102676" y="57053"/>
                </a:lnTo>
                <a:lnTo>
                  <a:pt x="1102954" y="56748"/>
                </a:lnTo>
                <a:lnTo>
                  <a:pt x="1103236" y="56446"/>
                </a:lnTo>
                <a:lnTo>
                  <a:pt x="1103520" y="56148"/>
                </a:lnTo>
                <a:lnTo>
                  <a:pt x="1103807" y="55854"/>
                </a:lnTo>
                <a:lnTo>
                  <a:pt x="1104097" y="55563"/>
                </a:lnTo>
                <a:lnTo>
                  <a:pt x="1104390" y="55275"/>
                </a:lnTo>
                <a:lnTo>
                  <a:pt x="1104685" y="54991"/>
                </a:lnTo>
                <a:lnTo>
                  <a:pt x="1104984" y="54711"/>
                </a:lnTo>
                <a:lnTo>
                  <a:pt x="1105285" y="54434"/>
                </a:lnTo>
                <a:lnTo>
                  <a:pt x="1105590" y="54160"/>
                </a:lnTo>
                <a:lnTo>
                  <a:pt x="1105897" y="53890"/>
                </a:lnTo>
                <a:lnTo>
                  <a:pt x="1106206" y="53623"/>
                </a:lnTo>
                <a:lnTo>
                  <a:pt x="1106520" y="53360"/>
                </a:lnTo>
                <a:lnTo>
                  <a:pt x="1106838" y="53102"/>
                </a:lnTo>
                <a:lnTo>
                  <a:pt x="1107160" y="52849"/>
                </a:lnTo>
                <a:lnTo>
                  <a:pt x="1107487" y="52601"/>
                </a:lnTo>
                <a:lnTo>
                  <a:pt x="1107818" y="52357"/>
                </a:lnTo>
                <a:lnTo>
                  <a:pt x="1108154" y="52119"/>
                </a:lnTo>
                <a:lnTo>
                  <a:pt x="1108494" y="51885"/>
                </a:lnTo>
                <a:lnTo>
                  <a:pt x="1108839" y="51656"/>
                </a:lnTo>
                <a:lnTo>
                  <a:pt x="1109188" y="51431"/>
                </a:lnTo>
                <a:lnTo>
                  <a:pt x="1109541" y="51212"/>
                </a:lnTo>
                <a:lnTo>
                  <a:pt x="1109899" y="50997"/>
                </a:lnTo>
                <a:lnTo>
                  <a:pt x="1110261" y="50787"/>
                </a:lnTo>
                <a:lnTo>
                  <a:pt x="1110628" y="50582"/>
                </a:lnTo>
                <a:lnTo>
                  <a:pt x="1110999" y="50381"/>
                </a:lnTo>
                <a:lnTo>
                  <a:pt x="1111375" y="50186"/>
                </a:lnTo>
                <a:lnTo>
                  <a:pt x="1111755" y="49995"/>
                </a:lnTo>
                <a:lnTo>
                  <a:pt x="1112139" y="49809"/>
                </a:lnTo>
                <a:lnTo>
                  <a:pt x="1112528" y="49627"/>
                </a:lnTo>
                <a:lnTo>
                  <a:pt x="1112921" y="49451"/>
                </a:lnTo>
                <a:lnTo>
                  <a:pt x="1113319" y="49279"/>
                </a:lnTo>
                <a:lnTo>
                  <a:pt x="1113721" y="49112"/>
                </a:lnTo>
                <a:lnTo>
                  <a:pt x="1114127" y="48950"/>
                </a:lnTo>
                <a:lnTo>
                  <a:pt x="1114538" y="48792"/>
                </a:lnTo>
                <a:lnTo>
                  <a:pt x="1114954" y="48640"/>
                </a:lnTo>
                <a:lnTo>
                  <a:pt x="1115374" y="48493"/>
                </a:lnTo>
                <a:lnTo>
                  <a:pt x="1115800" y="48352"/>
                </a:lnTo>
                <a:lnTo>
                  <a:pt x="1116232" y="48217"/>
                </a:lnTo>
                <a:lnTo>
                  <a:pt x="1116670" y="48088"/>
                </a:lnTo>
                <a:lnTo>
                  <a:pt x="1117113" y="47966"/>
                </a:lnTo>
                <a:lnTo>
                  <a:pt x="1117562" y="47850"/>
                </a:lnTo>
                <a:lnTo>
                  <a:pt x="1118017" y="47740"/>
                </a:lnTo>
                <a:lnTo>
                  <a:pt x="1118477" y="47637"/>
                </a:lnTo>
                <a:lnTo>
                  <a:pt x="1118943" y="47540"/>
                </a:lnTo>
                <a:lnTo>
                  <a:pt x="1119415" y="47449"/>
                </a:lnTo>
                <a:lnTo>
                  <a:pt x="1119892" y="47364"/>
                </a:lnTo>
                <a:lnTo>
                  <a:pt x="1120375" y="47286"/>
                </a:lnTo>
                <a:lnTo>
                  <a:pt x="1120864" y="47214"/>
                </a:lnTo>
                <a:lnTo>
                  <a:pt x="1121359" y="47148"/>
                </a:lnTo>
                <a:lnTo>
                  <a:pt x="1121859" y="47088"/>
                </a:lnTo>
                <a:lnTo>
                  <a:pt x="1122365" y="47035"/>
                </a:lnTo>
                <a:lnTo>
                  <a:pt x="1122876" y="46988"/>
                </a:lnTo>
                <a:lnTo>
                  <a:pt x="1123394" y="46947"/>
                </a:lnTo>
                <a:lnTo>
                  <a:pt x="1123917" y="46913"/>
                </a:lnTo>
                <a:lnTo>
                  <a:pt x="1124445" y="46885"/>
                </a:lnTo>
                <a:lnTo>
                  <a:pt x="1124980" y="46863"/>
                </a:lnTo>
                <a:lnTo>
                  <a:pt x="1125520" y="46847"/>
                </a:lnTo>
                <a:lnTo>
                  <a:pt x="1126065" y="46838"/>
                </a:lnTo>
                <a:lnTo>
                  <a:pt x="1126617" y="46835"/>
                </a:lnTo>
                <a:lnTo>
                  <a:pt x="1128713" y="46835"/>
                </a:lnTo>
                <a:lnTo>
                  <a:pt x="1128713" y="32894"/>
                </a:lnTo>
                <a:lnTo>
                  <a:pt x="1126890" y="32894"/>
                </a:lnTo>
                <a:lnTo>
                  <a:pt x="1126009" y="32902"/>
                </a:lnTo>
                <a:lnTo>
                  <a:pt x="1125141" y="32926"/>
                </a:lnTo>
                <a:lnTo>
                  <a:pt x="1124288" y="32966"/>
                </a:lnTo>
                <a:lnTo>
                  <a:pt x="1123448" y="33023"/>
                </a:lnTo>
                <a:lnTo>
                  <a:pt x="1122622" y="33095"/>
                </a:lnTo>
                <a:lnTo>
                  <a:pt x="1121810" y="33184"/>
                </a:lnTo>
                <a:lnTo>
                  <a:pt x="1121013" y="33289"/>
                </a:lnTo>
                <a:lnTo>
                  <a:pt x="1120229" y="33410"/>
                </a:lnTo>
                <a:lnTo>
                  <a:pt x="1119458" y="33547"/>
                </a:lnTo>
                <a:lnTo>
                  <a:pt x="1118702" y="33700"/>
                </a:lnTo>
                <a:lnTo>
                  <a:pt x="1117960" y="33870"/>
                </a:lnTo>
                <a:lnTo>
                  <a:pt x="1117232" y="34055"/>
                </a:lnTo>
                <a:lnTo>
                  <a:pt x="1116517" y="34257"/>
                </a:lnTo>
                <a:lnTo>
                  <a:pt x="1115817" y="34475"/>
                </a:lnTo>
                <a:lnTo>
                  <a:pt x="1115130" y="34709"/>
                </a:lnTo>
                <a:lnTo>
                  <a:pt x="1114458" y="34959"/>
                </a:lnTo>
                <a:lnTo>
                  <a:pt x="1113799" y="35225"/>
                </a:lnTo>
                <a:lnTo>
                  <a:pt x="1113154" y="35508"/>
                </a:lnTo>
                <a:lnTo>
                  <a:pt x="1112523" y="35806"/>
                </a:lnTo>
                <a:lnTo>
                  <a:pt x="1111906" y="36121"/>
                </a:lnTo>
                <a:lnTo>
                  <a:pt x="1111303" y="36451"/>
                </a:lnTo>
                <a:lnTo>
                  <a:pt x="1110714" y="36798"/>
                </a:lnTo>
                <a:lnTo>
                  <a:pt x="1110139" y="37161"/>
                </a:lnTo>
                <a:lnTo>
                  <a:pt x="1109578" y="37541"/>
                </a:lnTo>
                <a:lnTo>
                  <a:pt x="1109029" y="37932"/>
                </a:lnTo>
                <a:lnTo>
                  <a:pt x="1108489" y="38331"/>
                </a:lnTo>
                <a:lnTo>
                  <a:pt x="1107960" y="38738"/>
                </a:lnTo>
                <a:lnTo>
                  <a:pt x="1107442" y="39153"/>
                </a:lnTo>
                <a:lnTo>
                  <a:pt x="1106933" y="39576"/>
                </a:lnTo>
                <a:lnTo>
                  <a:pt x="1106434" y="40006"/>
                </a:lnTo>
                <a:lnTo>
                  <a:pt x="1105946" y="40445"/>
                </a:lnTo>
                <a:lnTo>
                  <a:pt x="1105467" y="40892"/>
                </a:lnTo>
                <a:lnTo>
                  <a:pt x="1104999" y="41346"/>
                </a:lnTo>
                <a:lnTo>
                  <a:pt x="1104541" y="41809"/>
                </a:lnTo>
                <a:lnTo>
                  <a:pt x="1104093" y="42279"/>
                </a:lnTo>
                <a:lnTo>
                  <a:pt x="1103655" y="42757"/>
                </a:lnTo>
                <a:lnTo>
                  <a:pt x="1103227" y="43243"/>
                </a:lnTo>
                <a:lnTo>
                  <a:pt x="1102810" y="43737"/>
                </a:lnTo>
                <a:lnTo>
                  <a:pt x="1102402" y="44239"/>
                </a:lnTo>
                <a:lnTo>
                  <a:pt x="1102005" y="44749"/>
                </a:lnTo>
                <a:lnTo>
                  <a:pt x="1101618" y="45267"/>
                </a:lnTo>
                <a:lnTo>
                  <a:pt x="1101241" y="45792"/>
                </a:lnTo>
                <a:lnTo>
                  <a:pt x="1100874" y="46326"/>
                </a:lnTo>
                <a:lnTo>
                  <a:pt x="1100517" y="46868"/>
                </a:lnTo>
                <a:lnTo>
                  <a:pt x="1100170" y="47417"/>
                </a:lnTo>
                <a:lnTo>
                  <a:pt x="1099833" y="47974"/>
                </a:lnTo>
                <a:lnTo>
                  <a:pt x="1099507" y="48539"/>
                </a:lnTo>
                <a:lnTo>
                  <a:pt x="1099190" y="49113"/>
                </a:lnTo>
                <a:lnTo>
                  <a:pt x="1098644" y="34443"/>
                </a:lnTo>
                <a:lnTo>
                  <a:pt x="1084338" y="34443"/>
                </a:lnTo>
                <a:lnTo>
                  <a:pt x="1084338" y="125925"/>
                </a:lnTo>
                <a:lnTo>
                  <a:pt x="1099555" y="125925"/>
                </a:lnTo>
                <a:lnTo>
                  <a:pt x="1099555" y="60981"/>
                </a:lnTo>
                <a:lnTo>
                  <a:pt x="1099799" y="60634"/>
                </a:lnTo>
                <a:lnTo>
                  <a:pt x="1100047" y="60291"/>
                </a:lnTo>
                <a:lnTo>
                  <a:pt x="1100297" y="59952"/>
                </a:lnTo>
                <a:close/>
                <a:moveTo>
                  <a:pt x="1626674" y="59225"/>
                </a:moveTo>
                <a:lnTo>
                  <a:pt x="1627048" y="58771"/>
                </a:lnTo>
                <a:lnTo>
                  <a:pt x="1627431" y="58319"/>
                </a:lnTo>
                <a:lnTo>
                  <a:pt x="1627823" y="57871"/>
                </a:lnTo>
                <a:lnTo>
                  <a:pt x="1628224" y="57426"/>
                </a:lnTo>
                <a:lnTo>
                  <a:pt x="1628635" y="56983"/>
                </a:lnTo>
                <a:lnTo>
                  <a:pt x="1629055" y="56545"/>
                </a:lnTo>
                <a:lnTo>
                  <a:pt x="1629483" y="56109"/>
                </a:lnTo>
                <a:lnTo>
                  <a:pt x="1629921" y="55676"/>
                </a:lnTo>
                <a:lnTo>
                  <a:pt x="1630369" y="55247"/>
                </a:lnTo>
                <a:lnTo>
                  <a:pt x="1630825" y="54820"/>
                </a:lnTo>
                <a:lnTo>
                  <a:pt x="1631291" y="54397"/>
                </a:lnTo>
                <a:lnTo>
                  <a:pt x="1631765" y="53977"/>
                </a:lnTo>
                <a:lnTo>
                  <a:pt x="1632249" y="53560"/>
                </a:lnTo>
                <a:lnTo>
                  <a:pt x="1632742" y="53146"/>
                </a:lnTo>
                <a:lnTo>
                  <a:pt x="1633245" y="52735"/>
                </a:lnTo>
                <a:lnTo>
                  <a:pt x="1633756" y="52328"/>
                </a:lnTo>
                <a:lnTo>
                  <a:pt x="1634277" y="51923"/>
                </a:lnTo>
                <a:lnTo>
                  <a:pt x="1634806" y="51522"/>
                </a:lnTo>
                <a:lnTo>
                  <a:pt x="1635345" y="51124"/>
                </a:lnTo>
                <a:lnTo>
                  <a:pt x="1635893" y="50729"/>
                </a:lnTo>
                <a:lnTo>
                  <a:pt x="1636451" y="50337"/>
                </a:lnTo>
                <a:lnTo>
                  <a:pt x="1637018" y="49955"/>
                </a:lnTo>
                <a:lnTo>
                  <a:pt x="1637597" y="49588"/>
                </a:lnTo>
                <a:lnTo>
                  <a:pt x="1638186" y="49238"/>
                </a:lnTo>
                <a:lnTo>
                  <a:pt x="1638787" y="48905"/>
                </a:lnTo>
                <a:lnTo>
                  <a:pt x="1639399" y="48588"/>
                </a:lnTo>
                <a:lnTo>
                  <a:pt x="1640021" y="48286"/>
                </a:lnTo>
                <a:lnTo>
                  <a:pt x="1640655" y="48002"/>
                </a:lnTo>
                <a:lnTo>
                  <a:pt x="1641300" y="47733"/>
                </a:lnTo>
                <a:lnTo>
                  <a:pt x="1641956" y="47481"/>
                </a:lnTo>
                <a:lnTo>
                  <a:pt x="1642623" y="47245"/>
                </a:lnTo>
                <a:lnTo>
                  <a:pt x="1643302" y="47025"/>
                </a:lnTo>
                <a:lnTo>
                  <a:pt x="1643991" y="46822"/>
                </a:lnTo>
                <a:lnTo>
                  <a:pt x="1644691" y="46635"/>
                </a:lnTo>
                <a:lnTo>
                  <a:pt x="1645402" y="46464"/>
                </a:lnTo>
                <a:lnTo>
                  <a:pt x="1646125" y="46309"/>
                </a:lnTo>
                <a:lnTo>
                  <a:pt x="1646858" y="46171"/>
                </a:lnTo>
                <a:lnTo>
                  <a:pt x="1647603" y="46049"/>
                </a:lnTo>
                <a:lnTo>
                  <a:pt x="1648359" y="45943"/>
                </a:lnTo>
                <a:lnTo>
                  <a:pt x="1649126" y="45854"/>
                </a:lnTo>
                <a:lnTo>
                  <a:pt x="1649903" y="45780"/>
                </a:lnTo>
                <a:lnTo>
                  <a:pt x="1650692" y="45723"/>
                </a:lnTo>
                <a:lnTo>
                  <a:pt x="1651492" y="45683"/>
                </a:lnTo>
                <a:lnTo>
                  <a:pt x="1652303" y="45658"/>
                </a:lnTo>
                <a:lnTo>
                  <a:pt x="1653125" y="45650"/>
                </a:lnTo>
                <a:lnTo>
                  <a:pt x="1653674" y="45655"/>
                </a:lnTo>
                <a:lnTo>
                  <a:pt x="1654212" y="45671"/>
                </a:lnTo>
                <a:lnTo>
                  <a:pt x="1654739" y="45697"/>
                </a:lnTo>
                <a:lnTo>
                  <a:pt x="1655255" y="45733"/>
                </a:lnTo>
                <a:lnTo>
                  <a:pt x="1655760" y="45779"/>
                </a:lnTo>
                <a:lnTo>
                  <a:pt x="1656255" y="45836"/>
                </a:lnTo>
                <a:lnTo>
                  <a:pt x="1656738" y="45904"/>
                </a:lnTo>
                <a:lnTo>
                  <a:pt x="1657210" y="45981"/>
                </a:lnTo>
                <a:lnTo>
                  <a:pt x="1657672" y="46069"/>
                </a:lnTo>
                <a:lnTo>
                  <a:pt x="1658123" y="46168"/>
                </a:lnTo>
                <a:lnTo>
                  <a:pt x="1658562" y="46276"/>
                </a:lnTo>
                <a:lnTo>
                  <a:pt x="1658991" y="46395"/>
                </a:lnTo>
                <a:lnTo>
                  <a:pt x="1659409" y="46525"/>
                </a:lnTo>
                <a:lnTo>
                  <a:pt x="1659816" y="46665"/>
                </a:lnTo>
                <a:lnTo>
                  <a:pt x="1660212" y="46815"/>
                </a:lnTo>
                <a:lnTo>
                  <a:pt x="1660597" y="46975"/>
                </a:lnTo>
                <a:lnTo>
                  <a:pt x="1660971" y="47146"/>
                </a:lnTo>
                <a:lnTo>
                  <a:pt x="1661335" y="47327"/>
                </a:lnTo>
                <a:lnTo>
                  <a:pt x="1661687" y="47519"/>
                </a:lnTo>
                <a:lnTo>
                  <a:pt x="1662028" y="47720"/>
                </a:lnTo>
                <a:lnTo>
                  <a:pt x="1662359" y="47933"/>
                </a:lnTo>
                <a:lnTo>
                  <a:pt x="1662679" y="48155"/>
                </a:lnTo>
                <a:lnTo>
                  <a:pt x="1662987" y="48388"/>
                </a:lnTo>
                <a:lnTo>
                  <a:pt x="1663285" y="48631"/>
                </a:lnTo>
                <a:lnTo>
                  <a:pt x="1663574" y="48884"/>
                </a:lnTo>
                <a:lnTo>
                  <a:pt x="1663855" y="49144"/>
                </a:lnTo>
                <a:lnTo>
                  <a:pt x="1664129" y="49411"/>
                </a:lnTo>
                <a:lnTo>
                  <a:pt x="1664395" y="49687"/>
                </a:lnTo>
                <a:lnTo>
                  <a:pt x="1664654" y="49970"/>
                </a:lnTo>
                <a:lnTo>
                  <a:pt x="1664905" y="50261"/>
                </a:lnTo>
                <a:lnTo>
                  <a:pt x="1665149" y="50560"/>
                </a:lnTo>
                <a:lnTo>
                  <a:pt x="1665386" y="50866"/>
                </a:lnTo>
                <a:lnTo>
                  <a:pt x="1665615" y="51180"/>
                </a:lnTo>
                <a:lnTo>
                  <a:pt x="1665837" y="51502"/>
                </a:lnTo>
                <a:lnTo>
                  <a:pt x="1666051" y="51832"/>
                </a:lnTo>
                <a:lnTo>
                  <a:pt x="1666258" y="52169"/>
                </a:lnTo>
                <a:lnTo>
                  <a:pt x="1666457" y="52514"/>
                </a:lnTo>
                <a:lnTo>
                  <a:pt x="1666649" y="52867"/>
                </a:lnTo>
                <a:lnTo>
                  <a:pt x="1666834" y="53228"/>
                </a:lnTo>
                <a:lnTo>
                  <a:pt x="1667011" y="53596"/>
                </a:lnTo>
                <a:lnTo>
                  <a:pt x="1667180" y="53972"/>
                </a:lnTo>
                <a:lnTo>
                  <a:pt x="1667343" y="54356"/>
                </a:lnTo>
                <a:lnTo>
                  <a:pt x="1667497" y="54747"/>
                </a:lnTo>
                <a:lnTo>
                  <a:pt x="1667645" y="55146"/>
                </a:lnTo>
                <a:lnTo>
                  <a:pt x="1667785" y="55553"/>
                </a:lnTo>
                <a:lnTo>
                  <a:pt x="1667917" y="55968"/>
                </a:lnTo>
                <a:lnTo>
                  <a:pt x="1668042" y="56390"/>
                </a:lnTo>
                <a:lnTo>
                  <a:pt x="1668160" y="56821"/>
                </a:lnTo>
                <a:lnTo>
                  <a:pt x="1668271" y="57257"/>
                </a:lnTo>
                <a:lnTo>
                  <a:pt x="1668378" y="57699"/>
                </a:lnTo>
                <a:lnTo>
                  <a:pt x="1668480" y="58146"/>
                </a:lnTo>
                <a:lnTo>
                  <a:pt x="1668577" y="58598"/>
                </a:lnTo>
                <a:lnTo>
                  <a:pt x="1668670" y="59055"/>
                </a:lnTo>
                <a:lnTo>
                  <a:pt x="1668758" y="59518"/>
                </a:lnTo>
                <a:lnTo>
                  <a:pt x="1668841" y="59986"/>
                </a:lnTo>
                <a:lnTo>
                  <a:pt x="1668919" y="60459"/>
                </a:lnTo>
                <a:lnTo>
                  <a:pt x="1668993" y="60938"/>
                </a:lnTo>
                <a:lnTo>
                  <a:pt x="1669062" y="61422"/>
                </a:lnTo>
                <a:lnTo>
                  <a:pt x="1669126" y="61911"/>
                </a:lnTo>
                <a:lnTo>
                  <a:pt x="1669185" y="62405"/>
                </a:lnTo>
                <a:lnTo>
                  <a:pt x="1669239" y="62905"/>
                </a:lnTo>
                <a:lnTo>
                  <a:pt x="1669289" y="63410"/>
                </a:lnTo>
                <a:lnTo>
                  <a:pt x="1669334" y="63920"/>
                </a:lnTo>
                <a:lnTo>
                  <a:pt x="1669375" y="64435"/>
                </a:lnTo>
                <a:lnTo>
                  <a:pt x="1669410" y="64956"/>
                </a:lnTo>
                <a:lnTo>
                  <a:pt x="1669441" y="65482"/>
                </a:lnTo>
                <a:lnTo>
                  <a:pt x="1669467" y="66013"/>
                </a:lnTo>
                <a:lnTo>
                  <a:pt x="1669489" y="66550"/>
                </a:lnTo>
                <a:lnTo>
                  <a:pt x="1669505" y="67091"/>
                </a:lnTo>
                <a:lnTo>
                  <a:pt x="1669517" y="67639"/>
                </a:lnTo>
                <a:lnTo>
                  <a:pt x="1669524" y="68191"/>
                </a:lnTo>
                <a:lnTo>
                  <a:pt x="1669527" y="68748"/>
                </a:lnTo>
                <a:lnTo>
                  <a:pt x="1669527" y="125925"/>
                </a:lnTo>
                <a:lnTo>
                  <a:pt x="1684743" y="125925"/>
                </a:lnTo>
                <a:lnTo>
                  <a:pt x="1684743" y="66792"/>
                </a:lnTo>
                <a:lnTo>
                  <a:pt x="1684732" y="65463"/>
                </a:lnTo>
                <a:lnTo>
                  <a:pt x="1684697" y="64159"/>
                </a:lnTo>
                <a:lnTo>
                  <a:pt x="1684639" y="62879"/>
                </a:lnTo>
                <a:lnTo>
                  <a:pt x="1684559" y="61625"/>
                </a:lnTo>
                <a:lnTo>
                  <a:pt x="1684455" y="60396"/>
                </a:lnTo>
                <a:lnTo>
                  <a:pt x="1684328" y="59191"/>
                </a:lnTo>
                <a:lnTo>
                  <a:pt x="1684177" y="58012"/>
                </a:lnTo>
                <a:lnTo>
                  <a:pt x="1684004" y="56858"/>
                </a:lnTo>
                <a:lnTo>
                  <a:pt x="1683808" y="55729"/>
                </a:lnTo>
                <a:lnTo>
                  <a:pt x="1683588" y="54624"/>
                </a:lnTo>
                <a:lnTo>
                  <a:pt x="1683346" y="53545"/>
                </a:lnTo>
                <a:lnTo>
                  <a:pt x="1683080" y="52491"/>
                </a:lnTo>
                <a:lnTo>
                  <a:pt x="1682792" y="51462"/>
                </a:lnTo>
                <a:lnTo>
                  <a:pt x="1682480" y="50458"/>
                </a:lnTo>
                <a:lnTo>
                  <a:pt x="1682145" y="49479"/>
                </a:lnTo>
                <a:lnTo>
                  <a:pt x="1681787" y="48524"/>
                </a:lnTo>
                <a:lnTo>
                  <a:pt x="1681406" y="47595"/>
                </a:lnTo>
                <a:lnTo>
                  <a:pt x="1681002" y="46691"/>
                </a:lnTo>
                <a:lnTo>
                  <a:pt x="1680574" y="45812"/>
                </a:lnTo>
                <a:lnTo>
                  <a:pt x="1680124" y="44958"/>
                </a:lnTo>
                <a:lnTo>
                  <a:pt x="1679651" y="44129"/>
                </a:lnTo>
                <a:lnTo>
                  <a:pt x="1679154" y="43325"/>
                </a:lnTo>
                <a:lnTo>
                  <a:pt x="1678634" y="42546"/>
                </a:lnTo>
                <a:lnTo>
                  <a:pt x="1678092" y="41792"/>
                </a:lnTo>
                <a:lnTo>
                  <a:pt x="1677524" y="41066"/>
                </a:lnTo>
                <a:lnTo>
                  <a:pt x="1676928" y="40371"/>
                </a:lnTo>
                <a:lnTo>
                  <a:pt x="1676305" y="39706"/>
                </a:lnTo>
                <a:lnTo>
                  <a:pt x="1675654" y="39073"/>
                </a:lnTo>
                <a:lnTo>
                  <a:pt x="1674976" y="38470"/>
                </a:lnTo>
                <a:lnTo>
                  <a:pt x="1674270" y="37899"/>
                </a:lnTo>
                <a:lnTo>
                  <a:pt x="1673537" y="37358"/>
                </a:lnTo>
                <a:lnTo>
                  <a:pt x="1672776" y="36848"/>
                </a:lnTo>
                <a:lnTo>
                  <a:pt x="1671988" y="36369"/>
                </a:lnTo>
                <a:lnTo>
                  <a:pt x="1671172" y="35921"/>
                </a:lnTo>
                <a:lnTo>
                  <a:pt x="1670329" y="35504"/>
                </a:lnTo>
                <a:lnTo>
                  <a:pt x="1669458" y="35118"/>
                </a:lnTo>
                <a:lnTo>
                  <a:pt x="1668560" y="34763"/>
                </a:lnTo>
                <a:lnTo>
                  <a:pt x="1667634" y="34438"/>
                </a:lnTo>
                <a:lnTo>
                  <a:pt x="1666681" y="34145"/>
                </a:lnTo>
                <a:lnTo>
                  <a:pt x="1665700" y="33882"/>
                </a:lnTo>
                <a:lnTo>
                  <a:pt x="1664691" y="33651"/>
                </a:lnTo>
                <a:lnTo>
                  <a:pt x="1663655" y="33450"/>
                </a:lnTo>
                <a:lnTo>
                  <a:pt x="1662592" y="33280"/>
                </a:lnTo>
                <a:lnTo>
                  <a:pt x="1661501" y="33141"/>
                </a:lnTo>
                <a:lnTo>
                  <a:pt x="1660382" y="33033"/>
                </a:lnTo>
                <a:lnTo>
                  <a:pt x="1659236" y="32955"/>
                </a:lnTo>
                <a:lnTo>
                  <a:pt x="1658062" y="32909"/>
                </a:lnTo>
                <a:lnTo>
                  <a:pt x="1656861" y="32894"/>
                </a:lnTo>
                <a:lnTo>
                  <a:pt x="1655874" y="32902"/>
                </a:lnTo>
                <a:lnTo>
                  <a:pt x="1654902" y="32927"/>
                </a:lnTo>
                <a:lnTo>
                  <a:pt x="1653944" y="32968"/>
                </a:lnTo>
                <a:lnTo>
                  <a:pt x="1653001" y="33026"/>
                </a:lnTo>
                <a:lnTo>
                  <a:pt x="1652074" y="33101"/>
                </a:lnTo>
                <a:lnTo>
                  <a:pt x="1651161" y="33193"/>
                </a:lnTo>
                <a:lnTo>
                  <a:pt x="1650263" y="33301"/>
                </a:lnTo>
                <a:lnTo>
                  <a:pt x="1649379" y="33425"/>
                </a:lnTo>
                <a:lnTo>
                  <a:pt x="1648511" y="33566"/>
                </a:lnTo>
                <a:lnTo>
                  <a:pt x="1647658" y="33724"/>
                </a:lnTo>
                <a:lnTo>
                  <a:pt x="1646819" y="33898"/>
                </a:lnTo>
                <a:lnTo>
                  <a:pt x="1645995" y="34089"/>
                </a:lnTo>
                <a:lnTo>
                  <a:pt x="1645187" y="34297"/>
                </a:lnTo>
                <a:lnTo>
                  <a:pt x="1644393" y="34521"/>
                </a:lnTo>
                <a:lnTo>
                  <a:pt x="1643614" y="34762"/>
                </a:lnTo>
                <a:lnTo>
                  <a:pt x="1642849" y="35020"/>
                </a:lnTo>
                <a:lnTo>
                  <a:pt x="1642100" y="35294"/>
                </a:lnTo>
                <a:lnTo>
                  <a:pt x="1641365" y="35584"/>
                </a:lnTo>
                <a:lnTo>
                  <a:pt x="1640646" y="35892"/>
                </a:lnTo>
                <a:lnTo>
                  <a:pt x="1639941" y="36216"/>
                </a:lnTo>
                <a:lnTo>
                  <a:pt x="1639251" y="36556"/>
                </a:lnTo>
                <a:lnTo>
                  <a:pt x="1638576" y="36913"/>
                </a:lnTo>
                <a:lnTo>
                  <a:pt x="1637916" y="37287"/>
                </a:lnTo>
                <a:lnTo>
                  <a:pt x="1637271" y="37677"/>
                </a:lnTo>
                <a:lnTo>
                  <a:pt x="1636639" y="38077"/>
                </a:lnTo>
                <a:lnTo>
                  <a:pt x="1636020" y="38479"/>
                </a:lnTo>
                <a:lnTo>
                  <a:pt x="1635413" y="38882"/>
                </a:lnTo>
                <a:lnTo>
                  <a:pt x="1634818" y="39288"/>
                </a:lnTo>
                <a:lnTo>
                  <a:pt x="1634236" y="39696"/>
                </a:lnTo>
                <a:lnTo>
                  <a:pt x="1633666" y="40106"/>
                </a:lnTo>
                <a:lnTo>
                  <a:pt x="1633108" y="40518"/>
                </a:lnTo>
                <a:lnTo>
                  <a:pt x="1632563" y="40932"/>
                </a:lnTo>
                <a:lnTo>
                  <a:pt x="1632030" y="41348"/>
                </a:lnTo>
                <a:lnTo>
                  <a:pt x="1631510" y="41766"/>
                </a:lnTo>
                <a:lnTo>
                  <a:pt x="1631001" y="42187"/>
                </a:lnTo>
                <a:lnTo>
                  <a:pt x="1630505" y="42609"/>
                </a:lnTo>
                <a:lnTo>
                  <a:pt x="1630022" y="43033"/>
                </a:lnTo>
                <a:lnTo>
                  <a:pt x="1629551" y="43460"/>
                </a:lnTo>
                <a:lnTo>
                  <a:pt x="1629092" y="43888"/>
                </a:lnTo>
                <a:lnTo>
                  <a:pt x="1628645" y="44319"/>
                </a:lnTo>
                <a:lnTo>
                  <a:pt x="1628211" y="44751"/>
                </a:lnTo>
                <a:lnTo>
                  <a:pt x="1627789" y="45186"/>
                </a:lnTo>
                <a:lnTo>
                  <a:pt x="1627379" y="45623"/>
                </a:lnTo>
                <a:lnTo>
                  <a:pt x="1626982" y="46061"/>
                </a:lnTo>
                <a:lnTo>
                  <a:pt x="1626597" y="46502"/>
                </a:lnTo>
                <a:lnTo>
                  <a:pt x="1626225" y="46945"/>
                </a:lnTo>
                <a:lnTo>
                  <a:pt x="1625865" y="47390"/>
                </a:lnTo>
                <a:lnTo>
                  <a:pt x="1625517" y="47837"/>
                </a:lnTo>
                <a:lnTo>
                  <a:pt x="1624970" y="34443"/>
                </a:lnTo>
                <a:lnTo>
                  <a:pt x="1610391" y="34443"/>
                </a:lnTo>
                <a:lnTo>
                  <a:pt x="1610391" y="125925"/>
                </a:lnTo>
                <a:lnTo>
                  <a:pt x="1625608" y="125925"/>
                </a:lnTo>
                <a:lnTo>
                  <a:pt x="1625608" y="60608"/>
                </a:lnTo>
                <a:lnTo>
                  <a:pt x="1625954" y="60144"/>
                </a:lnTo>
                <a:lnTo>
                  <a:pt x="1626309" y="59683"/>
                </a:lnTo>
                <a:lnTo>
                  <a:pt x="1626674" y="59225"/>
                </a:lnTo>
                <a:close/>
                <a:moveTo>
                  <a:pt x="1479679" y="125925"/>
                </a:moveTo>
                <a:lnTo>
                  <a:pt x="1479679" y="34443"/>
                </a:lnTo>
                <a:lnTo>
                  <a:pt x="1464462" y="34443"/>
                </a:lnTo>
                <a:lnTo>
                  <a:pt x="1464462" y="125925"/>
                </a:lnTo>
                <a:lnTo>
                  <a:pt x="1479679" y="125925"/>
                </a:lnTo>
                <a:close/>
                <a:moveTo>
                  <a:pt x="1021266" y="127407"/>
                </a:moveTo>
                <a:lnTo>
                  <a:pt x="1022314" y="127319"/>
                </a:lnTo>
                <a:lnTo>
                  <a:pt x="1023349" y="127210"/>
                </a:lnTo>
                <a:lnTo>
                  <a:pt x="1024370" y="127082"/>
                </a:lnTo>
                <a:lnTo>
                  <a:pt x="1025378" y="126935"/>
                </a:lnTo>
                <a:lnTo>
                  <a:pt x="1026372" y="126767"/>
                </a:lnTo>
                <a:lnTo>
                  <a:pt x="1027353" y="126580"/>
                </a:lnTo>
                <a:lnTo>
                  <a:pt x="1028321" y="126373"/>
                </a:lnTo>
                <a:lnTo>
                  <a:pt x="1029275" y="126146"/>
                </a:lnTo>
                <a:lnTo>
                  <a:pt x="1030215" y="125900"/>
                </a:lnTo>
                <a:lnTo>
                  <a:pt x="1031142" y="125634"/>
                </a:lnTo>
                <a:lnTo>
                  <a:pt x="1032056" y="125348"/>
                </a:lnTo>
                <a:lnTo>
                  <a:pt x="1032956" y="125043"/>
                </a:lnTo>
                <a:lnTo>
                  <a:pt x="1033843" y="124718"/>
                </a:lnTo>
                <a:lnTo>
                  <a:pt x="1034716" y="124373"/>
                </a:lnTo>
                <a:lnTo>
                  <a:pt x="1035576" y="124008"/>
                </a:lnTo>
                <a:lnTo>
                  <a:pt x="1036422" y="123624"/>
                </a:lnTo>
                <a:lnTo>
                  <a:pt x="1037255" y="123220"/>
                </a:lnTo>
                <a:lnTo>
                  <a:pt x="1038075" y="122797"/>
                </a:lnTo>
                <a:lnTo>
                  <a:pt x="1038881" y="122353"/>
                </a:lnTo>
                <a:lnTo>
                  <a:pt x="1039673" y="121890"/>
                </a:lnTo>
                <a:lnTo>
                  <a:pt x="1040452" y="121409"/>
                </a:lnTo>
                <a:lnTo>
                  <a:pt x="1041215" y="120910"/>
                </a:lnTo>
                <a:lnTo>
                  <a:pt x="1041963" y="120394"/>
                </a:lnTo>
                <a:lnTo>
                  <a:pt x="1042695" y="119862"/>
                </a:lnTo>
                <a:lnTo>
                  <a:pt x="1043413" y="119313"/>
                </a:lnTo>
                <a:lnTo>
                  <a:pt x="1044115" y="118746"/>
                </a:lnTo>
                <a:lnTo>
                  <a:pt x="1044803" y="118163"/>
                </a:lnTo>
                <a:lnTo>
                  <a:pt x="1045475" y="117563"/>
                </a:lnTo>
                <a:lnTo>
                  <a:pt x="1046131" y="116946"/>
                </a:lnTo>
                <a:lnTo>
                  <a:pt x="1046773" y="116312"/>
                </a:lnTo>
                <a:lnTo>
                  <a:pt x="1047399" y="115661"/>
                </a:lnTo>
                <a:lnTo>
                  <a:pt x="1048011" y="114993"/>
                </a:lnTo>
                <a:lnTo>
                  <a:pt x="1048607" y="114308"/>
                </a:lnTo>
                <a:lnTo>
                  <a:pt x="1049188" y="113606"/>
                </a:lnTo>
                <a:lnTo>
                  <a:pt x="1049753" y="112888"/>
                </a:lnTo>
                <a:lnTo>
                  <a:pt x="1050304" y="112152"/>
                </a:lnTo>
                <a:lnTo>
                  <a:pt x="1050839" y="111399"/>
                </a:lnTo>
                <a:lnTo>
                  <a:pt x="1051359" y="110630"/>
                </a:lnTo>
                <a:lnTo>
                  <a:pt x="1051864" y="109843"/>
                </a:lnTo>
                <a:lnTo>
                  <a:pt x="1052354" y="109040"/>
                </a:lnTo>
                <a:lnTo>
                  <a:pt x="1052829" y="108220"/>
                </a:lnTo>
                <a:lnTo>
                  <a:pt x="1053288" y="107382"/>
                </a:lnTo>
                <a:lnTo>
                  <a:pt x="1053732" y="106528"/>
                </a:lnTo>
                <a:lnTo>
                  <a:pt x="1054161" y="105657"/>
                </a:lnTo>
                <a:lnTo>
                  <a:pt x="1054574" y="104770"/>
                </a:lnTo>
                <a:lnTo>
                  <a:pt x="1054969" y="103870"/>
                </a:lnTo>
                <a:lnTo>
                  <a:pt x="1055346" y="102956"/>
                </a:lnTo>
                <a:lnTo>
                  <a:pt x="1055706" y="102028"/>
                </a:lnTo>
                <a:lnTo>
                  <a:pt x="1056049" y="101086"/>
                </a:lnTo>
                <a:lnTo>
                  <a:pt x="1056374" y="100130"/>
                </a:lnTo>
                <a:lnTo>
                  <a:pt x="1056681" y="99160"/>
                </a:lnTo>
                <a:lnTo>
                  <a:pt x="1056971" y="98177"/>
                </a:lnTo>
                <a:lnTo>
                  <a:pt x="1057243" y="97179"/>
                </a:lnTo>
                <a:lnTo>
                  <a:pt x="1057497" y="96168"/>
                </a:lnTo>
                <a:lnTo>
                  <a:pt x="1057734" y="95143"/>
                </a:lnTo>
                <a:lnTo>
                  <a:pt x="1057954" y="94104"/>
                </a:lnTo>
                <a:lnTo>
                  <a:pt x="1058156" y="93051"/>
                </a:lnTo>
                <a:lnTo>
                  <a:pt x="1058340" y="91985"/>
                </a:lnTo>
                <a:lnTo>
                  <a:pt x="1058507" y="90904"/>
                </a:lnTo>
                <a:lnTo>
                  <a:pt x="1058656" y="89810"/>
                </a:lnTo>
                <a:lnTo>
                  <a:pt x="1058788" y="88702"/>
                </a:lnTo>
                <a:lnTo>
                  <a:pt x="1058902" y="87580"/>
                </a:lnTo>
                <a:lnTo>
                  <a:pt x="1058999" y="86444"/>
                </a:lnTo>
                <a:lnTo>
                  <a:pt x="1059078" y="85294"/>
                </a:lnTo>
                <a:lnTo>
                  <a:pt x="1059139" y="84131"/>
                </a:lnTo>
                <a:lnTo>
                  <a:pt x="1059183" y="82953"/>
                </a:lnTo>
                <a:lnTo>
                  <a:pt x="1059209" y="81762"/>
                </a:lnTo>
                <a:lnTo>
                  <a:pt x="1059218" y="80557"/>
                </a:lnTo>
                <a:lnTo>
                  <a:pt x="1059209" y="79321"/>
                </a:lnTo>
                <a:lnTo>
                  <a:pt x="1059183" y="78100"/>
                </a:lnTo>
                <a:lnTo>
                  <a:pt x="1059139" y="76894"/>
                </a:lnTo>
                <a:lnTo>
                  <a:pt x="1059078" y="75703"/>
                </a:lnTo>
                <a:lnTo>
                  <a:pt x="1058999" y="74526"/>
                </a:lnTo>
                <a:lnTo>
                  <a:pt x="1058902" y="73365"/>
                </a:lnTo>
                <a:lnTo>
                  <a:pt x="1058788" y="72218"/>
                </a:lnTo>
                <a:lnTo>
                  <a:pt x="1058656" y="71086"/>
                </a:lnTo>
                <a:lnTo>
                  <a:pt x="1058507" y="69969"/>
                </a:lnTo>
                <a:lnTo>
                  <a:pt x="1058340" y="68866"/>
                </a:lnTo>
                <a:lnTo>
                  <a:pt x="1058156" y="67779"/>
                </a:lnTo>
                <a:lnTo>
                  <a:pt x="1057954" y="66706"/>
                </a:lnTo>
                <a:lnTo>
                  <a:pt x="1057734" y="65648"/>
                </a:lnTo>
                <a:lnTo>
                  <a:pt x="1057497" y="64605"/>
                </a:lnTo>
                <a:lnTo>
                  <a:pt x="1057243" y="63577"/>
                </a:lnTo>
                <a:lnTo>
                  <a:pt x="1056971" y="62564"/>
                </a:lnTo>
                <a:lnTo>
                  <a:pt x="1056681" y="61565"/>
                </a:lnTo>
                <a:lnTo>
                  <a:pt x="1056374" y="60581"/>
                </a:lnTo>
                <a:lnTo>
                  <a:pt x="1056049" y="59612"/>
                </a:lnTo>
                <a:lnTo>
                  <a:pt x="1055706" y="58658"/>
                </a:lnTo>
                <a:lnTo>
                  <a:pt x="1055346" y="57719"/>
                </a:lnTo>
                <a:lnTo>
                  <a:pt x="1054969" y="56794"/>
                </a:lnTo>
                <a:lnTo>
                  <a:pt x="1054574" y="55885"/>
                </a:lnTo>
                <a:lnTo>
                  <a:pt x="1054161" y="54990"/>
                </a:lnTo>
                <a:lnTo>
                  <a:pt x="1053732" y="54111"/>
                </a:lnTo>
                <a:lnTo>
                  <a:pt x="1053288" y="53249"/>
                </a:lnTo>
                <a:lnTo>
                  <a:pt x="1052829" y="52404"/>
                </a:lnTo>
                <a:lnTo>
                  <a:pt x="1052354" y="51577"/>
                </a:lnTo>
                <a:lnTo>
                  <a:pt x="1051864" y="50766"/>
                </a:lnTo>
                <a:lnTo>
                  <a:pt x="1051359" y="49973"/>
                </a:lnTo>
                <a:lnTo>
                  <a:pt x="1050839" y="49197"/>
                </a:lnTo>
                <a:lnTo>
                  <a:pt x="1050304" y="48437"/>
                </a:lnTo>
                <a:lnTo>
                  <a:pt x="1049753" y="47695"/>
                </a:lnTo>
                <a:lnTo>
                  <a:pt x="1049188" y="46970"/>
                </a:lnTo>
                <a:lnTo>
                  <a:pt x="1048607" y="46263"/>
                </a:lnTo>
                <a:lnTo>
                  <a:pt x="1048011" y="45572"/>
                </a:lnTo>
                <a:lnTo>
                  <a:pt x="1047399" y="44898"/>
                </a:lnTo>
                <a:lnTo>
                  <a:pt x="1046773" y="44242"/>
                </a:lnTo>
                <a:lnTo>
                  <a:pt x="1046131" y="43602"/>
                </a:lnTo>
                <a:lnTo>
                  <a:pt x="1045475" y="42980"/>
                </a:lnTo>
                <a:lnTo>
                  <a:pt x="1044803" y="42375"/>
                </a:lnTo>
                <a:lnTo>
                  <a:pt x="1044115" y="41786"/>
                </a:lnTo>
                <a:lnTo>
                  <a:pt x="1043413" y="41215"/>
                </a:lnTo>
                <a:lnTo>
                  <a:pt x="1042695" y="40662"/>
                </a:lnTo>
                <a:lnTo>
                  <a:pt x="1041963" y="40125"/>
                </a:lnTo>
                <a:lnTo>
                  <a:pt x="1041215" y="39605"/>
                </a:lnTo>
                <a:lnTo>
                  <a:pt x="1040452" y="39102"/>
                </a:lnTo>
                <a:lnTo>
                  <a:pt x="1039673" y="38617"/>
                </a:lnTo>
                <a:lnTo>
                  <a:pt x="1038881" y="38150"/>
                </a:lnTo>
                <a:lnTo>
                  <a:pt x="1038075" y="37703"/>
                </a:lnTo>
                <a:lnTo>
                  <a:pt x="1037255" y="37276"/>
                </a:lnTo>
                <a:lnTo>
                  <a:pt x="1036422" y="36868"/>
                </a:lnTo>
                <a:lnTo>
                  <a:pt x="1035576" y="36481"/>
                </a:lnTo>
                <a:lnTo>
                  <a:pt x="1034716" y="36113"/>
                </a:lnTo>
                <a:lnTo>
                  <a:pt x="1033843" y="35765"/>
                </a:lnTo>
                <a:lnTo>
                  <a:pt x="1032956" y="35437"/>
                </a:lnTo>
                <a:lnTo>
                  <a:pt x="1032056" y="35129"/>
                </a:lnTo>
                <a:lnTo>
                  <a:pt x="1031142" y="34841"/>
                </a:lnTo>
                <a:lnTo>
                  <a:pt x="1030215" y="34573"/>
                </a:lnTo>
                <a:lnTo>
                  <a:pt x="1029275" y="34324"/>
                </a:lnTo>
                <a:lnTo>
                  <a:pt x="1028321" y="34096"/>
                </a:lnTo>
                <a:lnTo>
                  <a:pt x="1027353" y="33887"/>
                </a:lnTo>
                <a:lnTo>
                  <a:pt x="1026372" y="33698"/>
                </a:lnTo>
                <a:lnTo>
                  <a:pt x="1025378" y="33529"/>
                </a:lnTo>
                <a:lnTo>
                  <a:pt x="1024370" y="33380"/>
                </a:lnTo>
                <a:lnTo>
                  <a:pt x="1023349" y="33251"/>
                </a:lnTo>
                <a:lnTo>
                  <a:pt x="1022314" y="33142"/>
                </a:lnTo>
                <a:lnTo>
                  <a:pt x="1021266" y="33053"/>
                </a:lnTo>
                <a:lnTo>
                  <a:pt x="1020205" y="32983"/>
                </a:lnTo>
                <a:lnTo>
                  <a:pt x="1019130" y="32933"/>
                </a:lnTo>
                <a:lnTo>
                  <a:pt x="1018041" y="32904"/>
                </a:lnTo>
                <a:lnTo>
                  <a:pt x="1016939" y="32894"/>
                </a:lnTo>
                <a:lnTo>
                  <a:pt x="1015860" y="32904"/>
                </a:lnTo>
                <a:lnTo>
                  <a:pt x="1014794" y="32933"/>
                </a:lnTo>
                <a:lnTo>
                  <a:pt x="1013740" y="32983"/>
                </a:lnTo>
                <a:lnTo>
                  <a:pt x="1012700" y="33053"/>
                </a:lnTo>
                <a:lnTo>
                  <a:pt x="1011672" y="33142"/>
                </a:lnTo>
                <a:lnTo>
                  <a:pt x="1010658" y="33251"/>
                </a:lnTo>
                <a:lnTo>
                  <a:pt x="1009657" y="33380"/>
                </a:lnTo>
                <a:lnTo>
                  <a:pt x="1008668" y="33529"/>
                </a:lnTo>
                <a:lnTo>
                  <a:pt x="1007692" y="33698"/>
                </a:lnTo>
                <a:lnTo>
                  <a:pt x="1006730" y="33887"/>
                </a:lnTo>
                <a:lnTo>
                  <a:pt x="1005780" y="34096"/>
                </a:lnTo>
                <a:lnTo>
                  <a:pt x="1004844" y="34324"/>
                </a:lnTo>
                <a:lnTo>
                  <a:pt x="1003920" y="34573"/>
                </a:lnTo>
                <a:lnTo>
                  <a:pt x="1003009" y="34841"/>
                </a:lnTo>
                <a:lnTo>
                  <a:pt x="1002111" y="35129"/>
                </a:lnTo>
                <a:lnTo>
                  <a:pt x="1001227" y="35437"/>
                </a:lnTo>
                <a:lnTo>
                  <a:pt x="1000355" y="35765"/>
                </a:lnTo>
                <a:lnTo>
                  <a:pt x="999496" y="36113"/>
                </a:lnTo>
                <a:lnTo>
                  <a:pt x="998650" y="36481"/>
                </a:lnTo>
                <a:lnTo>
                  <a:pt x="997817" y="36868"/>
                </a:lnTo>
                <a:lnTo>
                  <a:pt x="996997" y="37276"/>
                </a:lnTo>
                <a:lnTo>
                  <a:pt x="996191" y="37703"/>
                </a:lnTo>
                <a:lnTo>
                  <a:pt x="995397" y="38150"/>
                </a:lnTo>
                <a:lnTo>
                  <a:pt x="994616" y="38617"/>
                </a:lnTo>
                <a:lnTo>
                  <a:pt x="993849" y="39102"/>
                </a:lnTo>
                <a:lnTo>
                  <a:pt x="993097" y="39605"/>
                </a:lnTo>
                <a:lnTo>
                  <a:pt x="992361" y="40125"/>
                </a:lnTo>
                <a:lnTo>
                  <a:pt x="991640" y="40662"/>
                </a:lnTo>
                <a:lnTo>
                  <a:pt x="990935" y="41215"/>
                </a:lnTo>
                <a:lnTo>
                  <a:pt x="990245" y="41786"/>
                </a:lnTo>
                <a:lnTo>
                  <a:pt x="989570" y="42375"/>
                </a:lnTo>
                <a:lnTo>
                  <a:pt x="988911" y="42980"/>
                </a:lnTo>
                <a:lnTo>
                  <a:pt x="988266" y="43602"/>
                </a:lnTo>
                <a:lnTo>
                  <a:pt x="987638" y="44242"/>
                </a:lnTo>
                <a:lnTo>
                  <a:pt x="987024" y="44898"/>
                </a:lnTo>
                <a:lnTo>
                  <a:pt x="986426" y="45572"/>
                </a:lnTo>
                <a:lnTo>
                  <a:pt x="985844" y="46263"/>
                </a:lnTo>
                <a:lnTo>
                  <a:pt x="985276" y="46970"/>
                </a:lnTo>
                <a:lnTo>
                  <a:pt x="984724" y="47695"/>
                </a:lnTo>
                <a:lnTo>
                  <a:pt x="984188" y="48437"/>
                </a:lnTo>
                <a:lnTo>
                  <a:pt x="983666" y="49197"/>
                </a:lnTo>
                <a:lnTo>
                  <a:pt x="983160" y="49973"/>
                </a:lnTo>
                <a:lnTo>
                  <a:pt x="982670" y="50766"/>
                </a:lnTo>
                <a:lnTo>
                  <a:pt x="982194" y="51577"/>
                </a:lnTo>
                <a:lnTo>
                  <a:pt x="981734" y="52404"/>
                </a:lnTo>
                <a:lnTo>
                  <a:pt x="981290" y="53249"/>
                </a:lnTo>
                <a:lnTo>
                  <a:pt x="980861" y="54111"/>
                </a:lnTo>
                <a:lnTo>
                  <a:pt x="980447" y="54990"/>
                </a:lnTo>
                <a:lnTo>
                  <a:pt x="980049" y="55885"/>
                </a:lnTo>
                <a:lnTo>
                  <a:pt x="979668" y="56794"/>
                </a:lnTo>
                <a:lnTo>
                  <a:pt x="979304" y="57719"/>
                </a:lnTo>
                <a:lnTo>
                  <a:pt x="978957" y="58658"/>
                </a:lnTo>
                <a:lnTo>
                  <a:pt x="978627" y="59612"/>
                </a:lnTo>
                <a:lnTo>
                  <a:pt x="978314" y="60581"/>
                </a:lnTo>
                <a:lnTo>
                  <a:pt x="978018" y="61565"/>
                </a:lnTo>
                <a:lnTo>
                  <a:pt x="977739" y="62564"/>
                </a:lnTo>
                <a:lnTo>
                  <a:pt x="977476" y="63577"/>
                </a:lnTo>
                <a:lnTo>
                  <a:pt x="977231" y="64605"/>
                </a:lnTo>
                <a:lnTo>
                  <a:pt x="977002" y="65648"/>
                </a:lnTo>
                <a:lnTo>
                  <a:pt x="976791" y="66706"/>
                </a:lnTo>
                <a:lnTo>
                  <a:pt x="976596" y="67779"/>
                </a:lnTo>
                <a:lnTo>
                  <a:pt x="976418" y="68866"/>
                </a:lnTo>
                <a:lnTo>
                  <a:pt x="976257" y="69969"/>
                </a:lnTo>
                <a:lnTo>
                  <a:pt x="976114" y="71086"/>
                </a:lnTo>
                <a:lnTo>
                  <a:pt x="975987" y="72218"/>
                </a:lnTo>
                <a:lnTo>
                  <a:pt x="975877" y="73365"/>
                </a:lnTo>
                <a:lnTo>
                  <a:pt x="975784" y="74526"/>
                </a:lnTo>
                <a:lnTo>
                  <a:pt x="975707" y="75703"/>
                </a:lnTo>
                <a:lnTo>
                  <a:pt x="975648" y="76894"/>
                </a:lnTo>
                <a:lnTo>
                  <a:pt x="975606" y="78100"/>
                </a:lnTo>
                <a:lnTo>
                  <a:pt x="975580" y="79321"/>
                </a:lnTo>
                <a:lnTo>
                  <a:pt x="975572" y="80557"/>
                </a:lnTo>
                <a:lnTo>
                  <a:pt x="975580" y="81762"/>
                </a:lnTo>
                <a:lnTo>
                  <a:pt x="975606" y="82953"/>
                </a:lnTo>
                <a:lnTo>
                  <a:pt x="975648" y="84131"/>
                </a:lnTo>
                <a:lnTo>
                  <a:pt x="975707" y="85294"/>
                </a:lnTo>
                <a:lnTo>
                  <a:pt x="975784" y="86444"/>
                </a:lnTo>
                <a:lnTo>
                  <a:pt x="975877" y="87580"/>
                </a:lnTo>
                <a:lnTo>
                  <a:pt x="975987" y="88702"/>
                </a:lnTo>
                <a:lnTo>
                  <a:pt x="976114" y="89810"/>
                </a:lnTo>
                <a:lnTo>
                  <a:pt x="976257" y="90904"/>
                </a:lnTo>
                <a:lnTo>
                  <a:pt x="976418" y="91985"/>
                </a:lnTo>
                <a:lnTo>
                  <a:pt x="976596" y="93051"/>
                </a:lnTo>
                <a:lnTo>
                  <a:pt x="976791" y="94104"/>
                </a:lnTo>
                <a:lnTo>
                  <a:pt x="977002" y="95143"/>
                </a:lnTo>
                <a:lnTo>
                  <a:pt x="977231" y="96168"/>
                </a:lnTo>
                <a:lnTo>
                  <a:pt x="977476" y="97179"/>
                </a:lnTo>
                <a:lnTo>
                  <a:pt x="977739" y="98177"/>
                </a:lnTo>
                <a:lnTo>
                  <a:pt x="978018" y="99160"/>
                </a:lnTo>
                <a:lnTo>
                  <a:pt x="978314" y="100130"/>
                </a:lnTo>
                <a:lnTo>
                  <a:pt x="978627" y="101086"/>
                </a:lnTo>
                <a:lnTo>
                  <a:pt x="978957" y="102028"/>
                </a:lnTo>
                <a:lnTo>
                  <a:pt x="979304" y="102956"/>
                </a:lnTo>
                <a:lnTo>
                  <a:pt x="979668" y="103870"/>
                </a:lnTo>
                <a:lnTo>
                  <a:pt x="980049" y="104770"/>
                </a:lnTo>
                <a:lnTo>
                  <a:pt x="980447" y="105657"/>
                </a:lnTo>
                <a:lnTo>
                  <a:pt x="980861" y="106528"/>
                </a:lnTo>
                <a:lnTo>
                  <a:pt x="981290" y="107382"/>
                </a:lnTo>
                <a:lnTo>
                  <a:pt x="981734" y="108220"/>
                </a:lnTo>
                <a:lnTo>
                  <a:pt x="982194" y="109040"/>
                </a:lnTo>
                <a:lnTo>
                  <a:pt x="982670" y="109843"/>
                </a:lnTo>
                <a:lnTo>
                  <a:pt x="983160" y="110630"/>
                </a:lnTo>
                <a:lnTo>
                  <a:pt x="983666" y="111399"/>
                </a:lnTo>
                <a:lnTo>
                  <a:pt x="984188" y="112152"/>
                </a:lnTo>
                <a:lnTo>
                  <a:pt x="984724" y="112888"/>
                </a:lnTo>
                <a:lnTo>
                  <a:pt x="985276" y="113606"/>
                </a:lnTo>
                <a:lnTo>
                  <a:pt x="985844" y="114308"/>
                </a:lnTo>
                <a:lnTo>
                  <a:pt x="986426" y="114993"/>
                </a:lnTo>
                <a:lnTo>
                  <a:pt x="987024" y="115661"/>
                </a:lnTo>
                <a:lnTo>
                  <a:pt x="987638" y="116312"/>
                </a:lnTo>
                <a:lnTo>
                  <a:pt x="988266" y="116946"/>
                </a:lnTo>
                <a:lnTo>
                  <a:pt x="988911" y="117563"/>
                </a:lnTo>
                <a:lnTo>
                  <a:pt x="989570" y="118163"/>
                </a:lnTo>
                <a:lnTo>
                  <a:pt x="990245" y="118746"/>
                </a:lnTo>
                <a:lnTo>
                  <a:pt x="990935" y="119313"/>
                </a:lnTo>
                <a:lnTo>
                  <a:pt x="991640" y="119862"/>
                </a:lnTo>
                <a:lnTo>
                  <a:pt x="992361" y="120394"/>
                </a:lnTo>
                <a:lnTo>
                  <a:pt x="993097" y="120910"/>
                </a:lnTo>
                <a:lnTo>
                  <a:pt x="993849" y="121409"/>
                </a:lnTo>
                <a:lnTo>
                  <a:pt x="994616" y="121890"/>
                </a:lnTo>
                <a:lnTo>
                  <a:pt x="995397" y="122353"/>
                </a:lnTo>
                <a:lnTo>
                  <a:pt x="996191" y="122797"/>
                </a:lnTo>
                <a:lnTo>
                  <a:pt x="996997" y="123220"/>
                </a:lnTo>
                <a:lnTo>
                  <a:pt x="997817" y="123624"/>
                </a:lnTo>
                <a:lnTo>
                  <a:pt x="998650" y="124008"/>
                </a:lnTo>
                <a:lnTo>
                  <a:pt x="999496" y="124373"/>
                </a:lnTo>
                <a:lnTo>
                  <a:pt x="1000355" y="124718"/>
                </a:lnTo>
                <a:lnTo>
                  <a:pt x="1001227" y="125043"/>
                </a:lnTo>
                <a:lnTo>
                  <a:pt x="1002111" y="125348"/>
                </a:lnTo>
                <a:lnTo>
                  <a:pt x="1003009" y="125634"/>
                </a:lnTo>
                <a:lnTo>
                  <a:pt x="1003920" y="125900"/>
                </a:lnTo>
                <a:lnTo>
                  <a:pt x="1004844" y="126146"/>
                </a:lnTo>
                <a:lnTo>
                  <a:pt x="1005780" y="126373"/>
                </a:lnTo>
                <a:lnTo>
                  <a:pt x="1006730" y="126580"/>
                </a:lnTo>
                <a:lnTo>
                  <a:pt x="1007692" y="126767"/>
                </a:lnTo>
                <a:lnTo>
                  <a:pt x="1008668" y="126935"/>
                </a:lnTo>
                <a:lnTo>
                  <a:pt x="1009657" y="127082"/>
                </a:lnTo>
                <a:lnTo>
                  <a:pt x="1010658" y="127210"/>
                </a:lnTo>
                <a:lnTo>
                  <a:pt x="1011672" y="127319"/>
                </a:lnTo>
                <a:lnTo>
                  <a:pt x="1012700" y="127407"/>
                </a:lnTo>
                <a:lnTo>
                  <a:pt x="1013740" y="127476"/>
                </a:lnTo>
                <a:lnTo>
                  <a:pt x="1014794" y="127526"/>
                </a:lnTo>
                <a:lnTo>
                  <a:pt x="1015860" y="127555"/>
                </a:lnTo>
                <a:lnTo>
                  <a:pt x="1016939" y="127565"/>
                </a:lnTo>
                <a:lnTo>
                  <a:pt x="1018041" y="127555"/>
                </a:lnTo>
                <a:lnTo>
                  <a:pt x="1019130" y="127526"/>
                </a:lnTo>
                <a:lnTo>
                  <a:pt x="1020205" y="127476"/>
                </a:lnTo>
                <a:lnTo>
                  <a:pt x="1021266" y="127407"/>
                </a:lnTo>
                <a:close/>
                <a:moveTo>
                  <a:pt x="1013860" y="115321"/>
                </a:moveTo>
                <a:lnTo>
                  <a:pt x="1013125" y="115251"/>
                </a:lnTo>
                <a:lnTo>
                  <a:pt x="1012403" y="115165"/>
                </a:lnTo>
                <a:lnTo>
                  <a:pt x="1011696" y="115063"/>
                </a:lnTo>
                <a:lnTo>
                  <a:pt x="1011002" y="114946"/>
                </a:lnTo>
                <a:lnTo>
                  <a:pt x="1010321" y="114813"/>
                </a:lnTo>
                <a:lnTo>
                  <a:pt x="1009655" y="114665"/>
                </a:lnTo>
                <a:lnTo>
                  <a:pt x="1009002" y="114501"/>
                </a:lnTo>
                <a:lnTo>
                  <a:pt x="1008363" y="114321"/>
                </a:lnTo>
                <a:lnTo>
                  <a:pt x="1007738" y="114126"/>
                </a:lnTo>
                <a:lnTo>
                  <a:pt x="1007126" y="113915"/>
                </a:lnTo>
                <a:lnTo>
                  <a:pt x="1006529" y="113688"/>
                </a:lnTo>
                <a:lnTo>
                  <a:pt x="1005945" y="113446"/>
                </a:lnTo>
                <a:lnTo>
                  <a:pt x="1005374" y="113188"/>
                </a:lnTo>
                <a:lnTo>
                  <a:pt x="1004818" y="112914"/>
                </a:lnTo>
                <a:lnTo>
                  <a:pt x="1004275" y="112625"/>
                </a:lnTo>
                <a:lnTo>
                  <a:pt x="1003746" y="112320"/>
                </a:lnTo>
                <a:lnTo>
                  <a:pt x="1003231" y="112000"/>
                </a:lnTo>
                <a:lnTo>
                  <a:pt x="1002730" y="111664"/>
                </a:lnTo>
                <a:lnTo>
                  <a:pt x="1002242" y="111312"/>
                </a:lnTo>
                <a:lnTo>
                  <a:pt x="1001768" y="110945"/>
                </a:lnTo>
                <a:lnTo>
                  <a:pt x="1001307" y="110563"/>
                </a:lnTo>
                <a:lnTo>
                  <a:pt x="1000856" y="110170"/>
                </a:lnTo>
                <a:lnTo>
                  <a:pt x="1000417" y="109765"/>
                </a:lnTo>
                <a:lnTo>
                  <a:pt x="999988" y="109348"/>
                </a:lnTo>
                <a:lnTo>
                  <a:pt x="999570" y="108920"/>
                </a:lnTo>
                <a:lnTo>
                  <a:pt x="999163" y="108479"/>
                </a:lnTo>
                <a:lnTo>
                  <a:pt x="998767" y="108027"/>
                </a:lnTo>
                <a:lnTo>
                  <a:pt x="998382" y="107562"/>
                </a:lnTo>
                <a:lnTo>
                  <a:pt x="998008" y="107086"/>
                </a:lnTo>
                <a:lnTo>
                  <a:pt x="997644" y="106599"/>
                </a:lnTo>
                <a:lnTo>
                  <a:pt x="997292" y="106099"/>
                </a:lnTo>
                <a:lnTo>
                  <a:pt x="996950" y="105587"/>
                </a:lnTo>
                <a:lnTo>
                  <a:pt x="996620" y="105064"/>
                </a:lnTo>
                <a:lnTo>
                  <a:pt x="996300" y="104528"/>
                </a:lnTo>
                <a:lnTo>
                  <a:pt x="995992" y="103981"/>
                </a:lnTo>
                <a:lnTo>
                  <a:pt x="995694" y="103422"/>
                </a:lnTo>
                <a:lnTo>
                  <a:pt x="995407" y="102851"/>
                </a:lnTo>
                <a:lnTo>
                  <a:pt x="995131" y="102269"/>
                </a:lnTo>
                <a:lnTo>
                  <a:pt x="994866" y="101674"/>
                </a:lnTo>
                <a:lnTo>
                  <a:pt x="994612" y="101068"/>
                </a:lnTo>
                <a:lnTo>
                  <a:pt x="994369" y="100450"/>
                </a:lnTo>
                <a:lnTo>
                  <a:pt x="994136" y="99820"/>
                </a:lnTo>
                <a:lnTo>
                  <a:pt x="993915" y="99178"/>
                </a:lnTo>
                <a:lnTo>
                  <a:pt x="993704" y="98524"/>
                </a:lnTo>
                <a:lnTo>
                  <a:pt x="993504" y="97861"/>
                </a:lnTo>
                <a:lnTo>
                  <a:pt x="993311" y="97190"/>
                </a:lnTo>
                <a:lnTo>
                  <a:pt x="993128" y="96512"/>
                </a:lnTo>
                <a:lnTo>
                  <a:pt x="992953" y="95826"/>
                </a:lnTo>
                <a:lnTo>
                  <a:pt x="992786" y="95133"/>
                </a:lnTo>
                <a:lnTo>
                  <a:pt x="992628" y="94433"/>
                </a:lnTo>
                <a:lnTo>
                  <a:pt x="992479" y="93725"/>
                </a:lnTo>
                <a:lnTo>
                  <a:pt x="992338" y="93010"/>
                </a:lnTo>
                <a:lnTo>
                  <a:pt x="992205" y="92288"/>
                </a:lnTo>
                <a:lnTo>
                  <a:pt x="992081" y="91558"/>
                </a:lnTo>
                <a:lnTo>
                  <a:pt x="991966" y="90820"/>
                </a:lnTo>
                <a:lnTo>
                  <a:pt x="991859" y="90076"/>
                </a:lnTo>
                <a:lnTo>
                  <a:pt x="991761" y="89324"/>
                </a:lnTo>
                <a:lnTo>
                  <a:pt x="991671" y="88564"/>
                </a:lnTo>
                <a:lnTo>
                  <a:pt x="991590" y="87797"/>
                </a:lnTo>
                <a:lnTo>
                  <a:pt x="991518" y="87023"/>
                </a:lnTo>
                <a:lnTo>
                  <a:pt x="991453" y="86241"/>
                </a:lnTo>
                <a:lnTo>
                  <a:pt x="991398" y="85452"/>
                </a:lnTo>
                <a:lnTo>
                  <a:pt x="991351" y="84656"/>
                </a:lnTo>
                <a:lnTo>
                  <a:pt x="991313" y="83852"/>
                </a:lnTo>
                <a:lnTo>
                  <a:pt x="991283" y="83041"/>
                </a:lnTo>
                <a:lnTo>
                  <a:pt x="991261" y="82222"/>
                </a:lnTo>
                <a:lnTo>
                  <a:pt x="991248" y="81396"/>
                </a:lnTo>
                <a:lnTo>
                  <a:pt x="991244" y="80562"/>
                </a:lnTo>
                <a:lnTo>
                  <a:pt x="991248" y="79713"/>
                </a:lnTo>
                <a:lnTo>
                  <a:pt x="991261" y="78871"/>
                </a:lnTo>
                <a:lnTo>
                  <a:pt x="991283" y="78037"/>
                </a:lnTo>
                <a:lnTo>
                  <a:pt x="991313" y="77210"/>
                </a:lnTo>
                <a:lnTo>
                  <a:pt x="991351" y="76391"/>
                </a:lnTo>
                <a:lnTo>
                  <a:pt x="991398" y="75579"/>
                </a:lnTo>
                <a:lnTo>
                  <a:pt x="991453" y="74775"/>
                </a:lnTo>
                <a:lnTo>
                  <a:pt x="991518" y="73979"/>
                </a:lnTo>
                <a:lnTo>
                  <a:pt x="991590" y="73190"/>
                </a:lnTo>
                <a:lnTo>
                  <a:pt x="991671" y="72408"/>
                </a:lnTo>
                <a:lnTo>
                  <a:pt x="991761" y="71635"/>
                </a:lnTo>
                <a:lnTo>
                  <a:pt x="991859" y="70868"/>
                </a:lnTo>
                <a:lnTo>
                  <a:pt x="991966" y="70110"/>
                </a:lnTo>
                <a:lnTo>
                  <a:pt x="992081" y="69359"/>
                </a:lnTo>
                <a:lnTo>
                  <a:pt x="992205" y="68615"/>
                </a:lnTo>
                <a:lnTo>
                  <a:pt x="992338" y="67879"/>
                </a:lnTo>
                <a:lnTo>
                  <a:pt x="992479" y="67151"/>
                </a:lnTo>
                <a:lnTo>
                  <a:pt x="992628" y="66430"/>
                </a:lnTo>
                <a:lnTo>
                  <a:pt x="992786" y="65717"/>
                </a:lnTo>
                <a:lnTo>
                  <a:pt x="992953" y="65012"/>
                </a:lnTo>
                <a:lnTo>
                  <a:pt x="993128" y="64313"/>
                </a:lnTo>
                <a:lnTo>
                  <a:pt x="993311" y="63623"/>
                </a:lnTo>
                <a:lnTo>
                  <a:pt x="993504" y="62940"/>
                </a:lnTo>
                <a:lnTo>
                  <a:pt x="993704" y="62265"/>
                </a:lnTo>
                <a:lnTo>
                  <a:pt x="993915" y="61599"/>
                </a:lnTo>
                <a:lnTo>
                  <a:pt x="994136" y="60946"/>
                </a:lnTo>
                <a:lnTo>
                  <a:pt x="994369" y="60304"/>
                </a:lnTo>
                <a:lnTo>
                  <a:pt x="994612" y="59675"/>
                </a:lnTo>
                <a:lnTo>
                  <a:pt x="994866" y="59058"/>
                </a:lnTo>
                <a:lnTo>
                  <a:pt x="995131" y="58452"/>
                </a:lnTo>
                <a:lnTo>
                  <a:pt x="995407" y="57859"/>
                </a:lnTo>
                <a:lnTo>
                  <a:pt x="995694" y="57277"/>
                </a:lnTo>
                <a:lnTo>
                  <a:pt x="995992" y="56708"/>
                </a:lnTo>
                <a:lnTo>
                  <a:pt x="996300" y="56151"/>
                </a:lnTo>
                <a:lnTo>
                  <a:pt x="996620" y="55606"/>
                </a:lnTo>
                <a:lnTo>
                  <a:pt x="996950" y="55072"/>
                </a:lnTo>
                <a:lnTo>
                  <a:pt x="997292" y="54551"/>
                </a:lnTo>
                <a:lnTo>
                  <a:pt x="997644" y="54042"/>
                </a:lnTo>
                <a:lnTo>
                  <a:pt x="998008" y="53545"/>
                </a:lnTo>
                <a:lnTo>
                  <a:pt x="998382" y="53059"/>
                </a:lnTo>
                <a:lnTo>
                  <a:pt x="998767" y="52586"/>
                </a:lnTo>
                <a:lnTo>
                  <a:pt x="999163" y="52125"/>
                </a:lnTo>
                <a:lnTo>
                  <a:pt x="999570" y="51676"/>
                </a:lnTo>
                <a:lnTo>
                  <a:pt x="999988" y="51239"/>
                </a:lnTo>
                <a:lnTo>
                  <a:pt x="1000417" y="50814"/>
                </a:lnTo>
                <a:lnTo>
                  <a:pt x="1000856" y="50401"/>
                </a:lnTo>
                <a:lnTo>
                  <a:pt x="1001307" y="50000"/>
                </a:lnTo>
                <a:lnTo>
                  <a:pt x="1001768" y="49611"/>
                </a:lnTo>
                <a:lnTo>
                  <a:pt x="1002242" y="49236"/>
                </a:lnTo>
                <a:lnTo>
                  <a:pt x="1002730" y="48876"/>
                </a:lnTo>
                <a:lnTo>
                  <a:pt x="1003231" y="48533"/>
                </a:lnTo>
                <a:lnTo>
                  <a:pt x="1003746" y="48206"/>
                </a:lnTo>
                <a:lnTo>
                  <a:pt x="1004275" y="47894"/>
                </a:lnTo>
                <a:lnTo>
                  <a:pt x="1004818" y="47599"/>
                </a:lnTo>
                <a:lnTo>
                  <a:pt x="1005374" y="47320"/>
                </a:lnTo>
                <a:lnTo>
                  <a:pt x="1005945" y="47056"/>
                </a:lnTo>
                <a:lnTo>
                  <a:pt x="1006529" y="46809"/>
                </a:lnTo>
                <a:lnTo>
                  <a:pt x="1007126" y="46577"/>
                </a:lnTo>
                <a:lnTo>
                  <a:pt x="1007738" y="46361"/>
                </a:lnTo>
                <a:lnTo>
                  <a:pt x="1008363" y="46162"/>
                </a:lnTo>
                <a:lnTo>
                  <a:pt x="1009002" y="45978"/>
                </a:lnTo>
                <a:lnTo>
                  <a:pt x="1009655" y="45811"/>
                </a:lnTo>
                <a:lnTo>
                  <a:pt x="1010321" y="45659"/>
                </a:lnTo>
                <a:lnTo>
                  <a:pt x="1011002" y="45523"/>
                </a:lnTo>
                <a:lnTo>
                  <a:pt x="1011696" y="45403"/>
                </a:lnTo>
                <a:lnTo>
                  <a:pt x="1012403" y="45300"/>
                </a:lnTo>
                <a:lnTo>
                  <a:pt x="1013125" y="45212"/>
                </a:lnTo>
                <a:lnTo>
                  <a:pt x="1013860" y="45140"/>
                </a:lnTo>
                <a:lnTo>
                  <a:pt x="1014610" y="45084"/>
                </a:lnTo>
                <a:lnTo>
                  <a:pt x="1015372" y="45044"/>
                </a:lnTo>
                <a:lnTo>
                  <a:pt x="1016149" y="45020"/>
                </a:lnTo>
                <a:lnTo>
                  <a:pt x="1016939" y="45012"/>
                </a:lnTo>
                <a:lnTo>
                  <a:pt x="1017753" y="45020"/>
                </a:lnTo>
                <a:lnTo>
                  <a:pt x="1018552" y="45044"/>
                </a:lnTo>
                <a:lnTo>
                  <a:pt x="1019337" y="45084"/>
                </a:lnTo>
                <a:lnTo>
                  <a:pt x="1020108" y="45140"/>
                </a:lnTo>
                <a:lnTo>
                  <a:pt x="1020866" y="45212"/>
                </a:lnTo>
                <a:lnTo>
                  <a:pt x="1021609" y="45300"/>
                </a:lnTo>
                <a:lnTo>
                  <a:pt x="1022339" y="45403"/>
                </a:lnTo>
                <a:lnTo>
                  <a:pt x="1023054" y="45523"/>
                </a:lnTo>
                <a:lnTo>
                  <a:pt x="1023756" y="45659"/>
                </a:lnTo>
                <a:lnTo>
                  <a:pt x="1024444" y="45811"/>
                </a:lnTo>
                <a:lnTo>
                  <a:pt x="1025118" y="45978"/>
                </a:lnTo>
                <a:lnTo>
                  <a:pt x="1025778" y="46162"/>
                </a:lnTo>
                <a:lnTo>
                  <a:pt x="1026424" y="46361"/>
                </a:lnTo>
                <a:lnTo>
                  <a:pt x="1027056" y="46577"/>
                </a:lnTo>
                <a:lnTo>
                  <a:pt x="1027674" y="46809"/>
                </a:lnTo>
                <a:lnTo>
                  <a:pt x="1028279" y="47056"/>
                </a:lnTo>
                <a:lnTo>
                  <a:pt x="1028869" y="47320"/>
                </a:lnTo>
                <a:lnTo>
                  <a:pt x="1029445" y="47599"/>
                </a:lnTo>
                <a:lnTo>
                  <a:pt x="1030008" y="47894"/>
                </a:lnTo>
                <a:lnTo>
                  <a:pt x="1030557" y="48206"/>
                </a:lnTo>
                <a:lnTo>
                  <a:pt x="1031091" y="48533"/>
                </a:lnTo>
                <a:lnTo>
                  <a:pt x="1031612" y="48876"/>
                </a:lnTo>
                <a:lnTo>
                  <a:pt x="1032119" y="49236"/>
                </a:lnTo>
                <a:lnTo>
                  <a:pt x="1032612" y="49611"/>
                </a:lnTo>
                <a:lnTo>
                  <a:pt x="1033092" y="50000"/>
                </a:lnTo>
                <a:lnTo>
                  <a:pt x="1033561" y="50401"/>
                </a:lnTo>
                <a:lnTo>
                  <a:pt x="1034018" y="50814"/>
                </a:lnTo>
                <a:lnTo>
                  <a:pt x="1034464" y="51239"/>
                </a:lnTo>
                <a:lnTo>
                  <a:pt x="1034899" y="51676"/>
                </a:lnTo>
                <a:lnTo>
                  <a:pt x="1035322" y="52125"/>
                </a:lnTo>
                <a:lnTo>
                  <a:pt x="1035734" y="52586"/>
                </a:lnTo>
                <a:lnTo>
                  <a:pt x="1036135" y="53059"/>
                </a:lnTo>
                <a:lnTo>
                  <a:pt x="1036524" y="53545"/>
                </a:lnTo>
                <a:lnTo>
                  <a:pt x="1036902" y="54042"/>
                </a:lnTo>
                <a:lnTo>
                  <a:pt x="1037268" y="54551"/>
                </a:lnTo>
                <a:lnTo>
                  <a:pt x="1037623" y="55072"/>
                </a:lnTo>
                <a:lnTo>
                  <a:pt x="1037967" y="55606"/>
                </a:lnTo>
                <a:lnTo>
                  <a:pt x="1038299" y="56151"/>
                </a:lnTo>
                <a:lnTo>
                  <a:pt x="1038620" y="56708"/>
                </a:lnTo>
                <a:lnTo>
                  <a:pt x="1038929" y="57277"/>
                </a:lnTo>
                <a:lnTo>
                  <a:pt x="1039227" y="57859"/>
                </a:lnTo>
                <a:lnTo>
                  <a:pt x="1039514" y="58452"/>
                </a:lnTo>
                <a:lnTo>
                  <a:pt x="1039789" y="59058"/>
                </a:lnTo>
                <a:lnTo>
                  <a:pt x="1040053" y="59675"/>
                </a:lnTo>
                <a:lnTo>
                  <a:pt x="1040306" y="60304"/>
                </a:lnTo>
                <a:lnTo>
                  <a:pt x="1040547" y="60946"/>
                </a:lnTo>
                <a:lnTo>
                  <a:pt x="1040776" y="61599"/>
                </a:lnTo>
                <a:lnTo>
                  <a:pt x="1040995" y="62265"/>
                </a:lnTo>
                <a:lnTo>
                  <a:pt x="1041203" y="62940"/>
                </a:lnTo>
                <a:lnTo>
                  <a:pt x="1041402" y="63623"/>
                </a:lnTo>
                <a:lnTo>
                  <a:pt x="1041593" y="64313"/>
                </a:lnTo>
                <a:lnTo>
                  <a:pt x="1041774" y="65012"/>
                </a:lnTo>
                <a:lnTo>
                  <a:pt x="1041947" y="65717"/>
                </a:lnTo>
                <a:lnTo>
                  <a:pt x="1042111" y="66430"/>
                </a:lnTo>
                <a:lnTo>
                  <a:pt x="1042266" y="67151"/>
                </a:lnTo>
                <a:lnTo>
                  <a:pt x="1042412" y="67879"/>
                </a:lnTo>
                <a:lnTo>
                  <a:pt x="1042549" y="68615"/>
                </a:lnTo>
                <a:lnTo>
                  <a:pt x="1042678" y="69359"/>
                </a:lnTo>
                <a:lnTo>
                  <a:pt x="1042797" y="70110"/>
                </a:lnTo>
                <a:lnTo>
                  <a:pt x="1042908" y="70868"/>
                </a:lnTo>
                <a:lnTo>
                  <a:pt x="1043010" y="71635"/>
                </a:lnTo>
                <a:lnTo>
                  <a:pt x="1043103" y="72408"/>
                </a:lnTo>
                <a:lnTo>
                  <a:pt x="1043187" y="73190"/>
                </a:lnTo>
                <a:lnTo>
                  <a:pt x="1043262" y="73979"/>
                </a:lnTo>
                <a:lnTo>
                  <a:pt x="1043329" y="74775"/>
                </a:lnTo>
                <a:lnTo>
                  <a:pt x="1043386" y="75579"/>
                </a:lnTo>
                <a:lnTo>
                  <a:pt x="1043435" y="76391"/>
                </a:lnTo>
                <a:lnTo>
                  <a:pt x="1043475" y="77210"/>
                </a:lnTo>
                <a:lnTo>
                  <a:pt x="1043506" y="78037"/>
                </a:lnTo>
                <a:lnTo>
                  <a:pt x="1043528" y="78871"/>
                </a:lnTo>
                <a:lnTo>
                  <a:pt x="1043541" y="79713"/>
                </a:lnTo>
                <a:lnTo>
                  <a:pt x="1043546" y="80562"/>
                </a:lnTo>
                <a:lnTo>
                  <a:pt x="1043541" y="81396"/>
                </a:lnTo>
                <a:lnTo>
                  <a:pt x="1043528" y="82222"/>
                </a:lnTo>
                <a:lnTo>
                  <a:pt x="1043506" y="83041"/>
                </a:lnTo>
                <a:lnTo>
                  <a:pt x="1043475" y="83852"/>
                </a:lnTo>
                <a:lnTo>
                  <a:pt x="1043435" y="84656"/>
                </a:lnTo>
                <a:lnTo>
                  <a:pt x="1043386" y="85452"/>
                </a:lnTo>
                <a:lnTo>
                  <a:pt x="1043329" y="86241"/>
                </a:lnTo>
                <a:lnTo>
                  <a:pt x="1043262" y="87023"/>
                </a:lnTo>
                <a:lnTo>
                  <a:pt x="1043187" y="87797"/>
                </a:lnTo>
                <a:lnTo>
                  <a:pt x="1043103" y="88564"/>
                </a:lnTo>
                <a:lnTo>
                  <a:pt x="1043010" y="89324"/>
                </a:lnTo>
                <a:lnTo>
                  <a:pt x="1042908" y="90076"/>
                </a:lnTo>
                <a:lnTo>
                  <a:pt x="1042797" y="90820"/>
                </a:lnTo>
                <a:lnTo>
                  <a:pt x="1042678" y="91558"/>
                </a:lnTo>
                <a:lnTo>
                  <a:pt x="1042549" y="92288"/>
                </a:lnTo>
                <a:lnTo>
                  <a:pt x="1042412" y="93010"/>
                </a:lnTo>
                <a:lnTo>
                  <a:pt x="1042266" y="93725"/>
                </a:lnTo>
                <a:lnTo>
                  <a:pt x="1042111" y="94433"/>
                </a:lnTo>
                <a:lnTo>
                  <a:pt x="1041947" y="95133"/>
                </a:lnTo>
                <a:lnTo>
                  <a:pt x="1041774" y="95826"/>
                </a:lnTo>
                <a:lnTo>
                  <a:pt x="1041593" y="96512"/>
                </a:lnTo>
                <a:lnTo>
                  <a:pt x="1041402" y="97190"/>
                </a:lnTo>
                <a:lnTo>
                  <a:pt x="1041203" y="97861"/>
                </a:lnTo>
                <a:lnTo>
                  <a:pt x="1040995" y="98524"/>
                </a:lnTo>
                <a:lnTo>
                  <a:pt x="1040776" y="99178"/>
                </a:lnTo>
                <a:lnTo>
                  <a:pt x="1040547" y="99820"/>
                </a:lnTo>
                <a:lnTo>
                  <a:pt x="1040306" y="100450"/>
                </a:lnTo>
                <a:lnTo>
                  <a:pt x="1040053" y="101068"/>
                </a:lnTo>
                <a:lnTo>
                  <a:pt x="1039789" y="101674"/>
                </a:lnTo>
                <a:lnTo>
                  <a:pt x="1039514" y="102269"/>
                </a:lnTo>
                <a:lnTo>
                  <a:pt x="1039227" y="102851"/>
                </a:lnTo>
                <a:lnTo>
                  <a:pt x="1038929" y="103422"/>
                </a:lnTo>
                <a:lnTo>
                  <a:pt x="1038620" y="103981"/>
                </a:lnTo>
                <a:lnTo>
                  <a:pt x="1038299" y="104528"/>
                </a:lnTo>
                <a:lnTo>
                  <a:pt x="1037967" y="105064"/>
                </a:lnTo>
                <a:lnTo>
                  <a:pt x="1037623" y="105587"/>
                </a:lnTo>
                <a:lnTo>
                  <a:pt x="1037268" y="106099"/>
                </a:lnTo>
                <a:lnTo>
                  <a:pt x="1036902" y="106599"/>
                </a:lnTo>
                <a:lnTo>
                  <a:pt x="1036524" y="107086"/>
                </a:lnTo>
                <a:lnTo>
                  <a:pt x="1036135" y="107562"/>
                </a:lnTo>
                <a:lnTo>
                  <a:pt x="1035734" y="108027"/>
                </a:lnTo>
                <a:lnTo>
                  <a:pt x="1035322" y="108479"/>
                </a:lnTo>
                <a:lnTo>
                  <a:pt x="1034899" y="108920"/>
                </a:lnTo>
                <a:lnTo>
                  <a:pt x="1034464" y="109348"/>
                </a:lnTo>
                <a:lnTo>
                  <a:pt x="1034018" y="109765"/>
                </a:lnTo>
                <a:lnTo>
                  <a:pt x="1033561" y="110170"/>
                </a:lnTo>
                <a:lnTo>
                  <a:pt x="1033092" y="110563"/>
                </a:lnTo>
                <a:lnTo>
                  <a:pt x="1032612" y="110945"/>
                </a:lnTo>
                <a:lnTo>
                  <a:pt x="1032119" y="111312"/>
                </a:lnTo>
                <a:lnTo>
                  <a:pt x="1031612" y="111664"/>
                </a:lnTo>
                <a:lnTo>
                  <a:pt x="1031091" y="112000"/>
                </a:lnTo>
                <a:lnTo>
                  <a:pt x="1030557" y="112320"/>
                </a:lnTo>
                <a:lnTo>
                  <a:pt x="1030008" y="112625"/>
                </a:lnTo>
                <a:lnTo>
                  <a:pt x="1029445" y="112914"/>
                </a:lnTo>
                <a:lnTo>
                  <a:pt x="1028869" y="113188"/>
                </a:lnTo>
                <a:lnTo>
                  <a:pt x="1028279" y="113446"/>
                </a:lnTo>
                <a:lnTo>
                  <a:pt x="1027674" y="113688"/>
                </a:lnTo>
                <a:lnTo>
                  <a:pt x="1027056" y="113915"/>
                </a:lnTo>
                <a:lnTo>
                  <a:pt x="1026424" y="114126"/>
                </a:lnTo>
                <a:lnTo>
                  <a:pt x="1025778" y="114321"/>
                </a:lnTo>
                <a:lnTo>
                  <a:pt x="1025118" y="114501"/>
                </a:lnTo>
                <a:lnTo>
                  <a:pt x="1024444" y="114665"/>
                </a:lnTo>
                <a:lnTo>
                  <a:pt x="1023756" y="114813"/>
                </a:lnTo>
                <a:lnTo>
                  <a:pt x="1023054" y="114946"/>
                </a:lnTo>
                <a:lnTo>
                  <a:pt x="1022339" y="115063"/>
                </a:lnTo>
                <a:lnTo>
                  <a:pt x="1021609" y="115165"/>
                </a:lnTo>
                <a:lnTo>
                  <a:pt x="1020866" y="115251"/>
                </a:lnTo>
                <a:lnTo>
                  <a:pt x="1020108" y="115321"/>
                </a:lnTo>
                <a:lnTo>
                  <a:pt x="1019337" y="115376"/>
                </a:lnTo>
                <a:lnTo>
                  <a:pt x="1018552" y="115415"/>
                </a:lnTo>
                <a:lnTo>
                  <a:pt x="1017753" y="115439"/>
                </a:lnTo>
                <a:lnTo>
                  <a:pt x="1016939" y="115446"/>
                </a:lnTo>
                <a:lnTo>
                  <a:pt x="1016149" y="115439"/>
                </a:lnTo>
                <a:lnTo>
                  <a:pt x="1015372" y="115415"/>
                </a:lnTo>
                <a:lnTo>
                  <a:pt x="1014610" y="115376"/>
                </a:lnTo>
                <a:lnTo>
                  <a:pt x="1013860" y="115321"/>
                </a:lnTo>
                <a:close/>
                <a:moveTo>
                  <a:pt x="1332331" y="127385"/>
                </a:moveTo>
                <a:lnTo>
                  <a:pt x="1333176" y="127306"/>
                </a:lnTo>
                <a:lnTo>
                  <a:pt x="1334011" y="127212"/>
                </a:lnTo>
                <a:lnTo>
                  <a:pt x="1334837" y="127104"/>
                </a:lnTo>
                <a:lnTo>
                  <a:pt x="1335654" y="126982"/>
                </a:lnTo>
                <a:lnTo>
                  <a:pt x="1336461" y="126845"/>
                </a:lnTo>
                <a:lnTo>
                  <a:pt x="1337259" y="126694"/>
                </a:lnTo>
                <a:lnTo>
                  <a:pt x="1338048" y="126529"/>
                </a:lnTo>
                <a:lnTo>
                  <a:pt x="1338827" y="126349"/>
                </a:lnTo>
                <a:lnTo>
                  <a:pt x="1339597" y="126154"/>
                </a:lnTo>
                <a:lnTo>
                  <a:pt x="1340358" y="125946"/>
                </a:lnTo>
                <a:lnTo>
                  <a:pt x="1341109" y="125722"/>
                </a:lnTo>
                <a:lnTo>
                  <a:pt x="1341851" y="125485"/>
                </a:lnTo>
                <a:lnTo>
                  <a:pt x="1342584" y="125233"/>
                </a:lnTo>
                <a:lnTo>
                  <a:pt x="1343307" y="124967"/>
                </a:lnTo>
                <a:lnTo>
                  <a:pt x="1344021" y="124686"/>
                </a:lnTo>
                <a:lnTo>
                  <a:pt x="1344726" y="124391"/>
                </a:lnTo>
                <a:lnTo>
                  <a:pt x="1345421" y="124081"/>
                </a:lnTo>
                <a:lnTo>
                  <a:pt x="1346107" y="123758"/>
                </a:lnTo>
                <a:lnTo>
                  <a:pt x="1346784" y="123419"/>
                </a:lnTo>
                <a:lnTo>
                  <a:pt x="1347452" y="123069"/>
                </a:lnTo>
                <a:lnTo>
                  <a:pt x="1348114" y="122710"/>
                </a:lnTo>
                <a:lnTo>
                  <a:pt x="1348769" y="122341"/>
                </a:lnTo>
                <a:lnTo>
                  <a:pt x="1349417" y="121963"/>
                </a:lnTo>
                <a:lnTo>
                  <a:pt x="1350059" y="121575"/>
                </a:lnTo>
                <a:lnTo>
                  <a:pt x="1350693" y="121178"/>
                </a:lnTo>
                <a:lnTo>
                  <a:pt x="1351321" y="120772"/>
                </a:lnTo>
                <a:lnTo>
                  <a:pt x="1351942" y="120357"/>
                </a:lnTo>
                <a:lnTo>
                  <a:pt x="1352556" y="119932"/>
                </a:lnTo>
                <a:lnTo>
                  <a:pt x="1353163" y="119498"/>
                </a:lnTo>
                <a:lnTo>
                  <a:pt x="1353764" y="119054"/>
                </a:lnTo>
                <a:lnTo>
                  <a:pt x="1354358" y="118601"/>
                </a:lnTo>
                <a:lnTo>
                  <a:pt x="1354945" y="118139"/>
                </a:lnTo>
                <a:lnTo>
                  <a:pt x="1355525" y="117668"/>
                </a:lnTo>
                <a:lnTo>
                  <a:pt x="1356098" y="117187"/>
                </a:lnTo>
                <a:lnTo>
                  <a:pt x="1356665" y="116697"/>
                </a:lnTo>
                <a:lnTo>
                  <a:pt x="1357225" y="116197"/>
                </a:lnTo>
                <a:lnTo>
                  <a:pt x="1357778" y="115688"/>
                </a:lnTo>
                <a:lnTo>
                  <a:pt x="1358324" y="115170"/>
                </a:lnTo>
                <a:lnTo>
                  <a:pt x="1358863" y="114643"/>
                </a:lnTo>
                <a:lnTo>
                  <a:pt x="1359396" y="114106"/>
                </a:lnTo>
                <a:lnTo>
                  <a:pt x="1359921" y="113560"/>
                </a:lnTo>
                <a:lnTo>
                  <a:pt x="1360440" y="113004"/>
                </a:lnTo>
                <a:lnTo>
                  <a:pt x="1360952" y="112440"/>
                </a:lnTo>
                <a:lnTo>
                  <a:pt x="1361590" y="125925"/>
                </a:lnTo>
                <a:lnTo>
                  <a:pt x="1375805" y="125925"/>
                </a:lnTo>
                <a:lnTo>
                  <a:pt x="1375805" y="64810"/>
                </a:lnTo>
                <a:lnTo>
                  <a:pt x="1375800" y="63995"/>
                </a:lnTo>
                <a:lnTo>
                  <a:pt x="1375784" y="63193"/>
                </a:lnTo>
                <a:lnTo>
                  <a:pt x="1375759" y="62403"/>
                </a:lnTo>
                <a:lnTo>
                  <a:pt x="1375724" y="61626"/>
                </a:lnTo>
                <a:lnTo>
                  <a:pt x="1375678" y="60861"/>
                </a:lnTo>
                <a:lnTo>
                  <a:pt x="1375622" y="60109"/>
                </a:lnTo>
                <a:lnTo>
                  <a:pt x="1375557" y="59369"/>
                </a:lnTo>
                <a:lnTo>
                  <a:pt x="1375481" y="58642"/>
                </a:lnTo>
                <a:lnTo>
                  <a:pt x="1375395" y="57927"/>
                </a:lnTo>
                <a:lnTo>
                  <a:pt x="1375298" y="57225"/>
                </a:lnTo>
                <a:lnTo>
                  <a:pt x="1375192" y="56536"/>
                </a:lnTo>
                <a:lnTo>
                  <a:pt x="1375076" y="55859"/>
                </a:lnTo>
                <a:lnTo>
                  <a:pt x="1374949" y="55194"/>
                </a:lnTo>
                <a:lnTo>
                  <a:pt x="1374813" y="54543"/>
                </a:lnTo>
                <a:lnTo>
                  <a:pt x="1374666" y="53903"/>
                </a:lnTo>
                <a:lnTo>
                  <a:pt x="1374509" y="53276"/>
                </a:lnTo>
                <a:lnTo>
                  <a:pt x="1374342" y="52662"/>
                </a:lnTo>
                <a:lnTo>
                  <a:pt x="1374165" y="52061"/>
                </a:lnTo>
                <a:lnTo>
                  <a:pt x="1373977" y="51471"/>
                </a:lnTo>
                <a:lnTo>
                  <a:pt x="1373780" y="50895"/>
                </a:lnTo>
                <a:lnTo>
                  <a:pt x="1373572" y="50331"/>
                </a:lnTo>
                <a:lnTo>
                  <a:pt x="1373355" y="49779"/>
                </a:lnTo>
                <a:lnTo>
                  <a:pt x="1373127" y="49240"/>
                </a:lnTo>
                <a:lnTo>
                  <a:pt x="1372889" y="48714"/>
                </a:lnTo>
                <a:lnTo>
                  <a:pt x="1372642" y="48198"/>
                </a:lnTo>
                <a:lnTo>
                  <a:pt x="1372389" y="47692"/>
                </a:lnTo>
                <a:lnTo>
                  <a:pt x="1372128" y="47196"/>
                </a:lnTo>
                <a:lnTo>
                  <a:pt x="1371860" y="46709"/>
                </a:lnTo>
                <a:lnTo>
                  <a:pt x="1371585" y="46232"/>
                </a:lnTo>
                <a:lnTo>
                  <a:pt x="1371303" y="45765"/>
                </a:lnTo>
                <a:lnTo>
                  <a:pt x="1371014" y="45307"/>
                </a:lnTo>
                <a:lnTo>
                  <a:pt x="1370717" y="44859"/>
                </a:lnTo>
                <a:lnTo>
                  <a:pt x="1370414" y="44420"/>
                </a:lnTo>
                <a:lnTo>
                  <a:pt x="1370103" y="43991"/>
                </a:lnTo>
                <a:lnTo>
                  <a:pt x="1369785" y="43572"/>
                </a:lnTo>
                <a:lnTo>
                  <a:pt x="1369461" y="43162"/>
                </a:lnTo>
                <a:lnTo>
                  <a:pt x="1369129" y="42762"/>
                </a:lnTo>
                <a:lnTo>
                  <a:pt x="1368790" y="42372"/>
                </a:lnTo>
                <a:lnTo>
                  <a:pt x="1368443" y="41991"/>
                </a:lnTo>
                <a:lnTo>
                  <a:pt x="1368090" y="41619"/>
                </a:lnTo>
                <a:lnTo>
                  <a:pt x="1367730" y="41258"/>
                </a:lnTo>
                <a:lnTo>
                  <a:pt x="1367362" y="40906"/>
                </a:lnTo>
                <a:lnTo>
                  <a:pt x="1366987" y="40563"/>
                </a:lnTo>
                <a:lnTo>
                  <a:pt x="1366606" y="40231"/>
                </a:lnTo>
                <a:lnTo>
                  <a:pt x="1366217" y="39907"/>
                </a:lnTo>
                <a:lnTo>
                  <a:pt x="1365821" y="39594"/>
                </a:lnTo>
                <a:lnTo>
                  <a:pt x="1365417" y="39290"/>
                </a:lnTo>
                <a:lnTo>
                  <a:pt x="1365007" y="38996"/>
                </a:lnTo>
                <a:lnTo>
                  <a:pt x="1364591" y="38710"/>
                </a:lnTo>
                <a:lnTo>
                  <a:pt x="1364171" y="38432"/>
                </a:lnTo>
                <a:lnTo>
                  <a:pt x="1363746" y="38161"/>
                </a:lnTo>
                <a:lnTo>
                  <a:pt x="1363316" y="37898"/>
                </a:lnTo>
                <a:lnTo>
                  <a:pt x="1362883" y="37642"/>
                </a:lnTo>
                <a:lnTo>
                  <a:pt x="1362445" y="37394"/>
                </a:lnTo>
                <a:lnTo>
                  <a:pt x="1362002" y="37153"/>
                </a:lnTo>
                <a:lnTo>
                  <a:pt x="1361555" y="36920"/>
                </a:lnTo>
                <a:lnTo>
                  <a:pt x="1361103" y="36694"/>
                </a:lnTo>
                <a:lnTo>
                  <a:pt x="1360647" y="36476"/>
                </a:lnTo>
                <a:lnTo>
                  <a:pt x="1360187" y="36265"/>
                </a:lnTo>
                <a:lnTo>
                  <a:pt x="1359722" y="36062"/>
                </a:lnTo>
                <a:lnTo>
                  <a:pt x="1359253" y="35866"/>
                </a:lnTo>
                <a:lnTo>
                  <a:pt x="1358780" y="35678"/>
                </a:lnTo>
                <a:lnTo>
                  <a:pt x="1358302" y="35498"/>
                </a:lnTo>
                <a:lnTo>
                  <a:pt x="1357819" y="35324"/>
                </a:lnTo>
                <a:lnTo>
                  <a:pt x="1357332" y="35159"/>
                </a:lnTo>
                <a:lnTo>
                  <a:pt x="1356841" y="35000"/>
                </a:lnTo>
                <a:lnTo>
                  <a:pt x="1356345" y="34850"/>
                </a:lnTo>
                <a:lnTo>
                  <a:pt x="1355845" y="34707"/>
                </a:lnTo>
                <a:lnTo>
                  <a:pt x="1355340" y="34571"/>
                </a:lnTo>
                <a:lnTo>
                  <a:pt x="1354831" y="34443"/>
                </a:lnTo>
                <a:lnTo>
                  <a:pt x="1354318" y="34322"/>
                </a:lnTo>
                <a:lnTo>
                  <a:pt x="1353800" y="34209"/>
                </a:lnTo>
                <a:lnTo>
                  <a:pt x="1353279" y="34102"/>
                </a:lnTo>
                <a:lnTo>
                  <a:pt x="1352755" y="33999"/>
                </a:lnTo>
                <a:lnTo>
                  <a:pt x="1352230" y="33901"/>
                </a:lnTo>
                <a:lnTo>
                  <a:pt x="1351703" y="33807"/>
                </a:lnTo>
                <a:lnTo>
                  <a:pt x="1351173" y="33718"/>
                </a:lnTo>
                <a:lnTo>
                  <a:pt x="1350642" y="33634"/>
                </a:lnTo>
                <a:lnTo>
                  <a:pt x="1350108" y="33554"/>
                </a:lnTo>
                <a:lnTo>
                  <a:pt x="1349573" y="33478"/>
                </a:lnTo>
                <a:lnTo>
                  <a:pt x="1349035" y="33407"/>
                </a:lnTo>
                <a:lnTo>
                  <a:pt x="1348496" y="33341"/>
                </a:lnTo>
                <a:lnTo>
                  <a:pt x="1347954" y="33280"/>
                </a:lnTo>
                <a:lnTo>
                  <a:pt x="1347410" y="33222"/>
                </a:lnTo>
                <a:lnTo>
                  <a:pt x="1346864" y="33170"/>
                </a:lnTo>
                <a:lnTo>
                  <a:pt x="1346316" y="33122"/>
                </a:lnTo>
                <a:lnTo>
                  <a:pt x="1345766" y="33079"/>
                </a:lnTo>
                <a:lnTo>
                  <a:pt x="1345214" y="33040"/>
                </a:lnTo>
                <a:lnTo>
                  <a:pt x="1344660" y="33005"/>
                </a:lnTo>
                <a:lnTo>
                  <a:pt x="1344104" y="32976"/>
                </a:lnTo>
                <a:lnTo>
                  <a:pt x="1343546" y="32951"/>
                </a:lnTo>
                <a:lnTo>
                  <a:pt x="1342986" y="32930"/>
                </a:lnTo>
                <a:lnTo>
                  <a:pt x="1342424" y="32914"/>
                </a:lnTo>
                <a:lnTo>
                  <a:pt x="1341859" y="32903"/>
                </a:lnTo>
                <a:lnTo>
                  <a:pt x="1341293" y="32896"/>
                </a:lnTo>
                <a:lnTo>
                  <a:pt x="1340724" y="32894"/>
                </a:lnTo>
                <a:lnTo>
                  <a:pt x="1339840" y="32899"/>
                </a:lnTo>
                <a:lnTo>
                  <a:pt x="1338964" y="32916"/>
                </a:lnTo>
                <a:lnTo>
                  <a:pt x="1338097" y="32943"/>
                </a:lnTo>
                <a:lnTo>
                  <a:pt x="1337238" y="32982"/>
                </a:lnTo>
                <a:lnTo>
                  <a:pt x="1336387" y="33032"/>
                </a:lnTo>
                <a:lnTo>
                  <a:pt x="1335545" y="33093"/>
                </a:lnTo>
                <a:lnTo>
                  <a:pt x="1334711" y="33165"/>
                </a:lnTo>
                <a:lnTo>
                  <a:pt x="1333885" y="33248"/>
                </a:lnTo>
                <a:lnTo>
                  <a:pt x="1333068" y="33342"/>
                </a:lnTo>
                <a:lnTo>
                  <a:pt x="1332260" y="33448"/>
                </a:lnTo>
                <a:lnTo>
                  <a:pt x="1331459" y="33564"/>
                </a:lnTo>
                <a:lnTo>
                  <a:pt x="1330667" y="33692"/>
                </a:lnTo>
                <a:lnTo>
                  <a:pt x="1329884" y="33830"/>
                </a:lnTo>
                <a:lnTo>
                  <a:pt x="1329108" y="33980"/>
                </a:lnTo>
                <a:lnTo>
                  <a:pt x="1328342" y="34140"/>
                </a:lnTo>
                <a:lnTo>
                  <a:pt x="1327583" y="34312"/>
                </a:lnTo>
                <a:lnTo>
                  <a:pt x="1326833" y="34495"/>
                </a:lnTo>
                <a:lnTo>
                  <a:pt x="1326091" y="34689"/>
                </a:lnTo>
                <a:lnTo>
                  <a:pt x="1325358" y="34894"/>
                </a:lnTo>
                <a:lnTo>
                  <a:pt x="1324633" y="35110"/>
                </a:lnTo>
                <a:lnTo>
                  <a:pt x="1323917" y="35337"/>
                </a:lnTo>
                <a:lnTo>
                  <a:pt x="1323208" y="35576"/>
                </a:lnTo>
                <a:lnTo>
                  <a:pt x="1322509" y="35825"/>
                </a:lnTo>
                <a:lnTo>
                  <a:pt x="1321817" y="36086"/>
                </a:lnTo>
                <a:lnTo>
                  <a:pt x="1321136" y="36358"/>
                </a:lnTo>
                <a:lnTo>
                  <a:pt x="1320468" y="36643"/>
                </a:lnTo>
                <a:lnTo>
                  <a:pt x="1319811" y="36942"/>
                </a:lnTo>
                <a:lnTo>
                  <a:pt x="1319167" y="37253"/>
                </a:lnTo>
                <a:lnTo>
                  <a:pt x="1318536" y="37577"/>
                </a:lnTo>
                <a:lnTo>
                  <a:pt x="1317916" y="37915"/>
                </a:lnTo>
                <a:lnTo>
                  <a:pt x="1317309" y="38265"/>
                </a:lnTo>
                <a:lnTo>
                  <a:pt x="1316715" y="38629"/>
                </a:lnTo>
                <a:lnTo>
                  <a:pt x="1316132" y="39006"/>
                </a:lnTo>
                <a:lnTo>
                  <a:pt x="1315562" y="39395"/>
                </a:lnTo>
                <a:lnTo>
                  <a:pt x="1315005" y="39798"/>
                </a:lnTo>
                <a:lnTo>
                  <a:pt x="1314460" y="40214"/>
                </a:lnTo>
                <a:lnTo>
                  <a:pt x="1313927" y="40642"/>
                </a:lnTo>
                <a:lnTo>
                  <a:pt x="1313406" y="41084"/>
                </a:lnTo>
                <a:lnTo>
                  <a:pt x="1312898" y="41539"/>
                </a:lnTo>
                <a:lnTo>
                  <a:pt x="1312402" y="42007"/>
                </a:lnTo>
                <a:lnTo>
                  <a:pt x="1311918" y="42488"/>
                </a:lnTo>
                <a:lnTo>
                  <a:pt x="1311447" y="42982"/>
                </a:lnTo>
                <a:lnTo>
                  <a:pt x="1310988" y="43489"/>
                </a:lnTo>
                <a:lnTo>
                  <a:pt x="1310541" y="44009"/>
                </a:lnTo>
                <a:lnTo>
                  <a:pt x="1310107" y="44542"/>
                </a:lnTo>
                <a:lnTo>
                  <a:pt x="1309685" y="45088"/>
                </a:lnTo>
                <a:lnTo>
                  <a:pt x="1309276" y="45647"/>
                </a:lnTo>
                <a:lnTo>
                  <a:pt x="1308879" y="46220"/>
                </a:lnTo>
                <a:lnTo>
                  <a:pt x="1308496" y="46806"/>
                </a:lnTo>
                <a:lnTo>
                  <a:pt x="1308129" y="47407"/>
                </a:lnTo>
                <a:lnTo>
                  <a:pt x="1307779" y="48023"/>
                </a:lnTo>
                <a:lnTo>
                  <a:pt x="1307445" y="48653"/>
                </a:lnTo>
                <a:lnTo>
                  <a:pt x="1307127" y="49299"/>
                </a:lnTo>
                <a:lnTo>
                  <a:pt x="1306826" y="49960"/>
                </a:lnTo>
                <a:lnTo>
                  <a:pt x="1306540" y="50636"/>
                </a:lnTo>
                <a:lnTo>
                  <a:pt x="1306272" y="51327"/>
                </a:lnTo>
                <a:lnTo>
                  <a:pt x="1306019" y="52033"/>
                </a:lnTo>
                <a:lnTo>
                  <a:pt x="1305783" y="52754"/>
                </a:lnTo>
                <a:lnTo>
                  <a:pt x="1305563" y="53490"/>
                </a:lnTo>
                <a:lnTo>
                  <a:pt x="1305359" y="54241"/>
                </a:lnTo>
                <a:lnTo>
                  <a:pt x="1305172" y="55007"/>
                </a:lnTo>
                <a:lnTo>
                  <a:pt x="1305001" y="55788"/>
                </a:lnTo>
                <a:lnTo>
                  <a:pt x="1304846" y="56583"/>
                </a:lnTo>
                <a:lnTo>
                  <a:pt x="1304707" y="57394"/>
                </a:lnTo>
                <a:lnTo>
                  <a:pt x="1304585" y="58220"/>
                </a:lnTo>
                <a:lnTo>
                  <a:pt x="1304479" y="59061"/>
                </a:lnTo>
                <a:lnTo>
                  <a:pt x="1304390" y="59917"/>
                </a:lnTo>
                <a:lnTo>
                  <a:pt x="1304316" y="60787"/>
                </a:lnTo>
                <a:lnTo>
                  <a:pt x="1304259" y="61673"/>
                </a:lnTo>
                <a:lnTo>
                  <a:pt x="1304219" y="62574"/>
                </a:lnTo>
                <a:lnTo>
                  <a:pt x="1304194" y="63490"/>
                </a:lnTo>
                <a:lnTo>
                  <a:pt x="1304186" y="64420"/>
                </a:lnTo>
                <a:lnTo>
                  <a:pt x="1318947" y="64420"/>
                </a:lnTo>
                <a:lnTo>
                  <a:pt x="1318958" y="63556"/>
                </a:lnTo>
                <a:lnTo>
                  <a:pt x="1318991" y="62710"/>
                </a:lnTo>
                <a:lnTo>
                  <a:pt x="1319045" y="61884"/>
                </a:lnTo>
                <a:lnTo>
                  <a:pt x="1319122" y="61078"/>
                </a:lnTo>
                <a:lnTo>
                  <a:pt x="1319220" y="60292"/>
                </a:lnTo>
                <a:lnTo>
                  <a:pt x="1319340" y="59524"/>
                </a:lnTo>
                <a:lnTo>
                  <a:pt x="1319482" y="58777"/>
                </a:lnTo>
                <a:lnTo>
                  <a:pt x="1319646" y="58049"/>
                </a:lnTo>
                <a:lnTo>
                  <a:pt x="1319831" y="57340"/>
                </a:lnTo>
                <a:lnTo>
                  <a:pt x="1320039" y="56651"/>
                </a:lnTo>
                <a:lnTo>
                  <a:pt x="1320268" y="55982"/>
                </a:lnTo>
                <a:lnTo>
                  <a:pt x="1320519" y="55332"/>
                </a:lnTo>
                <a:lnTo>
                  <a:pt x="1320792" y="54702"/>
                </a:lnTo>
                <a:lnTo>
                  <a:pt x="1321086" y="54091"/>
                </a:lnTo>
                <a:lnTo>
                  <a:pt x="1321403" y="53500"/>
                </a:lnTo>
                <a:lnTo>
                  <a:pt x="1321741" y="52928"/>
                </a:lnTo>
                <a:lnTo>
                  <a:pt x="1322102" y="52376"/>
                </a:lnTo>
                <a:lnTo>
                  <a:pt x="1322484" y="51843"/>
                </a:lnTo>
                <a:lnTo>
                  <a:pt x="1322887" y="51330"/>
                </a:lnTo>
                <a:lnTo>
                  <a:pt x="1323313" y="50837"/>
                </a:lnTo>
                <a:lnTo>
                  <a:pt x="1323761" y="50363"/>
                </a:lnTo>
                <a:lnTo>
                  <a:pt x="1324230" y="49909"/>
                </a:lnTo>
                <a:lnTo>
                  <a:pt x="1324721" y="49474"/>
                </a:lnTo>
                <a:lnTo>
                  <a:pt x="1325234" y="49058"/>
                </a:lnTo>
                <a:lnTo>
                  <a:pt x="1325763" y="48661"/>
                </a:lnTo>
                <a:lnTo>
                  <a:pt x="1326302" y="48281"/>
                </a:lnTo>
                <a:lnTo>
                  <a:pt x="1326852" y="47918"/>
                </a:lnTo>
                <a:lnTo>
                  <a:pt x="1327411" y="47572"/>
                </a:lnTo>
                <a:lnTo>
                  <a:pt x="1327980" y="47242"/>
                </a:lnTo>
                <a:lnTo>
                  <a:pt x="1328560" y="46929"/>
                </a:lnTo>
                <a:lnTo>
                  <a:pt x="1329150" y="46634"/>
                </a:lnTo>
                <a:lnTo>
                  <a:pt x="1329750" y="46355"/>
                </a:lnTo>
                <a:lnTo>
                  <a:pt x="1330360" y="46093"/>
                </a:lnTo>
                <a:lnTo>
                  <a:pt x="1330980" y="45848"/>
                </a:lnTo>
                <a:lnTo>
                  <a:pt x="1331610" y="45620"/>
                </a:lnTo>
                <a:lnTo>
                  <a:pt x="1332250" y="45409"/>
                </a:lnTo>
                <a:lnTo>
                  <a:pt x="1332901" y="45214"/>
                </a:lnTo>
                <a:lnTo>
                  <a:pt x="1333561" y="45037"/>
                </a:lnTo>
                <a:lnTo>
                  <a:pt x="1334232" y="44877"/>
                </a:lnTo>
                <a:lnTo>
                  <a:pt x="1334913" y="44733"/>
                </a:lnTo>
                <a:lnTo>
                  <a:pt x="1335604" y="44606"/>
                </a:lnTo>
                <a:lnTo>
                  <a:pt x="1336305" y="44496"/>
                </a:lnTo>
                <a:lnTo>
                  <a:pt x="1337016" y="44403"/>
                </a:lnTo>
                <a:lnTo>
                  <a:pt x="1337738" y="44327"/>
                </a:lnTo>
                <a:lnTo>
                  <a:pt x="1338469" y="44268"/>
                </a:lnTo>
                <a:lnTo>
                  <a:pt x="1339211" y="44226"/>
                </a:lnTo>
                <a:lnTo>
                  <a:pt x="1339962" y="44201"/>
                </a:lnTo>
                <a:lnTo>
                  <a:pt x="1340724" y="44192"/>
                </a:lnTo>
                <a:lnTo>
                  <a:pt x="1341440" y="44200"/>
                </a:lnTo>
                <a:lnTo>
                  <a:pt x="1342146" y="44223"/>
                </a:lnTo>
                <a:lnTo>
                  <a:pt x="1342841" y="44262"/>
                </a:lnTo>
                <a:lnTo>
                  <a:pt x="1343526" y="44316"/>
                </a:lnTo>
                <a:lnTo>
                  <a:pt x="1344201" y="44386"/>
                </a:lnTo>
                <a:lnTo>
                  <a:pt x="1344864" y="44471"/>
                </a:lnTo>
                <a:lnTo>
                  <a:pt x="1345518" y="44572"/>
                </a:lnTo>
                <a:lnTo>
                  <a:pt x="1346161" y="44688"/>
                </a:lnTo>
                <a:lnTo>
                  <a:pt x="1346794" y="44820"/>
                </a:lnTo>
                <a:lnTo>
                  <a:pt x="1347416" y="44967"/>
                </a:lnTo>
                <a:lnTo>
                  <a:pt x="1348027" y="45130"/>
                </a:lnTo>
                <a:lnTo>
                  <a:pt x="1348629" y="45308"/>
                </a:lnTo>
                <a:lnTo>
                  <a:pt x="1349220" y="45502"/>
                </a:lnTo>
                <a:lnTo>
                  <a:pt x="1349800" y="45711"/>
                </a:lnTo>
                <a:lnTo>
                  <a:pt x="1350370" y="45936"/>
                </a:lnTo>
                <a:lnTo>
                  <a:pt x="1350930" y="46177"/>
                </a:lnTo>
                <a:lnTo>
                  <a:pt x="1351479" y="46432"/>
                </a:lnTo>
                <a:lnTo>
                  <a:pt x="1352017" y="46704"/>
                </a:lnTo>
                <a:lnTo>
                  <a:pt x="1352545" y="46990"/>
                </a:lnTo>
                <a:lnTo>
                  <a:pt x="1353063" y="47293"/>
                </a:lnTo>
                <a:lnTo>
                  <a:pt x="1353571" y="47611"/>
                </a:lnTo>
                <a:lnTo>
                  <a:pt x="1354067" y="47944"/>
                </a:lnTo>
                <a:lnTo>
                  <a:pt x="1354554" y="48293"/>
                </a:lnTo>
                <a:lnTo>
                  <a:pt x="1355030" y="48657"/>
                </a:lnTo>
                <a:lnTo>
                  <a:pt x="1355491" y="49042"/>
                </a:lnTo>
                <a:lnTo>
                  <a:pt x="1355932" y="49453"/>
                </a:lnTo>
                <a:lnTo>
                  <a:pt x="1356354" y="49891"/>
                </a:lnTo>
                <a:lnTo>
                  <a:pt x="1356756" y="50355"/>
                </a:lnTo>
                <a:lnTo>
                  <a:pt x="1357138" y="50844"/>
                </a:lnTo>
                <a:lnTo>
                  <a:pt x="1357501" y="51360"/>
                </a:lnTo>
                <a:lnTo>
                  <a:pt x="1357845" y="51903"/>
                </a:lnTo>
                <a:lnTo>
                  <a:pt x="1358168" y="52471"/>
                </a:lnTo>
                <a:lnTo>
                  <a:pt x="1358472" y="53065"/>
                </a:lnTo>
                <a:lnTo>
                  <a:pt x="1358757" y="53686"/>
                </a:lnTo>
                <a:lnTo>
                  <a:pt x="1359022" y="54333"/>
                </a:lnTo>
                <a:lnTo>
                  <a:pt x="1359267" y="55006"/>
                </a:lnTo>
                <a:lnTo>
                  <a:pt x="1359492" y="55705"/>
                </a:lnTo>
                <a:lnTo>
                  <a:pt x="1359698" y="56431"/>
                </a:lnTo>
                <a:lnTo>
                  <a:pt x="1359885" y="57182"/>
                </a:lnTo>
                <a:lnTo>
                  <a:pt x="1360051" y="57960"/>
                </a:lnTo>
                <a:lnTo>
                  <a:pt x="1360199" y="58764"/>
                </a:lnTo>
                <a:lnTo>
                  <a:pt x="1360326" y="59594"/>
                </a:lnTo>
                <a:lnTo>
                  <a:pt x="1360434" y="60450"/>
                </a:lnTo>
                <a:lnTo>
                  <a:pt x="1360522" y="61332"/>
                </a:lnTo>
                <a:lnTo>
                  <a:pt x="1360591" y="62241"/>
                </a:lnTo>
                <a:lnTo>
                  <a:pt x="1360640" y="63176"/>
                </a:lnTo>
                <a:lnTo>
                  <a:pt x="1360669" y="64137"/>
                </a:lnTo>
                <a:lnTo>
                  <a:pt x="1360679" y="65124"/>
                </a:lnTo>
                <a:lnTo>
                  <a:pt x="1360679" y="71653"/>
                </a:lnTo>
                <a:lnTo>
                  <a:pt x="1359161" y="71672"/>
                </a:lnTo>
                <a:lnTo>
                  <a:pt x="1357659" y="71699"/>
                </a:lnTo>
                <a:lnTo>
                  <a:pt x="1356173" y="71733"/>
                </a:lnTo>
                <a:lnTo>
                  <a:pt x="1354703" y="71774"/>
                </a:lnTo>
                <a:lnTo>
                  <a:pt x="1353250" y="71822"/>
                </a:lnTo>
                <a:lnTo>
                  <a:pt x="1351812" y="71878"/>
                </a:lnTo>
                <a:lnTo>
                  <a:pt x="1350391" y="71941"/>
                </a:lnTo>
                <a:lnTo>
                  <a:pt x="1348986" y="72011"/>
                </a:lnTo>
                <a:lnTo>
                  <a:pt x="1347597" y="72089"/>
                </a:lnTo>
                <a:lnTo>
                  <a:pt x="1346224" y="72174"/>
                </a:lnTo>
                <a:lnTo>
                  <a:pt x="1344867" y="72266"/>
                </a:lnTo>
                <a:lnTo>
                  <a:pt x="1343526" y="72365"/>
                </a:lnTo>
                <a:lnTo>
                  <a:pt x="1342202" y="72472"/>
                </a:lnTo>
                <a:lnTo>
                  <a:pt x="1340893" y="72586"/>
                </a:lnTo>
                <a:lnTo>
                  <a:pt x="1339601" y="72708"/>
                </a:lnTo>
                <a:lnTo>
                  <a:pt x="1338325" y="72836"/>
                </a:lnTo>
                <a:lnTo>
                  <a:pt x="1337065" y="72972"/>
                </a:lnTo>
                <a:lnTo>
                  <a:pt x="1335821" y="73115"/>
                </a:lnTo>
                <a:lnTo>
                  <a:pt x="1334593" y="73266"/>
                </a:lnTo>
                <a:lnTo>
                  <a:pt x="1333382" y="73423"/>
                </a:lnTo>
                <a:lnTo>
                  <a:pt x="1332186" y="73588"/>
                </a:lnTo>
                <a:lnTo>
                  <a:pt x="1331007" y="73761"/>
                </a:lnTo>
                <a:lnTo>
                  <a:pt x="1329844" y="73940"/>
                </a:lnTo>
                <a:lnTo>
                  <a:pt x="1328697" y="74127"/>
                </a:lnTo>
                <a:lnTo>
                  <a:pt x="1327569" y="74325"/>
                </a:lnTo>
                <a:lnTo>
                  <a:pt x="1326462" y="74537"/>
                </a:lnTo>
                <a:lnTo>
                  <a:pt x="1325377" y="74762"/>
                </a:lnTo>
                <a:lnTo>
                  <a:pt x="1324313" y="75002"/>
                </a:lnTo>
                <a:lnTo>
                  <a:pt x="1323271" y="75256"/>
                </a:lnTo>
                <a:lnTo>
                  <a:pt x="1322250" y="75524"/>
                </a:lnTo>
                <a:lnTo>
                  <a:pt x="1321251" y="75806"/>
                </a:lnTo>
                <a:lnTo>
                  <a:pt x="1320273" y="76103"/>
                </a:lnTo>
                <a:lnTo>
                  <a:pt x="1319317" y="76413"/>
                </a:lnTo>
                <a:lnTo>
                  <a:pt x="1318383" y="76738"/>
                </a:lnTo>
                <a:lnTo>
                  <a:pt x="1317470" y="77076"/>
                </a:lnTo>
                <a:lnTo>
                  <a:pt x="1316578" y="77429"/>
                </a:lnTo>
                <a:lnTo>
                  <a:pt x="1315708" y="77796"/>
                </a:lnTo>
                <a:lnTo>
                  <a:pt x="1314859" y="78177"/>
                </a:lnTo>
                <a:lnTo>
                  <a:pt x="1314032" y="78571"/>
                </a:lnTo>
                <a:lnTo>
                  <a:pt x="1313227" y="78981"/>
                </a:lnTo>
                <a:lnTo>
                  <a:pt x="1312443" y="79404"/>
                </a:lnTo>
                <a:lnTo>
                  <a:pt x="1311680" y="79841"/>
                </a:lnTo>
                <a:lnTo>
                  <a:pt x="1310939" y="80292"/>
                </a:lnTo>
                <a:lnTo>
                  <a:pt x="1310220" y="80758"/>
                </a:lnTo>
                <a:lnTo>
                  <a:pt x="1309522" y="81237"/>
                </a:lnTo>
                <a:lnTo>
                  <a:pt x="1308846" y="81731"/>
                </a:lnTo>
                <a:lnTo>
                  <a:pt x="1308191" y="82239"/>
                </a:lnTo>
                <a:lnTo>
                  <a:pt x="1307557" y="82761"/>
                </a:lnTo>
                <a:lnTo>
                  <a:pt x="1306948" y="83300"/>
                </a:lnTo>
                <a:lnTo>
                  <a:pt x="1306364" y="83859"/>
                </a:lnTo>
                <a:lnTo>
                  <a:pt x="1305806" y="84439"/>
                </a:lnTo>
                <a:lnTo>
                  <a:pt x="1305274" y="85040"/>
                </a:lnTo>
                <a:lnTo>
                  <a:pt x="1304768" y="85660"/>
                </a:lnTo>
                <a:lnTo>
                  <a:pt x="1304289" y="86302"/>
                </a:lnTo>
                <a:lnTo>
                  <a:pt x="1303835" y="86963"/>
                </a:lnTo>
                <a:lnTo>
                  <a:pt x="1303406" y="87645"/>
                </a:lnTo>
                <a:lnTo>
                  <a:pt x="1303004" y="88348"/>
                </a:lnTo>
                <a:lnTo>
                  <a:pt x="1302628" y="89071"/>
                </a:lnTo>
                <a:lnTo>
                  <a:pt x="1302278" y="89814"/>
                </a:lnTo>
                <a:lnTo>
                  <a:pt x="1301954" y="90578"/>
                </a:lnTo>
                <a:lnTo>
                  <a:pt x="1301655" y="91362"/>
                </a:lnTo>
                <a:lnTo>
                  <a:pt x="1301383" y="92166"/>
                </a:lnTo>
                <a:lnTo>
                  <a:pt x="1301136" y="92991"/>
                </a:lnTo>
                <a:lnTo>
                  <a:pt x="1300916" y="93837"/>
                </a:lnTo>
                <a:lnTo>
                  <a:pt x="1300721" y="94702"/>
                </a:lnTo>
                <a:lnTo>
                  <a:pt x="1300553" y="95589"/>
                </a:lnTo>
                <a:lnTo>
                  <a:pt x="1300410" y="96495"/>
                </a:lnTo>
                <a:lnTo>
                  <a:pt x="1300293" y="97422"/>
                </a:lnTo>
                <a:lnTo>
                  <a:pt x="1300202" y="98370"/>
                </a:lnTo>
                <a:lnTo>
                  <a:pt x="1300138" y="99338"/>
                </a:lnTo>
                <a:lnTo>
                  <a:pt x="1300099" y="100326"/>
                </a:lnTo>
                <a:lnTo>
                  <a:pt x="1300086" y="101335"/>
                </a:lnTo>
                <a:lnTo>
                  <a:pt x="1300092" y="102045"/>
                </a:lnTo>
                <a:lnTo>
                  <a:pt x="1300112" y="102747"/>
                </a:lnTo>
                <a:lnTo>
                  <a:pt x="1300145" y="103438"/>
                </a:lnTo>
                <a:lnTo>
                  <a:pt x="1300191" y="104121"/>
                </a:lnTo>
                <a:lnTo>
                  <a:pt x="1300250" y="104793"/>
                </a:lnTo>
                <a:lnTo>
                  <a:pt x="1300322" y="105456"/>
                </a:lnTo>
                <a:lnTo>
                  <a:pt x="1300407" y="106110"/>
                </a:lnTo>
                <a:lnTo>
                  <a:pt x="1300506" y="106754"/>
                </a:lnTo>
                <a:lnTo>
                  <a:pt x="1300617" y="107388"/>
                </a:lnTo>
                <a:lnTo>
                  <a:pt x="1300742" y="108013"/>
                </a:lnTo>
                <a:lnTo>
                  <a:pt x="1300880" y="108628"/>
                </a:lnTo>
                <a:lnTo>
                  <a:pt x="1301031" y="109234"/>
                </a:lnTo>
                <a:lnTo>
                  <a:pt x="1301195" y="109830"/>
                </a:lnTo>
                <a:lnTo>
                  <a:pt x="1301372" y="110417"/>
                </a:lnTo>
                <a:lnTo>
                  <a:pt x="1301563" y="110994"/>
                </a:lnTo>
                <a:lnTo>
                  <a:pt x="1301766" y="111561"/>
                </a:lnTo>
                <a:lnTo>
                  <a:pt x="1301983" y="112119"/>
                </a:lnTo>
                <a:lnTo>
                  <a:pt x="1302213" y="112667"/>
                </a:lnTo>
                <a:lnTo>
                  <a:pt x="1302456" y="113206"/>
                </a:lnTo>
                <a:lnTo>
                  <a:pt x="1302712" y="113735"/>
                </a:lnTo>
                <a:lnTo>
                  <a:pt x="1302981" y="114255"/>
                </a:lnTo>
                <a:lnTo>
                  <a:pt x="1303263" y="114765"/>
                </a:lnTo>
                <a:lnTo>
                  <a:pt x="1303559" y="115266"/>
                </a:lnTo>
                <a:lnTo>
                  <a:pt x="1303867" y="115757"/>
                </a:lnTo>
                <a:lnTo>
                  <a:pt x="1304187" y="116238"/>
                </a:lnTo>
                <a:lnTo>
                  <a:pt x="1304515" y="116709"/>
                </a:lnTo>
                <a:lnTo>
                  <a:pt x="1304852" y="117171"/>
                </a:lnTo>
                <a:lnTo>
                  <a:pt x="1305198" y="117622"/>
                </a:lnTo>
                <a:lnTo>
                  <a:pt x="1305553" y="118064"/>
                </a:lnTo>
                <a:lnTo>
                  <a:pt x="1305917" y="118496"/>
                </a:lnTo>
                <a:lnTo>
                  <a:pt x="1306290" y="118918"/>
                </a:lnTo>
                <a:lnTo>
                  <a:pt x="1306672" y="119330"/>
                </a:lnTo>
                <a:lnTo>
                  <a:pt x="1307062" y="119732"/>
                </a:lnTo>
                <a:lnTo>
                  <a:pt x="1307461" y="120124"/>
                </a:lnTo>
                <a:lnTo>
                  <a:pt x="1307869" y="120507"/>
                </a:lnTo>
                <a:lnTo>
                  <a:pt x="1308286" y="120879"/>
                </a:lnTo>
                <a:lnTo>
                  <a:pt x="1308712" y="121242"/>
                </a:lnTo>
                <a:lnTo>
                  <a:pt x="1309147" y="121595"/>
                </a:lnTo>
                <a:lnTo>
                  <a:pt x="1309590" y="121937"/>
                </a:lnTo>
                <a:lnTo>
                  <a:pt x="1310043" y="122270"/>
                </a:lnTo>
                <a:lnTo>
                  <a:pt x="1310504" y="122594"/>
                </a:lnTo>
                <a:lnTo>
                  <a:pt x="1310974" y="122907"/>
                </a:lnTo>
                <a:lnTo>
                  <a:pt x="1311453" y="123210"/>
                </a:lnTo>
                <a:lnTo>
                  <a:pt x="1311941" y="123503"/>
                </a:lnTo>
                <a:lnTo>
                  <a:pt x="1312438" y="123787"/>
                </a:lnTo>
                <a:lnTo>
                  <a:pt x="1312943" y="124061"/>
                </a:lnTo>
                <a:lnTo>
                  <a:pt x="1313458" y="124324"/>
                </a:lnTo>
                <a:lnTo>
                  <a:pt x="1313981" y="124578"/>
                </a:lnTo>
                <a:lnTo>
                  <a:pt x="1314511" y="124822"/>
                </a:lnTo>
                <a:lnTo>
                  <a:pt x="1315046" y="125055"/>
                </a:lnTo>
                <a:lnTo>
                  <a:pt x="1315585" y="125278"/>
                </a:lnTo>
                <a:lnTo>
                  <a:pt x="1316129" y="125491"/>
                </a:lnTo>
                <a:lnTo>
                  <a:pt x="1316677" y="125693"/>
                </a:lnTo>
                <a:lnTo>
                  <a:pt x="1317230" y="125885"/>
                </a:lnTo>
                <a:lnTo>
                  <a:pt x="1317788" y="126066"/>
                </a:lnTo>
                <a:lnTo>
                  <a:pt x="1318350" y="126238"/>
                </a:lnTo>
                <a:lnTo>
                  <a:pt x="1318917" y="126398"/>
                </a:lnTo>
                <a:lnTo>
                  <a:pt x="1319488" y="126549"/>
                </a:lnTo>
                <a:lnTo>
                  <a:pt x="1320064" y="126689"/>
                </a:lnTo>
                <a:lnTo>
                  <a:pt x="1320644" y="126818"/>
                </a:lnTo>
                <a:lnTo>
                  <a:pt x="1321229" y="126938"/>
                </a:lnTo>
                <a:lnTo>
                  <a:pt x="1321819" y="127047"/>
                </a:lnTo>
                <a:lnTo>
                  <a:pt x="1322413" y="127145"/>
                </a:lnTo>
                <a:lnTo>
                  <a:pt x="1323012" y="127233"/>
                </a:lnTo>
                <a:lnTo>
                  <a:pt x="1323615" y="127311"/>
                </a:lnTo>
                <a:lnTo>
                  <a:pt x="1324223" y="127378"/>
                </a:lnTo>
                <a:lnTo>
                  <a:pt x="1324836" y="127435"/>
                </a:lnTo>
                <a:lnTo>
                  <a:pt x="1325453" y="127482"/>
                </a:lnTo>
                <a:lnTo>
                  <a:pt x="1326075" y="127518"/>
                </a:lnTo>
                <a:lnTo>
                  <a:pt x="1326701" y="127544"/>
                </a:lnTo>
                <a:lnTo>
                  <a:pt x="1327332" y="127560"/>
                </a:lnTo>
                <a:lnTo>
                  <a:pt x="1327968" y="127565"/>
                </a:lnTo>
                <a:lnTo>
                  <a:pt x="1328859" y="127558"/>
                </a:lnTo>
                <a:lnTo>
                  <a:pt x="1329741" y="127536"/>
                </a:lnTo>
                <a:lnTo>
                  <a:pt x="1330614" y="127500"/>
                </a:lnTo>
                <a:lnTo>
                  <a:pt x="1331477" y="127450"/>
                </a:lnTo>
                <a:lnTo>
                  <a:pt x="1332331" y="127385"/>
                </a:lnTo>
                <a:close/>
                <a:moveTo>
                  <a:pt x="1328732" y="115723"/>
                </a:moveTo>
                <a:lnTo>
                  <a:pt x="1328124" y="115644"/>
                </a:lnTo>
                <a:lnTo>
                  <a:pt x="1327530" y="115551"/>
                </a:lnTo>
                <a:lnTo>
                  <a:pt x="1326950" y="115444"/>
                </a:lnTo>
                <a:lnTo>
                  <a:pt x="1326384" y="115322"/>
                </a:lnTo>
                <a:lnTo>
                  <a:pt x="1325831" y="115186"/>
                </a:lnTo>
                <a:lnTo>
                  <a:pt x="1325292" y="115036"/>
                </a:lnTo>
                <a:lnTo>
                  <a:pt x="1324767" y="114871"/>
                </a:lnTo>
                <a:lnTo>
                  <a:pt x="1324256" y="114692"/>
                </a:lnTo>
                <a:lnTo>
                  <a:pt x="1323758" y="114499"/>
                </a:lnTo>
                <a:lnTo>
                  <a:pt x="1323275" y="114291"/>
                </a:lnTo>
                <a:lnTo>
                  <a:pt x="1322804" y="114070"/>
                </a:lnTo>
                <a:lnTo>
                  <a:pt x="1322348" y="113833"/>
                </a:lnTo>
                <a:lnTo>
                  <a:pt x="1321906" y="113583"/>
                </a:lnTo>
                <a:lnTo>
                  <a:pt x="1321477" y="113318"/>
                </a:lnTo>
                <a:lnTo>
                  <a:pt x="1321062" y="113039"/>
                </a:lnTo>
                <a:lnTo>
                  <a:pt x="1320661" y="112745"/>
                </a:lnTo>
                <a:lnTo>
                  <a:pt x="1320273" y="112437"/>
                </a:lnTo>
                <a:lnTo>
                  <a:pt x="1319899" y="112115"/>
                </a:lnTo>
                <a:lnTo>
                  <a:pt x="1319539" y="111779"/>
                </a:lnTo>
                <a:lnTo>
                  <a:pt x="1319194" y="111430"/>
                </a:lnTo>
                <a:lnTo>
                  <a:pt x="1318863" y="111072"/>
                </a:lnTo>
                <a:lnTo>
                  <a:pt x="1318546" y="110704"/>
                </a:lnTo>
                <a:lnTo>
                  <a:pt x="1318245" y="110327"/>
                </a:lnTo>
                <a:lnTo>
                  <a:pt x="1317958" y="109940"/>
                </a:lnTo>
                <a:lnTo>
                  <a:pt x="1317686" y="109543"/>
                </a:lnTo>
                <a:lnTo>
                  <a:pt x="1317428" y="109136"/>
                </a:lnTo>
                <a:lnTo>
                  <a:pt x="1317186" y="108719"/>
                </a:lnTo>
                <a:lnTo>
                  <a:pt x="1316957" y="108293"/>
                </a:lnTo>
                <a:lnTo>
                  <a:pt x="1316744" y="107858"/>
                </a:lnTo>
                <a:lnTo>
                  <a:pt x="1316546" y="107412"/>
                </a:lnTo>
                <a:lnTo>
                  <a:pt x="1316362" y="106957"/>
                </a:lnTo>
                <a:lnTo>
                  <a:pt x="1316192" y="106492"/>
                </a:lnTo>
                <a:lnTo>
                  <a:pt x="1316038" y="106017"/>
                </a:lnTo>
                <a:lnTo>
                  <a:pt x="1315898" y="105533"/>
                </a:lnTo>
                <a:lnTo>
                  <a:pt x="1315773" y="105039"/>
                </a:lnTo>
                <a:lnTo>
                  <a:pt x="1315663" y="104535"/>
                </a:lnTo>
                <a:lnTo>
                  <a:pt x="1315567" y="104021"/>
                </a:lnTo>
                <a:lnTo>
                  <a:pt x="1315486" y="103498"/>
                </a:lnTo>
                <a:lnTo>
                  <a:pt x="1315420" y="102965"/>
                </a:lnTo>
                <a:lnTo>
                  <a:pt x="1315369" y="102423"/>
                </a:lnTo>
                <a:lnTo>
                  <a:pt x="1315332" y="101870"/>
                </a:lnTo>
                <a:lnTo>
                  <a:pt x="1315310" y="101308"/>
                </a:lnTo>
                <a:lnTo>
                  <a:pt x="1315302" y="100737"/>
                </a:lnTo>
                <a:lnTo>
                  <a:pt x="1315321" y="99901"/>
                </a:lnTo>
                <a:lnTo>
                  <a:pt x="1315375" y="99086"/>
                </a:lnTo>
                <a:lnTo>
                  <a:pt x="1315467" y="98290"/>
                </a:lnTo>
                <a:lnTo>
                  <a:pt x="1315595" y="97515"/>
                </a:lnTo>
                <a:lnTo>
                  <a:pt x="1315759" y="96758"/>
                </a:lnTo>
                <a:lnTo>
                  <a:pt x="1315960" y="96022"/>
                </a:lnTo>
                <a:lnTo>
                  <a:pt x="1316198" y="95305"/>
                </a:lnTo>
                <a:lnTo>
                  <a:pt x="1316472" y="94609"/>
                </a:lnTo>
                <a:lnTo>
                  <a:pt x="1316782" y="93931"/>
                </a:lnTo>
                <a:lnTo>
                  <a:pt x="1317130" y="93274"/>
                </a:lnTo>
                <a:lnTo>
                  <a:pt x="1317513" y="92636"/>
                </a:lnTo>
                <a:lnTo>
                  <a:pt x="1317933" y="92018"/>
                </a:lnTo>
                <a:lnTo>
                  <a:pt x="1318390" y="91420"/>
                </a:lnTo>
                <a:lnTo>
                  <a:pt x="1318884" y="90842"/>
                </a:lnTo>
                <a:lnTo>
                  <a:pt x="1319413" y="90283"/>
                </a:lnTo>
                <a:lnTo>
                  <a:pt x="1319980" y="89744"/>
                </a:lnTo>
                <a:lnTo>
                  <a:pt x="1320583" y="89225"/>
                </a:lnTo>
                <a:lnTo>
                  <a:pt x="1321222" y="88726"/>
                </a:lnTo>
                <a:lnTo>
                  <a:pt x="1321898" y="88246"/>
                </a:lnTo>
                <a:lnTo>
                  <a:pt x="1322611" y="87786"/>
                </a:lnTo>
                <a:lnTo>
                  <a:pt x="1323360" y="87346"/>
                </a:lnTo>
                <a:lnTo>
                  <a:pt x="1324146" y="86925"/>
                </a:lnTo>
                <a:lnTo>
                  <a:pt x="1324968" y="86524"/>
                </a:lnTo>
                <a:lnTo>
                  <a:pt x="1325827" y="86143"/>
                </a:lnTo>
                <a:lnTo>
                  <a:pt x="1326727" y="85779"/>
                </a:lnTo>
                <a:lnTo>
                  <a:pt x="1327676" y="85430"/>
                </a:lnTo>
                <a:lnTo>
                  <a:pt x="1328672" y="85095"/>
                </a:lnTo>
                <a:lnTo>
                  <a:pt x="1329715" y="84774"/>
                </a:lnTo>
                <a:lnTo>
                  <a:pt x="1330807" y="84468"/>
                </a:lnTo>
                <a:lnTo>
                  <a:pt x="1331946" y="84176"/>
                </a:lnTo>
                <a:lnTo>
                  <a:pt x="1333132" y="83899"/>
                </a:lnTo>
                <a:lnTo>
                  <a:pt x="1334366" y="83636"/>
                </a:lnTo>
                <a:lnTo>
                  <a:pt x="1335648" y="83388"/>
                </a:lnTo>
                <a:lnTo>
                  <a:pt x="1336977" y="83154"/>
                </a:lnTo>
                <a:lnTo>
                  <a:pt x="1338354" y="82935"/>
                </a:lnTo>
                <a:lnTo>
                  <a:pt x="1339779" y="82730"/>
                </a:lnTo>
                <a:lnTo>
                  <a:pt x="1341251" y="82540"/>
                </a:lnTo>
                <a:lnTo>
                  <a:pt x="1342771" y="82364"/>
                </a:lnTo>
                <a:lnTo>
                  <a:pt x="1344338" y="82203"/>
                </a:lnTo>
                <a:lnTo>
                  <a:pt x="1345953" y="82056"/>
                </a:lnTo>
                <a:lnTo>
                  <a:pt x="1347616" y="81923"/>
                </a:lnTo>
                <a:lnTo>
                  <a:pt x="1349326" y="81806"/>
                </a:lnTo>
                <a:lnTo>
                  <a:pt x="1351084" y="81702"/>
                </a:lnTo>
                <a:lnTo>
                  <a:pt x="1352890" y="81613"/>
                </a:lnTo>
                <a:lnTo>
                  <a:pt x="1354743" y="81539"/>
                </a:lnTo>
                <a:lnTo>
                  <a:pt x="1356644" y="81479"/>
                </a:lnTo>
                <a:lnTo>
                  <a:pt x="1358592" y="81433"/>
                </a:lnTo>
                <a:lnTo>
                  <a:pt x="1360588" y="81402"/>
                </a:lnTo>
                <a:lnTo>
                  <a:pt x="1360588" y="100170"/>
                </a:lnTo>
                <a:lnTo>
                  <a:pt x="1360174" y="100734"/>
                </a:lnTo>
                <a:lnTo>
                  <a:pt x="1359751" y="101291"/>
                </a:lnTo>
                <a:lnTo>
                  <a:pt x="1359321" y="101839"/>
                </a:lnTo>
                <a:lnTo>
                  <a:pt x="1358882" y="102378"/>
                </a:lnTo>
                <a:lnTo>
                  <a:pt x="1358435" y="102910"/>
                </a:lnTo>
                <a:lnTo>
                  <a:pt x="1357980" y="103433"/>
                </a:lnTo>
                <a:lnTo>
                  <a:pt x="1357516" y="103948"/>
                </a:lnTo>
                <a:lnTo>
                  <a:pt x="1357045" y="104455"/>
                </a:lnTo>
                <a:lnTo>
                  <a:pt x="1356565" y="104954"/>
                </a:lnTo>
                <a:lnTo>
                  <a:pt x="1356076" y="105444"/>
                </a:lnTo>
                <a:lnTo>
                  <a:pt x="1355580" y="105927"/>
                </a:lnTo>
                <a:lnTo>
                  <a:pt x="1355075" y="106401"/>
                </a:lnTo>
                <a:lnTo>
                  <a:pt x="1354563" y="106867"/>
                </a:lnTo>
                <a:lnTo>
                  <a:pt x="1354041" y="107324"/>
                </a:lnTo>
                <a:lnTo>
                  <a:pt x="1353512" y="107774"/>
                </a:lnTo>
                <a:lnTo>
                  <a:pt x="1352975" y="108215"/>
                </a:lnTo>
                <a:lnTo>
                  <a:pt x="1352429" y="108648"/>
                </a:lnTo>
                <a:lnTo>
                  <a:pt x="1351875" y="109073"/>
                </a:lnTo>
                <a:lnTo>
                  <a:pt x="1351313" y="109489"/>
                </a:lnTo>
                <a:lnTo>
                  <a:pt x="1350742" y="109897"/>
                </a:lnTo>
                <a:lnTo>
                  <a:pt x="1350164" y="110298"/>
                </a:lnTo>
                <a:lnTo>
                  <a:pt x="1349577" y="110689"/>
                </a:lnTo>
                <a:lnTo>
                  <a:pt x="1348982" y="111073"/>
                </a:lnTo>
                <a:lnTo>
                  <a:pt x="1348378" y="111449"/>
                </a:lnTo>
                <a:lnTo>
                  <a:pt x="1347768" y="111812"/>
                </a:lnTo>
                <a:lnTo>
                  <a:pt x="1347151" y="112160"/>
                </a:lnTo>
                <a:lnTo>
                  <a:pt x="1346527" y="112492"/>
                </a:lnTo>
                <a:lnTo>
                  <a:pt x="1345898" y="112809"/>
                </a:lnTo>
                <a:lnTo>
                  <a:pt x="1345262" y="113111"/>
                </a:lnTo>
                <a:lnTo>
                  <a:pt x="1344620" y="113397"/>
                </a:lnTo>
                <a:lnTo>
                  <a:pt x="1343971" y="113668"/>
                </a:lnTo>
                <a:lnTo>
                  <a:pt x="1343316" y="113923"/>
                </a:lnTo>
                <a:lnTo>
                  <a:pt x="1342655" y="114162"/>
                </a:lnTo>
                <a:lnTo>
                  <a:pt x="1341987" y="114387"/>
                </a:lnTo>
                <a:lnTo>
                  <a:pt x="1341313" y="114595"/>
                </a:lnTo>
                <a:lnTo>
                  <a:pt x="1340633" y="114789"/>
                </a:lnTo>
                <a:lnTo>
                  <a:pt x="1339947" y="114966"/>
                </a:lnTo>
                <a:lnTo>
                  <a:pt x="1339254" y="115129"/>
                </a:lnTo>
                <a:lnTo>
                  <a:pt x="1338555" y="115276"/>
                </a:lnTo>
                <a:lnTo>
                  <a:pt x="1337849" y="115407"/>
                </a:lnTo>
                <a:lnTo>
                  <a:pt x="1337137" y="115523"/>
                </a:lnTo>
                <a:lnTo>
                  <a:pt x="1336419" y="115624"/>
                </a:lnTo>
                <a:lnTo>
                  <a:pt x="1335694" y="115709"/>
                </a:lnTo>
                <a:lnTo>
                  <a:pt x="1334964" y="115778"/>
                </a:lnTo>
                <a:lnTo>
                  <a:pt x="1334226" y="115832"/>
                </a:lnTo>
                <a:lnTo>
                  <a:pt x="1333483" y="115871"/>
                </a:lnTo>
                <a:lnTo>
                  <a:pt x="1332733" y="115894"/>
                </a:lnTo>
                <a:lnTo>
                  <a:pt x="1331977" y="115902"/>
                </a:lnTo>
                <a:lnTo>
                  <a:pt x="1331300" y="115895"/>
                </a:lnTo>
                <a:lnTo>
                  <a:pt x="1330638" y="115873"/>
                </a:lnTo>
                <a:lnTo>
                  <a:pt x="1329989" y="115838"/>
                </a:lnTo>
                <a:lnTo>
                  <a:pt x="1329354" y="115787"/>
                </a:lnTo>
                <a:lnTo>
                  <a:pt x="1328732" y="115723"/>
                </a:lnTo>
                <a:close/>
                <a:moveTo>
                  <a:pt x="1550793" y="127319"/>
                </a:moveTo>
                <a:lnTo>
                  <a:pt x="1551827" y="127210"/>
                </a:lnTo>
                <a:lnTo>
                  <a:pt x="1552849" y="127082"/>
                </a:lnTo>
                <a:lnTo>
                  <a:pt x="1553856" y="126935"/>
                </a:lnTo>
                <a:lnTo>
                  <a:pt x="1554851" y="126767"/>
                </a:lnTo>
                <a:lnTo>
                  <a:pt x="1555832" y="126580"/>
                </a:lnTo>
                <a:lnTo>
                  <a:pt x="1556799" y="126373"/>
                </a:lnTo>
                <a:lnTo>
                  <a:pt x="1557753" y="126146"/>
                </a:lnTo>
                <a:lnTo>
                  <a:pt x="1558693" y="125900"/>
                </a:lnTo>
                <a:lnTo>
                  <a:pt x="1559621" y="125634"/>
                </a:lnTo>
                <a:lnTo>
                  <a:pt x="1560534" y="125348"/>
                </a:lnTo>
                <a:lnTo>
                  <a:pt x="1561434" y="125043"/>
                </a:lnTo>
                <a:lnTo>
                  <a:pt x="1562321" y="124718"/>
                </a:lnTo>
                <a:lnTo>
                  <a:pt x="1563194" y="124373"/>
                </a:lnTo>
                <a:lnTo>
                  <a:pt x="1564054" y="124008"/>
                </a:lnTo>
                <a:lnTo>
                  <a:pt x="1564901" y="123624"/>
                </a:lnTo>
                <a:lnTo>
                  <a:pt x="1565734" y="123220"/>
                </a:lnTo>
                <a:lnTo>
                  <a:pt x="1566553" y="122797"/>
                </a:lnTo>
                <a:lnTo>
                  <a:pt x="1567359" y="122353"/>
                </a:lnTo>
                <a:lnTo>
                  <a:pt x="1568152" y="121890"/>
                </a:lnTo>
                <a:lnTo>
                  <a:pt x="1568930" y="121409"/>
                </a:lnTo>
                <a:lnTo>
                  <a:pt x="1569693" y="120910"/>
                </a:lnTo>
                <a:lnTo>
                  <a:pt x="1570441" y="120394"/>
                </a:lnTo>
                <a:lnTo>
                  <a:pt x="1571174" y="119862"/>
                </a:lnTo>
                <a:lnTo>
                  <a:pt x="1571891" y="119313"/>
                </a:lnTo>
                <a:lnTo>
                  <a:pt x="1572594" y="118746"/>
                </a:lnTo>
                <a:lnTo>
                  <a:pt x="1573281" y="118163"/>
                </a:lnTo>
                <a:lnTo>
                  <a:pt x="1573953" y="117563"/>
                </a:lnTo>
                <a:lnTo>
                  <a:pt x="1574610" y="116946"/>
                </a:lnTo>
                <a:lnTo>
                  <a:pt x="1575251" y="116312"/>
                </a:lnTo>
                <a:lnTo>
                  <a:pt x="1575878" y="115661"/>
                </a:lnTo>
                <a:lnTo>
                  <a:pt x="1576489" y="114993"/>
                </a:lnTo>
                <a:lnTo>
                  <a:pt x="1577085" y="114308"/>
                </a:lnTo>
                <a:lnTo>
                  <a:pt x="1577666" y="113606"/>
                </a:lnTo>
                <a:lnTo>
                  <a:pt x="1578232" y="112888"/>
                </a:lnTo>
                <a:lnTo>
                  <a:pt x="1578782" y="112152"/>
                </a:lnTo>
                <a:lnTo>
                  <a:pt x="1579318" y="111399"/>
                </a:lnTo>
                <a:lnTo>
                  <a:pt x="1579838" y="110630"/>
                </a:lnTo>
                <a:lnTo>
                  <a:pt x="1580343" y="109843"/>
                </a:lnTo>
                <a:lnTo>
                  <a:pt x="1580832" y="109040"/>
                </a:lnTo>
                <a:lnTo>
                  <a:pt x="1581307" y="108220"/>
                </a:lnTo>
                <a:lnTo>
                  <a:pt x="1581766" y="107382"/>
                </a:lnTo>
                <a:lnTo>
                  <a:pt x="1582211" y="106528"/>
                </a:lnTo>
                <a:lnTo>
                  <a:pt x="1582640" y="105657"/>
                </a:lnTo>
                <a:lnTo>
                  <a:pt x="1583052" y="104770"/>
                </a:lnTo>
                <a:lnTo>
                  <a:pt x="1583447" y="103870"/>
                </a:lnTo>
                <a:lnTo>
                  <a:pt x="1583825" y="102956"/>
                </a:lnTo>
                <a:lnTo>
                  <a:pt x="1584185" y="102028"/>
                </a:lnTo>
                <a:lnTo>
                  <a:pt x="1584527" y="101086"/>
                </a:lnTo>
                <a:lnTo>
                  <a:pt x="1584852" y="100130"/>
                </a:lnTo>
                <a:lnTo>
                  <a:pt x="1585159" y="99160"/>
                </a:lnTo>
                <a:lnTo>
                  <a:pt x="1585449" y="98177"/>
                </a:lnTo>
                <a:lnTo>
                  <a:pt x="1585721" y="97179"/>
                </a:lnTo>
                <a:lnTo>
                  <a:pt x="1585976" y="96168"/>
                </a:lnTo>
                <a:lnTo>
                  <a:pt x="1586213" y="95143"/>
                </a:lnTo>
                <a:lnTo>
                  <a:pt x="1586432" y="94104"/>
                </a:lnTo>
                <a:lnTo>
                  <a:pt x="1586634" y="93051"/>
                </a:lnTo>
                <a:lnTo>
                  <a:pt x="1586819" y="91985"/>
                </a:lnTo>
                <a:lnTo>
                  <a:pt x="1586985" y="90904"/>
                </a:lnTo>
                <a:lnTo>
                  <a:pt x="1587135" y="89810"/>
                </a:lnTo>
                <a:lnTo>
                  <a:pt x="1587266" y="88702"/>
                </a:lnTo>
                <a:lnTo>
                  <a:pt x="1587381" y="87580"/>
                </a:lnTo>
                <a:lnTo>
                  <a:pt x="1587477" y="86444"/>
                </a:lnTo>
                <a:lnTo>
                  <a:pt x="1587556" y="85294"/>
                </a:lnTo>
                <a:lnTo>
                  <a:pt x="1587618" y="84131"/>
                </a:lnTo>
                <a:lnTo>
                  <a:pt x="1587661" y="82953"/>
                </a:lnTo>
                <a:lnTo>
                  <a:pt x="1587688" y="81762"/>
                </a:lnTo>
                <a:lnTo>
                  <a:pt x="1587697" y="80557"/>
                </a:lnTo>
                <a:lnTo>
                  <a:pt x="1587688" y="79321"/>
                </a:lnTo>
                <a:lnTo>
                  <a:pt x="1587661" y="78100"/>
                </a:lnTo>
                <a:lnTo>
                  <a:pt x="1587618" y="76894"/>
                </a:lnTo>
                <a:lnTo>
                  <a:pt x="1587556" y="75703"/>
                </a:lnTo>
                <a:lnTo>
                  <a:pt x="1587477" y="74526"/>
                </a:lnTo>
                <a:lnTo>
                  <a:pt x="1587381" y="73365"/>
                </a:lnTo>
                <a:lnTo>
                  <a:pt x="1587266" y="72218"/>
                </a:lnTo>
                <a:lnTo>
                  <a:pt x="1587135" y="71086"/>
                </a:lnTo>
                <a:lnTo>
                  <a:pt x="1586985" y="69969"/>
                </a:lnTo>
                <a:lnTo>
                  <a:pt x="1586819" y="68866"/>
                </a:lnTo>
                <a:lnTo>
                  <a:pt x="1586634" y="67779"/>
                </a:lnTo>
                <a:lnTo>
                  <a:pt x="1586432" y="66706"/>
                </a:lnTo>
                <a:lnTo>
                  <a:pt x="1586213" y="65648"/>
                </a:lnTo>
                <a:lnTo>
                  <a:pt x="1585976" y="64605"/>
                </a:lnTo>
                <a:lnTo>
                  <a:pt x="1585721" y="63577"/>
                </a:lnTo>
                <a:lnTo>
                  <a:pt x="1585449" y="62564"/>
                </a:lnTo>
                <a:lnTo>
                  <a:pt x="1585159" y="61565"/>
                </a:lnTo>
                <a:lnTo>
                  <a:pt x="1584852" y="60581"/>
                </a:lnTo>
                <a:lnTo>
                  <a:pt x="1584527" y="59612"/>
                </a:lnTo>
                <a:lnTo>
                  <a:pt x="1584185" y="58658"/>
                </a:lnTo>
                <a:lnTo>
                  <a:pt x="1583825" y="57719"/>
                </a:lnTo>
                <a:lnTo>
                  <a:pt x="1583447" y="56794"/>
                </a:lnTo>
                <a:lnTo>
                  <a:pt x="1583052" y="55885"/>
                </a:lnTo>
                <a:lnTo>
                  <a:pt x="1582640" y="54990"/>
                </a:lnTo>
                <a:lnTo>
                  <a:pt x="1582211" y="54111"/>
                </a:lnTo>
                <a:lnTo>
                  <a:pt x="1581766" y="53249"/>
                </a:lnTo>
                <a:lnTo>
                  <a:pt x="1581307" y="52404"/>
                </a:lnTo>
                <a:lnTo>
                  <a:pt x="1580832" y="51577"/>
                </a:lnTo>
                <a:lnTo>
                  <a:pt x="1580343" y="50766"/>
                </a:lnTo>
                <a:lnTo>
                  <a:pt x="1579838" y="49973"/>
                </a:lnTo>
                <a:lnTo>
                  <a:pt x="1579318" y="49197"/>
                </a:lnTo>
                <a:lnTo>
                  <a:pt x="1578782" y="48437"/>
                </a:lnTo>
                <a:lnTo>
                  <a:pt x="1578232" y="47695"/>
                </a:lnTo>
                <a:lnTo>
                  <a:pt x="1577666" y="46970"/>
                </a:lnTo>
                <a:lnTo>
                  <a:pt x="1577085" y="46263"/>
                </a:lnTo>
                <a:lnTo>
                  <a:pt x="1576489" y="45572"/>
                </a:lnTo>
                <a:lnTo>
                  <a:pt x="1575878" y="44898"/>
                </a:lnTo>
                <a:lnTo>
                  <a:pt x="1575251" y="44242"/>
                </a:lnTo>
                <a:lnTo>
                  <a:pt x="1574610" y="43602"/>
                </a:lnTo>
                <a:lnTo>
                  <a:pt x="1573953" y="42980"/>
                </a:lnTo>
                <a:lnTo>
                  <a:pt x="1573281" y="42375"/>
                </a:lnTo>
                <a:lnTo>
                  <a:pt x="1572594" y="41786"/>
                </a:lnTo>
                <a:lnTo>
                  <a:pt x="1571891" y="41215"/>
                </a:lnTo>
                <a:lnTo>
                  <a:pt x="1571174" y="40662"/>
                </a:lnTo>
                <a:lnTo>
                  <a:pt x="1570441" y="40125"/>
                </a:lnTo>
                <a:lnTo>
                  <a:pt x="1569693" y="39605"/>
                </a:lnTo>
                <a:lnTo>
                  <a:pt x="1568930" y="39102"/>
                </a:lnTo>
                <a:lnTo>
                  <a:pt x="1568152" y="38617"/>
                </a:lnTo>
                <a:lnTo>
                  <a:pt x="1567359" y="38150"/>
                </a:lnTo>
                <a:lnTo>
                  <a:pt x="1566553" y="37703"/>
                </a:lnTo>
                <a:lnTo>
                  <a:pt x="1565734" y="37276"/>
                </a:lnTo>
                <a:lnTo>
                  <a:pt x="1564901" y="36868"/>
                </a:lnTo>
                <a:lnTo>
                  <a:pt x="1564054" y="36481"/>
                </a:lnTo>
                <a:lnTo>
                  <a:pt x="1563194" y="36113"/>
                </a:lnTo>
                <a:lnTo>
                  <a:pt x="1562321" y="35765"/>
                </a:lnTo>
                <a:lnTo>
                  <a:pt x="1561434" y="35437"/>
                </a:lnTo>
                <a:lnTo>
                  <a:pt x="1560534" y="35129"/>
                </a:lnTo>
                <a:lnTo>
                  <a:pt x="1559621" y="34841"/>
                </a:lnTo>
                <a:lnTo>
                  <a:pt x="1558693" y="34573"/>
                </a:lnTo>
                <a:lnTo>
                  <a:pt x="1557753" y="34324"/>
                </a:lnTo>
                <a:lnTo>
                  <a:pt x="1556799" y="34096"/>
                </a:lnTo>
                <a:lnTo>
                  <a:pt x="1555832" y="33887"/>
                </a:lnTo>
                <a:lnTo>
                  <a:pt x="1554851" y="33698"/>
                </a:lnTo>
                <a:lnTo>
                  <a:pt x="1553856" y="33529"/>
                </a:lnTo>
                <a:lnTo>
                  <a:pt x="1552849" y="33380"/>
                </a:lnTo>
                <a:lnTo>
                  <a:pt x="1551827" y="33251"/>
                </a:lnTo>
                <a:lnTo>
                  <a:pt x="1550793" y="33142"/>
                </a:lnTo>
                <a:lnTo>
                  <a:pt x="1549745" y="33053"/>
                </a:lnTo>
                <a:lnTo>
                  <a:pt x="1548683" y="32983"/>
                </a:lnTo>
                <a:lnTo>
                  <a:pt x="1547608" y="32933"/>
                </a:lnTo>
                <a:lnTo>
                  <a:pt x="1546520" y="32904"/>
                </a:lnTo>
                <a:lnTo>
                  <a:pt x="1545418" y="32894"/>
                </a:lnTo>
                <a:lnTo>
                  <a:pt x="1544339" y="32904"/>
                </a:lnTo>
                <a:lnTo>
                  <a:pt x="1543272" y="32933"/>
                </a:lnTo>
                <a:lnTo>
                  <a:pt x="1542219" y="32983"/>
                </a:lnTo>
                <a:lnTo>
                  <a:pt x="1541178" y="33053"/>
                </a:lnTo>
                <a:lnTo>
                  <a:pt x="1540151" y="33142"/>
                </a:lnTo>
                <a:lnTo>
                  <a:pt x="1539136" y="33251"/>
                </a:lnTo>
                <a:lnTo>
                  <a:pt x="1538135" y="33380"/>
                </a:lnTo>
                <a:lnTo>
                  <a:pt x="1537146" y="33529"/>
                </a:lnTo>
                <a:lnTo>
                  <a:pt x="1536171" y="33698"/>
                </a:lnTo>
                <a:lnTo>
                  <a:pt x="1535208" y="33887"/>
                </a:lnTo>
                <a:lnTo>
                  <a:pt x="1534259" y="34096"/>
                </a:lnTo>
                <a:lnTo>
                  <a:pt x="1533322" y="34324"/>
                </a:lnTo>
                <a:lnTo>
                  <a:pt x="1532398" y="34573"/>
                </a:lnTo>
                <a:lnTo>
                  <a:pt x="1531488" y="34841"/>
                </a:lnTo>
                <a:lnTo>
                  <a:pt x="1530590" y="35129"/>
                </a:lnTo>
                <a:lnTo>
                  <a:pt x="1529705" y="35437"/>
                </a:lnTo>
                <a:lnTo>
                  <a:pt x="1528833" y="35765"/>
                </a:lnTo>
                <a:lnTo>
                  <a:pt x="1527974" y="36113"/>
                </a:lnTo>
                <a:lnTo>
                  <a:pt x="1527129" y="36481"/>
                </a:lnTo>
                <a:lnTo>
                  <a:pt x="1526296" y="36868"/>
                </a:lnTo>
                <a:lnTo>
                  <a:pt x="1525476" y="37276"/>
                </a:lnTo>
                <a:lnTo>
                  <a:pt x="1524669" y="37703"/>
                </a:lnTo>
                <a:lnTo>
                  <a:pt x="1523875" y="38150"/>
                </a:lnTo>
                <a:lnTo>
                  <a:pt x="1523094" y="38617"/>
                </a:lnTo>
                <a:lnTo>
                  <a:pt x="1522327" y="39102"/>
                </a:lnTo>
                <a:lnTo>
                  <a:pt x="1521576" y="39605"/>
                </a:lnTo>
                <a:lnTo>
                  <a:pt x="1520840" y="40125"/>
                </a:lnTo>
                <a:lnTo>
                  <a:pt x="1520119" y="40662"/>
                </a:lnTo>
                <a:lnTo>
                  <a:pt x="1519413" y="41215"/>
                </a:lnTo>
                <a:lnTo>
                  <a:pt x="1518723" y="41786"/>
                </a:lnTo>
                <a:lnTo>
                  <a:pt x="1518048" y="42375"/>
                </a:lnTo>
                <a:lnTo>
                  <a:pt x="1517389" y="42980"/>
                </a:lnTo>
                <a:lnTo>
                  <a:pt x="1516745" y="43602"/>
                </a:lnTo>
                <a:lnTo>
                  <a:pt x="1516116" y="44242"/>
                </a:lnTo>
                <a:lnTo>
                  <a:pt x="1515503" y="44898"/>
                </a:lnTo>
                <a:lnTo>
                  <a:pt x="1514905" y="45572"/>
                </a:lnTo>
                <a:lnTo>
                  <a:pt x="1514322" y="46263"/>
                </a:lnTo>
                <a:lnTo>
                  <a:pt x="1513755" y="46970"/>
                </a:lnTo>
                <a:lnTo>
                  <a:pt x="1513203" y="47695"/>
                </a:lnTo>
                <a:lnTo>
                  <a:pt x="1512666" y="48437"/>
                </a:lnTo>
                <a:lnTo>
                  <a:pt x="1512145" y="49197"/>
                </a:lnTo>
                <a:lnTo>
                  <a:pt x="1511639" y="49973"/>
                </a:lnTo>
                <a:lnTo>
                  <a:pt x="1511148" y="50766"/>
                </a:lnTo>
                <a:lnTo>
                  <a:pt x="1510673" y="51577"/>
                </a:lnTo>
                <a:lnTo>
                  <a:pt x="1510213" y="52404"/>
                </a:lnTo>
                <a:lnTo>
                  <a:pt x="1509768" y="53249"/>
                </a:lnTo>
                <a:lnTo>
                  <a:pt x="1509339" y="54111"/>
                </a:lnTo>
                <a:lnTo>
                  <a:pt x="1508925" y="54990"/>
                </a:lnTo>
                <a:lnTo>
                  <a:pt x="1508527" y="55885"/>
                </a:lnTo>
                <a:lnTo>
                  <a:pt x="1508147" y="56794"/>
                </a:lnTo>
                <a:lnTo>
                  <a:pt x="1507783" y="57719"/>
                </a:lnTo>
                <a:lnTo>
                  <a:pt x="1507436" y="58658"/>
                </a:lnTo>
                <a:lnTo>
                  <a:pt x="1507106" y="59612"/>
                </a:lnTo>
                <a:lnTo>
                  <a:pt x="1506792" y="60581"/>
                </a:lnTo>
                <a:lnTo>
                  <a:pt x="1506496" y="61565"/>
                </a:lnTo>
                <a:lnTo>
                  <a:pt x="1506217" y="62564"/>
                </a:lnTo>
                <a:lnTo>
                  <a:pt x="1505955" y="63577"/>
                </a:lnTo>
                <a:lnTo>
                  <a:pt x="1505709" y="64605"/>
                </a:lnTo>
                <a:lnTo>
                  <a:pt x="1505481" y="65648"/>
                </a:lnTo>
                <a:lnTo>
                  <a:pt x="1505269" y="66706"/>
                </a:lnTo>
                <a:lnTo>
                  <a:pt x="1505074" y="67779"/>
                </a:lnTo>
                <a:lnTo>
                  <a:pt x="1504897" y="68866"/>
                </a:lnTo>
                <a:lnTo>
                  <a:pt x="1504736" y="69969"/>
                </a:lnTo>
                <a:lnTo>
                  <a:pt x="1504592" y="71086"/>
                </a:lnTo>
                <a:lnTo>
                  <a:pt x="1504465" y="72218"/>
                </a:lnTo>
                <a:lnTo>
                  <a:pt x="1504355" y="73365"/>
                </a:lnTo>
                <a:lnTo>
                  <a:pt x="1504262" y="74526"/>
                </a:lnTo>
                <a:lnTo>
                  <a:pt x="1504186" y="75703"/>
                </a:lnTo>
                <a:lnTo>
                  <a:pt x="1504127" y="76894"/>
                </a:lnTo>
                <a:lnTo>
                  <a:pt x="1504084" y="78100"/>
                </a:lnTo>
                <a:lnTo>
                  <a:pt x="1504059" y="79321"/>
                </a:lnTo>
                <a:lnTo>
                  <a:pt x="1504050" y="80557"/>
                </a:lnTo>
                <a:lnTo>
                  <a:pt x="1504059" y="81762"/>
                </a:lnTo>
                <a:lnTo>
                  <a:pt x="1504084" y="82953"/>
                </a:lnTo>
                <a:lnTo>
                  <a:pt x="1504127" y="84131"/>
                </a:lnTo>
                <a:lnTo>
                  <a:pt x="1504186" y="85294"/>
                </a:lnTo>
                <a:lnTo>
                  <a:pt x="1504262" y="86444"/>
                </a:lnTo>
                <a:lnTo>
                  <a:pt x="1504355" y="87580"/>
                </a:lnTo>
                <a:lnTo>
                  <a:pt x="1504465" y="88702"/>
                </a:lnTo>
                <a:lnTo>
                  <a:pt x="1504592" y="89810"/>
                </a:lnTo>
                <a:lnTo>
                  <a:pt x="1504736" y="90904"/>
                </a:lnTo>
                <a:lnTo>
                  <a:pt x="1504897" y="91985"/>
                </a:lnTo>
                <a:lnTo>
                  <a:pt x="1505074" y="93051"/>
                </a:lnTo>
                <a:lnTo>
                  <a:pt x="1505269" y="94104"/>
                </a:lnTo>
                <a:lnTo>
                  <a:pt x="1505481" y="95143"/>
                </a:lnTo>
                <a:lnTo>
                  <a:pt x="1505709" y="96168"/>
                </a:lnTo>
                <a:lnTo>
                  <a:pt x="1505955" y="97179"/>
                </a:lnTo>
                <a:lnTo>
                  <a:pt x="1506217" y="98177"/>
                </a:lnTo>
                <a:lnTo>
                  <a:pt x="1506496" y="99160"/>
                </a:lnTo>
                <a:lnTo>
                  <a:pt x="1506792" y="100130"/>
                </a:lnTo>
                <a:lnTo>
                  <a:pt x="1507106" y="101086"/>
                </a:lnTo>
                <a:lnTo>
                  <a:pt x="1507436" y="102028"/>
                </a:lnTo>
                <a:lnTo>
                  <a:pt x="1507783" y="102956"/>
                </a:lnTo>
                <a:lnTo>
                  <a:pt x="1508147" y="103870"/>
                </a:lnTo>
                <a:lnTo>
                  <a:pt x="1508527" y="104770"/>
                </a:lnTo>
                <a:lnTo>
                  <a:pt x="1508925" y="105657"/>
                </a:lnTo>
                <a:lnTo>
                  <a:pt x="1509339" y="106528"/>
                </a:lnTo>
                <a:lnTo>
                  <a:pt x="1509768" y="107382"/>
                </a:lnTo>
                <a:lnTo>
                  <a:pt x="1510213" y="108220"/>
                </a:lnTo>
                <a:lnTo>
                  <a:pt x="1510673" y="109040"/>
                </a:lnTo>
                <a:lnTo>
                  <a:pt x="1511148" y="109843"/>
                </a:lnTo>
                <a:lnTo>
                  <a:pt x="1511639" y="110630"/>
                </a:lnTo>
                <a:lnTo>
                  <a:pt x="1512145" y="111399"/>
                </a:lnTo>
                <a:lnTo>
                  <a:pt x="1512666" y="112152"/>
                </a:lnTo>
                <a:lnTo>
                  <a:pt x="1513203" y="112888"/>
                </a:lnTo>
                <a:lnTo>
                  <a:pt x="1513755" y="113606"/>
                </a:lnTo>
                <a:lnTo>
                  <a:pt x="1514322" y="114308"/>
                </a:lnTo>
                <a:lnTo>
                  <a:pt x="1514905" y="114993"/>
                </a:lnTo>
                <a:lnTo>
                  <a:pt x="1515503" y="115661"/>
                </a:lnTo>
                <a:lnTo>
                  <a:pt x="1516116" y="116312"/>
                </a:lnTo>
                <a:lnTo>
                  <a:pt x="1516745" y="116946"/>
                </a:lnTo>
                <a:lnTo>
                  <a:pt x="1517389" y="117563"/>
                </a:lnTo>
                <a:lnTo>
                  <a:pt x="1518048" y="118163"/>
                </a:lnTo>
                <a:lnTo>
                  <a:pt x="1518723" y="118746"/>
                </a:lnTo>
                <a:lnTo>
                  <a:pt x="1519413" y="119313"/>
                </a:lnTo>
                <a:lnTo>
                  <a:pt x="1520119" y="119862"/>
                </a:lnTo>
                <a:lnTo>
                  <a:pt x="1520840" y="120394"/>
                </a:lnTo>
                <a:lnTo>
                  <a:pt x="1521576" y="120910"/>
                </a:lnTo>
                <a:lnTo>
                  <a:pt x="1522327" y="121409"/>
                </a:lnTo>
                <a:lnTo>
                  <a:pt x="1523094" y="121890"/>
                </a:lnTo>
                <a:lnTo>
                  <a:pt x="1523875" y="122353"/>
                </a:lnTo>
                <a:lnTo>
                  <a:pt x="1524669" y="122797"/>
                </a:lnTo>
                <a:lnTo>
                  <a:pt x="1525476" y="123220"/>
                </a:lnTo>
                <a:lnTo>
                  <a:pt x="1526296" y="123624"/>
                </a:lnTo>
                <a:lnTo>
                  <a:pt x="1527129" y="124008"/>
                </a:lnTo>
                <a:lnTo>
                  <a:pt x="1527974" y="124373"/>
                </a:lnTo>
                <a:lnTo>
                  <a:pt x="1528833" y="124718"/>
                </a:lnTo>
                <a:lnTo>
                  <a:pt x="1529705" y="125043"/>
                </a:lnTo>
                <a:lnTo>
                  <a:pt x="1530590" y="125348"/>
                </a:lnTo>
                <a:lnTo>
                  <a:pt x="1531488" y="125634"/>
                </a:lnTo>
                <a:lnTo>
                  <a:pt x="1532398" y="125900"/>
                </a:lnTo>
                <a:lnTo>
                  <a:pt x="1533322" y="126146"/>
                </a:lnTo>
                <a:lnTo>
                  <a:pt x="1534259" y="126373"/>
                </a:lnTo>
                <a:lnTo>
                  <a:pt x="1535208" y="126580"/>
                </a:lnTo>
                <a:lnTo>
                  <a:pt x="1536171" y="126767"/>
                </a:lnTo>
                <a:lnTo>
                  <a:pt x="1537146" y="126935"/>
                </a:lnTo>
                <a:lnTo>
                  <a:pt x="1538135" y="127082"/>
                </a:lnTo>
                <a:lnTo>
                  <a:pt x="1539136" y="127210"/>
                </a:lnTo>
                <a:lnTo>
                  <a:pt x="1540151" y="127319"/>
                </a:lnTo>
                <a:lnTo>
                  <a:pt x="1541178" y="127407"/>
                </a:lnTo>
                <a:lnTo>
                  <a:pt x="1542219" y="127476"/>
                </a:lnTo>
                <a:lnTo>
                  <a:pt x="1543272" y="127526"/>
                </a:lnTo>
                <a:lnTo>
                  <a:pt x="1544339" y="127555"/>
                </a:lnTo>
                <a:lnTo>
                  <a:pt x="1545418" y="127565"/>
                </a:lnTo>
                <a:lnTo>
                  <a:pt x="1546520" y="127555"/>
                </a:lnTo>
                <a:lnTo>
                  <a:pt x="1547608" y="127526"/>
                </a:lnTo>
                <a:lnTo>
                  <a:pt x="1548683" y="127476"/>
                </a:lnTo>
                <a:lnTo>
                  <a:pt x="1549745" y="127407"/>
                </a:lnTo>
                <a:lnTo>
                  <a:pt x="1550793" y="127319"/>
                </a:lnTo>
                <a:close/>
                <a:moveTo>
                  <a:pt x="1541604" y="115251"/>
                </a:moveTo>
                <a:lnTo>
                  <a:pt x="1540882" y="115165"/>
                </a:lnTo>
                <a:lnTo>
                  <a:pt x="1540174" y="115063"/>
                </a:lnTo>
                <a:lnTo>
                  <a:pt x="1539480" y="114946"/>
                </a:lnTo>
                <a:lnTo>
                  <a:pt x="1538800" y="114813"/>
                </a:lnTo>
                <a:lnTo>
                  <a:pt x="1538133" y="114665"/>
                </a:lnTo>
                <a:lnTo>
                  <a:pt x="1537480" y="114501"/>
                </a:lnTo>
                <a:lnTo>
                  <a:pt x="1536841" y="114321"/>
                </a:lnTo>
                <a:lnTo>
                  <a:pt x="1536216" y="114126"/>
                </a:lnTo>
                <a:lnTo>
                  <a:pt x="1535605" y="113915"/>
                </a:lnTo>
                <a:lnTo>
                  <a:pt x="1535007" y="113688"/>
                </a:lnTo>
                <a:lnTo>
                  <a:pt x="1534423" y="113446"/>
                </a:lnTo>
                <a:lnTo>
                  <a:pt x="1533853" y="113188"/>
                </a:lnTo>
                <a:lnTo>
                  <a:pt x="1533296" y="112914"/>
                </a:lnTo>
                <a:lnTo>
                  <a:pt x="1532754" y="112625"/>
                </a:lnTo>
                <a:lnTo>
                  <a:pt x="1532225" y="112320"/>
                </a:lnTo>
                <a:lnTo>
                  <a:pt x="1531710" y="112000"/>
                </a:lnTo>
                <a:lnTo>
                  <a:pt x="1531208" y="111664"/>
                </a:lnTo>
                <a:lnTo>
                  <a:pt x="1530721" y="111312"/>
                </a:lnTo>
                <a:lnTo>
                  <a:pt x="1530247" y="110945"/>
                </a:lnTo>
                <a:lnTo>
                  <a:pt x="1529785" y="110563"/>
                </a:lnTo>
                <a:lnTo>
                  <a:pt x="1529335" y="110170"/>
                </a:lnTo>
                <a:lnTo>
                  <a:pt x="1528895" y="109765"/>
                </a:lnTo>
                <a:lnTo>
                  <a:pt x="1528466" y="109348"/>
                </a:lnTo>
                <a:lnTo>
                  <a:pt x="1528048" y="108920"/>
                </a:lnTo>
                <a:lnTo>
                  <a:pt x="1527641" y="108479"/>
                </a:lnTo>
                <a:lnTo>
                  <a:pt x="1527245" y="108027"/>
                </a:lnTo>
                <a:lnTo>
                  <a:pt x="1526860" y="107562"/>
                </a:lnTo>
                <a:lnTo>
                  <a:pt x="1526486" y="107086"/>
                </a:lnTo>
                <a:lnTo>
                  <a:pt x="1526123" y="106599"/>
                </a:lnTo>
                <a:lnTo>
                  <a:pt x="1525770" y="106099"/>
                </a:lnTo>
                <a:lnTo>
                  <a:pt x="1525429" y="105587"/>
                </a:lnTo>
                <a:lnTo>
                  <a:pt x="1525098" y="105064"/>
                </a:lnTo>
                <a:lnTo>
                  <a:pt x="1524779" y="104528"/>
                </a:lnTo>
                <a:lnTo>
                  <a:pt x="1524470" y="103981"/>
                </a:lnTo>
                <a:lnTo>
                  <a:pt x="1524172" y="103422"/>
                </a:lnTo>
                <a:lnTo>
                  <a:pt x="1523885" y="102851"/>
                </a:lnTo>
                <a:lnTo>
                  <a:pt x="1523609" y="102269"/>
                </a:lnTo>
                <a:lnTo>
                  <a:pt x="1523344" y="101674"/>
                </a:lnTo>
                <a:lnTo>
                  <a:pt x="1523090" y="101068"/>
                </a:lnTo>
                <a:lnTo>
                  <a:pt x="1522847" y="100450"/>
                </a:lnTo>
                <a:lnTo>
                  <a:pt x="1522615" y="99820"/>
                </a:lnTo>
                <a:lnTo>
                  <a:pt x="1522393" y="99178"/>
                </a:lnTo>
                <a:lnTo>
                  <a:pt x="1522183" y="98524"/>
                </a:lnTo>
                <a:lnTo>
                  <a:pt x="1521982" y="97861"/>
                </a:lnTo>
                <a:lnTo>
                  <a:pt x="1521790" y="97190"/>
                </a:lnTo>
                <a:lnTo>
                  <a:pt x="1521606" y="96512"/>
                </a:lnTo>
                <a:lnTo>
                  <a:pt x="1521431" y="95826"/>
                </a:lnTo>
                <a:lnTo>
                  <a:pt x="1521265" y="95133"/>
                </a:lnTo>
                <a:lnTo>
                  <a:pt x="1521106" y="94433"/>
                </a:lnTo>
                <a:lnTo>
                  <a:pt x="1520957" y="93725"/>
                </a:lnTo>
                <a:lnTo>
                  <a:pt x="1520816" y="93010"/>
                </a:lnTo>
                <a:lnTo>
                  <a:pt x="1520684" y="92288"/>
                </a:lnTo>
                <a:lnTo>
                  <a:pt x="1520560" y="91558"/>
                </a:lnTo>
                <a:lnTo>
                  <a:pt x="1520444" y="90820"/>
                </a:lnTo>
                <a:lnTo>
                  <a:pt x="1520338" y="90076"/>
                </a:lnTo>
                <a:lnTo>
                  <a:pt x="1520239" y="89324"/>
                </a:lnTo>
                <a:lnTo>
                  <a:pt x="1520150" y="88564"/>
                </a:lnTo>
                <a:lnTo>
                  <a:pt x="1520069" y="87797"/>
                </a:lnTo>
                <a:lnTo>
                  <a:pt x="1519996" y="87023"/>
                </a:lnTo>
                <a:lnTo>
                  <a:pt x="1519932" y="86241"/>
                </a:lnTo>
                <a:lnTo>
                  <a:pt x="1519876" y="85452"/>
                </a:lnTo>
                <a:lnTo>
                  <a:pt x="1519829" y="84656"/>
                </a:lnTo>
                <a:lnTo>
                  <a:pt x="1519791" y="83852"/>
                </a:lnTo>
                <a:lnTo>
                  <a:pt x="1519761" y="83041"/>
                </a:lnTo>
                <a:lnTo>
                  <a:pt x="1519740" y="82222"/>
                </a:lnTo>
                <a:lnTo>
                  <a:pt x="1519727" y="81396"/>
                </a:lnTo>
                <a:lnTo>
                  <a:pt x="1519723" y="80562"/>
                </a:lnTo>
                <a:lnTo>
                  <a:pt x="1519727" y="79713"/>
                </a:lnTo>
                <a:lnTo>
                  <a:pt x="1519740" y="78871"/>
                </a:lnTo>
                <a:lnTo>
                  <a:pt x="1519761" y="78037"/>
                </a:lnTo>
                <a:lnTo>
                  <a:pt x="1519791" y="77210"/>
                </a:lnTo>
                <a:lnTo>
                  <a:pt x="1519829" y="76391"/>
                </a:lnTo>
                <a:lnTo>
                  <a:pt x="1519876" y="75579"/>
                </a:lnTo>
                <a:lnTo>
                  <a:pt x="1519932" y="74775"/>
                </a:lnTo>
                <a:lnTo>
                  <a:pt x="1519996" y="73979"/>
                </a:lnTo>
                <a:lnTo>
                  <a:pt x="1520069" y="73190"/>
                </a:lnTo>
                <a:lnTo>
                  <a:pt x="1520150" y="72408"/>
                </a:lnTo>
                <a:lnTo>
                  <a:pt x="1520239" y="71635"/>
                </a:lnTo>
                <a:lnTo>
                  <a:pt x="1520338" y="70868"/>
                </a:lnTo>
                <a:lnTo>
                  <a:pt x="1520444" y="70110"/>
                </a:lnTo>
                <a:lnTo>
                  <a:pt x="1520560" y="69359"/>
                </a:lnTo>
                <a:lnTo>
                  <a:pt x="1520684" y="68615"/>
                </a:lnTo>
                <a:lnTo>
                  <a:pt x="1520816" y="67879"/>
                </a:lnTo>
                <a:lnTo>
                  <a:pt x="1520957" y="67151"/>
                </a:lnTo>
                <a:lnTo>
                  <a:pt x="1521106" y="66430"/>
                </a:lnTo>
                <a:lnTo>
                  <a:pt x="1521265" y="65717"/>
                </a:lnTo>
                <a:lnTo>
                  <a:pt x="1521431" y="65012"/>
                </a:lnTo>
                <a:lnTo>
                  <a:pt x="1521606" y="64313"/>
                </a:lnTo>
                <a:lnTo>
                  <a:pt x="1521790" y="63623"/>
                </a:lnTo>
                <a:lnTo>
                  <a:pt x="1521982" y="62940"/>
                </a:lnTo>
                <a:lnTo>
                  <a:pt x="1522183" y="62265"/>
                </a:lnTo>
                <a:lnTo>
                  <a:pt x="1522393" y="61599"/>
                </a:lnTo>
                <a:lnTo>
                  <a:pt x="1522615" y="60946"/>
                </a:lnTo>
                <a:lnTo>
                  <a:pt x="1522847" y="60304"/>
                </a:lnTo>
                <a:lnTo>
                  <a:pt x="1523090" y="59675"/>
                </a:lnTo>
                <a:lnTo>
                  <a:pt x="1523344" y="59058"/>
                </a:lnTo>
                <a:lnTo>
                  <a:pt x="1523609" y="58452"/>
                </a:lnTo>
                <a:lnTo>
                  <a:pt x="1523885" y="57859"/>
                </a:lnTo>
                <a:lnTo>
                  <a:pt x="1524172" y="57277"/>
                </a:lnTo>
                <a:lnTo>
                  <a:pt x="1524470" y="56708"/>
                </a:lnTo>
                <a:lnTo>
                  <a:pt x="1524779" y="56151"/>
                </a:lnTo>
                <a:lnTo>
                  <a:pt x="1525098" y="55606"/>
                </a:lnTo>
                <a:lnTo>
                  <a:pt x="1525429" y="55072"/>
                </a:lnTo>
                <a:lnTo>
                  <a:pt x="1525770" y="54551"/>
                </a:lnTo>
                <a:lnTo>
                  <a:pt x="1526123" y="54042"/>
                </a:lnTo>
                <a:lnTo>
                  <a:pt x="1526486" y="53545"/>
                </a:lnTo>
                <a:lnTo>
                  <a:pt x="1526860" y="53059"/>
                </a:lnTo>
                <a:lnTo>
                  <a:pt x="1527245" y="52586"/>
                </a:lnTo>
                <a:lnTo>
                  <a:pt x="1527641" y="52125"/>
                </a:lnTo>
                <a:lnTo>
                  <a:pt x="1528048" y="51676"/>
                </a:lnTo>
                <a:lnTo>
                  <a:pt x="1528466" y="51239"/>
                </a:lnTo>
                <a:lnTo>
                  <a:pt x="1528895" y="50814"/>
                </a:lnTo>
                <a:lnTo>
                  <a:pt x="1529335" y="50401"/>
                </a:lnTo>
                <a:lnTo>
                  <a:pt x="1529785" y="50000"/>
                </a:lnTo>
                <a:lnTo>
                  <a:pt x="1530247" y="49611"/>
                </a:lnTo>
                <a:lnTo>
                  <a:pt x="1530721" y="49236"/>
                </a:lnTo>
                <a:lnTo>
                  <a:pt x="1531208" y="48876"/>
                </a:lnTo>
                <a:lnTo>
                  <a:pt x="1531710" y="48533"/>
                </a:lnTo>
                <a:lnTo>
                  <a:pt x="1532225" y="48206"/>
                </a:lnTo>
                <a:lnTo>
                  <a:pt x="1532754" y="47894"/>
                </a:lnTo>
                <a:lnTo>
                  <a:pt x="1533296" y="47599"/>
                </a:lnTo>
                <a:lnTo>
                  <a:pt x="1533853" y="47320"/>
                </a:lnTo>
                <a:lnTo>
                  <a:pt x="1534423" y="47056"/>
                </a:lnTo>
                <a:lnTo>
                  <a:pt x="1535007" y="46809"/>
                </a:lnTo>
                <a:lnTo>
                  <a:pt x="1535605" y="46577"/>
                </a:lnTo>
                <a:lnTo>
                  <a:pt x="1536216" y="46361"/>
                </a:lnTo>
                <a:lnTo>
                  <a:pt x="1536841" y="46162"/>
                </a:lnTo>
                <a:lnTo>
                  <a:pt x="1537480" y="45978"/>
                </a:lnTo>
                <a:lnTo>
                  <a:pt x="1538133" y="45811"/>
                </a:lnTo>
                <a:lnTo>
                  <a:pt x="1538800" y="45659"/>
                </a:lnTo>
                <a:lnTo>
                  <a:pt x="1539480" y="45523"/>
                </a:lnTo>
                <a:lnTo>
                  <a:pt x="1540174" y="45403"/>
                </a:lnTo>
                <a:lnTo>
                  <a:pt x="1540882" y="45300"/>
                </a:lnTo>
                <a:lnTo>
                  <a:pt x="1541604" y="45212"/>
                </a:lnTo>
                <a:lnTo>
                  <a:pt x="1542339" y="45140"/>
                </a:lnTo>
                <a:lnTo>
                  <a:pt x="1543088" y="45084"/>
                </a:lnTo>
                <a:lnTo>
                  <a:pt x="1543851" y="45044"/>
                </a:lnTo>
                <a:lnTo>
                  <a:pt x="1544627" y="45020"/>
                </a:lnTo>
                <a:lnTo>
                  <a:pt x="1545418" y="45012"/>
                </a:lnTo>
                <a:lnTo>
                  <a:pt x="1546231" y="45020"/>
                </a:lnTo>
                <a:lnTo>
                  <a:pt x="1547030" y="45044"/>
                </a:lnTo>
                <a:lnTo>
                  <a:pt x="1547815" y="45084"/>
                </a:lnTo>
                <a:lnTo>
                  <a:pt x="1548587" y="45140"/>
                </a:lnTo>
                <a:lnTo>
                  <a:pt x="1549344" y="45212"/>
                </a:lnTo>
                <a:lnTo>
                  <a:pt x="1550088" y="45300"/>
                </a:lnTo>
                <a:lnTo>
                  <a:pt x="1550817" y="45403"/>
                </a:lnTo>
                <a:lnTo>
                  <a:pt x="1551533" y="45523"/>
                </a:lnTo>
                <a:lnTo>
                  <a:pt x="1552235" y="45659"/>
                </a:lnTo>
                <a:lnTo>
                  <a:pt x="1552922" y="45811"/>
                </a:lnTo>
                <a:lnTo>
                  <a:pt x="1553596" y="45978"/>
                </a:lnTo>
                <a:lnTo>
                  <a:pt x="1554256" y="46162"/>
                </a:lnTo>
                <a:lnTo>
                  <a:pt x="1554902" y="46361"/>
                </a:lnTo>
                <a:lnTo>
                  <a:pt x="1555534" y="46577"/>
                </a:lnTo>
                <a:lnTo>
                  <a:pt x="1556153" y="46809"/>
                </a:lnTo>
                <a:lnTo>
                  <a:pt x="1556757" y="47056"/>
                </a:lnTo>
                <a:lnTo>
                  <a:pt x="1557347" y="47320"/>
                </a:lnTo>
                <a:lnTo>
                  <a:pt x="1557924" y="47599"/>
                </a:lnTo>
                <a:lnTo>
                  <a:pt x="1558486" y="47894"/>
                </a:lnTo>
                <a:lnTo>
                  <a:pt x="1559035" y="48206"/>
                </a:lnTo>
                <a:lnTo>
                  <a:pt x="1559570" y="48533"/>
                </a:lnTo>
                <a:lnTo>
                  <a:pt x="1560090" y="48876"/>
                </a:lnTo>
                <a:lnTo>
                  <a:pt x="1560597" y="49236"/>
                </a:lnTo>
                <a:lnTo>
                  <a:pt x="1561090" y="49611"/>
                </a:lnTo>
                <a:lnTo>
                  <a:pt x="1561570" y="50000"/>
                </a:lnTo>
                <a:lnTo>
                  <a:pt x="1562039" y="50401"/>
                </a:lnTo>
                <a:lnTo>
                  <a:pt x="1562497" y="50814"/>
                </a:lnTo>
                <a:lnTo>
                  <a:pt x="1562943" y="51239"/>
                </a:lnTo>
                <a:lnTo>
                  <a:pt x="1563378" y="51676"/>
                </a:lnTo>
                <a:lnTo>
                  <a:pt x="1563801" y="52125"/>
                </a:lnTo>
                <a:lnTo>
                  <a:pt x="1564213" y="52586"/>
                </a:lnTo>
                <a:lnTo>
                  <a:pt x="1564613" y="53059"/>
                </a:lnTo>
                <a:lnTo>
                  <a:pt x="1565003" y="53545"/>
                </a:lnTo>
                <a:lnTo>
                  <a:pt x="1565380" y="54042"/>
                </a:lnTo>
                <a:lnTo>
                  <a:pt x="1565747" y="54551"/>
                </a:lnTo>
                <a:lnTo>
                  <a:pt x="1566102" y="55072"/>
                </a:lnTo>
                <a:lnTo>
                  <a:pt x="1566445" y="55606"/>
                </a:lnTo>
                <a:lnTo>
                  <a:pt x="1566777" y="56151"/>
                </a:lnTo>
                <a:lnTo>
                  <a:pt x="1567098" y="56708"/>
                </a:lnTo>
                <a:lnTo>
                  <a:pt x="1567408" y="57277"/>
                </a:lnTo>
                <a:lnTo>
                  <a:pt x="1567706" y="57859"/>
                </a:lnTo>
                <a:lnTo>
                  <a:pt x="1567992" y="58452"/>
                </a:lnTo>
                <a:lnTo>
                  <a:pt x="1568268" y="59058"/>
                </a:lnTo>
                <a:lnTo>
                  <a:pt x="1568531" y="59675"/>
                </a:lnTo>
                <a:lnTo>
                  <a:pt x="1568784" y="60304"/>
                </a:lnTo>
                <a:lnTo>
                  <a:pt x="1569025" y="60946"/>
                </a:lnTo>
                <a:lnTo>
                  <a:pt x="1569255" y="61599"/>
                </a:lnTo>
                <a:lnTo>
                  <a:pt x="1569473" y="62265"/>
                </a:lnTo>
                <a:lnTo>
                  <a:pt x="1569681" y="62940"/>
                </a:lnTo>
                <a:lnTo>
                  <a:pt x="1569881" y="63623"/>
                </a:lnTo>
                <a:lnTo>
                  <a:pt x="1570071" y="64313"/>
                </a:lnTo>
                <a:lnTo>
                  <a:pt x="1570253" y="65012"/>
                </a:lnTo>
                <a:lnTo>
                  <a:pt x="1570425" y="65717"/>
                </a:lnTo>
                <a:lnTo>
                  <a:pt x="1570589" y="66430"/>
                </a:lnTo>
                <a:lnTo>
                  <a:pt x="1570744" y="67151"/>
                </a:lnTo>
                <a:lnTo>
                  <a:pt x="1570890" y="67879"/>
                </a:lnTo>
                <a:lnTo>
                  <a:pt x="1571028" y="68615"/>
                </a:lnTo>
                <a:lnTo>
                  <a:pt x="1571156" y="69359"/>
                </a:lnTo>
                <a:lnTo>
                  <a:pt x="1571276" y="70110"/>
                </a:lnTo>
                <a:lnTo>
                  <a:pt x="1571386" y="70868"/>
                </a:lnTo>
                <a:lnTo>
                  <a:pt x="1571488" y="71635"/>
                </a:lnTo>
                <a:lnTo>
                  <a:pt x="1571581" y="72408"/>
                </a:lnTo>
                <a:lnTo>
                  <a:pt x="1571666" y="73190"/>
                </a:lnTo>
                <a:lnTo>
                  <a:pt x="1571741" y="73979"/>
                </a:lnTo>
                <a:lnTo>
                  <a:pt x="1571807" y="74775"/>
                </a:lnTo>
                <a:lnTo>
                  <a:pt x="1571865" y="75579"/>
                </a:lnTo>
                <a:lnTo>
                  <a:pt x="1571914" y="76391"/>
                </a:lnTo>
                <a:lnTo>
                  <a:pt x="1571953" y="77210"/>
                </a:lnTo>
                <a:lnTo>
                  <a:pt x="1571984" y="78037"/>
                </a:lnTo>
                <a:lnTo>
                  <a:pt x="1572007" y="78871"/>
                </a:lnTo>
                <a:lnTo>
                  <a:pt x="1572020" y="79713"/>
                </a:lnTo>
                <a:lnTo>
                  <a:pt x="1572024" y="80562"/>
                </a:lnTo>
                <a:lnTo>
                  <a:pt x="1572020" y="81396"/>
                </a:lnTo>
                <a:lnTo>
                  <a:pt x="1572007" y="82222"/>
                </a:lnTo>
                <a:lnTo>
                  <a:pt x="1571984" y="83041"/>
                </a:lnTo>
                <a:lnTo>
                  <a:pt x="1571953" y="83852"/>
                </a:lnTo>
                <a:lnTo>
                  <a:pt x="1571914" y="84656"/>
                </a:lnTo>
                <a:lnTo>
                  <a:pt x="1571865" y="85452"/>
                </a:lnTo>
                <a:lnTo>
                  <a:pt x="1571807" y="86241"/>
                </a:lnTo>
                <a:lnTo>
                  <a:pt x="1571741" y="87023"/>
                </a:lnTo>
                <a:lnTo>
                  <a:pt x="1571666" y="87797"/>
                </a:lnTo>
                <a:lnTo>
                  <a:pt x="1571581" y="88564"/>
                </a:lnTo>
                <a:lnTo>
                  <a:pt x="1571488" y="89324"/>
                </a:lnTo>
                <a:lnTo>
                  <a:pt x="1571386" y="90076"/>
                </a:lnTo>
                <a:lnTo>
                  <a:pt x="1571276" y="90820"/>
                </a:lnTo>
                <a:lnTo>
                  <a:pt x="1571156" y="91558"/>
                </a:lnTo>
                <a:lnTo>
                  <a:pt x="1571028" y="92288"/>
                </a:lnTo>
                <a:lnTo>
                  <a:pt x="1570890" y="93010"/>
                </a:lnTo>
                <a:lnTo>
                  <a:pt x="1570744" y="93725"/>
                </a:lnTo>
                <a:lnTo>
                  <a:pt x="1570589" y="94433"/>
                </a:lnTo>
                <a:lnTo>
                  <a:pt x="1570425" y="95133"/>
                </a:lnTo>
                <a:lnTo>
                  <a:pt x="1570253" y="95826"/>
                </a:lnTo>
                <a:lnTo>
                  <a:pt x="1570071" y="96512"/>
                </a:lnTo>
                <a:lnTo>
                  <a:pt x="1569881" y="97190"/>
                </a:lnTo>
                <a:lnTo>
                  <a:pt x="1569681" y="97861"/>
                </a:lnTo>
                <a:lnTo>
                  <a:pt x="1569473" y="98524"/>
                </a:lnTo>
                <a:lnTo>
                  <a:pt x="1569255" y="99178"/>
                </a:lnTo>
                <a:lnTo>
                  <a:pt x="1569025" y="99820"/>
                </a:lnTo>
                <a:lnTo>
                  <a:pt x="1568784" y="100450"/>
                </a:lnTo>
                <a:lnTo>
                  <a:pt x="1568531" y="101068"/>
                </a:lnTo>
                <a:lnTo>
                  <a:pt x="1568268" y="101674"/>
                </a:lnTo>
                <a:lnTo>
                  <a:pt x="1567992" y="102269"/>
                </a:lnTo>
                <a:lnTo>
                  <a:pt x="1567706" y="102851"/>
                </a:lnTo>
                <a:lnTo>
                  <a:pt x="1567408" y="103422"/>
                </a:lnTo>
                <a:lnTo>
                  <a:pt x="1567098" y="103981"/>
                </a:lnTo>
                <a:lnTo>
                  <a:pt x="1566777" y="104528"/>
                </a:lnTo>
                <a:lnTo>
                  <a:pt x="1566445" y="105064"/>
                </a:lnTo>
                <a:lnTo>
                  <a:pt x="1566102" y="105587"/>
                </a:lnTo>
                <a:lnTo>
                  <a:pt x="1565747" y="106099"/>
                </a:lnTo>
                <a:lnTo>
                  <a:pt x="1565380" y="106599"/>
                </a:lnTo>
                <a:lnTo>
                  <a:pt x="1565003" y="107086"/>
                </a:lnTo>
                <a:lnTo>
                  <a:pt x="1564613" y="107562"/>
                </a:lnTo>
                <a:lnTo>
                  <a:pt x="1564213" y="108027"/>
                </a:lnTo>
                <a:lnTo>
                  <a:pt x="1563801" y="108479"/>
                </a:lnTo>
                <a:lnTo>
                  <a:pt x="1563378" y="108920"/>
                </a:lnTo>
                <a:lnTo>
                  <a:pt x="1562943" y="109348"/>
                </a:lnTo>
                <a:lnTo>
                  <a:pt x="1562497" y="109765"/>
                </a:lnTo>
                <a:lnTo>
                  <a:pt x="1562039" y="110170"/>
                </a:lnTo>
                <a:lnTo>
                  <a:pt x="1561570" y="110563"/>
                </a:lnTo>
                <a:lnTo>
                  <a:pt x="1561090" y="110945"/>
                </a:lnTo>
                <a:lnTo>
                  <a:pt x="1560597" y="111312"/>
                </a:lnTo>
                <a:lnTo>
                  <a:pt x="1560090" y="111664"/>
                </a:lnTo>
                <a:lnTo>
                  <a:pt x="1559570" y="112000"/>
                </a:lnTo>
                <a:lnTo>
                  <a:pt x="1559035" y="112320"/>
                </a:lnTo>
                <a:lnTo>
                  <a:pt x="1558486" y="112625"/>
                </a:lnTo>
                <a:lnTo>
                  <a:pt x="1557924" y="112914"/>
                </a:lnTo>
                <a:lnTo>
                  <a:pt x="1557347" y="113188"/>
                </a:lnTo>
                <a:lnTo>
                  <a:pt x="1556757" y="113446"/>
                </a:lnTo>
                <a:lnTo>
                  <a:pt x="1556153" y="113688"/>
                </a:lnTo>
                <a:lnTo>
                  <a:pt x="1555534" y="113915"/>
                </a:lnTo>
                <a:lnTo>
                  <a:pt x="1554902" y="114126"/>
                </a:lnTo>
                <a:lnTo>
                  <a:pt x="1554256" y="114321"/>
                </a:lnTo>
                <a:lnTo>
                  <a:pt x="1553596" y="114501"/>
                </a:lnTo>
                <a:lnTo>
                  <a:pt x="1552922" y="114665"/>
                </a:lnTo>
                <a:lnTo>
                  <a:pt x="1552235" y="114813"/>
                </a:lnTo>
                <a:lnTo>
                  <a:pt x="1551533" y="114946"/>
                </a:lnTo>
                <a:lnTo>
                  <a:pt x="1550817" y="115063"/>
                </a:lnTo>
                <a:lnTo>
                  <a:pt x="1550088" y="115165"/>
                </a:lnTo>
                <a:lnTo>
                  <a:pt x="1549344" y="115251"/>
                </a:lnTo>
                <a:lnTo>
                  <a:pt x="1548587" y="115321"/>
                </a:lnTo>
                <a:lnTo>
                  <a:pt x="1547815" y="115376"/>
                </a:lnTo>
                <a:lnTo>
                  <a:pt x="1547030" y="115415"/>
                </a:lnTo>
                <a:lnTo>
                  <a:pt x="1546231" y="115439"/>
                </a:lnTo>
                <a:lnTo>
                  <a:pt x="1545418" y="115446"/>
                </a:lnTo>
                <a:lnTo>
                  <a:pt x="1544627" y="115439"/>
                </a:lnTo>
                <a:lnTo>
                  <a:pt x="1543851" y="115415"/>
                </a:lnTo>
                <a:lnTo>
                  <a:pt x="1543088" y="115376"/>
                </a:lnTo>
                <a:lnTo>
                  <a:pt x="1542339" y="115321"/>
                </a:lnTo>
                <a:lnTo>
                  <a:pt x="1541604" y="1152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5DB22-7A60-4D4A-9C36-641902B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44" y="1223717"/>
            <a:ext cx="2155198" cy="270725"/>
          </a:xfrm>
          <a:custGeom xmlns:a="http://schemas.openxmlformats.org/drawingml/2006/main">
            <a:pathLst>
              <a:path w="2155198" h="270725">
                <a:moveTo>
                  <a:pt x="0" y="45239"/>
                </a:moveTo>
                <a:cubicBezTo>
                  <a:pt x="0" y="20322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322"/>
                  <a:pt x="2155198" y="45239"/>
                </a:cubicBezTo>
                <a:lnTo>
                  <a:pt x="2155198" y="225663"/>
                </a:lnTo>
                <a:cubicBezTo>
                  <a:pt x="2155198" y="250580"/>
                  <a:pt x="2134876" y="270725"/>
                  <a:pt x="2109959" y="270725"/>
                </a:cubicBezTo>
                <a:lnTo>
                  <a:pt x="45239" y="270725"/>
                </a:lnTo>
                <a:cubicBezTo>
                  <a:pt x="20322" y="270725"/>
                  <a:pt x="0" y="250580"/>
                  <a:pt x="0" y="225663"/>
                </a:cubicBezTo>
                <a:lnTo>
                  <a:pt x="0" y="45239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718C0-9013-4413-8890-FEADDF9F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44" y="1223717"/>
            <a:ext cx="2155198" cy="270725"/>
          </a:xfrm>
          <a:custGeom xmlns:a="http://schemas.openxmlformats.org/drawingml/2006/main">
            <a:pathLst>
              <a:path w="2155198" h="270725" fill="none">
                <a:moveTo>
                  <a:pt x="0" y="45239"/>
                </a:moveTo>
                <a:cubicBezTo>
                  <a:pt x="0" y="20322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322"/>
                  <a:pt x="2155198" y="45239"/>
                </a:cubicBezTo>
                <a:lnTo>
                  <a:pt x="2155198" y="225663"/>
                </a:lnTo>
                <a:cubicBezTo>
                  <a:pt x="2155198" y="250580"/>
                  <a:pt x="2134876" y="270725"/>
                  <a:pt x="2109959" y="270725"/>
                </a:cubicBezTo>
                <a:lnTo>
                  <a:pt x="45239" y="270725"/>
                </a:lnTo>
                <a:cubicBezTo>
                  <a:pt x="20322" y="270725"/>
                  <a:pt x="0" y="250580"/>
                  <a:pt x="0" y="225663"/>
                </a:cubicBezTo>
                <a:lnTo>
                  <a:pt x="0" y="452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13501B"/>
            </a:solidFill>
            <a:miter/>
          </a:ln>
        </p:spPr>
      </p:sp>
      <p:sp>
        <p:nvSpPr>
          <p:cNvPr id="254" name="Text #3FileStructure">
            <a:extLst xmlns:a="http://schemas.openxmlformats.org/drawingml/2006/main">
              <a:ext uri="{FF2B5EF4-FFF2-40B4-BE49-F238E27FC236}">
                <a16:creationId xmlns:a16="http://schemas.microsoft.com/office/drawing/2014/main" id="{A4117796-49CE-44A1-A35D-F4F2656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221" y="1294120"/>
            <a:ext cx="1298566" cy="127565"/>
          </a:xfrm>
          <a:custGeom xmlns:a="http://schemas.openxmlformats.org/drawingml/2006/main">
            <a:pathLst>
              <a:path w="1298566" h="127565">
                <a:moveTo>
                  <a:pt x="13121" y="125925"/>
                </a:moveTo>
                <a:lnTo>
                  <a:pt x="18406" y="89022"/>
                </a:lnTo>
                <a:lnTo>
                  <a:pt x="0" y="89022"/>
                </a:lnTo>
                <a:lnTo>
                  <a:pt x="0" y="78726"/>
                </a:lnTo>
                <a:lnTo>
                  <a:pt x="19681" y="78726"/>
                </a:lnTo>
                <a:lnTo>
                  <a:pt x="23326" y="53760"/>
                </a:lnTo>
                <a:lnTo>
                  <a:pt x="4738" y="53760"/>
                </a:lnTo>
                <a:lnTo>
                  <a:pt x="4738" y="43645"/>
                </a:lnTo>
                <a:lnTo>
                  <a:pt x="24602" y="43645"/>
                </a:lnTo>
                <a:lnTo>
                  <a:pt x="29887" y="7016"/>
                </a:lnTo>
                <a:lnTo>
                  <a:pt x="41094" y="7016"/>
                </a:lnTo>
                <a:lnTo>
                  <a:pt x="35900" y="43645"/>
                </a:lnTo>
                <a:lnTo>
                  <a:pt x="61505" y="43645"/>
                </a:lnTo>
                <a:lnTo>
                  <a:pt x="66607" y="7016"/>
                </a:lnTo>
                <a:lnTo>
                  <a:pt x="77906" y="7016"/>
                </a:lnTo>
                <a:lnTo>
                  <a:pt x="72712" y="43645"/>
                </a:lnTo>
                <a:lnTo>
                  <a:pt x="90480" y="43645"/>
                </a:lnTo>
                <a:lnTo>
                  <a:pt x="90480" y="53760"/>
                </a:lnTo>
                <a:lnTo>
                  <a:pt x="71345" y="53760"/>
                </a:lnTo>
                <a:lnTo>
                  <a:pt x="67974" y="78726"/>
                </a:lnTo>
                <a:lnTo>
                  <a:pt x="85560" y="78726"/>
                </a:lnTo>
                <a:lnTo>
                  <a:pt x="85560" y="89022"/>
                </a:lnTo>
                <a:lnTo>
                  <a:pt x="66516" y="89022"/>
                </a:lnTo>
                <a:lnTo>
                  <a:pt x="61413" y="125925"/>
                </a:lnTo>
                <a:lnTo>
                  <a:pt x="50206" y="125925"/>
                </a:lnTo>
                <a:lnTo>
                  <a:pt x="55217" y="89022"/>
                </a:lnTo>
                <a:lnTo>
                  <a:pt x="29613" y="89022"/>
                </a:lnTo>
                <a:lnTo>
                  <a:pt x="24420" y="125925"/>
                </a:lnTo>
                <a:lnTo>
                  <a:pt x="13121" y="125925"/>
                </a:lnTo>
                <a:moveTo>
                  <a:pt x="30980" y="78726"/>
                </a:moveTo>
                <a:lnTo>
                  <a:pt x="56766" y="78726"/>
                </a:lnTo>
                <a:lnTo>
                  <a:pt x="60138" y="53760"/>
                </a:lnTo>
                <a:lnTo>
                  <a:pt x="34534" y="53760"/>
                </a:lnTo>
                <a:lnTo>
                  <a:pt x="30980" y="78726"/>
                </a:lnTo>
                <a:close/>
                <a:moveTo>
                  <a:pt x="146042" y="127565"/>
                </a:moveTo>
                <a:cubicBezTo>
                  <a:pt x="133407" y="127565"/>
                  <a:pt x="123293" y="124346"/>
                  <a:pt x="115700" y="117907"/>
                </a:cubicBezTo>
                <a:cubicBezTo>
                  <a:pt x="108107" y="111468"/>
                  <a:pt x="104310" y="102234"/>
                  <a:pt x="104310" y="90207"/>
                </a:cubicBezTo>
                <a:lnTo>
                  <a:pt x="119527" y="90207"/>
                </a:lnTo>
                <a:cubicBezTo>
                  <a:pt x="119527" y="97618"/>
                  <a:pt x="121850" y="103525"/>
                  <a:pt x="126497" y="107929"/>
                </a:cubicBezTo>
                <a:cubicBezTo>
                  <a:pt x="131144" y="112333"/>
                  <a:pt x="137598" y="114535"/>
                  <a:pt x="145860" y="114535"/>
                </a:cubicBezTo>
                <a:cubicBezTo>
                  <a:pt x="153514" y="114535"/>
                  <a:pt x="159543" y="112682"/>
                  <a:pt x="163947" y="108977"/>
                </a:cubicBezTo>
                <a:cubicBezTo>
                  <a:pt x="168351" y="105272"/>
                  <a:pt x="170553" y="99531"/>
                  <a:pt x="170553" y="91756"/>
                </a:cubicBezTo>
                <a:cubicBezTo>
                  <a:pt x="170553" y="84284"/>
                  <a:pt x="168123" y="78787"/>
                  <a:pt x="163263" y="75263"/>
                </a:cubicBezTo>
                <a:cubicBezTo>
                  <a:pt x="158404" y="71740"/>
                  <a:pt x="151752" y="69979"/>
                  <a:pt x="143308" y="69979"/>
                </a:cubicBezTo>
                <a:lnTo>
                  <a:pt x="136292" y="69979"/>
                </a:lnTo>
                <a:lnTo>
                  <a:pt x="136292" y="57040"/>
                </a:lnTo>
                <a:lnTo>
                  <a:pt x="143673" y="57040"/>
                </a:lnTo>
                <a:cubicBezTo>
                  <a:pt x="151266" y="57040"/>
                  <a:pt x="157067" y="55166"/>
                  <a:pt x="161076" y="51419"/>
                </a:cubicBezTo>
                <a:cubicBezTo>
                  <a:pt x="165086" y="47670"/>
                  <a:pt x="167090" y="42681"/>
                  <a:pt x="167090" y="36453"/>
                </a:cubicBezTo>
                <a:cubicBezTo>
                  <a:pt x="167090" y="30528"/>
                  <a:pt x="165116" y="26101"/>
                  <a:pt x="161168" y="23170"/>
                </a:cubicBezTo>
                <a:cubicBezTo>
                  <a:pt x="157219" y="20237"/>
                  <a:pt x="152025" y="18770"/>
                  <a:pt x="145586" y="18770"/>
                </a:cubicBezTo>
                <a:cubicBezTo>
                  <a:pt x="138297" y="18770"/>
                  <a:pt x="132648" y="20714"/>
                  <a:pt x="128638" y="24602"/>
                </a:cubicBezTo>
                <a:cubicBezTo>
                  <a:pt x="124629" y="28490"/>
                  <a:pt x="122625" y="33592"/>
                  <a:pt x="122625" y="39910"/>
                </a:cubicBezTo>
                <a:lnTo>
                  <a:pt x="107408" y="39910"/>
                </a:lnTo>
                <a:cubicBezTo>
                  <a:pt x="107408" y="32863"/>
                  <a:pt x="109018" y="26773"/>
                  <a:pt x="112237" y="21641"/>
                </a:cubicBezTo>
                <a:cubicBezTo>
                  <a:pt x="115457" y="16508"/>
                  <a:pt x="119906" y="12544"/>
                  <a:pt x="125586" y="9750"/>
                </a:cubicBezTo>
                <a:cubicBezTo>
                  <a:pt x="131266" y="6955"/>
                  <a:pt x="137872" y="5558"/>
                  <a:pt x="145404" y="5558"/>
                </a:cubicBezTo>
                <a:cubicBezTo>
                  <a:pt x="152208" y="5558"/>
                  <a:pt x="158404" y="6693"/>
                  <a:pt x="163992" y="8964"/>
                </a:cubicBezTo>
                <a:cubicBezTo>
                  <a:pt x="169581" y="11234"/>
                  <a:pt x="174030" y="14595"/>
                  <a:pt x="177341" y="19046"/>
                </a:cubicBezTo>
                <a:cubicBezTo>
                  <a:pt x="180652" y="23496"/>
                  <a:pt x="182307" y="29051"/>
                  <a:pt x="182307" y="35713"/>
                </a:cubicBezTo>
                <a:cubicBezTo>
                  <a:pt x="182307" y="42797"/>
                  <a:pt x="180333" y="48626"/>
                  <a:pt x="176384" y="53199"/>
                </a:cubicBezTo>
                <a:cubicBezTo>
                  <a:pt x="172436" y="57770"/>
                  <a:pt x="167242" y="60964"/>
                  <a:pt x="160803" y="62780"/>
                </a:cubicBezTo>
                <a:cubicBezTo>
                  <a:pt x="168153" y="64117"/>
                  <a:pt x="174243" y="67275"/>
                  <a:pt x="179072" y="72257"/>
                </a:cubicBezTo>
                <a:cubicBezTo>
                  <a:pt x="183901" y="77238"/>
                  <a:pt x="186316" y="83950"/>
                  <a:pt x="186316" y="92394"/>
                </a:cubicBezTo>
                <a:cubicBezTo>
                  <a:pt x="186316" y="99926"/>
                  <a:pt x="184630" y="106304"/>
                  <a:pt x="181259" y="111528"/>
                </a:cubicBezTo>
                <a:cubicBezTo>
                  <a:pt x="177888" y="116752"/>
                  <a:pt x="173180" y="120731"/>
                  <a:pt x="167136" y="123465"/>
                </a:cubicBezTo>
                <a:cubicBezTo>
                  <a:pt x="161092" y="126198"/>
                  <a:pt x="154060" y="127565"/>
                  <a:pt x="146042" y="127565"/>
                </a:cubicBezTo>
                <a:close/>
                <a:moveTo>
                  <a:pt x="246522" y="125925"/>
                </a:moveTo>
                <a:lnTo>
                  <a:pt x="246522" y="3280"/>
                </a:lnTo>
                <a:lnTo>
                  <a:pt x="322879" y="3280"/>
                </a:lnTo>
                <a:lnTo>
                  <a:pt x="322879" y="16948"/>
                </a:lnTo>
                <a:lnTo>
                  <a:pt x="262923" y="16948"/>
                </a:lnTo>
                <a:lnTo>
                  <a:pt x="262923" y="56038"/>
                </a:lnTo>
                <a:lnTo>
                  <a:pt x="317230" y="56038"/>
                </a:lnTo>
                <a:lnTo>
                  <a:pt x="317230" y="69432"/>
                </a:lnTo>
                <a:lnTo>
                  <a:pt x="262923" y="69432"/>
                </a:lnTo>
                <a:lnTo>
                  <a:pt x="262923" y="125925"/>
                </a:lnTo>
                <a:lnTo>
                  <a:pt x="246522" y="125925"/>
                </a:lnTo>
                <a:close/>
                <a:moveTo>
                  <a:pt x="342939" y="125925"/>
                </a:moveTo>
                <a:lnTo>
                  <a:pt x="342939" y="34443"/>
                </a:lnTo>
                <a:lnTo>
                  <a:pt x="358155" y="34443"/>
                </a:lnTo>
                <a:lnTo>
                  <a:pt x="358155" y="125925"/>
                </a:lnTo>
                <a:lnTo>
                  <a:pt x="342939" y="125925"/>
                </a:lnTo>
                <a:moveTo>
                  <a:pt x="350501" y="17677"/>
                </a:moveTo>
                <a:cubicBezTo>
                  <a:pt x="347646" y="17677"/>
                  <a:pt x="345353" y="16842"/>
                  <a:pt x="343622" y="15171"/>
                </a:cubicBezTo>
                <a:cubicBezTo>
                  <a:pt x="341891" y="13501"/>
                  <a:pt x="341025" y="11390"/>
                  <a:pt x="341025" y="8838"/>
                </a:cubicBezTo>
                <a:cubicBezTo>
                  <a:pt x="341025" y="6287"/>
                  <a:pt x="341891" y="4176"/>
                  <a:pt x="343622" y="2506"/>
                </a:cubicBezTo>
                <a:cubicBezTo>
                  <a:pt x="345353" y="835"/>
                  <a:pt x="347646" y="0"/>
                  <a:pt x="350501" y="0"/>
                </a:cubicBezTo>
                <a:cubicBezTo>
                  <a:pt x="353356" y="0"/>
                  <a:pt x="355665" y="835"/>
                  <a:pt x="357426" y="2506"/>
                </a:cubicBezTo>
                <a:cubicBezTo>
                  <a:pt x="359188" y="4176"/>
                  <a:pt x="360069" y="6287"/>
                  <a:pt x="360069" y="8838"/>
                </a:cubicBezTo>
                <a:cubicBezTo>
                  <a:pt x="360069" y="11390"/>
                  <a:pt x="359188" y="13501"/>
                  <a:pt x="357426" y="15171"/>
                </a:cubicBezTo>
                <a:cubicBezTo>
                  <a:pt x="355665" y="16842"/>
                  <a:pt x="353356" y="17677"/>
                  <a:pt x="350501" y="17677"/>
                </a:cubicBezTo>
                <a:close/>
                <a:moveTo>
                  <a:pt x="413051" y="125925"/>
                </a:moveTo>
                <a:cubicBezTo>
                  <a:pt x="405823" y="125925"/>
                  <a:pt x="400295" y="124786"/>
                  <a:pt x="396468" y="122508"/>
                </a:cubicBezTo>
                <a:cubicBezTo>
                  <a:pt x="392641" y="120230"/>
                  <a:pt x="390029" y="116950"/>
                  <a:pt x="388632" y="112667"/>
                </a:cubicBezTo>
                <a:cubicBezTo>
                  <a:pt x="387235" y="108385"/>
                  <a:pt x="386536" y="103237"/>
                  <a:pt x="386536" y="97223"/>
                </a:cubicBezTo>
                <a:lnTo>
                  <a:pt x="386536" y="3280"/>
                </a:lnTo>
                <a:lnTo>
                  <a:pt x="401662" y="3280"/>
                </a:lnTo>
                <a:lnTo>
                  <a:pt x="401662" y="96494"/>
                </a:lnTo>
                <a:cubicBezTo>
                  <a:pt x="401662" y="102022"/>
                  <a:pt x="402375" y="106243"/>
                  <a:pt x="403803" y="109159"/>
                </a:cubicBezTo>
                <a:cubicBezTo>
                  <a:pt x="405230" y="112075"/>
                  <a:pt x="408647" y="113533"/>
                  <a:pt x="414054" y="113533"/>
                </a:cubicBezTo>
                <a:lnTo>
                  <a:pt x="418154" y="113533"/>
                </a:lnTo>
                <a:lnTo>
                  <a:pt x="418154" y="125925"/>
                </a:lnTo>
                <a:lnTo>
                  <a:pt x="413051" y="125925"/>
                </a:lnTo>
                <a:close/>
                <a:moveTo>
                  <a:pt x="472959" y="127565"/>
                </a:moveTo>
                <a:cubicBezTo>
                  <a:pt x="463301" y="127565"/>
                  <a:pt x="455389" y="125486"/>
                  <a:pt x="449223" y="121326"/>
                </a:cubicBezTo>
                <a:cubicBezTo>
                  <a:pt x="443057" y="117165"/>
                  <a:pt x="438486" y="111505"/>
                  <a:pt x="435510" y="104344"/>
                </a:cubicBezTo>
                <a:cubicBezTo>
                  <a:pt x="432533" y="97182"/>
                  <a:pt x="431045" y="89129"/>
                  <a:pt x="431045" y="80184"/>
                </a:cubicBezTo>
                <a:cubicBezTo>
                  <a:pt x="431045" y="70863"/>
                  <a:pt x="432488" y="62653"/>
                  <a:pt x="435373" y="55553"/>
                </a:cubicBezTo>
                <a:cubicBezTo>
                  <a:pt x="438259" y="48454"/>
                  <a:pt x="442663" y="42902"/>
                  <a:pt x="448585" y="38899"/>
                </a:cubicBezTo>
                <a:cubicBezTo>
                  <a:pt x="454508" y="34895"/>
                  <a:pt x="462025" y="32894"/>
                  <a:pt x="471137" y="32894"/>
                </a:cubicBezTo>
                <a:cubicBezTo>
                  <a:pt x="483225" y="32894"/>
                  <a:pt x="492702" y="36642"/>
                  <a:pt x="499566" y="44138"/>
                </a:cubicBezTo>
                <a:cubicBezTo>
                  <a:pt x="506430" y="51633"/>
                  <a:pt x="509862" y="62407"/>
                  <a:pt x="509862" y="76462"/>
                </a:cubicBezTo>
                <a:cubicBezTo>
                  <a:pt x="509862" y="77400"/>
                  <a:pt x="509832" y="78509"/>
                  <a:pt x="509771" y="79791"/>
                </a:cubicBezTo>
                <a:cubicBezTo>
                  <a:pt x="509710" y="81070"/>
                  <a:pt x="509619" y="81991"/>
                  <a:pt x="509498" y="82553"/>
                </a:cubicBezTo>
                <a:lnTo>
                  <a:pt x="446262" y="82553"/>
                </a:lnTo>
                <a:cubicBezTo>
                  <a:pt x="446323" y="88570"/>
                  <a:pt x="447249" y="94097"/>
                  <a:pt x="449041" y="99133"/>
                </a:cubicBezTo>
                <a:cubicBezTo>
                  <a:pt x="450833" y="104170"/>
                  <a:pt x="453673" y="108208"/>
                  <a:pt x="457560" y="111249"/>
                </a:cubicBezTo>
                <a:cubicBezTo>
                  <a:pt x="461448" y="114290"/>
                  <a:pt x="466581" y="115811"/>
                  <a:pt x="472959" y="115811"/>
                </a:cubicBezTo>
                <a:cubicBezTo>
                  <a:pt x="479763" y="115811"/>
                  <a:pt x="485078" y="114135"/>
                  <a:pt x="488905" y="110782"/>
                </a:cubicBezTo>
                <a:cubicBezTo>
                  <a:pt x="492732" y="107430"/>
                  <a:pt x="494737" y="102593"/>
                  <a:pt x="494919" y="96272"/>
                </a:cubicBezTo>
                <a:lnTo>
                  <a:pt x="509953" y="96272"/>
                </a:lnTo>
                <a:cubicBezTo>
                  <a:pt x="509771" y="102724"/>
                  <a:pt x="508161" y="108284"/>
                  <a:pt x="505124" y="112952"/>
                </a:cubicBezTo>
                <a:cubicBezTo>
                  <a:pt x="502087" y="117620"/>
                  <a:pt x="497835" y="121223"/>
                  <a:pt x="492367" y="123761"/>
                </a:cubicBezTo>
                <a:cubicBezTo>
                  <a:pt x="486900" y="126297"/>
                  <a:pt x="480431" y="127565"/>
                  <a:pt x="472959" y="127565"/>
                </a:cubicBezTo>
                <a:moveTo>
                  <a:pt x="446353" y="71436"/>
                </a:moveTo>
                <a:lnTo>
                  <a:pt x="494828" y="71436"/>
                </a:lnTo>
                <a:cubicBezTo>
                  <a:pt x="494645" y="62733"/>
                  <a:pt x="492489" y="56077"/>
                  <a:pt x="488358" y="51470"/>
                </a:cubicBezTo>
                <a:cubicBezTo>
                  <a:pt x="484228" y="46861"/>
                  <a:pt x="478487" y="44557"/>
                  <a:pt x="471137" y="44557"/>
                </a:cubicBezTo>
                <a:cubicBezTo>
                  <a:pt x="463726" y="44557"/>
                  <a:pt x="457910" y="46845"/>
                  <a:pt x="453688" y="51422"/>
                </a:cubicBezTo>
                <a:cubicBezTo>
                  <a:pt x="449466" y="55997"/>
                  <a:pt x="447021" y="62668"/>
                  <a:pt x="446353" y="71436"/>
                </a:cubicBezTo>
                <a:close/>
                <a:moveTo>
                  <a:pt x="610347" y="127565"/>
                </a:moveTo>
                <a:cubicBezTo>
                  <a:pt x="601600" y="127565"/>
                  <a:pt x="593703" y="126229"/>
                  <a:pt x="586657" y="123556"/>
                </a:cubicBezTo>
                <a:cubicBezTo>
                  <a:pt x="579610" y="120883"/>
                  <a:pt x="574007" y="116692"/>
                  <a:pt x="569845" y="110982"/>
                </a:cubicBezTo>
                <a:cubicBezTo>
                  <a:pt x="565684" y="105272"/>
                  <a:pt x="563604" y="97861"/>
                  <a:pt x="563604" y="88749"/>
                </a:cubicBezTo>
                <a:lnTo>
                  <a:pt x="580096" y="88749"/>
                </a:lnTo>
                <a:cubicBezTo>
                  <a:pt x="580096" y="95249"/>
                  <a:pt x="581509" y="100351"/>
                  <a:pt x="584333" y="104057"/>
                </a:cubicBezTo>
                <a:cubicBezTo>
                  <a:pt x="587158" y="107762"/>
                  <a:pt x="590909" y="110374"/>
                  <a:pt x="595586" y="111893"/>
                </a:cubicBezTo>
                <a:cubicBezTo>
                  <a:pt x="600264" y="113411"/>
                  <a:pt x="605397" y="114171"/>
                  <a:pt x="610985" y="114171"/>
                </a:cubicBezTo>
                <a:cubicBezTo>
                  <a:pt x="616149" y="114171"/>
                  <a:pt x="620872" y="113396"/>
                  <a:pt x="625154" y="111847"/>
                </a:cubicBezTo>
                <a:cubicBezTo>
                  <a:pt x="629437" y="110298"/>
                  <a:pt x="632854" y="107960"/>
                  <a:pt x="635405" y="104831"/>
                </a:cubicBezTo>
                <a:cubicBezTo>
                  <a:pt x="637956" y="101703"/>
                  <a:pt x="639232" y="97678"/>
                  <a:pt x="639232" y="92758"/>
                </a:cubicBezTo>
                <a:cubicBezTo>
                  <a:pt x="639232" y="88506"/>
                  <a:pt x="638229" y="85013"/>
                  <a:pt x="636225" y="82279"/>
                </a:cubicBezTo>
                <a:cubicBezTo>
                  <a:pt x="634220" y="79546"/>
                  <a:pt x="630894" y="77162"/>
                  <a:pt x="626247" y="75127"/>
                </a:cubicBezTo>
                <a:cubicBezTo>
                  <a:pt x="621600" y="73092"/>
                  <a:pt x="615359" y="71072"/>
                  <a:pt x="607523" y="69067"/>
                </a:cubicBezTo>
                <a:cubicBezTo>
                  <a:pt x="598289" y="66638"/>
                  <a:pt x="590696" y="63980"/>
                  <a:pt x="584743" y="61095"/>
                </a:cubicBezTo>
                <a:cubicBezTo>
                  <a:pt x="578790" y="58209"/>
                  <a:pt x="574371" y="54610"/>
                  <a:pt x="571486" y="50297"/>
                </a:cubicBezTo>
                <a:cubicBezTo>
                  <a:pt x="568600" y="45984"/>
                  <a:pt x="567157" y="40517"/>
                  <a:pt x="567157" y="33896"/>
                </a:cubicBezTo>
                <a:cubicBezTo>
                  <a:pt x="567157" y="26910"/>
                  <a:pt x="568798" y="21033"/>
                  <a:pt x="572078" y="16265"/>
                </a:cubicBezTo>
                <a:cubicBezTo>
                  <a:pt x="575358" y="11496"/>
                  <a:pt x="580066" y="7867"/>
                  <a:pt x="586201" y="5376"/>
                </a:cubicBezTo>
                <a:cubicBezTo>
                  <a:pt x="592336" y="2885"/>
                  <a:pt x="599626" y="1640"/>
                  <a:pt x="608069" y="1640"/>
                </a:cubicBezTo>
                <a:cubicBezTo>
                  <a:pt x="615966" y="1640"/>
                  <a:pt x="623195" y="2916"/>
                  <a:pt x="629756" y="5467"/>
                </a:cubicBezTo>
                <a:cubicBezTo>
                  <a:pt x="636316" y="8018"/>
                  <a:pt x="641555" y="11845"/>
                  <a:pt x="645473" y="16948"/>
                </a:cubicBezTo>
                <a:cubicBezTo>
                  <a:pt x="649391" y="22051"/>
                  <a:pt x="651350" y="28398"/>
                  <a:pt x="651350" y="35992"/>
                </a:cubicBezTo>
                <a:lnTo>
                  <a:pt x="634949" y="35992"/>
                </a:lnTo>
                <a:cubicBezTo>
                  <a:pt x="635010" y="29067"/>
                  <a:pt x="632459" y="23827"/>
                  <a:pt x="627295" y="20274"/>
                </a:cubicBezTo>
                <a:cubicBezTo>
                  <a:pt x="622132" y="16720"/>
                  <a:pt x="615754" y="14943"/>
                  <a:pt x="608161" y="14943"/>
                </a:cubicBezTo>
                <a:cubicBezTo>
                  <a:pt x="600324" y="14943"/>
                  <a:pt x="594235" y="16508"/>
                  <a:pt x="589891" y="19636"/>
                </a:cubicBezTo>
                <a:cubicBezTo>
                  <a:pt x="585548" y="22764"/>
                  <a:pt x="583376" y="27335"/>
                  <a:pt x="583376" y="33349"/>
                </a:cubicBezTo>
                <a:cubicBezTo>
                  <a:pt x="583376" y="36933"/>
                  <a:pt x="584318" y="39925"/>
                  <a:pt x="586201" y="42324"/>
                </a:cubicBezTo>
                <a:cubicBezTo>
                  <a:pt x="588084" y="44724"/>
                  <a:pt x="591319" y="46895"/>
                  <a:pt x="595905" y="48839"/>
                </a:cubicBezTo>
                <a:cubicBezTo>
                  <a:pt x="600491" y="50783"/>
                  <a:pt x="606885" y="52818"/>
                  <a:pt x="615086" y="54944"/>
                </a:cubicBezTo>
                <a:cubicBezTo>
                  <a:pt x="624562" y="57495"/>
                  <a:pt x="632261" y="60229"/>
                  <a:pt x="638184" y="63145"/>
                </a:cubicBezTo>
                <a:cubicBezTo>
                  <a:pt x="644107" y="66060"/>
                  <a:pt x="648465" y="69796"/>
                  <a:pt x="651259" y="74352"/>
                </a:cubicBezTo>
                <a:cubicBezTo>
                  <a:pt x="654054" y="78908"/>
                  <a:pt x="655451" y="84892"/>
                  <a:pt x="655451" y="92302"/>
                </a:cubicBezTo>
                <a:cubicBezTo>
                  <a:pt x="655451" y="100199"/>
                  <a:pt x="653477" y="106745"/>
                  <a:pt x="649528" y="111938"/>
                </a:cubicBezTo>
                <a:cubicBezTo>
                  <a:pt x="645580" y="117132"/>
                  <a:pt x="640204" y="121035"/>
                  <a:pt x="633400" y="123647"/>
                </a:cubicBezTo>
                <a:cubicBezTo>
                  <a:pt x="626597" y="126259"/>
                  <a:pt x="618912" y="127565"/>
                  <a:pt x="610347" y="127565"/>
                </a:cubicBezTo>
                <a:close/>
                <a:moveTo>
                  <a:pt x="707143" y="125925"/>
                </a:moveTo>
                <a:cubicBezTo>
                  <a:pt x="699975" y="125925"/>
                  <a:pt x="694477" y="124745"/>
                  <a:pt x="690650" y="122386"/>
                </a:cubicBezTo>
                <a:cubicBezTo>
                  <a:pt x="686823" y="120026"/>
                  <a:pt x="684196" y="116629"/>
                  <a:pt x="682769" y="112195"/>
                </a:cubicBezTo>
                <a:cubicBezTo>
                  <a:pt x="681341" y="107758"/>
                  <a:pt x="680627" y="102426"/>
                  <a:pt x="680627" y="96198"/>
                </a:cubicBezTo>
                <a:lnTo>
                  <a:pt x="680627" y="46743"/>
                </a:lnTo>
                <a:lnTo>
                  <a:pt x="665775" y="46743"/>
                </a:lnTo>
                <a:lnTo>
                  <a:pt x="665775" y="34443"/>
                </a:lnTo>
                <a:lnTo>
                  <a:pt x="680627" y="34443"/>
                </a:lnTo>
                <a:lnTo>
                  <a:pt x="680627" y="14123"/>
                </a:lnTo>
                <a:lnTo>
                  <a:pt x="695753" y="14123"/>
                </a:lnTo>
                <a:lnTo>
                  <a:pt x="695753" y="34443"/>
                </a:lnTo>
                <a:lnTo>
                  <a:pt x="717621" y="34443"/>
                </a:lnTo>
                <a:lnTo>
                  <a:pt x="717621" y="46743"/>
                </a:lnTo>
                <a:lnTo>
                  <a:pt x="695753" y="46743"/>
                </a:lnTo>
                <a:lnTo>
                  <a:pt x="695753" y="95765"/>
                </a:lnTo>
                <a:cubicBezTo>
                  <a:pt x="695753" y="101528"/>
                  <a:pt x="696467" y="105945"/>
                  <a:pt x="697894" y="109017"/>
                </a:cubicBezTo>
                <a:cubicBezTo>
                  <a:pt x="699322" y="112088"/>
                  <a:pt x="702739" y="113624"/>
                  <a:pt x="708145" y="113624"/>
                </a:cubicBezTo>
                <a:lnTo>
                  <a:pt x="717803" y="113624"/>
                </a:lnTo>
                <a:lnTo>
                  <a:pt x="717803" y="125925"/>
                </a:lnTo>
                <a:lnTo>
                  <a:pt x="707143" y="125925"/>
                </a:lnTo>
                <a:close/>
                <a:moveTo>
                  <a:pt x="736872" y="125925"/>
                </a:moveTo>
                <a:lnTo>
                  <a:pt x="736872" y="34443"/>
                </a:lnTo>
                <a:lnTo>
                  <a:pt x="751177" y="34443"/>
                </a:lnTo>
                <a:lnTo>
                  <a:pt x="751724" y="49113"/>
                </a:lnTo>
                <a:cubicBezTo>
                  <a:pt x="754214" y="44496"/>
                  <a:pt x="757677" y="40639"/>
                  <a:pt x="762111" y="37541"/>
                </a:cubicBezTo>
                <a:cubicBezTo>
                  <a:pt x="766546" y="34443"/>
                  <a:pt x="772316" y="32894"/>
                  <a:pt x="779424" y="32894"/>
                </a:cubicBezTo>
                <a:lnTo>
                  <a:pt x="781246" y="32894"/>
                </a:lnTo>
                <a:lnTo>
                  <a:pt x="781246" y="46835"/>
                </a:lnTo>
                <a:lnTo>
                  <a:pt x="779150" y="46835"/>
                </a:lnTo>
                <a:cubicBezTo>
                  <a:pt x="774716" y="46835"/>
                  <a:pt x="770828" y="47436"/>
                  <a:pt x="767487" y="48640"/>
                </a:cubicBezTo>
                <a:cubicBezTo>
                  <a:pt x="764146" y="49842"/>
                  <a:pt x="761230" y="51503"/>
                  <a:pt x="758740" y="53623"/>
                </a:cubicBezTo>
                <a:cubicBezTo>
                  <a:pt x="756249" y="55743"/>
                  <a:pt x="754032" y="58196"/>
                  <a:pt x="752088" y="60981"/>
                </a:cubicBezTo>
                <a:lnTo>
                  <a:pt x="752088" y="125925"/>
                </a:lnTo>
                <a:lnTo>
                  <a:pt x="736872" y="125925"/>
                </a:lnTo>
                <a:close/>
                <a:moveTo>
                  <a:pt x="826608" y="127565"/>
                </a:moveTo>
                <a:cubicBezTo>
                  <a:pt x="816342" y="127565"/>
                  <a:pt x="808932" y="124615"/>
                  <a:pt x="804376" y="118715"/>
                </a:cubicBezTo>
                <a:cubicBezTo>
                  <a:pt x="799820" y="112813"/>
                  <a:pt x="797542" y="104684"/>
                  <a:pt x="797542" y="94327"/>
                </a:cubicBezTo>
                <a:lnTo>
                  <a:pt x="797542" y="34443"/>
                </a:lnTo>
                <a:lnTo>
                  <a:pt x="812850" y="34443"/>
                </a:lnTo>
                <a:lnTo>
                  <a:pt x="812850" y="92490"/>
                </a:lnTo>
                <a:cubicBezTo>
                  <a:pt x="812850" y="96657"/>
                  <a:pt x="813305" y="100382"/>
                  <a:pt x="814216" y="103664"/>
                </a:cubicBezTo>
                <a:cubicBezTo>
                  <a:pt x="815128" y="106946"/>
                  <a:pt x="816859" y="109503"/>
                  <a:pt x="819410" y="111335"/>
                </a:cubicBezTo>
                <a:cubicBezTo>
                  <a:pt x="821961" y="113165"/>
                  <a:pt x="825636" y="114080"/>
                  <a:pt x="830435" y="114080"/>
                </a:cubicBezTo>
                <a:cubicBezTo>
                  <a:pt x="837117" y="114080"/>
                  <a:pt x="842706" y="112644"/>
                  <a:pt x="847201" y="109771"/>
                </a:cubicBezTo>
                <a:cubicBezTo>
                  <a:pt x="851696" y="106899"/>
                  <a:pt x="855311" y="103569"/>
                  <a:pt x="858044" y="99780"/>
                </a:cubicBezTo>
                <a:lnTo>
                  <a:pt x="858044" y="34443"/>
                </a:lnTo>
                <a:lnTo>
                  <a:pt x="873352" y="34443"/>
                </a:lnTo>
                <a:lnTo>
                  <a:pt x="873352" y="125925"/>
                </a:lnTo>
                <a:lnTo>
                  <a:pt x="858682" y="125925"/>
                </a:lnTo>
                <a:lnTo>
                  <a:pt x="858226" y="112531"/>
                </a:lnTo>
                <a:cubicBezTo>
                  <a:pt x="855371" y="116054"/>
                  <a:pt x="851347" y="119440"/>
                  <a:pt x="846153" y="122690"/>
                </a:cubicBezTo>
                <a:cubicBezTo>
                  <a:pt x="840959" y="125940"/>
                  <a:pt x="834445" y="127565"/>
                  <a:pt x="826608" y="127565"/>
                </a:cubicBezTo>
                <a:close/>
                <a:moveTo>
                  <a:pt x="938850" y="127565"/>
                </a:moveTo>
                <a:cubicBezTo>
                  <a:pt x="930832" y="127565"/>
                  <a:pt x="923725" y="125828"/>
                  <a:pt x="917529" y="122354"/>
                </a:cubicBezTo>
                <a:cubicBezTo>
                  <a:pt x="911333" y="118879"/>
                  <a:pt x="906488" y="113650"/>
                  <a:pt x="902995" y="106668"/>
                </a:cubicBezTo>
                <a:cubicBezTo>
                  <a:pt x="899502" y="99686"/>
                  <a:pt x="897756" y="90936"/>
                  <a:pt x="897756" y="80417"/>
                </a:cubicBezTo>
                <a:cubicBezTo>
                  <a:pt x="897756" y="69899"/>
                  <a:pt x="899472" y="61117"/>
                  <a:pt x="902904" y="54073"/>
                </a:cubicBezTo>
                <a:cubicBezTo>
                  <a:pt x="906336" y="47028"/>
                  <a:pt x="911135" y="41738"/>
                  <a:pt x="917301" y="38201"/>
                </a:cubicBezTo>
                <a:cubicBezTo>
                  <a:pt x="923466" y="34663"/>
                  <a:pt x="930650" y="32894"/>
                  <a:pt x="938850" y="32894"/>
                </a:cubicBezTo>
                <a:cubicBezTo>
                  <a:pt x="945714" y="32894"/>
                  <a:pt x="951895" y="34051"/>
                  <a:pt x="957393" y="36365"/>
                </a:cubicBezTo>
                <a:cubicBezTo>
                  <a:pt x="962890" y="38679"/>
                  <a:pt x="967279" y="42166"/>
                  <a:pt x="970559" y="46826"/>
                </a:cubicBezTo>
                <a:cubicBezTo>
                  <a:pt x="973839" y="51486"/>
                  <a:pt x="975571" y="57382"/>
                  <a:pt x="975753" y="64511"/>
                </a:cubicBezTo>
                <a:lnTo>
                  <a:pt x="960718" y="64511"/>
                </a:lnTo>
                <a:cubicBezTo>
                  <a:pt x="960354" y="58519"/>
                  <a:pt x="958289" y="53801"/>
                  <a:pt x="954522" y="50360"/>
                </a:cubicBezTo>
                <a:cubicBezTo>
                  <a:pt x="950756" y="46916"/>
                  <a:pt x="945623" y="45194"/>
                  <a:pt x="939124" y="45194"/>
                </a:cubicBezTo>
                <a:cubicBezTo>
                  <a:pt x="930498" y="45194"/>
                  <a:pt x="924059" y="48280"/>
                  <a:pt x="919807" y="54451"/>
                </a:cubicBezTo>
                <a:cubicBezTo>
                  <a:pt x="915554" y="60623"/>
                  <a:pt x="913428" y="69279"/>
                  <a:pt x="913428" y="80420"/>
                </a:cubicBezTo>
                <a:cubicBezTo>
                  <a:pt x="913428" y="87825"/>
                  <a:pt x="914370" y="94108"/>
                  <a:pt x="916253" y="99267"/>
                </a:cubicBezTo>
                <a:cubicBezTo>
                  <a:pt x="918136" y="104425"/>
                  <a:pt x="920991" y="108381"/>
                  <a:pt x="924818" y="111135"/>
                </a:cubicBezTo>
                <a:cubicBezTo>
                  <a:pt x="928645" y="113888"/>
                  <a:pt x="933413" y="115264"/>
                  <a:pt x="939124" y="115264"/>
                </a:cubicBezTo>
                <a:cubicBezTo>
                  <a:pt x="945623" y="115264"/>
                  <a:pt x="950908" y="113494"/>
                  <a:pt x="954978" y="109954"/>
                </a:cubicBezTo>
                <a:cubicBezTo>
                  <a:pt x="959048" y="106411"/>
                  <a:pt x="961174" y="101226"/>
                  <a:pt x="961356" y="94398"/>
                </a:cubicBezTo>
                <a:lnTo>
                  <a:pt x="976391" y="94398"/>
                </a:lnTo>
                <a:cubicBezTo>
                  <a:pt x="976209" y="101790"/>
                  <a:pt x="974462" y="107944"/>
                  <a:pt x="971151" y="112861"/>
                </a:cubicBezTo>
                <a:cubicBezTo>
                  <a:pt x="967841" y="117778"/>
                  <a:pt x="963376" y="121457"/>
                  <a:pt x="957757" y="123900"/>
                </a:cubicBezTo>
                <a:cubicBezTo>
                  <a:pt x="952138" y="126344"/>
                  <a:pt x="945836" y="127565"/>
                  <a:pt x="938850" y="127565"/>
                </a:cubicBezTo>
                <a:close/>
                <a:moveTo>
                  <a:pt x="1029605" y="125925"/>
                </a:moveTo>
                <a:cubicBezTo>
                  <a:pt x="1022437" y="125925"/>
                  <a:pt x="1016939" y="124745"/>
                  <a:pt x="1013112" y="122386"/>
                </a:cubicBezTo>
                <a:cubicBezTo>
                  <a:pt x="1009285" y="120026"/>
                  <a:pt x="1006658" y="116629"/>
                  <a:pt x="1005231" y="112195"/>
                </a:cubicBezTo>
                <a:cubicBezTo>
                  <a:pt x="1003803" y="107758"/>
                  <a:pt x="1003089" y="102426"/>
                  <a:pt x="1003089" y="96198"/>
                </a:cubicBezTo>
                <a:lnTo>
                  <a:pt x="1003089" y="46743"/>
                </a:lnTo>
                <a:lnTo>
                  <a:pt x="988237" y="46743"/>
                </a:lnTo>
                <a:lnTo>
                  <a:pt x="988237" y="34443"/>
                </a:lnTo>
                <a:lnTo>
                  <a:pt x="1003089" y="34443"/>
                </a:lnTo>
                <a:lnTo>
                  <a:pt x="1003089" y="14123"/>
                </a:lnTo>
                <a:lnTo>
                  <a:pt x="1018215" y="14123"/>
                </a:lnTo>
                <a:lnTo>
                  <a:pt x="1018215" y="34443"/>
                </a:lnTo>
                <a:lnTo>
                  <a:pt x="1040083" y="34443"/>
                </a:lnTo>
                <a:lnTo>
                  <a:pt x="1040083" y="46743"/>
                </a:lnTo>
                <a:lnTo>
                  <a:pt x="1018215" y="46743"/>
                </a:lnTo>
                <a:lnTo>
                  <a:pt x="1018215" y="95765"/>
                </a:lnTo>
                <a:cubicBezTo>
                  <a:pt x="1018215" y="101528"/>
                  <a:pt x="1018929" y="105945"/>
                  <a:pt x="1020356" y="109017"/>
                </a:cubicBezTo>
                <a:cubicBezTo>
                  <a:pt x="1021784" y="112088"/>
                  <a:pt x="1025201" y="113624"/>
                  <a:pt x="1030607" y="113624"/>
                </a:cubicBezTo>
                <a:lnTo>
                  <a:pt x="1040265" y="113624"/>
                </a:lnTo>
                <a:lnTo>
                  <a:pt x="1040265" y="125925"/>
                </a:lnTo>
                <a:lnTo>
                  <a:pt x="1029605" y="125925"/>
                </a:lnTo>
                <a:close/>
                <a:moveTo>
                  <a:pt x="1087489" y="127565"/>
                </a:moveTo>
                <a:cubicBezTo>
                  <a:pt x="1077223" y="127565"/>
                  <a:pt x="1069812" y="124615"/>
                  <a:pt x="1065256" y="118715"/>
                </a:cubicBezTo>
                <a:cubicBezTo>
                  <a:pt x="1060700" y="112813"/>
                  <a:pt x="1058422" y="104684"/>
                  <a:pt x="1058422" y="94327"/>
                </a:cubicBezTo>
                <a:lnTo>
                  <a:pt x="1058422" y="34443"/>
                </a:lnTo>
                <a:lnTo>
                  <a:pt x="1073730" y="34443"/>
                </a:lnTo>
                <a:lnTo>
                  <a:pt x="1073730" y="92490"/>
                </a:lnTo>
                <a:cubicBezTo>
                  <a:pt x="1073730" y="96657"/>
                  <a:pt x="1074185" y="100382"/>
                  <a:pt x="1075097" y="103664"/>
                </a:cubicBezTo>
                <a:cubicBezTo>
                  <a:pt x="1076008" y="106946"/>
                  <a:pt x="1077739" y="109503"/>
                  <a:pt x="1080290" y="111335"/>
                </a:cubicBezTo>
                <a:cubicBezTo>
                  <a:pt x="1082842" y="113165"/>
                  <a:pt x="1086517" y="114080"/>
                  <a:pt x="1091316" y="114080"/>
                </a:cubicBezTo>
                <a:cubicBezTo>
                  <a:pt x="1097998" y="114080"/>
                  <a:pt x="1103586" y="112644"/>
                  <a:pt x="1108081" y="109771"/>
                </a:cubicBezTo>
                <a:cubicBezTo>
                  <a:pt x="1112577" y="106899"/>
                  <a:pt x="1116191" y="103569"/>
                  <a:pt x="1118924" y="99780"/>
                </a:cubicBezTo>
                <a:lnTo>
                  <a:pt x="1118924" y="34443"/>
                </a:lnTo>
                <a:lnTo>
                  <a:pt x="1134232" y="34443"/>
                </a:lnTo>
                <a:lnTo>
                  <a:pt x="1134232" y="125925"/>
                </a:lnTo>
                <a:lnTo>
                  <a:pt x="1119562" y="125925"/>
                </a:lnTo>
                <a:lnTo>
                  <a:pt x="1119107" y="112531"/>
                </a:lnTo>
                <a:cubicBezTo>
                  <a:pt x="1116252" y="116054"/>
                  <a:pt x="1112227" y="119440"/>
                  <a:pt x="1107034" y="122690"/>
                </a:cubicBezTo>
                <a:cubicBezTo>
                  <a:pt x="1101840" y="125940"/>
                  <a:pt x="1095325" y="127565"/>
                  <a:pt x="1087489" y="127565"/>
                </a:cubicBezTo>
                <a:close/>
                <a:moveTo>
                  <a:pt x="1163648" y="125925"/>
                </a:moveTo>
                <a:lnTo>
                  <a:pt x="1163648" y="34443"/>
                </a:lnTo>
                <a:lnTo>
                  <a:pt x="1177954" y="34443"/>
                </a:lnTo>
                <a:lnTo>
                  <a:pt x="1178500" y="49113"/>
                </a:lnTo>
                <a:cubicBezTo>
                  <a:pt x="1180991" y="44496"/>
                  <a:pt x="1184453" y="40639"/>
                  <a:pt x="1188888" y="37541"/>
                </a:cubicBezTo>
                <a:cubicBezTo>
                  <a:pt x="1193322" y="34443"/>
                  <a:pt x="1199093" y="32894"/>
                  <a:pt x="1206200" y="32894"/>
                </a:cubicBezTo>
                <a:lnTo>
                  <a:pt x="1208023" y="32894"/>
                </a:lnTo>
                <a:lnTo>
                  <a:pt x="1208023" y="46835"/>
                </a:lnTo>
                <a:lnTo>
                  <a:pt x="1205927" y="46835"/>
                </a:lnTo>
                <a:cubicBezTo>
                  <a:pt x="1201492" y="46835"/>
                  <a:pt x="1197605" y="47436"/>
                  <a:pt x="1194264" y="48640"/>
                </a:cubicBezTo>
                <a:cubicBezTo>
                  <a:pt x="1190923" y="49842"/>
                  <a:pt x="1188007" y="51503"/>
                  <a:pt x="1185516" y="53623"/>
                </a:cubicBezTo>
                <a:cubicBezTo>
                  <a:pt x="1183026" y="55743"/>
                  <a:pt x="1180809" y="58196"/>
                  <a:pt x="1178865" y="60981"/>
                </a:cubicBezTo>
                <a:lnTo>
                  <a:pt x="1178865" y="125925"/>
                </a:lnTo>
                <a:lnTo>
                  <a:pt x="1163648" y="125925"/>
                </a:lnTo>
                <a:close/>
                <a:moveTo>
                  <a:pt x="1261572" y="127565"/>
                </a:moveTo>
                <a:cubicBezTo>
                  <a:pt x="1251913" y="127565"/>
                  <a:pt x="1244001" y="125486"/>
                  <a:pt x="1237836" y="121326"/>
                </a:cubicBezTo>
                <a:cubicBezTo>
                  <a:pt x="1231670" y="117165"/>
                  <a:pt x="1227099" y="111505"/>
                  <a:pt x="1224122" y="104344"/>
                </a:cubicBezTo>
                <a:cubicBezTo>
                  <a:pt x="1221146" y="97182"/>
                  <a:pt x="1219658" y="89129"/>
                  <a:pt x="1219658" y="80184"/>
                </a:cubicBezTo>
                <a:cubicBezTo>
                  <a:pt x="1219658" y="70863"/>
                  <a:pt x="1221100" y="62653"/>
                  <a:pt x="1223986" y="55553"/>
                </a:cubicBezTo>
                <a:cubicBezTo>
                  <a:pt x="1226871" y="48454"/>
                  <a:pt x="1231275" y="42902"/>
                  <a:pt x="1237198" y="38899"/>
                </a:cubicBezTo>
                <a:cubicBezTo>
                  <a:pt x="1243121" y="34895"/>
                  <a:pt x="1250638" y="32894"/>
                  <a:pt x="1259750" y="32894"/>
                </a:cubicBezTo>
                <a:cubicBezTo>
                  <a:pt x="1271838" y="32894"/>
                  <a:pt x="1281314" y="36642"/>
                  <a:pt x="1288178" y="44138"/>
                </a:cubicBezTo>
                <a:cubicBezTo>
                  <a:pt x="1295043" y="51633"/>
                  <a:pt x="1298475" y="62407"/>
                  <a:pt x="1298475" y="76462"/>
                </a:cubicBezTo>
                <a:cubicBezTo>
                  <a:pt x="1298475" y="77400"/>
                  <a:pt x="1298444" y="78509"/>
                  <a:pt x="1298384" y="79791"/>
                </a:cubicBezTo>
                <a:cubicBezTo>
                  <a:pt x="1298323" y="81070"/>
                  <a:pt x="1298232" y="81991"/>
                  <a:pt x="1298110" y="82553"/>
                </a:cubicBezTo>
                <a:lnTo>
                  <a:pt x="1234874" y="82553"/>
                </a:lnTo>
                <a:cubicBezTo>
                  <a:pt x="1234935" y="88570"/>
                  <a:pt x="1235861" y="94097"/>
                  <a:pt x="1237653" y="99133"/>
                </a:cubicBezTo>
                <a:cubicBezTo>
                  <a:pt x="1239445" y="104170"/>
                  <a:pt x="1242285" y="108208"/>
                  <a:pt x="1246173" y="111249"/>
                </a:cubicBezTo>
                <a:cubicBezTo>
                  <a:pt x="1250061" y="114290"/>
                  <a:pt x="1255194" y="115811"/>
                  <a:pt x="1261572" y="115811"/>
                </a:cubicBezTo>
                <a:cubicBezTo>
                  <a:pt x="1268375" y="115811"/>
                  <a:pt x="1273691" y="114135"/>
                  <a:pt x="1277518" y="110782"/>
                </a:cubicBezTo>
                <a:cubicBezTo>
                  <a:pt x="1281344" y="107430"/>
                  <a:pt x="1283349" y="102593"/>
                  <a:pt x="1283531" y="96272"/>
                </a:cubicBezTo>
                <a:lnTo>
                  <a:pt x="1298566" y="96272"/>
                </a:lnTo>
                <a:cubicBezTo>
                  <a:pt x="1298384" y="102724"/>
                  <a:pt x="1296774" y="108284"/>
                  <a:pt x="1293737" y="112952"/>
                </a:cubicBezTo>
                <a:cubicBezTo>
                  <a:pt x="1290699" y="117620"/>
                  <a:pt x="1286447" y="121223"/>
                  <a:pt x="1280980" y="123761"/>
                </a:cubicBezTo>
                <a:cubicBezTo>
                  <a:pt x="1275513" y="126297"/>
                  <a:pt x="1269044" y="127565"/>
                  <a:pt x="1261572" y="127565"/>
                </a:cubicBezTo>
                <a:moveTo>
                  <a:pt x="1234965" y="71436"/>
                </a:moveTo>
                <a:lnTo>
                  <a:pt x="1283440" y="71436"/>
                </a:lnTo>
                <a:cubicBezTo>
                  <a:pt x="1283258" y="62733"/>
                  <a:pt x="1281102" y="56077"/>
                  <a:pt x="1276971" y="51470"/>
                </a:cubicBezTo>
                <a:cubicBezTo>
                  <a:pt x="1272840" y="46861"/>
                  <a:pt x="1267100" y="44557"/>
                  <a:pt x="1259750" y="44557"/>
                </a:cubicBezTo>
                <a:cubicBezTo>
                  <a:pt x="1252339" y="44557"/>
                  <a:pt x="1246522" y="46845"/>
                  <a:pt x="1242300" y="51422"/>
                </a:cubicBezTo>
                <a:cubicBezTo>
                  <a:pt x="1238079" y="55997"/>
                  <a:pt x="1235634" y="62668"/>
                  <a:pt x="1234965" y="7143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97C78-0F4D-4534-B030-8238D9D1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44" y="1565481"/>
            <a:ext cx="2155198" cy="270725"/>
          </a:xfrm>
          <a:custGeom xmlns:a="http://schemas.openxmlformats.org/drawingml/2006/main">
            <a:pathLst>
              <a:path w="2155198" h="270725">
                <a:moveTo>
                  <a:pt x="0" y="45062"/>
                </a:moveTo>
                <a:cubicBezTo>
                  <a:pt x="0" y="20145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145"/>
                  <a:pt x="2155198" y="45062"/>
                </a:cubicBezTo>
                <a:lnTo>
                  <a:pt x="2155198" y="225663"/>
                </a:lnTo>
                <a:cubicBezTo>
                  <a:pt x="2155198" y="250580"/>
                  <a:pt x="2134876" y="270725"/>
                  <a:pt x="2109959" y="270725"/>
                </a:cubicBezTo>
                <a:lnTo>
                  <a:pt x="45239" y="270725"/>
                </a:lnTo>
                <a:cubicBezTo>
                  <a:pt x="20322" y="270725"/>
                  <a:pt x="0" y="250580"/>
                  <a:pt x="0" y="225663"/>
                </a:cubicBezTo>
                <a:lnTo>
                  <a:pt x="0" y="45062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6BA35-D653-4493-83EC-DA75F274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44" y="1565481"/>
            <a:ext cx="2155198" cy="270725"/>
          </a:xfrm>
          <a:custGeom xmlns:a="http://schemas.openxmlformats.org/drawingml/2006/main">
            <a:pathLst>
              <a:path w="2155198" h="270725" fill="none">
                <a:moveTo>
                  <a:pt x="0" y="45062"/>
                </a:moveTo>
                <a:cubicBezTo>
                  <a:pt x="0" y="20145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145"/>
                  <a:pt x="2155198" y="45062"/>
                </a:cubicBezTo>
                <a:lnTo>
                  <a:pt x="2155198" y="225663"/>
                </a:lnTo>
                <a:cubicBezTo>
                  <a:pt x="2155198" y="250580"/>
                  <a:pt x="2134876" y="270725"/>
                  <a:pt x="2109959" y="270725"/>
                </a:cubicBezTo>
                <a:lnTo>
                  <a:pt x="45239" y="270725"/>
                </a:lnTo>
                <a:cubicBezTo>
                  <a:pt x="20322" y="270725"/>
                  <a:pt x="0" y="250580"/>
                  <a:pt x="0" y="225663"/>
                </a:cubicBezTo>
                <a:lnTo>
                  <a:pt x="0" y="450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13501B"/>
            </a:solidFill>
            <a:miter/>
          </a:ln>
        </p:spPr>
      </p:sp>
      <p:sp>
        <p:nvSpPr>
          <p:cNvPr id="257" name="Text #4SampleCode/Data">
            <a:extLst xmlns:a="http://schemas.openxmlformats.org/drawingml/2006/main">
              <a:ext uri="{FF2B5EF4-FFF2-40B4-BE49-F238E27FC236}">
                <a16:creationId xmlns:a16="http://schemas.microsoft.com/office/drawing/2014/main" id="{14811B01-25F1-40A1-BF6E-8576C24D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221" y="1637700"/>
            <a:ext cx="1753316" cy="156905"/>
          </a:xfrm>
          <a:custGeom xmlns:a="http://schemas.openxmlformats.org/drawingml/2006/main">
            <a:pathLst>
              <a:path w="1753316" h="156905">
                <a:moveTo>
                  <a:pt x="739395" y="111885"/>
                </a:moveTo>
                <a:lnTo>
                  <a:pt x="738750" y="111862"/>
                </a:lnTo>
                <a:lnTo>
                  <a:pt x="738126" y="111824"/>
                </a:lnTo>
                <a:lnTo>
                  <a:pt x="737523" y="111771"/>
                </a:lnTo>
                <a:lnTo>
                  <a:pt x="736940" y="111703"/>
                </a:lnTo>
                <a:lnTo>
                  <a:pt x="736378" y="111619"/>
                </a:lnTo>
                <a:lnTo>
                  <a:pt x="735837" y="111521"/>
                </a:lnTo>
                <a:lnTo>
                  <a:pt x="735317" y="111407"/>
                </a:lnTo>
                <a:lnTo>
                  <a:pt x="734817" y="111278"/>
                </a:lnTo>
                <a:lnTo>
                  <a:pt x="734338" y="111133"/>
                </a:lnTo>
                <a:lnTo>
                  <a:pt x="733880" y="110974"/>
                </a:lnTo>
                <a:lnTo>
                  <a:pt x="733443" y="110799"/>
                </a:lnTo>
                <a:lnTo>
                  <a:pt x="733026" y="110610"/>
                </a:lnTo>
                <a:lnTo>
                  <a:pt x="732630" y="110405"/>
                </a:lnTo>
                <a:lnTo>
                  <a:pt x="732254" y="110184"/>
                </a:lnTo>
                <a:lnTo>
                  <a:pt x="731900" y="109949"/>
                </a:lnTo>
                <a:lnTo>
                  <a:pt x="731566" y="109698"/>
                </a:lnTo>
                <a:lnTo>
                  <a:pt x="731253" y="109433"/>
                </a:lnTo>
                <a:lnTo>
                  <a:pt x="730960" y="109152"/>
                </a:lnTo>
                <a:lnTo>
                  <a:pt x="730689" y="108856"/>
                </a:lnTo>
                <a:lnTo>
                  <a:pt x="730438" y="108544"/>
                </a:lnTo>
                <a:lnTo>
                  <a:pt x="730208" y="108218"/>
                </a:lnTo>
                <a:lnTo>
                  <a:pt x="729998" y="107876"/>
                </a:lnTo>
                <a:lnTo>
                  <a:pt x="729809" y="107519"/>
                </a:lnTo>
                <a:lnTo>
                  <a:pt x="729634" y="107148"/>
                </a:lnTo>
                <a:lnTo>
                  <a:pt x="729467" y="106763"/>
                </a:lnTo>
                <a:lnTo>
                  <a:pt x="729307" y="106365"/>
                </a:lnTo>
                <a:lnTo>
                  <a:pt x="729155" y="105952"/>
                </a:lnTo>
                <a:lnTo>
                  <a:pt x="729010" y="105527"/>
                </a:lnTo>
                <a:lnTo>
                  <a:pt x="728872" y="105087"/>
                </a:lnTo>
                <a:lnTo>
                  <a:pt x="728742" y="104635"/>
                </a:lnTo>
                <a:lnTo>
                  <a:pt x="728620" y="104168"/>
                </a:lnTo>
                <a:lnTo>
                  <a:pt x="728504" y="103688"/>
                </a:lnTo>
                <a:lnTo>
                  <a:pt x="728397" y="103194"/>
                </a:lnTo>
                <a:lnTo>
                  <a:pt x="728296" y="102687"/>
                </a:lnTo>
                <a:lnTo>
                  <a:pt x="728203" y="102166"/>
                </a:lnTo>
                <a:lnTo>
                  <a:pt x="728118" y="101631"/>
                </a:lnTo>
                <a:lnTo>
                  <a:pt x="728040" y="101083"/>
                </a:lnTo>
                <a:lnTo>
                  <a:pt x="727969" y="100522"/>
                </a:lnTo>
                <a:lnTo>
                  <a:pt x="727906" y="99946"/>
                </a:lnTo>
                <a:lnTo>
                  <a:pt x="727850" y="99357"/>
                </a:lnTo>
                <a:lnTo>
                  <a:pt x="727802" y="98755"/>
                </a:lnTo>
                <a:lnTo>
                  <a:pt x="727761" y="98139"/>
                </a:lnTo>
                <a:lnTo>
                  <a:pt x="727727" y="97509"/>
                </a:lnTo>
                <a:lnTo>
                  <a:pt x="727701" y="96865"/>
                </a:lnTo>
                <a:lnTo>
                  <a:pt x="727683" y="96208"/>
                </a:lnTo>
                <a:lnTo>
                  <a:pt x="727672" y="95538"/>
                </a:lnTo>
                <a:lnTo>
                  <a:pt x="727668" y="94854"/>
                </a:lnTo>
                <a:lnTo>
                  <a:pt x="727668" y="1640"/>
                </a:lnTo>
                <a:lnTo>
                  <a:pt x="712542" y="1640"/>
                </a:lnTo>
                <a:lnTo>
                  <a:pt x="712542" y="95583"/>
                </a:lnTo>
                <a:lnTo>
                  <a:pt x="712546" y="96330"/>
                </a:lnTo>
                <a:lnTo>
                  <a:pt x="712557" y="97068"/>
                </a:lnTo>
                <a:lnTo>
                  <a:pt x="712575" y="97797"/>
                </a:lnTo>
                <a:lnTo>
                  <a:pt x="712601" y="98517"/>
                </a:lnTo>
                <a:lnTo>
                  <a:pt x="712633" y="99229"/>
                </a:lnTo>
                <a:lnTo>
                  <a:pt x="712673" y="99931"/>
                </a:lnTo>
                <a:lnTo>
                  <a:pt x="712721" y="100624"/>
                </a:lnTo>
                <a:lnTo>
                  <a:pt x="712775" y="101308"/>
                </a:lnTo>
                <a:lnTo>
                  <a:pt x="712837" y="101983"/>
                </a:lnTo>
                <a:lnTo>
                  <a:pt x="712906" y="102649"/>
                </a:lnTo>
                <a:lnTo>
                  <a:pt x="712983" y="103306"/>
                </a:lnTo>
                <a:lnTo>
                  <a:pt x="713066" y="103954"/>
                </a:lnTo>
                <a:lnTo>
                  <a:pt x="713157" y="104593"/>
                </a:lnTo>
                <a:lnTo>
                  <a:pt x="713255" y="105223"/>
                </a:lnTo>
                <a:lnTo>
                  <a:pt x="713361" y="105844"/>
                </a:lnTo>
                <a:lnTo>
                  <a:pt x="713474" y="106456"/>
                </a:lnTo>
                <a:lnTo>
                  <a:pt x="713594" y="107059"/>
                </a:lnTo>
                <a:lnTo>
                  <a:pt x="713721" y="107653"/>
                </a:lnTo>
                <a:lnTo>
                  <a:pt x="713856" y="108238"/>
                </a:lnTo>
                <a:lnTo>
                  <a:pt x="713998" y="108814"/>
                </a:lnTo>
                <a:lnTo>
                  <a:pt x="714147" y="109381"/>
                </a:lnTo>
                <a:lnTo>
                  <a:pt x="714303" y="109939"/>
                </a:lnTo>
                <a:lnTo>
                  <a:pt x="714467" y="110487"/>
                </a:lnTo>
                <a:lnTo>
                  <a:pt x="714638" y="111027"/>
                </a:lnTo>
                <a:lnTo>
                  <a:pt x="714819" y="111557"/>
                </a:lnTo>
                <a:lnTo>
                  <a:pt x="715013" y="112077"/>
                </a:lnTo>
                <a:lnTo>
                  <a:pt x="715219" y="112586"/>
                </a:lnTo>
                <a:lnTo>
                  <a:pt x="715438" y="113085"/>
                </a:lnTo>
                <a:lnTo>
                  <a:pt x="715669" y="113573"/>
                </a:lnTo>
                <a:lnTo>
                  <a:pt x="715914" y="114051"/>
                </a:lnTo>
                <a:lnTo>
                  <a:pt x="716171" y="114519"/>
                </a:lnTo>
                <a:lnTo>
                  <a:pt x="716440" y="114976"/>
                </a:lnTo>
                <a:lnTo>
                  <a:pt x="716722" y="115422"/>
                </a:lnTo>
                <a:lnTo>
                  <a:pt x="717017" y="115858"/>
                </a:lnTo>
                <a:lnTo>
                  <a:pt x="717325" y="116284"/>
                </a:lnTo>
                <a:lnTo>
                  <a:pt x="717645" y="116699"/>
                </a:lnTo>
                <a:lnTo>
                  <a:pt x="717978" y="117104"/>
                </a:lnTo>
                <a:lnTo>
                  <a:pt x="718323" y="117498"/>
                </a:lnTo>
                <a:lnTo>
                  <a:pt x="718681" y="117882"/>
                </a:lnTo>
                <a:lnTo>
                  <a:pt x="719052" y="118256"/>
                </a:lnTo>
                <a:lnTo>
                  <a:pt x="719436" y="118619"/>
                </a:lnTo>
                <a:lnTo>
                  <a:pt x="719832" y="118972"/>
                </a:lnTo>
                <a:lnTo>
                  <a:pt x="720241" y="119314"/>
                </a:lnTo>
                <a:lnTo>
                  <a:pt x="720662" y="119645"/>
                </a:lnTo>
                <a:lnTo>
                  <a:pt x="721096" y="119967"/>
                </a:lnTo>
                <a:lnTo>
                  <a:pt x="721543" y="120278"/>
                </a:lnTo>
                <a:lnTo>
                  <a:pt x="722002" y="120578"/>
                </a:lnTo>
                <a:lnTo>
                  <a:pt x="722474" y="120868"/>
                </a:lnTo>
                <a:lnTo>
                  <a:pt x="722961" y="121147"/>
                </a:lnTo>
                <a:lnTo>
                  <a:pt x="723466" y="121414"/>
                </a:lnTo>
                <a:lnTo>
                  <a:pt x="723989" y="121669"/>
                </a:lnTo>
                <a:lnTo>
                  <a:pt x="724529" y="121912"/>
                </a:lnTo>
                <a:lnTo>
                  <a:pt x="725087" y="122143"/>
                </a:lnTo>
                <a:lnTo>
                  <a:pt x="725663" y="122363"/>
                </a:lnTo>
                <a:lnTo>
                  <a:pt x="726257" y="122570"/>
                </a:lnTo>
                <a:lnTo>
                  <a:pt x="726868" y="122766"/>
                </a:lnTo>
                <a:lnTo>
                  <a:pt x="727497" y="122950"/>
                </a:lnTo>
                <a:lnTo>
                  <a:pt x="728144" y="123122"/>
                </a:lnTo>
                <a:lnTo>
                  <a:pt x="728808" y="123282"/>
                </a:lnTo>
                <a:lnTo>
                  <a:pt x="729490" y="123431"/>
                </a:lnTo>
                <a:lnTo>
                  <a:pt x="730190" y="123567"/>
                </a:lnTo>
                <a:lnTo>
                  <a:pt x="730908" y="123692"/>
                </a:lnTo>
                <a:lnTo>
                  <a:pt x="731643" y="123804"/>
                </a:lnTo>
                <a:lnTo>
                  <a:pt x="732396" y="123905"/>
                </a:lnTo>
                <a:lnTo>
                  <a:pt x="733167" y="123994"/>
                </a:lnTo>
                <a:lnTo>
                  <a:pt x="733955" y="124071"/>
                </a:lnTo>
                <a:lnTo>
                  <a:pt x="734761" y="124137"/>
                </a:lnTo>
                <a:lnTo>
                  <a:pt x="735585" y="124190"/>
                </a:lnTo>
                <a:lnTo>
                  <a:pt x="736427" y="124231"/>
                </a:lnTo>
                <a:lnTo>
                  <a:pt x="737286" y="124261"/>
                </a:lnTo>
                <a:lnTo>
                  <a:pt x="738163" y="124279"/>
                </a:lnTo>
                <a:lnTo>
                  <a:pt x="739058" y="124285"/>
                </a:lnTo>
                <a:lnTo>
                  <a:pt x="744160" y="124285"/>
                </a:lnTo>
                <a:lnTo>
                  <a:pt x="744160" y="111893"/>
                </a:lnTo>
                <a:lnTo>
                  <a:pt x="740060" y="111893"/>
                </a:lnTo>
                <a:lnTo>
                  <a:pt x="739395" y="111885"/>
                </a:lnTo>
                <a:close/>
                <a:moveTo>
                  <a:pt x="288363" y="125816"/>
                </a:moveTo>
                <a:lnTo>
                  <a:pt x="289392" y="125755"/>
                </a:lnTo>
                <a:lnTo>
                  <a:pt x="290413" y="125680"/>
                </a:lnTo>
                <a:lnTo>
                  <a:pt x="291424" y="125592"/>
                </a:lnTo>
                <a:lnTo>
                  <a:pt x="292425" y="125490"/>
                </a:lnTo>
                <a:lnTo>
                  <a:pt x="293418" y="125374"/>
                </a:lnTo>
                <a:lnTo>
                  <a:pt x="294402" y="125245"/>
                </a:lnTo>
                <a:lnTo>
                  <a:pt x="295376" y="125102"/>
                </a:lnTo>
                <a:lnTo>
                  <a:pt x="296341" y="124945"/>
                </a:lnTo>
                <a:lnTo>
                  <a:pt x="297297" y="124775"/>
                </a:lnTo>
                <a:lnTo>
                  <a:pt x="298244" y="124592"/>
                </a:lnTo>
                <a:lnTo>
                  <a:pt x="299181" y="124394"/>
                </a:lnTo>
                <a:lnTo>
                  <a:pt x="300110" y="124184"/>
                </a:lnTo>
                <a:lnTo>
                  <a:pt x="301029" y="123959"/>
                </a:lnTo>
                <a:lnTo>
                  <a:pt x="301939" y="123721"/>
                </a:lnTo>
                <a:lnTo>
                  <a:pt x="302840" y="123469"/>
                </a:lnTo>
                <a:lnTo>
                  <a:pt x="303732" y="123204"/>
                </a:lnTo>
                <a:lnTo>
                  <a:pt x="304614" y="122925"/>
                </a:lnTo>
                <a:lnTo>
                  <a:pt x="305488" y="122633"/>
                </a:lnTo>
                <a:lnTo>
                  <a:pt x="306352" y="122327"/>
                </a:lnTo>
                <a:lnTo>
                  <a:pt x="307207" y="122007"/>
                </a:lnTo>
                <a:lnTo>
                  <a:pt x="308050" y="121674"/>
                </a:lnTo>
                <a:lnTo>
                  <a:pt x="308878" y="121327"/>
                </a:lnTo>
                <a:lnTo>
                  <a:pt x="309691" y="120967"/>
                </a:lnTo>
                <a:lnTo>
                  <a:pt x="310490" y="120593"/>
                </a:lnTo>
                <a:lnTo>
                  <a:pt x="311273" y="120206"/>
                </a:lnTo>
                <a:lnTo>
                  <a:pt x="312042" y="119806"/>
                </a:lnTo>
                <a:lnTo>
                  <a:pt x="312796" y="119392"/>
                </a:lnTo>
                <a:lnTo>
                  <a:pt x="313534" y="118965"/>
                </a:lnTo>
                <a:lnTo>
                  <a:pt x="314258" y="118524"/>
                </a:lnTo>
                <a:lnTo>
                  <a:pt x="314968" y="118070"/>
                </a:lnTo>
                <a:lnTo>
                  <a:pt x="315662" y="117602"/>
                </a:lnTo>
                <a:lnTo>
                  <a:pt x="316341" y="117121"/>
                </a:lnTo>
                <a:lnTo>
                  <a:pt x="317006" y="116626"/>
                </a:lnTo>
                <a:lnTo>
                  <a:pt x="317656" y="116118"/>
                </a:lnTo>
                <a:lnTo>
                  <a:pt x="318290" y="115597"/>
                </a:lnTo>
                <a:lnTo>
                  <a:pt x="318910" y="115062"/>
                </a:lnTo>
                <a:lnTo>
                  <a:pt x="319515" y="114513"/>
                </a:lnTo>
                <a:lnTo>
                  <a:pt x="320106" y="113951"/>
                </a:lnTo>
                <a:lnTo>
                  <a:pt x="320681" y="113376"/>
                </a:lnTo>
                <a:lnTo>
                  <a:pt x="321241" y="112788"/>
                </a:lnTo>
                <a:lnTo>
                  <a:pt x="321787" y="112185"/>
                </a:lnTo>
                <a:lnTo>
                  <a:pt x="322318" y="111570"/>
                </a:lnTo>
                <a:lnTo>
                  <a:pt x="322834" y="110941"/>
                </a:lnTo>
                <a:lnTo>
                  <a:pt x="323335" y="110298"/>
                </a:lnTo>
                <a:lnTo>
                  <a:pt x="323818" y="109642"/>
                </a:lnTo>
                <a:lnTo>
                  <a:pt x="324281" y="108972"/>
                </a:lnTo>
                <a:lnTo>
                  <a:pt x="324723" y="108287"/>
                </a:lnTo>
                <a:lnTo>
                  <a:pt x="325144" y="107589"/>
                </a:lnTo>
                <a:lnTo>
                  <a:pt x="325545" y="106876"/>
                </a:lnTo>
                <a:lnTo>
                  <a:pt x="325926" y="106150"/>
                </a:lnTo>
                <a:lnTo>
                  <a:pt x="326286" y="105409"/>
                </a:lnTo>
                <a:lnTo>
                  <a:pt x="326625" y="104654"/>
                </a:lnTo>
                <a:lnTo>
                  <a:pt x="326944" y="103885"/>
                </a:lnTo>
                <a:lnTo>
                  <a:pt x="327242" y="103102"/>
                </a:lnTo>
                <a:lnTo>
                  <a:pt x="327520" y="102305"/>
                </a:lnTo>
                <a:lnTo>
                  <a:pt x="327777" y="101494"/>
                </a:lnTo>
                <a:lnTo>
                  <a:pt x="328013" y="100669"/>
                </a:lnTo>
                <a:lnTo>
                  <a:pt x="328229" y="99829"/>
                </a:lnTo>
                <a:lnTo>
                  <a:pt x="328424" y="98976"/>
                </a:lnTo>
                <a:lnTo>
                  <a:pt x="328599" y="98109"/>
                </a:lnTo>
                <a:lnTo>
                  <a:pt x="328753" y="97227"/>
                </a:lnTo>
                <a:lnTo>
                  <a:pt x="328887" y="96332"/>
                </a:lnTo>
                <a:lnTo>
                  <a:pt x="329000" y="95422"/>
                </a:lnTo>
                <a:lnTo>
                  <a:pt x="329093" y="94498"/>
                </a:lnTo>
                <a:lnTo>
                  <a:pt x="329165" y="93560"/>
                </a:lnTo>
                <a:lnTo>
                  <a:pt x="329216" y="92608"/>
                </a:lnTo>
                <a:lnTo>
                  <a:pt x="329247" y="91642"/>
                </a:lnTo>
                <a:lnTo>
                  <a:pt x="329257" y="90662"/>
                </a:lnTo>
                <a:lnTo>
                  <a:pt x="329250" y="89743"/>
                </a:lnTo>
                <a:lnTo>
                  <a:pt x="329228" y="88839"/>
                </a:lnTo>
                <a:lnTo>
                  <a:pt x="329192" y="87950"/>
                </a:lnTo>
                <a:lnTo>
                  <a:pt x="329141" y="87076"/>
                </a:lnTo>
                <a:lnTo>
                  <a:pt x="329075" y="86216"/>
                </a:lnTo>
                <a:lnTo>
                  <a:pt x="328995" y="85372"/>
                </a:lnTo>
                <a:lnTo>
                  <a:pt x="328901" y="84542"/>
                </a:lnTo>
                <a:lnTo>
                  <a:pt x="328792" y="83727"/>
                </a:lnTo>
                <a:lnTo>
                  <a:pt x="328668" y="82927"/>
                </a:lnTo>
                <a:lnTo>
                  <a:pt x="328530" y="82142"/>
                </a:lnTo>
                <a:lnTo>
                  <a:pt x="328377" y="81372"/>
                </a:lnTo>
                <a:lnTo>
                  <a:pt x="328209" y="80617"/>
                </a:lnTo>
                <a:lnTo>
                  <a:pt x="328028" y="79876"/>
                </a:lnTo>
                <a:lnTo>
                  <a:pt x="327831" y="79150"/>
                </a:lnTo>
                <a:lnTo>
                  <a:pt x="327620" y="78440"/>
                </a:lnTo>
                <a:lnTo>
                  <a:pt x="327394" y="77744"/>
                </a:lnTo>
                <a:lnTo>
                  <a:pt x="327154" y="77063"/>
                </a:lnTo>
                <a:lnTo>
                  <a:pt x="326900" y="76397"/>
                </a:lnTo>
                <a:lnTo>
                  <a:pt x="326630" y="75745"/>
                </a:lnTo>
                <a:lnTo>
                  <a:pt x="326347" y="75109"/>
                </a:lnTo>
                <a:lnTo>
                  <a:pt x="326048" y="74487"/>
                </a:lnTo>
                <a:lnTo>
                  <a:pt x="325735" y="73881"/>
                </a:lnTo>
                <a:lnTo>
                  <a:pt x="325408" y="73289"/>
                </a:lnTo>
                <a:lnTo>
                  <a:pt x="325066" y="72712"/>
                </a:lnTo>
                <a:lnTo>
                  <a:pt x="324708" y="72147"/>
                </a:lnTo>
                <a:lnTo>
                  <a:pt x="324335" y="71590"/>
                </a:lnTo>
                <a:lnTo>
                  <a:pt x="323945" y="71042"/>
                </a:lnTo>
                <a:lnTo>
                  <a:pt x="323538" y="70502"/>
                </a:lnTo>
                <a:lnTo>
                  <a:pt x="323116" y="69971"/>
                </a:lnTo>
                <a:lnTo>
                  <a:pt x="322677" y="69449"/>
                </a:lnTo>
                <a:lnTo>
                  <a:pt x="322222" y="68935"/>
                </a:lnTo>
                <a:lnTo>
                  <a:pt x="321750" y="68430"/>
                </a:lnTo>
                <a:lnTo>
                  <a:pt x="321262" y="67933"/>
                </a:lnTo>
                <a:lnTo>
                  <a:pt x="320758" y="67444"/>
                </a:lnTo>
                <a:lnTo>
                  <a:pt x="320238" y="66965"/>
                </a:lnTo>
                <a:lnTo>
                  <a:pt x="319701" y="66493"/>
                </a:lnTo>
                <a:lnTo>
                  <a:pt x="319148" y="66031"/>
                </a:lnTo>
                <a:lnTo>
                  <a:pt x="318579" y="65576"/>
                </a:lnTo>
                <a:lnTo>
                  <a:pt x="317994" y="65131"/>
                </a:lnTo>
                <a:lnTo>
                  <a:pt x="317392" y="64694"/>
                </a:lnTo>
                <a:lnTo>
                  <a:pt x="316774" y="64265"/>
                </a:lnTo>
                <a:lnTo>
                  <a:pt x="316139" y="63845"/>
                </a:lnTo>
                <a:lnTo>
                  <a:pt x="315488" y="63434"/>
                </a:lnTo>
                <a:lnTo>
                  <a:pt x="314821" y="63031"/>
                </a:lnTo>
                <a:lnTo>
                  <a:pt x="314138" y="62636"/>
                </a:lnTo>
                <a:lnTo>
                  <a:pt x="313439" y="62251"/>
                </a:lnTo>
                <a:lnTo>
                  <a:pt x="312723" y="61873"/>
                </a:lnTo>
                <a:lnTo>
                  <a:pt x="311990" y="61505"/>
                </a:lnTo>
                <a:lnTo>
                  <a:pt x="311241" y="61141"/>
                </a:lnTo>
                <a:lnTo>
                  <a:pt x="310473" y="60779"/>
                </a:lnTo>
                <a:lnTo>
                  <a:pt x="309686" y="60420"/>
                </a:lnTo>
                <a:lnTo>
                  <a:pt x="308881" y="60062"/>
                </a:lnTo>
                <a:lnTo>
                  <a:pt x="308057" y="59706"/>
                </a:lnTo>
                <a:lnTo>
                  <a:pt x="307215" y="59352"/>
                </a:lnTo>
                <a:lnTo>
                  <a:pt x="306355" y="59000"/>
                </a:lnTo>
                <a:lnTo>
                  <a:pt x="305476" y="58650"/>
                </a:lnTo>
                <a:lnTo>
                  <a:pt x="304578" y="58301"/>
                </a:lnTo>
                <a:lnTo>
                  <a:pt x="303662" y="57955"/>
                </a:lnTo>
                <a:lnTo>
                  <a:pt x="302727" y="57610"/>
                </a:lnTo>
                <a:lnTo>
                  <a:pt x="301774" y="57268"/>
                </a:lnTo>
                <a:lnTo>
                  <a:pt x="300802" y="56927"/>
                </a:lnTo>
                <a:lnTo>
                  <a:pt x="299812" y="56588"/>
                </a:lnTo>
                <a:lnTo>
                  <a:pt x="298803" y="56251"/>
                </a:lnTo>
                <a:lnTo>
                  <a:pt x="297776" y="55916"/>
                </a:lnTo>
                <a:lnTo>
                  <a:pt x="296730" y="55583"/>
                </a:lnTo>
                <a:lnTo>
                  <a:pt x="295666" y="55252"/>
                </a:lnTo>
                <a:lnTo>
                  <a:pt x="294583" y="54922"/>
                </a:lnTo>
                <a:lnTo>
                  <a:pt x="293482" y="54595"/>
                </a:lnTo>
                <a:lnTo>
                  <a:pt x="292362" y="54269"/>
                </a:lnTo>
                <a:lnTo>
                  <a:pt x="291224" y="53946"/>
                </a:lnTo>
                <a:lnTo>
                  <a:pt x="290067" y="53624"/>
                </a:lnTo>
                <a:lnTo>
                  <a:pt x="288892" y="53304"/>
                </a:lnTo>
                <a:lnTo>
                  <a:pt x="287876" y="53039"/>
                </a:lnTo>
                <a:lnTo>
                  <a:pt x="286880" y="52774"/>
                </a:lnTo>
                <a:lnTo>
                  <a:pt x="285902" y="52511"/>
                </a:lnTo>
                <a:lnTo>
                  <a:pt x="284942" y="52249"/>
                </a:lnTo>
                <a:lnTo>
                  <a:pt x="284002" y="51987"/>
                </a:lnTo>
                <a:lnTo>
                  <a:pt x="283080" y="51726"/>
                </a:lnTo>
                <a:lnTo>
                  <a:pt x="282178" y="51467"/>
                </a:lnTo>
                <a:lnTo>
                  <a:pt x="281294" y="51208"/>
                </a:lnTo>
                <a:lnTo>
                  <a:pt x="280429" y="50951"/>
                </a:lnTo>
                <a:lnTo>
                  <a:pt x="279583" y="50694"/>
                </a:lnTo>
                <a:lnTo>
                  <a:pt x="278755" y="50438"/>
                </a:lnTo>
                <a:lnTo>
                  <a:pt x="277947" y="50183"/>
                </a:lnTo>
                <a:lnTo>
                  <a:pt x="277157" y="49929"/>
                </a:lnTo>
                <a:lnTo>
                  <a:pt x="276386" y="49676"/>
                </a:lnTo>
                <a:lnTo>
                  <a:pt x="275634" y="49424"/>
                </a:lnTo>
                <a:lnTo>
                  <a:pt x="274900" y="49173"/>
                </a:lnTo>
                <a:lnTo>
                  <a:pt x="274186" y="48923"/>
                </a:lnTo>
                <a:lnTo>
                  <a:pt x="273490" y="48674"/>
                </a:lnTo>
                <a:lnTo>
                  <a:pt x="272813" y="48426"/>
                </a:lnTo>
                <a:lnTo>
                  <a:pt x="272155" y="48179"/>
                </a:lnTo>
                <a:lnTo>
                  <a:pt x="271516" y="47932"/>
                </a:lnTo>
                <a:lnTo>
                  <a:pt x="270896" y="47687"/>
                </a:lnTo>
                <a:lnTo>
                  <a:pt x="270294" y="47443"/>
                </a:lnTo>
                <a:lnTo>
                  <a:pt x="269712" y="47199"/>
                </a:lnTo>
                <a:lnTo>
                  <a:pt x="269146" y="46955"/>
                </a:lnTo>
                <a:lnTo>
                  <a:pt x="268593" y="46708"/>
                </a:lnTo>
                <a:lnTo>
                  <a:pt x="268055" y="46459"/>
                </a:lnTo>
                <a:lnTo>
                  <a:pt x="267531" y="46208"/>
                </a:lnTo>
                <a:lnTo>
                  <a:pt x="267021" y="45955"/>
                </a:lnTo>
                <a:lnTo>
                  <a:pt x="266525" y="45698"/>
                </a:lnTo>
                <a:lnTo>
                  <a:pt x="266044" y="45440"/>
                </a:lnTo>
                <a:lnTo>
                  <a:pt x="265576" y="45179"/>
                </a:lnTo>
                <a:lnTo>
                  <a:pt x="265122" y="44916"/>
                </a:lnTo>
                <a:lnTo>
                  <a:pt x="264683" y="44651"/>
                </a:lnTo>
                <a:lnTo>
                  <a:pt x="264257" y="44383"/>
                </a:lnTo>
                <a:lnTo>
                  <a:pt x="263846" y="44112"/>
                </a:lnTo>
                <a:lnTo>
                  <a:pt x="263449" y="43840"/>
                </a:lnTo>
                <a:lnTo>
                  <a:pt x="263066" y="43565"/>
                </a:lnTo>
                <a:lnTo>
                  <a:pt x="262696" y="43287"/>
                </a:lnTo>
                <a:lnTo>
                  <a:pt x="262341" y="43008"/>
                </a:lnTo>
                <a:lnTo>
                  <a:pt x="262000" y="42726"/>
                </a:lnTo>
                <a:lnTo>
                  <a:pt x="261673" y="42441"/>
                </a:lnTo>
                <a:lnTo>
                  <a:pt x="261361" y="42154"/>
                </a:lnTo>
                <a:lnTo>
                  <a:pt x="261062" y="41865"/>
                </a:lnTo>
                <a:lnTo>
                  <a:pt x="260777" y="41573"/>
                </a:lnTo>
                <a:lnTo>
                  <a:pt x="260507" y="41279"/>
                </a:lnTo>
                <a:lnTo>
                  <a:pt x="260250" y="40983"/>
                </a:lnTo>
                <a:lnTo>
                  <a:pt x="260008" y="40684"/>
                </a:lnTo>
                <a:lnTo>
                  <a:pt x="259777" y="40381"/>
                </a:lnTo>
                <a:lnTo>
                  <a:pt x="259557" y="40072"/>
                </a:lnTo>
                <a:lnTo>
                  <a:pt x="259346" y="39757"/>
                </a:lnTo>
                <a:lnTo>
                  <a:pt x="259145" y="39435"/>
                </a:lnTo>
                <a:lnTo>
                  <a:pt x="258953" y="39107"/>
                </a:lnTo>
                <a:lnTo>
                  <a:pt x="258772" y="38774"/>
                </a:lnTo>
                <a:lnTo>
                  <a:pt x="258600" y="38433"/>
                </a:lnTo>
                <a:lnTo>
                  <a:pt x="258438" y="38087"/>
                </a:lnTo>
                <a:lnTo>
                  <a:pt x="258286" y="37735"/>
                </a:lnTo>
                <a:lnTo>
                  <a:pt x="258144" y="37376"/>
                </a:lnTo>
                <a:lnTo>
                  <a:pt x="258012" y="37012"/>
                </a:lnTo>
                <a:lnTo>
                  <a:pt x="257889" y="36641"/>
                </a:lnTo>
                <a:lnTo>
                  <a:pt x="257776" y="36264"/>
                </a:lnTo>
                <a:lnTo>
                  <a:pt x="257673" y="35881"/>
                </a:lnTo>
                <a:lnTo>
                  <a:pt x="257580" y="35491"/>
                </a:lnTo>
                <a:lnTo>
                  <a:pt x="257497" y="35096"/>
                </a:lnTo>
                <a:lnTo>
                  <a:pt x="257423" y="34694"/>
                </a:lnTo>
                <a:lnTo>
                  <a:pt x="257360" y="34286"/>
                </a:lnTo>
                <a:lnTo>
                  <a:pt x="257306" y="33872"/>
                </a:lnTo>
                <a:lnTo>
                  <a:pt x="257262" y="33452"/>
                </a:lnTo>
                <a:lnTo>
                  <a:pt x="257227" y="33025"/>
                </a:lnTo>
                <a:lnTo>
                  <a:pt x="257203" y="32593"/>
                </a:lnTo>
                <a:lnTo>
                  <a:pt x="257188" y="32154"/>
                </a:lnTo>
                <a:lnTo>
                  <a:pt x="257183" y="31709"/>
                </a:lnTo>
                <a:lnTo>
                  <a:pt x="257194" y="30965"/>
                </a:lnTo>
                <a:lnTo>
                  <a:pt x="257228" y="30236"/>
                </a:lnTo>
                <a:lnTo>
                  <a:pt x="257285" y="29521"/>
                </a:lnTo>
                <a:lnTo>
                  <a:pt x="257364" y="28822"/>
                </a:lnTo>
                <a:lnTo>
                  <a:pt x="257466" y="28138"/>
                </a:lnTo>
                <a:lnTo>
                  <a:pt x="257590" y="27469"/>
                </a:lnTo>
                <a:lnTo>
                  <a:pt x="257737" y="26815"/>
                </a:lnTo>
                <a:lnTo>
                  <a:pt x="257907" y="26176"/>
                </a:lnTo>
                <a:lnTo>
                  <a:pt x="258099" y="25552"/>
                </a:lnTo>
                <a:lnTo>
                  <a:pt x="258314" y="24943"/>
                </a:lnTo>
                <a:lnTo>
                  <a:pt x="258552" y="24349"/>
                </a:lnTo>
                <a:lnTo>
                  <a:pt x="258812" y="23770"/>
                </a:lnTo>
                <a:lnTo>
                  <a:pt x="259095" y="23207"/>
                </a:lnTo>
                <a:lnTo>
                  <a:pt x="259400" y="22658"/>
                </a:lnTo>
                <a:lnTo>
                  <a:pt x="259728" y="22124"/>
                </a:lnTo>
                <a:lnTo>
                  <a:pt x="260079" y="21605"/>
                </a:lnTo>
                <a:lnTo>
                  <a:pt x="260452" y="21101"/>
                </a:lnTo>
                <a:lnTo>
                  <a:pt x="260848" y="20613"/>
                </a:lnTo>
                <a:lnTo>
                  <a:pt x="261266" y="20139"/>
                </a:lnTo>
                <a:lnTo>
                  <a:pt x="261707" y="19680"/>
                </a:lnTo>
                <a:lnTo>
                  <a:pt x="262171" y="19237"/>
                </a:lnTo>
                <a:lnTo>
                  <a:pt x="262657" y="18808"/>
                </a:lnTo>
                <a:lnTo>
                  <a:pt x="263166" y="18394"/>
                </a:lnTo>
                <a:lnTo>
                  <a:pt x="263698" y="17996"/>
                </a:lnTo>
                <a:lnTo>
                  <a:pt x="264250" y="17613"/>
                </a:lnTo>
                <a:lnTo>
                  <a:pt x="264820" y="17246"/>
                </a:lnTo>
                <a:lnTo>
                  <a:pt x="265409" y="16896"/>
                </a:lnTo>
                <a:lnTo>
                  <a:pt x="266015" y="16562"/>
                </a:lnTo>
                <a:lnTo>
                  <a:pt x="266640" y="16244"/>
                </a:lnTo>
                <a:lnTo>
                  <a:pt x="267283" y="15943"/>
                </a:lnTo>
                <a:lnTo>
                  <a:pt x="267944" y="15658"/>
                </a:lnTo>
                <a:lnTo>
                  <a:pt x="268623" y="15389"/>
                </a:lnTo>
                <a:lnTo>
                  <a:pt x="269321" y="15136"/>
                </a:lnTo>
                <a:lnTo>
                  <a:pt x="270037" y="14900"/>
                </a:lnTo>
                <a:lnTo>
                  <a:pt x="270771" y="14680"/>
                </a:lnTo>
                <a:lnTo>
                  <a:pt x="271523" y="14476"/>
                </a:lnTo>
                <a:lnTo>
                  <a:pt x="272293" y="14289"/>
                </a:lnTo>
                <a:lnTo>
                  <a:pt x="273082" y="14118"/>
                </a:lnTo>
                <a:lnTo>
                  <a:pt x="273888" y="13963"/>
                </a:lnTo>
                <a:lnTo>
                  <a:pt x="274713" y="13825"/>
                </a:lnTo>
                <a:lnTo>
                  <a:pt x="275556" y="13702"/>
                </a:lnTo>
                <a:lnTo>
                  <a:pt x="276417" y="13596"/>
                </a:lnTo>
                <a:lnTo>
                  <a:pt x="277297" y="13507"/>
                </a:lnTo>
                <a:lnTo>
                  <a:pt x="278195" y="13434"/>
                </a:lnTo>
                <a:lnTo>
                  <a:pt x="279110" y="13377"/>
                </a:lnTo>
                <a:lnTo>
                  <a:pt x="280044" y="13336"/>
                </a:lnTo>
                <a:lnTo>
                  <a:pt x="280997" y="13311"/>
                </a:lnTo>
                <a:lnTo>
                  <a:pt x="281967" y="13303"/>
                </a:lnTo>
                <a:lnTo>
                  <a:pt x="282910" y="13312"/>
                </a:lnTo>
                <a:lnTo>
                  <a:pt x="283840" y="13340"/>
                </a:lnTo>
                <a:lnTo>
                  <a:pt x="284758" y="13386"/>
                </a:lnTo>
                <a:lnTo>
                  <a:pt x="285662" y="13451"/>
                </a:lnTo>
                <a:lnTo>
                  <a:pt x="286555" y="13535"/>
                </a:lnTo>
                <a:lnTo>
                  <a:pt x="287434" y="13636"/>
                </a:lnTo>
                <a:lnTo>
                  <a:pt x="288301" y="13757"/>
                </a:lnTo>
                <a:lnTo>
                  <a:pt x="289155" y="13895"/>
                </a:lnTo>
                <a:lnTo>
                  <a:pt x="289997" y="14053"/>
                </a:lnTo>
                <a:lnTo>
                  <a:pt x="290826" y="14229"/>
                </a:lnTo>
                <a:lnTo>
                  <a:pt x="291642" y="14423"/>
                </a:lnTo>
                <a:lnTo>
                  <a:pt x="292446" y="14636"/>
                </a:lnTo>
                <a:lnTo>
                  <a:pt x="293237" y="14867"/>
                </a:lnTo>
                <a:lnTo>
                  <a:pt x="294015" y="15117"/>
                </a:lnTo>
                <a:lnTo>
                  <a:pt x="294781" y="15385"/>
                </a:lnTo>
                <a:lnTo>
                  <a:pt x="295534" y="15672"/>
                </a:lnTo>
                <a:lnTo>
                  <a:pt x="296274" y="15978"/>
                </a:lnTo>
                <a:lnTo>
                  <a:pt x="297002" y="16302"/>
                </a:lnTo>
                <a:lnTo>
                  <a:pt x="297717" y="16644"/>
                </a:lnTo>
                <a:lnTo>
                  <a:pt x="298419" y="17005"/>
                </a:lnTo>
                <a:lnTo>
                  <a:pt x="299109" y="17384"/>
                </a:lnTo>
                <a:lnTo>
                  <a:pt x="299786" y="17782"/>
                </a:lnTo>
                <a:lnTo>
                  <a:pt x="300450" y="18199"/>
                </a:lnTo>
                <a:lnTo>
                  <a:pt x="301102" y="18634"/>
                </a:lnTo>
                <a:lnTo>
                  <a:pt x="301734" y="19087"/>
                </a:lnTo>
                <a:lnTo>
                  <a:pt x="302338" y="19557"/>
                </a:lnTo>
                <a:lnTo>
                  <a:pt x="302916" y="20045"/>
                </a:lnTo>
                <a:lnTo>
                  <a:pt x="303466" y="20551"/>
                </a:lnTo>
                <a:lnTo>
                  <a:pt x="303989" y="21074"/>
                </a:lnTo>
                <a:lnTo>
                  <a:pt x="304485" y="21615"/>
                </a:lnTo>
                <a:lnTo>
                  <a:pt x="304953" y="22173"/>
                </a:lnTo>
                <a:lnTo>
                  <a:pt x="305395" y="22749"/>
                </a:lnTo>
                <a:lnTo>
                  <a:pt x="305809" y="23343"/>
                </a:lnTo>
                <a:lnTo>
                  <a:pt x="306196" y="23954"/>
                </a:lnTo>
                <a:lnTo>
                  <a:pt x="306555" y="24582"/>
                </a:lnTo>
                <a:lnTo>
                  <a:pt x="306888" y="25228"/>
                </a:lnTo>
                <a:lnTo>
                  <a:pt x="307193" y="25892"/>
                </a:lnTo>
                <a:lnTo>
                  <a:pt x="307471" y="26573"/>
                </a:lnTo>
                <a:lnTo>
                  <a:pt x="307722" y="27272"/>
                </a:lnTo>
                <a:lnTo>
                  <a:pt x="307946" y="27988"/>
                </a:lnTo>
                <a:lnTo>
                  <a:pt x="308142" y="28722"/>
                </a:lnTo>
                <a:lnTo>
                  <a:pt x="308312" y="29474"/>
                </a:lnTo>
                <a:lnTo>
                  <a:pt x="308454" y="30243"/>
                </a:lnTo>
                <a:lnTo>
                  <a:pt x="308568" y="31029"/>
                </a:lnTo>
                <a:lnTo>
                  <a:pt x="308656" y="31834"/>
                </a:lnTo>
                <a:lnTo>
                  <a:pt x="308717" y="32655"/>
                </a:lnTo>
                <a:lnTo>
                  <a:pt x="308750" y="33495"/>
                </a:lnTo>
                <a:lnTo>
                  <a:pt x="308756" y="34351"/>
                </a:lnTo>
                <a:lnTo>
                  <a:pt x="325157" y="34351"/>
                </a:lnTo>
                <a:lnTo>
                  <a:pt x="325147" y="33409"/>
                </a:lnTo>
                <a:lnTo>
                  <a:pt x="325116" y="32479"/>
                </a:lnTo>
                <a:lnTo>
                  <a:pt x="325065" y="31562"/>
                </a:lnTo>
                <a:lnTo>
                  <a:pt x="324994" y="30659"/>
                </a:lnTo>
                <a:lnTo>
                  <a:pt x="324902" y="29768"/>
                </a:lnTo>
                <a:lnTo>
                  <a:pt x="324790" y="28890"/>
                </a:lnTo>
                <a:lnTo>
                  <a:pt x="324657" y="28025"/>
                </a:lnTo>
                <a:lnTo>
                  <a:pt x="324504" y="27173"/>
                </a:lnTo>
                <a:lnTo>
                  <a:pt x="324331" y="26334"/>
                </a:lnTo>
                <a:lnTo>
                  <a:pt x="324137" y="25509"/>
                </a:lnTo>
                <a:lnTo>
                  <a:pt x="323922" y="24696"/>
                </a:lnTo>
                <a:lnTo>
                  <a:pt x="323688" y="23896"/>
                </a:lnTo>
                <a:lnTo>
                  <a:pt x="323433" y="23109"/>
                </a:lnTo>
                <a:lnTo>
                  <a:pt x="323157" y="22335"/>
                </a:lnTo>
                <a:lnTo>
                  <a:pt x="322861" y="21574"/>
                </a:lnTo>
                <a:lnTo>
                  <a:pt x="322545" y="20826"/>
                </a:lnTo>
                <a:lnTo>
                  <a:pt x="322208" y="20090"/>
                </a:lnTo>
                <a:lnTo>
                  <a:pt x="321851" y="19368"/>
                </a:lnTo>
                <a:lnTo>
                  <a:pt x="321474" y="18659"/>
                </a:lnTo>
                <a:lnTo>
                  <a:pt x="321076" y="17963"/>
                </a:lnTo>
                <a:lnTo>
                  <a:pt x="320657" y="17280"/>
                </a:lnTo>
                <a:lnTo>
                  <a:pt x="320219" y="16609"/>
                </a:lnTo>
                <a:lnTo>
                  <a:pt x="319759" y="15952"/>
                </a:lnTo>
                <a:lnTo>
                  <a:pt x="319280" y="15308"/>
                </a:lnTo>
                <a:lnTo>
                  <a:pt x="318783" y="14677"/>
                </a:lnTo>
                <a:lnTo>
                  <a:pt x="318273" y="14059"/>
                </a:lnTo>
                <a:lnTo>
                  <a:pt x="317749" y="13454"/>
                </a:lnTo>
                <a:lnTo>
                  <a:pt x="317211" y="12863"/>
                </a:lnTo>
                <a:lnTo>
                  <a:pt x="316659" y="12285"/>
                </a:lnTo>
                <a:lnTo>
                  <a:pt x="316094" y="11720"/>
                </a:lnTo>
                <a:lnTo>
                  <a:pt x="315514" y="11169"/>
                </a:lnTo>
                <a:lnTo>
                  <a:pt x="314921" y="10630"/>
                </a:lnTo>
                <a:lnTo>
                  <a:pt x="314315" y="10106"/>
                </a:lnTo>
                <a:lnTo>
                  <a:pt x="313694" y="9594"/>
                </a:lnTo>
                <a:lnTo>
                  <a:pt x="313060" y="9096"/>
                </a:lnTo>
                <a:lnTo>
                  <a:pt x="312412" y="8611"/>
                </a:lnTo>
                <a:lnTo>
                  <a:pt x="311750" y="8139"/>
                </a:lnTo>
                <a:lnTo>
                  <a:pt x="311075" y="7680"/>
                </a:lnTo>
                <a:lnTo>
                  <a:pt x="310385" y="7235"/>
                </a:lnTo>
                <a:lnTo>
                  <a:pt x="309682" y="6803"/>
                </a:lnTo>
                <a:lnTo>
                  <a:pt x="308965" y="6385"/>
                </a:lnTo>
                <a:lnTo>
                  <a:pt x="308235" y="5980"/>
                </a:lnTo>
                <a:lnTo>
                  <a:pt x="307490" y="5588"/>
                </a:lnTo>
                <a:lnTo>
                  <a:pt x="306732" y="5209"/>
                </a:lnTo>
                <a:lnTo>
                  <a:pt x="305960" y="4843"/>
                </a:lnTo>
                <a:lnTo>
                  <a:pt x="305175" y="4491"/>
                </a:lnTo>
                <a:lnTo>
                  <a:pt x="304375" y="4153"/>
                </a:lnTo>
                <a:lnTo>
                  <a:pt x="303562" y="3827"/>
                </a:lnTo>
                <a:lnTo>
                  <a:pt x="302739" y="3515"/>
                </a:lnTo>
                <a:lnTo>
                  <a:pt x="301908" y="3216"/>
                </a:lnTo>
                <a:lnTo>
                  <a:pt x="301071" y="2930"/>
                </a:lnTo>
                <a:lnTo>
                  <a:pt x="300226" y="2658"/>
                </a:lnTo>
                <a:lnTo>
                  <a:pt x="299375" y="2398"/>
                </a:lnTo>
                <a:lnTo>
                  <a:pt x="298516" y="2153"/>
                </a:lnTo>
                <a:lnTo>
                  <a:pt x="297651" y="1920"/>
                </a:lnTo>
                <a:lnTo>
                  <a:pt x="296779" y="1701"/>
                </a:lnTo>
                <a:lnTo>
                  <a:pt x="295900" y="1495"/>
                </a:lnTo>
                <a:lnTo>
                  <a:pt x="295013" y="1302"/>
                </a:lnTo>
                <a:lnTo>
                  <a:pt x="294120" y="1123"/>
                </a:lnTo>
                <a:lnTo>
                  <a:pt x="293220" y="957"/>
                </a:lnTo>
                <a:lnTo>
                  <a:pt x="292313" y="804"/>
                </a:lnTo>
                <a:lnTo>
                  <a:pt x="291399" y="664"/>
                </a:lnTo>
                <a:lnTo>
                  <a:pt x="290478" y="538"/>
                </a:lnTo>
                <a:lnTo>
                  <a:pt x="289550" y="425"/>
                </a:lnTo>
                <a:lnTo>
                  <a:pt x="288615" y="326"/>
                </a:lnTo>
                <a:lnTo>
                  <a:pt x="287673" y="239"/>
                </a:lnTo>
                <a:lnTo>
                  <a:pt x="286725" y="166"/>
                </a:lnTo>
                <a:lnTo>
                  <a:pt x="285769" y="106"/>
                </a:lnTo>
                <a:lnTo>
                  <a:pt x="284806" y="60"/>
                </a:lnTo>
                <a:lnTo>
                  <a:pt x="283836" y="27"/>
                </a:lnTo>
                <a:lnTo>
                  <a:pt x="282860" y="7"/>
                </a:lnTo>
                <a:lnTo>
                  <a:pt x="281876" y="0"/>
                </a:lnTo>
                <a:lnTo>
                  <a:pt x="280827" y="6"/>
                </a:lnTo>
                <a:lnTo>
                  <a:pt x="279789" y="26"/>
                </a:lnTo>
                <a:lnTo>
                  <a:pt x="278764" y="58"/>
                </a:lnTo>
                <a:lnTo>
                  <a:pt x="277750" y="104"/>
                </a:lnTo>
                <a:lnTo>
                  <a:pt x="276749" y="162"/>
                </a:lnTo>
                <a:lnTo>
                  <a:pt x="275760" y="233"/>
                </a:lnTo>
                <a:lnTo>
                  <a:pt x="274782" y="318"/>
                </a:lnTo>
                <a:lnTo>
                  <a:pt x="273817" y="415"/>
                </a:lnTo>
                <a:lnTo>
                  <a:pt x="272864" y="525"/>
                </a:lnTo>
                <a:lnTo>
                  <a:pt x="271923" y="649"/>
                </a:lnTo>
                <a:lnTo>
                  <a:pt x="270993" y="785"/>
                </a:lnTo>
                <a:lnTo>
                  <a:pt x="270076" y="934"/>
                </a:lnTo>
                <a:lnTo>
                  <a:pt x="269171" y="1096"/>
                </a:lnTo>
                <a:lnTo>
                  <a:pt x="268278" y="1271"/>
                </a:lnTo>
                <a:lnTo>
                  <a:pt x="267397" y="1459"/>
                </a:lnTo>
                <a:lnTo>
                  <a:pt x="266528" y="1660"/>
                </a:lnTo>
                <a:lnTo>
                  <a:pt x="265671" y="1874"/>
                </a:lnTo>
                <a:lnTo>
                  <a:pt x="264826" y="2101"/>
                </a:lnTo>
                <a:lnTo>
                  <a:pt x="263993" y="2341"/>
                </a:lnTo>
                <a:lnTo>
                  <a:pt x="263172" y="2594"/>
                </a:lnTo>
                <a:lnTo>
                  <a:pt x="262363" y="2860"/>
                </a:lnTo>
                <a:lnTo>
                  <a:pt x="261566" y="3139"/>
                </a:lnTo>
                <a:lnTo>
                  <a:pt x="260781" y="3431"/>
                </a:lnTo>
                <a:lnTo>
                  <a:pt x="260008" y="3736"/>
                </a:lnTo>
                <a:lnTo>
                  <a:pt x="259248" y="4053"/>
                </a:lnTo>
                <a:lnTo>
                  <a:pt x="258504" y="4382"/>
                </a:lnTo>
                <a:lnTo>
                  <a:pt x="257774" y="4723"/>
                </a:lnTo>
                <a:lnTo>
                  <a:pt x="257059" y="5076"/>
                </a:lnTo>
                <a:lnTo>
                  <a:pt x="256359" y="5441"/>
                </a:lnTo>
                <a:lnTo>
                  <a:pt x="255674" y="5817"/>
                </a:lnTo>
                <a:lnTo>
                  <a:pt x="255004" y="6206"/>
                </a:lnTo>
                <a:lnTo>
                  <a:pt x="254348" y="6606"/>
                </a:lnTo>
                <a:lnTo>
                  <a:pt x="253708" y="7018"/>
                </a:lnTo>
                <a:lnTo>
                  <a:pt x="253082" y="7442"/>
                </a:lnTo>
                <a:lnTo>
                  <a:pt x="252471" y="7878"/>
                </a:lnTo>
                <a:lnTo>
                  <a:pt x="251875" y="8326"/>
                </a:lnTo>
                <a:lnTo>
                  <a:pt x="251294" y="8786"/>
                </a:lnTo>
                <a:lnTo>
                  <a:pt x="250728" y="9257"/>
                </a:lnTo>
                <a:lnTo>
                  <a:pt x="250177" y="9740"/>
                </a:lnTo>
                <a:lnTo>
                  <a:pt x="249641" y="10236"/>
                </a:lnTo>
                <a:lnTo>
                  <a:pt x="249119" y="10743"/>
                </a:lnTo>
                <a:lnTo>
                  <a:pt x="248612" y="11262"/>
                </a:lnTo>
                <a:lnTo>
                  <a:pt x="248120" y="11792"/>
                </a:lnTo>
                <a:lnTo>
                  <a:pt x="247644" y="12335"/>
                </a:lnTo>
                <a:lnTo>
                  <a:pt x="247181" y="12890"/>
                </a:lnTo>
                <a:lnTo>
                  <a:pt x="246734" y="13456"/>
                </a:lnTo>
                <a:lnTo>
                  <a:pt x="246302" y="14034"/>
                </a:lnTo>
                <a:lnTo>
                  <a:pt x="245884" y="14624"/>
                </a:lnTo>
                <a:lnTo>
                  <a:pt x="245483" y="15226"/>
                </a:lnTo>
                <a:lnTo>
                  <a:pt x="245099" y="15840"/>
                </a:lnTo>
                <a:lnTo>
                  <a:pt x="244731" y="16465"/>
                </a:lnTo>
                <a:lnTo>
                  <a:pt x="244381" y="17101"/>
                </a:lnTo>
                <a:lnTo>
                  <a:pt x="244048" y="17749"/>
                </a:lnTo>
                <a:lnTo>
                  <a:pt x="243732" y="18409"/>
                </a:lnTo>
                <a:lnTo>
                  <a:pt x="243433" y="19080"/>
                </a:lnTo>
                <a:lnTo>
                  <a:pt x="243151" y="19762"/>
                </a:lnTo>
                <a:lnTo>
                  <a:pt x="242886" y="20457"/>
                </a:lnTo>
                <a:lnTo>
                  <a:pt x="242638" y="21162"/>
                </a:lnTo>
                <a:lnTo>
                  <a:pt x="242408" y="21880"/>
                </a:lnTo>
                <a:lnTo>
                  <a:pt x="242194" y="22609"/>
                </a:lnTo>
                <a:lnTo>
                  <a:pt x="241998" y="23349"/>
                </a:lnTo>
                <a:lnTo>
                  <a:pt x="241818" y="24101"/>
                </a:lnTo>
                <a:lnTo>
                  <a:pt x="241656" y="24865"/>
                </a:lnTo>
                <a:lnTo>
                  <a:pt x="241511" y="25640"/>
                </a:lnTo>
                <a:lnTo>
                  <a:pt x="241383" y="26426"/>
                </a:lnTo>
                <a:lnTo>
                  <a:pt x="241272" y="27224"/>
                </a:lnTo>
                <a:lnTo>
                  <a:pt x="241178" y="28034"/>
                </a:lnTo>
                <a:lnTo>
                  <a:pt x="241101" y="28855"/>
                </a:lnTo>
                <a:lnTo>
                  <a:pt x="241041" y="29688"/>
                </a:lnTo>
                <a:lnTo>
                  <a:pt x="240998" y="30532"/>
                </a:lnTo>
                <a:lnTo>
                  <a:pt x="240973" y="31388"/>
                </a:lnTo>
                <a:lnTo>
                  <a:pt x="240964" y="32256"/>
                </a:lnTo>
                <a:lnTo>
                  <a:pt x="240972" y="33077"/>
                </a:lnTo>
                <a:lnTo>
                  <a:pt x="240994" y="33887"/>
                </a:lnTo>
                <a:lnTo>
                  <a:pt x="241032" y="34685"/>
                </a:lnTo>
                <a:lnTo>
                  <a:pt x="241084" y="35470"/>
                </a:lnTo>
                <a:lnTo>
                  <a:pt x="241152" y="36244"/>
                </a:lnTo>
                <a:lnTo>
                  <a:pt x="241235" y="37005"/>
                </a:lnTo>
                <a:lnTo>
                  <a:pt x="241332" y="37755"/>
                </a:lnTo>
                <a:lnTo>
                  <a:pt x="241445" y="38492"/>
                </a:lnTo>
                <a:lnTo>
                  <a:pt x="241573" y="39218"/>
                </a:lnTo>
                <a:lnTo>
                  <a:pt x="241715" y="39931"/>
                </a:lnTo>
                <a:lnTo>
                  <a:pt x="241873" y="40633"/>
                </a:lnTo>
                <a:lnTo>
                  <a:pt x="242046" y="41322"/>
                </a:lnTo>
                <a:lnTo>
                  <a:pt x="242234" y="41999"/>
                </a:lnTo>
                <a:lnTo>
                  <a:pt x="242437" y="42665"/>
                </a:lnTo>
                <a:lnTo>
                  <a:pt x="242655" y="43318"/>
                </a:lnTo>
                <a:lnTo>
                  <a:pt x="242888" y="43959"/>
                </a:lnTo>
                <a:lnTo>
                  <a:pt x="243136" y="44589"/>
                </a:lnTo>
                <a:lnTo>
                  <a:pt x="243399" y="45206"/>
                </a:lnTo>
                <a:lnTo>
                  <a:pt x="243677" y="45811"/>
                </a:lnTo>
                <a:lnTo>
                  <a:pt x="243970" y="46404"/>
                </a:lnTo>
                <a:lnTo>
                  <a:pt x="244278" y="46986"/>
                </a:lnTo>
                <a:lnTo>
                  <a:pt x="244601" y="47555"/>
                </a:lnTo>
                <a:lnTo>
                  <a:pt x="244939" y="48112"/>
                </a:lnTo>
                <a:lnTo>
                  <a:pt x="245292" y="48657"/>
                </a:lnTo>
                <a:lnTo>
                  <a:pt x="245661" y="49192"/>
                </a:lnTo>
                <a:lnTo>
                  <a:pt x="246045" y="49720"/>
                </a:lnTo>
                <a:lnTo>
                  <a:pt x="246446" y="50241"/>
                </a:lnTo>
                <a:lnTo>
                  <a:pt x="246863" y="50754"/>
                </a:lnTo>
                <a:lnTo>
                  <a:pt x="247295" y="51260"/>
                </a:lnTo>
                <a:lnTo>
                  <a:pt x="247744" y="51758"/>
                </a:lnTo>
                <a:lnTo>
                  <a:pt x="248208" y="52249"/>
                </a:lnTo>
                <a:lnTo>
                  <a:pt x="248689" y="52732"/>
                </a:lnTo>
                <a:lnTo>
                  <a:pt x="249185" y="53208"/>
                </a:lnTo>
                <a:lnTo>
                  <a:pt x="249698" y="53676"/>
                </a:lnTo>
                <a:lnTo>
                  <a:pt x="250226" y="54137"/>
                </a:lnTo>
                <a:lnTo>
                  <a:pt x="250771" y="54591"/>
                </a:lnTo>
                <a:lnTo>
                  <a:pt x="251331" y="55037"/>
                </a:lnTo>
                <a:lnTo>
                  <a:pt x="251907" y="55476"/>
                </a:lnTo>
                <a:lnTo>
                  <a:pt x="252500" y="55907"/>
                </a:lnTo>
                <a:lnTo>
                  <a:pt x="253108" y="56331"/>
                </a:lnTo>
                <a:lnTo>
                  <a:pt x="253732" y="56748"/>
                </a:lnTo>
                <a:lnTo>
                  <a:pt x="254373" y="57157"/>
                </a:lnTo>
                <a:lnTo>
                  <a:pt x="255029" y="57558"/>
                </a:lnTo>
                <a:lnTo>
                  <a:pt x="255701" y="57952"/>
                </a:lnTo>
                <a:lnTo>
                  <a:pt x="256389" y="58339"/>
                </a:lnTo>
                <a:lnTo>
                  <a:pt x="257094" y="58718"/>
                </a:lnTo>
                <a:lnTo>
                  <a:pt x="257814" y="59090"/>
                </a:lnTo>
                <a:lnTo>
                  <a:pt x="258550" y="59454"/>
                </a:lnTo>
                <a:lnTo>
                  <a:pt x="259302" y="59814"/>
                </a:lnTo>
                <a:lnTo>
                  <a:pt x="260072" y="60171"/>
                </a:lnTo>
                <a:lnTo>
                  <a:pt x="260859" y="60526"/>
                </a:lnTo>
                <a:lnTo>
                  <a:pt x="261663" y="60878"/>
                </a:lnTo>
                <a:lnTo>
                  <a:pt x="262484" y="61228"/>
                </a:lnTo>
                <a:lnTo>
                  <a:pt x="263322" y="61576"/>
                </a:lnTo>
                <a:lnTo>
                  <a:pt x="264177" y="61921"/>
                </a:lnTo>
                <a:lnTo>
                  <a:pt x="265050" y="62264"/>
                </a:lnTo>
                <a:lnTo>
                  <a:pt x="265939" y="62604"/>
                </a:lnTo>
                <a:lnTo>
                  <a:pt x="266845" y="62943"/>
                </a:lnTo>
                <a:lnTo>
                  <a:pt x="267769" y="63278"/>
                </a:lnTo>
                <a:lnTo>
                  <a:pt x="268709" y="63612"/>
                </a:lnTo>
                <a:lnTo>
                  <a:pt x="269667" y="63943"/>
                </a:lnTo>
                <a:lnTo>
                  <a:pt x="270642" y="64271"/>
                </a:lnTo>
                <a:lnTo>
                  <a:pt x="271634" y="64598"/>
                </a:lnTo>
                <a:lnTo>
                  <a:pt x="272643" y="64922"/>
                </a:lnTo>
                <a:lnTo>
                  <a:pt x="273669" y="65243"/>
                </a:lnTo>
                <a:lnTo>
                  <a:pt x="274712" y="65562"/>
                </a:lnTo>
                <a:lnTo>
                  <a:pt x="275772" y="65879"/>
                </a:lnTo>
                <a:lnTo>
                  <a:pt x="276849" y="66193"/>
                </a:lnTo>
                <a:lnTo>
                  <a:pt x="277944" y="66505"/>
                </a:lnTo>
                <a:lnTo>
                  <a:pt x="279055" y="66815"/>
                </a:lnTo>
                <a:lnTo>
                  <a:pt x="280184" y="67122"/>
                </a:lnTo>
                <a:lnTo>
                  <a:pt x="281329" y="67427"/>
                </a:lnTo>
                <a:lnTo>
                  <a:pt x="282301" y="67678"/>
                </a:lnTo>
                <a:lnTo>
                  <a:pt x="283255" y="67929"/>
                </a:lnTo>
                <a:lnTo>
                  <a:pt x="284193" y="68180"/>
                </a:lnTo>
                <a:lnTo>
                  <a:pt x="285114" y="68431"/>
                </a:lnTo>
                <a:lnTo>
                  <a:pt x="286019" y="68682"/>
                </a:lnTo>
                <a:lnTo>
                  <a:pt x="286907" y="68934"/>
                </a:lnTo>
                <a:lnTo>
                  <a:pt x="287779" y="69185"/>
                </a:lnTo>
                <a:lnTo>
                  <a:pt x="288634" y="69437"/>
                </a:lnTo>
                <a:lnTo>
                  <a:pt x="289472" y="69689"/>
                </a:lnTo>
                <a:lnTo>
                  <a:pt x="290294" y="69941"/>
                </a:lnTo>
                <a:lnTo>
                  <a:pt x="291099" y="70193"/>
                </a:lnTo>
                <a:lnTo>
                  <a:pt x="291888" y="70446"/>
                </a:lnTo>
                <a:lnTo>
                  <a:pt x="292659" y="70698"/>
                </a:lnTo>
                <a:lnTo>
                  <a:pt x="293415" y="70951"/>
                </a:lnTo>
                <a:lnTo>
                  <a:pt x="294153" y="71204"/>
                </a:lnTo>
                <a:lnTo>
                  <a:pt x="294875" y="71457"/>
                </a:lnTo>
                <a:lnTo>
                  <a:pt x="295581" y="71710"/>
                </a:lnTo>
                <a:lnTo>
                  <a:pt x="296270" y="71963"/>
                </a:lnTo>
                <a:lnTo>
                  <a:pt x="296942" y="72217"/>
                </a:lnTo>
                <a:lnTo>
                  <a:pt x="297598" y="72470"/>
                </a:lnTo>
                <a:lnTo>
                  <a:pt x="298237" y="72724"/>
                </a:lnTo>
                <a:lnTo>
                  <a:pt x="298859" y="72978"/>
                </a:lnTo>
                <a:lnTo>
                  <a:pt x="299465" y="73232"/>
                </a:lnTo>
                <a:lnTo>
                  <a:pt x="300054" y="73487"/>
                </a:lnTo>
                <a:lnTo>
                  <a:pt x="300628" y="73743"/>
                </a:lnTo>
                <a:lnTo>
                  <a:pt x="301188" y="74003"/>
                </a:lnTo>
                <a:lnTo>
                  <a:pt x="301735" y="74266"/>
                </a:lnTo>
                <a:lnTo>
                  <a:pt x="302267" y="74533"/>
                </a:lnTo>
                <a:lnTo>
                  <a:pt x="302786" y="74804"/>
                </a:lnTo>
                <a:lnTo>
                  <a:pt x="303292" y="75078"/>
                </a:lnTo>
                <a:lnTo>
                  <a:pt x="303783" y="75356"/>
                </a:lnTo>
                <a:lnTo>
                  <a:pt x="304261" y="75638"/>
                </a:lnTo>
                <a:lnTo>
                  <a:pt x="304725" y="75923"/>
                </a:lnTo>
                <a:lnTo>
                  <a:pt x="305175" y="76212"/>
                </a:lnTo>
                <a:lnTo>
                  <a:pt x="305611" y="76505"/>
                </a:lnTo>
                <a:lnTo>
                  <a:pt x="306034" y="76801"/>
                </a:lnTo>
                <a:lnTo>
                  <a:pt x="306442" y="77101"/>
                </a:lnTo>
                <a:lnTo>
                  <a:pt x="306838" y="77404"/>
                </a:lnTo>
                <a:lnTo>
                  <a:pt x="307219" y="77711"/>
                </a:lnTo>
                <a:lnTo>
                  <a:pt x="307586" y="78022"/>
                </a:lnTo>
                <a:lnTo>
                  <a:pt x="307940" y="78337"/>
                </a:lnTo>
                <a:lnTo>
                  <a:pt x="308280" y="78655"/>
                </a:lnTo>
                <a:lnTo>
                  <a:pt x="308607" y="78976"/>
                </a:lnTo>
                <a:lnTo>
                  <a:pt x="308919" y="79302"/>
                </a:lnTo>
                <a:lnTo>
                  <a:pt x="309218" y="79631"/>
                </a:lnTo>
                <a:lnTo>
                  <a:pt x="309503" y="79963"/>
                </a:lnTo>
                <a:lnTo>
                  <a:pt x="309774" y="80299"/>
                </a:lnTo>
                <a:lnTo>
                  <a:pt x="310031" y="80639"/>
                </a:lnTo>
                <a:lnTo>
                  <a:pt x="310277" y="80985"/>
                </a:lnTo>
                <a:lnTo>
                  <a:pt x="310512" y="81339"/>
                </a:lnTo>
                <a:lnTo>
                  <a:pt x="310736" y="81700"/>
                </a:lnTo>
                <a:lnTo>
                  <a:pt x="310950" y="82069"/>
                </a:lnTo>
                <a:lnTo>
                  <a:pt x="311154" y="82447"/>
                </a:lnTo>
                <a:lnTo>
                  <a:pt x="311347" y="82832"/>
                </a:lnTo>
                <a:lnTo>
                  <a:pt x="311530" y="83225"/>
                </a:lnTo>
                <a:lnTo>
                  <a:pt x="311702" y="83626"/>
                </a:lnTo>
                <a:lnTo>
                  <a:pt x="311864" y="84035"/>
                </a:lnTo>
                <a:lnTo>
                  <a:pt x="312015" y="84452"/>
                </a:lnTo>
                <a:lnTo>
                  <a:pt x="312156" y="84876"/>
                </a:lnTo>
                <a:lnTo>
                  <a:pt x="312287" y="85309"/>
                </a:lnTo>
                <a:lnTo>
                  <a:pt x="312407" y="85750"/>
                </a:lnTo>
                <a:lnTo>
                  <a:pt x="312516" y="86198"/>
                </a:lnTo>
                <a:lnTo>
                  <a:pt x="312615" y="86655"/>
                </a:lnTo>
                <a:lnTo>
                  <a:pt x="312704" y="87119"/>
                </a:lnTo>
                <a:lnTo>
                  <a:pt x="312783" y="87591"/>
                </a:lnTo>
                <a:lnTo>
                  <a:pt x="312850" y="88071"/>
                </a:lnTo>
                <a:lnTo>
                  <a:pt x="312908" y="88559"/>
                </a:lnTo>
                <a:lnTo>
                  <a:pt x="312955" y="89055"/>
                </a:lnTo>
                <a:lnTo>
                  <a:pt x="312991" y="89559"/>
                </a:lnTo>
                <a:lnTo>
                  <a:pt x="313017" y="90071"/>
                </a:lnTo>
                <a:lnTo>
                  <a:pt x="313033" y="90590"/>
                </a:lnTo>
                <a:lnTo>
                  <a:pt x="313038" y="91118"/>
                </a:lnTo>
                <a:lnTo>
                  <a:pt x="313032" y="91728"/>
                </a:lnTo>
                <a:lnTo>
                  <a:pt x="313012" y="92329"/>
                </a:lnTo>
                <a:lnTo>
                  <a:pt x="312979" y="92921"/>
                </a:lnTo>
                <a:lnTo>
                  <a:pt x="312932" y="93503"/>
                </a:lnTo>
                <a:lnTo>
                  <a:pt x="312872" y="94076"/>
                </a:lnTo>
                <a:lnTo>
                  <a:pt x="312799" y="94640"/>
                </a:lnTo>
                <a:lnTo>
                  <a:pt x="312713" y="95195"/>
                </a:lnTo>
                <a:lnTo>
                  <a:pt x="312613" y="95740"/>
                </a:lnTo>
                <a:lnTo>
                  <a:pt x="312500" y="96275"/>
                </a:lnTo>
                <a:lnTo>
                  <a:pt x="312374" y="96802"/>
                </a:lnTo>
                <a:lnTo>
                  <a:pt x="312234" y="97319"/>
                </a:lnTo>
                <a:lnTo>
                  <a:pt x="312082" y="97826"/>
                </a:lnTo>
                <a:lnTo>
                  <a:pt x="311915" y="98325"/>
                </a:lnTo>
                <a:lnTo>
                  <a:pt x="311736" y="98814"/>
                </a:lnTo>
                <a:lnTo>
                  <a:pt x="311543" y="99294"/>
                </a:lnTo>
                <a:lnTo>
                  <a:pt x="311337" y="99764"/>
                </a:lnTo>
                <a:lnTo>
                  <a:pt x="311118" y="100225"/>
                </a:lnTo>
                <a:lnTo>
                  <a:pt x="310886" y="100677"/>
                </a:lnTo>
                <a:lnTo>
                  <a:pt x="310640" y="101119"/>
                </a:lnTo>
                <a:lnTo>
                  <a:pt x="310381" y="101552"/>
                </a:lnTo>
                <a:lnTo>
                  <a:pt x="310108" y="101976"/>
                </a:lnTo>
                <a:lnTo>
                  <a:pt x="309823" y="102390"/>
                </a:lnTo>
                <a:lnTo>
                  <a:pt x="309524" y="102795"/>
                </a:lnTo>
                <a:lnTo>
                  <a:pt x="309211" y="103191"/>
                </a:lnTo>
                <a:lnTo>
                  <a:pt x="308888" y="103578"/>
                </a:lnTo>
                <a:lnTo>
                  <a:pt x="308556" y="103957"/>
                </a:lnTo>
                <a:lnTo>
                  <a:pt x="308214" y="104327"/>
                </a:lnTo>
                <a:lnTo>
                  <a:pt x="307864" y="104689"/>
                </a:lnTo>
                <a:lnTo>
                  <a:pt x="307504" y="105043"/>
                </a:lnTo>
                <a:lnTo>
                  <a:pt x="307136" y="105389"/>
                </a:lnTo>
                <a:lnTo>
                  <a:pt x="306758" y="105727"/>
                </a:lnTo>
                <a:lnTo>
                  <a:pt x="306372" y="106056"/>
                </a:lnTo>
                <a:lnTo>
                  <a:pt x="305976" y="106377"/>
                </a:lnTo>
                <a:lnTo>
                  <a:pt x="305571" y="106690"/>
                </a:lnTo>
                <a:lnTo>
                  <a:pt x="305158" y="106995"/>
                </a:lnTo>
                <a:lnTo>
                  <a:pt x="304735" y="107291"/>
                </a:lnTo>
                <a:lnTo>
                  <a:pt x="304304" y="107580"/>
                </a:lnTo>
                <a:lnTo>
                  <a:pt x="303863" y="107860"/>
                </a:lnTo>
                <a:lnTo>
                  <a:pt x="303413" y="108131"/>
                </a:lnTo>
                <a:lnTo>
                  <a:pt x="302955" y="108395"/>
                </a:lnTo>
                <a:lnTo>
                  <a:pt x="302487" y="108650"/>
                </a:lnTo>
                <a:lnTo>
                  <a:pt x="302010" y="108897"/>
                </a:lnTo>
                <a:lnTo>
                  <a:pt x="301524" y="109136"/>
                </a:lnTo>
                <a:lnTo>
                  <a:pt x="301030" y="109367"/>
                </a:lnTo>
                <a:lnTo>
                  <a:pt x="300526" y="109589"/>
                </a:lnTo>
                <a:lnTo>
                  <a:pt x="300013" y="109803"/>
                </a:lnTo>
                <a:lnTo>
                  <a:pt x="299491" y="110009"/>
                </a:lnTo>
                <a:lnTo>
                  <a:pt x="298961" y="110207"/>
                </a:lnTo>
                <a:lnTo>
                  <a:pt x="298423" y="110397"/>
                </a:lnTo>
                <a:lnTo>
                  <a:pt x="297881" y="110578"/>
                </a:lnTo>
                <a:lnTo>
                  <a:pt x="297334" y="110752"/>
                </a:lnTo>
                <a:lnTo>
                  <a:pt x="296783" y="110917"/>
                </a:lnTo>
                <a:lnTo>
                  <a:pt x="296227" y="111074"/>
                </a:lnTo>
                <a:lnTo>
                  <a:pt x="295666" y="111224"/>
                </a:lnTo>
                <a:lnTo>
                  <a:pt x="295101" y="111365"/>
                </a:lnTo>
                <a:lnTo>
                  <a:pt x="294531" y="111498"/>
                </a:lnTo>
                <a:lnTo>
                  <a:pt x="293957" y="111623"/>
                </a:lnTo>
                <a:lnTo>
                  <a:pt x="293378" y="111740"/>
                </a:lnTo>
                <a:lnTo>
                  <a:pt x="292795" y="111849"/>
                </a:lnTo>
                <a:lnTo>
                  <a:pt x="292207" y="111950"/>
                </a:lnTo>
                <a:lnTo>
                  <a:pt x="291614" y="112043"/>
                </a:lnTo>
                <a:lnTo>
                  <a:pt x="291017" y="112127"/>
                </a:lnTo>
                <a:lnTo>
                  <a:pt x="290415" y="112204"/>
                </a:lnTo>
                <a:lnTo>
                  <a:pt x="289808" y="112272"/>
                </a:lnTo>
                <a:lnTo>
                  <a:pt x="289197" y="112333"/>
                </a:lnTo>
                <a:lnTo>
                  <a:pt x="288582" y="112385"/>
                </a:lnTo>
                <a:lnTo>
                  <a:pt x="287962" y="112430"/>
                </a:lnTo>
                <a:lnTo>
                  <a:pt x="287337" y="112466"/>
                </a:lnTo>
                <a:lnTo>
                  <a:pt x="286707" y="112494"/>
                </a:lnTo>
                <a:lnTo>
                  <a:pt x="286073" y="112514"/>
                </a:lnTo>
                <a:lnTo>
                  <a:pt x="285435" y="112527"/>
                </a:lnTo>
                <a:lnTo>
                  <a:pt x="284792" y="112531"/>
                </a:lnTo>
                <a:lnTo>
                  <a:pt x="284096" y="112527"/>
                </a:lnTo>
                <a:lnTo>
                  <a:pt x="283404" y="112515"/>
                </a:lnTo>
                <a:lnTo>
                  <a:pt x="282717" y="112495"/>
                </a:lnTo>
                <a:lnTo>
                  <a:pt x="282035" y="112467"/>
                </a:lnTo>
                <a:lnTo>
                  <a:pt x="281358" y="112432"/>
                </a:lnTo>
                <a:lnTo>
                  <a:pt x="280686" y="112388"/>
                </a:lnTo>
                <a:lnTo>
                  <a:pt x="280018" y="112337"/>
                </a:lnTo>
                <a:lnTo>
                  <a:pt x="279355" y="112278"/>
                </a:lnTo>
                <a:lnTo>
                  <a:pt x="278697" y="112210"/>
                </a:lnTo>
                <a:lnTo>
                  <a:pt x="278043" y="112135"/>
                </a:lnTo>
                <a:lnTo>
                  <a:pt x="277395" y="112052"/>
                </a:lnTo>
                <a:lnTo>
                  <a:pt x="276751" y="111961"/>
                </a:lnTo>
                <a:lnTo>
                  <a:pt x="276111" y="111862"/>
                </a:lnTo>
                <a:lnTo>
                  <a:pt x="275477" y="111755"/>
                </a:lnTo>
                <a:lnTo>
                  <a:pt x="274847" y="111641"/>
                </a:lnTo>
                <a:lnTo>
                  <a:pt x="274222" y="111518"/>
                </a:lnTo>
                <a:lnTo>
                  <a:pt x="273602" y="111388"/>
                </a:lnTo>
                <a:lnTo>
                  <a:pt x="272986" y="111249"/>
                </a:lnTo>
                <a:lnTo>
                  <a:pt x="272376" y="111103"/>
                </a:lnTo>
                <a:lnTo>
                  <a:pt x="271770" y="110949"/>
                </a:lnTo>
                <a:lnTo>
                  <a:pt x="271168" y="110787"/>
                </a:lnTo>
                <a:lnTo>
                  <a:pt x="270572" y="110617"/>
                </a:lnTo>
                <a:lnTo>
                  <a:pt x="269980" y="110439"/>
                </a:lnTo>
                <a:lnTo>
                  <a:pt x="269393" y="110253"/>
                </a:lnTo>
                <a:lnTo>
                  <a:pt x="268813" y="110057"/>
                </a:lnTo>
                <a:lnTo>
                  <a:pt x="268243" y="109850"/>
                </a:lnTo>
                <a:lnTo>
                  <a:pt x="267682" y="109632"/>
                </a:lnTo>
                <a:lnTo>
                  <a:pt x="267131" y="109402"/>
                </a:lnTo>
                <a:lnTo>
                  <a:pt x="266590" y="109161"/>
                </a:lnTo>
                <a:lnTo>
                  <a:pt x="266059" y="108909"/>
                </a:lnTo>
                <a:lnTo>
                  <a:pt x="265537" y="108645"/>
                </a:lnTo>
                <a:lnTo>
                  <a:pt x="265024" y="108370"/>
                </a:lnTo>
                <a:lnTo>
                  <a:pt x="264522" y="108083"/>
                </a:lnTo>
                <a:lnTo>
                  <a:pt x="264029" y="107785"/>
                </a:lnTo>
                <a:lnTo>
                  <a:pt x="263545" y="107475"/>
                </a:lnTo>
                <a:lnTo>
                  <a:pt x="263072" y="107155"/>
                </a:lnTo>
                <a:lnTo>
                  <a:pt x="262607" y="106822"/>
                </a:lnTo>
                <a:lnTo>
                  <a:pt x="262153" y="106479"/>
                </a:lnTo>
                <a:lnTo>
                  <a:pt x="261708" y="106124"/>
                </a:lnTo>
                <a:lnTo>
                  <a:pt x="261273" y="105758"/>
                </a:lnTo>
                <a:lnTo>
                  <a:pt x="260848" y="105380"/>
                </a:lnTo>
                <a:lnTo>
                  <a:pt x="260432" y="104991"/>
                </a:lnTo>
                <a:lnTo>
                  <a:pt x="260026" y="104590"/>
                </a:lnTo>
                <a:lnTo>
                  <a:pt x="259629" y="104178"/>
                </a:lnTo>
                <a:lnTo>
                  <a:pt x="259242" y="103755"/>
                </a:lnTo>
                <a:lnTo>
                  <a:pt x="258865" y="103320"/>
                </a:lnTo>
                <a:lnTo>
                  <a:pt x="258498" y="102874"/>
                </a:lnTo>
                <a:lnTo>
                  <a:pt x="258140" y="102417"/>
                </a:lnTo>
                <a:lnTo>
                  <a:pt x="257794" y="101946"/>
                </a:lnTo>
                <a:lnTo>
                  <a:pt x="257463" y="101461"/>
                </a:lnTo>
                <a:lnTo>
                  <a:pt x="257147" y="100961"/>
                </a:lnTo>
                <a:lnTo>
                  <a:pt x="256845" y="100447"/>
                </a:lnTo>
                <a:lnTo>
                  <a:pt x="256558" y="99919"/>
                </a:lnTo>
                <a:lnTo>
                  <a:pt x="256286" y="99375"/>
                </a:lnTo>
                <a:lnTo>
                  <a:pt x="256029" y="98818"/>
                </a:lnTo>
                <a:lnTo>
                  <a:pt x="255786" y="98245"/>
                </a:lnTo>
                <a:lnTo>
                  <a:pt x="255558" y="97658"/>
                </a:lnTo>
                <a:lnTo>
                  <a:pt x="255345" y="97057"/>
                </a:lnTo>
                <a:lnTo>
                  <a:pt x="255146" y="96441"/>
                </a:lnTo>
                <a:lnTo>
                  <a:pt x="254962" y="95810"/>
                </a:lnTo>
                <a:lnTo>
                  <a:pt x="254793" y="95165"/>
                </a:lnTo>
                <a:lnTo>
                  <a:pt x="254638" y="94506"/>
                </a:lnTo>
                <a:lnTo>
                  <a:pt x="254499" y="93832"/>
                </a:lnTo>
                <a:lnTo>
                  <a:pt x="254374" y="93143"/>
                </a:lnTo>
                <a:lnTo>
                  <a:pt x="254263" y="92439"/>
                </a:lnTo>
                <a:lnTo>
                  <a:pt x="254168" y="91722"/>
                </a:lnTo>
                <a:lnTo>
                  <a:pt x="254087" y="90989"/>
                </a:lnTo>
                <a:lnTo>
                  <a:pt x="254021" y="90242"/>
                </a:lnTo>
                <a:lnTo>
                  <a:pt x="253969" y="89481"/>
                </a:lnTo>
                <a:lnTo>
                  <a:pt x="253932" y="88705"/>
                </a:lnTo>
                <a:lnTo>
                  <a:pt x="253910" y="87914"/>
                </a:lnTo>
                <a:lnTo>
                  <a:pt x="253903" y="87109"/>
                </a:lnTo>
                <a:lnTo>
                  <a:pt x="237410" y="87109"/>
                </a:lnTo>
                <a:lnTo>
                  <a:pt x="237421" y="88239"/>
                </a:lnTo>
                <a:lnTo>
                  <a:pt x="237454" y="89351"/>
                </a:lnTo>
                <a:lnTo>
                  <a:pt x="237508" y="90446"/>
                </a:lnTo>
                <a:lnTo>
                  <a:pt x="237584" y="91523"/>
                </a:lnTo>
                <a:lnTo>
                  <a:pt x="237681" y="92582"/>
                </a:lnTo>
                <a:lnTo>
                  <a:pt x="237801" y="93624"/>
                </a:lnTo>
                <a:lnTo>
                  <a:pt x="237941" y="94647"/>
                </a:lnTo>
                <a:lnTo>
                  <a:pt x="238104" y="95654"/>
                </a:lnTo>
                <a:lnTo>
                  <a:pt x="238288" y="96642"/>
                </a:lnTo>
                <a:lnTo>
                  <a:pt x="238494" y="97613"/>
                </a:lnTo>
                <a:lnTo>
                  <a:pt x="238722" y="98566"/>
                </a:lnTo>
                <a:lnTo>
                  <a:pt x="238971" y="99501"/>
                </a:lnTo>
                <a:lnTo>
                  <a:pt x="239242" y="100418"/>
                </a:lnTo>
                <a:lnTo>
                  <a:pt x="239534" y="101318"/>
                </a:lnTo>
                <a:lnTo>
                  <a:pt x="239849" y="102200"/>
                </a:lnTo>
                <a:lnTo>
                  <a:pt x="240184" y="103064"/>
                </a:lnTo>
                <a:lnTo>
                  <a:pt x="240542" y="103911"/>
                </a:lnTo>
                <a:lnTo>
                  <a:pt x="240921" y="104740"/>
                </a:lnTo>
                <a:lnTo>
                  <a:pt x="241322" y="105551"/>
                </a:lnTo>
                <a:lnTo>
                  <a:pt x="241745" y="106345"/>
                </a:lnTo>
                <a:lnTo>
                  <a:pt x="242189" y="107120"/>
                </a:lnTo>
                <a:lnTo>
                  <a:pt x="242655" y="107879"/>
                </a:lnTo>
                <a:lnTo>
                  <a:pt x="243143" y="108619"/>
                </a:lnTo>
                <a:lnTo>
                  <a:pt x="243652" y="109341"/>
                </a:lnTo>
                <a:lnTo>
                  <a:pt x="244180" y="110047"/>
                </a:lnTo>
                <a:lnTo>
                  <a:pt x="244722" y="110737"/>
                </a:lnTo>
                <a:lnTo>
                  <a:pt x="245280" y="111412"/>
                </a:lnTo>
                <a:lnTo>
                  <a:pt x="245853" y="112070"/>
                </a:lnTo>
                <a:lnTo>
                  <a:pt x="246441" y="112713"/>
                </a:lnTo>
                <a:lnTo>
                  <a:pt x="247043" y="113339"/>
                </a:lnTo>
                <a:lnTo>
                  <a:pt x="247661" y="113950"/>
                </a:lnTo>
                <a:lnTo>
                  <a:pt x="248294" y="114545"/>
                </a:lnTo>
                <a:lnTo>
                  <a:pt x="248942" y="115125"/>
                </a:lnTo>
                <a:lnTo>
                  <a:pt x="249605" y="115688"/>
                </a:lnTo>
                <a:lnTo>
                  <a:pt x="250283" y="116236"/>
                </a:lnTo>
                <a:lnTo>
                  <a:pt x="250976" y="116768"/>
                </a:lnTo>
                <a:lnTo>
                  <a:pt x="251684" y="117284"/>
                </a:lnTo>
                <a:lnTo>
                  <a:pt x="252407" y="117784"/>
                </a:lnTo>
                <a:lnTo>
                  <a:pt x="253145" y="118268"/>
                </a:lnTo>
                <a:lnTo>
                  <a:pt x="253898" y="118737"/>
                </a:lnTo>
                <a:lnTo>
                  <a:pt x="254666" y="119190"/>
                </a:lnTo>
                <a:lnTo>
                  <a:pt x="255449" y="119626"/>
                </a:lnTo>
                <a:lnTo>
                  <a:pt x="256247" y="120048"/>
                </a:lnTo>
                <a:lnTo>
                  <a:pt x="257060" y="120453"/>
                </a:lnTo>
                <a:lnTo>
                  <a:pt x="257889" y="120842"/>
                </a:lnTo>
                <a:lnTo>
                  <a:pt x="258732" y="121216"/>
                </a:lnTo>
                <a:lnTo>
                  <a:pt x="259590" y="121574"/>
                </a:lnTo>
                <a:lnTo>
                  <a:pt x="260463" y="121916"/>
                </a:lnTo>
                <a:lnTo>
                  <a:pt x="261349" y="122243"/>
                </a:lnTo>
                <a:lnTo>
                  <a:pt x="262243" y="122556"/>
                </a:lnTo>
                <a:lnTo>
                  <a:pt x="263146" y="122855"/>
                </a:lnTo>
                <a:lnTo>
                  <a:pt x="264057" y="123141"/>
                </a:lnTo>
                <a:lnTo>
                  <a:pt x="264978" y="123412"/>
                </a:lnTo>
                <a:lnTo>
                  <a:pt x="265908" y="123670"/>
                </a:lnTo>
                <a:lnTo>
                  <a:pt x="266846" y="123913"/>
                </a:lnTo>
                <a:lnTo>
                  <a:pt x="267793" y="124143"/>
                </a:lnTo>
                <a:lnTo>
                  <a:pt x="268749" y="124359"/>
                </a:lnTo>
                <a:lnTo>
                  <a:pt x="269714" y="124561"/>
                </a:lnTo>
                <a:lnTo>
                  <a:pt x="270688" y="124749"/>
                </a:lnTo>
                <a:lnTo>
                  <a:pt x="271671" y="124923"/>
                </a:lnTo>
                <a:lnTo>
                  <a:pt x="272662" y="125083"/>
                </a:lnTo>
                <a:lnTo>
                  <a:pt x="273663" y="125229"/>
                </a:lnTo>
                <a:lnTo>
                  <a:pt x="274672" y="125361"/>
                </a:lnTo>
                <a:lnTo>
                  <a:pt x="275690" y="125479"/>
                </a:lnTo>
                <a:lnTo>
                  <a:pt x="276717" y="125584"/>
                </a:lnTo>
                <a:lnTo>
                  <a:pt x="277753" y="125674"/>
                </a:lnTo>
                <a:lnTo>
                  <a:pt x="278798" y="125751"/>
                </a:lnTo>
                <a:lnTo>
                  <a:pt x="279851" y="125814"/>
                </a:lnTo>
                <a:lnTo>
                  <a:pt x="280914" y="125862"/>
                </a:lnTo>
                <a:lnTo>
                  <a:pt x="281985" y="125897"/>
                </a:lnTo>
                <a:lnTo>
                  <a:pt x="283065" y="125918"/>
                </a:lnTo>
                <a:lnTo>
                  <a:pt x="284154" y="125925"/>
                </a:lnTo>
                <a:lnTo>
                  <a:pt x="285220" y="125918"/>
                </a:lnTo>
                <a:lnTo>
                  <a:pt x="286277" y="125898"/>
                </a:lnTo>
                <a:lnTo>
                  <a:pt x="287325" y="125864"/>
                </a:lnTo>
                <a:lnTo>
                  <a:pt x="288363" y="125816"/>
                </a:lnTo>
                <a:close/>
                <a:moveTo>
                  <a:pt x="189414" y="86653"/>
                </a:moveTo>
                <a:lnTo>
                  <a:pt x="173104" y="86653"/>
                </a:lnTo>
                <a:lnTo>
                  <a:pt x="173104" y="3918"/>
                </a:lnTo>
                <a:lnTo>
                  <a:pt x="157614" y="3918"/>
                </a:lnTo>
                <a:lnTo>
                  <a:pt x="100483" y="86289"/>
                </a:lnTo>
                <a:lnTo>
                  <a:pt x="100483" y="100047"/>
                </a:lnTo>
                <a:lnTo>
                  <a:pt x="157887" y="100047"/>
                </a:lnTo>
                <a:lnTo>
                  <a:pt x="157887" y="124285"/>
                </a:lnTo>
                <a:lnTo>
                  <a:pt x="173104" y="124285"/>
                </a:lnTo>
                <a:lnTo>
                  <a:pt x="173104" y="100047"/>
                </a:lnTo>
                <a:lnTo>
                  <a:pt x="189414" y="100047"/>
                </a:lnTo>
                <a:lnTo>
                  <a:pt x="189414" y="86653"/>
                </a:lnTo>
                <a:close/>
                <a:moveTo>
                  <a:pt x="158070" y="24813"/>
                </a:moveTo>
                <a:lnTo>
                  <a:pt x="158070" y="86653"/>
                </a:lnTo>
                <a:lnTo>
                  <a:pt x="115335" y="86653"/>
                </a:lnTo>
                <a:lnTo>
                  <a:pt x="158070" y="24813"/>
                </a:lnTo>
                <a:close/>
                <a:moveTo>
                  <a:pt x="50206" y="124285"/>
                </a:moveTo>
                <a:lnTo>
                  <a:pt x="61413" y="124285"/>
                </a:lnTo>
                <a:lnTo>
                  <a:pt x="66516" y="87382"/>
                </a:lnTo>
                <a:lnTo>
                  <a:pt x="85560" y="87382"/>
                </a:lnTo>
                <a:lnTo>
                  <a:pt x="85560" y="77086"/>
                </a:lnTo>
                <a:lnTo>
                  <a:pt x="67974" y="77086"/>
                </a:lnTo>
                <a:lnTo>
                  <a:pt x="71345" y="52119"/>
                </a:lnTo>
                <a:lnTo>
                  <a:pt x="90480" y="52119"/>
                </a:lnTo>
                <a:lnTo>
                  <a:pt x="90480" y="42005"/>
                </a:lnTo>
                <a:lnTo>
                  <a:pt x="72712" y="42005"/>
                </a:lnTo>
                <a:lnTo>
                  <a:pt x="77906" y="5376"/>
                </a:lnTo>
                <a:lnTo>
                  <a:pt x="66607" y="5376"/>
                </a:lnTo>
                <a:lnTo>
                  <a:pt x="61505" y="42005"/>
                </a:lnTo>
                <a:lnTo>
                  <a:pt x="35900" y="42005"/>
                </a:lnTo>
                <a:lnTo>
                  <a:pt x="41094" y="5376"/>
                </a:lnTo>
                <a:lnTo>
                  <a:pt x="29887" y="5376"/>
                </a:lnTo>
                <a:lnTo>
                  <a:pt x="24602" y="42005"/>
                </a:lnTo>
                <a:lnTo>
                  <a:pt x="4738" y="42005"/>
                </a:lnTo>
                <a:lnTo>
                  <a:pt x="4738" y="52119"/>
                </a:lnTo>
                <a:lnTo>
                  <a:pt x="23326" y="52119"/>
                </a:lnTo>
                <a:lnTo>
                  <a:pt x="19681" y="77086"/>
                </a:lnTo>
                <a:lnTo>
                  <a:pt x="0" y="77086"/>
                </a:lnTo>
                <a:lnTo>
                  <a:pt x="0" y="87382"/>
                </a:lnTo>
                <a:lnTo>
                  <a:pt x="18406" y="87382"/>
                </a:lnTo>
                <a:lnTo>
                  <a:pt x="13121" y="124285"/>
                </a:lnTo>
                <a:lnTo>
                  <a:pt x="24420" y="124285"/>
                </a:lnTo>
                <a:lnTo>
                  <a:pt x="29613" y="87382"/>
                </a:lnTo>
                <a:lnTo>
                  <a:pt x="55217" y="87382"/>
                </a:lnTo>
                <a:lnTo>
                  <a:pt x="50206" y="124285"/>
                </a:lnTo>
                <a:close/>
                <a:moveTo>
                  <a:pt x="30980" y="77086"/>
                </a:moveTo>
                <a:lnTo>
                  <a:pt x="34534" y="52119"/>
                </a:lnTo>
                <a:lnTo>
                  <a:pt x="60138" y="52119"/>
                </a:lnTo>
                <a:lnTo>
                  <a:pt x="56766" y="77086"/>
                </a:lnTo>
                <a:lnTo>
                  <a:pt x="30980" y="77086"/>
                </a:lnTo>
                <a:close/>
                <a:moveTo>
                  <a:pt x="519725" y="44233"/>
                </a:moveTo>
                <a:lnTo>
                  <a:pt x="519287" y="43378"/>
                </a:lnTo>
                <a:lnTo>
                  <a:pt x="518827" y="42546"/>
                </a:lnTo>
                <a:lnTo>
                  <a:pt x="518344" y="41740"/>
                </a:lnTo>
                <a:lnTo>
                  <a:pt x="517839" y="40958"/>
                </a:lnTo>
                <a:lnTo>
                  <a:pt x="517311" y="40200"/>
                </a:lnTo>
                <a:lnTo>
                  <a:pt x="516757" y="39470"/>
                </a:lnTo>
                <a:lnTo>
                  <a:pt x="516175" y="38771"/>
                </a:lnTo>
                <a:lnTo>
                  <a:pt x="515564" y="38103"/>
                </a:lnTo>
                <a:lnTo>
                  <a:pt x="514924" y="37466"/>
                </a:lnTo>
                <a:lnTo>
                  <a:pt x="514255" y="36861"/>
                </a:lnTo>
                <a:lnTo>
                  <a:pt x="513558" y="36286"/>
                </a:lnTo>
                <a:lnTo>
                  <a:pt x="512832" y="35742"/>
                </a:lnTo>
                <a:lnTo>
                  <a:pt x="512076" y="35230"/>
                </a:lnTo>
                <a:lnTo>
                  <a:pt x="511293" y="34748"/>
                </a:lnTo>
                <a:lnTo>
                  <a:pt x="510480" y="34298"/>
                </a:lnTo>
                <a:lnTo>
                  <a:pt x="509639" y="33878"/>
                </a:lnTo>
                <a:lnTo>
                  <a:pt x="508768" y="33490"/>
                </a:lnTo>
                <a:lnTo>
                  <a:pt x="507869" y="33133"/>
                </a:lnTo>
                <a:lnTo>
                  <a:pt x="506942" y="32807"/>
                </a:lnTo>
                <a:lnTo>
                  <a:pt x="505985" y="32512"/>
                </a:lnTo>
                <a:lnTo>
                  <a:pt x="505000" y="32248"/>
                </a:lnTo>
                <a:lnTo>
                  <a:pt x="503986" y="32015"/>
                </a:lnTo>
                <a:lnTo>
                  <a:pt x="502943" y="31813"/>
                </a:lnTo>
                <a:lnTo>
                  <a:pt x="501871" y="31642"/>
                </a:lnTo>
                <a:lnTo>
                  <a:pt x="500770" y="31502"/>
                </a:lnTo>
                <a:lnTo>
                  <a:pt x="499641" y="31393"/>
                </a:lnTo>
                <a:lnTo>
                  <a:pt x="498483" y="31316"/>
                </a:lnTo>
                <a:lnTo>
                  <a:pt x="497296" y="31269"/>
                </a:lnTo>
                <a:lnTo>
                  <a:pt x="496080" y="31253"/>
                </a:lnTo>
                <a:lnTo>
                  <a:pt x="495145" y="31262"/>
                </a:lnTo>
                <a:lnTo>
                  <a:pt x="494223" y="31287"/>
                </a:lnTo>
                <a:lnTo>
                  <a:pt x="493314" y="31328"/>
                </a:lnTo>
                <a:lnTo>
                  <a:pt x="492418" y="31386"/>
                </a:lnTo>
                <a:lnTo>
                  <a:pt x="491535" y="31461"/>
                </a:lnTo>
                <a:lnTo>
                  <a:pt x="490664" y="31552"/>
                </a:lnTo>
                <a:lnTo>
                  <a:pt x="489807" y="31660"/>
                </a:lnTo>
                <a:lnTo>
                  <a:pt x="488963" y="31785"/>
                </a:lnTo>
                <a:lnTo>
                  <a:pt x="488132" y="31926"/>
                </a:lnTo>
                <a:lnTo>
                  <a:pt x="487313" y="32084"/>
                </a:lnTo>
                <a:lnTo>
                  <a:pt x="486508" y="32258"/>
                </a:lnTo>
                <a:lnTo>
                  <a:pt x="485716" y="32449"/>
                </a:lnTo>
                <a:lnTo>
                  <a:pt x="484936" y="32657"/>
                </a:lnTo>
                <a:lnTo>
                  <a:pt x="484170" y="32881"/>
                </a:lnTo>
                <a:lnTo>
                  <a:pt x="483416" y="33122"/>
                </a:lnTo>
                <a:lnTo>
                  <a:pt x="482676" y="33380"/>
                </a:lnTo>
                <a:lnTo>
                  <a:pt x="481948" y="33654"/>
                </a:lnTo>
                <a:lnTo>
                  <a:pt x="481234" y="33944"/>
                </a:lnTo>
                <a:lnTo>
                  <a:pt x="480532" y="34252"/>
                </a:lnTo>
                <a:lnTo>
                  <a:pt x="479844" y="34575"/>
                </a:lnTo>
                <a:lnTo>
                  <a:pt x="479168" y="34916"/>
                </a:lnTo>
                <a:lnTo>
                  <a:pt x="478505" y="35273"/>
                </a:lnTo>
                <a:lnTo>
                  <a:pt x="477856" y="35647"/>
                </a:lnTo>
                <a:lnTo>
                  <a:pt x="477219" y="36037"/>
                </a:lnTo>
                <a:lnTo>
                  <a:pt x="476595" y="36437"/>
                </a:lnTo>
                <a:lnTo>
                  <a:pt x="475984" y="36839"/>
                </a:lnTo>
                <a:lnTo>
                  <a:pt x="475385" y="37242"/>
                </a:lnTo>
                <a:lnTo>
                  <a:pt x="474799" y="37648"/>
                </a:lnTo>
                <a:lnTo>
                  <a:pt x="474226" y="38056"/>
                </a:lnTo>
                <a:lnTo>
                  <a:pt x="473665" y="38466"/>
                </a:lnTo>
                <a:lnTo>
                  <a:pt x="473117" y="38878"/>
                </a:lnTo>
                <a:lnTo>
                  <a:pt x="472582" y="39292"/>
                </a:lnTo>
                <a:lnTo>
                  <a:pt x="472059" y="39708"/>
                </a:lnTo>
                <a:lnTo>
                  <a:pt x="471549" y="40126"/>
                </a:lnTo>
                <a:lnTo>
                  <a:pt x="471052" y="40547"/>
                </a:lnTo>
                <a:lnTo>
                  <a:pt x="470567" y="40969"/>
                </a:lnTo>
                <a:lnTo>
                  <a:pt x="470095" y="41393"/>
                </a:lnTo>
                <a:lnTo>
                  <a:pt x="469636" y="41820"/>
                </a:lnTo>
                <a:lnTo>
                  <a:pt x="469189" y="42248"/>
                </a:lnTo>
                <a:lnTo>
                  <a:pt x="468755" y="42679"/>
                </a:lnTo>
                <a:lnTo>
                  <a:pt x="468334" y="43111"/>
                </a:lnTo>
                <a:lnTo>
                  <a:pt x="467925" y="43546"/>
                </a:lnTo>
                <a:lnTo>
                  <a:pt x="467529" y="43983"/>
                </a:lnTo>
                <a:lnTo>
                  <a:pt x="467145" y="44421"/>
                </a:lnTo>
                <a:lnTo>
                  <a:pt x="466774" y="44862"/>
                </a:lnTo>
                <a:lnTo>
                  <a:pt x="466416" y="45305"/>
                </a:lnTo>
                <a:lnTo>
                  <a:pt x="466071" y="45750"/>
                </a:lnTo>
                <a:lnTo>
                  <a:pt x="465738" y="46197"/>
                </a:lnTo>
                <a:lnTo>
                  <a:pt x="465191" y="32802"/>
                </a:lnTo>
                <a:lnTo>
                  <a:pt x="450612" y="32802"/>
                </a:lnTo>
                <a:lnTo>
                  <a:pt x="450612" y="124285"/>
                </a:lnTo>
                <a:lnTo>
                  <a:pt x="465829" y="124285"/>
                </a:lnTo>
                <a:lnTo>
                  <a:pt x="465829" y="58968"/>
                </a:lnTo>
                <a:lnTo>
                  <a:pt x="466160" y="58504"/>
                </a:lnTo>
                <a:lnTo>
                  <a:pt x="466500" y="58043"/>
                </a:lnTo>
                <a:lnTo>
                  <a:pt x="466848" y="57585"/>
                </a:lnTo>
                <a:lnTo>
                  <a:pt x="467206" y="57130"/>
                </a:lnTo>
                <a:lnTo>
                  <a:pt x="467572" y="56679"/>
                </a:lnTo>
                <a:lnTo>
                  <a:pt x="467948" y="56231"/>
                </a:lnTo>
                <a:lnTo>
                  <a:pt x="468332" y="55785"/>
                </a:lnTo>
                <a:lnTo>
                  <a:pt x="468725" y="55343"/>
                </a:lnTo>
                <a:lnTo>
                  <a:pt x="469126" y="54904"/>
                </a:lnTo>
                <a:lnTo>
                  <a:pt x="469537" y="54469"/>
                </a:lnTo>
                <a:lnTo>
                  <a:pt x="469957" y="54036"/>
                </a:lnTo>
                <a:lnTo>
                  <a:pt x="470385" y="53607"/>
                </a:lnTo>
                <a:lnTo>
                  <a:pt x="470822" y="53180"/>
                </a:lnTo>
                <a:lnTo>
                  <a:pt x="471268" y="52757"/>
                </a:lnTo>
                <a:lnTo>
                  <a:pt x="471723" y="52337"/>
                </a:lnTo>
                <a:lnTo>
                  <a:pt x="472187" y="51920"/>
                </a:lnTo>
                <a:lnTo>
                  <a:pt x="472660" y="51506"/>
                </a:lnTo>
                <a:lnTo>
                  <a:pt x="473141" y="51095"/>
                </a:lnTo>
                <a:lnTo>
                  <a:pt x="473632" y="50688"/>
                </a:lnTo>
                <a:lnTo>
                  <a:pt x="474131" y="50283"/>
                </a:lnTo>
                <a:lnTo>
                  <a:pt x="474639" y="49882"/>
                </a:lnTo>
                <a:lnTo>
                  <a:pt x="475156" y="49484"/>
                </a:lnTo>
                <a:lnTo>
                  <a:pt x="475682" y="49089"/>
                </a:lnTo>
                <a:lnTo>
                  <a:pt x="476217" y="48697"/>
                </a:lnTo>
                <a:lnTo>
                  <a:pt x="476761" y="48314"/>
                </a:lnTo>
                <a:lnTo>
                  <a:pt x="477315" y="47948"/>
                </a:lnTo>
                <a:lnTo>
                  <a:pt x="477879" y="47598"/>
                </a:lnTo>
                <a:lnTo>
                  <a:pt x="478454" y="47265"/>
                </a:lnTo>
                <a:lnTo>
                  <a:pt x="479039" y="46947"/>
                </a:lnTo>
                <a:lnTo>
                  <a:pt x="479633" y="46646"/>
                </a:lnTo>
                <a:lnTo>
                  <a:pt x="480238" y="46362"/>
                </a:lnTo>
                <a:lnTo>
                  <a:pt x="480853" y="46093"/>
                </a:lnTo>
                <a:lnTo>
                  <a:pt x="481479" y="45841"/>
                </a:lnTo>
                <a:lnTo>
                  <a:pt x="482114" y="45605"/>
                </a:lnTo>
                <a:lnTo>
                  <a:pt x="482759" y="45385"/>
                </a:lnTo>
                <a:lnTo>
                  <a:pt x="483415" y="45182"/>
                </a:lnTo>
                <a:lnTo>
                  <a:pt x="484081" y="44995"/>
                </a:lnTo>
                <a:lnTo>
                  <a:pt x="484756" y="44824"/>
                </a:lnTo>
                <a:lnTo>
                  <a:pt x="485442" y="44669"/>
                </a:lnTo>
                <a:lnTo>
                  <a:pt x="486138" y="44531"/>
                </a:lnTo>
                <a:lnTo>
                  <a:pt x="486844" y="44409"/>
                </a:lnTo>
                <a:lnTo>
                  <a:pt x="487561" y="44303"/>
                </a:lnTo>
                <a:lnTo>
                  <a:pt x="488287" y="44213"/>
                </a:lnTo>
                <a:lnTo>
                  <a:pt x="489024" y="44140"/>
                </a:lnTo>
                <a:lnTo>
                  <a:pt x="489770" y="44083"/>
                </a:lnTo>
                <a:lnTo>
                  <a:pt x="490527" y="44042"/>
                </a:lnTo>
                <a:lnTo>
                  <a:pt x="491294" y="44018"/>
                </a:lnTo>
                <a:lnTo>
                  <a:pt x="492071" y="44010"/>
                </a:lnTo>
                <a:lnTo>
                  <a:pt x="492620" y="44015"/>
                </a:lnTo>
                <a:lnTo>
                  <a:pt x="493158" y="44031"/>
                </a:lnTo>
                <a:lnTo>
                  <a:pt x="493686" y="44057"/>
                </a:lnTo>
                <a:lnTo>
                  <a:pt x="494202" y="44093"/>
                </a:lnTo>
                <a:lnTo>
                  <a:pt x="494708" y="44139"/>
                </a:lnTo>
                <a:lnTo>
                  <a:pt x="495203" y="44196"/>
                </a:lnTo>
                <a:lnTo>
                  <a:pt x="495688" y="44264"/>
                </a:lnTo>
                <a:lnTo>
                  <a:pt x="496161" y="44341"/>
                </a:lnTo>
                <a:lnTo>
                  <a:pt x="496624" y="44429"/>
                </a:lnTo>
                <a:lnTo>
                  <a:pt x="497076" y="44528"/>
                </a:lnTo>
                <a:lnTo>
                  <a:pt x="497518" y="44636"/>
                </a:lnTo>
                <a:lnTo>
                  <a:pt x="497948" y="44755"/>
                </a:lnTo>
                <a:lnTo>
                  <a:pt x="498368" y="44885"/>
                </a:lnTo>
                <a:lnTo>
                  <a:pt x="498777" y="45024"/>
                </a:lnTo>
                <a:lnTo>
                  <a:pt x="499175" y="45175"/>
                </a:lnTo>
                <a:lnTo>
                  <a:pt x="499563" y="45335"/>
                </a:lnTo>
                <a:lnTo>
                  <a:pt x="499940" y="45506"/>
                </a:lnTo>
                <a:lnTo>
                  <a:pt x="500306" y="45687"/>
                </a:lnTo>
                <a:lnTo>
                  <a:pt x="500661" y="45878"/>
                </a:lnTo>
                <a:lnTo>
                  <a:pt x="501006" y="46080"/>
                </a:lnTo>
                <a:lnTo>
                  <a:pt x="501339" y="46292"/>
                </a:lnTo>
                <a:lnTo>
                  <a:pt x="501662" y="46515"/>
                </a:lnTo>
                <a:lnTo>
                  <a:pt x="501975" y="46748"/>
                </a:lnTo>
                <a:lnTo>
                  <a:pt x="502276" y="46991"/>
                </a:lnTo>
                <a:lnTo>
                  <a:pt x="502569" y="47244"/>
                </a:lnTo>
                <a:lnTo>
                  <a:pt x="502853" y="47504"/>
                </a:lnTo>
                <a:lnTo>
                  <a:pt x="503130" y="47771"/>
                </a:lnTo>
                <a:lnTo>
                  <a:pt x="503399" y="48047"/>
                </a:lnTo>
                <a:lnTo>
                  <a:pt x="503660" y="48330"/>
                </a:lnTo>
                <a:lnTo>
                  <a:pt x="503914" y="48621"/>
                </a:lnTo>
                <a:lnTo>
                  <a:pt x="504159" y="48920"/>
                </a:lnTo>
                <a:lnTo>
                  <a:pt x="504397" y="49226"/>
                </a:lnTo>
                <a:lnTo>
                  <a:pt x="504628" y="49540"/>
                </a:lnTo>
                <a:lnTo>
                  <a:pt x="504850" y="49862"/>
                </a:lnTo>
                <a:lnTo>
                  <a:pt x="505065" y="50192"/>
                </a:lnTo>
                <a:lnTo>
                  <a:pt x="505272" y="50529"/>
                </a:lnTo>
                <a:lnTo>
                  <a:pt x="505471" y="50874"/>
                </a:lnTo>
                <a:lnTo>
                  <a:pt x="505662" y="51227"/>
                </a:lnTo>
                <a:lnTo>
                  <a:pt x="505846" y="51588"/>
                </a:lnTo>
                <a:lnTo>
                  <a:pt x="506022" y="51956"/>
                </a:lnTo>
                <a:lnTo>
                  <a:pt x="506190" y="52332"/>
                </a:lnTo>
                <a:lnTo>
                  <a:pt x="506351" y="52716"/>
                </a:lnTo>
                <a:lnTo>
                  <a:pt x="506504" y="53107"/>
                </a:lnTo>
                <a:lnTo>
                  <a:pt x="506649" y="53506"/>
                </a:lnTo>
                <a:lnTo>
                  <a:pt x="506786" y="53913"/>
                </a:lnTo>
                <a:lnTo>
                  <a:pt x="506915" y="54328"/>
                </a:lnTo>
                <a:lnTo>
                  <a:pt x="507037" y="54750"/>
                </a:lnTo>
                <a:lnTo>
                  <a:pt x="507151" y="55180"/>
                </a:lnTo>
                <a:lnTo>
                  <a:pt x="507259" y="55617"/>
                </a:lnTo>
                <a:lnTo>
                  <a:pt x="507362" y="56058"/>
                </a:lnTo>
                <a:lnTo>
                  <a:pt x="507461" y="56505"/>
                </a:lnTo>
                <a:lnTo>
                  <a:pt x="507555" y="56958"/>
                </a:lnTo>
                <a:lnTo>
                  <a:pt x="507644" y="57415"/>
                </a:lnTo>
                <a:lnTo>
                  <a:pt x="507729" y="57878"/>
                </a:lnTo>
                <a:lnTo>
                  <a:pt x="507809" y="58346"/>
                </a:lnTo>
                <a:lnTo>
                  <a:pt x="507885" y="58819"/>
                </a:lnTo>
                <a:lnTo>
                  <a:pt x="507956" y="59298"/>
                </a:lnTo>
                <a:lnTo>
                  <a:pt x="508023" y="59782"/>
                </a:lnTo>
                <a:lnTo>
                  <a:pt x="508085" y="60271"/>
                </a:lnTo>
                <a:lnTo>
                  <a:pt x="508142" y="60765"/>
                </a:lnTo>
                <a:lnTo>
                  <a:pt x="508195" y="61265"/>
                </a:lnTo>
                <a:lnTo>
                  <a:pt x="508243" y="61769"/>
                </a:lnTo>
                <a:lnTo>
                  <a:pt x="508286" y="62280"/>
                </a:lnTo>
                <a:lnTo>
                  <a:pt x="508325" y="62795"/>
                </a:lnTo>
                <a:lnTo>
                  <a:pt x="508360" y="63316"/>
                </a:lnTo>
                <a:lnTo>
                  <a:pt x="508390" y="63842"/>
                </a:lnTo>
                <a:lnTo>
                  <a:pt x="508415" y="64373"/>
                </a:lnTo>
                <a:lnTo>
                  <a:pt x="508436" y="64910"/>
                </a:lnTo>
                <a:lnTo>
                  <a:pt x="508452" y="65451"/>
                </a:lnTo>
                <a:lnTo>
                  <a:pt x="508463" y="65998"/>
                </a:lnTo>
                <a:lnTo>
                  <a:pt x="508470" y="66551"/>
                </a:lnTo>
                <a:lnTo>
                  <a:pt x="508472" y="67108"/>
                </a:lnTo>
                <a:lnTo>
                  <a:pt x="508472" y="124285"/>
                </a:lnTo>
                <a:lnTo>
                  <a:pt x="523780" y="124285"/>
                </a:lnTo>
                <a:lnTo>
                  <a:pt x="523780" y="65152"/>
                </a:lnTo>
                <a:lnTo>
                  <a:pt x="523769" y="63830"/>
                </a:lnTo>
                <a:lnTo>
                  <a:pt x="523735" y="62533"/>
                </a:lnTo>
                <a:lnTo>
                  <a:pt x="523679" y="61260"/>
                </a:lnTo>
                <a:lnTo>
                  <a:pt x="523600" y="60012"/>
                </a:lnTo>
                <a:lnTo>
                  <a:pt x="523499" y="58789"/>
                </a:lnTo>
                <a:lnTo>
                  <a:pt x="523417" y="57992"/>
                </a:lnTo>
                <a:lnTo>
                  <a:pt x="523587" y="57778"/>
                </a:lnTo>
                <a:lnTo>
                  <a:pt x="523948" y="57335"/>
                </a:lnTo>
                <a:lnTo>
                  <a:pt x="524317" y="56895"/>
                </a:lnTo>
                <a:lnTo>
                  <a:pt x="524694" y="56459"/>
                </a:lnTo>
                <a:lnTo>
                  <a:pt x="525079" y="56026"/>
                </a:lnTo>
                <a:lnTo>
                  <a:pt x="525471" y="55596"/>
                </a:lnTo>
                <a:lnTo>
                  <a:pt x="525872" y="55170"/>
                </a:lnTo>
                <a:lnTo>
                  <a:pt x="526281" y="54747"/>
                </a:lnTo>
                <a:lnTo>
                  <a:pt x="526697" y="54327"/>
                </a:lnTo>
                <a:lnTo>
                  <a:pt x="527122" y="53910"/>
                </a:lnTo>
                <a:lnTo>
                  <a:pt x="527554" y="53497"/>
                </a:lnTo>
                <a:lnTo>
                  <a:pt x="527994" y="53088"/>
                </a:lnTo>
                <a:lnTo>
                  <a:pt x="528442" y="52681"/>
                </a:lnTo>
                <a:lnTo>
                  <a:pt x="528899" y="52278"/>
                </a:lnTo>
                <a:lnTo>
                  <a:pt x="529362" y="51878"/>
                </a:lnTo>
                <a:lnTo>
                  <a:pt x="529834" y="51482"/>
                </a:lnTo>
                <a:lnTo>
                  <a:pt x="530314" y="51088"/>
                </a:lnTo>
                <a:lnTo>
                  <a:pt x="530802" y="50699"/>
                </a:lnTo>
                <a:lnTo>
                  <a:pt x="531297" y="50312"/>
                </a:lnTo>
                <a:lnTo>
                  <a:pt x="531801" y="49929"/>
                </a:lnTo>
                <a:lnTo>
                  <a:pt x="532312" y="49549"/>
                </a:lnTo>
                <a:lnTo>
                  <a:pt x="532832" y="49172"/>
                </a:lnTo>
                <a:lnTo>
                  <a:pt x="533359" y="48799"/>
                </a:lnTo>
                <a:lnTo>
                  <a:pt x="533894" y="48429"/>
                </a:lnTo>
                <a:lnTo>
                  <a:pt x="534439" y="48069"/>
                </a:lnTo>
                <a:lnTo>
                  <a:pt x="534993" y="47723"/>
                </a:lnTo>
                <a:lnTo>
                  <a:pt x="535559" y="47393"/>
                </a:lnTo>
                <a:lnTo>
                  <a:pt x="536134" y="47079"/>
                </a:lnTo>
                <a:lnTo>
                  <a:pt x="536720" y="46780"/>
                </a:lnTo>
                <a:lnTo>
                  <a:pt x="537317" y="46496"/>
                </a:lnTo>
                <a:lnTo>
                  <a:pt x="537924" y="46227"/>
                </a:lnTo>
                <a:lnTo>
                  <a:pt x="538541" y="45974"/>
                </a:lnTo>
                <a:lnTo>
                  <a:pt x="539169" y="45736"/>
                </a:lnTo>
                <a:lnTo>
                  <a:pt x="539807" y="45514"/>
                </a:lnTo>
                <a:lnTo>
                  <a:pt x="540456" y="45307"/>
                </a:lnTo>
                <a:lnTo>
                  <a:pt x="541115" y="45115"/>
                </a:lnTo>
                <a:lnTo>
                  <a:pt x="541785" y="44938"/>
                </a:lnTo>
                <a:lnTo>
                  <a:pt x="542465" y="44777"/>
                </a:lnTo>
                <a:lnTo>
                  <a:pt x="543155" y="44631"/>
                </a:lnTo>
                <a:lnTo>
                  <a:pt x="543856" y="44501"/>
                </a:lnTo>
                <a:lnTo>
                  <a:pt x="544568" y="44386"/>
                </a:lnTo>
                <a:lnTo>
                  <a:pt x="545290" y="44286"/>
                </a:lnTo>
                <a:lnTo>
                  <a:pt x="546022" y="44202"/>
                </a:lnTo>
                <a:lnTo>
                  <a:pt x="546765" y="44133"/>
                </a:lnTo>
                <a:lnTo>
                  <a:pt x="547518" y="44079"/>
                </a:lnTo>
                <a:lnTo>
                  <a:pt x="548281" y="44041"/>
                </a:lnTo>
                <a:lnTo>
                  <a:pt x="549055" y="44018"/>
                </a:lnTo>
                <a:lnTo>
                  <a:pt x="549840" y="44010"/>
                </a:lnTo>
                <a:lnTo>
                  <a:pt x="550381" y="44015"/>
                </a:lnTo>
                <a:lnTo>
                  <a:pt x="550912" y="44031"/>
                </a:lnTo>
                <a:lnTo>
                  <a:pt x="551433" y="44057"/>
                </a:lnTo>
                <a:lnTo>
                  <a:pt x="551943" y="44093"/>
                </a:lnTo>
                <a:lnTo>
                  <a:pt x="552443" y="44139"/>
                </a:lnTo>
                <a:lnTo>
                  <a:pt x="552932" y="44196"/>
                </a:lnTo>
                <a:lnTo>
                  <a:pt x="553411" y="44264"/>
                </a:lnTo>
                <a:lnTo>
                  <a:pt x="553879" y="44341"/>
                </a:lnTo>
                <a:lnTo>
                  <a:pt x="554337" y="44429"/>
                </a:lnTo>
                <a:lnTo>
                  <a:pt x="554785" y="44528"/>
                </a:lnTo>
                <a:lnTo>
                  <a:pt x="555222" y="44636"/>
                </a:lnTo>
                <a:lnTo>
                  <a:pt x="555649" y="44755"/>
                </a:lnTo>
                <a:lnTo>
                  <a:pt x="556065" y="44885"/>
                </a:lnTo>
                <a:lnTo>
                  <a:pt x="556471" y="45024"/>
                </a:lnTo>
                <a:lnTo>
                  <a:pt x="556866" y="45175"/>
                </a:lnTo>
                <a:lnTo>
                  <a:pt x="557251" y="45335"/>
                </a:lnTo>
                <a:lnTo>
                  <a:pt x="557625" y="45506"/>
                </a:lnTo>
                <a:lnTo>
                  <a:pt x="557989" y="45687"/>
                </a:lnTo>
                <a:lnTo>
                  <a:pt x="558343" y="45878"/>
                </a:lnTo>
                <a:lnTo>
                  <a:pt x="558686" y="46080"/>
                </a:lnTo>
                <a:lnTo>
                  <a:pt x="559019" y="46292"/>
                </a:lnTo>
                <a:lnTo>
                  <a:pt x="559341" y="46515"/>
                </a:lnTo>
                <a:lnTo>
                  <a:pt x="559653" y="46748"/>
                </a:lnTo>
                <a:lnTo>
                  <a:pt x="559954" y="46991"/>
                </a:lnTo>
                <a:lnTo>
                  <a:pt x="560246" y="47244"/>
                </a:lnTo>
                <a:lnTo>
                  <a:pt x="560531" y="47504"/>
                </a:lnTo>
                <a:lnTo>
                  <a:pt x="560807" y="47771"/>
                </a:lnTo>
                <a:lnTo>
                  <a:pt x="561076" y="48047"/>
                </a:lnTo>
                <a:lnTo>
                  <a:pt x="561338" y="48330"/>
                </a:lnTo>
                <a:lnTo>
                  <a:pt x="561591" y="48621"/>
                </a:lnTo>
                <a:lnTo>
                  <a:pt x="561837" y="48920"/>
                </a:lnTo>
                <a:lnTo>
                  <a:pt x="562075" y="49226"/>
                </a:lnTo>
                <a:lnTo>
                  <a:pt x="562305" y="49540"/>
                </a:lnTo>
                <a:lnTo>
                  <a:pt x="562528" y="49862"/>
                </a:lnTo>
                <a:lnTo>
                  <a:pt x="562742" y="50192"/>
                </a:lnTo>
                <a:lnTo>
                  <a:pt x="562949" y="50529"/>
                </a:lnTo>
                <a:lnTo>
                  <a:pt x="563149" y="50874"/>
                </a:lnTo>
                <a:lnTo>
                  <a:pt x="563340" y="51227"/>
                </a:lnTo>
                <a:lnTo>
                  <a:pt x="563524" y="51588"/>
                </a:lnTo>
                <a:lnTo>
                  <a:pt x="563700" y="51956"/>
                </a:lnTo>
                <a:lnTo>
                  <a:pt x="563868" y="52332"/>
                </a:lnTo>
                <a:lnTo>
                  <a:pt x="564029" y="52716"/>
                </a:lnTo>
                <a:lnTo>
                  <a:pt x="564181" y="53107"/>
                </a:lnTo>
                <a:lnTo>
                  <a:pt x="564326" y="53506"/>
                </a:lnTo>
                <a:lnTo>
                  <a:pt x="564464" y="53913"/>
                </a:lnTo>
                <a:lnTo>
                  <a:pt x="564593" y="54328"/>
                </a:lnTo>
                <a:lnTo>
                  <a:pt x="564715" y="54750"/>
                </a:lnTo>
                <a:lnTo>
                  <a:pt x="564829" y="55180"/>
                </a:lnTo>
                <a:lnTo>
                  <a:pt x="564937" y="55617"/>
                </a:lnTo>
                <a:lnTo>
                  <a:pt x="565040" y="56058"/>
                </a:lnTo>
                <a:lnTo>
                  <a:pt x="565138" y="56505"/>
                </a:lnTo>
                <a:lnTo>
                  <a:pt x="565232" y="56958"/>
                </a:lnTo>
                <a:lnTo>
                  <a:pt x="565322" y="57415"/>
                </a:lnTo>
                <a:lnTo>
                  <a:pt x="565407" y="57878"/>
                </a:lnTo>
                <a:lnTo>
                  <a:pt x="565487" y="58346"/>
                </a:lnTo>
                <a:lnTo>
                  <a:pt x="565563" y="58819"/>
                </a:lnTo>
                <a:lnTo>
                  <a:pt x="565634" y="59298"/>
                </a:lnTo>
                <a:lnTo>
                  <a:pt x="565700" y="59782"/>
                </a:lnTo>
                <a:lnTo>
                  <a:pt x="565762" y="60271"/>
                </a:lnTo>
                <a:lnTo>
                  <a:pt x="565820" y="60765"/>
                </a:lnTo>
                <a:lnTo>
                  <a:pt x="565872" y="61265"/>
                </a:lnTo>
                <a:lnTo>
                  <a:pt x="565921" y="61769"/>
                </a:lnTo>
                <a:lnTo>
                  <a:pt x="565964" y="62280"/>
                </a:lnTo>
                <a:lnTo>
                  <a:pt x="566003" y="62795"/>
                </a:lnTo>
                <a:lnTo>
                  <a:pt x="566038" y="63316"/>
                </a:lnTo>
                <a:lnTo>
                  <a:pt x="566067" y="63842"/>
                </a:lnTo>
                <a:lnTo>
                  <a:pt x="566093" y="64373"/>
                </a:lnTo>
                <a:lnTo>
                  <a:pt x="566113" y="64910"/>
                </a:lnTo>
                <a:lnTo>
                  <a:pt x="566129" y="65451"/>
                </a:lnTo>
                <a:lnTo>
                  <a:pt x="566141" y="65998"/>
                </a:lnTo>
                <a:lnTo>
                  <a:pt x="566148" y="66551"/>
                </a:lnTo>
                <a:lnTo>
                  <a:pt x="566150" y="67108"/>
                </a:lnTo>
                <a:lnTo>
                  <a:pt x="566150" y="124285"/>
                </a:lnTo>
                <a:lnTo>
                  <a:pt x="581367" y="124285"/>
                </a:lnTo>
                <a:lnTo>
                  <a:pt x="581367" y="65152"/>
                </a:lnTo>
                <a:lnTo>
                  <a:pt x="581355" y="63830"/>
                </a:lnTo>
                <a:lnTo>
                  <a:pt x="581322" y="62533"/>
                </a:lnTo>
                <a:lnTo>
                  <a:pt x="581266" y="61260"/>
                </a:lnTo>
                <a:lnTo>
                  <a:pt x="581187" y="60012"/>
                </a:lnTo>
                <a:lnTo>
                  <a:pt x="581086" y="58789"/>
                </a:lnTo>
                <a:lnTo>
                  <a:pt x="580962" y="57590"/>
                </a:lnTo>
                <a:lnTo>
                  <a:pt x="580816" y="56415"/>
                </a:lnTo>
                <a:lnTo>
                  <a:pt x="580648" y="55265"/>
                </a:lnTo>
                <a:lnTo>
                  <a:pt x="580457" y="54139"/>
                </a:lnTo>
                <a:lnTo>
                  <a:pt x="580243" y="53038"/>
                </a:lnTo>
                <a:lnTo>
                  <a:pt x="580008" y="51962"/>
                </a:lnTo>
                <a:lnTo>
                  <a:pt x="579749" y="50910"/>
                </a:lnTo>
                <a:lnTo>
                  <a:pt x="579468" y="49883"/>
                </a:lnTo>
                <a:lnTo>
                  <a:pt x="579165" y="48880"/>
                </a:lnTo>
                <a:lnTo>
                  <a:pt x="578840" y="47901"/>
                </a:lnTo>
                <a:lnTo>
                  <a:pt x="578491" y="46948"/>
                </a:lnTo>
                <a:lnTo>
                  <a:pt x="578121" y="46018"/>
                </a:lnTo>
                <a:lnTo>
                  <a:pt x="577728" y="45114"/>
                </a:lnTo>
                <a:lnTo>
                  <a:pt x="577312" y="44233"/>
                </a:lnTo>
                <a:lnTo>
                  <a:pt x="576874" y="43378"/>
                </a:lnTo>
                <a:lnTo>
                  <a:pt x="576413" y="42546"/>
                </a:lnTo>
                <a:lnTo>
                  <a:pt x="575931" y="41740"/>
                </a:lnTo>
                <a:lnTo>
                  <a:pt x="575425" y="40958"/>
                </a:lnTo>
                <a:lnTo>
                  <a:pt x="574897" y="40200"/>
                </a:lnTo>
                <a:lnTo>
                  <a:pt x="574344" y="39470"/>
                </a:lnTo>
                <a:lnTo>
                  <a:pt x="573761" y="38771"/>
                </a:lnTo>
                <a:lnTo>
                  <a:pt x="573150" y="38103"/>
                </a:lnTo>
                <a:lnTo>
                  <a:pt x="572510" y="37466"/>
                </a:lnTo>
                <a:lnTo>
                  <a:pt x="571842" y="36861"/>
                </a:lnTo>
                <a:lnTo>
                  <a:pt x="571144" y="36286"/>
                </a:lnTo>
                <a:lnTo>
                  <a:pt x="570418" y="35742"/>
                </a:lnTo>
                <a:lnTo>
                  <a:pt x="569663" y="35230"/>
                </a:lnTo>
                <a:lnTo>
                  <a:pt x="568879" y="34748"/>
                </a:lnTo>
                <a:lnTo>
                  <a:pt x="568067" y="34298"/>
                </a:lnTo>
                <a:lnTo>
                  <a:pt x="567225" y="33878"/>
                </a:lnTo>
                <a:lnTo>
                  <a:pt x="566355" y="33490"/>
                </a:lnTo>
                <a:lnTo>
                  <a:pt x="565456" y="33133"/>
                </a:lnTo>
                <a:lnTo>
                  <a:pt x="564528" y="32807"/>
                </a:lnTo>
                <a:lnTo>
                  <a:pt x="563572" y="32512"/>
                </a:lnTo>
                <a:lnTo>
                  <a:pt x="562586" y="32248"/>
                </a:lnTo>
                <a:lnTo>
                  <a:pt x="561572" y="32015"/>
                </a:lnTo>
                <a:lnTo>
                  <a:pt x="560529" y="31813"/>
                </a:lnTo>
                <a:lnTo>
                  <a:pt x="559457" y="31642"/>
                </a:lnTo>
                <a:lnTo>
                  <a:pt x="558357" y="31502"/>
                </a:lnTo>
                <a:lnTo>
                  <a:pt x="557227" y="31393"/>
                </a:lnTo>
                <a:lnTo>
                  <a:pt x="556069" y="31316"/>
                </a:lnTo>
                <a:lnTo>
                  <a:pt x="554882" y="31269"/>
                </a:lnTo>
                <a:lnTo>
                  <a:pt x="553667" y="31253"/>
                </a:lnTo>
                <a:lnTo>
                  <a:pt x="552731" y="31262"/>
                </a:lnTo>
                <a:lnTo>
                  <a:pt x="551806" y="31288"/>
                </a:lnTo>
                <a:lnTo>
                  <a:pt x="550893" y="31332"/>
                </a:lnTo>
                <a:lnTo>
                  <a:pt x="549990" y="31393"/>
                </a:lnTo>
                <a:lnTo>
                  <a:pt x="549099" y="31471"/>
                </a:lnTo>
                <a:lnTo>
                  <a:pt x="548220" y="31567"/>
                </a:lnTo>
                <a:lnTo>
                  <a:pt x="547351" y="31680"/>
                </a:lnTo>
                <a:lnTo>
                  <a:pt x="546494" y="31810"/>
                </a:lnTo>
                <a:lnTo>
                  <a:pt x="545648" y="31958"/>
                </a:lnTo>
                <a:lnTo>
                  <a:pt x="544813" y="32123"/>
                </a:lnTo>
                <a:lnTo>
                  <a:pt x="543989" y="32306"/>
                </a:lnTo>
                <a:lnTo>
                  <a:pt x="543177" y="32506"/>
                </a:lnTo>
                <a:lnTo>
                  <a:pt x="542376" y="32724"/>
                </a:lnTo>
                <a:lnTo>
                  <a:pt x="541586" y="32959"/>
                </a:lnTo>
                <a:lnTo>
                  <a:pt x="540807" y="33211"/>
                </a:lnTo>
                <a:lnTo>
                  <a:pt x="540040" y="33481"/>
                </a:lnTo>
                <a:lnTo>
                  <a:pt x="539283" y="33768"/>
                </a:lnTo>
                <a:lnTo>
                  <a:pt x="538538" y="34072"/>
                </a:lnTo>
                <a:lnTo>
                  <a:pt x="537805" y="34394"/>
                </a:lnTo>
                <a:lnTo>
                  <a:pt x="537082" y="34734"/>
                </a:lnTo>
                <a:lnTo>
                  <a:pt x="536371" y="35090"/>
                </a:lnTo>
                <a:lnTo>
                  <a:pt x="535671" y="35464"/>
                </a:lnTo>
                <a:lnTo>
                  <a:pt x="534982" y="35856"/>
                </a:lnTo>
                <a:lnTo>
                  <a:pt x="534304" y="36265"/>
                </a:lnTo>
                <a:lnTo>
                  <a:pt x="533637" y="36684"/>
                </a:lnTo>
                <a:lnTo>
                  <a:pt x="532980" y="37106"/>
                </a:lnTo>
                <a:lnTo>
                  <a:pt x="532332" y="37531"/>
                </a:lnTo>
                <a:lnTo>
                  <a:pt x="531693" y="37958"/>
                </a:lnTo>
                <a:lnTo>
                  <a:pt x="531065" y="38389"/>
                </a:lnTo>
                <a:lnTo>
                  <a:pt x="530446" y="38822"/>
                </a:lnTo>
                <a:lnTo>
                  <a:pt x="529837" y="39258"/>
                </a:lnTo>
                <a:lnTo>
                  <a:pt x="529237" y="39697"/>
                </a:lnTo>
                <a:lnTo>
                  <a:pt x="528647" y="40139"/>
                </a:lnTo>
                <a:lnTo>
                  <a:pt x="528067" y="40584"/>
                </a:lnTo>
                <a:lnTo>
                  <a:pt x="527496" y="41031"/>
                </a:lnTo>
                <a:lnTo>
                  <a:pt x="526935" y="41481"/>
                </a:lnTo>
                <a:lnTo>
                  <a:pt x="526384" y="41935"/>
                </a:lnTo>
                <a:lnTo>
                  <a:pt x="525842" y="42391"/>
                </a:lnTo>
                <a:lnTo>
                  <a:pt x="525310" y="42850"/>
                </a:lnTo>
                <a:lnTo>
                  <a:pt x="524787" y="43311"/>
                </a:lnTo>
                <a:lnTo>
                  <a:pt x="524275" y="43776"/>
                </a:lnTo>
                <a:lnTo>
                  <a:pt x="523772" y="44243"/>
                </a:lnTo>
                <a:lnTo>
                  <a:pt x="523278" y="44714"/>
                </a:lnTo>
                <a:lnTo>
                  <a:pt x="522794" y="45187"/>
                </a:lnTo>
                <a:lnTo>
                  <a:pt x="522320" y="45663"/>
                </a:lnTo>
                <a:lnTo>
                  <a:pt x="521856" y="46142"/>
                </a:lnTo>
                <a:lnTo>
                  <a:pt x="521401" y="46623"/>
                </a:lnTo>
                <a:lnTo>
                  <a:pt x="520961" y="47102"/>
                </a:lnTo>
                <a:lnTo>
                  <a:pt x="520905" y="46948"/>
                </a:lnTo>
                <a:lnTo>
                  <a:pt x="520534" y="46018"/>
                </a:lnTo>
                <a:lnTo>
                  <a:pt x="520141" y="45114"/>
                </a:lnTo>
                <a:lnTo>
                  <a:pt x="519725" y="44233"/>
                </a:lnTo>
                <a:close/>
                <a:moveTo>
                  <a:pt x="378010" y="125745"/>
                </a:moveTo>
                <a:lnTo>
                  <a:pt x="378854" y="125666"/>
                </a:lnTo>
                <a:lnTo>
                  <a:pt x="379690" y="125572"/>
                </a:lnTo>
                <a:lnTo>
                  <a:pt x="380516" y="125464"/>
                </a:lnTo>
                <a:lnTo>
                  <a:pt x="381332" y="125342"/>
                </a:lnTo>
                <a:lnTo>
                  <a:pt x="382140" y="125205"/>
                </a:lnTo>
                <a:lnTo>
                  <a:pt x="382938" y="125054"/>
                </a:lnTo>
                <a:lnTo>
                  <a:pt x="383726" y="124888"/>
                </a:lnTo>
                <a:lnTo>
                  <a:pt x="384506" y="124709"/>
                </a:lnTo>
                <a:lnTo>
                  <a:pt x="385276" y="124514"/>
                </a:lnTo>
                <a:lnTo>
                  <a:pt x="386036" y="124305"/>
                </a:lnTo>
                <a:lnTo>
                  <a:pt x="386788" y="124082"/>
                </a:lnTo>
                <a:lnTo>
                  <a:pt x="387530" y="123845"/>
                </a:lnTo>
                <a:lnTo>
                  <a:pt x="388262" y="123593"/>
                </a:lnTo>
                <a:lnTo>
                  <a:pt x="388986" y="123327"/>
                </a:lnTo>
                <a:lnTo>
                  <a:pt x="389700" y="123046"/>
                </a:lnTo>
                <a:lnTo>
                  <a:pt x="390404" y="122751"/>
                </a:lnTo>
                <a:lnTo>
                  <a:pt x="391100" y="122441"/>
                </a:lnTo>
                <a:lnTo>
                  <a:pt x="391786" y="122117"/>
                </a:lnTo>
                <a:lnTo>
                  <a:pt x="392462" y="121779"/>
                </a:lnTo>
                <a:lnTo>
                  <a:pt x="393131" y="121429"/>
                </a:lnTo>
                <a:lnTo>
                  <a:pt x="393793" y="121069"/>
                </a:lnTo>
                <a:lnTo>
                  <a:pt x="394448" y="120701"/>
                </a:lnTo>
                <a:lnTo>
                  <a:pt x="395096" y="120322"/>
                </a:lnTo>
                <a:lnTo>
                  <a:pt x="395737" y="119935"/>
                </a:lnTo>
                <a:lnTo>
                  <a:pt x="396372" y="119538"/>
                </a:lnTo>
                <a:lnTo>
                  <a:pt x="397000" y="119132"/>
                </a:lnTo>
                <a:lnTo>
                  <a:pt x="397621" y="118717"/>
                </a:lnTo>
                <a:lnTo>
                  <a:pt x="398235" y="118292"/>
                </a:lnTo>
                <a:lnTo>
                  <a:pt x="398842" y="117858"/>
                </a:lnTo>
                <a:lnTo>
                  <a:pt x="399443" y="117414"/>
                </a:lnTo>
                <a:lnTo>
                  <a:pt x="400037" y="116961"/>
                </a:lnTo>
                <a:lnTo>
                  <a:pt x="400624" y="116499"/>
                </a:lnTo>
                <a:lnTo>
                  <a:pt x="401204" y="116028"/>
                </a:lnTo>
                <a:lnTo>
                  <a:pt x="401777" y="115547"/>
                </a:lnTo>
                <a:lnTo>
                  <a:pt x="402344" y="115057"/>
                </a:lnTo>
                <a:lnTo>
                  <a:pt x="402903" y="114557"/>
                </a:lnTo>
                <a:lnTo>
                  <a:pt x="403456" y="114048"/>
                </a:lnTo>
                <a:lnTo>
                  <a:pt x="404002" y="113530"/>
                </a:lnTo>
                <a:lnTo>
                  <a:pt x="404542" y="113003"/>
                </a:lnTo>
                <a:lnTo>
                  <a:pt x="405074" y="112466"/>
                </a:lnTo>
                <a:lnTo>
                  <a:pt x="405600" y="111920"/>
                </a:lnTo>
                <a:lnTo>
                  <a:pt x="406119" y="111364"/>
                </a:lnTo>
                <a:lnTo>
                  <a:pt x="406631" y="110799"/>
                </a:lnTo>
                <a:lnTo>
                  <a:pt x="407269" y="124285"/>
                </a:lnTo>
                <a:lnTo>
                  <a:pt x="421483" y="124285"/>
                </a:lnTo>
                <a:lnTo>
                  <a:pt x="421483" y="63170"/>
                </a:lnTo>
                <a:lnTo>
                  <a:pt x="421478" y="62355"/>
                </a:lnTo>
                <a:lnTo>
                  <a:pt x="421463" y="61553"/>
                </a:lnTo>
                <a:lnTo>
                  <a:pt x="421438" y="60763"/>
                </a:lnTo>
                <a:lnTo>
                  <a:pt x="421402" y="59986"/>
                </a:lnTo>
                <a:lnTo>
                  <a:pt x="421357" y="59221"/>
                </a:lnTo>
                <a:lnTo>
                  <a:pt x="421301" y="58469"/>
                </a:lnTo>
                <a:lnTo>
                  <a:pt x="421235" y="57729"/>
                </a:lnTo>
                <a:lnTo>
                  <a:pt x="421159" y="57002"/>
                </a:lnTo>
                <a:lnTo>
                  <a:pt x="421073" y="56287"/>
                </a:lnTo>
                <a:lnTo>
                  <a:pt x="420977" y="55585"/>
                </a:lnTo>
                <a:lnTo>
                  <a:pt x="420871" y="54896"/>
                </a:lnTo>
                <a:lnTo>
                  <a:pt x="420754" y="54219"/>
                </a:lnTo>
                <a:lnTo>
                  <a:pt x="420628" y="53554"/>
                </a:lnTo>
                <a:lnTo>
                  <a:pt x="420491" y="52902"/>
                </a:lnTo>
                <a:lnTo>
                  <a:pt x="420344" y="52263"/>
                </a:lnTo>
                <a:lnTo>
                  <a:pt x="420188" y="51636"/>
                </a:lnTo>
                <a:lnTo>
                  <a:pt x="420020" y="51022"/>
                </a:lnTo>
                <a:lnTo>
                  <a:pt x="419843" y="50420"/>
                </a:lnTo>
                <a:lnTo>
                  <a:pt x="419656" y="49831"/>
                </a:lnTo>
                <a:lnTo>
                  <a:pt x="419459" y="49255"/>
                </a:lnTo>
                <a:lnTo>
                  <a:pt x="419251" y="48691"/>
                </a:lnTo>
                <a:lnTo>
                  <a:pt x="419033" y="48139"/>
                </a:lnTo>
                <a:lnTo>
                  <a:pt x="418806" y="47600"/>
                </a:lnTo>
                <a:lnTo>
                  <a:pt x="418568" y="47074"/>
                </a:lnTo>
                <a:lnTo>
                  <a:pt x="418321" y="46558"/>
                </a:lnTo>
                <a:lnTo>
                  <a:pt x="418067" y="46052"/>
                </a:lnTo>
                <a:lnTo>
                  <a:pt x="417807" y="45556"/>
                </a:lnTo>
                <a:lnTo>
                  <a:pt x="417539" y="45069"/>
                </a:lnTo>
                <a:lnTo>
                  <a:pt x="417264" y="44592"/>
                </a:lnTo>
                <a:lnTo>
                  <a:pt x="416982" y="44125"/>
                </a:lnTo>
                <a:lnTo>
                  <a:pt x="416692" y="43667"/>
                </a:lnTo>
                <a:lnTo>
                  <a:pt x="416396" y="43219"/>
                </a:lnTo>
                <a:lnTo>
                  <a:pt x="416093" y="42780"/>
                </a:lnTo>
                <a:lnTo>
                  <a:pt x="415782" y="42351"/>
                </a:lnTo>
                <a:lnTo>
                  <a:pt x="415464" y="41932"/>
                </a:lnTo>
                <a:lnTo>
                  <a:pt x="415139" y="41522"/>
                </a:lnTo>
                <a:lnTo>
                  <a:pt x="414807" y="41122"/>
                </a:lnTo>
                <a:lnTo>
                  <a:pt x="414468" y="40731"/>
                </a:lnTo>
                <a:lnTo>
                  <a:pt x="414122" y="40351"/>
                </a:lnTo>
                <a:lnTo>
                  <a:pt x="413769" y="39979"/>
                </a:lnTo>
                <a:lnTo>
                  <a:pt x="413408" y="39618"/>
                </a:lnTo>
                <a:lnTo>
                  <a:pt x="413041" y="39266"/>
                </a:lnTo>
                <a:lnTo>
                  <a:pt x="412666" y="38923"/>
                </a:lnTo>
                <a:lnTo>
                  <a:pt x="412284" y="38590"/>
                </a:lnTo>
                <a:lnTo>
                  <a:pt x="411895" y="38267"/>
                </a:lnTo>
                <a:lnTo>
                  <a:pt x="411499" y="37954"/>
                </a:lnTo>
                <a:lnTo>
                  <a:pt x="411096" y="37650"/>
                </a:lnTo>
                <a:lnTo>
                  <a:pt x="410686" y="37355"/>
                </a:lnTo>
                <a:lnTo>
                  <a:pt x="410270" y="37070"/>
                </a:lnTo>
                <a:lnTo>
                  <a:pt x="409849" y="36792"/>
                </a:lnTo>
                <a:lnTo>
                  <a:pt x="409425" y="36521"/>
                </a:lnTo>
                <a:lnTo>
                  <a:pt x="408995" y="36258"/>
                </a:lnTo>
                <a:lnTo>
                  <a:pt x="408561" y="36002"/>
                </a:lnTo>
                <a:lnTo>
                  <a:pt x="408123" y="35754"/>
                </a:lnTo>
                <a:lnTo>
                  <a:pt x="407681" y="35513"/>
                </a:lnTo>
                <a:lnTo>
                  <a:pt x="407234" y="35280"/>
                </a:lnTo>
                <a:lnTo>
                  <a:pt x="406782" y="35054"/>
                </a:lnTo>
                <a:lnTo>
                  <a:pt x="406326" y="34836"/>
                </a:lnTo>
                <a:lnTo>
                  <a:pt x="405866" y="34625"/>
                </a:lnTo>
                <a:lnTo>
                  <a:pt x="405401" y="34422"/>
                </a:lnTo>
                <a:lnTo>
                  <a:pt x="404932" y="34226"/>
                </a:lnTo>
                <a:lnTo>
                  <a:pt x="404458" y="34038"/>
                </a:lnTo>
                <a:lnTo>
                  <a:pt x="403980" y="33857"/>
                </a:lnTo>
                <a:lnTo>
                  <a:pt x="403498" y="33684"/>
                </a:lnTo>
                <a:lnTo>
                  <a:pt x="403011" y="33519"/>
                </a:lnTo>
                <a:lnTo>
                  <a:pt x="402520" y="33360"/>
                </a:lnTo>
                <a:lnTo>
                  <a:pt x="402024" y="33210"/>
                </a:lnTo>
                <a:lnTo>
                  <a:pt x="401524" y="33067"/>
                </a:lnTo>
                <a:lnTo>
                  <a:pt x="401019" y="32931"/>
                </a:lnTo>
                <a:lnTo>
                  <a:pt x="400510" y="32803"/>
                </a:lnTo>
                <a:lnTo>
                  <a:pt x="399996" y="32682"/>
                </a:lnTo>
                <a:lnTo>
                  <a:pt x="399478" y="32569"/>
                </a:lnTo>
                <a:lnTo>
                  <a:pt x="398957" y="32462"/>
                </a:lnTo>
                <a:lnTo>
                  <a:pt x="398434" y="32359"/>
                </a:lnTo>
                <a:lnTo>
                  <a:pt x="397909" y="32261"/>
                </a:lnTo>
                <a:lnTo>
                  <a:pt x="397381" y="32167"/>
                </a:lnTo>
                <a:lnTo>
                  <a:pt x="396852" y="32078"/>
                </a:lnTo>
                <a:lnTo>
                  <a:pt x="396321" y="31993"/>
                </a:lnTo>
                <a:lnTo>
                  <a:pt x="395787" y="31913"/>
                </a:lnTo>
                <a:lnTo>
                  <a:pt x="395252" y="31838"/>
                </a:lnTo>
                <a:lnTo>
                  <a:pt x="394714" y="31767"/>
                </a:lnTo>
                <a:lnTo>
                  <a:pt x="394174" y="31701"/>
                </a:lnTo>
                <a:lnTo>
                  <a:pt x="393633" y="31639"/>
                </a:lnTo>
                <a:lnTo>
                  <a:pt x="393089" y="31582"/>
                </a:lnTo>
                <a:lnTo>
                  <a:pt x="392543" y="31530"/>
                </a:lnTo>
                <a:lnTo>
                  <a:pt x="391995" y="31482"/>
                </a:lnTo>
                <a:lnTo>
                  <a:pt x="391445" y="31438"/>
                </a:lnTo>
                <a:lnTo>
                  <a:pt x="390893" y="31400"/>
                </a:lnTo>
                <a:lnTo>
                  <a:pt x="390339" y="31365"/>
                </a:lnTo>
                <a:lnTo>
                  <a:pt x="389783" y="31336"/>
                </a:lnTo>
                <a:lnTo>
                  <a:pt x="389225" y="31311"/>
                </a:lnTo>
                <a:lnTo>
                  <a:pt x="388665" y="31290"/>
                </a:lnTo>
                <a:lnTo>
                  <a:pt x="388102" y="31274"/>
                </a:lnTo>
                <a:lnTo>
                  <a:pt x="387538" y="31263"/>
                </a:lnTo>
                <a:lnTo>
                  <a:pt x="386971" y="31256"/>
                </a:lnTo>
                <a:lnTo>
                  <a:pt x="386403" y="31253"/>
                </a:lnTo>
                <a:lnTo>
                  <a:pt x="385519" y="31259"/>
                </a:lnTo>
                <a:lnTo>
                  <a:pt x="384643" y="31276"/>
                </a:lnTo>
                <a:lnTo>
                  <a:pt x="383776" y="31303"/>
                </a:lnTo>
                <a:lnTo>
                  <a:pt x="382916" y="31342"/>
                </a:lnTo>
                <a:lnTo>
                  <a:pt x="382066" y="31392"/>
                </a:lnTo>
                <a:lnTo>
                  <a:pt x="381224" y="31453"/>
                </a:lnTo>
                <a:lnTo>
                  <a:pt x="380390" y="31525"/>
                </a:lnTo>
                <a:lnTo>
                  <a:pt x="379564" y="31608"/>
                </a:lnTo>
                <a:lnTo>
                  <a:pt x="378747" y="31702"/>
                </a:lnTo>
                <a:lnTo>
                  <a:pt x="377938" y="31808"/>
                </a:lnTo>
                <a:lnTo>
                  <a:pt x="377138" y="31924"/>
                </a:lnTo>
                <a:lnTo>
                  <a:pt x="376346" y="32051"/>
                </a:lnTo>
                <a:lnTo>
                  <a:pt x="375562" y="32190"/>
                </a:lnTo>
                <a:lnTo>
                  <a:pt x="374787" y="32340"/>
                </a:lnTo>
                <a:lnTo>
                  <a:pt x="374020" y="32500"/>
                </a:lnTo>
                <a:lnTo>
                  <a:pt x="373262" y="32672"/>
                </a:lnTo>
                <a:lnTo>
                  <a:pt x="372512" y="32855"/>
                </a:lnTo>
                <a:lnTo>
                  <a:pt x="371770" y="33049"/>
                </a:lnTo>
                <a:lnTo>
                  <a:pt x="371037" y="33254"/>
                </a:lnTo>
                <a:lnTo>
                  <a:pt x="370312" y="33470"/>
                </a:lnTo>
                <a:lnTo>
                  <a:pt x="369595" y="33697"/>
                </a:lnTo>
                <a:lnTo>
                  <a:pt x="368887" y="33936"/>
                </a:lnTo>
                <a:lnTo>
                  <a:pt x="368187" y="34185"/>
                </a:lnTo>
                <a:lnTo>
                  <a:pt x="367496" y="34445"/>
                </a:lnTo>
                <a:lnTo>
                  <a:pt x="366815" y="34718"/>
                </a:lnTo>
                <a:lnTo>
                  <a:pt x="366146" y="35003"/>
                </a:lnTo>
                <a:lnTo>
                  <a:pt x="365490" y="35301"/>
                </a:lnTo>
                <a:lnTo>
                  <a:pt x="364846" y="35613"/>
                </a:lnTo>
                <a:lnTo>
                  <a:pt x="364214" y="35937"/>
                </a:lnTo>
                <a:lnTo>
                  <a:pt x="363595" y="36275"/>
                </a:lnTo>
                <a:lnTo>
                  <a:pt x="362988" y="36625"/>
                </a:lnTo>
                <a:lnTo>
                  <a:pt x="362393" y="36989"/>
                </a:lnTo>
                <a:lnTo>
                  <a:pt x="361811" y="37365"/>
                </a:lnTo>
                <a:lnTo>
                  <a:pt x="361241" y="37755"/>
                </a:lnTo>
                <a:lnTo>
                  <a:pt x="360684" y="38158"/>
                </a:lnTo>
                <a:lnTo>
                  <a:pt x="360138" y="38573"/>
                </a:lnTo>
                <a:lnTo>
                  <a:pt x="359605" y="39002"/>
                </a:lnTo>
                <a:lnTo>
                  <a:pt x="359085" y="39444"/>
                </a:lnTo>
                <a:lnTo>
                  <a:pt x="358576" y="39899"/>
                </a:lnTo>
                <a:lnTo>
                  <a:pt x="358081" y="40367"/>
                </a:lnTo>
                <a:lnTo>
                  <a:pt x="357597" y="40848"/>
                </a:lnTo>
                <a:lnTo>
                  <a:pt x="357126" y="41342"/>
                </a:lnTo>
                <a:lnTo>
                  <a:pt x="356667" y="41849"/>
                </a:lnTo>
                <a:lnTo>
                  <a:pt x="356220" y="42369"/>
                </a:lnTo>
                <a:lnTo>
                  <a:pt x="355786" y="42902"/>
                </a:lnTo>
                <a:lnTo>
                  <a:pt x="355364" y="43448"/>
                </a:lnTo>
                <a:lnTo>
                  <a:pt x="354955" y="44007"/>
                </a:lnTo>
                <a:lnTo>
                  <a:pt x="354557" y="44579"/>
                </a:lnTo>
                <a:lnTo>
                  <a:pt x="354174" y="45165"/>
                </a:lnTo>
                <a:lnTo>
                  <a:pt x="353808" y="45766"/>
                </a:lnTo>
                <a:lnTo>
                  <a:pt x="353457" y="46382"/>
                </a:lnTo>
                <a:lnTo>
                  <a:pt x="353123" y="47013"/>
                </a:lnTo>
                <a:lnTo>
                  <a:pt x="352806" y="47659"/>
                </a:lnTo>
                <a:lnTo>
                  <a:pt x="352504" y="48320"/>
                </a:lnTo>
                <a:lnTo>
                  <a:pt x="352219" y="48996"/>
                </a:lnTo>
                <a:lnTo>
                  <a:pt x="351950" y="49687"/>
                </a:lnTo>
                <a:lnTo>
                  <a:pt x="351698" y="50393"/>
                </a:lnTo>
                <a:lnTo>
                  <a:pt x="351462" y="51114"/>
                </a:lnTo>
                <a:lnTo>
                  <a:pt x="351242" y="51850"/>
                </a:lnTo>
                <a:lnTo>
                  <a:pt x="351038" y="52601"/>
                </a:lnTo>
                <a:lnTo>
                  <a:pt x="350851" y="53367"/>
                </a:lnTo>
                <a:lnTo>
                  <a:pt x="350679" y="54147"/>
                </a:lnTo>
                <a:lnTo>
                  <a:pt x="350525" y="54943"/>
                </a:lnTo>
                <a:lnTo>
                  <a:pt x="350386" y="55754"/>
                </a:lnTo>
                <a:lnTo>
                  <a:pt x="350264" y="56580"/>
                </a:lnTo>
                <a:lnTo>
                  <a:pt x="350158" y="57421"/>
                </a:lnTo>
                <a:lnTo>
                  <a:pt x="350068" y="58276"/>
                </a:lnTo>
                <a:lnTo>
                  <a:pt x="349995" y="59147"/>
                </a:lnTo>
                <a:lnTo>
                  <a:pt x="349938" y="60033"/>
                </a:lnTo>
                <a:lnTo>
                  <a:pt x="349897" y="60934"/>
                </a:lnTo>
                <a:lnTo>
                  <a:pt x="349873" y="61850"/>
                </a:lnTo>
                <a:lnTo>
                  <a:pt x="349865" y="62780"/>
                </a:lnTo>
                <a:lnTo>
                  <a:pt x="364626" y="62780"/>
                </a:lnTo>
                <a:lnTo>
                  <a:pt x="364637" y="61915"/>
                </a:lnTo>
                <a:lnTo>
                  <a:pt x="364670" y="61070"/>
                </a:lnTo>
                <a:lnTo>
                  <a:pt x="364724" y="60244"/>
                </a:lnTo>
                <a:lnTo>
                  <a:pt x="364800" y="59438"/>
                </a:lnTo>
                <a:lnTo>
                  <a:pt x="364899" y="58651"/>
                </a:lnTo>
                <a:lnTo>
                  <a:pt x="365019" y="57884"/>
                </a:lnTo>
                <a:lnTo>
                  <a:pt x="365161" y="57137"/>
                </a:lnTo>
                <a:lnTo>
                  <a:pt x="365324" y="56409"/>
                </a:lnTo>
                <a:lnTo>
                  <a:pt x="365510" y="55700"/>
                </a:lnTo>
                <a:lnTo>
                  <a:pt x="365717" y="55011"/>
                </a:lnTo>
                <a:lnTo>
                  <a:pt x="365947" y="54342"/>
                </a:lnTo>
                <a:lnTo>
                  <a:pt x="366198" y="53692"/>
                </a:lnTo>
                <a:lnTo>
                  <a:pt x="366471" y="53062"/>
                </a:lnTo>
                <a:lnTo>
                  <a:pt x="366765" y="52451"/>
                </a:lnTo>
                <a:lnTo>
                  <a:pt x="367082" y="51860"/>
                </a:lnTo>
                <a:lnTo>
                  <a:pt x="367420" y="51288"/>
                </a:lnTo>
                <a:lnTo>
                  <a:pt x="367780" y="50736"/>
                </a:lnTo>
                <a:lnTo>
                  <a:pt x="368162" y="50203"/>
                </a:lnTo>
                <a:lnTo>
                  <a:pt x="368566" y="49690"/>
                </a:lnTo>
                <a:lnTo>
                  <a:pt x="368992" y="49197"/>
                </a:lnTo>
                <a:lnTo>
                  <a:pt x="369439" y="48723"/>
                </a:lnTo>
                <a:lnTo>
                  <a:pt x="369909" y="48268"/>
                </a:lnTo>
                <a:lnTo>
                  <a:pt x="370400" y="47834"/>
                </a:lnTo>
                <a:lnTo>
                  <a:pt x="370913" y="47418"/>
                </a:lnTo>
                <a:lnTo>
                  <a:pt x="371442" y="47021"/>
                </a:lnTo>
                <a:lnTo>
                  <a:pt x="371981" y="46641"/>
                </a:lnTo>
                <a:lnTo>
                  <a:pt x="372530" y="46278"/>
                </a:lnTo>
                <a:lnTo>
                  <a:pt x="373090" y="45931"/>
                </a:lnTo>
                <a:lnTo>
                  <a:pt x="373659" y="45602"/>
                </a:lnTo>
                <a:lnTo>
                  <a:pt x="374239" y="45289"/>
                </a:lnTo>
                <a:lnTo>
                  <a:pt x="374829" y="44994"/>
                </a:lnTo>
                <a:lnTo>
                  <a:pt x="375428" y="44715"/>
                </a:lnTo>
                <a:lnTo>
                  <a:pt x="376038" y="44453"/>
                </a:lnTo>
                <a:lnTo>
                  <a:pt x="376658" y="44208"/>
                </a:lnTo>
                <a:lnTo>
                  <a:pt x="377289" y="43980"/>
                </a:lnTo>
                <a:lnTo>
                  <a:pt x="377929" y="43769"/>
                </a:lnTo>
                <a:lnTo>
                  <a:pt x="378580" y="43574"/>
                </a:lnTo>
                <a:lnTo>
                  <a:pt x="379240" y="43397"/>
                </a:lnTo>
                <a:lnTo>
                  <a:pt x="379911" y="43236"/>
                </a:lnTo>
                <a:lnTo>
                  <a:pt x="380592" y="43093"/>
                </a:lnTo>
                <a:lnTo>
                  <a:pt x="381283" y="42966"/>
                </a:lnTo>
                <a:lnTo>
                  <a:pt x="381984" y="42856"/>
                </a:lnTo>
                <a:lnTo>
                  <a:pt x="382695" y="42763"/>
                </a:lnTo>
                <a:lnTo>
                  <a:pt x="383416" y="42687"/>
                </a:lnTo>
                <a:lnTo>
                  <a:pt x="384148" y="42628"/>
                </a:lnTo>
                <a:lnTo>
                  <a:pt x="384889" y="42586"/>
                </a:lnTo>
                <a:lnTo>
                  <a:pt x="385641" y="42561"/>
                </a:lnTo>
                <a:lnTo>
                  <a:pt x="386403" y="42552"/>
                </a:lnTo>
                <a:lnTo>
                  <a:pt x="387119" y="42560"/>
                </a:lnTo>
                <a:lnTo>
                  <a:pt x="387825" y="42583"/>
                </a:lnTo>
                <a:lnTo>
                  <a:pt x="388520" y="42622"/>
                </a:lnTo>
                <a:lnTo>
                  <a:pt x="389205" y="42676"/>
                </a:lnTo>
                <a:lnTo>
                  <a:pt x="389879" y="42746"/>
                </a:lnTo>
                <a:lnTo>
                  <a:pt x="390543" y="42831"/>
                </a:lnTo>
                <a:lnTo>
                  <a:pt x="391197" y="42932"/>
                </a:lnTo>
                <a:lnTo>
                  <a:pt x="391840" y="43048"/>
                </a:lnTo>
                <a:lnTo>
                  <a:pt x="392472" y="43180"/>
                </a:lnTo>
                <a:lnTo>
                  <a:pt x="393094" y="43327"/>
                </a:lnTo>
                <a:lnTo>
                  <a:pt x="393706" y="43490"/>
                </a:lnTo>
                <a:lnTo>
                  <a:pt x="394308" y="43668"/>
                </a:lnTo>
                <a:lnTo>
                  <a:pt x="394898" y="43862"/>
                </a:lnTo>
                <a:lnTo>
                  <a:pt x="395479" y="44071"/>
                </a:lnTo>
                <a:lnTo>
                  <a:pt x="396049" y="44296"/>
                </a:lnTo>
                <a:lnTo>
                  <a:pt x="396608" y="44536"/>
                </a:lnTo>
                <a:lnTo>
                  <a:pt x="397157" y="44792"/>
                </a:lnTo>
                <a:lnTo>
                  <a:pt x="397696" y="45063"/>
                </a:lnTo>
                <a:lnTo>
                  <a:pt x="398224" y="45350"/>
                </a:lnTo>
                <a:lnTo>
                  <a:pt x="398742" y="45653"/>
                </a:lnTo>
                <a:lnTo>
                  <a:pt x="399249" y="45970"/>
                </a:lnTo>
                <a:lnTo>
                  <a:pt x="399746" y="46304"/>
                </a:lnTo>
                <a:lnTo>
                  <a:pt x="400233" y="46653"/>
                </a:lnTo>
                <a:lnTo>
                  <a:pt x="400709" y="47017"/>
                </a:lnTo>
                <a:lnTo>
                  <a:pt x="401170" y="47402"/>
                </a:lnTo>
                <a:lnTo>
                  <a:pt x="401611" y="47813"/>
                </a:lnTo>
                <a:lnTo>
                  <a:pt x="402033" y="48251"/>
                </a:lnTo>
                <a:lnTo>
                  <a:pt x="402435" y="48714"/>
                </a:lnTo>
                <a:lnTo>
                  <a:pt x="402817" y="49204"/>
                </a:lnTo>
                <a:lnTo>
                  <a:pt x="403180" y="49720"/>
                </a:lnTo>
                <a:lnTo>
                  <a:pt x="403523" y="50262"/>
                </a:lnTo>
                <a:lnTo>
                  <a:pt x="403847" y="50831"/>
                </a:lnTo>
                <a:lnTo>
                  <a:pt x="404151" y="51425"/>
                </a:lnTo>
                <a:lnTo>
                  <a:pt x="404436" y="52046"/>
                </a:lnTo>
                <a:lnTo>
                  <a:pt x="404700" y="52693"/>
                </a:lnTo>
                <a:lnTo>
                  <a:pt x="404946" y="53366"/>
                </a:lnTo>
                <a:lnTo>
                  <a:pt x="405171" y="54065"/>
                </a:lnTo>
                <a:lnTo>
                  <a:pt x="405377" y="54790"/>
                </a:lnTo>
                <a:lnTo>
                  <a:pt x="405563" y="55542"/>
                </a:lnTo>
                <a:lnTo>
                  <a:pt x="405730" y="56320"/>
                </a:lnTo>
                <a:lnTo>
                  <a:pt x="405877" y="57124"/>
                </a:lnTo>
                <a:lnTo>
                  <a:pt x="406005" y="57954"/>
                </a:lnTo>
                <a:lnTo>
                  <a:pt x="406113" y="58810"/>
                </a:lnTo>
                <a:lnTo>
                  <a:pt x="406201" y="59692"/>
                </a:lnTo>
                <a:lnTo>
                  <a:pt x="406270" y="60601"/>
                </a:lnTo>
                <a:lnTo>
                  <a:pt x="406319" y="61536"/>
                </a:lnTo>
                <a:lnTo>
                  <a:pt x="406348" y="62496"/>
                </a:lnTo>
                <a:lnTo>
                  <a:pt x="406358" y="63484"/>
                </a:lnTo>
                <a:lnTo>
                  <a:pt x="406358" y="70013"/>
                </a:lnTo>
                <a:lnTo>
                  <a:pt x="404840" y="70032"/>
                </a:lnTo>
                <a:lnTo>
                  <a:pt x="403338" y="70059"/>
                </a:lnTo>
                <a:lnTo>
                  <a:pt x="401852" y="70092"/>
                </a:lnTo>
                <a:lnTo>
                  <a:pt x="400382" y="70134"/>
                </a:lnTo>
                <a:lnTo>
                  <a:pt x="398928" y="70182"/>
                </a:lnTo>
                <a:lnTo>
                  <a:pt x="397491" y="70238"/>
                </a:lnTo>
                <a:lnTo>
                  <a:pt x="396070" y="70301"/>
                </a:lnTo>
                <a:lnTo>
                  <a:pt x="394664" y="70371"/>
                </a:lnTo>
                <a:lnTo>
                  <a:pt x="393275" y="70449"/>
                </a:lnTo>
                <a:lnTo>
                  <a:pt x="391902" y="70534"/>
                </a:lnTo>
                <a:lnTo>
                  <a:pt x="390546" y="70626"/>
                </a:lnTo>
                <a:lnTo>
                  <a:pt x="389205" y="70725"/>
                </a:lnTo>
                <a:lnTo>
                  <a:pt x="387880" y="70832"/>
                </a:lnTo>
                <a:lnTo>
                  <a:pt x="386572" y="70946"/>
                </a:lnTo>
                <a:lnTo>
                  <a:pt x="385280" y="71067"/>
                </a:lnTo>
                <a:lnTo>
                  <a:pt x="384004" y="71196"/>
                </a:lnTo>
                <a:lnTo>
                  <a:pt x="382744" y="71332"/>
                </a:lnTo>
                <a:lnTo>
                  <a:pt x="381500" y="71475"/>
                </a:lnTo>
                <a:lnTo>
                  <a:pt x="380272" y="71626"/>
                </a:lnTo>
                <a:lnTo>
                  <a:pt x="379060" y="71783"/>
                </a:lnTo>
                <a:lnTo>
                  <a:pt x="377865" y="71948"/>
                </a:lnTo>
                <a:lnTo>
                  <a:pt x="376686" y="72121"/>
                </a:lnTo>
                <a:lnTo>
                  <a:pt x="375523" y="72300"/>
                </a:lnTo>
                <a:lnTo>
                  <a:pt x="374375" y="72487"/>
                </a:lnTo>
                <a:lnTo>
                  <a:pt x="373247" y="72685"/>
                </a:lnTo>
                <a:lnTo>
                  <a:pt x="372141" y="72896"/>
                </a:lnTo>
                <a:lnTo>
                  <a:pt x="371055" y="73122"/>
                </a:lnTo>
                <a:lnTo>
                  <a:pt x="369992" y="73362"/>
                </a:lnTo>
                <a:lnTo>
                  <a:pt x="368950" y="73616"/>
                </a:lnTo>
                <a:lnTo>
                  <a:pt x="367929" y="73884"/>
                </a:lnTo>
                <a:lnTo>
                  <a:pt x="366930" y="74166"/>
                </a:lnTo>
                <a:lnTo>
                  <a:pt x="365952" y="74463"/>
                </a:lnTo>
                <a:lnTo>
                  <a:pt x="364996" y="74773"/>
                </a:lnTo>
                <a:lnTo>
                  <a:pt x="364061" y="75097"/>
                </a:lnTo>
                <a:lnTo>
                  <a:pt x="363148" y="75436"/>
                </a:lnTo>
                <a:lnTo>
                  <a:pt x="362257" y="75789"/>
                </a:lnTo>
                <a:lnTo>
                  <a:pt x="361387" y="76156"/>
                </a:lnTo>
                <a:lnTo>
                  <a:pt x="360538" y="76536"/>
                </a:lnTo>
                <a:lnTo>
                  <a:pt x="359711" y="76931"/>
                </a:lnTo>
                <a:lnTo>
                  <a:pt x="358906" y="77340"/>
                </a:lnTo>
                <a:lnTo>
                  <a:pt x="358122" y="77764"/>
                </a:lnTo>
                <a:lnTo>
                  <a:pt x="357359" y="78201"/>
                </a:lnTo>
                <a:lnTo>
                  <a:pt x="356618" y="78652"/>
                </a:lnTo>
                <a:lnTo>
                  <a:pt x="355899" y="79118"/>
                </a:lnTo>
                <a:lnTo>
                  <a:pt x="355201" y="79597"/>
                </a:lnTo>
                <a:lnTo>
                  <a:pt x="354524" y="80091"/>
                </a:lnTo>
                <a:lnTo>
                  <a:pt x="353869" y="80599"/>
                </a:lnTo>
                <a:lnTo>
                  <a:pt x="353236" y="81121"/>
                </a:lnTo>
                <a:lnTo>
                  <a:pt x="352626" y="81660"/>
                </a:lnTo>
                <a:lnTo>
                  <a:pt x="352043" y="82219"/>
                </a:lnTo>
                <a:lnTo>
                  <a:pt x="351485" y="82799"/>
                </a:lnTo>
                <a:lnTo>
                  <a:pt x="350953" y="83400"/>
                </a:lnTo>
                <a:lnTo>
                  <a:pt x="350447" y="84020"/>
                </a:lnTo>
                <a:lnTo>
                  <a:pt x="349967" y="84662"/>
                </a:lnTo>
                <a:lnTo>
                  <a:pt x="349513" y="85323"/>
                </a:lnTo>
                <a:lnTo>
                  <a:pt x="349085" y="86005"/>
                </a:lnTo>
                <a:lnTo>
                  <a:pt x="348683" y="86708"/>
                </a:lnTo>
                <a:lnTo>
                  <a:pt x="348307" y="87431"/>
                </a:lnTo>
                <a:lnTo>
                  <a:pt x="347957" y="88174"/>
                </a:lnTo>
                <a:lnTo>
                  <a:pt x="347632" y="88937"/>
                </a:lnTo>
                <a:lnTo>
                  <a:pt x="347334" y="89722"/>
                </a:lnTo>
                <a:lnTo>
                  <a:pt x="347062" y="90526"/>
                </a:lnTo>
                <a:lnTo>
                  <a:pt x="346815" y="91351"/>
                </a:lnTo>
                <a:lnTo>
                  <a:pt x="346595" y="92196"/>
                </a:lnTo>
                <a:lnTo>
                  <a:pt x="346400" y="93062"/>
                </a:lnTo>
                <a:lnTo>
                  <a:pt x="346231" y="93948"/>
                </a:lnTo>
                <a:lnTo>
                  <a:pt x="346089" y="94855"/>
                </a:lnTo>
                <a:lnTo>
                  <a:pt x="345972" y="95782"/>
                </a:lnTo>
                <a:lnTo>
                  <a:pt x="345881" y="96730"/>
                </a:lnTo>
                <a:lnTo>
                  <a:pt x="345816" y="97697"/>
                </a:lnTo>
                <a:lnTo>
                  <a:pt x="345777" y="98686"/>
                </a:lnTo>
                <a:lnTo>
                  <a:pt x="345764" y="99694"/>
                </a:lnTo>
                <a:lnTo>
                  <a:pt x="345771" y="100405"/>
                </a:lnTo>
                <a:lnTo>
                  <a:pt x="345791" y="101107"/>
                </a:lnTo>
                <a:lnTo>
                  <a:pt x="345824" y="101798"/>
                </a:lnTo>
                <a:lnTo>
                  <a:pt x="345869" y="102481"/>
                </a:lnTo>
                <a:lnTo>
                  <a:pt x="345929" y="103153"/>
                </a:lnTo>
                <a:lnTo>
                  <a:pt x="346001" y="103816"/>
                </a:lnTo>
                <a:lnTo>
                  <a:pt x="346086" y="104470"/>
                </a:lnTo>
                <a:lnTo>
                  <a:pt x="346185" y="105114"/>
                </a:lnTo>
                <a:lnTo>
                  <a:pt x="346296" y="105748"/>
                </a:lnTo>
                <a:lnTo>
                  <a:pt x="346421" y="106373"/>
                </a:lnTo>
                <a:lnTo>
                  <a:pt x="346559" y="106988"/>
                </a:lnTo>
                <a:lnTo>
                  <a:pt x="346710" y="107594"/>
                </a:lnTo>
                <a:lnTo>
                  <a:pt x="346874" y="108190"/>
                </a:lnTo>
                <a:lnTo>
                  <a:pt x="347051" y="108777"/>
                </a:lnTo>
                <a:lnTo>
                  <a:pt x="347242" y="109354"/>
                </a:lnTo>
                <a:lnTo>
                  <a:pt x="347445" y="109921"/>
                </a:lnTo>
                <a:lnTo>
                  <a:pt x="347662" y="110479"/>
                </a:lnTo>
                <a:lnTo>
                  <a:pt x="347891" y="111027"/>
                </a:lnTo>
                <a:lnTo>
                  <a:pt x="348134" y="111566"/>
                </a:lnTo>
                <a:lnTo>
                  <a:pt x="348390" y="112095"/>
                </a:lnTo>
                <a:lnTo>
                  <a:pt x="348660" y="112615"/>
                </a:lnTo>
                <a:lnTo>
                  <a:pt x="348942" y="113125"/>
                </a:lnTo>
                <a:lnTo>
                  <a:pt x="349237" y="113626"/>
                </a:lnTo>
                <a:lnTo>
                  <a:pt x="349546" y="114117"/>
                </a:lnTo>
                <a:lnTo>
                  <a:pt x="349865" y="114598"/>
                </a:lnTo>
                <a:lnTo>
                  <a:pt x="350194" y="115069"/>
                </a:lnTo>
                <a:lnTo>
                  <a:pt x="350531" y="115531"/>
                </a:lnTo>
                <a:lnTo>
                  <a:pt x="350877" y="115982"/>
                </a:lnTo>
                <a:lnTo>
                  <a:pt x="351232" y="116424"/>
                </a:lnTo>
                <a:lnTo>
                  <a:pt x="351596" y="116856"/>
                </a:lnTo>
                <a:lnTo>
                  <a:pt x="351969" y="117278"/>
                </a:lnTo>
                <a:lnTo>
                  <a:pt x="352350" y="117690"/>
                </a:lnTo>
                <a:lnTo>
                  <a:pt x="352741" y="118092"/>
                </a:lnTo>
                <a:lnTo>
                  <a:pt x="353140" y="118484"/>
                </a:lnTo>
                <a:lnTo>
                  <a:pt x="353548" y="118867"/>
                </a:lnTo>
                <a:lnTo>
                  <a:pt x="353965" y="119239"/>
                </a:lnTo>
                <a:lnTo>
                  <a:pt x="354391" y="119602"/>
                </a:lnTo>
                <a:lnTo>
                  <a:pt x="354826" y="119955"/>
                </a:lnTo>
                <a:lnTo>
                  <a:pt x="355269" y="120297"/>
                </a:lnTo>
                <a:lnTo>
                  <a:pt x="355722" y="120630"/>
                </a:lnTo>
                <a:lnTo>
                  <a:pt x="356183" y="120953"/>
                </a:lnTo>
                <a:lnTo>
                  <a:pt x="356653" y="121267"/>
                </a:lnTo>
                <a:lnTo>
                  <a:pt x="357132" y="121570"/>
                </a:lnTo>
                <a:lnTo>
                  <a:pt x="357620" y="121863"/>
                </a:lnTo>
                <a:lnTo>
                  <a:pt x="358117" y="122147"/>
                </a:lnTo>
                <a:lnTo>
                  <a:pt x="358622" y="122420"/>
                </a:lnTo>
                <a:lnTo>
                  <a:pt x="359137" y="122684"/>
                </a:lnTo>
                <a:lnTo>
                  <a:pt x="359660" y="122938"/>
                </a:lnTo>
                <a:lnTo>
                  <a:pt x="360190" y="123182"/>
                </a:lnTo>
                <a:lnTo>
                  <a:pt x="360725" y="123415"/>
                </a:lnTo>
                <a:lnTo>
                  <a:pt x="361264" y="123638"/>
                </a:lnTo>
                <a:lnTo>
                  <a:pt x="361808" y="123851"/>
                </a:lnTo>
                <a:lnTo>
                  <a:pt x="362356" y="124053"/>
                </a:lnTo>
                <a:lnTo>
                  <a:pt x="362909" y="124245"/>
                </a:lnTo>
                <a:lnTo>
                  <a:pt x="363466" y="124426"/>
                </a:lnTo>
                <a:lnTo>
                  <a:pt x="364029" y="124597"/>
                </a:lnTo>
                <a:lnTo>
                  <a:pt x="364595" y="124758"/>
                </a:lnTo>
                <a:lnTo>
                  <a:pt x="365167" y="124909"/>
                </a:lnTo>
                <a:lnTo>
                  <a:pt x="365742" y="125049"/>
                </a:lnTo>
                <a:lnTo>
                  <a:pt x="366323" y="125178"/>
                </a:lnTo>
                <a:lnTo>
                  <a:pt x="366908" y="125297"/>
                </a:lnTo>
                <a:lnTo>
                  <a:pt x="367498" y="125406"/>
                </a:lnTo>
                <a:lnTo>
                  <a:pt x="368092" y="125505"/>
                </a:lnTo>
                <a:lnTo>
                  <a:pt x="368691" y="125593"/>
                </a:lnTo>
                <a:lnTo>
                  <a:pt x="369294" y="125671"/>
                </a:lnTo>
                <a:lnTo>
                  <a:pt x="369902" y="125738"/>
                </a:lnTo>
                <a:lnTo>
                  <a:pt x="370515" y="125795"/>
                </a:lnTo>
                <a:lnTo>
                  <a:pt x="371132" y="125842"/>
                </a:lnTo>
                <a:lnTo>
                  <a:pt x="371754" y="125878"/>
                </a:lnTo>
                <a:lnTo>
                  <a:pt x="372380" y="125904"/>
                </a:lnTo>
                <a:lnTo>
                  <a:pt x="373011" y="125920"/>
                </a:lnTo>
                <a:lnTo>
                  <a:pt x="373647" y="125925"/>
                </a:lnTo>
                <a:lnTo>
                  <a:pt x="374538" y="125918"/>
                </a:lnTo>
                <a:lnTo>
                  <a:pt x="375420" y="125896"/>
                </a:lnTo>
                <a:lnTo>
                  <a:pt x="376292" y="125860"/>
                </a:lnTo>
                <a:lnTo>
                  <a:pt x="377156" y="125810"/>
                </a:lnTo>
                <a:lnTo>
                  <a:pt x="378010" y="125745"/>
                </a:lnTo>
                <a:close/>
                <a:moveTo>
                  <a:pt x="374411" y="114083"/>
                </a:moveTo>
                <a:lnTo>
                  <a:pt x="373803" y="114004"/>
                </a:lnTo>
                <a:lnTo>
                  <a:pt x="373209" y="113911"/>
                </a:lnTo>
                <a:lnTo>
                  <a:pt x="372629" y="113804"/>
                </a:lnTo>
                <a:lnTo>
                  <a:pt x="372063" y="113682"/>
                </a:lnTo>
                <a:lnTo>
                  <a:pt x="371510" y="113546"/>
                </a:lnTo>
                <a:lnTo>
                  <a:pt x="370971" y="113396"/>
                </a:lnTo>
                <a:lnTo>
                  <a:pt x="370446" y="113231"/>
                </a:lnTo>
                <a:lnTo>
                  <a:pt x="369935" y="113052"/>
                </a:lnTo>
                <a:lnTo>
                  <a:pt x="369437" y="112859"/>
                </a:lnTo>
                <a:lnTo>
                  <a:pt x="368953" y="112651"/>
                </a:lnTo>
                <a:lnTo>
                  <a:pt x="368483" y="112429"/>
                </a:lnTo>
                <a:lnTo>
                  <a:pt x="368027" y="112193"/>
                </a:lnTo>
                <a:lnTo>
                  <a:pt x="367584" y="111943"/>
                </a:lnTo>
                <a:lnTo>
                  <a:pt x="367156" y="111678"/>
                </a:lnTo>
                <a:lnTo>
                  <a:pt x="366741" y="111399"/>
                </a:lnTo>
                <a:lnTo>
                  <a:pt x="366339" y="111105"/>
                </a:lnTo>
                <a:lnTo>
                  <a:pt x="365952" y="110797"/>
                </a:lnTo>
                <a:lnTo>
                  <a:pt x="365578" y="110475"/>
                </a:lnTo>
                <a:lnTo>
                  <a:pt x="365218" y="110139"/>
                </a:lnTo>
                <a:lnTo>
                  <a:pt x="364872" y="109790"/>
                </a:lnTo>
                <a:lnTo>
                  <a:pt x="364541" y="109432"/>
                </a:lnTo>
                <a:lnTo>
                  <a:pt x="364225" y="109064"/>
                </a:lnTo>
                <a:lnTo>
                  <a:pt x="363923" y="108687"/>
                </a:lnTo>
                <a:lnTo>
                  <a:pt x="363637" y="108299"/>
                </a:lnTo>
                <a:lnTo>
                  <a:pt x="363364" y="107902"/>
                </a:lnTo>
                <a:lnTo>
                  <a:pt x="363107" y="107496"/>
                </a:lnTo>
                <a:lnTo>
                  <a:pt x="362864" y="107079"/>
                </a:lnTo>
                <a:lnTo>
                  <a:pt x="362636" y="106653"/>
                </a:lnTo>
                <a:lnTo>
                  <a:pt x="362423" y="106217"/>
                </a:lnTo>
                <a:lnTo>
                  <a:pt x="362224" y="105772"/>
                </a:lnTo>
                <a:lnTo>
                  <a:pt x="362040" y="105317"/>
                </a:lnTo>
                <a:lnTo>
                  <a:pt x="361871" y="104852"/>
                </a:lnTo>
                <a:lnTo>
                  <a:pt x="361717" y="104377"/>
                </a:lnTo>
                <a:lnTo>
                  <a:pt x="361577" y="103893"/>
                </a:lnTo>
                <a:lnTo>
                  <a:pt x="361452" y="103399"/>
                </a:lnTo>
                <a:lnTo>
                  <a:pt x="361342" y="102895"/>
                </a:lnTo>
                <a:lnTo>
                  <a:pt x="361246" y="102381"/>
                </a:lnTo>
                <a:lnTo>
                  <a:pt x="361165" y="101858"/>
                </a:lnTo>
                <a:lnTo>
                  <a:pt x="361099" y="101325"/>
                </a:lnTo>
                <a:lnTo>
                  <a:pt x="361047" y="100783"/>
                </a:lnTo>
                <a:lnTo>
                  <a:pt x="361011" y="100230"/>
                </a:lnTo>
                <a:lnTo>
                  <a:pt x="360988" y="99668"/>
                </a:lnTo>
                <a:lnTo>
                  <a:pt x="360981" y="99096"/>
                </a:lnTo>
                <a:lnTo>
                  <a:pt x="360999" y="98261"/>
                </a:lnTo>
                <a:lnTo>
                  <a:pt x="361054" y="97446"/>
                </a:lnTo>
                <a:lnTo>
                  <a:pt x="361146" y="96650"/>
                </a:lnTo>
                <a:lnTo>
                  <a:pt x="361273" y="95874"/>
                </a:lnTo>
                <a:lnTo>
                  <a:pt x="361438" y="95118"/>
                </a:lnTo>
                <a:lnTo>
                  <a:pt x="361639" y="94382"/>
                </a:lnTo>
                <a:lnTo>
                  <a:pt x="361876" y="93665"/>
                </a:lnTo>
                <a:lnTo>
                  <a:pt x="362150" y="92968"/>
                </a:lnTo>
                <a:lnTo>
                  <a:pt x="362461" y="92291"/>
                </a:lnTo>
                <a:lnTo>
                  <a:pt x="362808" y="91634"/>
                </a:lnTo>
                <a:lnTo>
                  <a:pt x="363192" y="90996"/>
                </a:lnTo>
                <a:lnTo>
                  <a:pt x="363612" y="90378"/>
                </a:lnTo>
                <a:lnTo>
                  <a:pt x="364069" y="89780"/>
                </a:lnTo>
                <a:lnTo>
                  <a:pt x="364562" y="89202"/>
                </a:lnTo>
                <a:lnTo>
                  <a:pt x="365092" y="88643"/>
                </a:lnTo>
                <a:lnTo>
                  <a:pt x="365659" y="88104"/>
                </a:lnTo>
                <a:lnTo>
                  <a:pt x="366261" y="87585"/>
                </a:lnTo>
                <a:lnTo>
                  <a:pt x="366901" y="87085"/>
                </a:lnTo>
                <a:lnTo>
                  <a:pt x="367577" y="86606"/>
                </a:lnTo>
                <a:lnTo>
                  <a:pt x="368290" y="86146"/>
                </a:lnTo>
                <a:lnTo>
                  <a:pt x="369039" y="85706"/>
                </a:lnTo>
                <a:lnTo>
                  <a:pt x="369824" y="85285"/>
                </a:lnTo>
                <a:lnTo>
                  <a:pt x="370647" y="84884"/>
                </a:lnTo>
                <a:lnTo>
                  <a:pt x="371505" y="84503"/>
                </a:lnTo>
                <a:lnTo>
                  <a:pt x="372406" y="84139"/>
                </a:lnTo>
                <a:lnTo>
                  <a:pt x="373354" y="83790"/>
                </a:lnTo>
                <a:lnTo>
                  <a:pt x="374351" y="83454"/>
                </a:lnTo>
                <a:lnTo>
                  <a:pt x="375394" y="83134"/>
                </a:lnTo>
                <a:lnTo>
                  <a:pt x="376485" y="82828"/>
                </a:lnTo>
                <a:lnTo>
                  <a:pt x="377624" y="82536"/>
                </a:lnTo>
                <a:lnTo>
                  <a:pt x="378811" y="82259"/>
                </a:lnTo>
                <a:lnTo>
                  <a:pt x="380045" y="81996"/>
                </a:lnTo>
                <a:lnTo>
                  <a:pt x="381327" y="81748"/>
                </a:lnTo>
                <a:lnTo>
                  <a:pt x="382656" y="81514"/>
                </a:lnTo>
                <a:lnTo>
                  <a:pt x="384033" y="81295"/>
                </a:lnTo>
                <a:lnTo>
                  <a:pt x="385458" y="81090"/>
                </a:lnTo>
                <a:lnTo>
                  <a:pt x="386930" y="80900"/>
                </a:lnTo>
                <a:lnTo>
                  <a:pt x="388450" y="80724"/>
                </a:lnTo>
                <a:lnTo>
                  <a:pt x="390017" y="80563"/>
                </a:lnTo>
                <a:lnTo>
                  <a:pt x="391632" y="80416"/>
                </a:lnTo>
                <a:lnTo>
                  <a:pt x="393295" y="80283"/>
                </a:lnTo>
                <a:lnTo>
                  <a:pt x="395005" y="80165"/>
                </a:lnTo>
                <a:lnTo>
                  <a:pt x="396763" y="80062"/>
                </a:lnTo>
                <a:lnTo>
                  <a:pt x="398569" y="79973"/>
                </a:lnTo>
                <a:lnTo>
                  <a:pt x="400422" y="79899"/>
                </a:lnTo>
                <a:lnTo>
                  <a:pt x="402322" y="79839"/>
                </a:lnTo>
                <a:lnTo>
                  <a:pt x="404271" y="79793"/>
                </a:lnTo>
                <a:lnTo>
                  <a:pt x="406267" y="79762"/>
                </a:lnTo>
                <a:lnTo>
                  <a:pt x="406267" y="98530"/>
                </a:lnTo>
                <a:lnTo>
                  <a:pt x="405853" y="99094"/>
                </a:lnTo>
                <a:lnTo>
                  <a:pt x="405430" y="99650"/>
                </a:lnTo>
                <a:lnTo>
                  <a:pt x="405000" y="100198"/>
                </a:lnTo>
                <a:lnTo>
                  <a:pt x="404561" y="100738"/>
                </a:lnTo>
                <a:lnTo>
                  <a:pt x="404114" y="101270"/>
                </a:lnTo>
                <a:lnTo>
                  <a:pt x="403658" y="101793"/>
                </a:lnTo>
                <a:lnTo>
                  <a:pt x="403195" y="102308"/>
                </a:lnTo>
                <a:lnTo>
                  <a:pt x="402723" y="102815"/>
                </a:lnTo>
                <a:lnTo>
                  <a:pt x="402243" y="103314"/>
                </a:lnTo>
                <a:lnTo>
                  <a:pt x="401755" y="103804"/>
                </a:lnTo>
                <a:lnTo>
                  <a:pt x="401259" y="104287"/>
                </a:lnTo>
                <a:lnTo>
                  <a:pt x="400754" y="104761"/>
                </a:lnTo>
                <a:lnTo>
                  <a:pt x="400241" y="105227"/>
                </a:lnTo>
                <a:lnTo>
                  <a:pt x="399720" y="105684"/>
                </a:lnTo>
                <a:lnTo>
                  <a:pt x="399191" y="106134"/>
                </a:lnTo>
                <a:lnTo>
                  <a:pt x="398653" y="106575"/>
                </a:lnTo>
                <a:lnTo>
                  <a:pt x="398108" y="107008"/>
                </a:lnTo>
                <a:lnTo>
                  <a:pt x="397554" y="107432"/>
                </a:lnTo>
                <a:lnTo>
                  <a:pt x="396991" y="107849"/>
                </a:lnTo>
                <a:lnTo>
                  <a:pt x="396421" y="108257"/>
                </a:lnTo>
                <a:lnTo>
                  <a:pt x="395842" y="108657"/>
                </a:lnTo>
                <a:lnTo>
                  <a:pt x="395255" y="109049"/>
                </a:lnTo>
                <a:lnTo>
                  <a:pt x="394660" y="109433"/>
                </a:lnTo>
                <a:lnTo>
                  <a:pt x="394057" y="109808"/>
                </a:lnTo>
                <a:lnTo>
                  <a:pt x="393446" y="110172"/>
                </a:lnTo>
                <a:lnTo>
                  <a:pt x="392829" y="110520"/>
                </a:lnTo>
                <a:lnTo>
                  <a:pt x="392206" y="110852"/>
                </a:lnTo>
                <a:lnTo>
                  <a:pt x="391576" y="111169"/>
                </a:lnTo>
                <a:lnTo>
                  <a:pt x="390941" y="111471"/>
                </a:lnTo>
                <a:lnTo>
                  <a:pt x="390298" y="111757"/>
                </a:lnTo>
                <a:lnTo>
                  <a:pt x="389650" y="112027"/>
                </a:lnTo>
                <a:lnTo>
                  <a:pt x="388995" y="112283"/>
                </a:lnTo>
                <a:lnTo>
                  <a:pt x="388334" y="112522"/>
                </a:lnTo>
                <a:lnTo>
                  <a:pt x="387666" y="112746"/>
                </a:lnTo>
                <a:lnTo>
                  <a:pt x="386992" y="112955"/>
                </a:lnTo>
                <a:lnTo>
                  <a:pt x="386312" y="113149"/>
                </a:lnTo>
                <a:lnTo>
                  <a:pt x="385625" y="113326"/>
                </a:lnTo>
                <a:lnTo>
                  <a:pt x="384932" y="113489"/>
                </a:lnTo>
                <a:lnTo>
                  <a:pt x="384233" y="113636"/>
                </a:lnTo>
                <a:lnTo>
                  <a:pt x="383528" y="113767"/>
                </a:lnTo>
                <a:lnTo>
                  <a:pt x="382816" y="113883"/>
                </a:lnTo>
                <a:lnTo>
                  <a:pt x="382098" y="113984"/>
                </a:lnTo>
                <a:lnTo>
                  <a:pt x="381373" y="114069"/>
                </a:lnTo>
                <a:lnTo>
                  <a:pt x="380642" y="114138"/>
                </a:lnTo>
                <a:lnTo>
                  <a:pt x="379905" y="114192"/>
                </a:lnTo>
                <a:lnTo>
                  <a:pt x="379162" y="114231"/>
                </a:lnTo>
                <a:lnTo>
                  <a:pt x="378412" y="114254"/>
                </a:lnTo>
                <a:lnTo>
                  <a:pt x="377656" y="114262"/>
                </a:lnTo>
                <a:lnTo>
                  <a:pt x="376979" y="114255"/>
                </a:lnTo>
                <a:lnTo>
                  <a:pt x="376316" y="114233"/>
                </a:lnTo>
                <a:lnTo>
                  <a:pt x="375667" y="114197"/>
                </a:lnTo>
                <a:lnTo>
                  <a:pt x="375032" y="114147"/>
                </a:lnTo>
                <a:lnTo>
                  <a:pt x="374411" y="114083"/>
                </a:lnTo>
                <a:close/>
                <a:moveTo>
                  <a:pt x="803505" y="125760"/>
                </a:moveTo>
                <a:lnTo>
                  <a:pt x="804382" y="125687"/>
                </a:lnTo>
                <a:lnTo>
                  <a:pt x="805248" y="125601"/>
                </a:lnTo>
                <a:lnTo>
                  <a:pt x="806103" y="125502"/>
                </a:lnTo>
                <a:lnTo>
                  <a:pt x="806949" y="125390"/>
                </a:lnTo>
                <a:lnTo>
                  <a:pt x="807783" y="125265"/>
                </a:lnTo>
                <a:lnTo>
                  <a:pt x="808608" y="125126"/>
                </a:lnTo>
                <a:lnTo>
                  <a:pt x="809422" y="124974"/>
                </a:lnTo>
                <a:lnTo>
                  <a:pt x="810225" y="124809"/>
                </a:lnTo>
                <a:lnTo>
                  <a:pt x="811018" y="124630"/>
                </a:lnTo>
                <a:lnTo>
                  <a:pt x="811801" y="124439"/>
                </a:lnTo>
                <a:lnTo>
                  <a:pt x="812573" y="124234"/>
                </a:lnTo>
                <a:lnTo>
                  <a:pt x="813334" y="124016"/>
                </a:lnTo>
                <a:lnTo>
                  <a:pt x="814086" y="123785"/>
                </a:lnTo>
                <a:lnTo>
                  <a:pt x="814826" y="123541"/>
                </a:lnTo>
                <a:lnTo>
                  <a:pt x="815557" y="123283"/>
                </a:lnTo>
                <a:lnTo>
                  <a:pt x="816277" y="123012"/>
                </a:lnTo>
                <a:lnTo>
                  <a:pt x="816986" y="122728"/>
                </a:lnTo>
                <a:lnTo>
                  <a:pt x="817685" y="122431"/>
                </a:lnTo>
                <a:lnTo>
                  <a:pt x="818374" y="122121"/>
                </a:lnTo>
                <a:lnTo>
                  <a:pt x="819051" y="121798"/>
                </a:lnTo>
                <a:lnTo>
                  <a:pt x="819715" y="121464"/>
                </a:lnTo>
                <a:lnTo>
                  <a:pt x="820367" y="121119"/>
                </a:lnTo>
                <a:lnTo>
                  <a:pt x="821006" y="120763"/>
                </a:lnTo>
                <a:lnTo>
                  <a:pt x="821633" y="120396"/>
                </a:lnTo>
                <a:lnTo>
                  <a:pt x="822246" y="120018"/>
                </a:lnTo>
                <a:lnTo>
                  <a:pt x="822848" y="119628"/>
                </a:lnTo>
                <a:lnTo>
                  <a:pt x="823436" y="119228"/>
                </a:lnTo>
                <a:lnTo>
                  <a:pt x="824012" y="118816"/>
                </a:lnTo>
                <a:lnTo>
                  <a:pt x="824575" y="118394"/>
                </a:lnTo>
                <a:lnTo>
                  <a:pt x="825125" y="117960"/>
                </a:lnTo>
                <a:lnTo>
                  <a:pt x="825663" y="117515"/>
                </a:lnTo>
                <a:lnTo>
                  <a:pt x="826189" y="117059"/>
                </a:lnTo>
                <a:lnTo>
                  <a:pt x="826701" y="116592"/>
                </a:lnTo>
                <a:lnTo>
                  <a:pt x="827201" y="116114"/>
                </a:lnTo>
                <a:lnTo>
                  <a:pt x="827688" y="115625"/>
                </a:lnTo>
                <a:lnTo>
                  <a:pt x="828163" y="115125"/>
                </a:lnTo>
                <a:lnTo>
                  <a:pt x="828625" y="114613"/>
                </a:lnTo>
                <a:lnTo>
                  <a:pt x="829074" y="114091"/>
                </a:lnTo>
                <a:lnTo>
                  <a:pt x="829511" y="113557"/>
                </a:lnTo>
                <a:lnTo>
                  <a:pt x="829934" y="113012"/>
                </a:lnTo>
                <a:lnTo>
                  <a:pt x="830346" y="112457"/>
                </a:lnTo>
                <a:lnTo>
                  <a:pt x="830744" y="111890"/>
                </a:lnTo>
                <a:lnTo>
                  <a:pt x="831130" y="111312"/>
                </a:lnTo>
                <a:lnTo>
                  <a:pt x="831503" y="110724"/>
                </a:lnTo>
                <a:lnTo>
                  <a:pt x="831860" y="110126"/>
                </a:lnTo>
                <a:lnTo>
                  <a:pt x="832202" y="109520"/>
                </a:lnTo>
                <a:lnTo>
                  <a:pt x="832530" y="108904"/>
                </a:lnTo>
                <a:lnTo>
                  <a:pt x="832843" y="108278"/>
                </a:lnTo>
                <a:lnTo>
                  <a:pt x="833141" y="107644"/>
                </a:lnTo>
                <a:lnTo>
                  <a:pt x="833424" y="107000"/>
                </a:lnTo>
                <a:lnTo>
                  <a:pt x="833692" y="106347"/>
                </a:lnTo>
                <a:lnTo>
                  <a:pt x="833945" y="105684"/>
                </a:lnTo>
                <a:lnTo>
                  <a:pt x="834183" y="105012"/>
                </a:lnTo>
                <a:lnTo>
                  <a:pt x="834407" y="104331"/>
                </a:lnTo>
                <a:lnTo>
                  <a:pt x="834616" y="103641"/>
                </a:lnTo>
                <a:lnTo>
                  <a:pt x="834809" y="102941"/>
                </a:lnTo>
                <a:lnTo>
                  <a:pt x="834988" y="102232"/>
                </a:lnTo>
                <a:lnTo>
                  <a:pt x="835152" y="101514"/>
                </a:lnTo>
                <a:lnTo>
                  <a:pt x="835302" y="100787"/>
                </a:lnTo>
                <a:lnTo>
                  <a:pt x="835436" y="100050"/>
                </a:lnTo>
                <a:lnTo>
                  <a:pt x="835555" y="99304"/>
                </a:lnTo>
                <a:lnTo>
                  <a:pt x="835660" y="98548"/>
                </a:lnTo>
                <a:lnTo>
                  <a:pt x="835750" y="97783"/>
                </a:lnTo>
                <a:lnTo>
                  <a:pt x="835824" y="97009"/>
                </a:lnTo>
                <a:lnTo>
                  <a:pt x="835884" y="96226"/>
                </a:lnTo>
                <a:lnTo>
                  <a:pt x="835929" y="95434"/>
                </a:lnTo>
                <a:lnTo>
                  <a:pt x="835960" y="94632"/>
                </a:lnTo>
                <a:lnTo>
                  <a:pt x="820925" y="94632"/>
                </a:lnTo>
                <a:lnTo>
                  <a:pt x="820893" y="95414"/>
                </a:lnTo>
                <a:lnTo>
                  <a:pt x="820842" y="96181"/>
                </a:lnTo>
                <a:lnTo>
                  <a:pt x="820771" y="96933"/>
                </a:lnTo>
                <a:lnTo>
                  <a:pt x="820682" y="97669"/>
                </a:lnTo>
                <a:lnTo>
                  <a:pt x="820574" y="98389"/>
                </a:lnTo>
                <a:lnTo>
                  <a:pt x="820447" y="99094"/>
                </a:lnTo>
                <a:lnTo>
                  <a:pt x="820301" y="99784"/>
                </a:lnTo>
                <a:lnTo>
                  <a:pt x="820136" y="100458"/>
                </a:lnTo>
                <a:lnTo>
                  <a:pt x="819951" y="101117"/>
                </a:lnTo>
                <a:lnTo>
                  <a:pt x="819748" y="101760"/>
                </a:lnTo>
                <a:lnTo>
                  <a:pt x="819526" y="102388"/>
                </a:lnTo>
                <a:lnTo>
                  <a:pt x="819285" y="103000"/>
                </a:lnTo>
                <a:lnTo>
                  <a:pt x="819025" y="103597"/>
                </a:lnTo>
                <a:lnTo>
                  <a:pt x="818746" y="104179"/>
                </a:lnTo>
                <a:lnTo>
                  <a:pt x="818448" y="104744"/>
                </a:lnTo>
                <a:lnTo>
                  <a:pt x="818131" y="105295"/>
                </a:lnTo>
                <a:lnTo>
                  <a:pt x="817795" y="105830"/>
                </a:lnTo>
                <a:lnTo>
                  <a:pt x="817440" y="106350"/>
                </a:lnTo>
                <a:lnTo>
                  <a:pt x="817066" y="106854"/>
                </a:lnTo>
                <a:lnTo>
                  <a:pt x="816673" y="107342"/>
                </a:lnTo>
                <a:lnTo>
                  <a:pt x="816261" y="107815"/>
                </a:lnTo>
                <a:lnTo>
                  <a:pt x="815830" y="108273"/>
                </a:lnTo>
                <a:lnTo>
                  <a:pt x="815380" y="108715"/>
                </a:lnTo>
                <a:lnTo>
                  <a:pt x="814911" y="109142"/>
                </a:lnTo>
                <a:lnTo>
                  <a:pt x="814425" y="109552"/>
                </a:lnTo>
                <a:lnTo>
                  <a:pt x="813924" y="109945"/>
                </a:lnTo>
                <a:lnTo>
                  <a:pt x="813407" y="110321"/>
                </a:lnTo>
                <a:lnTo>
                  <a:pt x="812874" y="110679"/>
                </a:lnTo>
                <a:lnTo>
                  <a:pt x="812326" y="111019"/>
                </a:lnTo>
                <a:lnTo>
                  <a:pt x="811762" y="111342"/>
                </a:lnTo>
                <a:lnTo>
                  <a:pt x="811183" y="111648"/>
                </a:lnTo>
                <a:lnTo>
                  <a:pt x="810588" y="111936"/>
                </a:lnTo>
                <a:lnTo>
                  <a:pt x="809978" y="112206"/>
                </a:lnTo>
                <a:lnTo>
                  <a:pt x="809353" y="112460"/>
                </a:lnTo>
                <a:lnTo>
                  <a:pt x="808711" y="112695"/>
                </a:lnTo>
                <a:lnTo>
                  <a:pt x="808055" y="112914"/>
                </a:lnTo>
                <a:lnTo>
                  <a:pt x="807383" y="113114"/>
                </a:lnTo>
                <a:lnTo>
                  <a:pt x="806695" y="113298"/>
                </a:lnTo>
                <a:lnTo>
                  <a:pt x="805992" y="113464"/>
                </a:lnTo>
                <a:lnTo>
                  <a:pt x="805273" y="113612"/>
                </a:lnTo>
                <a:lnTo>
                  <a:pt x="804539" y="113743"/>
                </a:lnTo>
                <a:lnTo>
                  <a:pt x="803789" y="113856"/>
                </a:lnTo>
                <a:lnTo>
                  <a:pt x="803024" y="113952"/>
                </a:lnTo>
                <a:lnTo>
                  <a:pt x="802244" y="114031"/>
                </a:lnTo>
                <a:lnTo>
                  <a:pt x="801447" y="114092"/>
                </a:lnTo>
                <a:lnTo>
                  <a:pt x="800636" y="114136"/>
                </a:lnTo>
                <a:lnTo>
                  <a:pt x="799808" y="114162"/>
                </a:lnTo>
                <a:lnTo>
                  <a:pt x="798966" y="114171"/>
                </a:lnTo>
                <a:lnTo>
                  <a:pt x="798175" y="114163"/>
                </a:lnTo>
                <a:lnTo>
                  <a:pt x="797397" y="114139"/>
                </a:lnTo>
                <a:lnTo>
                  <a:pt x="796632" y="114099"/>
                </a:lnTo>
                <a:lnTo>
                  <a:pt x="795880" y="114044"/>
                </a:lnTo>
                <a:lnTo>
                  <a:pt x="795142" y="113973"/>
                </a:lnTo>
                <a:lnTo>
                  <a:pt x="794416" y="113886"/>
                </a:lnTo>
                <a:lnTo>
                  <a:pt x="793703" y="113783"/>
                </a:lnTo>
                <a:lnTo>
                  <a:pt x="793003" y="113664"/>
                </a:lnTo>
                <a:lnTo>
                  <a:pt x="792316" y="113529"/>
                </a:lnTo>
                <a:lnTo>
                  <a:pt x="791642" y="113379"/>
                </a:lnTo>
                <a:lnTo>
                  <a:pt x="790980" y="113212"/>
                </a:lnTo>
                <a:lnTo>
                  <a:pt x="790332" y="113030"/>
                </a:lnTo>
                <a:lnTo>
                  <a:pt x="789697" y="112832"/>
                </a:lnTo>
                <a:lnTo>
                  <a:pt x="789075" y="112619"/>
                </a:lnTo>
                <a:lnTo>
                  <a:pt x="788466" y="112389"/>
                </a:lnTo>
                <a:lnTo>
                  <a:pt x="787870" y="112143"/>
                </a:lnTo>
                <a:lnTo>
                  <a:pt x="787286" y="111882"/>
                </a:lnTo>
                <a:lnTo>
                  <a:pt x="786716" y="111605"/>
                </a:lnTo>
                <a:lnTo>
                  <a:pt x="786159" y="111312"/>
                </a:lnTo>
                <a:lnTo>
                  <a:pt x="785614" y="111003"/>
                </a:lnTo>
                <a:lnTo>
                  <a:pt x="785083" y="110678"/>
                </a:lnTo>
                <a:lnTo>
                  <a:pt x="784565" y="110338"/>
                </a:lnTo>
                <a:lnTo>
                  <a:pt x="784059" y="109981"/>
                </a:lnTo>
                <a:lnTo>
                  <a:pt x="783567" y="109609"/>
                </a:lnTo>
                <a:lnTo>
                  <a:pt x="783086" y="109224"/>
                </a:lnTo>
                <a:lnTo>
                  <a:pt x="782617" y="108828"/>
                </a:lnTo>
                <a:lnTo>
                  <a:pt x="782158" y="108422"/>
                </a:lnTo>
                <a:lnTo>
                  <a:pt x="781710" y="108005"/>
                </a:lnTo>
                <a:lnTo>
                  <a:pt x="781273" y="107579"/>
                </a:lnTo>
                <a:lnTo>
                  <a:pt x="780848" y="107141"/>
                </a:lnTo>
                <a:lnTo>
                  <a:pt x="780433" y="106694"/>
                </a:lnTo>
                <a:lnTo>
                  <a:pt x="780028" y="106236"/>
                </a:lnTo>
                <a:lnTo>
                  <a:pt x="779635" y="105767"/>
                </a:lnTo>
                <a:lnTo>
                  <a:pt x="779253" y="105288"/>
                </a:lnTo>
                <a:lnTo>
                  <a:pt x="778882" y="104799"/>
                </a:lnTo>
                <a:lnTo>
                  <a:pt x="778521" y="104299"/>
                </a:lnTo>
                <a:lnTo>
                  <a:pt x="778172" y="103789"/>
                </a:lnTo>
                <a:lnTo>
                  <a:pt x="777833" y="103269"/>
                </a:lnTo>
                <a:lnTo>
                  <a:pt x="777505" y="102738"/>
                </a:lnTo>
                <a:lnTo>
                  <a:pt x="777189" y="102197"/>
                </a:lnTo>
                <a:lnTo>
                  <a:pt x="776883" y="101645"/>
                </a:lnTo>
                <a:lnTo>
                  <a:pt x="776588" y="101083"/>
                </a:lnTo>
                <a:lnTo>
                  <a:pt x="776304" y="100511"/>
                </a:lnTo>
                <a:lnTo>
                  <a:pt x="776031" y="99928"/>
                </a:lnTo>
                <a:lnTo>
                  <a:pt x="775768" y="99335"/>
                </a:lnTo>
                <a:lnTo>
                  <a:pt x="775517" y="98732"/>
                </a:lnTo>
                <a:lnTo>
                  <a:pt x="775277" y="98118"/>
                </a:lnTo>
                <a:lnTo>
                  <a:pt x="775047" y="97493"/>
                </a:lnTo>
                <a:lnTo>
                  <a:pt x="774828" y="96861"/>
                </a:lnTo>
                <a:lnTo>
                  <a:pt x="774617" y="96224"/>
                </a:lnTo>
                <a:lnTo>
                  <a:pt x="774416" y="95582"/>
                </a:lnTo>
                <a:lnTo>
                  <a:pt x="774223" y="94934"/>
                </a:lnTo>
                <a:lnTo>
                  <a:pt x="774040" y="94282"/>
                </a:lnTo>
                <a:lnTo>
                  <a:pt x="773866" y="93624"/>
                </a:lnTo>
                <a:lnTo>
                  <a:pt x="773700" y="92961"/>
                </a:lnTo>
                <a:lnTo>
                  <a:pt x="773544" y="92294"/>
                </a:lnTo>
                <a:lnTo>
                  <a:pt x="773397" y="91621"/>
                </a:lnTo>
                <a:lnTo>
                  <a:pt x="773258" y="90943"/>
                </a:lnTo>
                <a:lnTo>
                  <a:pt x="773129" y="90259"/>
                </a:lnTo>
                <a:lnTo>
                  <a:pt x="773009" y="89571"/>
                </a:lnTo>
                <a:lnTo>
                  <a:pt x="772897" y="88878"/>
                </a:lnTo>
                <a:lnTo>
                  <a:pt x="772795" y="88179"/>
                </a:lnTo>
                <a:lnTo>
                  <a:pt x="772702" y="87475"/>
                </a:lnTo>
                <a:lnTo>
                  <a:pt x="772618" y="86767"/>
                </a:lnTo>
                <a:lnTo>
                  <a:pt x="772542" y="86053"/>
                </a:lnTo>
                <a:lnTo>
                  <a:pt x="772476" y="85334"/>
                </a:lnTo>
                <a:lnTo>
                  <a:pt x="772419" y="84610"/>
                </a:lnTo>
                <a:lnTo>
                  <a:pt x="772371" y="83881"/>
                </a:lnTo>
                <a:lnTo>
                  <a:pt x="772332" y="83146"/>
                </a:lnTo>
                <a:lnTo>
                  <a:pt x="772301" y="82407"/>
                </a:lnTo>
                <a:lnTo>
                  <a:pt x="772280" y="81662"/>
                </a:lnTo>
                <a:lnTo>
                  <a:pt x="772268" y="80913"/>
                </a:lnTo>
                <a:lnTo>
                  <a:pt x="835504" y="80913"/>
                </a:lnTo>
                <a:lnTo>
                  <a:pt x="835519" y="80841"/>
                </a:lnTo>
                <a:lnTo>
                  <a:pt x="835534" y="80765"/>
                </a:lnTo>
                <a:lnTo>
                  <a:pt x="835548" y="80685"/>
                </a:lnTo>
                <a:lnTo>
                  <a:pt x="835562" y="80602"/>
                </a:lnTo>
                <a:lnTo>
                  <a:pt x="835576" y="80515"/>
                </a:lnTo>
                <a:lnTo>
                  <a:pt x="835589" y="80424"/>
                </a:lnTo>
                <a:lnTo>
                  <a:pt x="835603" y="80329"/>
                </a:lnTo>
                <a:lnTo>
                  <a:pt x="835615" y="80231"/>
                </a:lnTo>
                <a:lnTo>
                  <a:pt x="835628" y="80129"/>
                </a:lnTo>
                <a:lnTo>
                  <a:pt x="835640" y="80023"/>
                </a:lnTo>
                <a:lnTo>
                  <a:pt x="835652" y="79914"/>
                </a:lnTo>
                <a:lnTo>
                  <a:pt x="835664" y="79801"/>
                </a:lnTo>
                <a:lnTo>
                  <a:pt x="835675" y="79684"/>
                </a:lnTo>
                <a:lnTo>
                  <a:pt x="835686" y="79563"/>
                </a:lnTo>
                <a:lnTo>
                  <a:pt x="835696" y="79439"/>
                </a:lnTo>
                <a:lnTo>
                  <a:pt x="835707" y="79311"/>
                </a:lnTo>
                <a:lnTo>
                  <a:pt x="835717" y="79179"/>
                </a:lnTo>
                <a:lnTo>
                  <a:pt x="835726" y="79043"/>
                </a:lnTo>
                <a:lnTo>
                  <a:pt x="835736" y="78904"/>
                </a:lnTo>
                <a:lnTo>
                  <a:pt x="835745" y="78761"/>
                </a:lnTo>
                <a:lnTo>
                  <a:pt x="835753" y="78614"/>
                </a:lnTo>
                <a:lnTo>
                  <a:pt x="835762" y="78463"/>
                </a:lnTo>
                <a:lnTo>
                  <a:pt x="835770" y="78309"/>
                </a:lnTo>
                <a:lnTo>
                  <a:pt x="835777" y="78151"/>
                </a:lnTo>
                <a:lnTo>
                  <a:pt x="835785" y="77991"/>
                </a:lnTo>
                <a:lnTo>
                  <a:pt x="835792" y="77834"/>
                </a:lnTo>
                <a:lnTo>
                  <a:pt x="835799" y="77678"/>
                </a:lnTo>
                <a:lnTo>
                  <a:pt x="835805" y="77524"/>
                </a:lnTo>
                <a:lnTo>
                  <a:pt x="835811" y="77372"/>
                </a:lnTo>
                <a:lnTo>
                  <a:pt x="835817" y="77222"/>
                </a:lnTo>
                <a:lnTo>
                  <a:pt x="835823" y="77073"/>
                </a:lnTo>
                <a:lnTo>
                  <a:pt x="835828" y="76927"/>
                </a:lnTo>
                <a:lnTo>
                  <a:pt x="835833" y="76782"/>
                </a:lnTo>
                <a:lnTo>
                  <a:pt x="835838" y="76638"/>
                </a:lnTo>
                <a:lnTo>
                  <a:pt x="835842" y="76497"/>
                </a:lnTo>
                <a:lnTo>
                  <a:pt x="835846" y="76358"/>
                </a:lnTo>
                <a:lnTo>
                  <a:pt x="835849" y="76220"/>
                </a:lnTo>
                <a:lnTo>
                  <a:pt x="835853" y="76084"/>
                </a:lnTo>
                <a:lnTo>
                  <a:pt x="835856" y="75949"/>
                </a:lnTo>
                <a:lnTo>
                  <a:pt x="835858" y="75817"/>
                </a:lnTo>
                <a:lnTo>
                  <a:pt x="835861" y="75686"/>
                </a:lnTo>
                <a:lnTo>
                  <a:pt x="835863" y="75558"/>
                </a:lnTo>
                <a:lnTo>
                  <a:pt x="835865" y="75431"/>
                </a:lnTo>
                <a:lnTo>
                  <a:pt x="835866" y="75305"/>
                </a:lnTo>
                <a:lnTo>
                  <a:pt x="835867" y="75182"/>
                </a:lnTo>
                <a:lnTo>
                  <a:pt x="835868" y="75060"/>
                </a:lnTo>
                <a:lnTo>
                  <a:pt x="835868" y="74940"/>
                </a:lnTo>
                <a:lnTo>
                  <a:pt x="835869" y="74822"/>
                </a:lnTo>
                <a:lnTo>
                  <a:pt x="835851" y="73082"/>
                </a:lnTo>
                <a:lnTo>
                  <a:pt x="835797" y="71377"/>
                </a:lnTo>
                <a:lnTo>
                  <a:pt x="835708" y="69705"/>
                </a:lnTo>
                <a:lnTo>
                  <a:pt x="835583" y="68068"/>
                </a:lnTo>
                <a:lnTo>
                  <a:pt x="835422" y="66465"/>
                </a:lnTo>
                <a:lnTo>
                  <a:pt x="835225" y="64896"/>
                </a:lnTo>
                <a:lnTo>
                  <a:pt x="834993" y="63361"/>
                </a:lnTo>
                <a:lnTo>
                  <a:pt x="834725" y="61861"/>
                </a:lnTo>
                <a:lnTo>
                  <a:pt x="834421" y="60394"/>
                </a:lnTo>
                <a:lnTo>
                  <a:pt x="834081" y="58962"/>
                </a:lnTo>
                <a:lnTo>
                  <a:pt x="833706" y="57564"/>
                </a:lnTo>
                <a:lnTo>
                  <a:pt x="833294" y="56200"/>
                </a:lnTo>
                <a:lnTo>
                  <a:pt x="832848" y="54870"/>
                </a:lnTo>
                <a:lnTo>
                  <a:pt x="832365" y="53574"/>
                </a:lnTo>
                <a:lnTo>
                  <a:pt x="831847" y="52313"/>
                </a:lnTo>
                <a:lnTo>
                  <a:pt x="831292" y="51086"/>
                </a:lnTo>
                <a:lnTo>
                  <a:pt x="830703" y="49893"/>
                </a:lnTo>
                <a:lnTo>
                  <a:pt x="830077" y="48734"/>
                </a:lnTo>
                <a:lnTo>
                  <a:pt x="829415" y="47609"/>
                </a:lnTo>
                <a:lnTo>
                  <a:pt x="828718" y="46519"/>
                </a:lnTo>
                <a:lnTo>
                  <a:pt x="827985" y="45462"/>
                </a:lnTo>
                <a:lnTo>
                  <a:pt x="827217" y="44440"/>
                </a:lnTo>
                <a:lnTo>
                  <a:pt x="826412" y="43452"/>
                </a:lnTo>
                <a:lnTo>
                  <a:pt x="825572" y="42498"/>
                </a:lnTo>
                <a:lnTo>
                  <a:pt x="824701" y="41580"/>
                </a:lnTo>
                <a:lnTo>
                  <a:pt x="823802" y="40702"/>
                </a:lnTo>
                <a:lnTo>
                  <a:pt x="822876" y="39863"/>
                </a:lnTo>
                <a:lnTo>
                  <a:pt x="821922" y="39062"/>
                </a:lnTo>
                <a:lnTo>
                  <a:pt x="820942" y="38301"/>
                </a:lnTo>
                <a:lnTo>
                  <a:pt x="819934" y="37578"/>
                </a:lnTo>
                <a:lnTo>
                  <a:pt x="818899" y="36895"/>
                </a:lnTo>
                <a:lnTo>
                  <a:pt x="817837" y="36251"/>
                </a:lnTo>
                <a:lnTo>
                  <a:pt x="816748" y="35646"/>
                </a:lnTo>
                <a:lnTo>
                  <a:pt x="815632" y="35080"/>
                </a:lnTo>
                <a:lnTo>
                  <a:pt x="814488" y="34553"/>
                </a:lnTo>
                <a:lnTo>
                  <a:pt x="813317" y="34065"/>
                </a:lnTo>
                <a:lnTo>
                  <a:pt x="812119" y="33616"/>
                </a:lnTo>
                <a:lnTo>
                  <a:pt x="810893" y="33206"/>
                </a:lnTo>
                <a:lnTo>
                  <a:pt x="809641" y="32835"/>
                </a:lnTo>
                <a:lnTo>
                  <a:pt x="808361" y="32503"/>
                </a:lnTo>
                <a:lnTo>
                  <a:pt x="807054" y="32210"/>
                </a:lnTo>
                <a:lnTo>
                  <a:pt x="805720" y="31956"/>
                </a:lnTo>
                <a:lnTo>
                  <a:pt x="804359" y="31741"/>
                </a:lnTo>
                <a:lnTo>
                  <a:pt x="802970" y="31566"/>
                </a:lnTo>
                <a:lnTo>
                  <a:pt x="801554" y="31429"/>
                </a:lnTo>
                <a:lnTo>
                  <a:pt x="800111" y="31332"/>
                </a:lnTo>
                <a:lnTo>
                  <a:pt x="798641" y="31273"/>
                </a:lnTo>
                <a:lnTo>
                  <a:pt x="797143" y="31253"/>
                </a:lnTo>
                <a:lnTo>
                  <a:pt x="796013" y="31264"/>
                </a:lnTo>
                <a:lnTo>
                  <a:pt x="794899" y="31295"/>
                </a:lnTo>
                <a:lnTo>
                  <a:pt x="793801" y="31347"/>
                </a:lnTo>
                <a:lnTo>
                  <a:pt x="792720" y="31420"/>
                </a:lnTo>
                <a:lnTo>
                  <a:pt x="791656" y="31514"/>
                </a:lnTo>
                <a:lnTo>
                  <a:pt x="790609" y="31629"/>
                </a:lnTo>
                <a:lnTo>
                  <a:pt x="789578" y="31764"/>
                </a:lnTo>
                <a:lnTo>
                  <a:pt x="788563" y="31921"/>
                </a:lnTo>
                <a:lnTo>
                  <a:pt x="787565" y="32098"/>
                </a:lnTo>
                <a:lnTo>
                  <a:pt x="786584" y="32296"/>
                </a:lnTo>
                <a:lnTo>
                  <a:pt x="785620" y="32515"/>
                </a:lnTo>
                <a:lnTo>
                  <a:pt x="784672" y="32755"/>
                </a:lnTo>
                <a:lnTo>
                  <a:pt x="783740" y="33015"/>
                </a:lnTo>
                <a:lnTo>
                  <a:pt x="782826" y="33297"/>
                </a:lnTo>
                <a:lnTo>
                  <a:pt x="781927" y="33599"/>
                </a:lnTo>
                <a:lnTo>
                  <a:pt x="781046" y="33922"/>
                </a:lnTo>
                <a:lnTo>
                  <a:pt x="780181" y="34266"/>
                </a:lnTo>
                <a:lnTo>
                  <a:pt x="779333" y="34631"/>
                </a:lnTo>
                <a:lnTo>
                  <a:pt x="778501" y="35017"/>
                </a:lnTo>
                <a:lnTo>
                  <a:pt x="777686" y="35424"/>
                </a:lnTo>
                <a:lnTo>
                  <a:pt x="776887" y="35851"/>
                </a:lnTo>
                <a:lnTo>
                  <a:pt x="776106" y="36300"/>
                </a:lnTo>
                <a:lnTo>
                  <a:pt x="775340" y="36769"/>
                </a:lnTo>
                <a:lnTo>
                  <a:pt x="774592" y="37259"/>
                </a:lnTo>
                <a:lnTo>
                  <a:pt x="773859" y="37767"/>
                </a:lnTo>
                <a:lnTo>
                  <a:pt x="773143" y="38292"/>
                </a:lnTo>
                <a:lnTo>
                  <a:pt x="772442" y="38833"/>
                </a:lnTo>
                <a:lnTo>
                  <a:pt x="771757" y="39389"/>
                </a:lnTo>
                <a:lnTo>
                  <a:pt x="771088" y="39962"/>
                </a:lnTo>
                <a:lnTo>
                  <a:pt x="770434" y="40552"/>
                </a:lnTo>
                <a:lnTo>
                  <a:pt x="769797" y="41157"/>
                </a:lnTo>
                <a:lnTo>
                  <a:pt x="769175" y="41778"/>
                </a:lnTo>
                <a:lnTo>
                  <a:pt x="768569" y="42416"/>
                </a:lnTo>
                <a:lnTo>
                  <a:pt x="767979" y="43069"/>
                </a:lnTo>
                <a:lnTo>
                  <a:pt x="767405" y="43739"/>
                </a:lnTo>
                <a:lnTo>
                  <a:pt x="766847" y="44425"/>
                </a:lnTo>
                <a:lnTo>
                  <a:pt x="766304" y="45127"/>
                </a:lnTo>
                <a:lnTo>
                  <a:pt x="765777" y="45845"/>
                </a:lnTo>
                <a:lnTo>
                  <a:pt x="765266" y="46579"/>
                </a:lnTo>
                <a:lnTo>
                  <a:pt x="764771" y="47330"/>
                </a:lnTo>
                <a:lnTo>
                  <a:pt x="764292" y="48096"/>
                </a:lnTo>
                <a:lnTo>
                  <a:pt x="763828" y="48879"/>
                </a:lnTo>
                <a:lnTo>
                  <a:pt x="763381" y="49678"/>
                </a:lnTo>
                <a:lnTo>
                  <a:pt x="762949" y="50493"/>
                </a:lnTo>
                <a:lnTo>
                  <a:pt x="762533" y="51324"/>
                </a:lnTo>
                <a:lnTo>
                  <a:pt x="762133" y="52171"/>
                </a:lnTo>
                <a:lnTo>
                  <a:pt x="761748" y="53034"/>
                </a:lnTo>
                <a:lnTo>
                  <a:pt x="761380" y="53913"/>
                </a:lnTo>
                <a:lnTo>
                  <a:pt x="761026" y="54807"/>
                </a:lnTo>
                <a:lnTo>
                  <a:pt x="760688" y="55711"/>
                </a:lnTo>
                <a:lnTo>
                  <a:pt x="760365" y="56628"/>
                </a:lnTo>
                <a:lnTo>
                  <a:pt x="760057" y="57556"/>
                </a:lnTo>
                <a:lnTo>
                  <a:pt x="759764" y="58495"/>
                </a:lnTo>
                <a:lnTo>
                  <a:pt x="759486" y="59446"/>
                </a:lnTo>
                <a:lnTo>
                  <a:pt x="759223" y="60409"/>
                </a:lnTo>
                <a:lnTo>
                  <a:pt x="758975" y="61383"/>
                </a:lnTo>
                <a:lnTo>
                  <a:pt x="758742" y="62369"/>
                </a:lnTo>
                <a:lnTo>
                  <a:pt x="758524" y="63366"/>
                </a:lnTo>
                <a:lnTo>
                  <a:pt x="758321" y="64375"/>
                </a:lnTo>
                <a:lnTo>
                  <a:pt x="758134" y="65396"/>
                </a:lnTo>
                <a:lnTo>
                  <a:pt x="757961" y="66428"/>
                </a:lnTo>
                <a:lnTo>
                  <a:pt x="757803" y="67471"/>
                </a:lnTo>
                <a:lnTo>
                  <a:pt x="757660" y="68526"/>
                </a:lnTo>
                <a:lnTo>
                  <a:pt x="757532" y="69593"/>
                </a:lnTo>
                <a:lnTo>
                  <a:pt x="757420" y="70672"/>
                </a:lnTo>
                <a:lnTo>
                  <a:pt x="757322" y="71761"/>
                </a:lnTo>
                <a:lnTo>
                  <a:pt x="757239" y="72863"/>
                </a:lnTo>
                <a:lnTo>
                  <a:pt x="757172" y="73976"/>
                </a:lnTo>
                <a:lnTo>
                  <a:pt x="757119" y="75100"/>
                </a:lnTo>
                <a:lnTo>
                  <a:pt x="757082" y="76237"/>
                </a:lnTo>
                <a:lnTo>
                  <a:pt x="757059" y="77384"/>
                </a:lnTo>
                <a:lnTo>
                  <a:pt x="757052" y="78544"/>
                </a:lnTo>
                <a:lnTo>
                  <a:pt x="757059" y="79657"/>
                </a:lnTo>
                <a:lnTo>
                  <a:pt x="757083" y="80761"/>
                </a:lnTo>
                <a:lnTo>
                  <a:pt x="757121" y="81856"/>
                </a:lnTo>
                <a:lnTo>
                  <a:pt x="757176" y="82942"/>
                </a:lnTo>
                <a:lnTo>
                  <a:pt x="757245" y="84018"/>
                </a:lnTo>
                <a:lnTo>
                  <a:pt x="757331" y="85085"/>
                </a:lnTo>
                <a:lnTo>
                  <a:pt x="757431" y="86143"/>
                </a:lnTo>
                <a:lnTo>
                  <a:pt x="757548" y="87191"/>
                </a:lnTo>
                <a:lnTo>
                  <a:pt x="757679" y="88230"/>
                </a:lnTo>
                <a:lnTo>
                  <a:pt x="757827" y="89260"/>
                </a:lnTo>
                <a:lnTo>
                  <a:pt x="757989" y="90281"/>
                </a:lnTo>
                <a:lnTo>
                  <a:pt x="758168" y="91292"/>
                </a:lnTo>
                <a:lnTo>
                  <a:pt x="758362" y="92294"/>
                </a:lnTo>
                <a:lnTo>
                  <a:pt x="758571" y="93287"/>
                </a:lnTo>
                <a:lnTo>
                  <a:pt x="758796" y="94271"/>
                </a:lnTo>
                <a:lnTo>
                  <a:pt x="759036" y="95245"/>
                </a:lnTo>
                <a:lnTo>
                  <a:pt x="759292" y="96210"/>
                </a:lnTo>
                <a:lnTo>
                  <a:pt x="759563" y="97165"/>
                </a:lnTo>
                <a:lnTo>
                  <a:pt x="759850" y="98112"/>
                </a:lnTo>
                <a:lnTo>
                  <a:pt x="760152" y="99049"/>
                </a:lnTo>
                <a:lnTo>
                  <a:pt x="760470" y="99977"/>
                </a:lnTo>
                <a:lnTo>
                  <a:pt x="760803" y="100895"/>
                </a:lnTo>
                <a:lnTo>
                  <a:pt x="761152" y="101804"/>
                </a:lnTo>
                <a:lnTo>
                  <a:pt x="761516" y="102704"/>
                </a:lnTo>
                <a:lnTo>
                  <a:pt x="761897" y="103591"/>
                </a:lnTo>
                <a:lnTo>
                  <a:pt x="762294" y="104463"/>
                </a:lnTo>
                <a:lnTo>
                  <a:pt x="762707" y="105319"/>
                </a:lnTo>
                <a:lnTo>
                  <a:pt x="763137" y="106159"/>
                </a:lnTo>
                <a:lnTo>
                  <a:pt x="763584" y="106984"/>
                </a:lnTo>
                <a:lnTo>
                  <a:pt x="764048" y="107793"/>
                </a:lnTo>
                <a:lnTo>
                  <a:pt x="764528" y="108587"/>
                </a:lnTo>
                <a:lnTo>
                  <a:pt x="765024" y="109365"/>
                </a:lnTo>
                <a:lnTo>
                  <a:pt x="765538" y="110127"/>
                </a:lnTo>
                <a:lnTo>
                  <a:pt x="766067" y="110873"/>
                </a:lnTo>
                <a:lnTo>
                  <a:pt x="766614" y="111605"/>
                </a:lnTo>
                <a:lnTo>
                  <a:pt x="767177" y="112320"/>
                </a:lnTo>
                <a:lnTo>
                  <a:pt x="767757" y="113020"/>
                </a:lnTo>
                <a:lnTo>
                  <a:pt x="768353" y="113704"/>
                </a:lnTo>
                <a:lnTo>
                  <a:pt x="768966" y="114372"/>
                </a:lnTo>
                <a:lnTo>
                  <a:pt x="769595" y="115025"/>
                </a:lnTo>
                <a:lnTo>
                  <a:pt x="770242" y="115663"/>
                </a:lnTo>
                <a:lnTo>
                  <a:pt x="770904" y="116284"/>
                </a:lnTo>
                <a:lnTo>
                  <a:pt x="771584" y="116890"/>
                </a:lnTo>
                <a:lnTo>
                  <a:pt x="772280" y="117481"/>
                </a:lnTo>
                <a:lnTo>
                  <a:pt x="772992" y="118056"/>
                </a:lnTo>
                <a:lnTo>
                  <a:pt x="773721" y="118615"/>
                </a:lnTo>
                <a:lnTo>
                  <a:pt x="774467" y="119158"/>
                </a:lnTo>
                <a:lnTo>
                  <a:pt x="775230" y="119686"/>
                </a:lnTo>
                <a:lnTo>
                  <a:pt x="776009" y="120195"/>
                </a:lnTo>
                <a:lnTo>
                  <a:pt x="776807" y="120683"/>
                </a:lnTo>
                <a:lnTo>
                  <a:pt x="777624" y="121148"/>
                </a:lnTo>
                <a:lnTo>
                  <a:pt x="778458" y="121593"/>
                </a:lnTo>
                <a:lnTo>
                  <a:pt x="779311" y="122015"/>
                </a:lnTo>
                <a:lnTo>
                  <a:pt x="780181" y="122416"/>
                </a:lnTo>
                <a:lnTo>
                  <a:pt x="781070" y="122795"/>
                </a:lnTo>
                <a:lnTo>
                  <a:pt x="781977" y="123152"/>
                </a:lnTo>
                <a:lnTo>
                  <a:pt x="782903" y="123488"/>
                </a:lnTo>
                <a:lnTo>
                  <a:pt x="783846" y="123802"/>
                </a:lnTo>
                <a:lnTo>
                  <a:pt x="784808" y="124094"/>
                </a:lnTo>
                <a:lnTo>
                  <a:pt x="785788" y="124365"/>
                </a:lnTo>
                <a:lnTo>
                  <a:pt x="786786" y="124614"/>
                </a:lnTo>
                <a:lnTo>
                  <a:pt x="787802" y="124842"/>
                </a:lnTo>
                <a:lnTo>
                  <a:pt x="788837" y="125048"/>
                </a:lnTo>
                <a:lnTo>
                  <a:pt x="789889" y="125232"/>
                </a:lnTo>
                <a:lnTo>
                  <a:pt x="790960" y="125394"/>
                </a:lnTo>
                <a:lnTo>
                  <a:pt x="792049" y="125535"/>
                </a:lnTo>
                <a:lnTo>
                  <a:pt x="793157" y="125654"/>
                </a:lnTo>
                <a:lnTo>
                  <a:pt x="794282" y="125752"/>
                </a:lnTo>
                <a:lnTo>
                  <a:pt x="795426" y="125827"/>
                </a:lnTo>
                <a:lnTo>
                  <a:pt x="796588" y="125882"/>
                </a:lnTo>
                <a:lnTo>
                  <a:pt x="797768" y="125914"/>
                </a:lnTo>
                <a:lnTo>
                  <a:pt x="798966" y="125925"/>
                </a:lnTo>
                <a:lnTo>
                  <a:pt x="799895" y="125918"/>
                </a:lnTo>
                <a:lnTo>
                  <a:pt x="800813" y="125899"/>
                </a:lnTo>
                <a:lnTo>
                  <a:pt x="801721" y="125866"/>
                </a:lnTo>
                <a:lnTo>
                  <a:pt x="802618" y="125819"/>
                </a:lnTo>
                <a:lnTo>
                  <a:pt x="803505" y="125760"/>
                </a:lnTo>
                <a:close/>
                <a:moveTo>
                  <a:pt x="773008" y="64589"/>
                </a:moveTo>
                <a:lnTo>
                  <a:pt x="773194" y="63613"/>
                </a:lnTo>
                <a:lnTo>
                  <a:pt x="773397" y="62659"/>
                </a:lnTo>
                <a:lnTo>
                  <a:pt x="773620" y="61727"/>
                </a:lnTo>
                <a:lnTo>
                  <a:pt x="773861" y="60817"/>
                </a:lnTo>
                <a:lnTo>
                  <a:pt x="774120" y="59928"/>
                </a:lnTo>
                <a:lnTo>
                  <a:pt x="774398" y="59061"/>
                </a:lnTo>
                <a:lnTo>
                  <a:pt x="774694" y="58217"/>
                </a:lnTo>
                <a:lnTo>
                  <a:pt x="775009" y="57393"/>
                </a:lnTo>
                <a:lnTo>
                  <a:pt x="775343" y="56592"/>
                </a:lnTo>
                <a:lnTo>
                  <a:pt x="775694" y="55813"/>
                </a:lnTo>
                <a:lnTo>
                  <a:pt x="776065" y="55055"/>
                </a:lnTo>
                <a:lnTo>
                  <a:pt x="776454" y="54320"/>
                </a:lnTo>
                <a:lnTo>
                  <a:pt x="776861" y="53606"/>
                </a:lnTo>
                <a:lnTo>
                  <a:pt x="777287" y="52914"/>
                </a:lnTo>
                <a:lnTo>
                  <a:pt x="777732" y="52244"/>
                </a:lnTo>
                <a:lnTo>
                  <a:pt x="778194" y="51596"/>
                </a:lnTo>
                <a:lnTo>
                  <a:pt x="778676" y="50969"/>
                </a:lnTo>
                <a:lnTo>
                  <a:pt x="779176" y="50364"/>
                </a:lnTo>
                <a:lnTo>
                  <a:pt x="779694" y="49782"/>
                </a:lnTo>
                <a:lnTo>
                  <a:pt x="780230" y="49222"/>
                </a:lnTo>
                <a:lnTo>
                  <a:pt x="780783" y="48685"/>
                </a:lnTo>
                <a:lnTo>
                  <a:pt x="781352" y="48173"/>
                </a:lnTo>
                <a:lnTo>
                  <a:pt x="781938" y="47684"/>
                </a:lnTo>
                <a:lnTo>
                  <a:pt x="782541" y="47219"/>
                </a:lnTo>
                <a:lnTo>
                  <a:pt x="783160" y="46778"/>
                </a:lnTo>
                <a:lnTo>
                  <a:pt x="783795" y="46361"/>
                </a:lnTo>
                <a:lnTo>
                  <a:pt x="784448" y="45968"/>
                </a:lnTo>
                <a:lnTo>
                  <a:pt x="785117" y="45598"/>
                </a:lnTo>
                <a:lnTo>
                  <a:pt x="785802" y="45253"/>
                </a:lnTo>
                <a:lnTo>
                  <a:pt x="786504" y="44931"/>
                </a:lnTo>
                <a:lnTo>
                  <a:pt x="787223" y="44633"/>
                </a:lnTo>
                <a:lnTo>
                  <a:pt x="787958" y="44359"/>
                </a:lnTo>
                <a:lnTo>
                  <a:pt x="788710" y="44108"/>
                </a:lnTo>
                <a:lnTo>
                  <a:pt x="789479" y="43882"/>
                </a:lnTo>
                <a:lnTo>
                  <a:pt x="790264" y="43679"/>
                </a:lnTo>
                <a:lnTo>
                  <a:pt x="791066" y="43501"/>
                </a:lnTo>
                <a:lnTo>
                  <a:pt x="791884" y="43346"/>
                </a:lnTo>
                <a:lnTo>
                  <a:pt x="792719" y="43214"/>
                </a:lnTo>
                <a:lnTo>
                  <a:pt x="793571" y="43107"/>
                </a:lnTo>
                <a:lnTo>
                  <a:pt x="794439" y="43024"/>
                </a:lnTo>
                <a:lnTo>
                  <a:pt x="795324" y="42964"/>
                </a:lnTo>
                <a:lnTo>
                  <a:pt x="796225" y="42928"/>
                </a:lnTo>
                <a:lnTo>
                  <a:pt x="797143" y="42917"/>
                </a:lnTo>
                <a:lnTo>
                  <a:pt x="798054" y="42929"/>
                </a:lnTo>
                <a:lnTo>
                  <a:pt x="798947" y="42965"/>
                </a:lnTo>
                <a:lnTo>
                  <a:pt x="799824" y="43025"/>
                </a:lnTo>
                <a:lnTo>
                  <a:pt x="800684" y="43109"/>
                </a:lnTo>
                <a:lnTo>
                  <a:pt x="801528" y="43217"/>
                </a:lnTo>
                <a:lnTo>
                  <a:pt x="802354" y="43349"/>
                </a:lnTo>
                <a:lnTo>
                  <a:pt x="803164" y="43505"/>
                </a:lnTo>
                <a:lnTo>
                  <a:pt x="803957" y="43685"/>
                </a:lnTo>
                <a:lnTo>
                  <a:pt x="804733" y="43889"/>
                </a:lnTo>
                <a:lnTo>
                  <a:pt x="805493" y="44117"/>
                </a:lnTo>
                <a:lnTo>
                  <a:pt x="806235" y="44369"/>
                </a:lnTo>
                <a:lnTo>
                  <a:pt x="806961" y="44645"/>
                </a:lnTo>
                <a:lnTo>
                  <a:pt x="807671" y="44945"/>
                </a:lnTo>
                <a:lnTo>
                  <a:pt x="808363" y="45269"/>
                </a:lnTo>
                <a:lnTo>
                  <a:pt x="809039" y="45617"/>
                </a:lnTo>
                <a:lnTo>
                  <a:pt x="809697" y="45989"/>
                </a:lnTo>
                <a:lnTo>
                  <a:pt x="810340" y="46385"/>
                </a:lnTo>
                <a:lnTo>
                  <a:pt x="810965" y="46805"/>
                </a:lnTo>
                <a:lnTo>
                  <a:pt x="811573" y="47250"/>
                </a:lnTo>
                <a:lnTo>
                  <a:pt x="812165" y="47718"/>
                </a:lnTo>
                <a:lnTo>
                  <a:pt x="812740" y="48210"/>
                </a:lnTo>
                <a:lnTo>
                  <a:pt x="813299" y="48726"/>
                </a:lnTo>
                <a:lnTo>
                  <a:pt x="813840" y="49266"/>
                </a:lnTo>
                <a:lnTo>
                  <a:pt x="814365" y="49830"/>
                </a:lnTo>
                <a:lnTo>
                  <a:pt x="814871" y="50417"/>
                </a:lnTo>
                <a:lnTo>
                  <a:pt x="815356" y="51025"/>
                </a:lnTo>
                <a:lnTo>
                  <a:pt x="815821" y="51654"/>
                </a:lnTo>
                <a:lnTo>
                  <a:pt x="816266" y="52304"/>
                </a:lnTo>
                <a:lnTo>
                  <a:pt x="816689" y="52976"/>
                </a:lnTo>
                <a:lnTo>
                  <a:pt x="817093" y="53670"/>
                </a:lnTo>
                <a:lnTo>
                  <a:pt x="817475" y="54384"/>
                </a:lnTo>
                <a:lnTo>
                  <a:pt x="817837" y="55120"/>
                </a:lnTo>
                <a:lnTo>
                  <a:pt x="818179" y="55877"/>
                </a:lnTo>
                <a:lnTo>
                  <a:pt x="818500" y="56656"/>
                </a:lnTo>
                <a:lnTo>
                  <a:pt x="818800" y="57456"/>
                </a:lnTo>
                <a:lnTo>
                  <a:pt x="819080" y="58277"/>
                </a:lnTo>
                <a:lnTo>
                  <a:pt x="819339" y="59120"/>
                </a:lnTo>
                <a:lnTo>
                  <a:pt x="819578" y="59984"/>
                </a:lnTo>
                <a:lnTo>
                  <a:pt x="819796" y="60869"/>
                </a:lnTo>
                <a:lnTo>
                  <a:pt x="819994" y="61775"/>
                </a:lnTo>
                <a:lnTo>
                  <a:pt x="820171" y="62703"/>
                </a:lnTo>
                <a:lnTo>
                  <a:pt x="820327" y="63653"/>
                </a:lnTo>
                <a:lnTo>
                  <a:pt x="820463" y="64623"/>
                </a:lnTo>
                <a:lnTo>
                  <a:pt x="820578" y="65615"/>
                </a:lnTo>
                <a:lnTo>
                  <a:pt x="820673" y="66628"/>
                </a:lnTo>
                <a:lnTo>
                  <a:pt x="820747" y="67663"/>
                </a:lnTo>
                <a:lnTo>
                  <a:pt x="820801" y="68719"/>
                </a:lnTo>
                <a:lnTo>
                  <a:pt x="820834" y="69796"/>
                </a:lnTo>
                <a:lnTo>
                  <a:pt x="772359" y="69796"/>
                </a:lnTo>
                <a:lnTo>
                  <a:pt x="772452" y="68711"/>
                </a:lnTo>
                <a:lnTo>
                  <a:pt x="772563" y="67648"/>
                </a:lnTo>
                <a:lnTo>
                  <a:pt x="772693" y="66607"/>
                </a:lnTo>
                <a:lnTo>
                  <a:pt x="772842" y="65587"/>
                </a:lnTo>
                <a:lnTo>
                  <a:pt x="773008" y="64589"/>
                </a:lnTo>
                <a:close/>
                <a:moveTo>
                  <a:pt x="625649" y="112876"/>
                </a:moveTo>
                <a:lnTo>
                  <a:pt x="626031" y="113398"/>
                </a:lnTo>
                <a:lnTo>
                  <a:pt x="626422" y="113911"/>
                </a:lnTo>
                <a:lnTo>
                  <a:pt x="626823" y="114415"/>
                </a:lnTo>
                <a:lnTo>
                  <a:pt x="627234" y="114908"/>
                </a:lnTo>
                <a:lnTo>
                  <a:pt x="627654" y="115392"/>
                </a:lnTo>
                <a:lnTo>
                  <a:pt x="628085" y="115867"/>
                </a:lnTo>
                <a:lnTo>
                  <a:pt x="628525" y="116331"/>
                </a:lnTo>
                <a:lnTo>
                  <a:pt x="628975" y="116786"/>
                </a:lnTo>
                <a:lnTo>
                  <a:pt x="629435" y="117232"/>
                </a:lnTo>
                <a:lnTo>
                  <a:pt x="629904" y="117667"/>
                </a:lnTo>
                <a:lnTo>
                  <a:pt x="630384" y="118093"/>
                </a:lnTo>
                <a:lnTo>
                  <a:pt x="630873" y="118510"/>
                </a:lnTo>
                <a:lnTo>
                  <a:pt x="631372" y="118917"/>
                </a:lnTo>
                <a:lnTo>
                  <a:pt x="631881" y="119314"/>
                </a:lnTo>
                <a:lnTo>
                  <a:pt x="632400" y="119701"/>
                </a:lnTo>
                <a:lnTo>
                  <a:pt x="632928" y="120079"/>
                </a:lnTo>
                <a:lnTo>
                  <a:pt x="633467" y="120447"/>
                </a:lnTo>
                <a:lnTo>
                  <a:pt x="634015" y="120806"/>
                </a:lnTo>
                <a:lnTo>
                  <a:pt x="634573" y="121155"/>
                </a:lnTo>
                <a:lnTo>
                  <a:pt x="635141" y="121494"/>
                </a:lnTo>
                <a:lnTo>
                  <a:pt x="635718" y="121824"/>
                </a:lnTo>
                <a:lnTo>
                  <a:pt x="636306" y="122144"/>
                </a:lnTo>
                <a:lnTo>
                  <a:pt x="636902" y="122452"/>
                </a:lnTo>
                <a:lnTo>
                  <a:pt x="637507" y="122748"/>
                </a:lnTo>
                <a:lnTo>
                  <a:pt x="638119" y="123030"/>
                </a:lnTo>
                <a:lnTo>
                  <a:pt x="638740" y="123299"/>
                </a:lnTo>
                <a:lnTo>
                  <a:pt x="639370" y="123555"/>
                </a:lnTo>
                <a:lnTo>
                  <a:pt x="640007" y="123798"/>
                </a:lnTo>
                <a:lnTo>
                  <a:pt x="640653" y="124028"/>
                </a:lnTo>
                <a:lnTo>
                  <a:pt x="641307" y="124244"/>
                </a:lnTo>
                <a:lnTo>
                  <a:pt x="641969" y="124448"/>
                </a:lnTo>
                <a:lnTo>
                  <a:pt x="642639" y="124638"/>
                </a:lnTo>
                <a:lnTo>
                  <a:pt x="643318" y="124815"/>
                </a:lnTo>
                <a:lnTo>
                  <a:pt x="644005" y="124980"/>
                </a:lnTo>
                <a:lnTo>
                  <a:pt x="644700" y="125131"/>
                </a:lnTo>
                <a:lnTo>
                  <a:pt x="645403" y="125268"/>
                </a:lnTo>
                <a:lnTo>
                  <a:pt x="646115" y="125393"/>
                </a:lnTo>
                <a:lnTo>
                  <a:pt x="646835" y="125505"/>
                </a:lnTo>
                <a:lnTo>
                  <a:pt x="647563" y="125603"/>
                </a:lnTo>
                <a:lnTo>
                  <a:pt x="648299" y="125689"/>
                </a:lnTo>
                <a:lnTo>
                  <a:pt x="649043" y="125761"/>
                </a:lnTo>
                <a:lnTo>
                  <a:pt x="649796" y="125820"/>
                </a:lnTo>
                <a:lnTo>
                  <a:pt x="650557" y="125866"/>
                </a:lnTo>
                <a:lnTo>
                  <a:pt x="651326" y="125899"/>
                </a:lnTo>
                <a:lnTo>
                  <a:pt x="652103" y="125918"/>
                </a:lnTo>
                <a:lnTo>
                  <a:pt x="652889" y="125925"/>
                </a:lnTo>
                <a:lnTo>
                  <a:pt x="653825" y="125916"/>
                </a:lnTo>
                <a:lnTo>
                  <a:pt x="654752" y="125888"/>
                </a:lnTo>
                <a:lnTo>
                  <a:pt x="655668" y="125841"/>
                </a:lnTo>
                <a:lnTo>
                  <a:pt x="656574" y="125775"/>
                </a:lnTo>
                <a:lnTo>
                  <a:pt x="657470" y="125691"/>
                </a:lnTo>
                <a:lnTo>
                  <a:pt x="658356" y="125588"/>
                </a:lnTo>
                <a:lnTo>
                  <a:pt x="659232" y="125466"/>
                </a:lnTo>
                <a:lnTo>
                  <a:pt x="660097" y="125326"/>
                </a:lnTo>
                <a:lnTo>
                  <a:pt x="660953" y="125167"/>
                </a:lnTo>
                <a:lnTo>
                  <a:pt x="661798" y="124989"/>
                </a:lnTo>
                <a:lnTo>
                  <a:pt x="662634" y="124792"/>
                </a:lnTo>
                <a:lnTo>
                  <a:pt x="663459" y="124577"/>
                </a:lnTo>
                <a:lnTo>
                  <a:pt x="664274" y="124343"/>
                </a:lnTo>
                <a:lnTo>
                  <a:pt x="665079" y="124090"/>
                </a:lnTo>
                <a:lnTo>
                  <a:pt x="665873" y="123818"/>
                </a:lnTo>
                <a:lnTo>
                  <a:pt x="666658" y="123528"/>
                </a:lnTo>
                <a:lnTo>
                  <a:pt x="667432" y="123219"/>
                </a:lnTo>
                <a:lnTo>
                  <a:pt x="668197" y="122891"/>
                </a:lnTo>
                <a:lnTo>
                  <a:pt x="668951" y="122545"/>
                </a:lnTo>
                <a:lnTo>
                  <a:pt x="669695" y="122180"/>
                </a:lnTo>
                <a:lnTo>
                  <a:pt x="670429" y="121796"/>
                </a:lnTo>
                <a:lnTo>
                  <a:pt x="671153" y="121393"/>
                </a:lnTo>
                <a:lnTo>
                  <a:pt x="671867" y="120972"/>
                </a:lnTo>
                <a:lnTo>
                  <a:pt x="672570" y="120532"/>
                </a:lnTo>
                <a:lnTo>
                  <a:pt x="673262" y="120073"/>
                </a:lnTo>
                <a:lnTo>
                  <a:pt x="673941" y="119597"/>
                </a:lnTo>
                <a:lnTo>
                  <a:pt x="674607" y="119102"/>
                </a:lnTo>
                <a:lnTo>
                  <a:pt x="675260" y="118590"/>
                </a:lnTo>
                <a:lnTo>
                  <a:pt x="675899" y="118060"/>
                </a:lnTo>
                <a:lnTo>
                  <a:pt x="676526" y="117511"/>
                </a:lnTo>
                <a:lnTo>
                  <a:pt x="677139" y="116945"/>
                </a:lnTo>
                <a:lnTo>
                  <a:pt x="677739" y="116361"/>
                </a:lnTo>
                <a:lnTo>
                  <a:pt x="678326" y="115759"/>
                </a:lnTo>
                <a:lnTo>
                  <a:pt x="678900" y="115140"/>
                </a:lnTo>
                <a:lnTo>
                  <a:pt x="679460" y="114502"/>
                </a:lnTo>
                <a:lnTo>
                  <a:pt x="680008" y="113846"/>
                </a:lnTo>
                <a:lnTo>
                  <a:pt x="680542" y="113173"/>
                </a:lnTo>
                <a:lnTo>
                  <a:pt x="681064" y="112481"/>
                </a:lnTo>
                <a:lnTo>
                  <a:pt x="681572" y="111772"/>
                </a:lnTo>
                <a:lnTo>
                  <a:pt x="682067" y="111044"/>
                </a:lnTo>
                <a:lnTo>
                  <a:pt x="682549" y="110299"/>
                </a:lnTo>
                <a:lnTo>
                  <a:pt x="683018" y="109536"/>
                </a:lnTo>
                <a:lnTo>
                  <a:pt x="683473" y="108755"/>
                </a:lnTo>
                <a:lnTo>
                  <a:pt x="683916" y="107956"/>
                </a:lnTo>
                <a:lnTo>
                  <a:pt x="684345" y="107139"/>
                </a:lnTo>
                <a:lnTo>
                  <a:pt x="684762" y="106304"/>
                </a:lnTo>
                <a:lnTo>
                  <a:pt x="685165" y="105451"/>
                </a:lnTo>
                <a:lnTo>
                  <a:pt x="685555" y="104581"/>
                </a:lnTo>
                <a:lnTo>
                  <a:pt x="685930" y="103692"/>
                </a:lnTo>
                <a:lnTo>
                  <a:pt x="686290" y="102787"/>
                </a:lnTo>
                <a:lnTo>
                  <a:pt x="686633" y="101865"/>
                </a:lnTo>
                <a:lnTo>
                  <a:pt x="686961" y="100925"/>
                </a:lnTo>
                <a:lnTo>
                  <a:pt x="687272" y="99969"/>
                </a:lnTo>
                <a:lnTo>
                  <a:pt x="687568" y="98995"/>
                </a:lnTo>
                <a:lnTo>
                  <a:pt x="687847" y="98004"/>
                </a:lnTo>
                <a:lnTo>
                  <a:pt x="688111" y="96996"/>
                </a:lnTo>
                <a:lnTo>
                  <a:pt x="688359" y="95971"/>
                </a:lnTo>
                <a:lnTo>
                  <a:pt x="688590" y="94929"/>
                </a:lnTo>
                <a:lnTo>
                  <a:pt x="688806" y="93870"/>
                </a:lnTo>
                <a:lnTo>
                  <a:pt x="689006" y="92794"/>
                </a:lnTo>
                <a:lnTo>
                  <a:pt x="689190" y="91700"/>
                </a:lnTo>
                <a:lnTo>
                  <a:pt x="689357" y="90590"/>
                </a:lnTo>
                <a:lnTo>
                  <a:pt x="689509" y="89462"/>
                </a:lnTo>
                <a:lnTo>
                  <a:pt x="689645" y="88317"/>
                </a:lnTo>
                <a:lnTo>
                  <a:pt x="689765" y="87155"/>
                </a:lnTo>
                <a:lnTo>
                  <a:pt x="689869" y="85977"/>
                </a:lnTo>
                <a:lnTo>
                  <a:pt x="689956" y="84780"/>
                </a:lnTo>
                <a:lnTo>
                  <a:pt x="690028" y="83567"/>
                </a:lnTo>
                <a:lnTo>
                  <a:pt x="690084" y="82337"/>
                </a:lnTo>
                <a:lnTo>
                  <a:pt x="690124" y="81090"/>
                </a:lnTo>
                <a:lnTo>
                  <a:pt x="690148" y="79825"/>
                </a:lnTo>
                <a:lnTo>
                  <a:pt x="690156" y="78544"/>
                </a:lnTo>
                <a:lnTo>
                  <a:pt x="690149" y="77247"/>
                </a:lnTo>
                <a:lnTo>
                  <a:pt x="690126" y="75968"/>
                </a:lnTo>
                <a:lnTo>
                  <a:pt x="690089" y="74707"/>
                </a:lnTo>
                <a:lnTo>
                  <a:pt x="690036" y="73464"/>
                </a:lnTo>
                <a:lnTo>
                  <a:pt x="689968" y="72239"/>
                </a:lnTo>
                <a:lnTo>
                  <a:pt x="689886" y="71032"/>
                </a:lnTo>
                <a:lnTo>
                  <a:pt x="689788" y="69842"/>
                </a:lnTo>
                <a:lnTo>
                  <a:pt x="689675" y="68671"/>
                </a:lnTo>
                <a:lnTo>
                  <a:pt x="689548" y="67518"/>
                </a:lnTo>
                <a:lnTo>
                  <a:pt x="689405" y="66382"/>
                </a:lnTo>
                <a:lnTo>
                  <a:pt x="689247" y="65264"/>
                </a:lnTo>
                <a:lnTo>
                  <a:pt x="689074" y="64165"/>
                </a:lnTo>
                <a:lnTo>
                  <a:pt x="688886" y="63083"/>
                </a:lnTo>
                <a:lnTo>
                  <a:pt x="688683" y="62019"/>
                </a:lnTo>
                <a:lnTo>
                  <a:pt x="688466" y="60973"/>
                </a:lnTo>
                <a:lnTo>
                  <a:pt x="688233" y="59945"/>
                </a:lnTo>
                <a:lnTo>
                  <a:pt x="687985" y="58935"/>
                </a:lnTo>
                <a:lnTo>
                  <a:pt x="687722" y="57943"/>
                </a:lnTo>
                <a:lnTo>
                  <a:pt x="687444" y="56969"/>
                </a:lnTo>
                <a:lnTo>
                  <a:pt x="687151" y="56013"/>
                </a:lnTo>
                <a:lnTo>
                  <a:pt x="686843" y="55075"/>
                </a:lnTo>
                <a:lnTo>
                  <a:pt x="686519" y="54154"/>
                </a:lnTo>
                <a:lnTo>
                  <a:pt x="686181" y="53252"/>
                </a:lnTo>
                <a:lnTo>
                  <a:pt x="685828" y="52367"/>
                </a:lnTo>
                <a:lnTo>
                  <a:pt x="685461" y="51500"/>
                </a:lnTo>
                <a:lnTo>
                  <a:pt x="685082" y="50652"/>
                </a:lnTo>
                <a:lnTo>
                  <a:pt x="684690" y="49821"/>
                </a:lnTo>
                <a:lnTo>
                  <a:pt x="684285" y="49009"/>
                </a:lnTo>
                <a:lnTo>
                  <a:pt x="683869" y="48214"/>
                </a:lnTo>
                <a:lnTo>
                  <a:pt x="683439" y="47438"/>
                </a:lnTo>
                <a:lnTo>
                  <a:pt x="682997" y="46679"/>
                </a:lnTo>
                <a:lnTo>
                  <a:pt x="682543" y="45939"/>
                </a:lnTo>
                <a:lnTo>
                  <a:pt x="682076" y="45217"/>
                </a:lnTo>
                <a:lnTo>
                  <a:pt x="681597" y="44513"/>
                </a:lnTo>
                <a:lnTo>
                  <a:pt x="681105" y="43827"/>
                </a:lnTo>
                <a:lnTo>
                  <a:pt x="680600" y="43159"/>
                </a:lnTo>
                <a:lnTo>
                  <a:pt x="680083" y="42509"/>
                </a:lnTo>
                <a:lnTo>
                  <a:pt x="679554" y="41878"/>
                </a:lnTo>
                <a:lnTo>
                  <a:pt x="679012" y="41264"/>
                </a:lnTo>
                <a:lnTo>
                  <a:pt x="678458" y="40669"/>
                </a:lnTo>
                <a:lnTo>
                  <a:pt x="677891" y="40091"/>
                </a:lnTo>
                <a:lnTo>
                  <a:pt x="677311" y="39532"/>
                </a:lnTo>
                <a:lnTo>
                  <a:pt x="676720" y="38991"/>
                </a:lnTo>
                <a:lnTo>
                  <a:pt x="676115" y="38467"/>
                </a:lnTo>
                <a:lnTo>
                  <a:pt x="675498" y="37962"/>
                </a:lnTo>
                <a:lnTo>
                  <a:pt x="674869" y="37475"/>
                </a:lnTo>
                <a:lnTo>
                  <a:pt x="674227" y="37006"/>
                </a:lnTo>
                <a:lnTo>
                  <a:pt x="673573" y="36555"/>
                </a:lnTo>
                <a:lnTo>
                  <a:pt x="672907" y="36123"/>
                </a:lnTo>
                <a:lnTo>
                  <a:pt x="672231" y="35709"/>
                </a:lnTo>
                <a:lnTo>
                  <a:pt x="671544" y="35313"/>
                </a:lnTo>
                <a:lnTo>
                  <a:pt x="670847" y="34935"/>
                </a:lnTo>
                <a:lnTo>
                  <a:pt x="670139" y="34576"/>
                </a:lnTo>
                <a:lnTo>
                  <a:pt x="669421" y="34236"/>
                </a:lnTo>
                <a:lnTo>
                  <a:pt x="668693" y="33914"/>
                </a:lnTo>
                <a:lnTo>
                  <a:pt x="667954" y="33610"/>
                </a:lnTo>
                <a:lnTo>
                  <a:pt x="667204" y="33325"/>
                </a:lnTo>
                <a:lnTo>
                  <a:pt x="666445" y="33058"/>
                </a:lnTo>
                <a:lnTo>
                  <a:pt x="665674" y="32809"/>
                </a:lnTo>
                <a:lnTo>
                  <a:pt x="664894" y="32579"/>
                </a:lnTo>
                <a:lnTo>
                  <a:pt x="664103" y="32367"/>
                </a:lnTo>
                <a:lnTo>
                  <a:pt x="663301" y="32174"/>
                </a:lnTo>
                <a:lnTo>
                  <a:pt x="662489" y="31999"/>
                </a:lnTo>
                <a:lnTo>
                  <a:pt x="661667" y="31843"/>
                </a:lnTo>
                <a:lnTo>
                  <a:pt x="660834" y="31704"/>
                </a:lnTo>
                <a:lnTo>
                  <a:pt x="659990" y="31585"/>
                </a:lnTo>
                <a:lnTo>
                  <a:pt x="659137" y="31484"/>
                </a:lnTo>
                <a:lnTo>
                  <a:pt x="658273" y="31401"/>
                </a:lnTo>
                <a:lnTo>
                  <a:pt x="657398" y="31336"/>
                </a:lnTo>
                <a:lnTo>
                  <a:pt x="656513" y="31290"/>
                </a:lnTo>
                <a:lnTo>
                  <a:pt x="655617" y="31263"/>
                </a:lnTo>
                <a:lnTo>
                  <a:pt x="654711" y="31253"/>
                </a:lnTo>
                <a:lnTo>
                  <a:pt x="653888" y="31261"/>
                </a:lnTo>
                <a:lnTo>
                  <a:pt x="653073" y="31284"/>
                </a:lnTo>
                <a:lnTo>
                  <a:pt x="652266" y="31323"/>
                </a:lnTo>
                <a:lnTo>
                  <a:pt x="651468" y="31377"/>
                </a:lnTo>
                <a:lnTo>
                  <a:pt x="650678" y="31447"/>
                </a:lnTo>
                <a:lnTo>
                  <a:pt x="649896" y="31532"/>
                </a:lnTo>
                <a:lnTo>
                  <a:pt x="649123" y="31633"/>
                </a:lnTo>
                <a:lnTo>
                  <a:pt x="648358" y="31750"/>
                </a:lnTo>
                <a:lnTo>
                  <a:pt x="647602" y="31881"/>
                </a:lnTo>
                <a:lnTo>
                  <a:pt x="646854" y="32029"/>
                </a:lnTo>
                <a:lnTo>
                  <a:pt x="646114" y="32191"/>
                </a:lnTo>
                <a:lnTo>
                  <a:pt x="645383" y="32370"/>
                </a:lnTo>
                <a:lnTo>
                  <a:pt x="644660" y="32563"/>
                </a:lnTo>
                <a:lnTo>
                  <a:pt x="643946" y="32773"/>
                </a:lnTo>
                <a:lnTo>
                  <a:pt x="643240" y="32997"/>
                </a:lnTo>
                <a:lnTo>
                  <a:pt x="642542" y="33238"/>
                </a:lnTo>
                <a:lnTo>
                  <a:pt x="641853" y="33494"/>
                </a:lnTo>
                <a:lnTo>
                  <a:pt x="641172" y="33765"/>
                </a:lnTo>
                <a:lnTo>
                  <a:pt x="640499" y="34052"/>
                </a:lnTo>
                <a:lnTo>
                  <a:pt x="639835" y="34354"/>
                </a:lnTo>
                <a:lnTo>
                  <a:pt x="639179" y="34672"/>
                </a:lnTo>
                <a:lnTo>
                  <a:pt x="638532" y="35005"/>
                </a:lnTo>
                <a:lnTo>
                  <a:pt x="637893" y="35354"/>
                </a:lnTo>
                <a:lnTo>
                  <a:pt x="637262" y="35718"/>
                </a:lnTo>
                <a:lnTo>
                  <a:pt x="636641" y="36095"/>
                </a:lnTo>
                <a:lnTo>
                  <a:pt x="636029" y="36481"/>
                </a:lnTo>
                <a:lnTo>
                  <a:pt x="635426" y="36876"/>
                </a:lnTo>
                <a:lnTo>
                  <a:pt x="634834" y="37280"/>
                </a:lnTo>
                <a:lnTo>
                  <a:pt x="634251" y="37693"/>
                </a:lnTo>
                <a:lnTo>
                  <a:pt x="633677" y="38116"/>
                </a:lnTo>
                <a:lnTo>
                  <a:pt x="633114" y="38547"/>
                </a:lnTo>
                <a:lnTo>
                  <a:pt x="632560" y="38988"/>
                </a:lnTo>
                <a:lnTo>
                  <a:pt x="632015" y="39438"/>
                </a:lnTo>
                <a:lnTo>
                  <a:pt x="631480" y="39898"/>
                </a:lnTo>
                <a:lnTo>
                  <a:pt x="630955" y="40366"/>
                </a:lnTo>
                <a:lnTo>
                  <a:pt x="630440" y="40844"/>
                </a:lnTo>
                <a:lnTo>
                  <a:pt x="629934" y="41330"/>
                </a:lnTo>
                <a:lnTo>
                  <a:pt x="629438" y="41826"/>
                </a:lnTo>
                <a:lnTo>
                  <a:pt x="628951" y="42331"/>
                </a:lnTo>
                <a:lnTo>
                  <a:pt x="628474" y="42846"/>
                </a:lnTo>
                <a:lnTo>
                  <a:pt x="628007" y="43369"/>
                </a:lnTo>
                <a:lnTo>
                  <a:pt x="627550" y="43902"/>
                </a:lnTo>
                <a:lnTo>
                  <a:pt x="627102" y="44444"/>
                </a:lnTo>
                <a:lnTo>
                  <a:pt x="626663" y="44995"/>
                </a:lnTo>
                <a:lnTo>
                  <a:pt x="626235" y="45555"/>
                </a:lnTo>
                <a:lnTo>
                  <a:pt x="625816" y="46124"/>
                </a:lnTo>
                <a:lnTo>
                  <a:pt x="625407" y="46703"/>
                </a:lnTo>
                <a:lnTo>
                  <a:pt x="625007" y="47290"/>
                </a:lnTo>
                <a:lnTo>
                  <a:pt x="624551" y="32802"/>
                </a:lnTo>
                <a:lnTo>
                  <a:pt x="609790" y="32802"/>
                </a:lnTo>
                <a:lnTo>
                  <a:pt x="609790" y="156905"/>
                </a:lnTo>
                <a:lnTo>
                  <a:pt x="624916" y="156905"/>
                </a:lnTo>
                <a:lnTo>
                  <a:pt x="624916" y="111802"/>
                </a:lnTo>
                <a:lnTo>
                  <a:pt x="625278" y="112344"/>
                </a:lnTo>
                <a:lnTo>
                  <a:pt x="625649" y="112876"/>
                </a:lnTo>
                <a:close/>
                <a:moveTo>
                  <a:pt x="647136" y="113317"/>
                </a:moveTo>
                <a:lnTo>
                  <a:pt x="646428" y="113246"/>
                </a:lnTo>
                <a:lnTo>
                  <a:pt x="645731" y="113160"/>
                </a:lnTo>
                <a:lnTo>
                  <a:pt x="645043" y="113059"/>
                </a:lnTo>
                <a:lnTo>
                  <a:pt x="644364" y="112941"/>
                </a:lnTo>
                <a:lnTo>
                  <a:pt x="643696" y="112808"/>
                </a:lnTo>
                <a:lnTo>
                  <a:pt x="643037" y="112660"/>
                </a:lnTo>
                <a:lnTo>
                  <a:pt x="642389" y="112496"/>
                </a:lnTo>
                <a:lnTo>
                  <a:pt x="641750" y="112316"/>
                </a:lnTo>
                <a:lnTo>
                  <a:pt x="641121" y="112120"/>
                </a:lnTo>
                <a:lnTo>
                  <a:pt x="640501" y="111909"/>
                </a:lnTo>
                <a:lnTo>
                  <a:pt x="639892" y="111682"/>
                </a:lnTo>
                <a:lnTo>
                  <a:pt x="639292" y="111440"/>
                </a:lnTo>
                <a:lnTo>
                  <a:pt x="638702" y="111182"/>
                </a:lnTo>
                <a:lnTo>
                  <a:pt x="638122" y="110908"/>
                </a:lnTo>
                <a:lnTo>
                  <a:pt x="637552" y="110619"/>
                </a:lnTo>
                <a:lnTo>
                  <a:pt x="636991" y="110314"/>
                </a:lnTo>
                <a:lnTo>
                  <a:pt x="636441" y="109993"/>
                </a:lnTo>
                <a:lnTo>
                  <a:pt x="635900" y="109657"/>
                </a:lnTo>
                <a:lnTo>
                  <a:pt x="635369" y="109305"/>
                </a:lnTo>
                <a:lnTo>
                  <a:pt x="634848" y="108937"/>
                </a:lnTo>
                <a:lnTo>
                  <a:pt x="634336" y="108557"/>
                </a:lnTo>
                <a:lnTo>
                  <a:pt x="633833" y="108168"/>
                </a:lnTo>
                <a:lnTo>
                  <a:pt x="633338" y="107769"/>
                </a:lnTo>
                <a:lnTo>
                  <a:pt x="632853" y="107361"/>
                </a:lnTo>
                <a:lnTo>
                  <a:pt x="632377" y="106943"/>
                </a:lnTo>
                <a:lnTo>
                  <a:pt x="631909" y="106516"/>
                </a:lnTo>
                <a:lnTo>
                  <a:pt x="631450" y="106080"/>
                </a:lnTo>
                <a:lnTo>
                  <a:pt x="631000" y="105634"/>
                </a:lnTo>
                <a:lnTo>
                  <a:pt x="630559" y="105179"/>
                </a:lnTo>
                <a:lnTo>
                  <a:pt x="630127" y="104714"/>
                </a:lnTo>
                <a:lnTo>
                  <a:pt x="629704" y="104240"/>
                </a:lnTo>
                <a:lnTo>
                  <a:pt x="629289" y="103757"/>
                </a:lnTo>
                <a:lnTo>
                  <a:pt x="628884" y="103264"/>
                </a:lnTo>
                <a:lnTo>
                  <a:pt x="628487" y="102762"/>
                </a:lnTo>
                <a:lnTo>
                  <a:pt x="628099" y="102251"/>
                </a:lnTo>
                <a:lnTo>
                  <a:pt x="627720" y="101730"/>
                </a:lnTo>
                <a:lnTo>
                  <a:pt x="627350" y="101200"/>
                </a:lnTo>
                <a:lnTo>
                  <a:pt x="626989" y="100660"/>
                </a:lnTo>
                <a:lnTo>
                  <a:pt x="626636" y="100111"/>
                </a:lnTo>
                <a:lnTo>
                  <a:pt x="626293" y="99553"/>
                </a:lnTo>
                <a:lnTo>
                  <a:pt x="625958" y="98985"/>
                </a:lnTo>
                <a:lnTo>
                  <a:pt x="625632" y="98408"/>
                </a:lnTo>
                <a:lnTo>
                  <a:pt x="625315" y="97822"/>
                </a:lnTo>
                <a:lnTo>
                  <a:pt x="625007" y="97226"/>
                </a:lnTo>
                <a:lnTo>
                  <a:pt x="625007" y="61570"/>
                </a:lnTo>
                <a:lnTo>
                  <a:pt x="625323" y="60973"/>
                </a:lnTo>
                <a:lnTo>
                  <a:pt x="625650" y="60381"/>
                </a:lnTo>
                <a:lnTo>
                  <a:pt x="625987" y="59797"/>
                </a:lnTo>
                <a:lnTo>
                  <a:pt x="626334" y="59218"/>
                </a:lnTo>
                <a:lnTo>
                  <a:pt x="626692" y="58645"/>
                </a:lnTo>
                <a:lnTo>
                  <a:pt x="627060" y="58079"/>
                </a:lnTo>
                <a:lnTo>
                  <a:pt x="627438" y="57519"/>
                </a:lnTo>
                <a:lnTo>
                  <a:pt x="627826" y="56966"/>
                </a:lnTo>
                <a:lnTo>
                  <a:pt x="628225" y="56418"/>
                </a:lnTo>
                <a:lnTo>
                  <a:pt x="628634" y="55877"/>
                </a:lnTo>
                <a:lnTo>
                  <a:pt x="629053" y="55342"/>
                </a:lnTo>
                <a:lnTo>
                  <a:pt x="629483" y="54814"/>
                </a:lnTo>
                <a:lnTo>
                  <a:pt x="629923" y="54291"/>
                </a:lnTo>
                <a:lnTo>
                  <a:pt x="630373" y="53775"/>
                </a:lnTo>
                <a:lnTo>
                  <a:pt x="630833" y="53266"/>
                </a:lnTo>
                <a:lnTo>
                  <a:pt x="631304" y="52762"/>
                </a:lnTo>
                <a:lnTo>
                  <a:pt x="631785" y="52265"/>
                </a:lnTo>
                <a:lnTo>
                  <a:pt x="632276" y="51774"/>
                </a:lnTo>
                <a:lnTo>
                  <a:pt x="632778" y="51289"/>
                </a:lnTo>
                <a:lnTo>
                  <a:pt x="633290" y="50810"/>
                </a:lnTo>
                <a:lnTo>
                  <a:pt x="633812" y="50338"/>
                </a:lnTo>
                <a:lnTo>
                  <a:pt x="634344" y="49872"/>
                </a:lnTo>
                <a:lnTo>
                  <a:pt x="634887" y="49412"/>
                </a:lnTo>
                <a:lnTo>
                  <a:pt x="635440" y="48959"/>
                </a:lnTo>
                <a:lnTo>
                  <a:pt x="636003" y="48518"/>
                </a:lnTo>
                <a:lnTo>
                  <a:pt x="636577" y="48096"/>
                </a:lnTo>
                <a:lnTo>
                  <a:pt x="637162" y="47692"/>
                </a:lnTo>
                <a:lnTo>
                  <a:pt x="637757" y="47307"/>
                </a:lnTo>
                <a:lnTo>
                  <a:pt x="638363" y="46942"/>
                </a:lnTo>
                <a:lnTo>
                  <a:pt x="638979" y="46594"/>
                </a:lnTo>
                <a:lnTo>
                  <a:pt x="639606" y="46266"/>
                </a:lnTo>
                <a:lnTo>
                  <a:pt x="640244" y="45956"/>
                </a:lnTo>
                <a:lnTo>
                  <a:pt x="640892" y="45665"/>
                </a:lnTo>
                <a:lnTo>
                  <a:pt x="641551" y="45393"/>
                </a:lnTo>
                <a:lnTo>
                  <a:pt x="642220" y="45140"/>
                </a:lnTo>
                <a:lnTo>
                  <a:pt x="642900" y="44905"/>
                </a:lnTo>
                <a:lnTo>
                  <a:pt x="643591" y="44690"/>
                </a:lnTo>
                <a:lnTo>
                  <a:pt x="644292" y="44493"/>
                </a:lnTo>
                <a:lnTo>
                  <a:pt x="645004" y="44314"/>
                </a:lnTo>
                <a:lnTo>
                  <a:pt x="645726" y="44155"/>
                </a:lnTo>
                <a:lnTo>
                  <a:pt x="646459" y="44014"/>
                </a:lnTo>
                <a:lnTo>
                  <a:pt x="647203" y="43892"/>
                </a:lnTo>
                <a:lnTo>
                  <a:pt x="647957" y="43789"/>
                </a:lnTo>
                <a:lnTo>
                  <a:pt x="648722" y="43704"/>
                </a:lnTo>
                <a:lnTo>
                  <a:pt x="649497" y="43639"/>
                </a:lnTo>
                <a:lnTo>
                  <a:pt x="650283" y="43592"/>
                </a:lnTo>
                <a:lnTo>
                  <a:pt x="651080" y="43564"/>
                </a:lnTo>
                <a:lnTo>
                  <a:pt x="651887" y="43554"/>
                </a:lnTo>
                <a:lnTo>
                  <a:pt x="652804" y="43570"/>
                </a:lnTo>
                <a:lnTo>
                  <a:pt x="653702" y="43617"/>
                </a:lnTo>
                <a:lnTo>
                  <a:pt x="654582" y="43695"/>
                </a:lnTo>
                <a:lnTo>
                  <a:pt x="655443" y="43805"/>
                </a:lnTo>
                <a:lnTo>
                  <a:pt x="656285" y="43945"/>
                </a:lnTo>
                <a:lnTo>
                  <a:pt x="657109" y="44117"/>
                </a:lnTo>
                <a:lnTo>
                  <a:pt x="657914" y="44321"/>
                </a:lnTo>
                <a:lnTo>
                  <a:pt x="658700" y="44555"/>
                </a:lnTo>
                <a:lnTo>
                  <a:pt x="659468" y="44821"/>
                </a:lnTo>
                <a:lnTo>
                  <a:pt x="660217" y="45118"/>
                </a:lnTo>
                <a:lnTo>
                  <a:pt x="660947" y="45447"/>
                </a:lnTo>
                <a:lnTo>
                  <a:pt x="661659" y="45807"/>
                </a:lnTo>
                <a:lnTo>
                  <a:pt x="662352" y="46198"/>
                </a:lnTo>
                <a:lnTo>
                  <a:pt x="663026" y="46620"/>
                </a:lnTo>
                <a:lnTo>
                  <a:pt x="663682" y="47074"/>
                </a:lnTo>
                <a:lnTo>
                  <a:pt x="664319" y="47558"/>
                </a:lnTo>
                <a:lnTo>
                  <a:pt x="664938" y="48075"/>
                </a:lnTo>
                <a:lnTo>
                  <a:pt x="665537" y="48622"/>
                </a:lnTo>
                <a:lnTo>
                  <a:pt x="666118" y="49201"/>
                </a:lnTo>
                <a:lnTo>
                  <a:pt x="666681" y="49811"/>
                </a:lnTo>
                <a:lnTo>
                  <a:pt x="667224" y="50452"/>
                </a:lnTo>
                <a:lnTo>
                  <a:pt x="667749" y="51125"/>
                </a:lnTo>
                <a:lnTo>
                  <a:pt x="668256" y="51829"/>
                </a:lnTo>
                <a:lnTo>
                  <a:pt x="668743" y="52564"/>
                </a:lnTo>
                <a:lnTo>
                  <a:pt x="669212" y="53328"/>
                </a:lnTo>
                <a:lnTo>
                  <a:pt x="669660" y="54120"/>
                </a:lnTo>
                <a:lnTo>
                  <a:pt x="670089" y="54940"/>
                </a:lnTo>
                <a:lnTo>
                  <a:pt x="670498" y="55787"/>
                </a:lnTo>
                <a:lnTo>
                  <a:pt x="670886" y="56662"/>
                </a:lnTo>
                <a:lnTo>
                  <a:pt x="671255" y="57565"/>
                </a:lnTo>
                <a:lnTo>
                  <a:pt x="671604" y="58495"/>
                </a:lnTo>
                <a:lnTo>
                  <a:pt x="671933" y="59453"/>
                </a:lnTo>
                <a:lnTo>
                  <a:pt x="672242" y="60439"/>
                </a:lnTo>
                <a:lnTo>
                  <a:pt x="672531" y="61453"/>
                </a:lnTo>
                <a:lnTo>
                  <a:pt x="672800" y="62494"/>
                </a:lnTo>
                <a:lnTo>
                  <a:pt x="673049" y="63563"/>
                </a:lnTo>
                <a:lnTo>
                  <a:pt x="673278" y="64659"/>
                </a:lnTo>
                <a:lnTo>
                  <a:pt x="673487" y="65783"/>
                </a:lnTo>
                <a:lnTo>
                  <a:pt x="673677" y="66935"/>
                </a:lnTo>
                <a:lnTo>
                  <a:pt x="673846" y="68114"/>
                </a:lnTo>
                <a:lnTo>
                  <a:pt x="673996" y="69322"/>
                </a:lnTo>
                <a:lnTo>
                  <a:pt x="674125" y="70556"/>
                </a:lnTo>
                <a:lnTo>
                  <a:pt x="674235" y="71819"/>
                </a:lnTo>
                <a:lnTo>
                  <a:pt x="674324" y="73109"/>
                </a:lnTo>
                <a:lnTo>
                  <a:pt x="674394" y="74427"/>
                </a:lnTo>
                <a:lnTo>
                  <a:pt x="674444" y="75772"/>
                </a:lnTo>
                <a:lnTo>
                  <a:pt x="674474" y="77146"/>
                </a:lnTo>
                <a:lnTo>
                  <a:pt x="674484" y="78546"/>
                </a:lnTo>
                <a:lnTo>
                  <a:pt x="674473" y="79932"/>
                </a:lnTo>
                <a:lnTo>
                  <a:pt x="674441" y="81290"/>
                </a:lnTo>
                <a:lnTo>
                  <a:pt x="674388" y="82621"/>
                </a:lnTo>
                <a:lnTo>
                  <a:pt x="674313" y="83926"/>
                </a:lnTo>
                <a:lnTo>
                  <a:pt x="674217" y="85204"/>
                </a:lnTo>
                <a:lnTo>
                  <a:pt x="674100" y="86455"/>
                </a:lnTo>
                <a:lnTo>
                  <a:pt x="673961" y="87679"/>
                </a:lnTo>
                <a:lnTo>
                  <a:pt x="673801" y="88877"/>
                </a:lnTo>
                <a:lnTo>
                  <a:pt x="673619" y="90047"/>
                </a:lnTo>
                <a:lnTo>
                  <a:pt x="673416" y="91191"/>
                </a:lnTo>
                <a:lnTo>
                  <a:pt x="673192" y="92308"/>
                </a:lnTo>
                <a:lnTo>
                  <a:pt x="672946" y="93398"/>
                </a:lnTo>
                <a:lnTo>
                  <a:pt x="672679" y="94461"/>
                </a:lnTo>
                <a:lnTo>
                  <a:pt x="672391" y="95498"/>
                </a:lnTo>
                <a:lnTo>
                  <a:pt x="672081" y="96507"/>
                </a:lnTo>
                <a:lnTo>
                  <a:pt x="671750" y="97490"/>
                </a:lnTo>
                <a:lnTo>
                  <a:pt x="671398" y="98446"/>
                </a:lnTo>
                <a:lnTo>
                  <a:pt x="671024" y="99375"/>
                </a:lnTo>
                <a:lnTo>
                  <a:pt x="670629" y="100278"/>
                </a:lnTo>
                <a:lnTo>
                  <a:pt x="670213" y="101153"/>
                </a:lnTo>
                <a:lnTo>
                  <a:pt x="669775" y="102002"/>
                </a:lnTo>
                <a:lnTo>
                  <a:pt x="669316" y="102824"/>
                </a:lnTo>
                <a:lnTo>
                  <a:pt x="668835" y="103619"/>
                </a:lnTo>
                <a:lnTo>
                  <a:pt x="668333" y="104387"/>
                </a:lnTo>
                <a:lnTo>
                  <a:pt x="667811" y="105126"/>
                </a:lnTo>
                <a:lnTo>
                  <a:pt x="667267" y="105833"/>
                </a:lnTo>
                <a:lnTo>
                  <a:pt x="666703" y="106509"/>
                </a:lnTo>
                <a:lnTo>
                  <a:pt x="666118" y="107154"/>
                </a:lnTo>
                <a:lnTo>
                  <a:pt x="665512" y="107767"/>
                </a:lnTo>
                <a:lnTo>
                  <a:pt x="664885" y="108348"/>
                </a:lnTo>
                <a:lnTo>
                  <a:pt x="664238" y="108899"/>
                </a:lnTo>
                <a:lnTo>
                  <a:pt x="663570" y="109417"/>
                </a:lnTo>
                <a:lnTo>
                  <a:pt x="662881" y="109905"/>
                </a:lnTo>
                <a:lnTo>
                  <a:pt x="662172" y="110361"/>
                </a:lnTo>
                <a:lnTo>
                  <a:pt x="661442" y="110785"/>
                </a:lnTo>
                <a:lnTo>
                  <a:pt x="660691" y="111178"/>
                </a:lnTo>
                <a:lnTo>
                  <a:pt x="659919" y="111540"/>
                </a:lnTo>
                <a:lnTo>
                  <a:pt x="659127" y="111870"/>
                </a:lnTo>
                <a:lnTo>
                  <a:pt x="658314" y="112168"/>
                </a:lnTo>
                <a:lnTo>
                  <a:pt x="657480" y="112436"/>
                </a:lnTo>
                <a:lnTo>
                  <a:pt x="656626" y="112672"/>
                </a:lnTo>
                <a:lnTo>
                  <a:pt x="655751" y="112876"/>
                </a:lnTo>
                <a:lnTo>
                  <a:pt x="654855" y="113049"/>
                </a:lnTo>
                <a:lnTo>
                  <a:pt x="653938" y="113190"/>
                </a:lnTo>
                <a:lnTo>
                  <a:pt x="653001" y="113300"/>
                </a:lnTo>
                <a:lnTo>
                  <a:pt x="652043" y="113379"/>
                </a:lnTo>
                <a:lnTo>
                  <a:pt x="651064" y="113426"/>
                </a:lnTo>
                <a:lnTo>
                  <a:pt x="650064" y="113442"/>
                </a:lnTo>
                <a:lnTo>
                  <a:pt x="649318" y="113434"/>
                </a:lnTo>
                <a:lnTo>
                  <a:pt x="648580" y="113411"/>
                </a:lnTo>
                <a:lnTo>
                  <a:pt x="647853" y="113371"/>
                </a:lnTo>
                <a:lnTo>
                  <a:pt x="647136" y="113317"/>
                </a:lnTo>
                <a:close/>
                <a:moveTo>
                  <a:pt x="1320141" y="124285"/>
                </a:moveTo>
                <a:lnTo>
                  <a:pt x="1334629" y="124285"/>
                </a:lnTo>
                <a:lnTo>
                  <a:pt x="1379277" y="1640"/>
                </a:lnTo>
                <a:lnTo>
                  <a:pt x="1364789" y="1640"/>
                </a:lnTo>
                <a:lnTo>
                  <a:pt x="1320141" y="124285"/>
                </a:lnTo>
                <a:close/>
                <a:moveTo>
                  <a:pt x="1443316" y="124172"/>
                </a:moveTo>
                <a:lnTo>
                  <a:pt x="1444843" y="124085"/>
                </a:lnTo>
                <a:lnTo>
                  <a:pt x="1446351" y="123972"/>
                </a:lnTo>
                <a:lnTo>
                  <a:pt x="1447839" y="123835"/>
                </a:lnTo>
                <a:lnTo>
                  <a:pt x="1449309" y="123672"/>
                </a:lnTo>
                <a:lnTo>
                  <a:pt x="1450758" y="123485"/>
                </a:lnTo>
                <a:lnTo>
                  <a:pt x="1452189" y="123273"/>
                </a:lnTo>
                <a:lnTo>
                  <a:pt x="1453600" y="123035"/>
                </a:lnTo>
                <a:lnTo>
                  <a:pt x="1454992" y="122773"/>
                </a:lnTo>
                <a:lnTo>
                  <a:pt x="1456365" y="122485"/>
                </a:lnTo>
                <a:lnTo>
                  <a:pt x="1457718" y="122173"/>
                </a:lnTo>
                <a:lnTo>
                  <a:pt x="1459052" y="121835"/>
                </a:lnTo>
                <a:lnTo>
                  <a:pt x="1460367" y="121473"/>
                </a:lnTo>
                <a:lnTo>
                  <a:pt x="1461662" y="121086"/>
                </a:lnTo>
                <a:lnTo>
                  <a:pt x="1462938" y="120673"/>
                </a:lnTo>
                <a:lnTo>
                  <a:pt x="1464195" y="120236"/>
                </a:lnTo>
                <a:lnTo>
                  <a:pt x="1465433" y="119773"/>
                </a:lnTo>
                <a:lnTo>
                  <a:pt x="1466651" y="119286"/>
                </a:lnTo>
                <a:lnTo>
                  <a:pt x="1467850" y="118774"/>
                </a:lnTo>
                <a:lnTo>
                  <a:pt x="1469029" y="118236"/>
                </a:lnTo>
                <a:lnTo>
                  <a:pt x="1470190" y="117674"/>
                </a:lnTo>
                <a:lnTo>
                  <a:pt x="1471331" y="117087"/>
                </a:lnTo>
                <a:lnTo>
                  <a:pt x="1472451" y="116475"/>
                </a:lnTo>
                <a:lnTo>
                  <a:pt x="1473549" y="115841"/>
                </a:lnTo>
                <a:lnTo>
                  <a:pt x="1474625" y="115184"/>
                </a:lnTo>
                <a:lnTo>
                  <a:pt x="1475678" y="114505"/>
                </a:lnTo>
                <a:lnTo>
                  <a:pt x="1476709" y="113802"/>
                </a:lnTo>
                <a:lnTo>
                  <a:pt x="1477718" y="113077"/>
                </a:lnTo>
                <a:lnTo>
                  <a:pt x="1478704" y="112329"/>
                </a:lnTo>
                <a:lnTo>
                  <a:pt x="1479668" y="111559"/>
                </a:lnTo>
                <a:lnTo>
                  <a:pt x="1480610" y="110765"/>
                </a:lnTo>
                <a:lnTo>
                  <a:pt x="1481529" y="109949"/>
                </a:lnTo>
                <a:lnTo>
                  <a:pt x="1482427" y="109110"/>
                </a:lnTo>
                <a:lnTo>
                  <a:pt x="1483301" y="108248"/>
                </a:lnTo>
                <a:lnTo>
                  <a:pt x="1484154" y="107363"/>
                </a:lnTo>
                <a:lnTo>
                  <a:pt x="1484984" y="106456"/>
                </a:lnTo>
                <a:lnTo>
                  <a:pt x="1485792" y="105526"/>
                </a:lnTo>
                <a:lnTo>
                  <a:pt x="1486578" y="104573"/>
                </a:lnTo>
                <a:lnTo>
                  <a:pt x="1487341" y="103597"/>
                </a:lnTo>
                <a:lnTo>
                  <a:pt x="1488082" y="102599"/>
                </a:lnTo>
                <a:lnTo>
                  <a:pt x="1488801" y="101577"/>
                </a:lnTo>
                <a:lnTo>
                  <a:pt x="1489497" y="100533"/>
                </a:lnTo>
                <a:lnTo>
                  <a:pt x="1490172" y="99467"/>
                </a:lnTo>
                <a:lnTo>
                  <a:pt x="1490823" y="98377"/>
                </a:lnTo>
                <a:lnTo>
                  <a:pt x="1491453" y="97265"/>
                </a:lnTo>
                <a:lnTo>
                  <a:pt x="1492060" y="96129"/>
                </a:lnTo>
                <a:lnTo>
                  <a:pt x="1492644" y="94973"/>
                </a:lnTo>
                <a:lnTo>
                  <a:pt x="1493203" y="93797"/>
                </a:lnTo>
                <a:lnTo>
                  <a:pt x="1493737" y="92601"/>
                </a:lnTo>
                <a:lnTo>
                  <a:pt x="1494246" y="91386"/>
                </a:lnTo>
                <a:lnTo>
                  <a:pt x="1494730" y="90151"/>
                </a:lnTo>
                <a:lnTo>
                  <a:pt x="1495189" y="88897"/>
                </a:lnTo>
                <a:lnTo>
                  <a:pt x="1495624" y="87623"/>
                </a:lnTo>
                <a:lnTo>
                  <a:pt x="1496034" y="86329"/>
                </a:lnTo>
                <a:lnTo>
                  <a:pt x="1496419" y="85016"/>
                </a:lnTo>
                <a:lnTo>
                  <a:pt x="1496779" y="83683"/>
                </a:lnTo>
                <a:lnTo>
                  <a:pt x="1497114" y="82330"/>
                </a:lnTo>
                <a:lnTo>
                  <a:pt x="1497425" y="80958"/>
                </a:lnTo>
                <a:lnTo>
                  <a:pt x="1497710" y="79567"/>
                </a:lnTo>
                <a:lnTo>
                  <a:pt x="1497971" y="78155"/>
                </a:lnTo>
                <a:lnTo>
                  <a:pt x="1498207" y="76724"/>
                </a:lnTo>
                <a:lnTo>
                  <a:pt x="1498418" y="75274"/>
                </a:lnTo>
                <a:lnTo>
                  <a:pt x="1498604" y="73803"/>
                </a:lnTo>
                <a:lnTo>
                  <a:pt x="1498766" y="72313"/>
                </a:lnTo>
                <a:lnTo>
                  <a:pt x="1498902" y="70804"/>
                </a:lnTo>
                <a:lnTo>
                  <a:pt x="1499014" y="69275"/>
                </a:lnTo>
                <a:lnTo>
                  <a:pt x="1499101" y="67726"/>
                </a:lnTo>
                <a:lnTo>
                  <a:pt x="1499163" y="66158"/>
                </a:lnTo>
                <a:lnTo>
                  <a:pt x="1499200" y="64570"/>
                </a:lnTo>
                <a:lnTo>
                  <a:pt x="1499213" y="62962"/>
                </a:lnTo>
                <a:lnTo>
                  <a:pt x="1499201" y="61362"/>
                </a:lnTo>
                <a:lnTo>
                  <a:pt x="1499164" y="59782"/>
                </a:lnTo>
                <a:lnTo>
                  <a:pt x="1499102" y="58220"/>
                </a:lnTo>
                <a:lnTo>
                  <a:pt x="1499015" y="56678"/>
                </a:lnTo>
                <a:lnTo>
                  <a:pt x="1498904" y="55155"/>
                </a:lnTo>
                <a:lnTo>
                  <a:pt x="1498769" y="53651"/>
                </a:lnTo>
                <a:lnTo>
                  <a:pt x="1498608" y="52167"/>
                </a:lnTo>
                <a:lnTo>
                  <a:pt x="1498423" y="50702"/>
                </a:lnTo>
                <a:lnTo>
                  <a:pt x="1498213" y="49256"/>
                </a:lnTo>
                <a:lnTo>
                  <a:pt x="1497979" y="47830"/>
                </a:lnTo>
                <a:lnTo>
                  <a:pt x="1497720" y="46423"/>
                </a:lnTo>
                <a:lnTo>
                  <a:pt x="1497436" y="45035"/>
                </a:lnTo>
                <a:lnTo>
                  <a:pt x="1497128" y="43667"/>
                </a:lnTo>
                <a:lnTo>
                  <a:pt x="1496794" y="42317"/>
                </a:lnTo>
                <a:lnTo>
                  <a:pt x="1496437" y="40987"/>
                </a:lnTo>
                <a:lnTo>
                  <a:pt x="1496054" y="39677"/>
                </a:lnTo>
                <a:lnTo>
                  <a:pt x="1495647" y="38385"/>
                </a:lnTo>
                <a:lnTo>
                  <a:pt x="1495215" y="37113"/>
                </a:lnTo>
                <a:lnTo>
                  <a:pt x="1494759" y="35861"/>
                </a:lnTo>
                <a:lnTo>
                  <a:pt x="1494277" y="34627"/>
                </a:lnTo>
                <a:lnTo>
                  <a:pt x="1493771" y="33413"/>
                </a:lnTo>
                <a:lnTo>
                  <a:pt x="1493241" y="32218"/>
                </a:lnTo>
                <a:lnTo>
                  <a:pt x="1492686" y="31043"/>
                </a:lnTo>
                <a:lnTo>
                  <a:pt x="1492106" y="29887"/>
                </a:lnTo>
                <a:lnTo>
                  <a:pt x="1491502" y="28751"/>
                </a:lnTo>
                <a:lnTo>
                  <a:pt x="1490876" y="27639"/>
                </a:lnTo>
                <a:lnTo>
                  <a:pt x="1490228" y="26549"/>
                </a:lnTo>
                <a:lnTo>
                  <a:pt x="1489557" y="25481"/>
                </a:lnTo>
                <a:lnTo>
                  <a:pt x="1488864" y="24437"/>
                </a:lnTo>
                <a:lnTo>
                  <a:pt x="1488148" y="23414"/>
                </a:lnTo>
                <a:lnTo>
                  <a:pt x="1487409" y="22415"/>
                </a:lnTo>
                <a:lnTo>
                  <a:pt x="1486649" y="21438"/>
                </a:lnTo>
                <a:lnTo>
                  <a:pt x="1485866" y="20484"/>
                </a:lnTo>
                <a:lnTo>
                  <a:pt x="1485060" y="19552"/>
                </a:lnTo>
                <a:lnTo>
                  <a:pt x="1484232" y="18643"/>
                </a:lnTo>
                <a:lnTo>
                  <a:pt x="1483381" y="17757"/>
                </a:lnTo>
                <a:lnTo>
                  <a:pt x="1482508" y="16893"/>
                </a:lnTo>
                <a:lnTo>
                  <a:pt x="1481613" y="16052"/>
                </a:lnTo>
                <a:lnTo>
                  <a:pt x="1480695" y="15233"/>
                </a:lnTo>
                <a:lnTo>
                  <a:pt x="1479754" y="14437"/>
                </a:lnTo>
                <a:lnTo>
                  <a:pt x="1478791" y="13664"/>
                </a:lnTo>
                <a:lnTo>
                  <a:pt x="1477806" y="12913"/>
                </a:lnTo>
                <a:lnTo>
                  <a:pt x="1476798" y="12185"/>
                </a:lnTo>
                <a:lnTo>
                  <a:pt x="1475768" y="11480"/>
                </a:lnTo>
                <a:lnTo>
                  <a:pt x="1474715" y="10797"/>
                </a:lnTo>
                <a:lnTo>
                  <a:pt x="1473640" y="10137"/>
                </a:lnTo>
                <a:lnTo>
                  <a:pt x="1472542" y="9499"/>
                </a:lnTo>
                <a:lnTo>
                  <a:pt x="1471422" y="8884"/>
                </a:lnTo>
                <a:lnTo>
                  <a:pt x="1470281" y="8293"/>
                </a:lnTo>
                <a:lnTo>
                  <a:pt x="1469120" y="7727"/>
                </a:lnTo>
                <a:lnTo>
                  <a:pt x="1467939" y="7186"/>
                </a:lnTo>
                <a:lnTo>
                  <a:pt x="1466739" y="6671"/>
                </a:lnTo>
                <a:lnTo>
                  <a:pt x="1465520" y="6180"/>
                </a:lnTo>
                <a:lnTo>
                  <a:pt x="1464281" y="5715"/>
                </a:lnTo>
                <a:lnTo>
                  <a:pt x="1463022" y="5275"/>
                </a:lnTo>
                <a:lnTo>
                  <a:pt x="1461743" y="4860"/>
                </a:lnTo>
                <a:lnTo>
                  <a:pt x="1460445" y="4470"/>
                </a:lnTo>
                <a:lnTo>
                  <a:pt x="1459127" y="4105"/>
                </a:lnTo>
                <a:lnTo>
                  <a:pt x="1457790" y="3765"/>
                </a:lnTo>
                <a:lnTo>
                  <a:pt x="1456433" y="3451"/>
                </a:lnTo>
                <a:lnTo>
                  <a:pt x="1455056" y="3162"/>
                </a:lnTo>
                <a:lnTo>
                  <a:pt x="1453660" y="2898"/>
                </a:lnTo>
                <a:lnTo>
                  <a:pt x="1452244" y="2659"/>
                </a:lnTo>
                <a:lnTo>
                  <a:pt x="1450809" y="2445"/>
                </a:lnTo>
                <a:lnTo>
                  <a:pt x="1449354" y="2256"/>
                </a:lnTo>
                <a:lnTo>
                  <a:pt x="1447879" y="2093"/>
                </a:lnTo>
                <a:lnTo>
                  <a:pt x="1446385" y="1955"/>
                </a:lnTo>
                <a:lnTo>
                  <a:pt x="1444871" y="1841"/>
                </a:lnTo>
                <a:lnTo>
                  <a:pt x="1443338" y="1753"/>
                </a:lnTo>
                <a:lnTo>
                  <a:pt x="1441785" y="1690"/>
                </a:lnTo>
                <a:lnTo>
                  <a:pt x="1440212" y="1653"/>
                </a:lnTo>
                <a:lnTo>
                  <a:pt x="1438619" y="1640"/>
                </a:lnTo>
                <a:lnTo>
                  <a:pt x="1397343" y="1640"/>
                </a:lnTo>
                <a:lnTo>
                  <a:pt x="1397343" y="124285"/>
                </a:lnTo>
                <a:lnTo>
                  <a:pt x="1438619" y="124285"/>
                </a:lnTo>
                <a:lnTo>
                  <a:pt x="1440204" y="124272"/>
                </a:lnTo>
                <a:lnTo>
                  <a:pt x="1441770" y="124235"/>
                </a:lnTo>
                <a:lnTo>
                  <a:pt x="1443316" y="124172"/>
                </a:lnTo>
                <a:close/>
                <a:moveTo>
                  <a:pt x="1437580" y="15435"/>
                </a:moveTo>
                <a:lnTo>
                  <a:pt x="1438855" y="15480"/>
                </a:lnTo>
                <a:lnTo>
                  <a:pt x="1440112" y="15543"/>
                </a:lnTo>
                <a:lnTo>
                  <a:pt x="1441349" y="15624"/>
                </a:lnTo>
                <a:lnTo>
                  <a:pt x="1442569" y="15724"/>
                </a:lnTo>
                <a:lnTo>
                  <a:pt x="1443770" y="15841"/>
                </a:lnTo>
                <a:lnTo>
                  <a:pt x="1444952" y="15976"/>
                </a:lnTo>
                <a:lnTo>
                  <a:pt x="1446116" y="16129"/>
                </a:lnTo>
                <a:lnTo>
                  <a:pt x="1447261" y="16301"/>
                </a:lnTo>
                <a:lnTo>
                  <a:pt x="1448388" y="16490"/>
                </a:lnTo>
                <a:lnTo>
                  <a:pt x="1449497" y="16697"/>
                </a:lnTo>
                <a:lnTo>
                  <a:pt x="1450587" y="16923"/>
                </a:lnTo>
                <a:lnTo>
                  <a:pt x="1451658" y="17166"/>
                </a:lnTo>
                <a:lnTo>
                  <a:pt x="1452711" y="17428"/>
                </a:lnTo>
                <a:lnTo>
                  <a:pt x="1453745" y="17707"/>
                </a:lnTo>
                <a:lnTo>
                  <a:pt x="1454761" y="18005"/>
                </a:lnTo>
                <a:lnTo>
                  <a:pt x="1455758" y="18320"/>
                </a:lnTo>
                <a:lnTo>
                  <a:pt x="1456737" y="18654"/>
                </a:lnTo>
                <a:lnTo>
                  <a:pt x="1457697" y="19006"/>
                </a:lnTo>
                <a:lnTo>
                  <a:pt x="1458639" y="19375"/>
                </a:lnTo>
                <a:lnTo>
                  <a:pt x="1459562" y="19763"/>
                </a:lnTo>
                <a:lnTo>
                  <a:pt x="1460467" y="20169"/>
                </a:lnTo>
                <a:lnTo>
                  <a:pt x="1461353" y="20593"/>
                </a:lnTo>
                <a:lnTo>
                  <a:pt x="1462221" y="21035"/>
                </a:lnTo>
                <a:lnTo>
                  <a:pt x="1463071" y="21495"/>
                </a:lnTo>
                <a:lnTo>
                  <a:pt x="1463902" y="21974"/>
                </a:lnTo>
                <a:lnTo>
                  <a:pt x="1464715" y="22472"/>
                </a:lnTo>
                <a:lnTo>
                  <a:pt x="1465509" y="22988"/>
                </a:lnTo>
                <a:lnTo>
                  <a:pt x="1466285" y="23523"/>
                </a:lnTo>
                <a:lnTo>
                  <a:pt x="1467043" y="24076"/>
                </a:lnTo>
                <a:lnTo>
                  <a:pt x="1467782" y="24647"/>
                </a:lnTo>
                <a:lnTo>
                  <a:pt x="1468503" y="25238"/>
                </a:lnTo>
                <a:lnTo>
                  <a:pt x="1469206" y="25846"/>
                </a:lnTo>
                <a:lnTo>
                  <a:pt x="1469890" y="26473"/>
                </a:lnTo>
                <a:lnTo>
                  <a:pt x="1470556" y="27119"/>
                </a:lnTo>
                <a:lnTo>
                  <a:pt x="1471204" y="27783"/>
                </a:lnTo>
                <a:lnTo>
                  <a:pt x="1471833" y="28466"/>
                </a:lnTo>
                <a:lnTo>
                  <a:pt x="1472444" y="29167"/>
                </a:lnTo>
                <a:lnTo>
                  <a:pt x="1473037" y="29887"/>
                </a:lnTo>
                <a:lnTo>
                  <a:pt x="1473611" y="30625"/>
                </a:lnTo>
                <a:lnTo>
                  <a:pt x="1474167" y="31382"/>
                </a:lnTo>
                <a:lnTo>
                  <a:pt x="1474704" y="32157"/>
                </a:lnTo>
                <a:lnTo>
                  <a:pt x="1475224" y="32951"/>
                </a:lnTo>
                <a:lnTo>
                  <a:pt x="1475724" y="33763"/>
                </a:lnTo>
                <a:lnTo>
                  <a:pt x="1476207" y="34593"/>
                </a:lnTo>
                <a:lnTo>
                  <a:pt x="1476671" y="35443"/>
                </a:lnTo>
                <a:lnTo>
                  <a:pt x="1477117" y="36310"/>
                </a:lnTo>
                <a:lnTo>
                  <a:pt x="1477544" y="37197"/>
                </a:lnTo>
                <a:lnTo>
                  <a:pt x="1477954" y="38103"/>
                </a:lnTo>
                <a:lnTo>
                  <a:pt x="1478345" y="39028"/>
                </a:lnTo>
                <a:lnTo>
                  <a:pt x="1478718" y="39972"/>
                </a:lnTo>
                <a:lnTo>
                  <a:pt x="1479072" y="40935"/>
                </a:lnTo>
                <a:lnTo>
                  <a:pt x="1479409" y="41917"/>
                </a:lnTo>
                <a:lnTo>
                  <a:pt x="1479727" y="42919"/>
                </a:lnTo>
                <a:lnTo>
                  <a:pt x="1480027" y="43939"/>
                </a:lnTo>
                <a:lnTo>
                  <a:pt x="1480309" y="44979"/>
                </a:lnTo>
                <a:lnTo>
                  <a:pt x="1480573" y="46038"/>
                </a:lnTo>
                <a:lnTo>
                  <a:pt x="1480819" y="47116"/>
                </a:lnTo>
                <a:lnTo>
                  <a:pt x="1481046" y="48213"/>
                </a:lnTo>
                <a:lnTo>
                  <a:pt x="1481255" y="49329"/>
                </a:lnTo>
                <a:lnTo>
                  <a:pt x="1481446" y="50464"/>
                </a:lnTo>
                <a:lnTo>
                  <a:pt x="1481619" y="51619"/>
                </a:lnTo>
                <a:lnTo>
                  <a:pt x="1481774" y="52793"/>
                </a:lnTo>
                <a:lnTo>
                  <a:pt x="1481910" y="53986"/>
                </a:lnTo>
                <a:lnTo>
                  <a:pt x="1482029" y="55198"/>
                </a:lnTo>
                <a:lnTo>
                  <a:pt x="1482129" y="56429"/>
                </a:lnTo>
                <a:lnTo>
                  <a:pt x="1482211" y="57679"/>
                </a:lnTo>
                <a:lnTo>
                  <a:pt x="1482274" y="58948"/>
                </a:lnTo>
                <a:lnTo>
                  <a:pt x="1482320" y="60237"/>
                </a:lnTo>
                <a:lnTo>
                  <a:pt x="1482347" y="61545"/>
                </a:lnTo>
                <a:lnTo>
                  <a:pt x="1482356" y="62871"/>
                </a:lnTo>
                <a:lnTo>
                  <a:pt x="1482347" y="64206"/>
                </a:lnTo>
                <a:lnTo>
                  <a:pt x="1482320" y="65521"/>
                </a:lnTo>
                <a:lnTo>
                  <a:pt x="1482276" y="66817"/>
                </a:lnTo>
                <a:lnTo>
                  <a:pt x="1482213" y="68094"/>
                </a:lnTo>
                <a:lnTo>
                  <a:pt x="1482133" y="69352"/>
                </a:lnTo>
                <a:lnTo>
                  <a:pt x="1482034" y="70591"/>
                </a:lnTo>
                <a:lnTo>
                  <a:pt x="1481918" y="71810"/>
                </a:lnTo>
                <a:lnTo>
                  <a:pt x="1481784" y="73011"/>
                </a:lnTo>
                <a:lnTo>
                  <a:pt x="1481632" y="74192"/>
                </a:lnTo>
                <a:lnTo>
                  <a:pt x="1481462" y="75354"/>
                </a:lnTo>
                <a:lnTo>
                  <a:pt x="1481275" y="76497"/>
                </a:lnTo>
                <a:lnTo>
                  <a:pt x="1481069" y="77621"/>
                </a:lnTo>
                <a:lnTo>
                  <a:pt x="1480846" y="78726"/>
                </a:lnTo>
                <a:lnTo>
                  <a:pt x="1480604" y="79811"/>
                </a:lnTo>
                <a:lnTo>
                  <a:pt x="1480345" y="80878"/>
                </a:lnTo>
                <a:lnTo>
                  <a:pt x="1480068" y="81925"/>
                </a:lnTo>
                <a:lnTo>
                  <a:pt x="1479773" y="82953"/>
                </a:lnTo>
                <a:lnTo>
                  <a:pt x="1479460" y="83962"/>
                </a:lnTo>
                <a:lnTo>
                  <a:pt x="1479130" y="84952"/>
                </a:lnTo>
                <a:lnTo>
                  <a:pt x="1478781" y="85923"/>
                </a:lnTo>
                <a:lnTo>
                  <a:pt x="1478414" y="86875"/>
                </a:lnTo>
                <a:lnTo>
                  <a:pt x="1478030" y="87807"/>
                </a:lnTo>
                <a:lnTo>
                  <a:pt x="1477628" y="88720"/>
                </a:lnTo>
                <a:lnTo>
                  <a:pt x="1477208" y="89614"/>
                </a:lnTo>
                <a:lnTo>
                  <a:pt x="1476770" y="90490"/>
                </a:lnTo>
                <a:lnTo>
                  <a:pt x="1476313" y="91346"/>
                </a:lnTo>
                <a:lnTo>
                  <a:pt x="1475838" y="92183"/>
                </a:lnTo>
                <a:lnTo>
                  <a:pt x="1475344" y="93001"/>
                </a:lnTo>
                <a:lnTo>
                  <a:pt x="1474831" y="93800"/>
                </a:lnTo>
                <a:lnTo>
                  <a:pt x="1474301" y="94580"/>
                </a:lnTo>
                <a:lnTo>
                  <a:pt x="1473751" y="95342"/>
                </a:lnTo>
                <a:lnTo>
                  <a:pt x="1473184" y="96084"/>
                </a:lnTo>
                <a:lnTo>
                  <a:pt x="1472597" y="96807"/>
                </a:lnTo>
                <a:lnTo>
                  <a:pt x="1471992" y="97511"/>
                </a:lnTo>
                <a:lnTo>
                  <a:pt x="1471369" y="98197"/>
                </a:lnTo>
                <a:lnTo>
                  <a:pt x="1470727" y="98863"/>
                </a:lnTo>
                <a:lnTo>
                  <a:pt x="1470067" y="99510"/>
                </a:lnTo>
                <a:lnTo>
                  <a:pt x="1469388" y="100139"/>
                </a:lnTo>
                <a:lnTo>
                  <a:pt x="1468691" y="100748"/>
                </a:lnTo>
                <a:lnTo>
                  <a:pt x="1467975" y="101338"/>
                </a:lnTo>
                <a:lnTo>
                  <a:pt x="1467240" y="101910"/>
                </a:lnTo>
                <a:lnTo>
                  <a:pt x="1466487" y="102462"/>
                </a:lnTo>
                <a:lnTo>
                  <a:pt x="1465716" y="102996"/>
                </a:lnTo>
                <a:lnTo>
                  <a:pt x="1464926" y="103510"/>
                </a:lnTo>
                <a:lnTo>
                  <a:pt x="1464118" y="104005"/>
                </a:lnTo>
                <a:lnTo>
                  <a:pt x="1463291" y="104482"/>
                </a:lnTo>
                <a:lnTo>
                  <a:pt x="1462445" y="104939"/>
                </a:lnTo>
                <a:lnTo>
                  <a:pt x="1461581" y="105378"/>
                </a:lnTo>
                <a:lnTo>
                  <a:pt x="1460698" y="105798"/>
                </a:lnTo>
                <a:lnTo>
                  <a:pt x="1459796" y="106200"/>
                </a:lnTo>
                <a:lnTo>
                  <a:pt x="1458873" y="106584"/>
                </a:lnTo>
                <a:lnTo>
                  <a:pt x="1457931" y="106951"/>
                </a:lnTo>
                <a:lnTo>
                  <a:pt x="1456970" y="107299"/>
                </a:lnTo>
                <a:lnTo>
                  <a:pt x="1455989" y="107630"/>
                </a:lnTo>
                <a:lnTo>
                  <a:pt x="1454988" y="107943"/>
                </a:lnTo>
                <a:lnTo>
                  <a:pt x="1453968" y="108238"/>
                </a:lnTo>
                <a:lnTo>
                  <a:pt x="1452928" y="108515"/>
                </a:lnTo>
                <a:lnTo>
                  <a:pt x="1451868" y="108774"/>
                </a:lnTo>
                <a:lnTo>
                  <a:pt x="1450789" y="109016"/>
                </a:lnTo>
                <a:lnTo>
                  <a:pt x="1449690" y="109239"/>
                </a:lnTo>
                <a:lnTo>
                  <a:pt x="1448572" y="109445"/>
                </a:lnTo>
                <a:lnTo>
                  <a:pt x="1447434" y="109632"/>
                </a:lnTo>
                <a:lnTo>
                  <a:pt x="1446276" y="109802"/>
                </a:lnTo>
                <a:lnTo>
                  <a:pt x="1445099" y="109954"/>
                </a:lnTo>
                <a:lnTo>
                  <a:pt x="1443902" y="110088"/>
                </a:lnTo>
                <a:lnTo>
                  <a:pt x="1442686" y="110204"/>
                </a:lnTo>
                <a:lnTo>
                  <a:pt x="1441449" y="110303"/>
                </a:lnTo>
                <a:lnTo>
                  <a:pt x="1440194" y="110383"/>
                </a:lnTo>
                <a:lnTo>
                  <a:pt x="1438918" y="110446"/>
                </a:lnTo>
                <a:lnTo>
                  <a:pt x="1437623" y="110490"/>
                </a:lnTo>
                <a:lnTo>
                  <a:pt x="1436309" y="110517"/>
                </a:lnTo>
                <a:lnTo>
                  <a:pt x="1434975" y="110526"/>
                </a:lnTo>
                <a:lnTo>
                  <a:pt x="1413744" y="110526"/>
                </a:lnTo>
                <a:lnTo>
                  <a:pt x="1413744" y="15399"/>
                </a:lnTo>
                <a:lnTo>
                  <a:pt x="1434975" y="15399"/>
                </a:lnTo>
                <a:lnTo>
                  <a:pt x="1436287" y="15408"/>
                </a:lnTo>
                <a:lnTo>
                  <a:pt x="1437580" y="15435"/>
                </a:lnTo>
                <a:close/>
                <a:moveTo>
                  <a:pt x="957609" y="125719"/>
                </a:moveTo>
                <a:lnTo>
                  <a:pt x="958711" y="125629"/>
                </a:lnTo>
                <a:lnTo>
                  <a:pt x="959803" y="125522"/>
                </a:lnTo>
                <a:lnTo>
                  <a:pt x="960886" y="125398"/>
                </a:lnTo>
                <a:lnTo>
                  <a:pt x="961960" y="125259"/>
                </a:lnTo>
                <a:lnTo>
                  <a:pt x="963024" y="125102"/>
                </a:lnTo>
                <a:lnTo>
                  <a:pt x="964078" y="124930"/>
                </a:lnTo>
                <a:lnTo>
                  <a:pt x="965123" y="124740"/>
                </a:lnTo>
                <a:lnTo>
                  <a:pt x="966159" y="124535"/>
                </a:lnTo>
                <a:lnTo>
                  <a:pt x="967185" y="124313"/>
                </a:lnTo>
                <a:lnTo>
                  <a:pt x="968201" y="124074"/>
                </a:lnTo>
                <a:lnTo>
                  <a:pt x="969208" y="123819"/>
                </a:lnTo>
                <a:lnTo>
                  <a:pt x="970206" y="123548"/>
                </a:lnTo>
                <a:lnTo>
                  <a:pt x="971194" y="123260"/>
                </a:lnTo>
                <a:lnTo>
                  <a:pt x="972173" y="122955"/>
                </a:lnTo>
                <a:lnTo>
                  <a:pt x="973142" y="122635"/>
                </a:lnTo>
                <a:lnTo>
                  <a:pt x="974101" y="122297"/>
                </a:lnTo>
                <a:lnTo>
                  <a:pt x="975051" y="121944"/>
                </a:lnTo>
                <a:lnTo>
                  <a:pt x="975992" y="121573"/>
                </a:lnTo>
                <a:lnTo>
                  <a:pt x="976923" y="121187"/>
                </a:lnTo>
                <a:lnTo>
                  <a:pt x="977842" y="120784"/>
                </a:lnTo>
                <a:lnTo>
                  <a:pt x="978747" y="120364"/>
                </a:lnTo>
                <a:lnTo>
                  <a:pt x="979638" y="119928"/>
                </a:lnTo>
                <a:lnTo>
                  <a:pt x="980515" y="119475"/>
                </a:lnTo>
                <a:lnTo>
                  <a:pt x="981377" y="119005"/>
                </a:lnTo>
                <a:lnTo>
                  <a:pt x="982225" y="118519"/>
                </a:lnTo>
                <a:lnTo>
                  <a:pt x="983059" y="118016"/>
                </a:lnTo>
                <a:lnTo>
                  <a:pt x="983878" y="117497"/>
                </a:lnTo>
                <a:lnTo>
                  <a:pt x="984684" y="116961"/>
                </a:lnTo>
                <a:lnTo>
                  <a:pt x="985475" y="116408"/>
                </a:lnTo>
                <a:lnTo>
                  <a:pt x="986252" y="115839"/>
                </a:lnTo>
                <a:lnTo>
                  <a:pt x="987014" y="115253"/>
                </a:lnTo>
                <a:lnTo>
                  <a:pt x="987763" y="114650"/>
                </a:lnTo>
                <a:lnTo>
                  <a:pt x="988497" y="114031"/>
                </a:lnTo>
                <a:lnTo>
                  <a:pt x="989217" y="113396"/>
                </a:lnTo>
                <a:lnTo>
                  <a:pt x="989923" y="112743"/>
                </a:lnTo>
                <a:lnTo>
                  <a:pt x="990614" y="112074"/>
                </a:lnTo>
                <a:lnTo>
                  <a:pt x="991291" y="111389"/>
                </a:lnTo>
                <a:lnTo>
                  <a:pt x="991954" y="110687"/>
                </a:lnTo>
                <a:lnTo>
                  <a:pt x="992603" y="109968"/>
                </a:lnTo>
                <a:lnTo>
                  <a:pt x="993237" y="109233"/>
                </a:lnTo>
                <a:lnTo>
                  <a:pt x="993858" y="108481"/>
                </a:lnTo>
                <a:lnTo>
                  <a:pt x="994464" y="107712"/>
                </a:lnTo>
                <a:lnTo>
                  <a:pt x="995056" y="106927"/>
                </a:lnTo>
                <a:lnTo>
                  <a:pt x="995631" y="106125"/>
                </a:lnTo>
                <a:lnTo>
                  <a:pt x="996186" y="105305"/>
                </a:lnTo>
                <a:lnTo>
                  <a:pt x="996723" y="104469"/>
                </a:lnTo>
                <a:lnTo>
                  <a:pt x="997240" y="103615"/>
                </a:lnTo>
                <a:lnTo>
                  <a:pt x="997738" y="102744"/>
                </a:lnTo>
                <a:lnTo>
                  <a:pt x="998216" y="101856"/>
                </a:lnTo>
                <a:lnTo>
                  <a:pt x="998675" y="100950"/>
                </a:lnTo>
                <a:lnTo>
                  <a:pt x="999115" y="100027"/>
                </a:lnTo>
                <a:lnTo>
                  <a:pt x="999536" y="99087"/>
                </a:lnTo>
                <a:lnTo>
                  <a:pt x="999937" y="98130"/>
                </a:lnTo>
                <a:lnTo>
                  <a:pt x="1000319" y="97155"/>
                </a:lnTo>
                <a:lnTo>
                  <a:pt x="1000682" y="96164"/>
                </a:lnTo>
                <a:lnTo>
                  <a:pt x="1001026" y="95155"/>
                </a:lnTo>
                <a:lnTo>
                  <a:pt x="1001350" y="94128"/>
                </a:lnTo>
                <a:lnTo>
                  <a:pt x="1001655" y="93085"/>
                </a:lnTo>
                <a:lnTo>
                  <a:pt x="1001940" y="92024"/>
                </a:lnTo>
                <a:lnTo>
                  <a:pt x="1002206" y="90946"/>
                </a:lnTo>
                <a:lnTo>
                  <a:pt x="1002453" y="89851"/>
                </a:lnTo>
                <a:lnTo>
                  <a:pt x="1002681" y="88738"/>
                </a:lnTo>
                <a:lnTo>
                  <a:pt x="1002889" y="87609"/>
                </a:lnTo>
                <a:lnTo>
                  <a:pt x="1003078" y="86462"/>
                </a:lnTo>
                <a:lnTo>
                  <a:pt x="1003248" y="85297"/>
                </a:lnTo>
                <a:lnTo>
                  <a:pt x="1003398" y="84116"/>
                </a:lnTo>
                <a:lnTo>
                  <a:pt x="1003530" y="82917"/>
                </a:lnTo>
                <a:lnTo>
                  <a:pt x="986946" y="82917"/>
                </a:lnTo>
                <a:lnTo>
                  <a:pt x="986811" y="84127"/>
                </a:lnTo>
                <a:lnTo>
                  <a:pt x="986649" y="85312"/>
                </a:lnTo>
                <a:lnTo>
                  <a:pt x="986459" y="86471"/>
                </a:lnTo>
                <a:lnTo>
                  <a:pt x="986242" y="87605"/>
                </a:lnTo>
                <a:lnTo>
                  <a:pt x="985999" y="88713"/>
                </a:lnTo>
                <a:lnTo>
                  <a:pt x="985727" y="89797"/>
                </a:lnTo>
                <a:lnTo>
                  <a:pt x="985429" y="90855"/>
                </a:lnTo>
                <a:lnTo>
                  <a:pt x="985103" y="91887"/>
                </a:lnTo>
                <a:lnTo>
                  <a:pt x="984751" y="92895"/>
                </a:lnTo>
                <a:lnTo>
                  <a:pt x="984371" y="93877"/>
                </a:lnTo>
                <a:lnTo>
                  <a:pt x="983964" y="94833"/>
                </a:lnTo>
                <a:lnTo>
                  <a:pt x="983529" y="95765"/>
                </a:lnTo>
                <a:lnTo>
                  <a:pt x="983068" y="96671"/>
                </a:lnTo>
                <a:lnTo>
                  <a:pt x="982579" y="97552"/>
                </a:lnTo>
                <a:lnTo>
                  <a:pt x="982063" y="98407"/>
                </a:lnTo>
                <a:lnTo>
                  <a:pt x="981520" y="99238"/>
                </a:lnTo>
                <a:lnTo>
                  <a:pt x="980949" y="100042"/>
                </a:lnTo>
                <a:lnTo>
                  <a:pt x="980351" y="100822"/>
                </a:lnTo>
                <a:lnTo>
                  <a:pt x="979727" y="101576"/>
                </a:lnTo>
                <a:lnTo>
                  <a:pt x="979075" y="102305"/>
                </a:lnTo>
                <a:lnTo>
                  <a:pt x="978395" y="103009"/>
                </a:lnTo>
                <a:lnTo>
                  <a:pt x="977689" y="103687"/>
                </a:lnTo>
                <a:lnTo>
                  <a:pt x="976955" y="104340"/>
                </a:lnTo>
                <a:lnTo>
                  <a:pt x="976194" y="104968"/>
                </a:lnTo>
                <a:lnTo>
                  <a:pt x="975410" y="105570"/>
                </a:lnTo>
                <a:lnTo>
                  <a:pt x="974606" y="106147"/>
                </a:lnTo>
                <a:lnTo>
                  <a:pt x="973782" y="106698"/>
                </a:lnTo>
                <a:lnTo>
                  <a:pt x="972939" y="107223"/>
                </a:lnTo>
                <a:lnTo>
                  <a:pt x="972076" y="107723"/>
                </a:lnTo>
                <a:lnTo>
                  <a:pt x="971194" y="108197"/>
                </a:lnTo>
                <a:lnTo>
                  <a:pt x="970292" y="108645"/>
                </a:lnTo>
                <a:lnTo>
                  <a:pt x="969370" y="109068"/>
                </a:lnTo>
                <a:lnTo>
                  <a:pt x="968429" y="109465"/>
                </a:lnTo>
                <a:lnTo>
                  <a:pt x="967468" y="109837"/>
                </a:lnTo>
                <a:lnTo>
                  <a:pt x="966488" y="110183"/>
                </a:lnTo>
                <a:lnTo>
                  <a:pt x="965488" y="110503"/>
                </a:lnTo>
                <a:lnTo>
                  <a:pt x="964468" y="110798"/>
                </a:lnTo>
                <a:lnTo>
                  <a:pt x="963429" y="111067"/>
                </a:lnTo>
                <a:lnTo>
                  <a:pt x="962370" y="111310"/>
                </a:lnTo>
                <a:lnTo>
                  <a:pt x="961291" y="111528"/>
                </a:lnTo>
                <a:lnTo>
                  <a:pt x="960193" y="111721"/>
                </a:lnTo>
                <a:lnTo>
                  <a:pt x="959075" y="111887"/>
                </a:lnTo>
                <a:lnTo>
                  <a:pt x="957938" y="112028"/>
                </a:lnTo>
                <a:lnTo>
                  <a:pt x="956781" y="112143"/>
                </a:lnTo>
                <a:lnTo>
                  <a:pt x="955604" y="112233"/>
                </a:lnTo>
                <a:lnTo>
                  <a:pt x="954408" y="112297"/>
                </a:lnTo>
                <a:lnTo>
                  <a:pt x="953192" y="112336"/>
                </a:lnTo>
                <a:lnTo>
                  <a:pt x="951957" y="112348"/>
                </a:lnTo>
                <a:lnTo>
                  <a:pt x="950736" y="112337"/>
                </a:lnTo>
                <a:lnTo>
                  <a:pt x="949536" y="112303"/>
                </a:lnTo>
                <a:lnTo>
                  <a:pt x="948354" y="112245"/>
                </a:lnTo>
                <a:lnTo>
                  <a:pt x="947192" y="112165"/>
                </a:lnTo>
                <a:lnTo>
                  <a:pt x="946050" y="112062"/>
                </a:lnTo>
                <a:lnTo>
                  <a:pt x="944926" y="111936"/>
                </a:lnTo>
                <a:lnTo>
                  <a:pt x="943823" y="111786"/>
                </a:lnTo>
                <a:lnTo>
                  <a:pt x="942739" y="111614"/>
                </a:lnTo>
                <a:lnTo>
                  <a:pt x="941674" y="111419"/>
                </a:lnTo>
                <a:lnTo>
                  <a:pt x="940629" y="111202"/>
                </a:lnTo>
                <a:lnTo>
                  <a:pt x="939603" y="110961"/>
                </a:lnTo>
                <a:lnTo>
                  <a:pt x="938597" y="110697"/>
                </a:lnTo>
                <a:lnTo>
                  <a:pt x="937610" y="110410"/>
                </a:lnTo>
                <a:lnTo>
                  <a:pt x="936642" y="110100"/>
                </a:lnTo>
                <a:lnTo>
                  <a:pt x="935694" y="109768"/>
                </a:lnTo>
                <a:lnTo>
                  <a:pt x="934766" y="109412"/>
                </a:lnTo>
                <a:lnTo>
                  <a:pt x="933857" y="109034"/>
                </a:lnTo>
                <a:lnTo>
                  <a:pt x="932967" y="108632"/>
                </a:lnTo>
                <a:lnTo>
                  <a:pt x="932097" y="108208"/>
                </a:lnTo>
                <a:lnTo>
                  <a:pt x="931246" y="107761"/>
                </a:lnTo>
                <a:lnTo>
                  <a:pt x="930415" y="107291"/>
                </a:lnTo>
                <a:lnTo>
                  <a:pt x="929603" y="106797"/>
                </a:lnTo>
                <a:lnTo>
                  <a:pt x="928811" y="106281"/>
                </a:lnTo>
                <a:lnTo>
                  <a:pt x="928038" y="105742"/>
                </a:lnTo>
                <a:lnTo>
                  <a:pt x="927284" y="105184"/>
                </a:lnTo>
                <a:lnTo>
                  <a:pt x="926547" y="104609"/>
                </a:lnTo>
                <a:lnTo>
                  <a:pt x="925827" y="104019"/>
                </a:lnTo>
                <a:lnTo>
                  <a:pt x="925124" y="103413"/>
                </a:lnTo>
                <a:lnTo>
                  <a:pt x="924438" y="102790"/>
                </a:lnTo>
                <a:lnTo>
                  <a:pt x="923770" y="102152"/>
                </a:lnTo>
                <a:lnTo>
                  <a:pt x="923119" y="101497"/>
                </a:lnTo>
                <a:lnTo>
                  <a:pt x="922485" y="100827"/>
                </a:lnTo>
                <a:lnTo>
                  <a:pt x="921869" y="100141"/>
                </a:lnTo>
                <a:lnTo>
                  <a:pt x="921269" y="99438"/>
                </a:lnTo>
                <a:lnTo>
                  <a:pt x="920687" y="98720"/>
                </a:lnTo>
                <a:lnTo>
                  <a:pt x="920122" y="97986"/>
                </a:lnTo>
                <a:lnTo>
                  <a:pt x="919575" y="97236"/>
                </a:lnTo>
                <a:lnTo>
                  <a:pt x="919045" y="96470"/>
                </a:lnTo>
                <a:lnTo>
                  <a:pt x="918531" y="95687"/>
                </a:lnTo>
                <a:lnTo>
                  <a:pt x="918036" y="94889"/>
                </a:lnTo>
                <a:lnTo>
                  <a:pt x="917557" y="94075"/>
                </a:lnTo>
                <a:lnTo>
                  <a:pt x="917096" y="93245"/>
                </a:lnTo>
                <a:lnTo>
                  <a:pt x="916652" y="92399"/>
                </a:lnTo>
                <a:lnTo>
                  <a:pt x="916225" y="91537"/>
                </a:lnTo>
                <a:lnTo>
                  <a:pt x="915815" y="90659"/>
                </a:lnTo>
                <a:lnTo>
                  <a:pt x="915423" y="89765"/>
                </a:lnTo>
                <a:lnTo>
                  <a:pt x="915047" y="88855"/>
                </a:lnTo>
                <a:lnTo>
                  <a:pt x="914690" y="87929"/>
                </a:lnTo>
                <a:lnTo>
                  <a:pt x="914348" y="86991"/>
                </a:lnTo>
                <a:lnTo>
                  <a:pt x="914020" y="86044"/>
                </a:lnTo>
                <a:lnTo>
                  <a:pt x="913707" y="85088"/>
                </a:lnTo>
                <a:lnTo>
                  <a:pt x="913409" y="84125"/>
                </a:lnTo>
                <a:lnTo>
                  <a:pt x="913125" y="83152"/>
                </a:lnTo>
                <a:lnTo>
                  <a:pt x="912856" y="82171"/>
                </a:lnTo>
                <a:lnTo>
                  <a:pt x="912601" y="81182"/>
                </a:lnTo>
                <a:lnTo>
                  <a:pt x="912361" y="80184"/>
                </a:lnTo>
                <a:lnTo>
                  <a:pt x="912135" y="79177"/>
                </a:lnTo>
                <a:lnTo>
                  <a:pt x="911924" y="78162"/>
                </a:lnTo>
                <a:lnTo>
                  <a:pt x="911728" y="77138"/>
                </a:lnTo>
                <a:lnTo>
                  <a:pt x="911546" y="76106"/>
                </a:lnTo>
                <a:lnTo>
                  <a:pt x="911379" y="75065"/>
                </a:lnTo>
                <a:lnTo>
                  <a:pt x="911226" y="74016"/>
                </a:lnTo>
                <a:lnTo>
                  <a:pt x="911088" y="72958"/>
                </a:lnTo>
                <a:lnTo>
                  <a:pt x="910964" y="71892"/>
                </a:lnTo>
                <a:lnTo>
                  <a:pt x="910855" y="70817"/>
                </a:lnTo>
                <a:lnTo>
                  <a:pt x="910760" y="69734"/>
                </a:lnTo>
                <a:lnTo>
                  <a:pt x="910680" y="68642"/>
                </a:lnTo>
                <a:lnTo>
                  <a:pt x="910615" y="67541"/>
                </a:lnTo>
                <a:lnTo>
                  <a:pt x="910564" y="66432"/>
                </a:lnTo>
                <a:lnTo>
                  <a:pt x="910527" y="65314"/>
                </a:lnTo>
                <a:lnTo>
                  <a:pt x="910505" y="64188"/>
                </a:lnTo>
                <a:lnTo>
                  <a:pt x="910498" y="63054"/>
                </a:lnTo>
                <a:lnTo>
                  <a:pt x="910505" y="61911"/>
                </a:lnTo>
                <a:lnTo>
                  <a:pt x="910527" y="60778"/>
                </a:lnTo>
                <a:lnTo>
                  <a:pt x="910564" y="59654"/>
                </a:lnTo>
                <a:lnTo>
                  <a:pt x="910615" y="58538"/>
                </a:lnTo>
                <a:lnTo>
                  <a:pt x="910680" y="57431"/>
                </a:lnTo>
                <a:lnTo>
                  <a:pt x="910760" y="56334"/>
                </a:lnTo>
                <a:lnTo>
                  <a:pt x="910855" y="55245"/>
                </a:lnTo>
                <a:lnTo>
                  <a:pt x="910964" y="54165"/>
                </a:lnTo>
                <a:lnTo>
                  <a:pt x="911088" y="53093"/>
                </a:lnTo>
                <a:lnTo>
                  <a:pt x="911226" y="52031"/>
                </a:lnTo>
                <a:lnTo>
                  <a:pt x="911379" y="50977"/>
                </a:lnTo>
                <a:lnTo>
                  <a:pt x="911546" y="49933"/>
                </a:lnTo>
                <a:lnTo>
                  <a:pt x="911728" y="48897"/>
                </a:lnTo>
                <a:lnTo>
                  <a:pt x="911924" y="47870"/>
                </a:lnTo>
                <a:lnTo>
                  <a:pt x="912135" y="46852"/>
                </a:lnTo>
                <a:lnTo>
                  <a:pt x="912361" y="45842"/>
                </a:lnTo>
                <a:lnTo>
                  <a:pt x="912601" y="44842"/>
                </a:lnTo>
                <a:lnTo>
                  <a:pt x="912856" y="43850"/>
                </a:lnTo>
                <a:lnTo>
                  <a:pt x="913125" y="42868"/>
                </a:lnTo>
                <a:lnTo>
                  <a:pt x="913409" y="41894"/>
                </a:lnTo>
                <a:lnTo>
                  <a:pt x="913707" y="40929"/>
                </a:lnTo>
                <a:lnTo>
                  <a:pt x="914020" y="39973"/>
                </a:lnTo>
                <a:lnTo>
                  <a:pt x="914348" y="39026"/>
                </a:lnTo>
                <a:lnTo>
                  <a:pt x="914690" y="38087"/>
                </a:lnTo>
                <a:lnTo>
                  <a:pt x="915047" y="37161"/>
                </a:lnTo>
                <a:lnTo>
                  <a:pt x="915423" y="36250"/>
                </a:lnTo>
                <a:lnTo>
                  <a:pt x="915815" y="35355"/>
                </a:lnTo>
                <a:lnTo>
                  <a:pt x="916225" y="34475"/>
                </a:lnTo>
                <a:lnTo>
                  <a:pt x="916652" y="33611"/>
                </a:lnTo>
                <a:lnTo>
                  <a:pt x="917096" y="32763"/>
                </a:lnTo>
                <a:lnTo>
                  <a:pt x="917557" y="31929"/>
                </a:lnTo>
                <a:lnTo>
                  <a:pt x="918036" y="31112"/>
                </a:lnTo>
                <a:lnTo>
                  <a:pt x="918531" y="30310"/>
                </a:lnTo>
                <a:lnTo>
                  <a:pt x="919045" y="29523"/>
                </a:lnTo>
                <a:lnTo>
                  <a:pt x="919575" y="28752"/>
                </a:lnTo>
                <a:lnTo>
                  <a:pt x="920122" y="27996"/>
                </a:lnTo>
                <a:lnTo>
                  <a:pt x="920687" y="27256"/>
                </a:lnTo>
                <a:lnTo>
                  <a:pt x="921269" y="26531"/>
                </a:lnTo>
                <a:lnTo>
                  <a:pt x="921869" y="25822"/>
                </a:lnTo>
                <a:lnTo>
                  <a:pt x="922485" y="25128"/>
                </a:lnTo>
                <a:lnTo>
                  <a:pt x="923119" y="24450"/>
                </a:lnTo>
                <a:lnTo>
                  <a:pt x="923770" y="23787"/>
                </a:lnTo>
                <a:lnTo>
                  <a:pt x="924438" y="23140"/>
                </a:lnTo>
                <a:lnTo>
                  <a:pt x="925124" y="22509"/>
                </a:lnTo>
                <a:lnTo>
                  <a:pt x="925827" y="21892"/>
                </a:lnTo>
                <a:lnTo>
                  <a:pt x="926547" y="21292"/>
                </a:lnTo>
                <a:lnTo>
                  <a:pt x="927284" y="20707"/>
                </a:lnTo>
                <a:lnTo>
                  <a:pt x="928038" y="20137"/>
                </a:lnTo>
                <a:lnTo>
                  <a:pt x="928811" y="19587"/>
                </a:lnTo>
                <a:lnTo>
                  <a:pt x="929603" y="19060"/>
                </a:lnTo>
                <a:lnTo>
                  <a:pt x="930415" y="18557"/>
                </a:lnTo>
                <a:lnTo>
                  <a:pt x="931246" y="18077"/>
                </a:lnTo>
                <a:lnTo>
                  <a:pt x="932097" y="17620"/>
                </a:lnTo>
                <a:lnTo>
                  <a:pt x="932967" y="17187"/>
                </a:lnTo>
                <a:lnTo>
                  <a:pt x="933857" y="16777"/>
                </a:lnTo>
                <a:lnTo>
                  <a:pt x="934766" y="16391"/>
                </a:lnTo>
                <a:lnTo>
                  <a:pt x="935694" y="16028"/>
                </a:lnTo>
                <a:lnTo>
                  <a:pt x="936642" y="15689"/>
                </a:lnTo>
                <a:lnTo>
                  <a:pt x="937610" y="15373"/>
                </a:lnTo>
                <a:lnTo>
                  <a:pt x="938597" y="15080"/>
                </a:lnTo>
                <a:lnTo>
                  <a:pt x="939603" y="14811"/>
                </a:lnTo>
                <a:lnTo>
                  <a:pt x="940629" y="14565"/>
                </a:lnTo>
                <a:lnTo>
                  <a:pt x="941674" y="14343"/>
                </a:lnTo>
                <a:lnTo>
                  <a:pt x="942739" y="14144"/>
                </a:lnTo>
                <a:lnTo>
                  <a:pt x="943823" y="13968"/>
                </a:lnTo>
                <a:lnTo>
                  <a:pt x="944926" y="13816"/>
                </a:lnTo>
                <a:lnTo>
                  <a:pt x="946050" y="13687"/>
                </a:lnTo>
                <a:lnTo>
                  <a:pt x="947192" y="13582"/>
                </a:lnTo>
                <a:lnTo>
                  <a:pt x="948354" y="13500"/>
                </a:lnTo>
                <a:lnTo>
                  <a:pt x="949536" y="13441"/>
                </a:lnTo>
                <a:lnTo>
                  <a:pt x="950736" y="13406"/>
                </a:lnTo>
                <a:lnTo>
                  <a:pt x="951957" y="13394"/>
                </a:lnTo>
                <a:lnTo>
                  <a:pt x="952661" y="13399"/>
                </a:lnTo>
                <a:lnTo>
                  <a:pt x="953362" y="13415"/>
                </a:lnTo>
                <a:lnTo>
                  <a:pt x="954059" y="13440"/>
                </a:lnTo>
                <a:lnTo>
                  <a:pt x="954752" y="13475"/>
                </a:lnTo>
                <a:lnTo>
                  <a:pt x="955442" y="13521"/>
                </a:lnTo>
                <a:lnTo>
                  <a:pt x="956128" y="13577"/>
                </a:lnTo>
                <a:lnTo>
                  <a:pt x="956811" y="13642"/>
                </a:lnTo>
                <a:lnTo>
                  <a:pt x="957490" y="13718"/>
                </a:lnTo>
                <a:lnTo>
                  <a:pt x="958165" y="13804"/>
                </a:lnTo>
                <a:lnTo>
                  <a:pt x="958837" y="13901"/>
                </a:lnTo>
                <a:lnTo>
                  <a:pt x="959504" y="14007"/>
                </a:lnTo>
                <a:lnTo>
                  <a:pt x="960169" y="14123"/>
                </a:lnTo>
                <a:lnTo>
                  <a:pt x="960829" y="14250"/>
                </a:lnTo>
                <a:lnTo>
                  <a:pt x="961487" y="14386"/>
                </a:lnTo>
                <a:lnTo>
                  <a:pt x="962140" y="14533"/>
                </a:lnTo>
                <a:lnTo>
                  <a:pt x="962790" y="14690"/>
                </a:lnTo>
                <a:lnTo>
                  <a:pt x="963436" y="14857"/>
                </a:lnTo>
                <a:lnTo>
                  <a:pt x="964078" y="15034"/>
                </a:lnTo>
                <a:lnTo>
                  <a:pt x="964717" y="15222"/>
                </a:lnTo>
                <a:lnTo>
                  <a:pt x="965352" y="15419"/>
                </a:lnTo>
                <a:lnTo>
                  <a:pt x="965984" y="15627"/>
                </a:lnTo>
                <a:lnTo>
                  <a:pt x="966612" y="15844"/>
                </a:lnTo>
                <a:lnTo>
                  <a:pt x="967236" y="16072"/>
                </a:lnTo>
                <a:lnTo>
                  <a:pt x="967857" y="16310"/>
                </a:lnTo>
                <a:lnTo>
                  <a:pt x="968472" y="16558"/>
                </a:lnTo>
                <a:lnTo>
                  <a:pt x="969078" y="16817"/>
                </a:lnTo>
                <a:lnTo>
                  <a:pt x="969676" y="17087"/>
                </a:lnTo>
                <a:lnTo>
                  <a:pt x="970266" y="17367"/>
                </a:lnTo>
                <a:lnTo>
                  <a:pt x="970848" y="17657"/>
                </a:lnTo>
                <a:lnTo>
                  <a:pt x="971422" y="17959"/>
                </a:lnTo>
                <a:lnTo>
                  <a:pt x="971987" y="18271"/>
                </a:lnTo>
                <a:lnTo>
                  <a:pt x="972544" y="18593"/>
                </a:lnTo>
                <a:lnTo>
                  <a:pt x="973093" y="18926"/>
                </a:lnTo>
                <a:lnTo>
                  <a:pt x="973634" y="19270"/>
                </a:lnTo>
                <a:lnTo>
                  <a:pt x="974166" y="19624"/>
                </a:lnTo>
                <a:lnTo>
                  <a:pt x="974691" y="19989"/>
                </a:lnTo>
                <a:lnTo>
                  <a:pt x="975207" y="20364"/>
                </a:lnTo>
                <a:lnTo>
                  <a:pt x="975715" y="20751"/>
                </a:lnTo>
                <a:lnTo>
                  <a:pt x="976214" y="21147"/>
                </a:lnTo>
                <a:lnTo>
                  <a:pt x="976705" y="21554"/>
                </a:lnTo>
                <a:lnTo>
                  <a:pt x="977189" y="21972"/>
                </a:lnTo>
                <a:lnTo>
                  <a:pt x="977663" y="22401"/>
                </a:lnTo>
                <a:lnTo>
                  <a:pt x="978130" y="22840"/>
                </a:lnTo>
                <a:lnTo>
                  <a:pt x="978589" y="23289"/>
                </a:lnTo>
                <a:lnTo>
                  <a:pt x="979039" y="23750"/>
                </a:lnTo>
                <a:lnTo>
                  <a:pt x="979481" y="24221"/>
                </a:lnTo>
                <a:lnTo>
                  <a:pt x="979915" y="24702"/>
                </a:lnTo>
                <a:lnTo>
                  <a:pt x="980340" y="25194"/>
                </a:lnTo>
                <a:lnTo>
                  <a:pt x="980755" y="25697"/>
                </a:lnTo>
                <a:lnTo>
                  <a:pt x="981155" y="26211"/>
                </a:lnTo>
                <a:lnTo>
                  <a:pt x="981542" y="26737"/>
                </a:lnTo>
                <a:lnTo>
                  <a:pt x="981916" y="27273"/>
                </a:lnTo>
                <a:lnTo>
                  <a:pt x="982275" y="27821"/>
                </a:lnTo>
                <a:lnTo>
                  <a:pt x="982621" y="28380"/>
                </a:lnTo>
                <a:lnTo>
                  <a:pt x="982953" y="28951"/>
                </a:lnTo>
                <a:lnTo>
                  <a:pt x="983271" y="29532"/>
                </a:lnTo>
                <a:lnTo>
                  <a:pt x="983575" y="30125"/>
                </a:lnTo>
                <a:lnTo>
                  <a:pt x="983866" y="30729"/>
                </a:lnTo>
                <a:lnTo>
                  <a:pt x="984143" y="31344"/>
                </a:lnTo>
                <a:lnTo>
                  <a:pt x="984406" y="31971"/>
                </a:lnTo>
                <a:lnTo>
                  <a:pt x="984656" y="32609"/>
                </a:lnTo>
                <a:lnTo>
                  <a:pt x="984891" y="33258"/>
                </a:lnTo>
                <a:lnTo>
                  <a:pt x="985113" y="33918"/>
                </a:lnTo>
                <a:lnTo>
                  <a:pt x="985321" y="34589"/>
                </a:lnTo>
                <a:lnTo>
                  <a:pt x="985515" y="35272"/>
                </a:lnTo>
                <a:lnTo>
                  <a:pt x="985696" y="35966"/>
                </a:lnTo>
                <a:lnTo>
                  <a:pt x="985863" y="36671"/>
                </a:lnTo>
                <a:lnTo>
                  <a:pt x="986016" y="37387"/>
                </a:lnTo>
                <a:lnTo>
                  <a:pt x="986155" y="38115"/>
                </a:lnTo>
                <a:lnTo>
                  <a:pt x="986281" y="38854"/>
                </a:lnTo>
                <a:lnTo>
                  <a:pt x="986392" y="39604"/>
                </a:lnTo>
                <a:lnTo>
                  <a:pt x="986490" y="40365"/>
                </a:lnTo>
                <a:lnTo>
                  <a:pt x="1002983" y="40365"/>
                </a:lnTo>
                <a:lnTo>
                  <a:pt x="1002866" y="39234"/>
                </a:lnTo>
                <a:lnTo>
                  <a:pt x="1002728" y="38120"/>
                </a:lnTo>
                <a:lnTo>
                  <a:pt x="1002568" y="37022"/>
                </a:lnTo>
                <a:lnTo>
                  <a:pt x="1002387" y="35940"/>
                </a:lnTo>
                <a:lnTo>
                  <a:pt x="1002184" y="34874"/>
                </a:lnTo>
                <a:lnTo>
                  <a:pt x="1001961" y="33825"/>
                </a:lnTo>
                <a:lnTo>
                  <a:pt x="1001715" y="32792"/>
                </a:lnTo>
                <a:lnTo>
                  <a:pt x="1001449" y="31775"/>
                </a:lnTo>
                <a:lnTo>
                  <a:pt x="1001161" y="30774"/>
                </a:lnTo>
                <a:lnTo>
                  <a:pt x="1000852" y="29790"/>
                </a:lnTo>
                <a:lnTo>
                  <a:pt x="1000521" y="28822"/>
                </a:lnTo>
                <a:lnTo>
                  <a:pt x="1000170" y="27871"/>
                </a:lnTo>
                <a:lnTo>
                  <a:pt x="999796" y="26935"/>
                </a:lnTo>
                <a:lnTo>
                  <a:pt x="999402" y="26016"/>
                </a:lnTo>
                <a:lnTo>
                  <a:pt x="998986" y="25114"/>
                </a:lnTo>
                <a:lnTo>
                  <a:pt x="998548" y="24227"/>
                </a:lnTo>
                <a:lnTo>
                  <a:pt x="998090" y="23357"/>
                </a:lnTo>
                <a:lnTo>
                  <a:pt x="997610" y="22503"/>
                </a:lnTo>
                <a:lnTo>
                  <a:pt x="997108" y="21666"/>
                </a:lnTo>
                <a:lnTo>
                  <a:pt x="996586" y="20844"/>
                </a:lnTo>
                <a:lnTo>
                  <a:pt x="996042" y="20040"/>
                </a:lnTo>
                <a:lnTo>
                  <a:pt x="995476" y="19251"/>
                </a:lnTo>
                <a:lnTo>
                  <a:pt x="994889" y="18479"/>
                </a:lnTo>
                <a:lnTo>
                  <a:pt x="994281" y="17722"/>
                </a:lnTo>
                <a:lnTo>
                  <a:pt x="993656" y="16982"/>
                </a:lnTo>
                <a:lnTo>
                  <a:pt x="993017" y="16259"/>
                </a:lnTo>
                <a:lnTo>
                  <a:pt x="992366" y="15551"/>
                </a:lnTo>
                <a:lnTo>
                  <a:pt x="991702" y="14859"/>
                </a:lnTo>
                <a:lnTo>
                  <a:pt x="991025" y="14183"/>
                </a:lnTo>
                <a:lnTo>
                  <a:pt x="990335" y="13522"/>
                </a:lnTo>
                <a:lnTo>
                  <a:pt x="989631" y="12878"/>
                </a:lnTo>
                <a:lnTo>
                  <a:pt x="988915" y="12250"/>
                </a:lnTo>
                <a:lnTo>
                  <a:pt x="988186" y="11638"/>
                </a:lnTo>
                <a:lnTo>
                  <a:pt x="987444" y="11042"/>
                </a:lnTo>
                <a:lnTo>
                  <a:pt x="986689" y="10462"/>
                </a:lnTo>
                <a:lnTo>
                  <a:pt x="985921" y="9898"/>
                </a:lnTo>
                <a:lnTo>
                  <a:pt x="985140" y="9349"/>
                </a:lnTo>
                <a:lnTo>
                  <a:pt x="984346" y="8817"/>
                </a:lnTo>
                <a:lnTo>
                  <a:pt x="983539" y="8301"/>
                </a:lnTo>
                <a:lnTo>
                  <a:pt x="982719" y="7801"/>
                </a:lnTo>
                <a:lnTo>
                  <a:pt x="981886" y="7316"/>
                </a:lnTo>
                <a:lnTo>
                  <a:pt x="981040" y="6848"/>
                </a:lnTo>
                <a:lnTo>
                  <a:pt x="980182" y="6396"/>
                </a:lnTo>
                <a:lnTo>
                  <a:pt x="979310" y="5959"/>
                </a:lnTo>
                <a:lnTo>
                  <a:pt x="978425" y="5539"/>
                </a:lnTo>
                <a:lnTo>
                  <a:pt x="977527" y="5135"/>
                </a:lnTo>
                <a:lnTo>
                  <a:pt x="976617" y="4746"/>
                </a:lnTo>
                <a:lnTo>
                  <a:pt x="975693" y="4374"/>
                </a:lnTo>
                <a:lnTo>
                  <a:pt x="974760" y="4017"/>
                </a:lnTo>
                <a:lnTo>
                  <a:pt x="973823" y="3675"/>
                </a:lnTo>
                <a:lnTo>
                  <a:pt x="972880" y="3349"/>
                </a:lnTo>
                <a:lnTo>
                  <a:pt x="971933" y="3037"/>
                </a:lnTo>
                <a:lnTo>
                  <a:pt x="970981" y="2741"/>
                </a:lnTo>
                <a:lnTo>
                  <a:pt x="970024" y="2460"/>
                </a:lnTo>
                <a:lnTo>
                  <a:pt x="969062" y="2194"/>
                </a:lnTo>
                <a:lnTo>
                  <a:pt x="968095" y="1944"/>
                </a:lnTo>
                <a:lnTo>
                  <a:pt x="967123" y="1708"/>
                </a:lnTo>
                <a:lnTo>
                  <a:pt x="966146" y="1488"/>
                </a:lnTo>
                <a:lnTo>
                  <a:pt x="965165" y="1283"/>
                </a:lnTo>
                <a:lnTo>
                  <a:pt x="964178" y="1093"/>
                </a:lnTo>
                <a:lnTo>
                  <a:pt x="963187" y="919"/>
                </a:lnTo>
                <a:lnTo>
                  <a:pt x="962190" y="759"/>
                </a:lnTo>
                <a:lnTo>
                  <a:pt x="961189" y="615"/>
                </a:lnTo>
                <a:lnTo>
                  <a:pt x="960183" y="486"/>
                </a:lnTo>
                <a:lnTo>
                  <a:pt x="959172" y="372"/>
                </a:lnTo>
                <a:lnTo>
                  <a:pt x="958156" y="273"/>
                </a:lnTo>
                <a:lnTo>
                  <a:pt x="957135" y="190"/>
                </a:lnTo>
                <a:lnTo>
                  <a:pt x="956109" y="121"/>
                </a:lnTo>
                <a:lnTo>
                  <a:pt x="955078" y="68"/>
                </a:lnTo>
                <a:lnTo>
                  <a:pt x="954043" y="30"/>
                </a:lnTo>
                <a:lnTo>
                  <a:pt x="953002" y="8"/>
                </a:lnTo>
                <a:lnTo>
                  <a:pt x="951957" y="0"/>
                </a:lnTo>
                <a:lnTo>
                  <a:pt x="950380" y="14"/>
                </a:lnTo>
                <a:lnTo>
                  <a:pt x="948825" y="56"/>
                </a:lnTo>
                <a:lnTo>
                  <a:pt x="947290" y="125"/>
                </a:lnTo>
                <a:lnTo>
                  <a:pt x="945776" y="223"/>
                </a:lnTo>
                <a:lnTo>
                  <a:pt x="944283" y="348"/>
                </a:lnTo>
                <a:lnTo>
                  <a:pt x="942811" y="501"/>
                </a:lnTo>
                <a:lnTo>
                  <a:pt x="941360" y="682"/>
                </a:lnTo>
                <a:lnTo>
                  <a:pt x="939929" y="891"/>
                </a:lnTo>
                <a:lnTo>
                  <a:pt x="938520" y="1128"/>
                </a:lnTo>
                <a:lnTo>
                  <a:pt x="937131" y="1392"/>
                </a:lnTo>
                <a:lnTo>
                  <a:pt x="935763" y="1684"/>
                </a:lnTo>
                <a:lnTo>
                  <a:pt x="934417" y="2005"/>
                </a:lnTo>
                <a:lnTo>
                  <a:pt x="933091" y="2353"/>
                </a:lnTo>
                <a:lnTo>
                  <a:pt x="931786" y="2728"/>
                </a:lnTo>
                <a:lnTo>
                  <a:pt x="930501" y="3132"/>
                </a:lnTo>
                <a:lnTo>
                  <a:pt x="929238" y="3564"/>
                </a:lnTo>
                <a:lnTo>
                  <a:pt x="927996" y="4023"/>
                </a:lnTo>
                <a:lnTo>
                  <a:pt x="926774" y="4510"/>
                </a:lnTo>
                <a:lnTo>
                  <a:pt x="925573" y="5025"/>
                </a:lnTo>
                <a:lnTo>
                  <a:pt x="924394" y="5568"/>
                </a:lnTo>
                <a:lnTo>
                  <a:pt x="923235" y="6139"/>
                </a:lnTo>
                <a:lnTo>
                  <a:pt x="922097" y="6738"/>
                </a:lnTo>
                <a:lnTo>
                  <a:pt x="920980" y="7364"/>
                </a:lnTo>
                <a:lnTo>
                  <a:pt x="919883" y="8018"/>
                </a:lnTo>
                <a:lnTo>
                  <a:pt x="918808" y="8697"/>
                </a:lnTo>
                <a:lnTo>
                  <a:pt x="917756" y="9398"/>
                </a:lnTo>
                <a:lnTo>
                  <a:pt x="916725" y="10120"/>
                </a:lnTo>
                <a:lnTo>
                  <a:pt x="915716" y="10863"/>
                </a:lnTo>
                <a:lnTo>
                  <a:pt x="914729" y="11628"/>
                </a:lnTo>
                <a:lnTo>
                  <a:pt x="913764" y="12415"/>
                </a:lnTo>
                <a:lnTo>
                  <a:pt x="912821" y="13223"/>
                </a:lnTo>
                <a:lnTo>
                  <a:pt x="911900" y="14052"/>
                </a:lnTo>
                <a:lnTo>
                  <a:pt x="911001" y="14903"/>
                </a:lnTo>
                <a:lnTo>
                  <a:pt x="910125" y="15776"/>
                </a:lnTo>
                <a:lnTo>
                  <a:pt x="909270" y="16670"/>
                </a:lnTo>
                <a:lnTo>
                  <a:pt x="908437" y="17586"/>
                </a:lnTo>
                <a:lnTo>
                  <a:pt x="907626" y="18523"/>
                </a:lnTo>
                <a:lnTo>
                  <a:pt x="906837" y="19482"/>
                </a:lnTo>
                <a:lnTo>
                  <a:pt x="906070" y="20462"/>
                </a:lnTo>
                <a:lnTo>
                  <a:pt x="905325" y="21463"/>
                </a:lnTo>
                <a:lnTo>
                  <a:pt x="904602" y="22487"/>
                </a:lnTo>
                <a:lnTo>
                  <a:pt x="903901" y="23531"/>
                </a:lnTo>
                <a:lnTo>
                  <a:pt x="903222" y="24597"/>
                </a:lnTo>
                <a:lnTo>
                  <a:pt x="902565" y="25685"/>
                </a:lnTo>
                <a:lnTo>
                  <a:pt x="901930" y="26794"/>
                </a:lnTo>
                <a:lnTo>
                  <a:pt x="901316" y="27925"/>
                </a:lnTo>
                <a:lnTo>
                  <a:pt x="900725" y="29077"/>
                </a:lnTo>
                <a:lnTo>
                  <a:pt x="900156" y="30251"/>
                </a:lnTo>
                <a:lnTo>
                  <a:pt x="899610" y="31443"/>
                </a:lnTo>
                <a:lnTo>
                  <a:pt x="899087" y="32651"/>
                </a:lnTo>
                <a:lnTo>
                  <a:pt x="898587" y="33873"/>
                </a:lnTo>
                <a:lnTo>
                  <a:pt x="898110" y="35111"/>
                </a:lnTo>
                <a:lnTo>
                  <a:pt x="897656" y="36364"/>
                </a:lnTo>
                <a:lnTo>
                  <a:pt x="897226" y="37632"/>
                </a:lnTo>
                <a:lnTo>
                  <a:pt x="896819" y="38915"/>
                </a:lnTo>
                <a:lnTo>
                  <a:pt x="896436" y="40213"/>
                </a:lnTo>
                <a:lnTo>
                  <a:pt x="896075" y="41527"/>
                </a:lnTo>
                <a:lnTo>
                  <a:pt x="895738" y="42856"/>
                </a:lnTo>
                <a:lnTo>
                  <a:pt x="895424" y="44200"/>
                </a:lnTo>
                <a:lnTo>
                  <a:pt x="895133" y="45559"/>
                </a:lnTo>
                <a:lnTo>
                  <a:pt x="894866" y="46933"/>
                </a:lnTo>
                <a:lnTo>
                  <a:pt x="894622" y="48323"/>
                </a:lnTo>
                <a:lnTo>
                  <a:pt x="894401" y="49728"/>
                </a:lnTo>
                <a:lnTo>
                  <a:pt x="894203" y="51148"/>
                </a:lnTo>
                <a:lnTo>
                  <a:pt x="894029" y="52583"/>
                </a:lnTo>
                <a:lnTo>
                  <a:pt x="893878" y="54033"/>
                </a:lnTo>
                <a:lnTo>
                  <a:pt x="893750" y="55498"/>
                </a:lnTo>
                <a:lnTo>
                  <a:pt x="893645" y="56979"/>
                </a:lnTo>
                <a:lnTo>
                  <a:pt x="893564" y="58475"/>
                </a:lnTo>
                <a:lnTo>
                  <a:pt x="893506" y="59986"/>
                </a:lnTo>
                <a:lnTo>
                  <a:pt x="893471" y="61512"/>
                </a:lnTo>
                <a:lnTo>
                  <a:pt x="893459" y="63054"/>
                </a:lnTo>
                <a:lnTo>
                  <a:pt x="893471" y="64595"/>
                </a:lnTo>
                <a:lnTo>
                  <a:pt x="893506" y="66121"/>
                </a:lnTo>
                <a:lnTo>
                  <a:pt x="893564" y="67631"/>
                </a:lnTo>
                <a:lnTo>
                  <a:pt x="893645" y="69126"/>
                </a:lnTo>
                <a:lnTo>
                  <a:pt x="893750" y="70605"/>
                </a:lnTo>
                <a:lnTo>
                  <a:pt x="893878" y="72069"/>
                </a:lnTo>
                <a:lnTo>
                  <a:pt x="894029" y="73517"/>
                </a:lnTo>
                <a:lnTo>
                  <a:pt x="894203" y="74950"/>
                </a:lnTo>
                <a:lnTo>
                  <a:pt x="894401" y="76367"/>
                </a:lnTo>
                <a:lnTo>
                  <a:pt x="894622" y="77769"/>
                </a:lnTo>
                <a:lnTo>
                  <a:pt x="894866" y="79155"/>
                </a:lnTo>
                <a:lnTo>
                  <a:pt x="895133" y="80525"/>
                </a:lnTo>
                <a:lnTo>
                  <a:pt x="895424" y="81881"/>
                </a:lnTo>
                <a:lnTo>
                  <a:pt x="895738" y="83220"/>
                </a:lnTo>
                <a:lnTo>
                  <a:pt x="896075" y="84545"/>
                </a:lnTo>
                <a:lnTo>
                  <a:pt x="896436" y="85853"/>
                </a:lnTo>
                <a:lnTo>
                  <a:pt x="896819" y="87147"/>
                </a:lnTo>
                <a:lnTo>
                  <a:pt x="897226" y="88424"/>
                </a:lnTo>
                <a:lnTo>
                  <a:pt x="897656" y="89686"/>
                </a:lnTo>
                <a:lnTo>
                  <a:pt x="898110" y="90933"/>
                </a:lnTo>
                <a:lnTo>
                  <a:pt x="898587" y="92164"/>
                </a:lnTo>
                <a:lnTo>
                  <a:pt x="899087" y="93380"/>
                </a:lnTo>
                <a:lnTo>
                  <a:pt x="899610" y="94580"/>
                </a:lnTo>
                <a:lnTo>
                  <a:pt x="900156" y="95765"/>
                </a:lnTo>
                <a:lnTo>
                  <a:pt x="900725" y="96931"/>
                </a:lnTo>
                <a:lnTo>
                  <a:pt x="901316" y="98076"/>
                </a:lnTo>
                <a:lnTo>
                  <a:pt x="901930" y="99200"/>
                </a:lnTo>
                <a:lnTo>
                  <a:pt x="902565" y="100303"/>
                </a:lnTo>
                <a:lnTo>
                  <a:pt x="903222" y="101385"/>
                </a:lnTo>
                <a:lnTo>
                  <a:pt x="903901" y="102445"/>
                </a:lnTo>
                <a:lnTo>
                  <a:pt x="904602" y="103484"/>
                </a:lnTo>
                <a:lnTo>
                  <a:pt x="905325" y="104502"/>
                </a:lnTo>
                <a:lnTo>
                  <a:pt x="906070" y="105499"/>
                </a:lnTo>
                <a:lnTo>
                  <a:pt x="906837" y="106474"/>
                </a:lnTo>
                <a:lnTo>
                  <a:pt x="907626" y="107429"/>
                </a:lnTo>
                <a:lnTo>
                  <a:pt x="908437" y="108362"/>
                </a:lnTo>
                <a:lnTo>
                  <a:pt x="909270" y="109274"/>
                </a:lnTo>
                <a:lnTo>
                  <a:pt x="910125" y="110165"/>
                </a:lnTo>
                <a:lnTo>
                  <a:pt x="911001" y="111034"/>
                </a:lnTo>
                <a:lnTo>
                  <a:pt x="911900" y="111883"/>
                </a:lnTo>
                <a:lnTo>
                  <a:pt x="912821" y="112710"/>
                </a:lnTo>
                <a:lnTo>
                  <a:pt x="913764" y="113516"/>
                </a:lnTo>
                <a:lnTo>
                  <a:pt x="914729" y="114301"/>
                </a:lnTo>
                <a:lnTo>
                  <a:pt x="915716" y="115064"/>
                </a:lnTo>
                <a:lnTo>
                  <a:pt x="916725" y="115807"/>
                </a:lnTo>
                <a:lnTo>
                  <a:pt x="917756" y="116528"/>
                </a:lnTo>
                <a:lnTo>
                  <a:pt x="918808" y="117228"/>
                </a:lnTo>
                <a:lnTo>
                  <a:pt x="919883" y="117907"/>
                </a:lnTo>
                <a:lnTo>
                  <a:pt x="920980" y="118561"/>
                </a:lnTo>
                <a:lnTo>
                  <a:pt x="922097" y="119187"/>
                </a:lnTo>
                <a:lnTo>
                  <a:pt x="923235" y="119786"/>
                </a:lnTo>
                <a:lnTo>
                  <a:pt x="924394" y="120357"/>
                </a:lnTo>
                <a:lnTo>
                  <a:pt x="925573" y="120900"/>
                </a:lnTo>
                <a:lnTo>
                  <a:pt x="926774" y="121415"/>
                </a:lnTo>
                <a:lnTo>
                  <a:pt x="927996" y="121902"/>
                </a:lnTo>
                <a:lnTo>
                  <a:pt x="929238" y="122361"/>
                </a:lnTo>
                <a:lnTo>
                  <a:pt x="930501" y="122793"/>
                </a:lnTo>
                <a:lnTo>
                  <a:pt x="931786" y="123196"/>
                </a:lnTo>
                <a:lnTo>
                  <a:pt x="933091" y="123572"/>
                </a:lnTo>
                <a:lnTo>
                  <a:pt x="934417" y="123920"/>
                </a:lnTo>
                <a:lnTo>
                  <a:pt x="935763" y="124241"/>
                </a:lnTo>
                <a:lnTo>
                  <a:pt x="937131" y="124533"/>
                </a:lnTo>
                <a:lnTo>
                  <a:pt x="938520" y="124797"/>
                </a:lnTo>
                <a:lnTo>
                  <a:pt x="939929" y="125034"/>
                </a:lnTo>
                <a:lnTo>
                  <a:pt x="941360" y="125243"/>
                </a:lnTo>
                <a:lnTo>
                  <a:pt x="942811" y="125424"/>
                </a:lnTo>
                <a:lnTo>
                  <a:pt x="944283" y="125577"/>
                </a:lnTo>
                <a:lnTo>
                  <a:pt x="945776" y="125702"/>
                </a:lnTo>
                <a:lnTo>
                  <a:pt x="947290" y="125800"/>
                </a:lnTo>
                <a:lnTo>
                  <a:pt x="948825" y="125869"/>
                </a:lnTo>
                <a:lnTo>
                  <a:pt x="950380" y="125911"/>
                </a:lnTo>
                <a:lnTo>
                  <a:pt x="951957" y="125925"/>
                </a:lnTo>
                <a:lnTo>
                  <a:pt x="953106" y="125917"/>
                </a:lnTo>
                <a:lnTo>
                  <a:pt x="954246" y="125892"/>
                </a:lnTo>
                <a:lnTo>
                  <a:pt x="955377" y="125851"/>
                </a:lnTo>
                <a:lnTo>
                  <a:pt x="956498" y="125793"/>
                </a:lnTo>
                <a:lnTo>
                  <a:pt x="957609" y="125719"/>
                </a:lnTo>
                <a:close/>
                <a:moveTo>
                  <a:pt x="1165619" y="125749"/>
                </a:moveTo>
                <a:lnTo>
                  <a:pt x="1166411" y="125672"/>
                </a:lnTo>
                <a:lnTo>
                  <a:pt x="1167195" y="125580"/>
                </a:lnTo>
                <a:lnTo>
                  <a:pt x="1167969" y="125474"/>
                </a:lnTo>
                <a:lnTo>
                  <a:pt x="1168733" y="125355"/>
                </a:lnTo>
                <a:lnTo>
                  <a:pt x="1169489" y="125221"/>
                </a:lnTo>
                <a:lnTo>
                  <a:pt x="1170236" y="125073"/>
                </a:lnTo>
                <a:lnTo>
                  <a:pt x="1170973" y="124911"/>
                </a:lnTo>
                <a:lnTo>
                  <a:pt x="1171701" y="124735"/>
                </a:lnTo>
                <a:lnTo>
                  <a:pt x="1172420" y="124545"/>
                </a:lnTo>
                <a:lnTo>
                  <a:pt x="1173130" y="124341"/>
                </a:lnTo>
                <a:lnTo>
                  <a:pt x="1173830" y="124123"/>
                </a:lnTo>
                <a:lnTo>
                  <a:pt x="1174522" y="123891"/>
                </a:lnTo>
                <a:lnTo>
                  <a:pt x="1175204" y="123644"/>
                </a:lnTo>
                <a:lnTo>
                  <a:pt x="1175877" y="123384"/>
                </a:lnTo>
                <a:lnTo>
                  <a:pt x="1176541" y="123109"/>
                </a:lnTo>
                <a:lnTo>
                  <a:pt x="1177196" y="122821"/>
                </a:lnTo>
                <a:lnTo>
                  <a:pt x="1177842" y="122518"/>
                </a:lnTo>
                <a:lnTo>
                  <a:pt x="1178478" y="122201"/>
                </a:lnTo>
                <a:lnTo>
                  <a:pt x="1179105" y="121870"/>
                </a:lnTo>
                <a:lnTo>
                  <a:pt x="1179723" y="121528"/>
                </a:lnTo>
                <a:lnTo>
                  <a:pt x="1180331" y="121178"/>
                </a:lnTo>
                <a:lnTo>
                  <a:pt x="1180930" y="120819"/>
                </a:lnTo>
                <a:lnTo>
                  <a:pt x="1181520" y="120452"/>
                </a:lnTo>
                <a:lnTo>
                  <a:pt x="1182100" y="120076"/>
                </a:lnTo>
                <a:lnTo>
                  <a:pt x="1182670" y="119692"/>
                </a:lnTo>
                <a:lnTo>
                  <a:pt x="1183231" y="119300"/>
                </a:lnTo>
                <a:lnTo>
                  <a:pt x="1183783" y="118899"/>
                </a:lnTo>
                <a:lnTo>
                  <a:pt x="1184325" y="118490"/>
                </a:lnTo>
                <a:lnTo>
                  <a:pt x="1184857" y="118072"/>
                </a:lnTo>
                <a:lnTo>
                  <a:pt x="1185380" y="117646"/>
                </a:lnTo>
                <a:lnTo>
                  <a:pt x="1185893" y="117212"/>
                </a:lnTo>
                <a:lnTo>
                  <a:pt x="1186397" y="116769"/>
                </a:lnTo>
                <a:lnTo>
                  <a:pt x="1186892" y="116318"/>
                </a:lnTo>
                <a:lnTo>
                  <a:pt x="1187377" y="115859"/>
                </a:lnTo>
                <a:lnTo>
                  <a:pt x="1187852" y="115391"/>
                </a:lnTo>
                <a:lnTo>
                  <a:pt x="1188319" y="114914"/>
                </a:lnTo>
                <a:lnTo>
                  <a:pt x="1188775" y="114430"/>
                </a:lnTo>
                <a:lnTo>
                  <a:pt x="1189222" y="113937"/>
                </a:lnTo>
                <a:lnTo>
                  <a:pt x="1189660" y="113435"/>
                </a:lnTo>
                <a:lnTo>
                  <a:pt x="1190088" y="112926"/>
                </a:lnTo>
                <a:lnTo>
                  <a:pt x="1190506" y="112408"/>
                </a:lnTo>
                <a:lnTo>
                  <a:pt x="1190915" y="111881"/>
                </a:lnTo>
                <a:lnTo>
                  <a:pt x="1191315" y="111346"/>
                </a:lnTo>
                <a:lnTo>
                  <a:pt x="1192135" y="124285"/>
                </a:lnTo>
                <a:lnTo>
                  <a:pt x="1206532" y="124285"/>
                </a:lnTo>
                <a:lnTo>
                  <a:pt x="1206532" y="1640"/>
                </a:lnTo>
                <a:lnTo>
                  <a:pt x="1191315" y="1640"/>
                </a:lnTo>
                <a:lnTo>
                  <a:pt x="1191315" y="46652"/>
                </a:lnTo>
                <a:lnTo>
                  <a:pt x="1190953" y="46065"/>
                </a:lnTo>
                <a:lnTo>
                  <a:pt x="1190582" y="45488"/>
                </a:lnTo>
                <a:lnTo>
                  <a:pt x="1190202" y="44922"/>
                </a:lnTo>
                <a:lnTo>
                  <a:pt x="1189812" y="44366"/>
                </a:lnTo>
                <a:lnTo>
                  <a:pt x="1189412" y="43820"/>
                </a:lnTo>
                <a:lnTo>
                  <a:pt x="1189003" y="43284"/>
                </a:lnTo>
                <a:lnTo>
                  <a:pt x="1188584" y="42758"/>
                </a:lnTo>
                <a:lnTo>
                  <a:pt x="1188156" y="42243"/>
                </a:lnTo>
                <a:lnTo>
                  <a:pt x="1187719" y="41738"/>
                </a:lnTo>
                <a:lnTo>
                  <a:pt x="1187272" y="41244"/>
                </a:lnTo>
                <a:lnTo>
                  <a:pt x="1186815" y="40760"/>
                </a:lnTo>
                <a:lnTo>
                  <a:pt x="1186349" y="40286"/>
                </a:lnTo>
                <a:lnTo>
                  <a:pt x="1185874" y="39822"/>
                </a:lnTo>
                <a:lnTo>
                  <a:pt x="1185389" y="39368"/>
                </a:lnTo>
                <a:lnTo>
                  <a:pt x="1184894" y="38925"/>
                </a:lnTo>
                <a:lnTo>
                  <a:pt x="1184390" y="38492"/>
                </a:lnTo>
                <a:lnTo>
                  <a:pt x="1183877" y="38070"/>
                </a:lnTo>
                <a:lnTo>
                  <a:pt x="1183354" y="37657"/>
                </a:lnTo>
                <a:lnTo>
                  <a:pt x="1182821" y="37255"/>
                </a:lnTo>
                <a:lnTo>
                  <a:pt x="1182279" y="36864"/>
                </a:lnTo>
                <a:lnTo>
                  <a:pt x="1181728" y="36482"/>
                </a:lnTo>
                <a:lnTo>
                  <a:pt x="1181167" y="36111"/>
                </a:lnTo>
                <a:lnTo>
                  <a:pt x="1180596" y="35750"/>
                </a:lnTo>
                <a:lnTo>
                  <a:pt x="1180016" y="35399"/>
                </a:lnTo>
                <a:lnTo>
                  <a:pt x="1179427" y="35061"/>
                </a:lnTo>
                <a:lnTo>
                  <a:pt x="1178830" y="34737"/>
                </a:lnTo>
                <a:lnTo>
                  <a:pt x="1178224" y="34428"/>
                </a:lnTo>
                <a:lnTo>
                  <a:pt x="1177609" y="34133"/>
                </a:lnTo>
                <a:lnTo>
                  <a:pt x="1176986" y="33852"/>
                </a:lnTo>
                <a:lnTo>
                  <a:pt x="1176355" y="33585"/>
                </a:lnTo>
                <a:lnTo>
                  <a:pt x="1175714" y="33334"/>
                </a:lnTo>
                <a:lnTo>
                  <a:pt x="1175066" y="33096"/>
                </a:lnTo>
                <a:lnTo>
                  <a:pt x="1174408" y="32873"/>
                </a:lnTo>
                <a:lnTo>
                  <a:pt x="1173742" y="32664"/>
                </a:lnTo>
                <a:lnTo>
                  <a:pt x="1173068" y="32470"/>
                </a:lnTo>
                <a:lnTo>
                  <a:pt x="1172385" y="32290"/>
                </a:lnTo>
                <a:lnTo>
                  <a:pt x="1171694" y="32124"/>
                </a:lnTo>
                <a:lnTo>
                  <a:pt x="1170994" y="31973"/>
                </a:lnTo>
                <a:lnTo>
                  <a:pt x="1170285" y="31836"/>
                </a:lnTo>
                <a:lnTo>
                  <a:pt x="1169568" y="31714"/>
                </a:lnTo>
                <a:lnTo>
                  <a:pt x="1168843" y="31606"/>
                </a:lnTo>
                <a:lnTo>
                  <a:pt x="1168108" y="31513"/>
                </a:lnTo>
                <a:lnTo>
                  <a:pt x="1167366" y="31433"/>
                </a:lnTo>
                <a:lnTo>
                  <a:pt x="1166614" y="31369"/>
                </a:lnTo>
                <a:lnTo>
                  <a:pt x="1165855" y="31318"/>
                </a:lnTo>
                <a:lnTo>
                  <a:pt x="1165086" y="31282"/>
                </a:lnTo>
                <a:lnTo>
                  <a:pt x="1164309" y="31261"/>
                </a:lnTo>
                <a:lnTo>
                  <a:pt x="1163524" y="31253"/>
                </a:lnTo>
                <a:lnTo>
                  <a:pt x="1162580" y="31263"/>
                </a:lnTo>
                <a:lnTo>
                  <a:pt x="1161647" y="31290"/>
                </a:lnTo>
                <a:lnTo>
                  <a:pt x="1160724" y="31336"/>
                </a:lnTo>
                <a:lnTo>
                  <a:pt x="1159811" y="31401"/>
                </a:lnTo>
                <a:lnTo>
                  <a:pt x="1158909" y="31484"/>
                </a:lnTo>
                <a:lnTo>
                  <a:pt x="1158017" y="31585"/>
                </a:lnTo>
                <a:lnTo>
                  <a:pt x="1157136" y="31704"/>
                </a:lnTo>
                <a:lnTo>
                  <a:pt x="1156265" y="31843"/>
                </a:lnTo>
                <a:lnTo>
                  <a:pt x="1155405" y="31999"/>
                </a:lnTo>
                <a:lnTo>
                  <a:pt x="1154555" y="32174"/>
                </a:lnTo>
                <a:lnTo>
                  <a:pt x="1153715" y="32367"/>
                </a:lnTo>
                <a:lnTo>
                  <a:pt x="1152886" y="32579"/>
                </a:lnTo>
                <a:lnTo>
                  <a:pt x="1152067" y="32809"/>
                </a:lnTo>
                <a:lnTo>
                  <a:pt x="1151259" y="33058"/>
                </a:lnTo>
                <a:lnTo>
                  <a:pt x="1150461" y="33325"/>
                </a:lnTo>
                <a:lnTo>
                  <a:pt x="1149674" y="33610"/>
                </a:lnTo>
                <a:lnTo>
                  <a:pt x="1148897" y="33914"/>
                </a:lnTo>
                <a:lnTo>
                  <a:pt x="1148131" y="34236"/>
                </a:lnTo>
                <a:lnTo>
                  <a:pt x="1147375" y="34576"/>
                </a:lnTo>
                <a:lnTo>
                  <a:pt x="1146629" y="34935"/>
                </a:lnTo>
                <a:lnTo>
                  <a:pt x="1145894" y="35313"/>
                </a:lnTo>
                <a:lnTo>
                  <a:pt x="1145169" y="35709"/>
                </a:lnTo>
                <a:lnTo>
                  <a:pt x="1144455" y="36123"/>
                </a:lnTo>
                <a:lnTo>
                  <a:pt x="1143751" y="36555"/>
                </a:lnTo>
                <a:lnTo>
                  <a:pt x="1143059" y="37006"/>
                </a:lnTo>
                <a:lnTo>
                  <a:pt x="1142381" y="37475"/>
                </a:lnTo>
                <a:lnTo>
                  <a:pt x="1141715" y="37961"/>
                </a:lnTo>
                <a:lnTo>
                  <a:pt x="1141062" y="38465"/>
                </a:lnTo>
                <a:lnTo>
                  <a:pt x="1140423" y="38986"/>
                </a:lnTo>
                <a:lnTo>
                  <a:pt x="1139796" y="39526"/>
                </a:lnTo>
                <a:lnTo>
                  <a:pt x="1139183" y="40083"/>
                </a:lnTo>
                <a:lnTo>
                  <a:pt x="1138583" y="40658"/>
                </a:lnTo>
                <a:lnTo>
                  <a:pt x="1137996" y="41251"/>
                </a:lnTo>
                <a:lnTo>
                  <a:pt x="1137422" y="41861"/>
                </a:lnTo>
                <a:lnTo>
                  <a:pt x="1136861" y="42490"/>
                </a:lnTo>
                <a:lnTo>
                  <a:pt x="1136314" y="43136"/>
                </a:lnTo>
                <a:lnTo>
                  <a:pt x="1135779" y="43800"/>
                </a:lnTo>
                <a:lnTo>
                  <a:pt x="1135258" y="44481"/>
                </a:lnTo>
                <a:lnTo>
                  <a:pt x="1134750" y="45180"/>
                </a:lnTo>
                <a:lnTo>
                  <a:pt x="1134255" y="45897"/>
                </a:lnTo>
                <a:lnTo>
                  <a:pt x="1133773" y="46632"/>
                </a:lnTo>
                <a:lnTo>
                  <a:pt x="1133304" y="47385"/>
                </a:lnTo>
                <a:lnTo>
                  <a:pt x="1132849" y="48155"/>
                </a:lnTo>
                <a:lnTo>
                  <a:pt x="1132406" y="48943"/>
                </a:lnTo>
                <a:lnTo>
                  <a:pt x="1131977" y="49749"/>
                </a:lnTo>
                <a:lnTo>
                  <a:pt x="1131560" y="50573"/>
                </a:lnTo>
                <a:lnTo>
                  <a:pt x="1131157" y="51414"/>
                </a:lnTo>
                <a:lnTo>
                  <a:pt x="1130767" y="52273"/>
                </a:lnTo>
                <a:lnTo>
                  <a:pt x="1130392" y="53150"/>
                </a:lnTo>
                <a:lnTo>
                  <a:pt x="1130032" y="54045"/>
                </a:lnTo>
                <a:lnTo>
                  <a:pt x="1129689" y="54957"/>
                </a:lnTo>
                <a:lnTo>
                  <a:pt x="1129361" y="55888"/>
                </a:lnTo>
                <a:lnTo>
                  <a:pt x="1129050" y="56836"/>
                </a:lnTo>
                <a:lnTo>
                  <a:pt x="1128754" y="57802"/>
                </a:lnTo>
                <a:lnTo>
                  <a:pt x="1128474" y="58787"/>
                </a:lnTo>
                <a:lnTo>
                  <a:pt x="1128211" y="59789"/>
                </a:lnTo>
                <a:lnTo>
                  <a:pt x="1127963" y="60809"/>
                </a:lnTo>
                <a:lnTo>
                  <a:pt x="1127731" y="61847"/>
                </a:lnTo>
                <a:lnTo>
                  <a:pt x="1127516" y="62903"/>
                </a:lnTo>
                <a:lnTo>
                  <a:pt x="1127316" y="63977"/>
                </a:lnTo>
                <a:lnTo>
                  <a:pt x="1127132" y="65069"/>
                </a:lnTo>
                <a:lnTo>
                  <a:pt x="1126965" y="66178"/>
                </a:lnTo>
                <a:lnTo>
                  <a:pt x="1126813" y="67306"/>
                </a:lnTo>
                <a:lnTo>
                  <a:pt x="1126677" y="68452"/>
                </a:lnTo>
                <a:lnTo>
                  <a:pt x="1126557" y="69615"/>
                </a:lnTo>
                <a:lnTo>
                  <a:pt x="1126453" y="70797"/>
                </a:lnTo>
                <a:lnTo>
                  <a:pt x="1126365" y="71996"/>
                </a:lnTo>
                <a:lnTo>
                  <a:pt x="1126293" y="73213"/>
                </a:lnTo>
                <a:lnTo>
                  <a:pt x="1126238" y="74449"/>
                </a:lnTo>
                <a:lnTo>
                  <a:pt x="1126198" y="75702"/>
                </a:lnTo>
                <a:lnTo>
                  <a:pt x="1126174" y="76973"/>
                </a:lnTo>
                <a:lnTo>
                  <a:pt x="1126166" y="78262"/>
                </a:lnTo>
                <a:lnTo>
                  <a:pt x="1126173" y="79559"/>
                </a:lnTo>
                <a:lnTo>
                  <a:pt x="1126196" y="80838"/>
                </a:lnTo>
                <a:lnTo>
                  <a:pt x="1126233" y="82101"/>
                </a:lnTo>
                <a:lnTo>
                  <a:pt x="1126286" y="83345"/>
                </a:lnTo>
                <a:lnTo>
                  <a:pt x="1126354" y="84573"/>
                </a:lnTo>
                <a:lnTo>
                  <a:pt x="1126436" y="85783"/>
                </a:lnTo>
                <a:lnTo>
                  <a:pt x="1126534" y="86975"/>
                </a:lnTo>
                <a:lnTo>
                  <a:pt x="1126647" y="88150"/>
                </a:lnTo>
                <a:lnTo>
                  <a:pt x="1126774" y="89308"/>
                </a:lnTo>
                <a:lnTo>
                  <a:pt x="1126917" y="90448"/>
                </a:lnTo>
                <a:lnTo>
                  <a:pt x="1127075" y="91571"/>
                </a:lnTo>
                <a:lnTo>
                  <a:pt x="1127248" y="92676"/>
                </a:lnTo>
                <a:lnTo>
                  <a:pt x="1127436" y="93764"/>
                </a:lnTo>
                <a:lnTo>
                  <a:pt x="1127638" y="94835"/>
                </a:lnTo>
                <a:lnTo>
                  <a:pt x="1127856" y="95888"/>
                </a:lnTo>
                <a:lnTo>
                  <a:pt x="1128089" y="96923"/>
                </a:lnTo>
                <a:lnTo>
                  <a:pt x="1128337" y="97941"/>
                </a:lnTo>
                <a:lnTo>
                  <a:pt x="1128600" y="98942"/>
                </a:lnTo>
                <a:lnTo>
                  <a:pt x="1128878" y="99925"/>
                </a:lnTo>
                <a:lnTo>
                  <a:pt x="1129171" y="100891"/>
                </a:lnTo>
                <a:lnTo>
                  <a:pt x="1129479" y="101840"/>
                </a:lnTo>
                <a:lnTo>
                  <a:pt x="1129802" y="102771"/>
                </a:lnTo>
                <a:lnTo>
                  <a:pt x="1130141" y="103684"/>
                </a:lnTo>
                <a:lnTo>
                  <a:pt x="1130494" y="104581"/>
                </a:lnTo>
                <a:lnTo>
                  <a:pt x="1130861" y="105459"/>
                </a:lnTo>
                <a:lnTo>
                  <a:pt x="1131240" y="106319"/>
                </a:lnTo>
                <a:lnTo>
                  <a:pt x="1131632" y="107160"/>
                </a:lnTo>
                <a:lnTo>
                  <a:pt x="1132036" y="107983"/>
                </a:lnTo>
                <a:lnTo>
                  <a:pt x="1132453" y="108788"/>
                </a:lnTo>
                <a:lnTo>
                  <a:pt x="1132883" y="109574"/>
                </a:lnTo>
                <a:lnTo>
                  <a:pt x="1133325" y="110342"/>
                </a:lnTo>
                <a:lnTo>
                  <a:pt x="1133779" y="111091"/>
                </a:lnTo>
                <a:lnTo>
                  <a:pt x="1134246" y="111822"/>
                </a:lnTo>
                <a:lnTo>
                  <a:pt x="1134725" y="112535"/>
                </a:lnTo>
                <a:lnTo>
                  <a:pt x="1135217" y="113229"/>
                </a:lnTo>
                <a:lnTo>
                  <a:pt x="1135722" y="113905"/>
                </a:lnTo>
                <a:lnTo>
                  <a:pt x="1136239" y="114562"/>
                </a:lnTo>
                <a:lnTo>
                  <a:pt x="1136768" y="115201"/>
                </a:lnTo>
                <a:lnTo>
                  <a:pt x="1137310" y="115821"/>
                </a:lnTo>
                <a:lnTo>
                  <a:pt x="1137864" y="116423"/>
                </a:lnTo>
                <a:lnTo>
                  <a:pt x="1138431" y="117007"/>
                </a:lnTo>
                <a:lnTo>
                  <a:pt x="1139010" y="117572"/>
                </a:lnTo>
                <a:lnTo>
                  <a:pt x="1139602" y="118119"/>
                </a:lnTo>
                <a:lnTo>
                  <a:pt x="1140207" y="118648"/>
                </a:lnTo>
                <a:lnTo>
                  <a:pt x="1140824" y="119158"/>
                </a:lnTo>
                <a:lnTo>
                  <a:pt x="1141453" y="119649"/>
                </a:lnTo>
                <a:lnTo>
                  <a:pt x="1142095" y="120123"/>
                </a:lnTo>
                <a:lnTo>
                  <a:pt x="1142749" y="120577"/>
                </a:lnTo>
                <a:lnTo>
                  <a:pt x="1143415" y="121014"/>
                </a:lnTo>
                <a:lnTo>
                  <a:pt x="1144091" y="121432"/>
                </a:lnTo>
                <a:lnTo>
                  <a:pt x="1144776" y="121831"/>
                </a:lnTo>
                <a:lnTo>
                  <a:pt x="1145473" y="122211"/>
                </a:lnTo>
                <a:lnTo>
                  <a:pt x="1146179" y="122573"/>
                </a:lnTo>
                <a:lnTo>
                  <a:pt x="1146895" y="122917"/>
                </a:lnTo>
                <a:lnTo>
                  <a:pt x="1147621" y="123242"/>
                </a:lnTo>
                <a:lnTo>
                  <a:pt x="1148358" y="123548"/>
                </a:lnTo>
                <a:lnTo>
                  <a:pt x="1149105" y="123836"/>
                </a:lnTo>
                <a:lnTo>
                  <a:pt x="1149861" y="124105"/>
                </a:lnTo>
                <a:lnTo>
                  <a:pt x="1150628" y="124356"/>
                </a:lnTo>
                <a:lnTo>
                  <a:pt x="1151405" y="124588"/>
                </a:lnTo>
                <a:lnTo>
                  <a:pt x="1152192" y="124802"/>
                </a:lnTo>
                <a:lnTo>
                  <a:pt x="1152990" y="124997"/>
                </a:lnTo>
                <a:lnTo>
                  <a:pt x="1153797" y="125173"/>
                </a:lnTo>
                <a:lnTo>
                  <a:pt x="1154615" y="125331"/>
                </a:lnTo>
                <a:lnTo>
                  <a:pt x="1155442" y="125470"/>
                </a:lnTo>
                <a:lnTo>
                  <a:pt x="1156280" y="125591"/>
                </a:lnTo>
                <a:lnTo>
                  <a:pt x="1157128" y="125693"/>
                </a:lnTo>
                <a:lnTo>
                  <a:pt x="1157986" y="125776"/>
                </a:lnTo>
                <a:lnTo>
                  <a:pt x="1158854" y="125841"/>
                </a:lnTo>
                <a:lnTo>
                  <a:pt x="1159732" y="125888"/>
                </a:lnTo>
                <a:lnTo>
                  <a:pt x="1160621" y="125916"/>
                </a:lnTo>
                <a:lnTo>
                  <a:pt x="1161519" y="125925"/>
                </a:lnTo>
                <a:lnTo>
                  <a:pt x="1162358" y="125918"/>
                </a:lnTo>
                <a:lnTo>
                  <a:pt x="1163187" y="125897"/>
                </a:lnTo>
                <a:lnTo>
                  <a:pt x="1164007" y="125862"/>
                </a:lnTo>
                <a:lnTo>
                  <a:pt x="1164817" y="125812"/>
                </a:lnTo>
                <a:lnTo>
                  <a:pt x="1165619" y="125749"/>
                </a:lnTo>
                <a:close/>
                <a:moveTo>
                  <a:pt x="1160183" y="113051"/>
                </a:moveTo>
                <a:lnTo>
                  <a:pt x="1159353" y="112879"/>
                </a:lnTo>
                <a:lnTo>
                  <a:pt x="1158541" y="112675"/>
                </a:lnTo>
                <a:lnTo>
                  <a:pt x="1157748" y="112441"/>
                </a:lnTo>
                <a:lnTo>
                  <a:pt x="1156974" y="112175"/>
                </a:lnTo>
                <a:lnTo>
                  <a:pt x="1156219" y="111878"/>
                </a:lnTo>
                <a:lnTo>
                  <a:pt x="1155483" y="111549"/>
                </a:lnTo>
                <a:lnTo>
                  <a:pt x="1154765" y="111189"/>
                </a:lnTo>
                <a:lnTo>
                  <a:pt x="1154067" y="110798"/>
                </a:lnTo>
                <a:lnTo>
                  <a:pt x="1153387" y="110376"/>
                </a:lnTo>
                <a:lnTo>
                  <a:pt x="1152726" y="109923"/>
                </a:lnTo>
                <a:lnTo>
                  <a:pt x="1152084" y="109438"/>
                </a:lnTo>
                <a:lnTo>
                  <a:pt x="1151460" y="108922"/>
                </a:lnTo>
                <a:lnTo>
                  <a:pt x="1150856" y="108374"/>
                </a:lnTo>
                <a:lnTo>
                  <a:pt x="1150270" y="107795"/>
                </a:lnTo>
                <a:lnTo>
                  <a:pt x="1149703" y="107185"/>
                </a:lnTo>
                <a:lnTo>
                  <a:pt x="1149155" y="106544"/>
                </a:lnTo>
                <a:lnTo>
                  <a:pt x="1148626" y="105871"/>
                </a:lnTo>
                <a:lnTo>
                  <a:pt x="1148116" y="105168"/>
                </a:lnTo>
                <a:lnTo>
                  <a:pt x="1147624" y="104433"/>
                </a:lnTo>
                <a:lnTo>
                  <a:pt x="1147152" y="103668"/>
                </a:lnTo>
                <a:lnTo>
                  <a:pt x="1146700" y="102874"/>
                </a:lnTo>
                <a:lnTo>
                  <a:pt x="1146268" y="102053"/>
                </a:lnTo>
                <a:lnTo>
                  <a:pt x="1145856" y="101203"/>
                </a:lnTo>
                <a:lnTo>
                  <a:pt x="1145464" y="100325"/>
                </a:lnTo>
                <a:lnTo>
                  <a:pt x="1145093" y="99418"/>
                </a:lnTo>
                <a:lnTo>
                  <a:pt x="1144741" y="98483"/>
                </a:lnTo>
                <a:lnTo>
                  <a:pt x="1144409" y="97520"/>
                </a:lnTo>
                <a:lnTo>
                  <a:pt x="1144098" y="96529"/>
                </a:lnTo>
                <a:lnTo>
                  <a:pt x="1143807" y="95509"/>
                </a:lnTo>
                <a:lnTo>
                  <a:pt x="1143536" y="94461"/>
                </a:lnTo>
                <a:lnTo>
                  <a:pt x="1143284" y="93384"/>
                </a:lnTo>
                <a:lnTo>
                  <a:pt x="1143053" y="92280"/>
                </a:lnTo>
                <a:lnTo>
                  <a:pt x="1142842" y="91147"/>
                </a:lnTo>
                <a:lnTo>
                  <a:pt x="1142652" y="89985"/>
                </a:lnTo>
                <a:lnTo>
                  <a:pt x="1142481" y="88796"/>
                </a:lnTo>
                <a:lnTo>
                  <a:pt x="1142330" y="87578"/>
                </a:lnTo>
                <a:lnTo>
                  <a:pt x="1142200" y="86331"/>
                </a:lnTo>
                <a:lnTo>
                  <a:pt x="1142089" y="85057"/>
                </a:lnTo>
                <a:lnTo>
                  <a:pt x="1141999" y="83754"/>
                </a:lnTo>
                <a:lnTo>
                  <a:pt x="1141928" y="82423"/>
                </a:lnTo>
                <a:lnTo>
                  <a:pt x="1141878" y="81063"/>
                </a:lnTo>
                <a:lnTo>
                  <a:pt x="1141848" y="79675"/>
                </a:lnTo>
                <a:lnTo>
                  <a:pt x="1141838" y="78259"/>
                </a:lnTo>
                <a:lnTo>
                  <a:pt x="1141849" y="76889"/>
                </a:lnTo>
                <a:lnTo>
                  <a:pt x="1141881" y="75546"/>
                </a:lnTo>
                <a:lnTo>
                  <a:pt x="1141934" y="74229"/>
                </a:lnTo>
                <a:lnTo>
                  <a:pt x="1142009" y="72938"/>
                </a:lnTo>
                <a:lnTo>
                  <a:pt x="1142105" y="71674"/>
                </a:lnTo>
                <a:lnTo>
                  <a:pt x="1142222" y="70436"/>
                </a:lnTo>
                <a:lnTo>
                  <a:pt x="1142361" y="69224"/>
                </a:lnTo>
                <a:lnTo>
                  <a:pt x="1142521" y="68039"/>
                </a:lnTo>
                <a:lnTo>
                  <a:pt x="1142703" y="66879"/>
                </a:lnTo>
                <a:lnTo>
                  <a:pt x="1142906" y="65747"/>
                </a:lnTo>
                <a:lnTo>
                  <a:pt x="1143130" y="64640"/>
                </a:lnTo>
                <a:lnTo>
                  <a:pt x="1143376" y="63560"/>
                </a:lnTo>
                <a:lnTo>
                  <a:pt x="1143642" y="62507"/>
                </a:lnTo>
                <a:lnTo>
                  <a:pt x="1143931" y="61479"/>
                </a:lnTo>
                <a:lnTo>
                  <a:pt x="1144240" y="60478"/>
                </a:lnTo>
                <a:lnTo>
                  <a:pt x="1144571" y="59504"/>
                </a:lnTo>
                <a:lnTo>
                  <a:pt x="1144924" y="58555"/>
                </a:lnTo>
                <a:lnTo>
                  <a:pt x="1145298" y="57633"/>
                </a:lnTo>
                <a:lnTo>
                  <a:pt x="1145693" y="56738"/>
                </a:lnTo>
                <a:lnTo>
                  <a:pt x="1146109" y="55869"/>
                </a:lnTo>
                <a:lnTo>
                  <a:pt x="1146547" y="55026"/>
                </a:lnTo>
                <a:lnTo>
                  <a:pt x="1147006" y="54209"/>
                </a:lnTo>
                <a:lnTo>
                  <a:pt x="1147487" y="53419"/>
                </a:lnTo>
                <a:lnTo>
                  <a:pt x="1147988" y="52655"/>
                </a:lnTo>
                <a:lnTo>
                  <a:pt x="1148511" y="51920"/>
                </a:lnTo>
                <a:lnTo>
                  <a:pt x="1149055" y="51216"/>
                </a:lnTo>
                <a:lnTo>
                  <a:pt x="1149619" y="50543"/>
                </a:lnTo>
                <a:lnTo>
                  <a:pt x="1150204" y="49902"/>
                </a:lnTo>
                <a:lnTo>
                  <a:pt x="1150810" y="49292"/>
                </a:lnTo>
                <a:lnTo>
                  <a:pt x="1151437" y="48713"/>
                </a:lnTo>
                <a:lnTo>
                  <a:pt x="1152084" y="48166"/>
                </a:lnTo>
                <a:lnTo>
                  <a:pt x="1152752" y="47650"/>
                </a:lnTo>
                <a:lnTo>
                  <a:pt x="1153441" y="47165"/>
                </a:lnTo>
                <a:lnTo>
                  <a:pt x="1154150" y="46711"/>
                </a:lnTo>
                <a:lnTo>
                  <a:pt x="1154880" y="46289"/>
                </a:lnTo>
                <a:lnTo>
                  <a:pt x="1155631" y="45898"/>
                </a:lnTo>
                <a:lnTo>
                  <a:pt x="1156402" y="45538"/>
                </a:lnTo>
                <a:lnTo>
                  <a:pt x="1157195" y="45210"/>
                </a:lnTo>
                <a:lnTo>
                  <a:pt x="1158008" y="44912"/>
                </a:lnTo>
                <a:lnTo>
                  <a:pt x="1158842" y="44647"/>
                </a:lnTo>
                <a:lnTo>
                  <a:pt x="1159696" y="44412"/>
                </a:lnTo>
                <a:lnTo>
                  <a:pt x="1160571" y="44209"/>
                </a:lnTo>
                <a:lnTo>
                  <a:pt x="1161467" y="44037"/>
                </a:lnTo>
                <a:lnTo>
                  <a:pt x="1162384" y="43896"/>
                </a:lnTo>
                <a:lnTo>
                  <a:pt x="1163321" y="43786"/>
                </a:lnTo>
                <a:lnTo>
                  <a:pt x="1164279" y="43708"/>
                </a:lnTo>
                <a:lnTo>
                  <a:pt x="1165258" y="43661"/>
                </a:lnTo>
                <a:lnTo>
                  <a:pt x="1166258" y="43645"/>
                </a:lnTo>
                <a:lnTo>
                  <a:pt x="1167019" y="43654"/>
                </a:lnTo>
                <a:lnTo>
                  <a:pt x="1167770" y="43681"/>
                </a:lnTo>
                <a:lnTo>
                  <a:pt x="1168509" y="43725"/>
                </a:lnTo>
                <a:lnTo>
                  <a:pt x="1169238" y="43786"/>
                </a:lnTo>
                <a:lnTo>
                  <a:pt x="1169956" y="43866"/>
                </a:lnTo>
                <a:lnTo>
                  <a:pt x="1170663" y="43963"/>
                </a:lnTo>
                <a:lnTo>
                  <a:pt x="1171358" y="44077"/>
                </a:lnTo>
                <a:lnTo>
                  <a:pt x="1172044" y="44209"/>
                </a:lnTo>
                <a:lnTo>
                  <a:pt x="1172718" y="44359"/>
                </a:lnTo>
                <a:lnTo>
                  <a:pt x="1173381" y="44526"/>
                </a:lnTo>
                <a:lnTo>
                  <a:pt x="1174033" y="44711"/>
                </a:lnTo>
                <a:lnTo>
                  <a:pt x="1174675" y="44914"/>
                </a:lnTo>
                <a:lnTo>
                  <a:pt x="1175305" y="45134"/>
                </a:lnTo>
                <a:lnTo>
                  <a:pt x="1175925" y="45372"/>
                </a:lnTo>
                <a:lnTo>
                  <a:pt x="1176533" y="45628"/>
                </a:lnTo>
                <a:lnTo>
                  <a:pt x="1177131" y="45901"/>
                </a:lnTo>
                <a:lnTo>
                  <a:pt x="1177718" y="46191"/>
                </a:lnTo>
                <a:lnTo>
                  <a:pt x="1178294" y="46500"/>
                </a:lnTo>
                <a:lnTo>
                  <a:pt x="1178859" y="46826"/>
                </a:lnTo>
                <a:lnTo>
                  <a:pt x="1179413" y="47169"/>
                </a:lnTo>
                <a:lnTo>
                  <a:pt x="1179956" y="47530"/>
                </a:lnTo>
                <a:lnTo>
                  <a:pt x="1180488" y="47909"/>
                </a:lnTo>
                <a:lnTo>
                  <a:pt x="1181009" y="48306"/>
                </a:lnTo>
                <a:lnTo>
                  <a:pt x="1181520" y="48720"/>
                </a:lnTo>
                <a:lnTo>
                  <a:pt x="1182021" y="49147"/>
                </a:lnTo>
                <a:lnTo>
                  <a:pt x="1182514" y="49584"/>
                </a:lnTo>
                <a:lnTo>
                  <a:pt x="1182998" y="50030"/>
                </a:lnTo>
                <a:lnTo>
                  <a:pt x="1183475" y="50486"/>
                </a:lnTo>
                <a:lnTo>
                  <a:pt x="1183944" y="50951"/>
                </a:lnTo>
                <a:lnTo>
                  <a:pt x="1184404" y="51426"/>
                </a:lnTo>
                <a:lnTo>
                  <a:pt x="1184857" y="51909"/>
                </a:lnTo>
                <a:lnTo>
                  <a:pt x="1185301" y="52403"/>
                </a:lnTo>
                <a:lnTo>
                  <a:pt x="1185738" y="52905"/>
                </a:lnTo>
                <a:lnTo>
                  <a:pt x="1186166" y="53417"/>
                </a:lnTo>
                <a:lnTo>
                  <a:pt x="1186586" y="53939"/>
                </a:lnTo>
                <a:lnTo>
                  <a:pt x="1186998" y="54469"/>
                </a:lnTo>
                <a:lnTo>
                  <a:pt x="1187402" y="55009"/>
                </a:lnTo>
                <a:lnTo>
                  <a:pt x="1187798" y="55559"/>
                </a:lnTo>
                <a:lnTo>
                  <a:pt x="1188186" y="56118"/>
                </a:lnTo>
                <a:lnTo>
                  <a:pt x="1188566" y="56686"/>
                </a:lnTo>
                <a:lnTo>
                  <a:pt x="1188938" y="57264"/>
                </a:lnTo>
                <a:lnTo>
                  <a:pt x="1189302" y="57851"/>
                </a:lnTo>
                <a:lnTo>
                  <a:pt x="1189658" y="58447"/>
                </a:lnTo>
                <a:lnTo>
                  <a:pt x="1190005" y="59053"/>
                </a:lnTo>
                <a:lnTo>
                  <a:pt x="1190345" y="59668"/>
                </a:lnTo>
                <a:lnTo>
                  <a:pt x="1190676" y="60293"/>
                </a:lnTo>
                <a:lnTo>
                  <a:pt x="1191000" y="60927"/>
                </a:lnTo>
                <a:lnTo>
                  <a:pt x="1191315" y="61570"/>
                </a:lnTo>
                <a:lnTo>
                  <a:pt x="1191315" y="97132"/>
                </a:lnTo>
                <a:lnTo>
                  <a:pt x="1190977" y="97689"/>
                </a:lnTo>
                <a:lnTo>
                  <a:pt x="1190630" y="98240"/>
                </a:lnTo>
                <a:lnTo>
                  <a:pt x="1190274" y="98784"/>
                </a:lnTo>
                <a:lnTo>
                  <a:pt x="1189910" y="99322"/>
                </a:lnTo>
                <a:lnTo>
                  <a:pt x="1189538" y="99852"/>
                </a:lnTo>
                <a:lnTo>
                  <a:pt x="1189157" y="100376"/>
                </a:lnTo>
                <a:lnTo>
                  <a:pt x="1188767" y="100893"/>
                </a:lnTo>
                <a:lnTo>
                  <a:pt x="1188369" y="101403"/>
                </a:lnTo>
                <a:lnTo>
                  <a:pt x="1187962" y="101907"/>
                </a:lnTo>
                <a:lnTo>
                  <a:pt x="1187547" y="102404"/>
                </a:lnTo>
                <a:lnTo>
                  <a:pt x="1187123" y="102894"/>
                </a:lnTo>
                <a:lnTo>
                  <a:pt x="1186691" y="103378"/>
                </a:lnTo>
                <a:lnTo>
                  <a:pt x="1186250" y="103854"/>
                </a:lnTo>
                <a:lnTo>
                  <a:pt x="1185800" y="104324"/>
                </a:lnTo>
                <a:lnTo>
                  <a:pt x="1185342" y="104787"/>
                </a:lnTo>
                <a:lnTo>
                  <a:pt x="1184876" y="105244"/>
                </a:lnTo>
                <a:lnTo>
                  <a:pt x="1184401" y="105693"/>
                </a:lnTo>
                <a:lnTo>
                  <a:pt x="1183917" y="106136"/>
                </a:lnTo>
                <a:lnTo>
                  <a:pt x="1183425" y="106573"/>
                </a:lnTo>
                <a:lnTo>
                  <a:pt x="1182925" y="107002"/>
                </a:lnTo>
                <a:lnTo>
                  <a:pt x="1182415" y="107425"/>
                </a:lnTo>
                <a:lnTo>
                  <a:pt x="1181898" y="107841"/>
                </a:lnTo>
                <a:lnTo>
                  <a:pt x="1181371" y="108250"/>
                </a:lnTo>
                <a:lnTo>
                  <a:pt x="1180836" y="108652"/>
                </a:lnTo>
                <a:lnTo>
                  <a:pt x="1180292" y="109043"/>
                </a:lnTo>
                <a:lnTo>
                  <a:pt x="1179735" y="109417"/>
                </a:lnTo>
                <a:lnTo>
                  <a:pt x="1179168" y="109775"/>
                </a:lnTo>
                <a:lnTo>
                  <a:pt x="1178589" y="110116"/>
                </a:lnTo>
                <a:lnTo>
                  <a:pt x="1177998" y="110440"/>
                </a:lnTo>
                <a:lnTo>
                  <a:pt x="1177397" y="110748"/>
                </a:lnTo>
                <a:lnTo>
                  <a:pt x="1176784" y="111039"/>
                </a:lnTo>
                <a:lnTo>
                  <a:pt x="1176159" y="111313"/>
                </a:lnTo>
                <a:lnTo>
                  <a:pt x="1175523" y="111571"/>
                </a:lnTo>
                <a:lnTo>
                  <a:pt x="1174876" y="111812"/>
                </a:lnTo>
                <a:lnTo>
                  <a:pt x="1174217" y="112037"/>
                </a:lnTo>
                <a:lnTo>
                  <a:pt x="1173547" y="112244"/>
                </a:lnTo>
                <a:lnTo>
                  <a:pt x="1172865" y="112436"/>
                </a:lnTo>
                <a:lnTo>
                  <a:pt x="1172173" y="112610"/>
                </a:lnTo>
                <a:lnTo>
                  <a:pt x="1171468" y="112768"/>
                </a:lnTo>
                <a:lnTo>
                  <a:pt x="1170753" y="112910"/>
                </a:lnTo>
                <a:lnTo>
                  <a:pt x="1170026" y="113034"/>
                </a:lnTo>
                <a:lnTo>
                  <a:pt x="1169287" y="113142"/>
                </a:lnTo>
                <a:lnTo>
                  <a:pt x="1168537" y="113234"/>
                </a:lnTo>
                <a:lnTo>
                  <a:pt x="1167776" y="113309"/>
                </a:lnTo>
                <a:lnTo>
                  <a:pt x="1167004" y="113367"/>
                </a:lnTo>
                <a:lnTo>
                  <a:pt x="1166220" y="113409"/>
                </a:lnTo>
                <a:lnTo>
                  <a:pt x="1165424" y="113433"/>
                </a:lnTo>
                <a:lnTo>
                  <a:pt x="1164617" y="113442"/>
                </a:lnTo>
                <a:lnTo>
                  <a:pt x="1163693" y="113426"/>
                </a:lnTo>
                <a:lnTo>
                  <a:pt x="1162787" y="113379"/>
                </a:lnTo>
                <a:lnTo>
                  <a:pt x="1161900" y="113301"/>
                </a:lnTo>
                <a:lnTo>
                  <a:pt x="1161032" y="113192"/>
                </a:lnTo>
                <a:lnTo>
                  <a:pt x="1160183" y="113051"/>
                </a:lnTo>
                <a:close/>
                <a:moveTo>
                  <a:pt x="1653030" y="111976"/>
                </a:moveTo>
                <a:lnTo>
                  <a:pt x="1652386" y="111952"/>
                </a:lnTo>
                <a:lnTo>
                  <a:pt x="1651762" y="111912"/>
                </a:lnTo>
                <a:lnTo>
                  <a:pt x="1651158" y="111856"/>
                </a:lnTo>
                <a:lnTo>
                  <a:pt x="1650576" y="111784"/>
                </a:lnTo>
                <a:lnTo>
                  <a:pt x="1650014" y="111696"/>
                </a:lnTo>
                <a:lnTo>
                  <a:pt x="1649473" y="111592"/>
                </a:lnTo>
                <a:lnTo>
                  <a:pt x="1648953" y="111472"/>
                </a:lnTo>
                <a:lnTo>
                  <a:pt x="1648453" y="111336"/>
                </a:lnTo>
                <a:lnTo>
                  <a:pt x="1647974" y="111184"/>
                </a:lnTo>
                <a:lnTo>
                  <a:pt x="1647516" y="111016"/>
                </a:lnTo>
                <a:lnTo>
                  <a:pt x="1647078" y="110832"/>
                </a:lnTo>
                <a:lnTo>
                  <a:pt x="1646662" y="110632"/>
                </a:lnTo>
                <a:lnTo>
                  <a:pt x="1646265" y="110416"/>
                </a:lnTo>
                <a:lnTo>
                  <a:pt x="1645890" y="110184"/>
                </a:lnTo>
                <a:lnTo>
                  <a:pt x="1645536" y="109936"/>
                </a:lnTo>
                <a:lnTo>
                  <a:pt x="1645202" y="109672"/>
                </a:lnTo>
                <a:lnTo>
                  <a:pt x="1644889" y="109392"/>
                </a:lnTo>
                <a:lnTo>
                  <a:pt x="1644596" y="109096"/>
                </a:lnTo>
                <a:lnTo>
                  <a:pt x="1644324" y="108785"/>
                </a:lnTo>
                <a:lnTo>
                  <a:pt x="1644074" y="108457"/>
                </a:lnTo>
                <a:lnTo>
                  <a:pt x="1643843" y="108113"/>
                </a:lnTo>
                <a:lnTo>
                  <a:pt x="1643634" y="107753"/>
                </a:lnTo>
                <a:lnTo>
                  <a:pt x="1643445" y="107377"/>
                </a:lnTo>
                <a:lnTo>
                  <a:pt x="1643270" y="106986"/>
                </a:lnTo>
                <a:lnTo>
                  <a:pt x="1643103" y="106581"/>
                </a:lnTo>
                <a:lnTo>
                  <a:pt x="1642943" y="106162"/>
                </a:lnTo>
                <a:lnTo>
                  <a:pt x="1642791" y="105729"/>
                </a:lnTo>
                <a:lnTo>
                  <a:pt x="1642646" y="105282"/>
                </a:lnTo>
                <a:lnTo>
                  <a:pt x="1642508" y="104821"/>
                </a:lnTo>
                <a:lnTo>
                  <a:pt x="1642378" y="104346"/>
                </a:lnTo>
                <a:lnTo>
                  <a:pt x="1642255" y="103857"/>
                </a:lnTo>
                <a:lnTo>
                  <a:pt x="1642140" y="103354"/>
                </a:lnTo>
                <a:lnTo>
                  <a:pt x="1642032" y="102836"/>
                </a:lnTo>
                <a:lnTo>
                  <a:pt x="1641932" y="102305"/>
                </a:lnTo>
                <a:lnTo>
                  <a:pt x="1641839" y="101760"/>
                </a:lnTo>
                <a:lnTo>
                  <a:pt x="1641753" y="101201"/>
                </a:lnTo>
                <a:lnTo>
                  <a:pt x="1641675" y="100628"/>
                </a:lnTo>
                <a:lnTo>
                  <a:pt x="1641605" y="100041"/>
                </a:lnTo>
                <a:lnTo>
                  <a:pt x="1641542" y="99439"/>
                </a:lnTo>
                <a:lnTo>
                  <a:pt x="1641486" y="98824"/>
                </a:lnTo>
                <a:lnTo>
                  <a:pt x="1641437" y="98195"/>
                </a:lnTo>
                <a:lnTo>
                  <a:pt x="1641397" y="97552"/>
                </a:lnTo>
                <a:lnTo>
                  <a:pt x="1641363" y="96894"/>
                </a:lnTo>
                <a:lnTo>
                  <a:pt x="1641337" y="96223"/>
                </a:lnTo>
                <a:lnTo>
                  <a:pt x="1641319" y="95538"/>
                </a:lnTo>
                <a:lnTo>
                  <a:pt x="1641307" y="94838"/>
                </a:lnTo>
                <a:lnTo>
                  <a:pt x="1641304" y="94125"/>
                </a:lnTo>
                <a:lnTo>
                  <a:pt x="1641304" y="45103"/>
                </a:lnTo>
                <a:lnTo>
                  <a:pt x="1663172" y="45103"/>
                </a:lnTo>
                <a:lnTo>
                  <a:pt x="1663172" y="32802"/>
                </a:lnTo>
                <a:lnTo>
                  <a:pt x="1641304" y="32802"/>
                </a:lnTo>
                <a:lnTo>
                  <a:pt x="1641304" y="12483"/>
                </a:lnTo>
                <a:lnTo>
                  <a:pt x="1626178" y="12483"/>
                </a:lnTo>
                <a:lnTo>
                  <a:pt x="1626178" y="32802"/>
                </a:lnTo>
                <a:lnTo>
                  <a:pt x="1611326" y="32802"/>
                </a:lnTo>
                <a:lnTo>
                  <a:pt x="1611326" y="45103"/>
                </a:lnTo>
                <a:lnTo>
                  <a:pt x="1626178" y="45103"/>
                </a:lnTo>
                <a:lnTo>
                  <a:pt x="1626178" y="94558"/>
                </a:lnTo>
                <a:lnTo>
                  <a:pt x="1626182" y="95331"/>
                </a:lnTo>
                <a:lnTo>
                  <a:pt x="1626193" y="96096"/>
                </a:lnTo>
                <a:lnTo>
                  <a:pt x="1626212" y="96851"/>
                </a:lnTo>
                <a:lnTo>
                  <a:pt x="1626238" y="97597"/>
                </a:lnTo>
                <a:lnTo>
                  <a:pt x="1626271" y="98334"/>
                </a:lnTo>
                <a:lnTo>
                  <a:pt x="1626312" y="99061"/>
                </a:lnTo>
                <a:lnTo>
                  <a:pt x="1626360" y="99779"/>
                </a:lnTo>
                <a:lnTo>
                  <a:pt x="1626416" y="100487"/>
                </a:lnTo>
                <a:lnTo>
                  <a:pt x="1626479" y="101186"/>
                </a:lnTo>
                <a:lnTo>
                  <a:pt x="1626550" y="101876"/>
                </a:lnTo>
                <a:lnTo>
                  <a:pt x="1626628" y="102557"/>
                </a:lnTo>
                <a:lnTo>
                  <a:pt x="1626713" y="103228"/>
                </a:lnTo>
                <a:lnTo>
                  <a:pt x="1626806" y="103890"/>
                </a:lnTo>
                <a:lnTo>
                  <a:pt x="1626907" y="104542"/>
                </a:lnTo>
                <a:lnTo>
                  <a:pt x="1627015" y="105186"/>
                </a:lnTo>
                <a:lnTo>
                  <a:pt x="1627130" y="105820"/>
                </a:lnTo>
                <a:lnTo>
                  <a:pt x="1627252" y="106444"/>
                </a:lnTo>
                <a:lnTo>
                  <a:pt x="1627383" y="107059"/>
                </a:lnTo>
                <a:lnTo>
                  <a:pt x="1627520" y="107665"/>
                </a:lnTo>
                <a:lnTo>
                  <a:pt x="1627665" y="108262"/>
                </a:lnTo>
                <a:lnTo>
                  <a:pt x="1627817" y="108849"/>
                </a:lnTo>
                <a:lnTo>
                  <a:pt x="1627977" y="109427"/>
                </a:lnTo>
                <a:lnTo>
                  <a:pt x="1628145" y="109995"/>
                </a:lnTo>
                <a:lnTo>
                  <a:pt x="1628319" y="110555"/>
                </a:lnTo>
                <a:lnTo>
                  <a:pt x="1628504" y="111103"/>
                </a:lnTo>
                <a:lnTo>
                  <a:pt x="1628701" y="111641"/>
                </a:lnTo>
                <a:lnTo>
                  <a:pt x="1628911" y="112169"/>
                </a:lnTo>
                <a:lnTo>
                  <a:pt x="1629133" y="112685"/>
                </a:lnTo>
                <a:lnTo>
                  <a:pt x="1629368" y="113191"/>
                </a:lnTo>
                <a:lnTo>
                  <a:pt x="1629615" y="113686"/>
                </a:lnTo>
                <a:lnTo>
                  <a:pt x="1629875" y="114170"/>
                </a:lnTo>
                <a:lnTo>
                  <a:pt x="1630147" y="114643"/>
                </a:lnTo>
                <a:lnTo>
                  <a:pt x="1630431" y="115106"/>
                </a:lnTo>
                <a:lnTo>
                  <a:pt x="1630729" y="115557"/>
                </a:lnTo>
                <a:lnTo>
                  <a:pt x="1631038" y="115998"/>
                </a:lnTo>
                <a:lnTo>
                  <a:pt x="1631360" y="116428"/>
                </a:lnTo>
                <a:lnTo>
                  <a:pt x="1631695" y="116847"/>
                </a:lnTo>
                <a:lnTo>
                  <a:pt x="1632042" y="117256"/>
                </a:lnTo>
                <a:lnTo>
                  <a:pt x="1632402" y="117653"/>
                </a:lnTo>
                <a:lnTo>
                  <a:pt x="1632774" y="118040"/>
                </a:lnTo>
                <a:lnTo>
                  <a:pt x="1633159" y="118416"/>
                </a:lnTo>
                <a:lnTo>
                  <a:pt x="1633556" y="118781"/>
                </a:lnTo>
                <a:lnTo>
                  <a:pt x="1633965" y="119136"/>
                </a:lnTo>
                <a:lnTo>
                  <a:pt x="1634388" y="119479"/>
                </a:lnTo>
                <a:lnTo>
                  <a:pt x="1634822" y="119812"/>
                </a:lnTo>
                <a:lnTo>
                  <a:pt x="1635269" y="120134"/>
                </a:lnTo>
                <a:lnTo>
                  <a:pt x="1635729" y="120445"/>
                </a:lnTo>
                <a:lnTo>
                  <a:pt x="1636201" y="120745"/>
                </a:lnTo>
                <a:lnTo>
                  <a:pt x="1636688" y="121034"/>
                </a:lnTo>
                <a:lnTo>
                  <a:pt x="1637193" y="121311"/>
                </a:lnTo>
                <a:lnTo>
                  <a:pt x="1637714" y="121575"/>
                </a:lnTo>
                <a:lnTo>
                  <a:pt x="1638254" y="121827"/>
                </a:lnTo>
                <a:lnTo>
                  <a:pt x="1638810" y="122067"/>
                </a:lnTo>
                <a:lnTo>
                  <a:pt x="1639384" y="122294"/>
                </a:lnTo>
                <a:lnTo>
                  <a:pt x="1639976" y="122509"/>
                </a:lnTo>
                <a:lnTo>
                  <a:pt x="1640585" y="122712"/>
                </a:lnTo>
                <a:lnTo>
                  <a:pt x="1641211" y="122902"/>
                </a:lnTo>
                <a:lnTo>
                  <a:pt x="1641855" y="123080"/>
                </a:lnTo>
                <a:lnTo>
                  <a:pt x="1642516" y="123246"/>
                </a:lnTo>
                <a:lnTo>
                  <a:pt x="1643194" y="123400"/>
                </a:lnTo>
                <a:lnTo>
                  <a:pt x="1643890" y="123541"/>
                </a:lnTo>
                <a:lnTo>
                  <a:pt x="1644604" y="123670"/>
                </a:lnTo>
                <a:lnTo>
                  <a:pt x="1645334" y="123787"/>
                </a:lnTo>
                <a:lnTo>
                  <a:pt x="1646082" y="123892"/>
                </a:lnTo>
                <a:lnTo>
                  <a:pt x="1646848" y="123984"/>
                </a:lnTo>
                <a:lnTo>
                  <a:pt x="1647631" y="124064"/>
                </a:lnTo>
                <a:lnTo>
                  <a:pt x="1648431" y="124131"/>
                </a:lnTo>
                <a:lnTo>
                  <a:pt x="1649249" y="124187"/>
                </a:lnTo>
                <a:lnTo>
                  <a:pt x="1650084" y="124230"/>
                </a:lnTo>
                <a:lnTo>
                  <a:pt x="1650936" y="124260"/>
                </a:lnTo>
                <a:lnTo>
                  <a:pt x="1651806" y="124279"/>
                </a:lnTo>
                <a:lnTo>
                  <a:pt x="1652693" y="124285"/>
                </a:lnTo>
                <a:lnTo>
                  <a:pt x="1663354" y="124285"/>
                </a:lnTo>
                <a:lnTo>
                  <a:pt x="1663354" y="111984"/>
                </a:lnTo>
                <a:lnTo>
                  <a:pt x="1653696" y="111984"/>
                </a:lnTo>
                <a:lnTo>
                  <a:pt x="1653030" y="111976"/>
                </a:lnTo>
                <a:close/>
                <a:moveTo>
                  <a:pt x="1068105" y="125767"/>
                </a:moveTo>
                <a:lnTo>
                  <a:pt x="1069153" y="125679"/>
                </a:lnTo>
                <a:lnTo>
                  <a:pt x="1070188" y="125570"/>
                </a:lnTo>
                <a:lnTo>
                  <a:pt x="1071209" y="125442"/>
                </a:lnTo>
                <a:lnTo>
                  <a:pt x="1072217" y="125294"/>
                </a:lnTo>
                <a:lnTo>
                  <a:pt x="1073211" y="125127"/>
                </a:lnTo>
                <a:lnTo>
                  <a:pt x="1074192" y="124940"/>
                </a:lnTo>
                <a:lnTo>
                  <a:pt x="1075159" y="124733"/>
                </a:lnTo>
                <a:lnTo>
                  <a:pt x="1076113" y="124506"/>
                </a:lnTo>
                <a:lnTo>
                  <a:pt x="1077054" y="124260"/>
                </a:lnTo>
                <a:lnTo>
                  <a:pt x="1077981" y="123994"/>
                </a:lnTo>
                <a:lnTo>
                  <a:pt x="1078895" y="123708"/>
                </a:lnTo>
                <a:lnTo>
                  <a:pt x="1079795" y="123403"/>
                </a:lnTo>
                <a:lnTo>
                  <a:pt x="1080681" y="123078"/>
                </a:lnTo>
                <a:lnTo>
                  <a:pt x="1081555" y="122733"/>
                </a:lnTo>
                <a:lnTo>
                  <a:pt x="1082415" y="122368"/>
                </a:lnTo>
                <a:lnTo>
                  <a:pt x="1083261" y="121984"/>
                </a:lnTo>
                <a:lnTo>
                  <a:pt x="1084094" y="121580"/>
                </a:lnTo>
                <a:lnTo>
                  <a:pt x="1084913" y="121156"/>
                </a:lnTo>
                <a:lnTo>
                  <a:pt x="1085720" y="120713"/>
                </a:lnTo>
                <a:lnTo>
                  <a:pt x="1086512" y="120250"/>
                </a:lnTo>
                <a:lnTo>
                  <a:pt x="1087290" y="119768"/>
                </a:lnTo>
                <a:lnTo>
                  <a:pt x="1088054" y="119270"/>
                </a:lnTo>
                <a:lnTo>
                  <a:pt x="1088802" y="118754"/>
                </a:lnTo>
                <a:lnTo>
                  <a:pt x="1089534" y="118222"/>
                </a:lnTo>
                <a:lnTo>
                  <a:pt x="1090252" y="117673"/>
                </a:lnTo>
                <a:lnTo>
                  <a:pt x="1090954" y="117106"/>
                </a:lnTo>
                <a:lnTo>
                  <a:pt x="1091641" y="116523"/>
                </a:lnTo>
                <a:lnTo>
                  <a:pt x="1092313" y="115923"/>
                </a:lnTo>
                <a:lnTo>
                  <a:pt x="1092970" y="115306"/>
                </a:lnTo>
                <a:lnTo>
                  <a:pt x="1093612" y="114672"/>
                </a:lnTo>
                <a:lnTo>
                  <a:pt x="1094238" y="114021"/>
                </a:lnTo>
                <a:lnTo>
                  <a:pt x="1094849" y="113353"/>
                </a:lnTo>
                <a:lnTo>
                  <a:pt x="1095446" y="112668"/>
                </a:lnTo>
                <a:lnTo>
                  <a:pt x="1096026" y="111966"/>
                </a:lnTo>
                <a:lnTo>
                  <a:pt x="1096592" y="111247"/>
                </a:lnTo>
                <a:lnTo>
                  <a:pt x="1097143" y="110512"/>
                </a:lnTo>
                <a:lnTo>
                  <a:pt x="1097678" y="109759"/>
                </a:lnTo>
                <a:lnTo>
                  <a:pt x="1098198" y="108990"/>
                </a:lnTo>
                <a:lnTo>
                  <a:pt x="1098703" y="108203"/>
                </a:lnTo>
                <a:lnTo>
                  <a:pt x="1099193" y="107400"/>
                </a:lnTo>
                <a:lnTo>
                  <a:pt x="1099667" y="106579"/>
                </a:lnTo>
                <a:lnTo>
                  <a:pt x="1100127" y="105742"/>
                </a:lnTo>
                <a:lnTo>
                  <a:pt x="1100571" y="104888"/>
                </a:lnTo>
                <a:lnTo>
                  <a:pt x="1101000" y="104017"/>
                </a:lnTo>
                <a:lnTo>
                  <a:pt x="1101413" y="103130"/>
                </a:lnTo>
                <a:lnTo>
                  <a:pt x="1101808" y="102230"/>
                </a:lnTo>
                <a:lnTo>
                  <a:pt x="1102185" y="101316"/>
                </a:lnTo>
                <a:lnTo>
                  <a:pt x="1102545" y="100387"/>
                </a:lnTo>
                <a:lnTo>
                  <a:pt x="1102888" y="99446"/>
                </a:lnTo>
                <a:lnTo>
                  <a:pt x="1103212" y="98490"/>
                </a:lnTo>
                <a:lnTo>
                  <a:pt x="1103520" y="97520"/>
                </a:lnTo>
                <a:lnTo>
                  <a:pt x="1103809" y="96537"/>
                </a:lnTo>
                <a:lnTo>
                  <a:pt x="1104082" y="95539"/>
                </a:lnTo>
                <a:lnTo>
                  <a:pt x="1104336" y="94528"/>
                </a:lnTo>
                <a:lnTo>
                  <a:pt x="1104573" y="93503"/>
                </a:lnTo>
                <a:lnTo>
                  <a:pt x="1104793" y="92464"/>
                </a:lnTo>
                <a:lnTo>
                  <a:pt x="1104995" y="91411"/>
                </a:lnTo>
                <a:lnTo>
                  <a:pt x="1105179" y="90345"/>
                </a:lnTo>
                <a:lnTo>
                  <a:pt x="1105346" y="89264"/>
                </a:lnTo>
                <a:lnTo>
                  <a:pt x="1105495" y="88170"/>
                </a:lnTo>
                <a:lnTo>
                  <a:pt x="1105627" y="87062"/>
                </a:lnTo>
                <a:lnTo>
                  <a:pt x="1105741" y="85940"/>
                </a:lnTo>
                <a:lnTo>
                  <a:pt x="1105837" y="84804"/>
                </a:lnTo>
                <a:lnTo>
                  <a:pt x="1105916" y="83654"/>
                </a:lnTo>
                <a:lnTo>
                  <a:pt x="1105978" y="82490"/>
                </a:lnTo>
                <a:lnTo>
                  <a:pt x="1106022" y="81313"/>
                </a:lnTo>
                <a:lnTo>
                  <a:pt x="1106048" y="80122"/>
                </a:lnTo>
                <a:lnTo>
                  <a:pt x="1106057" y="78917"/>
                </a:lnTo>
                <a:lnTo>
                  <a:pt x="1106048" y="77681"/>
                </a:lnTo>
                <a:lnTo>
                  <a:pt x="1106022" y="76460"/>
                </a:lnTo>
                <a:lnTo>
                  <a:pt x="1105978" y="75254"/>
                </a:lnTo>
                <a:lnTo>
                  <a:pt x="1105916" y="74063"/>
                </a:lnTo>
                <a:lnTo>
                  <a:pt x="1105837" y="72886"/>
                </a:lnTo>
                <a:lnTo>
                  <a:pt x="1105741" y="71725"/>
                </a:lnTo>
                <a:lnTo>
                  <a:pt x="1105627" y="70578"/>
                </a:lnTo>
                <a:lnTo>
                  <a:pt x="1105495" y="69446"/>
                </a:lnTo>
                <a:lnTo>
                  <a:pt x="1105346" y="68329"/>
                </a:lnTo>
                <a:lnTo>
                  <a:pt x="1105179" y="67226"/>
                </a:lnTo>
                <a:lnTo>
                  <a:pt x="1104995" y="66139"/>
                </a:lnTo>
                <a:lnTo>
                  <a:pt x="1104793" y="65066"/>
                </a:lnTo>
                <a:lnTo>
                  <a:pt x="1104573" y="64008"/>
                </a:lnTo>
                <a:lnTo>
                  <a:pt x="1104336" y="62965"/>
                </a:lnTo>
                <a:lnTo>
                  <a:pt x="1104082" y="61937"/>
                </a:lnTo>
                <a:lnTo>
                  <a:pt x="1103809" y="60923"/>
                </a:lnTo>
                <a:lnTo>
                  <a:pt x="1103520" y="59925"/>
                </a:lnTo>
                <a:lnTo>
                  <a:pt x="1103212" y="58941"/>
                </a:lnTo>
                <a:lnTo>
                  <a:pt x="1102888" y="57972"/>
                </a:lnTo>
                <a:lnTo>
                  <a:pt x="1102545" y="57018"/>
                </a:lnTo>
                <a:lnTo>
                  <a:pt x="1102185" y="56079"/>
                </a:lnTo>
                <a:lnTo>
                  <a:pt x="1101808" y="55154"/>
                </a:lnTo>
                <a:lnTo>
                  <a:pt x="1101413" y="54244"/>
                </a:lnTo>
                <a:lnTo>
                  <a:pt x="1101000" y="53350"/>
                </a:lnTo>
                <a:lnTo>
                  <a:pt x="1100571" y="52471"/>
                </a:lnTo>
                <a:lnTo>
                  <a:pt x="1100127" y="51609"/>
                </a:lnTo>
                <a:lnTo>
                  <a:pt x="1099667" y="50764"/>
                </a:lnTo>
                <a:lnTo>
                  <a:pt x="1099193" y="49937"/>
                </a:lnTo>
                <a:lnTo>
                  <a:pt x="1098703" y="49126"/>
                </a:lnTo>
                <a:lnTo>
                  <a:pt x="1098198" y="48333"/>
                </a:lnTo>
                <a:lnTo>
                  <a:pt x="1097678" y="47556"/>
                </a:lnTo>
                <a:lnTo>
                  <a:pt x="1097143" y="46797"/>
                </a:lnTo>
                <a:lnTo>
                  <a:pt x="1096592" y="46055"/>
                </a:lnTo>
                <a:lnTo>
                  <a:pt x="1096026" y="45330"/>
                </a:lnTo>
                <a:lnTo>
                  <a:pt x="1095446" y="44622"/>
                </a:lnTo>
                <a:lnTo>
                  <a:pt x="1094849" y="43932"/>
                </a:lnTo>
                <a:lnTo>
                  <a:pt x="1094238" y="43258"/>
                </a:lnTo>
                <a:lnTo>
                  <a:pt x="1093612" y="42601"/>
                </a:lnTo>
                <a:lnTo>
                  <a:pt x="1092970" y="41962"/>
                </a:lnTo>
                <a:lnTo>
                  <a:pt x="1092313" y="41340"/>
                </a:lnTo>
                <a:lnTo>
                  <a:pt x="1091641" y="40734"/>
                </a:lnTo>
                <a:lnTo>
                  <a:pt x="1090954" y="40146"/>
                </a:lnTo>
                <a:lnTo>
                  <a:pt x="1090252" y="39575"/>
                </a:lnTo>
                <a:lnTo>
                  <a:pt x="1089534" y="39021"/>
                </a:lnTo>
                <a:lnTo>
                  <a:pt x="1088802" y="38485"/>
                </a:lnTo>
                <a:lnTo>
                  <a:pt x="1088054" y="37965"/>
                </a:lnTo>
                <a:lnTo>
                  <a:pt x="1087290" y="37462"/>
                </a:lnTo>
                <a:lnTo>
                  <a:pt x="1086512" y="36977"/>
                </a:lnTo>
                <a:lnTo>
                  <a:pt x="1085720" y="36510"/>
                </a:lnTo>
                <a:lnTo>
                  <a:pt x="1084913" y="36063"/>
                </a:lnTo>
                <a:lnTo>
                  <a:pt x="1084094" y="35635"/>
                </a:lnTo>
                <a:lnTo>
                  <a:pt x="1083261" y="35228"/>
                </a:lnTo>
                <a:lnTo>
                  <a:pt x="1082415" y="34840"/>
                </a:lnTo>
                <a:lnTo>
                  <a:pt x="1081555" y="34473"/>
                </a:lnTo>
                <a:lnTo>
                  <a:pt x="1080681" y="34125"/>
                </a:lnTo>
                <a:lnTo>
                  <a:pt x="1079795" y="33797"/>
                </a:lnTo>
                <a:lnTo>
                  <a:pt x="1078895" y="33489"/>
                </a:lnTo>
                <a:lnTo>
                  <a:pt x="1077981" y="33201"/>
                </a:lnTo>
                <a:lnTo>
                  <a:pt x="1077054" y="32933"/>
                </a:lnTo>
                <a:lnTo>
                  <a:pt x="1076113" y="32684"/>
                </a:lnTo>
                <a:lnTo>
                  <a:pt x="1075159" y="32456"/>
                </a:lnTo>
                <a:lnTo>
                  <a:pt x="1074192" y="32247"/>
                </a:lnTo>
                <a:lnTo>
                  <a:pt x="1073211" y="32058"/>
                </a:lnTo>
                <a:lnTo>
                  <a:pt x="1072217" y="31889"/>
                </a:lnTo>
                <a:lnTo>
                  <a:pt x="1071209" y="31740"/>
                </a:lnTo>
                <a:lnTo>
                  <a:pt x="1070188" y="31611"/>
                </a:lnTo>
                <a:lnTo>
                  <a:pt x="1069153" y="31502"/>
                </a:lnTo>
                <a:lnTo>
                  <a:pt x="1068105" y="31412"/>
                </a:lnTo>
                <a:lnTo>
                  <a:pt x="1067044" y="31343"/>
                </a:lnTo>
                <a:lnTo>
                  <a:pt x="1065969" y="31293"/>
                </a:lnTo>
                <a:lnTo>
                  <a:pt x="1064880" y="31263"/>
                </a:lnTo>
                <a:lnTo>
                  <a:pt x="1063778" y="31253"/>
                </a:lnTo>
                <a:lnTo>
                  <a:pt x="1062699" y="31263"/>
                </a:lnTo>
                <a:lnTo>
                  <a:pt x="1061633" y="31293"/>
                </a:lnTo>
                <a:lnTo>
                  <a:pt x="1060579" y="31343"/>
                </a:lnTo>
                <a:lnTo>
                  <a:pt x="1059539" y="31412"/>
                </a:lnTo>
                <a:lnTo>
                  <a:pt x="1058511" y="31502"/>
                </a:lnTo>
                <a:lnTo>
                  <a:pt x="1057497" y="31611"/>
                </a:lnTo>
                <a:lnTo>
                  <a:pt x="1056495" y="31740"/>
                </a:lnTo>
                <a:lnTo>
                  <a:pt x="1055507" y="31889"/>
                </a:lnTo>
                <a:lnTo>
                  <a:pt x="1054531" y="32058"/>
                </a:lnTo>
                <a:lnTo>
                  <a:pt x="1053569" y="32247"/>
                </a:lnTo>
                <a:lnTo>
                  <a:pt x="1052619" y="32456"/>
                </a:lnTo>
                <a:lnTo>
                  <a:pt x="1051682" y="32684"/>
                </a:lnTo>
                <a:lnTo>
                  <a:pt x="1050759" y="32933"/>
                </a:lnTo>
                <a:lnTo>
                  <a:pt x="1049848" y="33201"/>
                </a:lnTo>
                <a:lnTo>
                  <a:pt x="1048950" y="33489"/>
                </a:lnTo>
                <a:lnTo>
                  <a:pt x="1048065" y="33797"/>
                </a:lnTo>
                <a:lnTo>
                  <a:pt x="1047194" y="34125"/>
                </a:lnTo>
                <a:lnTo>
                  <a:pt x="1046335" y="34473"/>
                </a:lnTo>
                <a:lnTo>
                  <a:pt x="1045489" y="34840"/>
                </a:lnTo>
                <a:lnTo>
                  <a:pt x="1044656" y="35228"/>
                </a:lnTo>
                <a:lnTo>
                  <a:pt x="1043836" y="35635"/>
                </a:lnTo>
                <a:lnTo>
                  <a:pt x="1043029" y="36063"/>
                </a:lnTo>
                <a:lnTo>
                  <a:pt x="1042235" y="36510"/>
                </a:lnTo>
                <a:lnTo>
                  <a:pt x="1041454" y="36977"/>
                </a:lnTo>
                <a:lnTo>
                  <a:pt x="1040688" y="37462"/>
                </a:lnTo>
                <a:lnTo>
                  <a:pt x="1039936" y="37965"/>
                </a:lnTo>
                <a:lnTo>
                  <a:pt x="1039200" y="38485"/>
                </a:lnTo>
                <a:lnTo>
                  <a:pt x="1038479" y="39021"/>
                </a:lnTo>
                <a:lnTo>
                  <a:pt x="1037774" y="39575"/>
                </a:lnTo>
                <a:lnTo>
                  <a:pt x="1037084" y="40146"/>
                </a:lnTo>
                <a:lnTo>
                  <a:pt x="1036409" y="40734"/>
                </a:lnTo>
                <a:lnTo>
                  <a:pt x="1035749" y="41340"/>
                </a:lnTo>
                <a:lnTo>
                  <a:pt x="1035105" y="41962"/>
                </a:lnTo>
                <a:lnTo>
                  <a:pt x="1034477" y="42601"/>
                </a:lnTo>
                <a:lnTo>
                  <a:pt x="1033863" y="43258"/>
                </a:lnTo>
                <a:lnTo>
                  <a:pt x="1033265" y="43932"/>
                </a:lnTo>
                <a:lnTo>
                  <a:pt x="1032682" y="44622"/>
                </a:lnTo>
                <a:lnTo>
                  <a:pt x="1032115" y="45330"/>
                </a:lnTo>
                <a:lnTo>
                  <a:pt x="1031563" y="46055"/>
                </a:lnTo>
                <a:lnTo>
                  <a:pt x="1031026" y="46797"/>
                </a:lnTo>
                <a:lnTo>
                  <a:pt x="1030505" y="47556"/>
                </a:lnTo>
                <a:lnTo>
                  <a:pt x="1029999" y="48333"/>
                </a:lnTo>
                <a:lnTo>
                  <a:pt x="1029509" y="49126"/>
                </a:lnTo>
                <a:lnTo>
                  <a:pt x="1029033" y="49937"/>
                </a:lnTo>
                <a:lnTo>
                  <a:pt x="1028573" y="50764"/>
                </a:lnTo>
                <a:lnTo>
                  <a:pt x="1028129" y="51609"/>
                </a:lnTo>
                <a:lnTo>
                  <a:pt x="1027699" y="52471"/>
                </a:lnTo>
                <a:lnTo>
                  <a:pt x="1027286" y="53350"/>
                </a:lnTo>
                <a:lnTo>
                  <a:pt x="1026888" y="54244"/>
                </a:lnTo>
                <a:lnTo>
                  <a:pt x="1026507" y="55154"/>
                </a:lnTo>
                <a:lnTo>
                  <a:pt x="1026143" y="56079"/>
                </a:lnTo>
                <a:lnTo>
                  <a:pt x="1025796" y="57018"/>
                </a:lnTo>
                <a:lnTo>
                  <a:pt x="1025466" y="57972"/>
                </a:lnTo>
                <a:lnTo>
                  <a:pt x="1025153" y="58941"/>
                </a:lnTo>
                <a:lnTo>
                  <a:pt x="1024857" y="59925"/>
                </a:lnTo>
                <a:lnTo>
                  <a:pt x="1024577" y="60923"/>
                </a:lnTo>
                <a:lnTo>
                  <a:pt x="1024315" y="61937"/>
                </a:lnTo>
                <a:lnTo>
                  <a:pt x="1024070" y="62965"/>
                </a:lnTo>
                <a:lnTo>
                  <a:pt x="1023841" y="64008"/>
                </a:lnTo>
                <a:lnTo>
                  <a:pt x="1023629" y="65066"/>
                </a:lnTo>
                <a:lnTo>
                  <a:pt x="1023435" y="66139"/>
                </a:lnTo>
                <a:lnTo>
                  <a:pt x="1023257" y="67226"/>
                </a:lnTo>
                <a:lnTo>
                  <a:pt x="1023096" y="68329"/>
                </a:lnTo>
                <a:lnTo>
                  <a:pt x="1022952" y="69446"/>
                </a:lnTo>
                <a:lnTo>
                  <a:pt x="1022825" y="70578"/>
                </a:lnTo>
                <a:lnTo>
                  <a:pt x="1022715" y="71725"/>
                </a:lnTo>
                <a:lnTo>
                  <a:pt x="1022622" y="72886"/>
                </a:lnTo>
                <a:lnTo>
                  <a:pt x="1022546" y="74063"/>
                </a:lnTo>
                <a:lnTo>
                  <a:pt x="1022487" y="75254"/>
                </a:lnTo>
                <a:lnTo>
                  <a:pt x="1022445" y="76460"/>
                </a:lnTo>
                <a:lnTo>
                  <a:pt x="1022419" y="77681"/>
                </a:lnTo>
                <a:lnTo>
                  <a:pt x="1022411" y="78917"/>
                </a:lnTo>
                <a:lnTo>
                  <a:pt x="1022419" y="80122"/>
                </a:lnTo>
                <a:lnTo>
                  <a:pt x="1022445" y="81313"/>
                </a:lnTo>
                <a:lnTo>
                  <a:pt x="1022487" y="82490"/>
                </a:lnTo>
                <a:lnTo>
                  <a:pt x="1022546" y="83654"/>
                </a:lnTo>
                <a:lnTo>
                  <a:pt x="1022622" y="84804"/>
                </a:lnTo>
                <a:lnTo>
                  <a:pt x="1022715" y="85940"/>
                </a:lnTo>
                <a:lnTo>
                  <a:pt x="1022825" y="87062"/>
                </a:lnTo>
                <a:lnTo>
                  <a:pt x="1022952" y="88170"/>
                </a:lnTo>
                <a:lnTo>
                  <a:pt x="1023096" y="89264"/>
                </a:lnTo>
                <a:lnTo>
                  <a:pt x="1023257" y="90345"/>
                </a:lnTo>
                <a:lnTo>
                  <a:pt x="1023435" y="91411"/>
                </a:lnTo>
                <a:lnTo>
                  <a:pt x="1023629" y="92464"/>
                </a:lnTo>
                <a:lnTo>
                  <a:pt x="1023841" y="93503"/>
                </a:lnTo>
                <a:lnTo>
                  <a:pt x="1024070" y="94528"/>
                </a:lnTo>
                <a:lnTo>
                  <a:pt x="1024315" y="95539"/>
                </a:lnTo>
                <a:lnTo>
                  <a:pt x="1024577" y="96537"/>
                </a:lnTo>
                <a:lnTo>
                  <a:pt x="1024857" y="97520"/>
                </a:lnTo>
                <a:lnTo>
                  <a:pt x="1025153" y="98490"/>
                </a:lnTo>
                <a:lnTo>
                  <a:pt x="1025466" y="99446"/>
                </a:lnTo>
                <a:lnTo>
                  <a:pt x="1025796" y="100387"/>
                </a:lnTo>
                <a:lnTo>
                  <a:pt x="1026143" y="101316"/>
                </a:lnTo>
                <a:lnTo>
                  <a:pt x="1026507" y="102230"/>
                </a:lnTo>
                <a:lnTo>
                  <a:pt x="1026888" y="103130"/>
                </a:lnTo>
                <a:lnTo>
                  <a:pt x="1027286" y="104017"/>
                </a:lnTo>
                <a:lnTo>
                  <a:pt x="1027699" y="104888"/>
                </a:lnTo>
                <a:lnTo>
                  <a:pt x="1028129" y="105742"/>
                </a:lnTo>
                <a:lnTo>
                  <a:pt x="1028573" y="106579"/>
                </a:lnTo>
                <a:lnTo>
                  <a:pt x="1029033" y="107400"/>
                </a:lnTo>
                <a:lnTo>
                  <a:pt x="1029509" y="108203"/>
                </a:lnTo>
                <a:lnTo>
                  <a:pt x="1029999" y="108990"/>
                </a:lnTo>
                <a:lnTo>
                  <a:pt x="1030505" y="109759"/>
                </a:lnTo>
                <a:lnTo>
                  <a:pt x="1031026" y="110512"/>
                </a:lnTo>
                <a:lnTo>
                  <a:pt x="1031563" y="111247"/>
                </a:lnTo>
                <a:lnTo>
                  <a:pt x="1032115" y="111966"/>
                </a:lnTo>
                <a:lnTo>
                  <a:pt x="1032682" y="112668"/>
                </a:lnTo>
                <a:lnTo>
                  <a:pt x="1033265" y="113353"/>
                </a:lnTo>
                <a:lnTo>
                  <a:pt x="1033863" y="114021"/>
                </a:lnTo>
                <a:lnTo>
                  <a:pt x="1034477" y="114672"/>
                </a:lnTo>
                <a:lnTo>
                  <a:pt x="1035105" y="115306"/>
                </a:lnTo>
                <a:lnTo>
                  <a:pt x="1035749" y="115923"/>
                </a:lnTo>
                <a:lnTo>
                  <a:pt x="1036409" y="116523"/>
                </a:lnTo>
                <a:lnTo>
                  <a:pt x="1037084" y="117106"/>
                </a:lnTo>
                <a:lnTo>
                  <a:pt x="1037774" y="117673"/>
                </a:lnTo>
                <a:lnTo>
                  <a:pt x="1038479" y="118222"/>
                </a:lnTo>
                <a:lnTo>
                  <a:pt x="1039200" y="118754"/>
                </a:lnTo>
                <a:lnTo>
                  <a:pt x="1039936" y="119270"/>
                </a:lnTo>
                <a:lnTo>
                  <a:pt x="1040688" y="119768"/>
                </a:lnTo>
                <a:lnTo>
                  <a:pt x="1041454" y="120250"/>
                </a:lnTo>
                <a:lnTo>
                  <a:pt x="1042235" y="120713"/>
                </a:lnTo>
                <a:lnTo>
                  <a:pt x="1043029" y="121156"/>
                </a:lnTo>
                <a:lnTo>
                  <a:pt x="1043836" y="121580"/>
                </a:lnTo>
                <a:lnTo>
                  <a:pt x="1044656" y="121984"/>
                </a:lnTo>
                <a:lnTo>
                  <a:pt x="1045489" y="122368"/>
                </a:lnTo>
                <a:lnTo>
                  <a:pt x="1046335" y="122733"/>
                </a:lnTo>
                <a:lnTo>
                  <a:pt x="1047194" y="123078"/>
                </a:lnTo>
                <a:lnTo>
                  <a:pt x="1048065" y="123403"/>
                </a:lnTo>
                <a:lnTo>
                  <a:pt x="1048950" y="123708"/>
                </a:lnTo>
                <a:lnTo>
                  <a:pt x="1049848" y="123994"/>
                </a:lnTo>
                <a:lnTo>
                  <a:pt x="1050759" y="124260"/>
                </a:lnTo>
                <a:lnTo>
                  <a:pt x="1051682" y="124506"/>
                </a:lnTo>
                <a:lnTo>
                  <a:pt x="1052619" y="124733"/>
                </a:lnTo>
                <a:lnTo>
                  <a:pt x="1053569" y="124940"/>
                </a:lnTo>
                <a:lnTo>
                  <a:pt x="1054531" y="125127"/>
                </a:lnTo>
                <a:lnTo>
                  <a:pt x="1055507" y="125294"/>
                </a:lnTo>
                <a:lnTo>
                  <a:pt x="1056495" y="125442"/>
                </a:lnTo>
                <a:lnTo>
                  <a:pt x="1057497" y="125570"/>
                </a:lnTo>
                <a:lnTo>
                  <a:pt x="1058511" y="125679"/>
                </a:lnTo>
                <a:lnTo>
                  <a:pt x="1059539" y="125767"/>
                </a:lnTo>
                <a:lnTo>
                  <a:pt x="1060579" y="125836"/>
                </a:lnTo>
                <a:lnTo>
                  <a:pt x="1061633" y="125886"/>
                </a:lnTo>
                <a:lnTo>
                  <a:pt x="1062699" y="125915"/>
                </a:lnTo>
                <a:lnTo>
                  <a:pt x="1063778" y="125925"/>
                </a:lnTo>
                <a:lnTo>
                  <a:pt x="1064880" y="125915"/>
                </a:lnTo>
                <a:lnTo>
                  <a:pt x="1065969" y="125886"/>
                </a:lnTo>
                <a:lnTo>
                  <a:pt x="1067044" y="125836"/>
                </a:lnTo>
                <a:lnTo>
                  <a:pt x="1068105" y="125767"/>
                </a:lnTo>
                <a:close/>
                <a:moveTo>
                  <a:pt x="1060699" y="113681"/>
                </a:moveTo>
                <a:lnTo>
                  <a:pt x="1059964" y="113611"/>
                </a:lnTo>
                <a:lnTo>
                  <a:pt x="1059242" y="113525"/>
                </a:lnTo>
                <a:lnTo>
                  <a:pt x="1058534" y="113423"/>
                </a:lnTo>
                <a:lnTo>
                  <a:pt x="1057840" y="113306"/>
                </a:lnTo>
                <a:lnTo>
                  <a:pt x="1057160" y="113173"/>
                </a:lnTo>
                <a:lnTo>
                  <a:pt x="1056494" y="113025"/>
                </a:lnTo>
                <a:lnTo>
                  <a:pt x="1055841" y="112861"/>
                </a:lnTo>
                <a:lnTo>
                  <a:pt x="1055202" y="112681"/>
                </a:lnTo>
                <a:lnTo>
                  <a:pt x="1054577" y="112485"/>
                </a:lnTo>
                <a:lnTo>
                  <a:pt x="1053965" y="112274"/>
                </a:lnTo>
                <a:lnTo>
                  <a:pt x="1053367" y="112048"/>
                </a:lnTo>
                <a:lnTo>
                  <a:pt x="1052783" y="111805"/>
                </a:lnTo>
                <a:lnTo>
                  <a:pt x="1052213" y="111548"/>
                </a:lnTo>
                <a:lnTo>
                  <a:pt x="1051657" y="111274"/>
                </a:lnTo>
                <a:lnTo>
                  <a:pt x="1051114" y="110985"/>
                </a:lnTo>
                <a:lnTo>
                  <a:pt x="1050585" y="110680"/>
                </a:lnTo>
                <a:lnTo>
                  <a:pt x="1050070" y="110360"/>
                </a:lnTo>
                <a:lnTo>
                  <a:pt x="1049569" y="110024"/>
                </a:lnTo>
                <a:lnTo>
                  <a:pt x="1049081" y="109672"/>
                </a:lnTo>
                <a:lnTo>
                  <a:pt x="1048607" y="109304"/>
                </a:lnTo>
                <a:lnTo>
                  <a:pt x="1048146" y="108923"/>
                </a:lnTo>
                <a:lnTo>
                  <a:pt x="1047695" y="108530"/>
                </a:lnTo>
                <a:lnTo>
                  <a:pt x="1047255" y="108125"/>
                </a:lnTo>
                <a:lnTo>
                  <a:pt x="1046827" y="107708"/>
                </a:lnTo>
                <a:lnTo>
                  <a:pt x="1046409" y="107279"/>
                </a:lnTo>
                <a:lnTo>
                  <a:pt x="1046002" y="106839"/>
                </a:lnTo>
                <a:lnTo>
                  <a:pt x="1045606" y="106387"/>
                </a:lnTo>
                <a:lnTo>
                  <a:pt x="1045221" y="105922"/>
                </a:lnTo>
                <a:lnTo>
                  <a:pt x="1044846" y="105446"/>
                </a:lnTo>
                <a:lnTo>
                  <a:pt x="1044483" y="104958"/>
                </a:lnTo>
                <a:lnTo>
                  <a:pt x="1044131" y="104459"/>
                </a:lnTo>
                <a:lnTo>
                  <a:pt x="1043789" y="103947"/>
                </a:lnTo>
                <a:lnTo>
                  <a:pt x="1043459" y="103424"/>
                </a:lnTo>
                <a:lnTo>
                  <a:pt x="1043139" y="102888"/>
                </a:lnTo>
                <a:lnTo>
                  <a:pt x="1042830" y="102341"/>
                </a:lnTo>
                <a:lnTo>
                  <a:pt x="1042533" y="101782"/>
                </a:lnTo>
                <a:lnTo>
                  <a:pt x="1042246" y="101211"/>
                </a:lnTo>
                <a:lnTo>
                  <a:pt x="1041970" y="100629"/>
                </a:lnTo>
                <a:lnTo>
                  <a:pt x="1041705" y="100034"/>
                </a:lnTo>
                <a:lnTo>
                  <a:pt x="1041451" y="99428"/>
                </a:lnTo>
                <a:lnTo>
                  <a:pt x="1041207" y="98810"/>
                </a:lnTo>
                <a:lnTo>
                  <a:pt x="1040975" y="98180"/>
                </a:lnTo>
                <a:lnTo>
                  <a:pt x="1040754" y="97538"/>
                </a:lnTo>
                <a:lnTo>
                  <a:pt x="1040543" y="96884"/>
                </a:lnTo>
                <a:lnTo>
                  <a:pt x="1040342" y="96221"/>
                </a:lnTo>
                <a:lnTo>
                  <a:pt x="1040150" y="95550"/>
                </a:lnTo>
                <a:lnTo>
                  <a:pt x="1039967" y="94872"/>
                </a:lnTo>
                <a:lnTo>
                  <a:pt x="1039791" y="94186"/>
                </a:lnTo>
                <a:lnTo>
                  <a:pt x="1039625" y="93493"/>
                </a:lnTo>
                <a:lnTo>
                  <a:pt x="1039467" y="92793"/>
                </a:lnTo>
                <a:lnTo>
                  <a:pt x="1039317" y="92085"/>
                </a:lnTo>
                <a:lnTo>
                  <a:pt x="1039176" y="91370"/>
                </a:lnTo>
                <a:lnTo>
                  <a:pt x="1039044" y="90648"/>
                </a:lnTo>
                <a:lnTo>
                  <a:pt x="1038920" y="89918"/>
                </a:lnTo>
                <a:lnTo>
                  <a:pt x="1038805" y="89180"/>
                </a:lnTo>
                <a:lnTo>
                  <a:pt x="1038698" y="88436"/>
                </a:lnTo>
                <a:lnTo>
                  <a:pt x="1038600" y="87684"/>
                </a:lnTo>
                <a:lnTo>
                  <a:pt x="1038510" y="86924"/>
                </a:lnTo>
                <a:lnTo>
                  <a:pt x="1038429" y="86157"/>
                </a:lnTo>
                <a:lnTo>
                  <a:pt x="1038356" y="85383"/>
                </a:lnTo>
                <a:lnTo>
                  <a:pt x="1038292" y="84601"/>
                </a:lnTo>
                <a:lnTo>
                  <a:pt x="1038237" y="83812"/>
                </a:lnTo>
                <a:lnTo>
                  <a:pt x="1038190" y="83016"/>
                </a:lnTo>
                <a:lnTo>
                  <a:pt x="1038151" y="82212"/>
                </a:lnTo>
                <a:lnTo>
                  <a:pt x="1038121" y="81401"/>
                </a:lnTo>
                <a:lnTo>
                  <a:pt x="1038100" y="80582"/>
                </a:lnTo>
                <a:lnTo>
                  <a:pt x="1038087" y="79756"/>
                </a:lnTo>
                <a:lnTo>
                  <a:pt x="1038083" y="78922"/>
                </a:lnTo>
                <a:lnTo>
                  <a:pt x="1038087" y="78073"/>
                </a:lnTo>
                <a:lnTo>
                  <a:pt x="1038100" y="77231"/>
                </a:lnTo>
                <a:lnTo>
                  <a:pt x="1038121" y="76397"/>
                </a:lnTo>
                <a:lnTo>
                  <a:pt x="1038151" y="75570"/>
                </a:lnTo>
                <a:lnTo>
                  <a:pt x="1038190" y="74751"/>
                </a:lnTo>
                <a:lnTo>
                  <a:pt x="1038237" y="73939"/>
                </a:lnTo>
                <a:lnTo>
                  <a:pt x="1038292" y="73135"/>
                </a:lnTo>
                <a:lnTo>
                  <a:pt x="1038356" y="72338"/>
                </a:lnTo>
                <a:lnTo>
                  <a:pt x="1038429" y="71550"/>
                </a:lnTo>
                <a:lnTo>
                  <a:pt x="1038510" y="70768"/>
                </a:lnTo>
                <a:lnTo>
                  <a:pt x="1038600" y="69994"/>
                </a:lnTo>
                <a:lnTo>
                  <a:pt x="1038698" y="69228"/>
                </a:lnTo>
                <a:lnTo>
                  <a:pt x="1038805" y="68470"/>
                </a:lnTo>
                <a:lnTo>
                  <a:pt x="1038920" y="67719"/>
                </a:lnTo>
                <a:lnTo>
                  <a:pt x="1039044" y="66975"/>
                </a:lnTo>
                <a:lnTo>
                  <a:pt x="1039176" y="66239"/>
                </a:lnTo>
                <a:lnTo>
                  <a:pt x="1039317" y="65511"/>
                </a:lnTo>
                <a:lnTo>
                  <a:pt x="1039467" y="64790"/>
                </a:lnTo>
                <a:lnTo>
                  <a:pt x="1039625" y="64077"/>
                </a:lnTo>
                <a:lnTo>
                  <a:pt x="1039791" y="63371"/>
                </a:lnTo>
                <a:lnTo>
                  <a:pt x="1039967" y="62673"/>
                </a:lnTo>
                <a:lnTo>
                  <a:pt x="1040150" y="61983"/>
                </a:lnTo>
                <a:lnTo>
                  <a:pt x="1040342" y="61300"/>
                </a:lnTo>
                <a:lnTo>
                  <a:pt x="1040543" y="60625"/>
                </a:lnTo>
                <a:lnTo>
                  <a:pt x="1040754" y="59959"/>
                </a:lnTo>
                <a:lnTo>
                  <a:pt x="1040975" y="59306"/>
                </a:lnTo>
                <a:lnTo>
                  <a:pt x="1041207" y="58664"/>
                </a:lnTo>
                <a:lnTo>
                  <a:pt x="1041451" y="58035"/>
                </a:lnTo>
                <a:lnTo>
                  <a:pt x="1041705" y="57417"/>
                </a:lnTo>
                <a:lnTo>
                  <a:pt x="1041970" y="56812"/>
                </a:lnTo>
                <a:lnTo>
                  <a:pt x="1042246" y="56219"/>
                </a:lnTo>
                <a:lnTo>
                  <a:pt x="1042533" y="55637"/>
                </a:lnTo>
                <a:lnTo>
                  <a:pt x="1042830" y="55068"/>
                </a:lnTo>
                <a:lnTo>
                  <a:pt x="1043139" y="54511"/>
                </a:lnTo>
                <a:lnTo>
                  <a:pt x="1043459" y="53965"/>
                </a:lnTo>
                <a:lnTo>
                  <a:pt x="1043789" y="53432"/>
                </a:lnTo>
                <a:lnTo>
                  <a:pt x="1044131" y="52911"/>
                </a:lnTo>
                <a:lnTo>
                  <a:pt x="1044483" y="52402"/>
                </a:lnTo>
                <a:lnTo>
                  <a:pt x="1044846" y="51904"/>
                </a:lnTo>
                <a:lnTo>
                  <a:pt x="1045221" y="51419"/>
                </a:lnTo>
                <a:lnTo>
                  <a:pt x="1045606" y="50946"/>
                </a:lnTo>
                <a:lnTo>
                  <a:pt x="1046002" y="50485"/>
                </a:lnTo>
                <a:lnTo>
                  <a:pt x="1046409" y="50036"/>
                </a:lnTo>
                <a:lnTo>
                  <a:pt x="1046827" y="49599"/>
                </a:lnTo>
                <a:lnTo>
                  <a:pt x="1047255" y="49174"/>
                </a:lnTo>
                <a:lnTo>
                  <a:pt x="1047695" y="48761"/>
                </a:lnTo>
                <a:lnTo>
                  <a:pt x="1048146" y="48360"/>
                </a:lnTo>
                <a:lnTo>
                  <a:pt x="1048607" y="47971"/>
                </a:lnTo>
                <a:lnTo>
                  <a:pt x="1049081" y="47595"/>
                </a:lnTo>
                <a:lnTo>
                  <a:pt x="1049569" y="47236"/>
                </a:lnTo>
                <a:lnTo>
                  <a:pt x="1050070" y="46893"/>
                </a:lnTo>
                <a:lnTo>
                  <a:pt x="1050585" y="46566"/>
                </a:lnTo>
                <a:lnTo>
                  <a:pt x="1051114" y="46254"/>
                </a:lnTo>
                <a:lnTo>
                  <a:pt x="1051657" y="45959"/>
                </a:lnTo>
                <a:lnTo>
                  <a:pt x="1052213" y="45679"/>
                </a:lnTo>
                <a:lnTo>
                  <a:pt x="1052783" y="45416"/>
                </a:lnTo>
                <a:lnTo>
                  <a:pt x="1053367" y="45168"/>
                </a:lnTo>
                <a:lnTo>
                  <a:pt x="1053965" y="44937"/>
                </a:lnTo>
                <a:lnTo>
                  <a:pt x="1054577" y="44721"/>
                </a:lnTo>
                <a:lnTo>
                  <a:pt x="1055202" y="44522"/>
                </a:lnTo>
                <a:lnTo>
                  <a:pt x="1055841" y="44338"/>
                </a:lnTo>
                <a:lnTo>
                  <a:pt x="1056494" y="44170"/>
                </a:lnTo>
                <a:lnTo>
                  <a:pt x="1057160" y="44019"/>
                </a:lnTo>
                <a:lnTo>
                  <a:pt x="1057840" y="43883"/>
                </a:lnTo>
                <a:lnTo>
                  <a:pt x="1058534" y="43763"/>
                </a:lnTo>
                <a:lnTo>
                  <a:pt x="1059242" y="43660"/>
                </a:lnTo>
                <a:lnTo>
                  <a:pt x="1059964" y="43572"/>
                </a:lnTo>
                <a:lnTo>
                  <a:pt x="1060699" y="43500"/>
                </a:lnTo>
                <a:lnTo>
                  <a:pt x="1061448" y="43444"/>
                </a:lnTo>
                <a:lnTo>
                  <a:pt x="1062211" y="43404"/>
                </a:lnTo>
                <a:lnTo>
                  <a:pt x="1062988" y="43380"/>
                </a:lnTo>
                <a:lnTo>
                  <a:pt x="1063778" y="43372"/>
                </a:lnTo>
                <a:lnTo>
                  <a:pt x="1064591" y="43380"/>
                </a:lnTo>
                <a:lnTo>
                  <a:pt x="1065391" y="43404"/>
                </a:lnTo>
                <a:lnTo>
                  <a:pt x="1066176" y="43444"/>
                </a:lnTo>
                <a:lnTo>
                  <a:pt x="1066947" y="43500"/>
                </a:lnTo>
                <a:lnTo>
                  <a:pt x="1067705" y="43572"/>
                </a:lnTo>
                <a:lnTo>
                  <a:pt x="1068448" y="43660"/>
                </a:lnTo>
                <a:lnTo>
                  <a:pt x="1069178" y="43763"/>
                </a:lnTo>
                <a:lnTo>
                  <a:pt x="1069893" y="43883"/>
                </a:lnTo>
                <a:lnTo>
                  <a:pt x="1070595" y="44019"/>
                </a:lnTo>
                <a:lnTo>
                  <a:pt x="1071283" y="44170"/>
                </a:lnTo>
                <a:lnTo>
                  <a:pt x="1071957" y="44338"/>
                </a:lnTo>
                <a:lnTo>
                  <a:pt x="1072617" y="44522"/>
                </a:lnTo>
                <a:lnTo>
                  <a:pt x="1073263" y="44721"/>
                </a:lnTo>
                <a:lnTo>
                  <a:pt x="1073895" y="44937"/>
                </a:lnTo>
                <a:lnTo>
                  <a:pt x="1074513" y="45168"/>
                </a:lnTo>
                <a:lnTo>
                  <a:pt x="1075117" y="45416"/>
                </a:lnTo>
                <a:lnTo>
                  <a:pt x="1075708" y="45679"/>
                </a:lnTo>
                <a:lnTo>
                  <a:pt x="1076284" y="45959"/>
                </a:lnTo>
                <a:lnTo>
                  <a:pt x="1076847" y="46254"/>
                </a:lnTo>
                <a:lnTo>
                  <a:pt x="1077395" y="46566"/>
                </a:lnTo>
                <a:lnTo>
                  <a:pt x="1077930" y="46893"/>
                </a:lnTo>
                <a:lnTo>
                  <a:pt x="1078451" y="47236"/>
                </a:lnTo>
                <a:lnTo>
                  <a:pt x="1078958" y="47595"/>
                </a:lnTo>
                <a:lnTo>
                  <a:pt x="1079451" y="47971"/>
                </a:lnTo>
                <a:lnTo>
                  <a:pt x="1079931" y="48360"/>
                </a:lnTo>
                <a:lnTo>
                  <a:pt x="1080400" y="48761"/>
                </a:lnTo>
                <a:lnTo>
                  <a:pt x="1080857" y="49174"/>
                </a:lnTo>
                <a:lnTo>
                  <a:pt x="1081303" y="49599"/>
                </a:lnTo>
                <a:lnTo>
                  <a:pt x="1081738" y="50036"/>
                </a:lnTo>
                <a:lnTo>
                  <a:pt x="1082161" y="50485"/>
                </a:lnTo>
                <a:lnTo>
                  <a:pt x="1082573" y="50946"/>
                </a:lnTo>
                <a:lnTo>
                  <a:pt x="1082974" y="51419"/>
                </a:lnTo>
                <a:lnTo>
                  <a:pt x="1083363" y="51904"/>
                </a:lnTo>
                <a:lnTo>
                  <a:pt x="1083741" y="52402"/>
                </a:lnTo>
                <a:lnTo>
                  <a:pt x="1084107" y="52911"/>
                </a:lnTo>
                <a:lnTo>
                  <a:pt x="1084462" y="53432"/>
                </a:lnTo>
                <a:lnTo>
                  <a:pt x="1084806" y="53965"/>
                </a:lnTo>
                <a:lnTo>
                  <a:pt x="1085138" y="54511"/>
                </a:lnTo>
                <a:lnTo>
                  <a:pt x="1085459" y="55068"/>
                </a:lnTo>
                <a:lnTo>
                  <a:pt x="1085768" y="55637"/>
                </a:lnTo>
                <a:lnTo>
                  <a:pt x="1086066" y="56219"/>
                </a:lnTo>
                <a:lnTo>
                  <a:pt x="1086353" y="56812"/>
                </a:lnTo>
                <a:lnTo>
                  <a:pt x="1086628" y="57417"/>
                </a:lnTo>
                <a:lnTo>
                  <a:pt x="1086892" y="58035"/>
                </a:lnTo>
                <a:lnTo>
                  <a:pt x="1087144" y="58664"/>
                </a:lnTo>
                <a:lnTo>
                  <a:pt x="1087385" y="59306"/>
                </a:lnTo>
                <a:lnTo>
                  <a:pt x="1087615" y="59959"/>
                </a:lnTo>
                <a:lnTo>
                  <a:pt x="1087833" y="60625"/>
                </a:lnTo>
                <a:lnTo>
                  <a:pt x="1088042" y="61300"/>
                </a:lnTo>
                <a:lnTo>
                  <a:pt x="1088241" y="61983"/>
                </a:lnTo>
                <a:lnTo>
                  <a:pt x="1088431" y="62673"/>
                </a:lnTo>
                <a:lnTo>
                  <a:pt x="1088613" y="63371"/>
                </a:lnTo>
                <a:lnTo>
                  <a:pt x="1088786" y="64077"/>
                </a:lnTo>
                <a:lnTo>
                  <a:pt x="1088950" y="64790"/>
                </a:lnTo>
                <a:lnTo>
                  <a:pt x="1089105" y="65511"/>
                </a:lnTo>
                <a:lnTo>
                  <a:pt x="1089251" y="66239"/>
                </a:lnTo>
                <a:lnTo>
                  <a:pt x="1089388" y="66975"/>
                </a:lnTo>
                <a:lnTo>
                  <a:pt x="1089517" y="67719"/>
                </a:lnTo>
                <a:lnTo>
                  <a:pt x="1089636" y="68470"/>
                </a:lnTo>
                <a:lnTo>
                  <a:pt x="1089747" y="69228"/>
                </a:lnTo>
                <a:lnTo>
                  <a:pt x="1089849" y="69994"/>
                </a:lnTo>
                <a:lnTo>
                  <a:pt x="1089942" y="70768"/>
                </a:lnTo>
                <a:lnTo>
                  <a:pt x="1090026" y="71550"/>
                </a:lnTo>
                <a:lnTo>
                  <a:pt x="1090101" y="72338"/>
                </a:lnTo>
                <a:lnTo>
                  <a:pt x="1090168" y="73135"/>
                </a:lnTo>
                <a:lnTo>
                  <a:pt x="1090225" y="73939"/>
                </a:lnTo>
                <a:lnTo>
                  <a:pt x="1090274" y="74751"/>
                </a:lnTo>
                <a:lnTo>
                  <a:pt x="1090314" y="75570"/>
                </a:lnTo>
                <a:lnTo>
                  <a:pt x="1090345" y="76397"/>
                </a:lnTo>
                <a:lnTo>
                  <a:pt x="1090367" y="77231"/>
                </a:lnTo>
                <a:lnTo>
                  <a:pt x="1090380" y="78073"/>
                </a:lnTo>
                <a:lnTo>
                  <a:pt x="1090385" y="78922"/>
                </a:lnTo>
                <a:lnTo>
                  <a:pt x="1090380" y="79756"/>
                </a:lnTo>
                <a:lnTo>
                  <a:pt x="1090367" y="80582"/>
                </a:lnTo>
                <a:lnTo>
                  <a:pt x="1090345" y="81401"/>
                </a:lnTo>
                <a:lnTo>
                  <a:pt x="1090314" y="82212"/>
                </a:lnTo>
                <a:lnTo>
                  <a:pt x="1090274" y="83016"/>
                </a:lnTo>
                <a:lnTo>
                  <a:pt x="1090225" y="83812"/>
                </a:lnTo>
                <a:lnTo>
                  <a:pt x="1090168" y="84601"/>
                </a:lnTo>
                <a:lnTo>
                  <a:pt x="1090101" y="85383"/>
                </a:lnTo>
                <a:lnTo>
                  <a:pt x="1090026" y="86157"/>
                </a:lnTo>
                <a:lnTo>
                  <a:pt x="1089942" y="86924"/>
                </a:lnTo>
                <a:lnTo>
                  <a:pt x="1089849" y="87684"/>
                </a:lnTo>
                <a:lnTo>
                  <a:pt x="1089747" y="88436"/>
                </a:lnTo>
                <a:lnTo>
                  <a:pt x="1089636" y="89180"/>
                </a:lnTo>
                <a:lnTo>
                  <a:pt x="1089517" y="89918"/>
                </a:lnTo>
                <a:lnTo>
                  <a:pt x="1089388" y="90648"/>
                </a:lnTo>
                <a:lnTo>
                  <a:pt x="1089251" y="91370"/>
                </a:lnTo>
                <a:lnTo>
                  <a:pt x="1089105" y="92085"/>
                </a:lnTo>
                <a:lnTo>
                  <a:pt x="1088950" y="92793"/>
                </a:lnTo>
                <a:lnTo>
                  <a:pt x="1088786" y="93493"/>
                </a:lnTo>
                <a:lnTo>
                  <a:pt x="1088613" y="94186"/>
                </a:lnTo>
                <a:lnTo>
                  <a:pt x="1088431" y="94872"/>
                </a:lnTo>
                <a:lnTo>
                  <a:pt x="1088241" y="95550"/>
                </a:lnTo>
                <a:lnTo>
                  <a:pt x="1088042" y="96221"/>
                </a:lnTo>
                <a:lnTo>
                  <a:pt x="1087833" y="96884"/>
                </a:lnTo>
                <a:lnTo>
                  <a:pt x="1087615" y="97538"/>
                </a:lnTo>
                <a:lnTo>
                  <a:pt x="1087385" y="98180"/>
                </a:lnTo>
                <a:lnTo>
                  <a:pt x="1087144" y="98810"/>
                </a:lnTo>
                <a:lnTo>
                  <a:pt x="1086892" y="99428"/>
                </a:lnTo>
                <a:lnTo>
                  <a:pt x="1086628" y="100034"/>
                </a:lnTo>
                <a:lnTo>
                  <a:pt x="1086353" y="100629"/>
                </a:lnTo>
                <a:lnTo>
                  <a:pt x="1086066" y="101211"/>
                </a:lnTo>
                <a:lnTo>
                  <a:pt x="1085768" y="101782"/>
                </a:lnTo>
                <a:lnTo>
                  <a:pt x="1085459" y="102341"/>
                </a:lnTo>
                <a:lnTo>
                  <a:pt x="1085138" y="102888"/>
                </a:lnTo>
                <a:lnTo>
                  <a:pt x="1084806" y="103424"/>
                </a:lnTo>
                <a:lnTo>
                  <a:pt x="1084462" y="103947"/>
                </a:lnTo>
                <a:lnTo>
                  <a:pt x="1084107" y="104459"/>
                </a:lnTo>
                <a:lnTo>
                  <a:pt x="1083741" y="104958"/>
                </a:lnTo>
                <a:lnTo>
                  <a:pt x="1083363" y="105446"/>
                </a:lnTo>
                <a:lnTo>
                  <a:pt x="1082974" y="105922"/>
                </a:lnTo>
                <a:lnTo>
                  <a:pt x="1082573" y="106387"/>
                </a:lnTo>
                <a:lnTo>
                  <a:pt x="1082161" y="106839"/>
                </a:lnTo>
                <a:lnTo>
                  <a:pt x="1081738" y="107279"/>
                </a:lnTo>
                <a:lnTo>
                  <a:pt x="1081303" y="107708"/>
                </a:lnTo>
                <a:lnTo>
                  <a:pt x="1080857" y="108125"/>
                </a:lnTo>
                <a:lnTo>
                  <a:pt x="1080400" y="108530"/>
                </a:lnTo>
                <a:lnTo>
                  <a:pt x="1079931" y="108923"/>
                </a:lnTo>
                <a:lnTo>
                  <a:pt x="1079451" y="109304"/>
                </a:lnTo>
                <a:lnTo>
                  <a:pt x="1078958" y="109672"/>
                </a:lnTo>
                <a:lnTo>
                  <a:pt x="1078451" y="110024"/>
                </a:lnTo>
                <a:lnTo>
                  <a:pt x="1077930" y="110360"/>
                </a:lnTo>
                <a:lnTo>
                  <a:pt x="1077395" y="110680"/>
                </a:lnTo>
                <a:lnTo>
                  <a:pt x="1076847" y="110985"/>
                </a:lnTo>
                <a:lnTo>
                  <a:pt x="1076284" y="111274"/>
                </a:lnTo>
                <a:lnTo>
                  <a:pt x="1075708" y="111548"/>
                </a:lnTo>
                <a:lnTo>
                  <a:pt x="1075117" y="111805"/>
                </a:lnTo>
                <a:lnTo>
                  <a:pt x="1074513" y="112048"/>
                </a:lnTo>
                <a:lnTo>
                  <a:pt x="1073895" y="112274"/>
                </a:lnTo>
                <a:lnTo>
                  <a:pt x="1073263" y="112485"/>
                </a:lnTo>
                <a:lnTo>
                  <a:pt x="1072617" y="112681"/>
                </a:lnTo>
                <a:lnTo>
                  <a:pt x="1071957" y="112861"/>
                </a:lnTo>
                <a:lnTo>
                  <a:pt x="1071283" y="113025"/>
                </a:lnTo>
                <a:lnTo>
                  <a:pt x="1070595" y="113173"/>
                </a:lnTo>
                <a:lnTo>
                  <a:pt x="1069893" y="113306"/>
                </a:lnTo>
                <a:lnTo>
                  <a:pt x="1069178" y="113423"/>
                </a:lnTo>
                <a:lnTo>
                  <a:pt x="1068448" y="113525"/>
                </a:lnTo>
                <a:lnTo>
                  <a:pt x="1067705" y="113611"/>
                </a:lnTo>
                <a:lnTo>
                  <a:pt x="1066947" y="113681"/>
                </a:lnTo>
                <a:lnTo>
                  <a:pt x="1066176" y="113736"/>
                </a:lnTo>
                <a:lnTo>
                  <a:pt x="1065391" y="113775"/>
                </a:lnTo>
                <a:lnTo>
                  <a:pt x="1064591" y="113798"/>
                </a:lnTo>
                <a:lnTo>
                  <a:pt x="1063778" y="113806"/>
                </a:lnTo>
                <a:lnTo>
                  <a:pt x="1062988" y="113798"/>
                </a:lnTo>
                <a:lnTo>
                  <a:pt x="1062211" y="113775"/>
                </a:lnTo>
                <a:lnTo>
                  <a:pt x="1061448" y="113736"/>
                </a:lnTo>
                <a:lnTo>
                  <a:pt x="1060699" y="113681"/>
                </a:lnTo>
                <a:close/>
                <a:moveTo>
                  <a:pt x="1275674" y="125819"/>
                </a:moveTo>
                <a:lnTo>
                  <a:pt x="1276561" y="125760"/>
                </a:lnTo>
                <a:lnTo>
                  <a:pt x="1277437" y="125687"/>
                </a:lnTo>
                <a:lnTo>
                  <a:pt x="1278303" y="125601"/>
                </a:lnTo>
                <a:lnTo>
                  <a:pt x="1279159" y="125502"/>
                </a:lnTo>
                <a:lnTo>
                  <a:pt x="1280004" y="125390"/>
                </a:lnTo>
                <a:lnTo>
                  <a:pt x="1280839" y="125265"/>
                </a:lnTo>
                <a:lnTo>
                  <a:pt x="1281663" y="125126"/>
                </a:lnTo>
                <a:lnTo>
                  <a:pt x="1282477" y="124974"/>
                </a:lnTo>
                <a:lnTo>
                  <a:pt x="1283281" y="124809"/>
                </a:lnTo>
                <a:lnTo>
                  <a:pt x="1284074" y="124630"/>
                </a:lnTo>
                <a:lnTo>
                  <a:pt x="1284856" y="124439"/>
                </a:lnTo>
                <a:lnTo>
                  <a:pt x="1285628" y="124234"/>
                </a:lnTo>
                <a:lnTo>
                  <a:pt x="1286390" y="124016"/>
                </a:lnTo>
                <a:lnTo>
                  <a:pt x="1287141" y="123785"/>
                </a:lnTo>
                <a:lnTo>
                  <a:pt x="1287882" y="123541"/>
                </a:lnTo>
                <a:lnTo>
                  <a:pt x="1288613" y="123283"/>
                </a:lnTo>
                <a:lnTo>
                  <a:pt x="1289332" y="123012"/>
                </a:lnTo>
                <a:lnTo>
                  <a:pt x="1290042" y="122728"/>
                </a:lnTo>
                <a:lnTo>
                  <a:pt x="1290741" y="122431"/>
                </a:lnTo>
                <a:lnTo>
                  <a:pt x="1291430" y="122121"/>
                </a:lnTo>
                <a:lnTo>
                  <a:pt x="1292107" y="121798"/>
                </a:lnTo>
                <a:lnTo>
                  <a:pt x="1292771" y="121464"/>
                </a:lnTo>
                <a:lnTo>
                  <a:pt x="1293423" y="121119"/>
                </a:lnTo>
                <a:lnTo>
                  <a:pt x="1294062" y="120763"/>
                </a:lnTo>
                <a:lnTo>
                  <a:pt x="1294688" y="120396"/>
                </a:lnTo>
                <a:lnTo>
                  <a:pt x="1295302" y="120018"/>
                </a:lnTo>
                <a:lnTo>
                  <a:pt x="1295903" y="119628"/>
                </a:lnTo>
                <a:lnTo>
                  <a:pt x="1296492" y="119228"/>
                </a:lnTo>
                <a:lnTo>
                  <a:pt x="1297068" y="118816"/>
                </a:lnTo>
                <a:lnTo>
                  <a:pt x="1297631" y="118394"/>
                </a:lnTo>
                <a:lnTo>
                  <a:pt x="1298181" y="117960"/>
                </a:lnTo>
                <a:lnTo>
                  <a:pt x="1298719" y="117515"/>
                </a:lnTo>
                <a:lnTo>
                  <a:pt x="1299244" y="117059"/>
                </a:lnTo>
                <a:lnTo>
                  <a:pt x="1299757" y="116592"/>
                </a:lnTo>
                <a:lnTo>
                  <a:pt x="1300257" y="116114"/>
                </a:lnTo>
                <a:lnTo>
                  <a:pt x="1300744" y="115625"/>
                </a:lnTo>
                <a:lnTo>
                  <a:pt x="1301218" y="115125"/>
                </a:lnTo>
                <a:lnTo>
                  <a:pt x="1301680" y="114613"/>
                </a:lnTo>
                <a:lnTo>
                  <a:pt x="1302130" y="114091"/>
                </a:lnTo>
                <a:lnTo>
                  <a:pt x="1302566" y="113557"/>
                </a:lnTo>
                <a:lnTo>
                  <a:pt x="1302990" y="113012"/>
                </a:lnTo>
                <a:lnTo>
                  <a:pt x="1303401" y="112457"/>
                </a:lnTo>
                <a:lnTo>
                  <a:pt x="1303800" y="111890"/>
                </a:lnTo>
                <a:lnTo>
                  <a:pt x="1304186" y="111312"/>
                </a:lnTo>
                <a:lnTo>
                  <a:pt x="1304558" y="110724"/>
                </a:lnTo>
                <a:lnTo>
                  <a:pt x="1304916" y="110126"/>
                </a:lnTo>
                <a:lnTo>
                  <a:pt x="1305258" y="109520"/>
                </a:lnTo>
                <a:lnTo>
                  <a:pt x="1305586" y="108904"/>
                </a:lnTo>
                <a:lnTo>
                  <a:pt x="1305899" y="108278"/>
                </a:lnTo>
                <a:lnTo>
                  <a:pt x="1306196" y="107644"/>
                </a:lnTo>
                <a:lnTo>
                  <a:pt x="1306479" y="107000"/>
                </a:lnTo>
                <a:lnTo>
                  <a:pt x="1306748" y="106347"/>
                </a:lnTo>
                <a:lnTo>
                  <a:pt x="1307001" y="105684"/>
                </a:lnTo>
                <a:lnTo>
                  <a:pt x="1307239" y="105012"/>
                </a:lnTo>
                <a:lnTo>
                  <a:pt x="1307463" y="104331"/>
                </a:lnTo>
                <a:lnTo>
                  <a:pt x="1307671" y="103641"/>
                </a:lnTo>
                <a:lnTo>
                  <a:pt x="1307865" y="102941"/>
                </a:lnTo>
                <a:lnTo>
                  <a:pt x="1308044" y="102232"/>
                </a:lnTo>
                <a:lnTo>
                  <a:pt x="1308208" y="101514"/>
                </a:lnTo>
                <a:lnTo>
                  <a:pt x="1308357" y="100787"/>
                </a:lnTo>
                <a:lnTo>
                  <a:pt x="1308492" y="100050"/>
                </a:lnTo>
                <a:lnTo>
                  <a:pt x="1308611" y="99304"/>
                </a:lnTo>
                <a:lnTo>
                  <a:pt x="1308716" y="98548"/>
                </a:lnTo>
                <a:lnTo>
                  <a:pt x="1308805" y="97783"/>
                </a:lnTo>
                <a:lnTo>
                  <a:pt x="1308880" y="97009"/>
                </a:lnTo>
                <a:lnTo>
                  <a:pt x="1308940" y="96226"/>
                </a:lnTo>
                <a:lnTo>
                  <a:pt x="1308985" y="95434"/>
                </a:lnTo>
                <a:lnTo>
                  <a:pt x="1309015" y="94632"/>
                </a:lnTo>
                <a:lnTo>
                  <a:pt x="1293981" y="94632"/>
                </a:lnTo>
                <a:lnTo>
                  <a:pt x="1293949" y="95414"/>
                </a:lnTo>
                <a:lnTo>
                  <a:pt x="1293897" y="96181"/>
                </a:lnTo>
                <a:lnTo>
                  <a:pt x="1293827" y="96933"/>
                </a:lnTo>
                <a:lnTo>
                  <a:pt x="1293738" y="97669"/>
                </a:lnTo>
                <a:lnTo>
                  <a:pt x="1293630" y="98389"/>
                </a:lnTo>
                <a:lnTo>
                  <a:pt x="1293503" y="99094"/>
                </a:lnTo>
                <a:lnTo>
                  <a:pt x="1293356" y="99784"/>
                </a:lnTo>
                <a:lnTo>
                  <a:pt x="1293191" y="100458"/>
                </a:lnTo>
                <a:lnTo>
                  <a:pt x="1293007" y="101117"/>
                </a:lnTo>
                <a:lnTo>
                  <a:pt x="1292804" y="101760"/>
                </a:lnTo>
                <a:lnTo>
                  <a:pt x="1292582" y="102388"/>
                </a:lnTo>
                <a:lnTo>
                  <a:pt x="1292341" y="103000"/>
                </a:lnTo>
                <a:lnTo>
                  <a:pt x="1292081" y="103597"/>
                </a:lnTo>
                <a:lnTo>
                  <a:pt x="1291802" y="104179"/>
                </a:lnTo>
                <a:lnTo>
                  <a:pt x="1291504" y="104744"/>
                </a:lnTo>
                <a:lnTo>
                  <a:pt x="1291187" y="105295"/>
                </a:lnTo>
                <a:lnTo>
                  <a:pt x="1290851" y="105830"/>
                </a:lnTo>
                <a:lnTo>
                  <a:pt x="1290496" y="106350"/>
                </a:lnTo>
                <a:lnTo>
                  <a:pt x="1290122" y="106854"/>
                </a:lnTo>
                <a:lnTo>
                  <a:pt x="1289729" y="107342"/>
                </a:lnTo>
                <a:lnTo>
                  <a:pt x="1289317" y="107815"/>
                </a:lnTo>
                <a:lnTo>
                  <a:pt x="1288886" y="108273"/>
                </a:lnTo>
                <a:lnTo>
                  <a:pt x="1288436" y="108715"/>
                </a:lnTo>
                <a:lnTo>
                  <a:pt x="1287967" y="109142"/>
                </a:lnTo>
                <a:lnTo>
                  <a:pt x="1287481" y="109552"/>
                </a:lnTo>
                <a:lnTo>
                  <a:pt x="1286979" y="109945"/>
                </a:lnTo>
                <a:lnTo>
                  <a:pt x="1286462" y="110321"/>
                </a:lnTo>
                <a:lnTo>
                  <a:pt x="1285930" y="110679"/>
                </a:lnTo>
                <a:lnTo>
                  <a:pt x="1285381" y="111019"/>
                </a:lnTo>
                <a:lnTo>
                  <a:pt x="1284818" y="111342"/>
                </a:lnTo>
                <a:lnTo>
                  <a:pt x="1284239" y="111648"/>
                </a:lnTo>
                <a:lnTo>
                  <a:pt x="1283644" y="111936"/>
                </a:lnTo>
                <a:lnTo>
                  <a:pt x="1283034" y="112206"/>
                </a:lnTo>
                <a:lnTo>
                  <a:pt x="1282408" y="112460"/>
                </a:lnTo>
                <a:lnTo>
                  <a:pt x="1281767" y="112695"/>
                </a:lnTo>
                <a:lnTo>
                  <a:pt x="1281111" y="112914"/>
                </a:lnTo>
                <a:lnTo>
                  <a:pt x="1280438" y="113114"/>
                </a:lnTo>
                <a:lnTo>
                  <a:pt x="1279751" y="113298"/>
                </a:lnTo>
                <a:lnTo>
                  <a:pt x="1279048" y="113464"/>
                </a:lnTo>
                <a:lnTo>
                  <a:pt x="1278329" y="113612"/>
                </a:lnTo>
                <a:lnTo>
                  <a:pt x="1277595" y="113743"/>
                </a:lnTo>
                <a:lnTo>
                  <a:pt x="1276845" y="113856"/>
                </a:lnTo>
                <a:lnTo>
                  <a:pt x="1276080" y="113952"/>
                </a:lnTo>
                <a:lnTo>
                  <a:pt x="1275299" y="114031"/>
                </a:lnTo>
                <a:lnTo>
                  <a:pt x="1274503" y="114092"/>
                </a:lnTo>
                <a:lnTo>
                  <a:pt x="1273691" y="114136"/>
                </a:lnTo>
                <a:lnTo>
                  <a:pt x="1272864" y="114162"/>
                </a:lnTo>
                <a:lnTo>
                  <a:pt x="1272021" y="114171"/>
                </a:lnTo>
                <a:lnTo>
                  <a:pt x="1271231" y="114163"/>
                </a:lnTo>
                <a:lnTo>
                  <a:pt x="1270453" y="114139"/>
                </a:lnTo>
                <a:lnTo>
                  <a:pt x="1269688" y="114099"/>
                </a:lnTo>
                <a:lnTo>
                  <a:pt x="1268936" y="114044"/>
                </a:lnTo>
                <a:lnTo>
                  <a:pt x="1268197" y="113973"/>
                </a:lnTo>
                <a:lnTo>
                  <a:pt x="1267471" y="113886"/>
                </a:lnTo>
                <a:lnTo>
                  <a:pt x="1266758" y="113783"/>
                </a:lnTo>
                <a:lnTo>
                  <a:pt x="1266058" y="113664"/>
                </a:lnTo>
                <a:lnTo>
                  <a:pt x="1265371" y="113529"/>
                </a:lnTo>
                <a:lnTo>
                  <a:pt x="1264697" y="113379"/>
                </a:lnTo>
                <a:lnTo>
                  <a:pt x="1264036" y="113212"/>
                </a:lnTo>
                <a:lnTo>
                  <a:pt x="1263388" y="113030"/>
                </a:lnTo>
                <a:lnTo>
                  <a:pt x="1262753" y="112832"/>
                </a:lnTo>
                <a:lnTo>
                  <a:pt x="1262131" y="112619"/>
                </a:lnTo>
                <a:lnTo>
                  <a:pt x="1261522" y="112389"/>
                </a:lnTo>
                <a:lnTo>
                  <a:pt x="1260925" y="112143"/>
                </a:lnTo>
                <a:lnTo>
                  <a:pt x="1260342" y="111882"/>
                </a:lnTo>
                <a:lnTo>
                  <a:pt x="1259772" y="111605"/>
                </a:lnTo>
                <a:lnTo>
                  <a:pt x="1259215" y="111312"/>
                </a:lnTo>
                <a:lnTo>
                  <a:pt x="1258670" y="111003"/>
                </a:lnTo>
                <a:lnTo>
                  <a:pt x="1258139" y="110678"/>
                </a:lnTo>
                <a:lnTo>
                  <a:pt x="1257620" y="110338"/>
                </a:lnTo>
                <a:lnTo>
                  <a:pt x="1257115" y="109981"/>
                </a:lnTo>
                <a:lnTo>
                  <a:pt x="1256623" y="109609"/>
                </a:lnTo>
                <a:lnTo>
                  <a:pt x="1256142" y="109224"/>
                </a:lnTo>
                <a:lnTo>
                  <a:pt x="1255672" y="108828"/>
                </a:lnTo>
                <a:lnTo>
                  <a:pt x="1255214" y="108422"/>
                </a:lnTo>
                <a:lnTo>
                  <a:pt x="1254766" y="108005"/>
                </a:lnTo>
                <a:lnTo>
                  <a:pt x="1254329" y="107579"/>
                </a:lnTo>
                <a:lnTo>
                  <a:pt x="1253903" y="107141"/>
                </a:lnTo>
                <a:lnTo>
                  <a:pt x="1253488" y="106694"/>
                </a:lnTo>
                <a:lnTo>
                  <a:pt x="1253084" y="106236"/>
                </a:lnTo>
                <a:lnTo>
                  <a:pt x="1252691" y="105767"/>
                </a:lnTo>
                <a:lnTo>
                  <a:pt x="1252309" y="105288"/>
                </a:lnTo>
                <a:lnTo>
                  <a:pt x="1251937" y="104799"/>
                </a:lnTo>
                <a:lnTo>
                  <a:pt x="1251577" y="104299"/>
                </a:lnTo>
                <a:lnTo>
                  <a:pt x="1251227" y="103789"/>
                </a:lnTo>
                <a:lnTo>
                  <a:pt x="1250889" y="103269"/>
                </a:lnTo>
                <a:lnTo>
                  <a:pt x="1250561" y="102738"/>
                </a:lnTo>
                <a:lnTo>
                  <a:pt x="1250244" y="102197"/>
                </a:lnTo>
                <a:lnTo>
                  <a:pt x="1249938" y="101645"/>
                </a:lnTo>
                <a:lnTo>
                  <a:pt x="1249643" y="101083"/>
                </a:lnTo>
                <a:lnTo>
                  <a:pt x="1249359" y="100511"/>
                </a:lnTo>
                <a:lnTo>
                  <a:pt x="1249086" y="99928"/>
                </a:lnTo>
                <a:lnTo>
                  <a:pt x="1248824" y="99335"/>
                </a:lnTo>
                <a:lnTo>
                  <a:pt x="1248573" y="98732"/>
                </a:lnTo>
                <a:lnTo>
                  <a:pt x="1248332" y="98118"/>
                </a:lnTo>
                <a:lnTo>
                  <a:pt x="1248103" y="97493"/>
                </a:lnTo>
                <a:lnTo>
                  <a:pt x="1247884" y="96861"/>
                </a:lnTo>
                <a:lnTo>
                  <a:pt x="1247673" y="96224"/>
                </a:lnTo>
                <a:lnTo>
                  <a:pt x="1247472" y="95582"/>
                </a:lnTo>
                <a:lnTo>
                  <a:pt x="1247279" y="94934"/>
                </a:lnTo>
                <a:lnTo>
                  <a:pt x="1247096" y="94282"/>
                </a:lnTo>
                <a:lnTo>
                  <a:pt x="1246921" y="93624"/>
                </a:lnTo>
                <a:lnTo>
                  <a:pt x="1246756" y="92961"/>
                </a:lnTo>
                <a:lnTo>
                  <a:pt x="1246600" y="92294"/>
                </a:lnTo>
                <a:lnTo>
                  <a:pt x="1246452" y="91621"/>
                </a:lnTo>
                <a:lnTo>
                  <a:pt x="1246314" y="90943"/>
                </a:lnTo>
                <a:lnTo>
                  <a:pt x="1246185" y="90259"/>
                </a:lnTo>
                <a:lnTo>
                  <a:pt x="1246064" y="89571"/>
                </a:lnTo>
                <a:lnTo>
                  <a:pt x="1245953" y="88878"/>
                </a:lnTo>
                <a:lnTo>
                  <a:pt x="1245851" y="88179"/>
                </a:lnTo>
                <a:lnTo>
                  <a:pt x="1245757" y="87475"/>
                </a:lnTo>
                <a:lnTo>
                  <a:pt x="1245673" y="86767"/>
                </a:lnTo>
                <a:lnTo>
                  <a:pt x="1245598" y="86053"/>
                </a:lnTo>
                <a:lnTo>
                  <a:pt x="1245532" y="85334"/>
                </a:lnTo>
                <a:lnTo>
                  <a:pt x="1245475" y="84610"/>
                </a:lnTo>
                <a:lnTo>
                  <a:pt x="1245426" y="83881"/>
                </a:lnTo>
                <a:lnTo>
                  <a:pt x="1245387" y="83146"/>
                </a:lnTo>
                <a:lnTo>
                  <a:pt x="1245357" y="82407"/>
                </a:lnTo>
                <a:lnTo>
                  <a:pt x="1245336" y="81662"/>
                </a:lnTo>
                <a:lnTo>
                  <a:pt x="1245324" y="80913"/>
                </a:lnTo>
                <a:lnTo>
                  <a:pt x="1308560" y="80913"/>
                </a:lnTo>
                <a:lnTo>
                  <a:pt x="1308575" y="80841"/>
                </a:lnTo>
                <a:lnTo>
                  <a:pt x="1308590" y="80765"/>
                </a:lnTo>
                <a:lnTo>
                  <a:pt x="1308604" y="80685"/>
                </a:lnTo>
                <a:lnTo>
                  <a:pt x="1308618" y="80602"/>
                </a:lnTo>
                <a:lnTo>
                  <a:pt x="1308632" y="80515"/>
                </a:lnTo>
                <a:lnTo>
                  <a:pt x="1308645" y="80424"/>
                </a:lnTo>
                <a:lnTo>
                  <a:pt x="1308658" y="80329"/>
                </a:lnTo>
                <a:lnTo>
                  <a:pt x="1308671" y="80231"/>
                </a:lnTo>
                <a:lnTo>
                  <a:pt x="1308684" y="80129"/>
                </a:lnTo>
                <a:lnTo>
                  <a:pt x="1308696" y="80023"/>
                </a:lnTo>
                <a:lnTo>
                  <a:pt x="1308708" y="79914"/>
                </a:lnTo>
                <a:lnTo>
                  <a:pt x="1308719" y="79801"/>
                </a:lnTo>
                <a:lnTo>
                  <a:pt x="1308730" y="79684"/>
                </a:lnTo>
                <a:lnTo>
                  <a:pt x="1308741" y="79563"/>
                </a:lnTo>
                <a:lnTo>
                  <a:pt x="1308752" y="79439"/>
                </a:lnTo>
                <a:lnTo>
                  <a:pt x="1308762" y="79311"/>
                </a:lnTo>
                <a:lnTo>
                  <a:pt x="1308772" y="79179"/>
                </a:lnTo>
                <a:lnTo>
                  <a:pt x="1308782" y="79043"/>
                </a:lnTo>
                <a:lnTo>
                  <a:pt x="1308791" y="78904"/>
                </a:lnTo>
                <a:lnTo>
                  <a:pt x="1308800" y="78761"/>
                </a:lnTo>
                <a:lnTo>
                  <a:pt x="1308809" y="78614"/>
                </a:lnTo>
                <a:lnTo>
                  <a:pt x="1308817" y="78463"/>
                </a:lnTo>
                <a:lnTo>
                  <a:pt x="1308825" y="78309"/>
                </a:lnTo>
                <a:lnTo>
                  <a:pt x="1308833" y="78151"/>
                </a:lnTo>
                <a:lnTo>
                  <a:pt x="1308841" y="77991"/>
                </a:lnTo>
                <a:lnTo>
                  <a:pt x="1308848" y="77834"/>
                </a:lnTo>
                <a:lnTo>
                  <a:pt x="1308854" y="77678"/>
                </a:lnTo>
                <a:lnTo>
                  <a:pt x="1308861" y="77524"/>
                </a:lnTo>
                <a:lnTo>
                  <a:pt x="1308867" y="77372"/>
                </a:lnTo>
                <a:lnTo>
                  <a:pt x="1308873" y="77222"/>
                </a:lnTo>
                <a:lnTo>
                  <a:pt x="1308879" y="77073"/>
                </a:lnTo>
                <a:lnTo>
                  <a:pt x="1308884" y="76927"/>
                </a:lnTo>
                <a:lnTo>
                  <a:pt x="1308889" y="76782"/>
                </a:lnTo>
                <a:lnTo>
                  <a:pt x="1308893" y="76638"/>
                </a:lnTo>
                <a:lnTo>
                  <a:pt x="1308898" y="76497"/>
                </a:lnTo>
                <a:lnTo>
                  <a:pt x="1308901" y="76358"/>
                </a:lnTo>
                <a:lnTo>
                  <a:pt x="1308905" y="76220"/>
                </a:lnTo>
                <a:lnTo>
                  <a:pt x="1308908" y="76084"/>
                </a:lnTo>
                <a:lnTo>
                  <a:pt x="1308911" y="75949"/>
                </a:lnTo>
                <a:lnTo>
                  <a:pt x="1308914" y="75817"/>
                </a:lnTo>
                <a:lnTo>
                  <a:pt x="1308916" y="75686"/>
                </a:lnTo>
                <a:lnTo>
                  <a:pt x="1308919" y="75558"/>
                </a:lnTo>
                <a:lnTo>
                  <a:pt x="1308920" y="75431"/>
                </a:lnTo>
                <a:lnTo>
                  <a:pt x="1308922" y="75305"/>
                </a:lnTo>
                <a:lnTo>
                  <a:pt x="1308923" y="75182"/>
                </a:lnTo>
                <a:lnTo>
                  <a:pt x="1308924" y="75060"/>
                </a:lnTo>
                <a:lnTo>
                  <a:pt x="1308924" y="74940"/>
                </a:lnTo>
                <a:lnTo>
                  <a:pt x="1308924" y="74822"/>
                </a:lnTo>
                <a:lnTo>
                  <a:pt x="1308906" y="73082"/>
                </a:lnTo>
                <a:lnTo>
                  <a:pt x="1308853" y="71377"/>
                </a:lnTo>
                <a:lnTo>
                  <a:pt x="1308763" y="69705"/>
                </a:lnTo>
                <a:lnTo>
                  <a:pt x="1308638" y="68068"/>
                </a:lnTo>
                <a:lnTo>
                  <a:pt x="1308477" y="66465"/>
                </a:lnTo>
                <a:lnTo>
                  <a:pt x="1308281" y="64896"/>
                </a:lnTo>
                <a:lnTo>
                  <a:pt x="1308048" y="63361"/>
                </a:lnTo>
                <a:lnTo>
                  <a:pt x="1307780" y="61861"/>
                </a:lnTo>
                <a:lnTo>
                  <a:pt x="1307476" y="60394"/>
                </a:lnTo>
                <a:lnTo>
                  <a:pt x="1307137" y="58962"/>
                </a:lnTo>
                <a:lnTo>
                  <a:pt x="1306761" y="57564"/>
                </a:lnTo>
                <a:lnTo>
                  <a:pt x="1306350" y="56200"/>
                </a:lnTo>
                <a:lnTo>
                  <a:pt x="1305903" y="54870"/>
                </a:lnTo>
                <a:lnTo>
                  <a:pt x="1305421" y="53574"/>
                </a:lnTo>
                <a:lnTo>
                  <a:pt x="1304902" y="52313"/>
                </a:lnTo>
                <a:lnTo>
                  <a:pt x="1304348" y="51086"/>
                </a:lnTo>
                <a:lnTo>
                  <a:pt x="1303758" y="49893"/>
                </a:lnTo>
                <a:lnTo>
                  <a:pt x="1303133" y="48734"/>
                </a:lnTo>
                <a:lnTo>
                  <a:pt x="1302471" y="47609"/>
                </a:lnTo>
                <a:lnTo>
                  <a:pt x="1301774" y="46519"/>
                </a:lnTo>
                <a:lnTo>
                  <a:pt x="1301041" y="45462"/>
                </a:lnTo>
                <a:lnTo>
                  <a:pt x="1300272" y="44440"/>
                </a:lnTo>
                <a:lnTo>
                  <a:pt x="1299468" y="43452"/>
                </a:lnTo>
                <a:lnTo>
                  <a:pt x="1298628" y="42498"/>
                </a:lnTo>
                <a:lnTo>
                  <a:pt x="1297756" y="41580"/>
                </a:lnTo>
                <a:lnTo>
                  <a:pt x="1296857" y="40702"/>
                </a:lnTo>
                <a:lnTo>
                  <a:pt x="1295931" y="39863"/>
                </a:lnTo>
                <a:lnTo>
                  <a:pt x="1294978" y="39062"/>
                </a:lnTo>
                <a:lnTo>
                  <a:pt x="1293998" y="38301"/>
                </a:lnTo>
                <a:lnTo>
                  <a:pt x="1292990" y="37578"/>
                </a:lnTo>
                <a:lnTo>
                  <a:pt x="1291955" y="36895"/>
                </a:lnTo>
                <a:lnTo>
                  <a:pt x="1290893" y="36251"/>
                </a:lnTo>
                <a:lnTo>
                  <a:pt x="1289804" y="35646"/>
                </a:lnTo>
                <a:lnTo>
                  <a:pt x="1288687" y="35080"/>
                </a:lnTo>
                <a:lnTo>
                  <a:pt x="1287543" y="34553"/>
                </a:lnTo>
                <a:lnTo>
                  <a:pt x="1286373" y="34065"/>
                </a:lnTo>
                <a:lnTo>
                  <a:pt x="1285174" y="33616"/>
                </a:lnTo>
                <a:lnTo>
                  <a:pt x="1283949" y="33206"/>
                </a:lnTo>
                <a:lnTo>
                  <a:pt x="1282697" y="32835"/>
                </a:lnTo>
                <a:lnTo>
                  <a:pt x="1281417" y="32503"/>
                </a:lnTo>
                <a:lnTo>
                  <a:pt x="1280110" y="32210"/>
                </a:lnTo>
                <a:lnTo>
                  <a:pt x="1278776" y="31956"/>
                </a:lnTo>
                <a:lnTo>
                  <a:pt x="1277414" y="31741"/>
                </a:lnTo>
                <a:lnTo>
                  <a:pt x="1276026" y="31566"/>
                </a:lnTo>
                <a:lnTo>
                  <a:pt x="1274610" y="31429"/>
                </a:lnTo>
                <a:lnTo>
                  <a:pt x="1273167" y="31332"/>
                </a:lnTo>
                <a:lnTo>
                  <a:pt x="1271697" y="31273"/>
                </a:lnTo>
                <a:lnTo>
                  <a:pt x="1270199" y="31253"/>
                </a:lnTo>
                <a:lnTo>
                  <a:pt x="1269068" y="31264"/>
                </a:lnTo>
                <a:lnTo>
                  <a:pt x="1267954" y="31295"/>
                </a:lnTo>
                <a:lnTo>
                  <a:pt x="1266857" y="31347"/>
                </a:lnTo>
                <a:lnTo>
                  <a:pt x="1265776" y="31420"/>
                </a:lnTo>
                <a:lnTo>
                  <a:pt x="1264712" y="31514"/>
                </a:lnTo>
                <a:lnTo>
                  <a:pt x="1263664" y="31629"/>
                </a:lnTo>
                <a:lnTo>
                  <a:pt x="1262633" y="31764"/>
                </a:lnTo>
                <a:lnTo>
                  <a:pt x="1261619" y="31921"/>
                </a:lnTo>
                <a:lnTo>
                  <a:pt x="1260621" y="32098"/>
                </a:lnTo>
                <a:lnTo>
                  <a:pt x="1259640" y="32296"/>
                </a:lnTo>
                <a:lnTo>
                  <a:pt x="1258675" y="32515"/>
                </a:lnTo>
                <a:lnTo>
                  <a:pt x="1257727" y="32755"/>
                </a:lnTo>
                <a:lnTo>
                  <a:pt x="1256796" y="33015"/>
                </a:lnTo>
                <a:lnTo>
                  <a:pt x="1255881" y="33297"/>
                </a:lnTo>
                <a:lnTo>
                  <a:pt x="1254983" y="33599"/>
                </a:lnTo>
                <a:lnTo>
                  <a:pt x="1254102" y="33922"/>
                </a:lnTo>
                <a:lnTo>
                  <a:pt x="1253237" y="34266"/>
                </a:lnTo>
                <a:lnTo>
                  <a:pt x="1252388" y="34631"/>
                </a:lnTo>
                <a:lnTo>
                  <a:pt x="1251557" y="35017"/>
                </a:lnTo>
                <a:lnTo>
                  <a:pt x="1250742" y="35424"/>
                </a:lnTo>
                <a:lnTo>
                  <a:pt x="1249943" y="35851"/>
                </a:lnTo>
                <a:lnTo>
                  <a:pt x="1249161" y="36300"/>
                </a:lnTo>
                <a:lnTo>
                  <a:pt x="1248396" y="36769"/>
                </a:lnTo>
                <a:lnTo>
                  <a:pt x="1247647" y="37259"/>
                </a:lnTo>
                <a:lnTo>
                  <a:pt x="1246915" y="37767"/>
                </a:lnTo>
                <a:lnTo>
                  <a:pt x="1246198" y="38292"/>
                </a:lnTo>
                <a:lnTo>
                  <a:pt x="1245498" y="38833"/>
                </a:lnTo>
                <a:lnTo>
                  <a:pt x="1244813" y="39389"/>
                </a:lnTo>
                <a:lnTo>
                  <a:pt x="1244144" y="39962"/>
                </a:lnTo>
                <a:lnTo>
                  <a:pt x="1243490" y="40552"/>
                </a:lnTo>
                <a:lnTo>
                  <a:pt x="1242853" y="41157"/>
                </a:lnTo>
                <a:lnTo>
                  <a:pt x="1242231" y="41778"/>
                </a:lnTo>
                <a:lnTo>
                  <a:pt x="1241625" y="42416"/>
                </a:lnTo>
                <a:lnTo>
                  <a:pt x="1241035" y="43069"/>
                </a:lnTo>
                <a:lnTo>
                  <a:pt x="1240461" y="43739"/>
                </a:lnTo>
                <a:lnTo>
                  <a:pt x="1239902" y="44425"/>
                </a:lnTo>
                <a:lnTo>
                  <a:pt x="1239360" y="45127"/>
                </a:lnTo>
                <a:lnTo>
                  <a:pt x="1238833" y="45845"/>
                </a:lnTo>
                <a:lnTo>
                  <a:pt x="1238322" y="46579"/>
                </a:lnTo>
                <a:lnTo>
                  <a:pt x="1237827" y="47330"/>
                </a:lnTo>
                <a:lnTo>
                  <a:pt x="1237348" y="48096"/>
                </a:lnTo>
                <a:lnTo>
                  <a:pt x="1236884" y="48879"/>
                </a:lnTo>
                <a:lnTo>
                  <a:pt x="1236436" y="49678"/>
                </a:lnTo>
                <a:lnTo>
                  <a:pt x="1236005" y="50493"/>
                </a:lnTo>
                <a:lnTo>
                  <a:pt x="1235589" y="51324"/>
                </a:lnTo>
                <a:lnTo>
                  <a:pt x="1235188" y="52171"/>
                </a:lnTo>
                <a:lnTo>
                  <a:pt x="1234804" y="53034"/>
                </a:lnTo>
                <a:lnTo>
                  <a:pt x="1234435" y="53913"/>
                </a:lnTo>
                <a:lnTo>
                  <a:pt x="1234082" y="54807"/>
                </a:lnTo>
                <a:lnTo>
                  <a:pt x="1233744" y="55711"/>
                </a:lnTo>
                <a:lnTo>
                  <a:pt x="1233421" y="56628"/>
                </a:lnTo>
                <a:lnTo>
                  <a:pt x="1233113" y="57556"/>
                </a:lnTo>
                <a:lnTo>
                  <a:pt x="1232820" y="58495"/>
                </a:lnTo>
                <a:lnTo>
                  <a:pt x="1232542" y="59446"/>
                </a:lnTo>
                <a:lnTo>
                  <a:pt x="1232279" y="60409"/>
                </a:lnTo>
                <a:lnTo>
                  <a:pt x="1232031" y="61383"/>
                </a:lnTo>
                <a:lnTo>
                  <a:pt x="1231798" y="62369"/>
                </a:lnTo>
                <a:lnTo>
                  <a:pt x="1231580" y="63366"/>
                </a:lnTo>
                <a:lnTo>
                  <a:pt x="1231377" y="64375"/>
                </a:lnTo>
                <a:lnTo>
                  <a:pt x="1231189" y="65396"/>
                </a:lnTo>
                <a:lnTo>
                  <a:pt x="1231016" y="66428"/>
                </a:lnTo>
                <a:lnTo>
                  <a:pt x="1230859" y="67471"/>
                </a:lnTo>
                <a:lnTo>
                  <a:pt x="1230716" y="68526"/>
                </a:lnTo>
                <a:lnTo>
                  <a:pt x="1230588" y="69593"/>
                </a:lnTo>
                <a:lnTo>
                  <a:pt x="1230475" y="70672"/>
                </a:lnTo>
                <a:lnTo>
                  <a:pt x="1230378" y="71761"/>
                </a:lnTo>
                <a:lnTo>
                  <a:pt x="1230295" y="72863"/>
                </a:lnTo>
                <a:lnTo>
                  <a:pt x="1230227" y="73976"/>
                </a:lnTo>
                <a:lnTo>
                  <a:pt x="1230175" y="75100"/>
                </a:lnTo>
                <a:lnTo>
                  <a:pt x="1230137" y="76237"/>
                </a:lnTo>
                <a:lnTo>
                  <a:pt x="1230115" y="77384"/>
                </a:lnTo>
                <a:lnTo>
                  <a:pt x="1230107" y="78544"/>
                </a:lnTo>
                <a:lnTo>
                  <a:pt x="1230115" y="79657"/>
                </a:lnTo>
                <a:lnTo>
                  <a:pt x="1230138" y="80761"/>
                </a:lnTo>
                <a:lnTo>
                  <a:pt x="1230177" y="81856"/>
                </a:lnTo>
                <a:lnTo>
                  <a:pt x="1230231" y="82942"/>
                </a:lnTo>
                <a:lnTo>
                  <a:pt x="1230301" y="84018"/>
                </a:lnTo>
                <a:lnTo>
                  <a:pt x="1230386" y="85085"/>
                </a:lnTo>
                <a:lnTo>
                  <a:pt x="1230487" y="86143"/>
                </a:lnTo>
                <a:lnTo>
                  <a:pt x="1230603" y="87191"/>
                </a:lnTo>
                <a:lnTo>
                  <a:pt x="1230735" y="88230"/>
                </a:lnTo>
                <a:lnTo>
                  <a:pt x="1230882" y="89260"/>
                </a:lnTo>
                <a:lnTo>
                  <a:pt x="1231045" y="90281"/>
                </a:lnTo>
                <a:lnTo>
                  <a:pt x="1231223" y="91292"/>
                </a:lnTo>
                <a:lnTo>
                  <a:pt x="1231417" y="92294"/>
                </a:lnTo>
                <a:lnTo>
                  <a:pt x="1231627" y="93287"/>
                </a:lnTo>
                <a:lnTo>
                  <a:pt x="1231851" y="94271"/>
                </a:lnTo>
                <a:lnTo>
                  <a:pt x="1232092" y="95245"/>
                </a:lnTo>
                <a:lnTo>
                  <a:pt x="1232347" y="96210"/>
                </a:lnTo>
                <a:lnTo>
                  <a:pt x="1232619" y="97165"/>
                </a:lnTo>
                <a:lnTo>
                  <a:pt x="1232905" y="98112"/>
                </a:lnTo>
                <a:lnTo>
                  <a:pt x="1233208" y="99049"/>
                </a:lnTo>
                <a:lnTo>
                  <a:pt x="1233526" y="99977"/>
                </a:lnTo>
                <a:lnTo>
                  <a:pt x="1233859" y="100895"/>
                </a:lnTo>
                <a:lnTo>
                  <a:pt x="1234208" y="101804"/>
                </a:lnTo>
                <a:lnTo>
                  <a:pt x="1234572" y="102704"/>
                </a:lnTo>
                <a:lnTo>
                  <a:pt x="1234952" y="103591"/>
                </a:lnTo>
                <a:lnTo>
                  <a:pt x="1235349" y="104463"/>
                </a:lnTo>
                <a:lnTo>
                  <a:pt x="1235763" y="105319"/>
                </a:lnTo>
                <a:lnTo>
                  <a:pt x="1236193" y="106159"/>
                </a:lnTo>
                <a:lnTo>
                  <a:pt x="1236640" y="106984"/>
                </a:lnTo>
                <a:lnTo>
                  <a:pt x="1237103" y="107793"/>
                </a:lnTo>
                <a:lnTo>
                  <a:pt x="1237583" y="108587"/>
                </a:lnTo>
                <a:lnTo>
                  <a:pt x="1238080" y="109365"/>
                </a:lnTo>
                <a:lnTo>
                  <a:pt x="1238593" y="110127"/>
                </a:lnTo>
                <a:lnTo>
                  <a:pt x="1239123" y="110873"/>
                </a:lnTo>
                <a:lnTo>
                  <a:pt x="1239670" y="111605"/>
                </a:lnTo>
                <a:lnTo>
                  <a:pt x="1240233" y="112320"/>
                </a:lnTo>
                <a:lnTo>
                  <a:pt x="1240812" y="113020"/>
                </a:lnTo>
                <a:lnTo>
                  <a:pt x="1241409" y="113704"/>
                </a:lnTo>
                <a:lnTo>
                  <a:pt x="1242022" y="114372"/>
                </a:lnTo>
                <a:lnTo>
                  <a:pt x="1242651" y="115025"/>
                </a:lnTo>
                <a:lnTo>
                  <a:pt x="1243297" y="115663"/>
                </a:lnTo>
                <a:lnTo>
                  <a:pt x="1243960" y="116284"/>
                </a:lnTo>
                <a:lnTo>
                  <a:pt x="1244639" y="116890"/>
                </a:lnTo>
                <a:lnTo>
                  <a:pt x="1245335" y="117481"/>
                </a:lnTo>
                <a:lnTo>
                  <a:pt x="1246048" y="118056"/>
                </a:lnTo>
                <a:lnTo>
                  <a:pt x="1246777" y="118615"/>
                </a:lnTo>
                <a:lnTo>
                  <a:pt x="1247523" y="119158"/>
                </a:lnTo>
                <a:lnTo>
                  <a:pt x="1248285" y="119686"/>
                </a:lnTo>
                <a:lnTo>
                  <a:pt x="1249065" y="120195"/>
                </a:lnTo>
                <a:lnTo>
                  <a:pt x="1249863" y="120683"/>
                </a:lnTo>
                <a:lnTo>
                  <a:pt x="1250679" y="121148"/>
                </a:lnTo>
                <a:lnTo>
                  <a:pt x="1251514" y="121593"/>
                </a:lnTo>
                <a:lnTo>
                  <a:pt x="1252366" y="122015"/>
                </a:lnTo>
                <a:lnTo>
                  <a:pt x="1253237" y="122416"/>
                </a:lnTo>
                <a:lnTo>
                  <a:pt x="1254126" y="122795"/>
                </a:lnTo>
                <a:lnTo>
                  <a:pt x="1255033" y="123152"/>
                </a:lnTo>
                <a:lnTo>
                  <a:pt x="1255958" y="123488"/>
                </a:lnTo>
                <a:lnTo>
                  <a:pt x="1256902" y="123802"/>
                </a:lnTo>
                <a:lnTo>
                  <a:pt x="1257864" y="124094"/>
                </a:lnTo>
                <a:lnTo>
                  <a:pt x="1258844" y="124365"/>
                </a:lnTo>
                <a:lnTo>
                  <a:pt x="1259842" y="124614"/>
                </a:lnTo>
                <a:lnTo>
                  <a:pt x="1260858" y="124842"/>
                </a:lnTo>
                <a:lnTo>
                  <a:pt x="1261892" y="125048"/>
                </a:lnTo>
                <a:lnTo>
                  <a:pt x="1262945" y="125232"/>
                </a:lnTo>
                <a:lnTo>
                  <a:pt x="1264016" y="125394"/>
                </a:lnTo>
                <a:lnTo>
                  <a:pt x="1265105" y="125535"/>
                </a:lnTo>
                <a:lnTo>
                  <a:pt x="1266212" y="125654"/>
                </a:lnTo>
                <a:lnTo>
                  <a:pt x="1267338" y="125752"/>
                </a:lnTo>
                <a:lnTo>
                  <a:pt x="1268481" y="125827"/>
                </a:lnTo>
                <a:lnTo>
                  <a:pt x="1269643" y="125882"/>
                </a:lnTo>
                <a:lnTo>
                  <a:pt x="1270823" y="125914"/>
                </a:lnTo>
                <a:lnTo>
                  <a:pt x="1272021" y="125925"/>
                </a:lnTo>
                <a:lnTo>
                  <a:pt x="1272950" y="125918"/>
                </a:lnTo>
                <a:lnTo>
                  <a:pt x="1273869" y="125899"/>
                </a:lnTo>
                <a:lnTo>
                  <a:pt x="1274776" y="125866"/>
                </a:lnTo>
                <a:lnTo>
                  <a:pt x="1275674" y="125819"/>
                </a:lnTo>
                <a:close/>
                <a:moveTo>
                  <a:pt x="1245897" y="65587"/>
                </a:moveTo>
                <a:lnTo>
                  <a:pt x="1246064" y="64589"/>
                </a:lnTo>
                <a:lnTo>
                  <a:pt x="1246249" y="63613"/>
                </a:lnTo>
                <a:lnTo>
                  <a:pt x="1246453" y="62659"/>
                </a:lnTo>
                <a:lnTo>
                  <a:pt x="1246676" y="61727"/>
                </a:lnTo>
                <a:lnTo>
                  <a:pt x="1246916" y="60817"/>
                </a:lnTo>
                <a:lnTo>
                  <a:pt x="1247176" y="59928"/>
                </a:lnTo>
                <a:lnTo>
                  <a:pt x="1247454" y="59061"/>
                </a:lnTo>
                <a:lnTo>
                  <a:pt x="1247750" y="58217"/>
                </a:lnTo>
                <a:lnTo>
                  <a:pt x="1248065" y="57393"/>
                </a:lnTo>
                <a:lnTo>
                  <a:pt x="1248398" y="56592"/>
                </a:lnTo>
                <a:lnTo>
                  <a:pt x="1248750" y="55813"/>
                </a:lnTo>
                <a:lnTo>
                  <a:pt x="1249121" y="55055"/>
                </a:lnTo>
                <a:lnTo>
                  <a:pt x="1249509" y="54320"/>
                </a:lnTo>
                <a:lnTo>
                  <a:pt x="1249917" y="53606"/>
                </a:lnTo>
                <a:lnTo>
                  <a:pt x="1250343" y="52914"/>
                </a:lnTo>
                <a:lnTo>
                  <a:pt x="1250787" y="52244"/>
                </a:lnTo>
                <a:lnTo>
                  <a:pt x="1251250" y="51596"/>
                </a:lnTo>
                <a:lnTo>
                  <a:pt x="1251732" y="50969"/>
                </a:lnTo>
                <a:lnTo>
                  <a:pt x="1252232" y="50364"/>
                </a:lnTo>
                <a:lnTo>
                  <a:pt x="1252750" y="49782"/>
                </a:lnTo>
                <a:lnTo>
                  <a:pt x="1253286" y="49222"/>
                </a:lnTo>
                <a:lnTo>
                  <a:pt x="1253839" y="48685"/>
                </a:lnTo>
                <a:lnTo>
                  <a:pt x="1254408" y="48173"/>
                </a:lnTo>
                <a:lnTo>
                  <a:pt x="1254994" y="47684"/>
                </a:lnTo>
                <a:lnTo>
                  <a:pt x="1255596" y="47219"/>
                </a:lnTo>
                <a:lnTo>
                  <a:pt x="1256215" y="46778"/>
                </a:lnTo>
                <a:lnTo>
                  <a:pt x="1256851" y="46361"/>
                </a:lnTo>
                <a:lnTo>
                  <a:pt x="1257503" y="45968"/>
                </a:lnTo>
                <a:lnTo>
                  <a:pt x="1258172" y="45598"/>
                </a:lnTo>
                <a:lnTo>
                  <a:pt x="1258858" y="45253"/>
                </a:lnTo>
                <a:lnTo>
                  <a:pt x="1259560" y="44931"/>
                </a:lnTo>
                <a:lnTo>
                  <a:pt x="1260279" y="44633"/>
                </a:lnTo>
                <a:lnTo>
                  <a:pt x="1261014" y="44359"/>
                </a:lnTo>
                <a:lnTo>
                  <a:pt x="1261766" y="44108"/>
                </a:lnTo>
                <a:lnTo>
                  <a:pt x="1262535" y="43882"/>
                </a:lnTo>
                <a:lnTo>
                  <a:pt x="1263320" y="43679"/>
                </a:lnTo>
                <a:lnTo>
                  <a:pt x="1264122" y="43501"/>
                </a:lnTo>
                <a:lnTo>
                  <a:pt x="1264940" y="43346"/>
                </a:lnTo>
                <a:lnTo>
                  <a:pt x="1265775" y="43214"/>
                </a:lnTo>
                <a:lnTo>
                  <a:pt x="1266627" y="43107"/>
                </a:lnTo>
                <a:lnTo>
                  <a:pt x="1267495" y="43024"/>
                </a:lnTo>
                <a:lnTo>
                  <a:pt x="1268380" y="42964"/>
                </a:lnTo>
                <a:lnTo>
                  <a:pt x="1269281" y="42928"/>
                </a:lnTo>
                <a:lnTo>
                  <a:pt x="1270199" y="42917"/>
                </a:lnTo>
                <a:lnTo>
                  <a:pt x="1271110" y="42929"/>
                </a:lnTo>
                <a:lnTo>
                  <a:pt x="1272003" y="42965"/>
                </a:lnTo>
                <a:lnTo>
                  <a:pt x="1272880" y="43025"/>
                </a:lnTo>
                <a:lnTo>
                  <a:pt x="1273740" y="43109"/>
                </a:lnTo>
                <a:lnTo>
                  <a:pt x="1274583" y="43217"/>
                </a:lnTo>
                <a:lnTo>
                  <a:pt x="1275410" y="43349"/>
                </a:lnTo>
                <a:lnTo>
                  <a:pt x="1276220" y="43505"/>
                </a:lnTo>
                <a:lnTo>
                  <a:pt x="1277013" y="43685"/>
                </a:lnTo>
                <a:lnTo>
                  <a:pt x="1277789" y="43889"/>
                </a:lnTo>
                <a:lnTo>
                  <a:pt x="1278548" y="44117"/>
                </a:lnTo>
                <a:lnTo>
                  <a:pt x="1279291" y="44369"/>
                </a:lnTo>
                <a:lnTo>
                  <a:pt x="1280017" y="44645"/>
                </a:lnTo>
                <a:lnTo>
                  <a:pt x="1280726" y="44945"/>
                </a:lnTo>
                <a:lnTo>
                  <a:pt x="1281419" y="45269"/>
                </a:lnTo>
                <a:lnTo>
                  <a:pt x="1282094" y="45617"/>
                </a:lnTo>
                <a:lnTo>
                  <a:pt x="1282753" y="45989"/>
                </a:lnTo>
                <a:lnTo>
                  <a:pt x="1283395" y="46385"/>
                </a:lnTo>
                <a:lnTo>
                  <a:pt x="1284021" y="46805"/>
                </a:lnTo>
                <a:lnTo>
                  <a:pt x="1284629" y="47250"/>
                </a:lnTo>
                <a:lnTo>
                  <a:pt x="1285221" y="47718"/>
                </a:lnTo>
                <a:lnTo>
                  <a:pt x="1285796" y="48210"/>
                </a:lnTo>
                <a:lnTo>
                  <a:pt x="1286354" y="48726"/>
                </a:lnTo>
                <a:lnTo>
                  <a:pt x="1286896" y="49266"/>
                </a:lnTo>
                <a:lnTo>
                  <a:pt x="1287420" y="49830"/>
                </a:lnTo>
                <a:lnTo>
                  <a:pt x="1287926" y="50417"/>
                </a:lnTo>
                <a:lnTo>
                  <a:pt x="1288412" y="51025"/>
                </a:lnTo>
                <a:lnTo>
                  <a:pt x="1288877" y="51654"/>
                </a:lnTo>
                <a:lnTo>
                  <a:pt x="1289321" y="52304"/>
                </a:lnTo>
                <a:lnTo>
                  <a:pt x="1289745" y="52976"/>
                </a:lnTo>
                <a:lnTo>
                  <a:pt x="1290148" y="53670"/>
                </a:lnTo>
                <a:lnTo>
                  <a:pt x="1290531" y="54384"/>
                </a:lnTo>
                <a:lnTo>
                  <a:pt x="1290893" y="55120"/>
                </a:lnTo>
                <a:lnTo>
                  <a:pt x="1291235" y="55877"/>
                </a:lnTo>
                <a:lnTo>
                  <a:pt x="1291556" y="56656"/>
                </a:lnTo>
                <a:lnTo>
                  <a:pt x="1291856" y="57456"/>
                </a:lnTo>
                <a:lnTo>
                  <a:pt x="1292136" y="58277"/>
                </a:lnTo>
                <a:lnTo>
                  <a:pt x="1292395" y="59120"/>
                </a:lnTo>
                <a:lnTo>
                  <a:pt x="1292634" y="59984"/>
                </a:lnTo>
                <a:lnTo>
                  <a:pt x="1292852" y="60869"/>
                </a:lnTo>
                <a:lnTo>
                  <a:pt x="1293049" y="61775"/>
                </a:lnTo>
                <a:lnTo>
                  <a:pt x="1293226" y="62703"/>
                </a:lnTo>
                <a:lnTo>
                  <a:pt x="1293383" y="63653"/>
                </a:lnTo>
                <a:lnTo>
                  <a:pt x="1293519" y="64623"/>
                </a:lnTo>
                <a:lnTo>
                  <a:pt x="1293634" y="65615"/>
                </a:lnTo>
                <a:lnTo>
                  <a:pt x="1293729" y="66628"/>
                </a:lnTo>
                <a:lnTo>
                  <a:pt x="1293803" y="67663"/>
                </a:lnTo>
                <a:lnTo>
                  <a:pt x="1293857" y="68719"/>
                </a:lnTo>
                <a:lnTo>
                  <a:pt x="1293890" y="69796"/>
                </a:lnTo>
                <a:lnTo>
                  <a:pt x="1245415" y="69796"/>
                </a:lnTo>
                <a:lnTo>
                  <a:pt x="1245508" y="68711"/>
                </a:lnTo>
                <a:lnTo>
                  <a:pt x="1245619" y="67648"/>
                </a:lnTo>
                <a:lnTo>
                  <a:pt x="1245749" y="66607"/>
                </a:lnTo>
                <a:lnTo>
                  <a:pt x="1245897" y="65587"/>
                </a:lnTo>
                <a:close/>
                <a:moveTo>
                  <a:pt x="1551224" y="125745"/>
                </a:moveTo>
                <a:lnTo>
                  <a:pt x="1552069" y="125666"/>
                </a:lnTo>
                <a:lnTo>
                  <a:pt x="1552904" y="125572"/>
                </a:lnTo>
                <a:lnTo>
                  <a:pt x="1553730" y="125464"/>
                </a:lnTo>
                <a:lnTo>
                  <a:pt x="1554547" y="125342"/>
                </a:lnTo>
                <a:lnTo>
                  <a:pt x="1555354" y="125205"/>
                </a:lnTo>
                <a:lnTo>
                  <a:pt x="1556152" y="125054"/>
                </a:lnTo>
                <a:lnTo>
                  <a:pt x="1556941" y="124888"/>
                </a:lnTo>
                <a:lnTo>
                  <a:pt x="1557720" y="124709"/>
                </a:lnTo>
                <a:lnTo>
                  <a:pt x="1558490" y="124514"/>
                </a:lnTo>
                <a:lnTo>
                  <a:pt x="1559251" y="124305"/>
                </a:lnTo>
                <a:lnTo>
                  <a:pt x="1560002" y="124082"/>
                </a:lnTo>
                <a:lnTo>
                  <a:pt x="1560744" y="123845"/>
                </a:lnTo>
                <a:lnTo>
                  <a:pt x="1561477" y="123593"/>
                </a:lnTo>
                <a:lnTo>
                  <a:pt x="1562200" y="123327"/>
                </a:lnTo>
                <a:lnTo>
                  <a:pt x="1562914" y="123046"/>
                </a:lnTo>
                <a:lnTo>
                  <a:pt x="1563619" y="122751"/>
                </a:lnTo>
                <a:lnTo>
                  <a:pt x="1564314" y="122441"/>
                </a:lnTo>
                <a:lnTo>
                  <a:pt x="1565000" y="122117"/>
                </a:lnTo>
                <a:lnTo>
                  <a:pt x="1565677" y="121779"/>
                </a:lnTo>
                <a:lnTo>
                  <a:pt x="1566346" y="121429"/>
                </a:lnTo>
                <a:lnTo>
                  <a:pt x="1567007" y="121069"/>
                </a:lnTo>
                <a:lnTo>
                  <a:pt x="1567662" y="120701"/>
                </a:lnTo>
                <a:lnTo>
                  <a:pt x="1568311" y="120322"/>
                </a:lnTo>
                <a:lnTo>
                  <a:pt x="1568952" y="119935"/>
                </a:lnTo>
                <a:lnTo>
                  <a:pt x="1569587" y="119538"/>
                </a:lnTo>
                <a:lnTo>
                  <a:pt x="1570214" y="119132"/>
                </a:lnTo>
                <a:lnTo>
                  <a:pt x="1570835" y="118717"/>
                </a:lnTo>
                <a:lnTo>
                  <a:pt x="1571449" y="118292"/>
                </a:lnTo>
                <a:lnTo>
                  <a:pt x="1572057" y="117858"/>
                </a:lnTo>
                <a:lnTo>
                  <a:pt x="1572657" y="117414"/>
                </a:lnTo>
                <a:lnTo>
                  <a:pt x="1573251" y="116961"/>
                </a:lnTo>
                <a:lnTo>
                  <a:pt x="1573838" y="116499"/>
                </a:lnTo>
                <a:lnTo>
                  <a:pt x="1574418" y="116028"/>
                </a:lnTo>
                <a:lnTo>
                  <a:pt x="1574992" y="115547"/>
                </a:lnTo>
                <a:lnTo>
                  <a:pt x="1575558" y="115057"/>
                </a:lnTo>
                <a:lnTo>
                  <a:pt x="1576118" y="114557"/>
                </a:lnTo>
                <a:lnTo>
                  <a:pt x="1576671" y="114048"/>
                </a:lnTo>
                <a:lnTo>
                  <a:pt x="1577217" y="113530"/>
                </a:lnTo>
                <a:lnTo>
                  <a:pt x="1577756" y="113003"/>
                </a:lnTo>
                <a:lnTo>
                  <a:pt x="1578289" y="112466"/>
                </a:lnTo>
                <a:lnTo>
                  <a:pt x="1578815" y="111920"/>
                </a:lnTo>
                <a:lnTo>
                  <a:pt x="1579334" y="111364"/>
                </a:lnTo>
                <a:lnTo>
                  <a:pt x="1579846" y="110799"/>
                </a:lnTo>
                <a:lnTo>
                  <a:pt x="1580484" y="124285"/>
                </a:lnTo>
                <a:lnTo>
                  <a:pt x="1594698" y="124285"/>
                </a:lnTo>
                <a:lnTo>
                  <a:pt x="1594698" y="63170"/>
                </a:lnTo>
                <a:lnTo>
                  <a:pt x="1594693" y="62355"/>
                </a:lnTo>
                <a:lnTo>
                  <a:pt x="1594678" y="61553"/>
                </a:lnTo>
                <a:lnTo>
                  <a:pt x="1594652" y="60763"/>
                </a:lnTo>
                <a:lnTo>
                  <a:pt x="1594617" y="59986"/>
                </a:lnTo>
                <a:lnTo>
                  <a:pt x="1594572" y="59221"/>
                </a:lnTo>
                <a:lnTo>
                  <a:pt x="1594516" y="58469"/>
                </a:lnTo>
                <a:lnTo>
                  <a:pt x="1594450" y="57729"/>
                </a:lnTo>
                <a:lnTo>
                  <a:pt x="1594374" y="57002"/>
                </a:lnTo>
                <a:lnTo>
                  <a:pt x="1594288" y="56287"/>
                </a:lnTo>
                <a:lnTo>
                  <a:pt x="1594192" y="55585"/>
                </a:lnTo>
                <a:lnTo>
                  <a:pt x="1594086" y="54896"/>
                </a:lnTo>
                <a:lnTo>
                  <a:pt x="1593969" y="54219"/>
                </a:lnTo>
                <a:lnTo>
                  <a:pt x="1593843" y="53554"/>
                </a:lnTo>
                <a:lnTo>
                  <a:pt x="1593706" y="52902"/>
                </a:lnTo>
                <a:lnTo>
                  <a:pt x="1593559" y="52263"/>
                </a:lnTo>
                <a:lnTo>
                  <a:pt x="1593402" y="51636"/>
                </a:lnTo>
                <a:lnTo>
                  <a:pt x="1593235" y="51022"/>
                </a:lnTo>
                <a:lnTo>
                  <a:pt x="1593058" y="50420"/>
                </a:lnTo>
                <a:lnTo>
                  <a:pt x="1592871" y="49831"/>
                </a:lnTo>
                <a:lnTo>
                  <a:pt x="1592673" y="49255"/>
                </a:lnTo>
                <a:lnTo>
                  <a:pt x="1592466" y="48691"/>
                </a:lnTo>
                <a:lnTo>
                  <a:pt x="1592248" y="48139"/>
                </a:lnTo>
                <a:lnTo>
                  <a:pt x="1592020" y="47600"/>
                </a:lnTo>
                <a:lnTo>
                  <a:pt x="1591782" y="47074"/>
                </a:lnTo>
                <a:lnTo>
                  <a:pt x="1591536" y="46558"/>
                </a:lnTo>
                <a:lnTo>
                  <a:pt x="1591282" y="46052"/>
                </a:lnTo>
                <a:lnTo>
                  <a:pt x="1591021" y="45556"/>
                </a:lnTo>
                <a:lnTo>
                  <a:pt x="1590753" y="45069"/>
                </a:lnTo>
                <a:lnTo>
                  <a:pt x="1590478" y="44592"/>
                </a:lnTo>
                <a:lnTo>
                  <a:pt x="1590196" y="44125"/>
                </a:lnTo>
                <a:lnTo>
                  <a:pt x="1589907" y="43667"/>
                </a:lnTo>
                <a:lnTo>
                  <a:pt x="1589611" y="43219"/>
                </a:lnTo>
                <a:lnTo>
                  <a:pt x="1589307" y="42780"/>
                </a:lnTo>
                <a:lnTo>
                  <a:pt x="1588997" y="42351"/>
                </a:lnTo>
                <a:lnTo>
                  <a:pt x="1588679" y="41932"/>
                </a:lnTo>
                <a:lnTo>
                  <a:pt x="1588354" y="41522"/>
                </a:lnTo>
                <a:lnTo>
                  <a:pt x="1588022" y="41122"/>
                </a:lnTo>
                <a:lnTo>
                  <a:pt x="1587683" y="40731"/>
                </a:lnTo>
                <a:lnTo>
                  <a:pt x="1587337" y="40351"/>
                </a:lnTo>
                <a:lnTo>
                  <a:pt x="1586983" y="39979"/>
                </a:lnTo>
                <a:lnTo>
                  <a:pt x="1586623" y="39618"/>
                </a:lnTo>
                <a:lnTo>
                  <a:pt x="1586255" y="39266"/>
                </a:lnTo>
                <a:lnTo>
                  <a:pt x="1585881" y="38923"/>
                </a:lnTo>
                <a:lnTo>
                  <a:pt x="1585499" y="38590"/>
                </a:lnTo>
                <a:lnTo>
                  <a:pt x="1585110" y="38267"/>
                </a:lnTo>
                <a:lnTo>
                  <a:pt x="1584714" y="37954"/>
                </a:lnTo>
                <a:lnTo>
                  <a:pt x="1584311" y="37650"/>
                </a:lnTo>
                <a:lnTo>
                  <a:pt x="1583901" y="37355"/>
                </a:lnTo>
                <a:lnTo>
                  <a:pt x="1583485" y="37070"/>
                </a:lnTo>
                <a:lnTo>
                  <a:pt x="1583064" y="36792"/>
                </a:lnTo>
                <a:lnTo>
                  <a:pt x="1582639" y="36521"/>
                </a:lnTo>
                <a:lnTo>
                  <a:pt x="1582210" y="36258"/>
                </a:lnTo>
                <a:lnTo>
                  <a:pt x="1581776" y="36002"/>
                </a:lnTo>
                <a:lnTo>
                  <a:pt x="1581338" y="35754"/>
                </a:lnTo>
                <a:lnTo>
                  <a:pt x="1580895" y="35513"/>
                </a:lnTo>
                <a:lnTo>
                  <a:pt x="1580448" y="35280"/>
                </a:lnTo>
                <a:lnTo>
                  <a:pt x="1579997" y="35054"/>
                </a:lnTo>
                <a:lnTo>
                  <a:pt x="1579541" y="34836"/>
                </a:lnTo>
                <a:lnTo>
                  <a:pt x="1579081" y="34625"/>
                </a:lnTo>
                <a:lnTo>
                  <a:pt x="1578616" y="34422"/>
                </a:lnTo>
                <a:lnTo>
                  <a:pt x="1578147" y="34226"/>
                </a:lnTo>
                <a:lnTo>
                  <a:pt x="1577673" y="34038"/>
                </a:lnTo>
                <a:lnTo>
                  <a:pt x="1577195" y="33857"/>
                </a:lnTo>
                <a:lnTo>
                  <a:pt x="1576712" y="33684"/>
                </a:lnTo>
                <a:lnTo>
                  <a:pt x="1576225" y="33519"/>
                </a:lnTo>
                <a:lnTo>
                  <a:pt x="1575734" y="33360"/>
                </a:lnTo>
                <a:lnTo>
                  <a:pt x="1575238" y="33210"/>
                </a:lnTo>
                <a:lnTo>
                  <a:pt x="1574738" y="33067"/>
                </a:lnTo>
                <a:lnTo>
                  <a:pt x="1574234" y="32931"/>
                </a:lnTo>
                <a:lnTo>
                  <a:pt x="1573724" y="32803"/>
                </a:lnTo>
                <a:lnTo>
                  <a:pt x="1573211" y="32682"/>
                </a:lnTo>
                <a:lnTo>
                  <a:pt x="1572693" y="32569"/>
                </a:lnTo>
                <a:lnTo>
                  <a:pt x="1572172" y="32462"/>
                </a:lnTo>
                <a:lnTo>
                  <a:pt x="1571649" y="32359"/>
                </a:lnTo>
                <a:lnTo>
                  <a:pt x="1571123" y="32261"/>
                </a:lnTo>
                <a:lnTo>
                  <a:pt x="1570596" y="32167"/>
                </a:lnTo>
                <a:lnTo>
                  <a:pt x="1570067" y="32078"/>
                </a:lnTo>
                <a:lnTo>
                  <a:pt x="1569535" y="31993"/>
                </a:lnTo>
                <a:lnTo>
                  <a:pt x="1569002" y="31913"/>
                </a:lnTo>
                <a:lnTo>
                  <a:pt x="1568466" y="31838"/>
                </a:lnTo>
                <a:lnTo>
                  <a:pt x="1567929" y="31767"/>
                </a:lnTo>
                <a:lnTo>
                  <a:pt x="1567389" y="31701"/>
                </a:lnTo>
                <a:lnTo>
                  <a:pt x="1566847" y="31639"/>
                </a:lnTo>
                <a:lnTo>
                  <a:pt x="1566303" y="31582"/>
                </a:lnTo>
                <a:lnTo>
                  <a:pt x="1565758" y="31530"/>
                </a:lnTo>
                <a:lnTo>
                  <a:pt x="1565210" y="31482"/>
                </a:lnTo>
                <a:lnTo>
                  <a:pt x="1564660" y="31438"/>
                </a:lnTo>
                <a:lnTo>
                  <a:pt x="1564108" y="31400"/>
                </a:lnTo>
                <a:lnTo>
                  <a:pt x="1563554" y="31365"/>
                </a:lnTo>
                <a:lnTo>
                  <a:pt x="1562998" y="31336"/>
                </a:lnTo>
                <a:lnTo>
                  <a:pt x="1562439" y="31311"/>
                </a:lnTo>
                <a:lnTo>
                  <a:pt x="1561879" y="31290"/>
                </a:lnTo>
                <a:lnTo>
                  <a:pt x="1561317" y="31274"/>
                </a:lnTo>
                <a:lnTo>
                  <a:pt x="1560753" y="31263"/>
                </a:lnTo>
                <a:lnTo>
                  <a:pt x="1560186" y="31256"/>
                </a:lnTo>
                <a:lnTo>
                  <a:pt x="1559618" y="31253"/>
                </a:lnTo>
                <a:lnTo>
                  <a:pt x="1558733" y="31259"/>
                </a:lnTo>
                <a:lnTo>
                  <a:pt x="1557858" y="31276"/>
                </a:lnTo>
                <a:lnTo>
                  <a:pt x="1556990" y="31303"/>
                </a:lnTo>
                <a:lnTo>
                  <a:pt x="1556131" y="31342"/>
                </a:lnTo>
                <a:lnTo>
                  <a:pt x="1555280" y="31392"/>
                </a:lnTo>
                <a:lnTo>
                  <a:pt x="1554438" y="31453"/>
                </a:lnTo>
                <a:lnTo>
                  <a:pt x="1553604" y="31525"/>
                </a:lnTo>
                <a:lnTo>
                  <a:pt x="1552779" y="31608"/>
                </a:lnTo>
                <a:lnTo>
                  <a:pt x="1551962" y="31702"/>
                </a:lnTo>
                <a:lnTo>
                  <a:pt x="1551153" y="31808"/>
                </a:lnTo>
                <a:lnTo>
                  <a:pt x="1550352" y="31924"/>
                </a:lnTo>
                <a:lnTo>
                  <a:pt x="1549561" y="32051"/>
                </a:lnTo>
                <a:lnTo>
                  <a:pt x="1548777" y="32190"/>
                </a:lnTo>
                <a:lnTo>
                  <a:pt x="1548002" y="32340"/>
                </a:lnTo>
                <a:lnTo>
                  <a:pt x="1547235" y="32500"/>
                </a:lnTo>
                <a:lnTo>
                  <a:pt x="1546476" y="32672"/>
                </a:lnTo>
                <a:lnTo>
                  <a:pt x="1545726" y="32855"/>
                </a:lnTo>
                <a:lnTo>
                  <a:pt x="1544985" y="33049"/>
                </a:lnTo>
                <a:lnTo>
                  <a:pt x="1544251" y="33254"/>
                </a:lnTo>
                <a:lnTo>
                  <a:pt x="1543526" y="33470"/>
                </a:lnTo>
                <a:lnTo>
                  <a:pt x="1542810" y="33697"/>
                </a:lnTo>
                <a:lnTo>
                  <a:pt x="1542102" y="33936"/>
                </a:lnTo>
                <a:lnTo>
                  <a:pt x="1541402" y="34185"/>
                </a:lnTo>
                <a:lnTo>
                  <a:pt x="1540711" y="34445"/>
                </a:lnTo>
                <a:lnTo>
                  <a:pt x="1540030" y="34718"/>
                </a:lnTo>
                <a:lnTo>
                  <a:pt x="1539361" y="35003"/>
                </a:lnTo>
                <a:lnTo>
                  <a:pt x="1538705" y="35301"/>
                </a:lnTo>
                <a:lnTo>
                  <a:pt x="1538061" y="35613"/>
                </a:lnTo>
                <a:lnTo>
                  <a:pt x="1537429" y="35937"/>
                </a:lnTo>
                <a:lnTo>
                  <a:pt x="1536810" y="36275"/>
                </a:lnTo>
                <a:lnTo>
                  <a:pt x="1536203" y="36625"/>
                </a:lnTo>
                <a:lnTo>
                  <a:pt x="1535608" y="36989"/>
                </a:lnTo>
                <a:lnTo>
                  <a:pt x="1535026" y="37365"/>
                </a:lnTo>
                <a:lnTo>
                  <a:pt x="1534456" y="37755"/>
                </a:lnTo>
                <a:lnTo>
                  <a:pt x="1533898" y="38158"/>
                </a:lnTo>
                <a:lnTo>
                  <a:pt x="1533353" y="38573"/>
                </a:lnTo>
                <a:lnTo>
                  <a:pt x="1532820" y="39002"/>
                </a:lnTo>
                <a:lnTo>
                  <a:pt x="1532299" y="39444"/>
                </a:lnTo>
                <a:lnTo>
                  <a:pt x="1531791" y="39899"/>
                </a:lnTo>
                <a:lnTo>
                  <a:pt x="1531295" y="40367"/>
                </a:lnTo>
                <a:lnTo>
                  <a:pt x="1530812" y="40848"/>
                </a:lnTo>
                <a:lnTo>
                  <a:pt x="1530340" y="41342"/>
                </a:lnTo>
                <a:lnTo>
                  <a:pt x="1529881" y="41849"/>
                </a:lnTo>
                <a:lnTo>
                  <a:pt x="1529435" y="42369"/>
                </a:lnTo>
                <a:lnTo>
                  <a:pt x="1529001" y="42902"/>
                </a:lnTo>
                <a:lnTo>
                  <a:pt x="1528579" y="43448"/>
                </a:lnTo>
                <a:lnTo>
                  <a:pt x="1528169" y="44007"/>
                </a:lnTo>
                <a:lnTo>
                  <a:pt x="1527772" y="44579"/>
                </a:lnTo>
                <a:lnTo>
                  <a:pt x="1527389" y="45165"/>
                </a:lnTo>
                <a:lnTo>
                  <a:pt x="1527022" y="45766"/>
                </a:lnTo>
                <a:lnTo>
                  <a:pt x="1526672" y="46382"/>
                </a:lnTo>
                <a:lnTo>
                  <a:pt x="1526338" y="47013"/>
                </a:lnTo>
                <a:lnTo>
                  <a:pt x="1526020" y="47659"/>
                </a:lnTo>
                <a:lnTo>
                  <a:pt x="1525719" y="48320"/>
                </a:lnTo>
                <a:lnTo>
                  <a:pt x="1525434" y="48996"/>
                </a:lnTo>
                <a:lnTo>
                  <a:pt x="1525165" y="49687"/>
                </a:lnTo>
                <a:lnTo>
                  <a:pt x="1524912" y="50393"/>
                </a:lnTo>
                <a:lnTo>
                  <a:pt x="1524676" y="51114"/>
                </a:lnTo>
                <a:lnTo>
                  <a:pt x="1524456" y="51850"/>
                </a:lnTo>
                <a:lnTo>
                  <a:pt x="1524253" y="52601"/>
                </a:lnTo>
                <a:lnTo>
                  <a:pt x="1524065" y="53367"/>
                </a:lnTo>
                <a:lnTo>
                  <a:pt x="1523894" y="54147"/>
                </a:lnTo>
                <a:lnTo>
                  <a:pt x="1523739" y="54943"/>
                </a:lnTo>
                <a:lnTo>
                  <a:pt x="1523601" y="55754"/>
                </a:lnTo>
                <a:lnTo>
                  <a:pt x="1523479" y="56580"/>
                </a:lnTo>
                <a:lnTo>
                  <a:pt x="1523373" y="57421"/>
                </a:lnTo>
                <a:lnTo>
                  <a:pt x="1523283" y="58276"/>
                </a:lnTo>
                <a:lnTo>
                  <a:pt x="1523210" y="59147"/>
                </a:lnTo>
                <a:lnTo>
                  <a:pt x="1523153" y="60033"/>
                </a:lnTo>
                <a:lnTo>
                  <a:pt x="1523112" y="60934"/>
                </a:lnTo>
                <a:lnTo>
                  <a:pt x="1523088" y="61850"/>
                </a:lnTo>
                <a:lnTo>
                  <a:pt x="1523079" y="62780"/>
                </a:lnTo>
                <a:lnTo>
                  <a:pt x="1537840" y="62780"/>
                </a:lnTo>
                <a:lnTo>
                  <a:pt x="1537851" y="61915"/>
                </a:lnTo>
                <a:lnTo>
                  <a:pt x="1537884" y="61070"/>
                </a:lnTo>
                <a:lnTo>
                  <a:pt x="1537939" y="60244"/>
                </a:lnTo>
                <a:lnTo>
                  <a:pt x="1538015" y="59438"/>
                </a:lnTo>
                <a:lnTo>
                  <a:pt x="1538113" y="58651"/>
                </a:lnTo>
                <a:lnTo>
                  <a:pt x="1538233" y="57884"/>
                </a:lnTo>
                <a:lnTo>
                  <a:pt x="1538375" y="57137"/>
                </a:lnTo>
                <a:lnTo>
                  <a:pt x="1538539" y="56409"/>
                </a:lnTo>
                <a:lnTo>
                  <a:pt x="1538725" y="55700"/>
                </a:lnTo>
                <a:lnTo>
                  <a:pt x="1538932" y="55011"/>
                </a:lnTo>
                <a:lnTo>
                  <a:pt x="1539161" y="54342"/>
                </a:lnTo>
                <a:lnTo>
                  <a:pt x="1539412" y="53692"/>
                </a:lnTo>
                <a:lnTo>
                  <a:pt x="1539685" y="53062"/>
                </a:lnTo>
                <a:lnTo>
                  <a:pt x="1539980" y="52451"/>
                </a:lnTo>
                <a:lnTo>
                  <a:pt x="1540296" y="51860"/>
                </a:lnTo>
                <a:lnTo>
                  <a:pt x="1540635" y="51288"/>
                </a:lnTo>
                <a:lnTo>
                  <a:pt x="1540995" y="50736"/>
                </a:lnTo>
                <a:lnTo>
                  <a:pt x="1541377" y="50203"/>
                </a:lnTo>
                <a:lnTo>
                  <a:pt x="1541781" y="49690"/>
                </a:lnTo>
                <a:lnTo>
                  <a:pt x="1542207" y="49197"/>
                </a:lnTo>
                <a:lnTo>
                  <a:pt x="1542654" y="48723"/>
                </a:lnTo>
                <a:lnTo>
                  <a:pt x="1543123" y="48268"/>
                </a:lnTo>
                <a:lnTo>
                  <a:pt x="1543615" y="47834"/>
                </a:lnTo>
                <a:lnTo>
                  <a:pt x="1544128" y="47418"/>
                </a:lnTo>
                <a:lnTo>
                  <a:pt x="1544657" y="47021"/>
                </a:lnTo>
                <a:lnTo>
                  <a:pt x="1545196" y="46641"/>
                </a:lnTo>
                <a:lnTo>
                  <a:pt x="1545745" y="46278"/>
                </a:lnTo>
                <a:lnTo>
                  <a:pt x="1546304" y="45931"/>
                </a:lnTo>
                <a:lnTo>
                  <a:pt x="1546874" y="45602"/>
                </a:lnTo>
                <a:lnTo>
                  <a:pt x="1547453" y="45289"/>
                </a:lnTo>
                <a:lnTo>
                  <a:pt x="1548043" y="44994"/>
                </a:lnTo>
                <a:lnTo>
                  <a:pt x="1548643" y="44715"/>
                </a:lnTo>
                <a:lnTo>
                  <a:pt x="1549253" y="44453"/>
                </a:lnTo>
                <a:lnTo>
                  <a:pt x="1549873" y="44208"/>
                </a:lnTo>
                <a:lnTo>
                  <a:pt x="1550503" y="43980"/>
                </a:lnTo>
                <a:lnTo>
                  <a:pt x="1551144" y="43769"/>
                </a:lnTo>
                <a:lnTo>
                  <a:pt x="1551794" y="43574"/>
                </a:lnTo>
                <a:lnTo>
                  <a:pt x="1552455" y="43397"/>
                </a:lnTo>
                <a:lnTo>
                  <a:pt x="1553126" y="43236"/>
                </a:lnTo>
                <a:lnTo>
                  <a:pt x="1553806" y="43093"/>
                </a:lnTo>
                <a:lnTo>
                  <a:pt x="1554497" y="42966"/>
                </a:lnTo>
                <a:lnTo>
                  <a:pt x="1555198" y="42856"/>
                </a:lnTo>
                <a:lnTo>
                  <a:pt x="1555910" y="42763"/>
                </a:lnTo>
                <a:lnTo>
                  <a:pt x="1556631" y="42687"/>
                </a:lnTo>
                <a:lnTo>
                  <a:pt x="1557362" y="42628"/>
                </a:lnTo>
                <a:lnTo>
                  <a:pt x="1558104" y="42586"/>
                </a:lnTo>
                <a:lnTo>
                  <a:pt x="1558856" y="42561"/>
                </a:lnTo>
                <a:lnTo>
                  <a:pt x="1559618" y="42552"/>
                </a:lnTo>
                <a:lnTo>
                  <a:pt x="1560334" y="42560"/>
                </a:lnTo>
                <a:lnTo>
                  <a:pt x="1561039" y="42583"/>
                </a:lnTo>
                <a:lnTo>
                  <a:pt x="1561735" y="42622"/>
                </a:lnTo>
                <a:lnTo>
                  <a:pt x="1562420" y="42676"/>
                </a:lnTo>
                <a:lnTo>
                  <a:pt x="1563094" y="42746"/>
                </a:lnTo>
                <a:lnTo>
                  <a:pt x="1563758" y="42831"/>
                </a:lnTo>
                <a:lnTo>
                  <a:pt x="1564411" y="42932"/>
                </a:lnTo>
                <a:lnTo>
                  <a:pt x="1565054" y="43048"/>
                </a:lnTo>
                <a:lnTo>
                  <a:pt x="1565687" y="43180"/>
                </a:lnTo>
                <a:lnTo>
                  <a:pt x="1566309" y="43327"/>
                </a:lnTo>
                <a:lnTo>
                  <a:pt x="1566921" y="43490"/>
                </a:lnTo>
                <a:lnTo>
                  <a:pt x="1567522" y="43668"/>
                </a:lnTo>
                <a:lnTo>
                  <a:pt x="1568113" y="43862"/>
                </a:lnTo>
                <a:lnTo>
                  <a:pt x="1568693" y="44071"/>
                </a:lnTo>
                <a:lnTo>
                  <a:pt x="1569263" y="44296"/>
                </a:lnTo>
                <a:lnTo>
                  <a:pt x="1569823" y="44536"/>
                </a:lnTo>
                <a:lnTo>
                  <a:pt x="1570372" y="44792"/>
                </a:lnTo>
                <a:lnTo>
                  <a:pt x="1570911" y="45063"/>
                </a:lnTo>
                <a:lnTo>
                  <a:pt x="1571439" y="45350"/>
                </a:lnTo>
                <a:lnTo>
                  <a:pt x="1571957" y="45653"/>
                </a:lnTo>
                <a:lnTo>
                  <a:pt x="1572464" y="45970"/>
                </a:lnTo>
                <a:lnTo>
                  <a:pt x="1572961" y="46304"/>
                </a:lnTo>
                <a:lnTo>
                  <a:pt x="1573447" y="46653"/>
                </a:lnTo>
                <a:lnTo>
                  <a:pt x="1573923" y="47017"/>
                </a:lnTo>
                <a:lnTo>
                  <a:pt x="1574384" y="47402"/>
                </a:lnTo>
                <a:lnTo>
                  <a:pt x="1574825" y="47813"/>
                </a:lnTo>
                <a:lnTo>
                  <a:pt x="1575247" y="48251"/>
                </a:lnTo>
                <a:lnTo>
                  <a:pt x="1575649" y="48714"/>
                </a:lnTo>
                <a:lnTo>
                  <a:pt x="1576032" y="49204"/>
                </a:lnTo>
                <a:lnTo>
                  <a:pt x="1576395" y="49720"/>
                </a:lnTo>
                <a:lnTo>
                  <a:pt x="1576738" y="50262"/>
                </a:lnTo>
                <a:lnTo>
                  <a:pt x="1577062" y="50831"/>
                </a:lnTo>
                <a:lnTo>
                  <a:pt x="1577366" y="51425"/>
                </a:lnTo>
                <a:lnTo>
                  <a:pt x="1577650" y="52046"/>
                </a:lnTo>
                <a:lnTo>
                  <a:pt x="1577915" y="52693"/>
                </a:lnTo>
                <a:lnTo>
                  <a:pt x="1578160" y="53366"/>
                </a:lnTo>
                <a:lnTo>
                  <a:pt x="1578386" y="54065"/>
                </a:lnTo>
                <a:lnTo>
                  <a:pt x="1578592" y="54790"/>
                </a:lnTo>
                <a:lnTo>
                  <a:pt x="1578778" y="55542"/>
                </a:lnTo>
                <a:lnTo>
                  <a:pt x="1578945" y="56320"/>
                </a:lnTo>
                <a:lnTo>
                  <a:pt x="1579092" y="57124"/>
                </a:lnTo>
                <a:lnTo>
                  <a:pt x="1579219" y="57954"/>
                </a:lnTo>
                <a:lnTo>
                  <a:pt x="1579327" y="58810"/>
                </a:lnTo>
                <a:lnTo>
                  <a:pt x="1579416" y="59692"/>
                </a:lnTo>
                <a:lnTo>
                  <a:pt x="1579484" y="60601"/>
                </a:lnTo>
                <a:lnTo>
                  <a:pt x="1579533" y="61536"/>
                </a:lnTo>
                <a:lnTo>
                  <a:pt x="1579563" y="62496"/>
                </a:lnTo>
                <a:lnTo>
                  <a:pt x="1579572" y="63484"/>
                </a:lnTo>
                <a:lnTo>
                  <a:pt x="1579572" y="70013"/>
                </a:lnTo>
                <a:lnTo>
                  <a:pt x="1578054" y="70032"/>
                </a:lnTo>
                <a:lnTo>
                  <a:pt x="1576552" y="70059"/>
                </a:lnTo>
                <a:lnTo>
                  <a:pt x="1575066" y="70092"/>
                </a:lnTo>
                <a:lnTo>
                  <a:pt x="1573597" y="70134"/>
                </a:lnTo>
                <a:lnTo>
                  <a:pt x="1572143" y="70182"/>
                </a:lnTo>
                <a:lnTo>
                  <a:pt x="1570706" y="70238"/>
                </a:lnTo>
                <a:lnTo>
                  <a:pt x="1569284" y="70301"/>
                </a:lnTo>
                <a:lnTo>
                  <a:pt x="1567879" y="70371"/>
                </a:lnTo>
                <a:lnTo>
                  <a:pt x="1566490" y="70449"/>
                </a:lnTo>
                <a:lnTo>
                  <a:pt x="1565117" y="70534"/>
                </a:lnTo>
                <a:lnTo>
                  <a:pt x="1563760" y="70626"/>
                </a:lnTo>
                <a:lnTo>
                  <a:pt x="1562420" y="70725"/>
                </a:lnTo>
                <a:lnTo>
                  <a:pt x="1561095" y="70832"/>
                </a:lnTo>
                <a:lnTo>
                  <a:pt x="1559787" y="70946"/>
                </a:lnTo>
                <a:lnTo>
                  <a:pt x="1558494" y="71067"/>
                </a:lnTo>
                <a:lnTo>
                  <a:pt x="1557218" y="71196"/>
                </a:lnTo>
                <a:lnTo>
                  <a:pt x="1555958" y="71332"/>
                </a:lnTo>
                <a:lnTo>
                  <a:pt x="1554714" y="71475"/>
                </a:lnTo>
                <a:lnTo>
                  <a:pt x="1553487" y="71626"/>
                </a:lnTo>
                <a:lnTo>
                  <a:pt x="1552275" y="71783"/>
                </a:lnTo>
                <a:lnTo>
                  <a:pt x="1551080" y="71948"/>
                </a:lnTo>
                <a:lnTo>
                  <a:pt x="1549900" y="72121"/>
                </a:lnTo>
                <a:lnTo>
                  <a:pt x="1548737" y="72300"/>
                </a:lnTo>
                <a:lnTo>
                  <a:pt x="1547590" y="72487"/>
                </a:lnTo>
                <a:lnTo>
                  <a:pt x="1546462" y="72685"/>
                </a:lnTo>
                <a:lnTo>
                  <a:pt x="1545355" y="72896"/>
                </a:lnTo>
                <a:lnTo>
                  <a:pt x="1544270" y="73122"/>
                </a:lnTo>
                <a:lnTo>
                  <a:pt x="1543206" y="73362"/>
                </a:lnTo>
                <a:lnTo>
                  <a:pt x="1542164" y="73616"/>
                </a:lnTo>
                <a:lnTo>
                  <a:pt x="1541143" y="73884"/>
                </a:lnTo>
                <a:lnTo>
                  <a:pt x="1540144" y="74166"/>
                </a:lnTo>
                <a:lnTo>
                  <a:pt x="1539167" y="74463"/>
                </a:lnTo>
                <a:lnTo>
                  <a:pt x="1538211" y="74773"/>
                </a:lnTo>
                <a:lnTo>
                  <a:pt x="1537276" y="75097"/>
                </a:lnTo>
                <a:lnTo>
                  <a:pt x="1536363" y="75436"/>
                </a:lnTo>
                <a:lnTo>
                  <a:pt x="1535471" y="75789"/>
                </a:lnTo>
                <a:lnTo>
                  <a:pt x="1534601" y="76156"/>
                </a:lnTo>
                <a:lnTo>
                  <a:pt x="1533753" y="76536"/>
                </a:lnTo>
                <a:lnTo>
                  <a:pt x="1532926" y="76931"/>
                </a:lnTo>
                <a:lnTo>
                  <a:pt x="1532120" y="77340"/>
                </a:lnTo>
                <a:lnTo>
                  <a:pt x="1531336" y="77764"/>
                </a:lnTo>
                <a:lnTo>
                  <a:pt x="1530574" y="78201"/>
                </a:lnTo>
                <a:lnTo>
                  <a:pt x="1529833" y="78652"/>
                </a:lnTo>
                <a:lnTo>
                  <a:pt x="1529113" y="79118"/>
                </a:lnTo>
                <a:lnTo>
                  <a:pt x="1528415" y="79597"/>
                </a:lnTo>
                <a:lnTo>
                  <a:pt x="1527739" y="80091"/>
                </a:lnTo>
                <a:lnTo>
                  <a:pt x="1527084" y="80599"/>
                </a:lnTo>
                <a:lnTo>
                  <a:pt x="1526451" y="81121"/>
                </a:lnTo>
                <a:lnTo>
                  <a:pt x="1525841" y="81660"/>
                </a:lnTo>
                <a:lnTo>
                  <a:pt x="1525257" y="82219"/>
                </a:lnTo>
                <a:lnTo>
                  <a:pt x="1524700" y="82799"/>
                </a:lnTo>
                <a:lnTo>
                  <a:pt x="1524168" y="83400"/>
                </a:lnTo>
                <a:lnTo>
                  <a:pt x="1523662" y="84020"/>
                </a:lnTo>
                <a:lnTo>
                  <a:pt x="1523182" y="84662"/>
                </a:lnTo>
                <a:lnTo>
                  <a:pt x="1522728" y="85323"/>
                </a:lnTo>
                <a:lnTo>
                  <a:pt x="1522300" y="86005"/>
                </a:lnTo>
                <a:lnTo>
                  <a:pt x="1521898" y="86708"/>
                </a:lnTo>
                <a:lnTo>
                  <a:pt x="1521522" y="87431"/>
                </a:lnTo>
                <a:lnTo>
                  <a:pt x="1521171" y="88174"/>
                </a:lnTo>
                <a:lnTo>
                  <a:pt x="1520847" y="88937"/>
                </a:lnTo>
                <a:lnTo>
                  <a:pt x="1520549" y="89722"/>
                </a:lnTo>
                <a:lnTo>
                  <a:pt x="1520276" y="90526"/>
                </a:lnTo>
                <a:lnTo>
                  <a:pt x="1520030" y="91351"/>
                </a:lnTo>
                <a:lnTo>
                  <a:pt x="1519809" y="92196"/>
                </a:lnTo>
                <a:lnTo>
                  <a:pt x="1519615" y="93062"/>
                </a:lnTo>
                <a:lnTo>
                  <a:pt x="1519446" y="93948"/>
                </a:lnTo>
                <a:lnTo>
                  <a:pt x="1519303" y="94855"/>
                </a:lnTo>
                <a:lnTo>
                  <a:pt x="1519187" y="95782"/>
                </a:lnTo>
                <a:lnTo>
                  <a:pt x="1519096" y="96730"/>
                </a:lnTo>
                <a:lnTo>
                  <a:pt x="1519031" y="97697"/>
                </a:lnTo>
                <a:lnTo>
                  <a:pt x="1518992" y="98686"/>
                </a:lnTo>
                <a:lnTo>
                  <a:pt x="1518979" y="99694"/>
                </a:lnTo>
                <a:lnTo>
                  <a:pt x="1518986" y="100405"/>
                </a:lnTo>
                <a:lnTo>
                  <a:pt x="1519005" y="101107"/>
                </a:lnTo>
                <a:lnTo>
                  <a:pt x="1519038" y="101798"/>
                </a:lnTo>
                <a:lnTo>
                  <a:pt x="1519084" y="102481"/>
                </a:lnTo>
                <a:lnTo>
                  <a:pt x="1519143" y="103153"/>
                </a:lnTo>
                <a:lnTo>
                  <a:pt x="1519215" y="103816"/>
                </a:lnTo>
                <a:lnTo>
                  <a:pt x="1519301" y="104470"/>
                </a:lnTo>
                <a:lnTo>
                  <a:pt x="1519399" y="105114"/>
                </a:lnTo>
                <a:lnTo>
                  <a:pt x="1519511" y="105748"/>
                </a:lnTo>
                <a:lnTo>
                  <a:pt x="1519636" y="106373"/>
                </a:lnTo>
                <a:lnTo>
                  <a:pt x="1519773" y="106988"/>
                </a:lnTo>
                <a:lnTo>
                  <a:pt x="1519924" y="107594"/>
                </a:lnTo>
                <a:lnTo>
                  <a:pt x="1520089" y="108190"/>
                </a:lnTo>
                <a:lnTo>
                  <a:pt x="1520266" y="108777"/>
                </a:lnTo>
                <a:lnTo>
                  <a:pt x="1520456" y="109354"/>
                </a:lnTo>
                <a:lnTo>
                  <a:pt x="1520660" y="109921"/>
                </a:lnTo>
                <a:lnTo>
                  <a:pt x="1520876" y="110479"/>
                </a:lnTo>
                <a:lnTo>
                  <a:pt x="1521106" y="111027"/>
                </a:lnTo>
                <a:lnTo>
                  <a:pt x="1521349" y="111566"/>
                </a:lnTo>
                <a:lnTo>
                  <a:pt x="1521605" y="112095"/>
                </a:lnTo>
                <a:lnTo>
                  <a:pt x="1521874" y="112615"/>
                </a:lnTo>
                <a:lnTo>
                  <a:pt x="1522156" y="113125"/>
                </a:lnTo>
                <a:lnTo>
                  <a:pt x="1522452" y="113626"/>
                </a:lnTo>
                <a:lnTo>
                  <a:pt x="1522760" y="114117"/>
                </a:lnTo>
                <a:lnTo>
                  <a:pt x="1523080" y="114598"/>
                </a:lnTo>
                <a:lnTo>
                  <a:pt x="1523408" y="115069"/>
                </a:lnTo>
                <a:lnTo>
                  <a:pt x="1523746" y="115531"/>
                </a:lnTo>
                <a:lnTo>
                  <a:pt x="1524092" y="115982"/>
                </a:lnTo>
                <a:lnTo>
                  <a:pt x="1524447" y="116424"/>
                </a:lnTo>
                <a:lnTo>
                  <a:pt x="1524811" y="116856"/>
                </a:lnTo>
                <a:lnTo>
                  <a:pt x="1525183" y="117278"/>
                </a:lnTo>
                <a:lnTo>
                  <a:pt x="1525565" y="117690"/>
                </a:lnTo>
                <a:lnTo>
                  <a:pt x="1525955" y="118092"/>
                </a:lnTo>
                <a:lnTo>
                  <a:pt x="1526355" y="118484"/>
                </a:lnTo>
                <a:lnTo>
                  <a:pt x="1526763" y="118867"/>
                </a:lnTo>
                <a:lnTo>
                  <a:pt x="1527180" y="119239"/>
                </a:lnTo>
                <a:lnTo>
                  <a:pt x="1527606" y="119602"/>
                </a:lnTo>
                <a:lnTo>
                  <a:pt x="1528040" y="119955"/>
                </a:lnTo>
                <a:lnTo>
                  <a:pt x="1528484" y="120297"/>
                </a:lnTo>
                <a:lnTo>
                  <a:pt x="1528936" y="120630"/>
                </a:lnTo>
                <a:lnTo>
                  <a:pt x="1529398" y="120953"/>
                </a:lnTo>
                <a:lnTo>
                  <a:pt x="1529868" y="121267"/>
                </a:lnTo>
                <a:lnTo>
                  <a:pt x="1530347" y="121570"/>
                </a:lnTo>
                <a:lnTo>
                  <a:pt x="1530835" y="121863"/>
                </a:lnTo>
                <a:lnTo>
                  <a:pt x="1531331" y="122147"/>
                </a:lnTo>
                <a:lnTo>
                  <a:pt x="1531837" y="122420"/>
                </a:lnTo>
                <a:lnTo>
                  <a:pt x="1532351" y="122684"/>
                </a:lnTo>
                <a:lnTo>
                  <a:pt x="1532875" y="122938"/>
                </a:lnTo>
                <a:lnTo>
                  <a:pt x="1533405" y="123182"/>
                </a:lnTo>
                <a:lnTo>
                  <a:pt x="1533939" y="123415"/>
                </a:lnTo>
                <a:lnTo>
                  <a:pt x="1534478" y="123638"/>
                </a:lnTo>
                <a:lnTo>
                  <a:pt x="1535022" y="123851"/>
                </a:lnTo>
                <a:lnTo>
                  <a:pt x="1535571" y="124053"/>
                </a:lnTo>
                <a:lnTo>
                  <a:pt x="1536123" y="124245"/>
                </a:lnTo>
                <a:lnTo>
                  <a:pt x="1536681" y="124426"/>
                </a:lnTo>
                <a:lnTo>
                  <a:pt x="1537243" y="124597"/>
                </a:lnTo>
                <a:lnTo>
                  <a:pt x="1537810" y="124758"/>
                </a:lnTo>
                <a:lnTo>
                  <a:pt x="1538381" y="124909"/>
                </a:lnTo>
                <a:lnTo>
                  <a:pt x="1538957" y="125049"/>
                </a:lnTo>
                <a:lnTo>
                  <a:pt x="1539538" y="125178"/>
                </a:lnTo>
                <a:lnTo>
                  <a:pt x="1540123" y="125297"/>
                </a:lnTo>
                <a:lnTo>
                  <a:pt x="1540712" y="125406"/>
                </a:lnTo>
                <a:lnTo>
                  <a:pt x="1541307" y="125505"/>
                </a:lnTo>
                <a:lnTo>
                  <a:pt x="1541905" y="125593"/>
                </a:lnTo>
                <a:lnTo>
                  <a:pt x="1542509" y="125671"/>
                </a:lnTo>
                <a:lnTo>
                  <a:pt x="1543117" y="125738"/>
                </a:lnTo>
                <a:lnTo>
                  <a:pt x="1543729" y="125795"/>
                </a:lnTo>
                <a:lnTo>
                  <a:pt x="1544347" y="125842"/>
                </a:lnTo>
                <a:lnTo>
                  <a:pt x="1544968" y="125878"/>
                </a:lnTo>
                <a:lnTo>
                  <a:pt x="1545595" y="125904"/>
                </a:lnTo>
                <a:lnTo>
                  <a:pt x="1546226" y="125920"/>
                </a:lnTo>
                <a:lnTo>
                  <a:pt x="1546861" y="125925"/>
                </a:lnTo>
                <a:lnTo>
                  <a:pt x="1547752" y="125918"/>
                </a:lnTo>
                <a:lnTo>
                  <a:pt x="1548634" y="125896"/>
                </a:lnTo>
                <a:lnTo>
                  <a:pt x="1549507" y="125860"/>
                </a:lnTo>
                <a:lnTo>
                  <a:pt x="1550370" y="125810"/>
                </a:lnTo>
                <a:lnTo>
                  <a:pt x="1551224" y="125745"/>
                </a:lnTo>
                <a:close/>
                <a:moveTo>
                  <a:pt x="1547625" y="114083"/>
                </a:moveTo>
                <a:lnTo>
                  <a:pt x="1547018" y="114004"/>
                </a:lnTo>
                <a:lnTo>
                  <a:pt x="1546424" y="113911"/>
                </a:lnTo>
                <a:lnTo>
                  <a:pt x="1545844" y="113804"/>
                </a:lnTo>
                <a:lnTo>
                  <a:pt x="1545277" y="113682"/>
                </a:lnTo>
                <a:lnTo>
                  <a:pt x="1544725" y="113546"/>
                </a:lnTo>
                <a:lnTo>
                  <a:pt x="1544186" y="113396"/>
                </a:lnTo>
                <a:lnTo>
                  <a:pt x="1543661" y="113231"/>
                </a:lnTo>
                <a:lnTo>
                  <a:pt x="1543149" y="113052"/>
                </a:lnTo>
                <a:lnTo>
                  <a:pt x="1542652" y="112859"/>
                </a:lnTo>
                <a:lnTo>
                  <a:pt x="1542168" y="112651"/>
                </a:lnTo>
                <a:lnTo>
                  <a:pt x="1541698" y="112429"/>
                </a:lnTo>
                <a:lnTo>
                  <a:pt x="1541241" y="112193"/>
                </a:lnTo>
                <a:lnTo>
                  <a:pt x="1540799" y="111943"/>
                </a:lnTo>
                <a:lnTo>
                  <a:pt x="1540370" y="111678"/>
                </a:lnTo>
                <a:lnTo>
                  <a:pt x="1539955" y="111399"/>
                </a:lnTo>
                <a:lnTo>
                  <a:pt x="1539554" y="111105"/>
                </a:lnTo>
                <a:lnTo>
                  <a:pt x="1539166" y="110797"/>
                </a:lnTo>
                <a:lnTo>
                  <a:pt x="1538793" y="110475"/>
                </a:lnTo>
                <a:lnTo>
                  <a:pt x="1538433" y="110139"/>
                </a:lnTo>
                <a:lnTo>
                  <a:pt x="1538087" y="109790"/>
                </a:lnTo>
                <a:lnTo>
                  <a:pt x="1537756" y="109432"/>
                </a:lnTo>
                <a:lnTo>
                  <a:pt x="1537440" y="109064"/>
                </a:lnTo>
                <a:lnTo>
                  <a:pt x="1537138" y="108687"/>
                </a:lnTo>
                <a:lnTo>
                  <a:pt x="1536851" y="108299"/>
                </a:lnTo>
                <a:lnTo>
                  <a:pt x="1536579" y="107902"/>
                </a:lnTo>
                <a:lnTo>
                  <a:pt x="1536322" y="107496"/>
                </a:lnTo>
                <a:lnTo>
                  <a:pt x="1536079" y="107079"/>
                </a:lnTo>
                <a:lnTo>
                  <a:pt x="1535851" y="106653"/>
                </a:lnTo>
                <a:lnTo>
                  <a:pt x="1535638" y="106217"/>
                </a:lnTo>
                <a:lnTo>
                  <a:pt x="1535439" y="105772"/>
                </a:lnTo>
                <a:lnTo>
                  <a:pt x="1535255" y="105317"/>
                </a:lnTo>
                <a:lnTo>
                  <a:pt x="1535086" y="104852"/>
                </a:lnTo>
                <a:lnTo>
                  <a:pt x="1534931" y="104377"/>
                </a:lnTo>
                <a:lnTo>
                  <a:pt x="1534792" y="103893"/>
                </a:lnTo>
                <a:lnTo>
                  <a:pt x="1534667" y="103399"/>
                </a:lnTo>
                <a:lnTo>
                  <a:pt x="1534556" y="102895"/>
                </a:lnTo>
                <a:lnTo>
                  <a:pt x="1534461" y="102381"/>
                </a:lnTo>
                <a:lnTo>
                  <a:pt x="1534380" y="101858"/>
                </a:lnTo>
                <a:lnTo>
                  <a:pt x="1534313" y="101325"/>
                </a:lnTo>
                <a:lnTo>
                  <a:pt x="1534262" y="100783"/>
                </a:lnTo>
                <a:lnTo>
                  <a:pt x="1534225" y="100230"/>
                </a:lnTo>
                <a:lnTo>
                  <a:pt x="1534203" y="99668"/>
                </a:lnTo>
                <a:lnTo>
                  <a:pt x="1534196" y="99096"/>
                </a:lnTo>
                <a:lnTo>
                  <a:pt x="1534214" y="98261"/>
                </a:lnTo>
                <a:lnTo>
                  <a:pt x="1534269" y="97446"/>
                </a:lnTo>
                <a:lnTo>
                  <a:pt x="1534360" y="96650"/>
                </a:lnTo>
                <a:lnTo>
                  <a:pt x="1534488" y="95874"/>
                </a:lnTo>
                <a:lnTo>
                  <a:pt x="1534653" y="95118"/>
                </a:lnTo>
                <a:lnTo>
                  <a:pt x="1534854" y="94382"/>
                </a:lnTo>
                <a:lnTo>
                  <a:pt x="1535091" y="93665"/>
                </a:lnTo>
                <a:lnTo>
                  <a:pt x="1535365" y="92968"/>
                </a:lnTo>
                <a:lnTo>
                  <a:pt x="1535676" y="92291"/>
                </a:lnTo>
                <a:lnTo>
                  <a:pt x="1536023" y="91634"/>
                </a:lnTo>
                <a:lnTo>
                  <a:pt x="1536407" y="90996"/>
                </a:lnTo>
                <a:lnTo>
                  <a:pt x="1536827" y="90378"/>
                </a:lnTo>
                <a:lnTo>
                  <a:pt x="1537284" y="89780"/>
                </a:lnTo>
                <a:lnTo>
                  <a:pt x="1537777" y="89202"/>
                </a:lnTo>
                <a:lnTo>
                  <a:pt x="1538307" y="88643"/>
                </a:lnTo>
                <a:lnTo>
                  <a:pt x="1538873" y="88104"/>
                </a:lnTo>
                <a:lnTo>
                  <a:pt x="1539476" y="87585"/>
                </a:lnTo>
                <a:lnTo>
                  <a:pt x="1540116" y="87085"/>
                </a:lnTo>
                <a:lnTo>
                  <a:pt x="1540792" y="86606"/>
                </a:lnTo>
                <a:lnTo>
                  <a:pt x="1541504" y="86146"/>
                </a:lnTo>
                <a:lnTo>
                  <a:pt x="1542253" y="85706"/>
                </a:lnTo>
                <a:lnTo>
                  <a:pt x="1543039" y="85285"/>
                </a:lnTo>
                <a:lnTo>
                  <a:pt x="1543861" y="84884"/>
                </a:lnTo>
                <a:lnTo>
                  <a:pt x="1544720" y="84503"/>
                </a:lnTo>
                <a:lnTo>
                  <a:pt x="1545621" y="84139"/>
                </a:lnTo>
                <a:lnTo>
                  <a:pt x="1546569" y="83790"/>
                </a:lnTo>
                <a:lnTo>
                  <a:pt x="1547565" y="83454"/>
                </a:lnTo>
                <a:lnTo>
                  <a:pt x="1548609" y="83134"/>
                </a:lnTo>
                <a:lnTo>
                  <a:pt x="1549700" y="82828"/>
                </a:lnTo>
                <a:lnTo>
                  <a:pt x="1550839" y="82536"/>
                </a:lnTo>
                <a:lnTo>
                  <a:pt x="1552026" y="82259"/>
                </a:lnTo>
                <a:lnTo>
                  <a:pt x="1553260" y="81996"/>
                </a:lnTo>
                <a:lnTo>
                  <a:pt x="1554541" y="81748"/>
                </a:lnTo>
                <a:lnTo>
                  <a:pt x="1555871" y="81514"/>
                </a:lnTo>
                <a:lnTo>
                  <a:pt x="1557248" y="81295"/>
                </a:lnTo>
                <a:lnTo>
                  <a:pt x="1558672" y="81090"/>
                </a:lnTo>
                <a:lnTo>
                  <a:pt x="1560145" y="80900"/>
                </a:lnTo>
                <a:lnTo>
                  <a:pt x="1561664" y="80724"/>
                </a:lnTo>
                <a:lnTo>
                  <a:pt x="1563232" y="80563"/>
                </a:lnTo>
                <a:lnTo>
                  <a:pt x="1564847" y="80416"/>
                </a:lnTo>
                <a:lnTo>
                  <a:pt x="1566509" y="80283"/>
                </a:lnTo>
                <a:lnTo>
                  <a:pt x="1568220" y="80165"/>
                </a:lnTo>
                <a:lnTo>
                  <a:pt x="1569978" y="80062"/>
                </a:lnTo>
                <a:lnTo>
                  <a:pt x="1571783" y="79973"/>
                </a:lnTo>
                <a:lnTo>
                  <a:pt x="1573636" y="79899"/>
                </a:lnTo>
                <a:lnTo>
                  <a:pt x="1575537" y="79839"/>
                </a:lnTo>
                <a:lnTo>
                  <a:pt x="1577485" y="79793"/>
                </a:lnTo>
                <a:lnTo>
                  <a:pt x="1579481" y="79762"/>
                </a:lnTo>
                <a:lnTo>
                  <a:pt x="1579481" y="98530"/>
                </a:lnTo>
                <a:lnTo>
                  <a:pt x="1579067" y="99094"/>
                </a:lnTo>
                <a:lnTo>
                  <a:pt x="1578645" y="99650"/>
                </a:lnTo>
                <a:lnTo>
                  <a:pt x="1578214" y="100198"/>
                </a:lnTo>
                <a:lnTo>
                  <a:pt x="1577775" y="100738"/>
                </a:lnTo>
                <a:lnTo>
                  <a:pt x="1577328" y="101270"/>
                </a:lnTo>
                <a:lnTo>
                  <a:pt x="1576873" y="101793"/>
                </a:lnTo>
                <a:lnTo>
                  <a:pt x="1576410" y="102308"/>
                </a:lnTo>
                <a:lnTo>
                  <a:pt x="1575938" y="102815"/>
                </a:lnTo>
                <a:lnTo>
                  <a:pt x="1575458" y="103314"/>
                </a:lnTo>
                <a:lnTo>
                  <a:pt x="1574970" y="103804"/>
                </a:lnTo>
                <a:lnTo>
                  <a:pt x="1574473" y="104287"/>
                </a:lnTo>
                <a:lnTo>
                  <a:pt x="1573969" y="104761"/>
                </a:lnTo>
                <a:lnTo>
                  <a:pt x="1573456" y="105227"/>
                </a:lnTo>
                <a:lnTo>
                  <a:pt x="1572935" y="105684"/>
                </a:lnTo>
                <a:lnTo>
                  <a:pt x="1572405" y="106134"/>
                </a:lnTo>
                <a:lnTo>
                  <a:pt x="1571868" y="106575"/>
                </a:lnTo>
                <a:lnTo>
                  <a:pt x="1571322" y="107008"/>
                </a:lnTo>
                <a:lnTo>
                  <a:pt x="1570768" y="107432"/>
                </a:lnTo>
                <a:lnTo>
                  <a:pt x="1570206" y="107849"/>
                </a:lnTo>
                <a:lnTo>
                  <a:pt x="1569636" y="108257"/>
                </a:lnTo>
                <a:lnTo>
                  <a:pt x="1569057" y="108657"/>
                </a:lnTo>
                <a:lnTo>
                  <a:pt x="1568470" y="109049"/>
                </a:lnTo>
                <a:lnTo>
                  <a:pt x="1567875" y="109433"/>
                </a:lnTo>
                <a:lnTo>
                  <a:pt x="1567272" y="109808"/>
                </a:lnTo>
                <a:lnTo>
                  <a:pt x="1566661" y="110172"/>
                </a:lnTo>
                <a:lnTo>
                  <a:pt x="1566044" y="110520"/>
                </a:lnTo>
                <a:lnTo>
                  <a:pt x="1565421" y="110852"/>
                </a:lnTo>
                <a:lnTo>
                  <a:pt x="1564791" y="111169"/>
                </a:lnTo>
                <a:lnTo>
                  <a:pt x="1564155" y="111471"/>
                </a:lnTo>
                <a:lnTo>
                  <a:pt x="1563513" y="111757"/>
                </a:lnTo>
                <a:lnTo>
                  <a:pt x="1562864" y="112027"/>
                </a:lnTo>
                <a:lnTo>
                  <a:pt x="1562209" y="112283"/>
                </a:lnTo>
                <a:lnTo>
                  <a:pt x="1561548" y="112522"/>
                </a:lnTo>
                <a:lnTo>
                  <a:pt x="1560881" y="112746"/>
                </a:lnTo>
                <a:lnTo>
                  <a:pt x="1560207" y="112955"/>
                </a:lnTo>
                <a:lnTo>
                  <a:pt x="1559527" y="113149"/>
                </a:lnTo>
                <a:lnTo>
                  <a:pt x="1558840" y="113326"/>
                </a:lnTo>
                <a:lnTo>
                  <a:pt x="1558147" y="113489"/>
                </a:lnTo>
                <a:lnTo>
                  <a:pt x="1557448" y="113636"/>
                </a:lnTo>
                <a:lnTo>
                  <a:pt x="1556742" y="113767"/>
                </a:lnTo>
                <a:lnTo>
                  <a:pt x="1556031" y="113883"/>
                </a:lnTo>
                <a:lnTo>
                  <a:pt x="1555312" y="113984"/>
                </a:lnTo>
                <a:lnTo>
                  <a:pt x="1554588" y="114069"/>
                </a:lnTo>
                <a:lnTo>
                  <a:pt x="1553857" y="114138"/>
                </a:lnTo>
                <a:lnTo>
                  <a:pt x="1553120" y="114192"/>
                </a:lnTo>
                <a:lnTo>
                  <a:pt x="1552376" y="114231"/>
                </a:lnTo>
                <a:lnTo>
                  <a:pt x="1551626" y="114254"/>
                </a:lnTo>
                <a:lnTo>
                  <a:pt x="1550870" y="114262"/>
                </a:lnTo>
                <a:lnTo>
                  <a:pt x="1550194" y="114255"/>
                </a:lnTo>
                <a:lnTo>
                  <a:pt x="1549531" y="114233"/>
                </a:lnTo>
                <a:lnTo>
                  <a:pt x="1548882" y="114197"/>
                </a:lnTo>
                <a:lnTo>
                  <a:pt x="1548247" y="114147"/>
                </a:lnTo>
                <a:lnTo>
                  <a:pt x="1547625" y="114083"/>
                </a:lnTo>
                <a:close/>
                <a:moveTo>
                  <a:pt x="1709843" y="125745"/>
                </a:moveTo>
                <a:lnTo>
                  <a:pt x="1710688" y="125666"/>
                </a:lnTo>
                <a:lnTo>
                  <a:pt x="1711523" y="125572"/>
                </a:lnTo>
                <a:lnTo>
                  <a:pt x="1712349" y="125464"/>
                </a:lnTo>
                <a:lnTo>
                  <a:pt x="1713165" y="125342"/>
                </a:lnTo>
                <a:lnTo>
                  <a:pt x="1713973" y="125205"/>
                </a:lnTo>
                <a:lnTo>
                  <a:pt x="1714771" y="125054"/>
                </a:lnTo>
                <a:lnTo>
                  <a:pt x="1715559" y="124888"/>
                </a:lnTo>
                <a:lnTo>
                  <a:pt x="1716339" y="124709"/>
                </a:lnTo>
                <a:lnTo>
                  <a:pt x="1717109" y="124514"/>
                </a:lnTo>
                <a:lnTo>
                  <a:pt x="1717869" y="124305"/>
                </a:lnTo>
                <a:lnTo>
                  <a:pt x="1718621" y="124082"/>
                </a:lnTo>
                <a:lnTo>
                  <a:pt x="1719363" y="123845"/>
                </a:lnTo>
                <a:lnTo>
                  <a:pt x="1720095" y="123593"/>
                </a:lnTo>
                <a:lnTo>
                  <a:pt x="1720819" y="123327"/>
                </a:lnTo>
                <a:lnTo>
                  <a:pt x="1721533" y="123046"/>
                </a:lnTo>
                <a:lnTo>
                  <a:pt x="1722237" y="122751"/>
                </a:lnTo>
                <a:lnTo>
                  <a:pt x="1722933" y="122441"/>
                </a:lnTo>
                <a:lnTo>
                  <a:pt x="1723619" y="122117"/>
                </a:lnTo>
                <a:lnTo>
                  <a:pt x="1724295" y="121779"/>
                </a:lnTo>
                <a:lnTo>
                  <a:pt x="1724964" y="121429"/>
                </a:lnTo>
                <a:lnTo>
                  <a:pt x="1725626" y="121069"/>
                </a:lnTo>
                <a:lnTo>
                  <a:pt x="1726281" y="120701"/>
                </a:lnTo>
                <a:lnTo>
                  <a:pt x="1726929" y="120322"/>
                </a:lnTo>
                <a:lnTo>
                  <a:pt x="1727570" y="119935"/>
                </a:lnTo>
                <a:lnTo>
                  <a:pt x="1728205" y="119538"/>
                </a:lnTo>
                <a:lnTo>
                  <a:pt x="1728833" y="119132"/>
                </a:lnTo>
                <a:lnTo>
                  <a:pt x="1729454" y="118717"/>
                </a:lnTo>
                <a:lnTo>
                  <a:pt x="1730068" y="118292"/>
                </a:lnTo>
                <a:lnTo>
                  <a:pt x="1730675" y="117858"/>
                </a:lnTo>
                <a:lnTo>
                  <a:pt x="1731276" y="117414"/>
                </a:lnTo>
                <a:lnTo>
                  <a:pt x="1731870" y="116961"/>
                </a:lnTo>
                <a:lnTo>
                  <a:pt x="1732457" y="116499"/>
                </a:lnTo>
                <a:lnTo>
                  <a:pt x="1733037" y="116028"/>
                </a:lnTo>
                <a:lnTo>
                  <a:pt x="1733610" y="115547"/>
                </a:lnTo>
                <a:lnTo>
                  <a:pt x="1734177" y="115057"/>
                </a:lnTo>
                <a:lnTo>
                  <a:pt x="1734736" y="114557"/>
                </a:lnTo>
                <a:lnTo>
                  <a:pt x="1735289" y="114048"/>
                </a:lnTo>
                <a:lnTo>
                  <a:pt x="1735835" y="113530"/>
                </a:lnTo>
                <a:lnTo>
                  <a:pt x="1736375" y="113003"/>
                </a:lnTo>
                <a:lnTo>
                  <a:pt x="1736907" y="112466"/>
                </a:lnTo>
                <a:lnTo>
                  <a:pt x="1737433" y="111920"/>
                </a:lnTo>
                <a:lnTo>
                  <a:pt x="1737952" y="111364"/>
                </a:lnTo>
                <a:lnTo>
                  <a:pt x="1738464" y="110799"/>
                </a:lnTo>
                <a:lnTo>
                  <a:pt x="1739102" y="124285"/>
                </a:lnTo>
                <a:lnTo>
                  <a:pt x="1753316" y="124285"/>
                </a:lnTo>
                <a:lnTo>
                  <a:pt x="1753316" y="63170"/>
                </a:lnTo>
                <a:lnTo>
                  <a:pt x="1753311" y="62355"/>
                </a:lnTo>
                <a:lnTo>
                  <a:pt x="1753296" y="61553"/>
                </a:lnTo>
                <a:lnTo>
                  <a:pt x="1753271" y="60763"/>
                </a:lnTo>
                <a:lnTo>
                  <a:pt x="1753235" y="59986"/>
                </a:lnTo>
                <a:lnTo>
                  <a:pt x="1753190" y="59221"/>
                </a:lnTo>
                <a:lnTo>
                  <a:pt x="1753134" y="58469"/>
                </a:lnTo>
                <a:lnTo>
                  <a:pt x="1753068" y="57729"/>
                </a:lnTo>
                <a:lnTo>
                  <a:pt x="1752992" y="57002"/>
                </a:lnTo>
                <a:lnTo>
                  <a:pt x="1752906" y="56287"/>
                </a:lnTo>
                <a:lnTo>
                  <a:pt x="1752810" y="55585"/>
                </a:lnTo>
                <a:lnTo>
                  <a:pt x="1752704" y="54896"/>
                </a:lnTo>
                <a:lnTo>
                  <a:pt x="1752588" y="54219"/>
                </a:lnTo>
                <a:lnTo>
                  <a:pt x="1752461" y="53554"/>
                </a:lnTo>
                <a:lnTo>
                  <a:pt x="1752324" y="52902"/>
                </a:lnTo>
                <a:lnTo>
                  <a:pt x="1752177" y="52263"/>
                </a:lnTo>
                <a:lnTo>
                  <a:pt x="1752021" y="51636"/>
                </a:lnTo>
                <a:lnTo>
                  <a:pt x="1751854" y="51022"/>
                </a:lnTo>
                <a:lnTo>
                  <a:pt x="1751676" y="50420"/>
                </a:lnTo>
                <a:lnTo>
                  <a:pt x="1751489" y="49831"/>
                </a:lnTo>
                <a:lnTo>
                  <a:pt x="1751292" y="49255"/>
                </a:lnTo>
                <a:lnTo>
                  <a:pt x="1751084" y="48691"/>
                </a:lnTo>
                <a:lnTo>
                  <a:pt x="1750866" y="48139"/>
                </a:lnTo>
                <a:lnTo>
                  <a:pt x="1750639" y="47600"/>
                </a:lnTo>
                <a:lnTo>
                  <a:pt x="1750401" y="47074"/>
                </a:lnTo>
                <a:lnTo>
                  <a:pt x="1750154" y="46558"/>
                </a:lnTo>
                <a:lnTo>
                  <a:pt x="1749900" y="46052"/>
                </a:lnTo>
                <a:lnTo>
                  <a:pt x="1749640" y="45556"/>
                </a:lnTo>
                <a:lnTo>
                  <a:pt x="1749372" y="45069"/>
                </a:lnTo>
                <a:lnTo>
                  <a:pt x="1749097" y="44592"/>
                </a:lnTo>
                <a:lnTo>
                  <a:pt x="1748815" y="44125"/>
                </a:lnTo>
                <a:lnTo>
                  <a:pt x="1748525" y="43667"/>
                </a:lnTo>
                <a:lnTo>
                  <a:pt x="1748229" y="43219"/>
                </a:lnTo>
                <a:lnTo>
                  <a:pt x="1747926" y="42780"/>
                </a:lnTo>
                <a:lnTo>
                  <a:pt x="1747615" y="42351"/>
                </a:lnTo>
                <a:lnTo>
                  <a:pt x="1747297" y="41932"/>
                </a:lnTo>
                <a:lnTo>
                  <a:pt x="1746972" y="41522"/>
                </a:lnTo>
                <a:lnTo>
                  <a:pt x="1746640" y="41122"/>
                </a:lnTo>
                <a:lnTo>
                  <a:pt x="1746301" y="40731"/>
                </a:lnTo>
                <a:lnTo>
                  <a:pt x="1745955" y="40351"/>
                </a:lnTo>
                <a:lnTo>
                  <a:pt x="1745602" y="39979"/>
                </a:lnTo>
                <a:lnTo>
                  <a:pt x="1745241" y="39618"/>
                </a:lnTo>
                <a:lnTo>
                  <a:pt x="1744874" y="39266"/>
                </a:lnTo>
                <a:lnTo>
                  <a:pt x="1744499" y="38923"/>
                </a:lnTo>
                <a:lnTo>
                  <a:pt x="1744117" y="38590"/>
                </a:lnTo>
                <a:lnTo>
                  <a:pt x="1743728" y="38267"/>
                </a:lnTo>
                <a:lnTo>
                  <a:pt x="1743332" y="37954"/>
                </a:lnTo>
                <a:lnTo>
                  <a:pt x="1742929" y="37650"/>
                </a:lnTo>
                <a:lnTo>
                  <a:pt x="1742519" y="37355"/>
                </a:lnTo>
                <a:lnTo>
                  <a:pt x="1742103" y="37070"/>
                </a:lnTo>
                <a:lnTo>
                  <a:pt x="1741682" y="36792"/>
                </a:lnTo>
                <a:lnTo>
                  <a:pt x="1741258" y="36521"/>
                </a:lnTo>
                <a:lnTo>
                  <a:pt x="1740828" y="36258"/>
                </a:lnTo>
                <a:lnTo>
                  <a:pt x="1740394" y="36002"/>
                </a:lnTo>
                <a:lnTo>
                  <a:pt x="1739956" y="35754"/>
                </a:lnTo>
                <a:lnTo>
                  <a:pt x="1739514" y="35513"/>
                </a:lnTo>
                <a:lnTo>
                  <a:pt x="1739067" y="35280"/>
                </a:lnTo>
                <a:lnTo>
                  <a:pt x="1738615" y="35054"/>
                </a:lnTo>
                <a:lnTo>
                  <a:pt x="1738159" y="34836"/>
                </a:lnTo>
                <a:lnTo>
                  <a:pt x="1737699" y="34625"/>
                </a:lnTo>
                <a:lnTo>
                  <a:pt x="1737234" y="34422"/>
                </a:lnTo>
                <a:lnTo>
                  <a:pt x="1736765" y="34226"/>
                </a:lnTo>
                <a:lnTo>
                  <a:pt x="1736291" y="34038"/>
                </a:lnTo>
                <a:lnTo>
                  <a:pt x="1735813" y="33857"/>
                </a:lnTo>
                <a:lnTo>
                  <a:pt x="1735331" y="33684"/>
                </a:lnTo>
                <a:lnTo>
                  <a:pt x="1734844" y="33519"/>
                </a:lnTo>
                <a:lnTo>
                  <a:pt x="1734353" y="33360"/>
                </a:lnTo>
                <a:lnTo>
                  <a:pt x="1733857" y="33210"/>
                </a:lnTo>
                <a:lnTo>
                  <a:pt x="1733357" y="33067"/>
                </a:lnTo>
                <a:lnTo>
                  <a:pt x="1732852" y="32931"/>
                </a:lnTo>
                <a:lnTo>
                  <a:pt x="1732343" y="32803"/>
                </a:lnTo>
                <a:lnTo>
                  <a:pt x="1731829" y="32682"/>
                </a:lnTo>
                <a:lnTo>
                  <a:pt x="1731311" y="32569"/>
                </a:lnTo>
                <a:lnTo>
                  <a:pt x="1730790" y="32462"/>
                </a:lnTo>
                <a:lnTo>
                  <a:pt x="1730267" y="32359"/>
                </a:lnTo>
                <a:lnTo>
                  <a:pt x="1729742" y="32261"/>
                </a:lnTo>
                <a:lnTo>
                  <a:pt x="1729214" y="32167"/>
                </a:lnTo>
                <a:lnTo>
                  <a:pt x="1728685" y="32078"/>
                </a:lnTo>
                <a:lnTo>
                  <a:pt x="1728154" y="31993"/>
                </a:lnTo>
                <a:lnTo>
                  <a:pt x="1727620" y="31913"/>
                </a:lnTo>
                <a:lnTo>
                  <a:pt x="1727085" y="31838"/>
                </a:lnTo>
                <a:lnTo>
                  <a:pt x="1726547" y="31767"/>
                </a:lnTo>
                <a:lnTo>
                  <a:pt x="1726007" y="31701"/>
                </a:lnTo>
                <a:lnTo>
                  <a:pt x="1725466" y="31639"/>
                </a:lnTo>
                <a:lnTo>
                  <a:pt x="1724922" y="31582"/>
                </a:lnTo>
                <a:lnTo>
                  <a:pt x="1724376" y="31530"/>
                </a:lnTo>
                <a:lnTo>
                  <a:pt x="1723828" y="31482"/>
                </a:lnTo>
                <a:lnTo>
                  <a:pt x="1723278" y="31438"/>
                </a:lnTo>
                <a:lnTo>
                  <a:pt x="1722726" y="31400"/>
                </a:lnTo>
                <a:lnTo>
                  <a:pt x="1722172" y="31365"/>
                </a:lnTo>
                <a:lnTo>
                  <a:pt x="1721616" y="31336"/>
                </a:lnTo>
                <a:lnTo>
                  <a:pt x="1721058" y="31311"/>
                </a:lnTo>
                <a:lnTo>
                  <a:pt x="1720498" y="31290"/>
                </a:lnTo>
                <a:lnTo>
                  <a:pt x="1719935" y="31274"/>
                </a:lnTo>
                <a:lnTo>
                  <a:pt x="1719371" y="31263"/>
                </a:lnTo>
                <a:lnTo>
                  <a:pt x="1718805" y="31256"/>
                </a:lnTo>
                <a:lnTo>
                  <a:pt x="1718236" y="31253"/>
                </a:lnTo>
                <a:lnTo>
                  <a:pt x="1717352" y="31259"/>
                </a:lnTo>
                <a:lnTo>
                  <a:pt x="1716476" y="31276"/>
                </a:lnTo>
                <a:lnTo>
                  <a:pt x="1715609" y="31303"/>
                </a:lnTo>
                <a:lnTo>
                  <a:pt x="1714750" y="31342"/>
                </a:lnTo>
                <a:lnTo>
                  <a:pt x="1713899" y="31392"/>
                </a:lnTo>
                <a:lnTo>
                  <a:pt x="1713057" y="31453"/>
                </a:lnTo>
                <a:lnTo>
                  <a:pt x="1712223" y="31525"/>
                </a:lnTo>
                <a:lnTo>
                  <a:pt x="1711397" y="31608"/>
                </a:lnTo>
                <a:lnTo>
                  <a:pt x="1710580" y="31702"/>
                </a:lnTo>
                <a:lnTo>
                  <a:pt x="1709771" y="31808"/>
                </a:lnTo>
                <a:lnTo>
                  <a:pt x="1708971" y="31924"/>
                </a:lnTo>
                <a:lnTo>
                  <a:pt x="1708179" y="32051"/>
                </a:lnTo>
                <a:lnTo>
                  <a:pt x="1707395" y="32190"/>
                </a:lnTo>
                <a:lnTo>
                  <a:pt x="1706620" y="32340"/>
                </a:lnTo>
                <a:lnTo>
                  <a:pt x="1705853" y="32500"/>
                </a:lnTo>
                <a:lnTo>
                  <a:pt x="1705095" y="32672"/>
                </a:lnTo>
                <a:lnTo>
                  <a:pt x="1704345" y="32855"/>
                </a:lnTo>
                <a:lnTo>
                  <a:pt x="1703603" y="33049"/>
                </a:lnTo>
                <a:lnTo>
                  <a:pt x="1702870" y="33254"/>
                </a:lnTo>
                <a:lnTo>
                  <a:pt x="1702145" y="33470"/>
                </a:lnTo>
                <a:lnTo>
                  <a:pt x="1701428" y="33697"/>
                </a:lnTo>
                <a:lnTo>
                  <a:pt x="1700720" y="33936"/>
                </a:lnTo>
                <a:lnTo>
                  <a:pt x="1700020" y="34185"/>
                </a:lnTo>
                <a:lnTo>
                  <a:pt x="1699329" y="34445"/>
                </a:lnTo>
                <a:lnTo>
                  <a:pt x="1698648" y="34718"/>
                </a:lnTo>
                <a:lnTo>
                  <a:pt x="1697979" y="35003"/>
                </a:lnTo>
                <a:lnTo>
                  <a:pt x="1697323" y="35301"/>
                </a:lnTo>
                <a:lnTo>
                  <a:pt x="1696679" y="35613"/>
                </a:lnTo>
                <a:lnTo>
                  <a:pt x="1696047" y="35937"/>
                </a:lnTo>
                <a:lnTo>
                  <a:pt x="1695428" y="36275"/>
                </a:lnTo>
                <a:lnTo>
                  <a:pt x="1694821" y="36625"/>
                </a:lnTo>
                <a:lnTo>
                  <a:pt x="1694226" y="36989"/>
                </a:lnTo>
                <a:lnTo>
                  <a:pt x="1693644" y="37365"/>
                </a:lnTo>
                <a:lnTo>
                  <a:pt x="1693074" y="37755"/>
                </a:lnTo>
                <a:lnTo>
                  <a:pt x="1692517" y="38158"/>
                </a:lnTo>
                <a:lnTo>
                  <a:pt x="1691971" y="38573"/>
                </a:lnTo>
                <a:lnTo>
                  <a:pt x="1691438" y="39002"/>
                </a:lnTo>
                <a:lnTo>
                  <a:pt x="1690918" y="39444"/>
                </a:lnTo>
                <a:lnTo>
                  <a:pt x="1690409" y="39899"/>
                </a:lnTo>
                <a:lnTo>
                  <a:pt x="1689914" y="40367"/>
                </a:lnTo>
                <a:lnTo>
                  <a:pt x="1689430" y="40848"/>
                </a:lnTo>
                <a:lnTo>
                  <a:pt x="1688959" y="41342"/>
                </a:lnTo>
                <a:lnTo>
                  <a:pt x="1688500" y="41849"/>
                </a:lnTo>
                <a:lnTo>
                  <a:pt x="1688053" y="42369"/>
                </a:lnTo>
                <a:lnTo>
                  <a:pt x="1687619" y="42902"/>
                </a:lnTo>
                <a:lnTo>
                  <a:pt x="1687197" y="43448"/>
                </a:lnTo>
                <a:lnTo>
                  <a:pt x="1686788" y="44007"/>
                </a:lnTo>
                <a:lnTo>
                  <a:pt x="1686390" y="44579"/>
                </a:lnTo>
                <a:lnTo>
                  <a:pt x="1686007" y="45165"/>
                </a:lnTo>
                <a:lnTo>
                  <a:pt x="1685641" y="45766"/>
                </a:lnTo>
                <a:lnTo>
                  <a:pt x="1685291" y="46382"/>
                </a:lnTo>
                <a:lnTo>
                  <a:pt x="1684956" y="47013"/>
                </a:lnTo>
                <a:lnTo>
                  <a:pt x="1684639" y="47659"/>
                </a:lnTo>
                <a:lnTo>
                  <a:pt x="1684337" y="48320"/>
                </a:lnTo>
                <a:lnTo>
                  <a:pt x="1684052" y="48996"/>
                </a:lnTo>
                <a:lnTo>
                  <a:pt x="1683783" y="49687"/>
                </a:lnTo>
                <a:lnTo>
                  <a:pt x="1683531" y="50393"/>
                </a:lnTo>
                <a:lnTo>
                  <a:pt x="1683295" y="51114"/>
                </a:lnTo>
                <a:lnTo>
                  <a:pt x="1683075" y="51850"/>
                </a:lnTo>
                <a:lnTo>
                  <a:pt x="1682871" y="52601"/>
                </a:lnTo>
                <a:lnTo>
                  <a:pt x="1682684" y="53367"/>
                </a:lnTo>
                <a:lnTo>
                  <a:pt x="1682512" y="54147"/>
                </a:lnTo>
                <a:lnTo>
                  <a:pt x="1682358" y="54943"/>
                </a:lnTo>
                <a:lnTo>
                  <a:pt x="1682219" y="55754"/>
                </a:lnTo>
                <a:lnTo>
                  <a:pt x="1682097" y="56580"/>
                </a:lnTo>
                <a:lnTo>
                  <a:pt x="1681991" y="57421"/>
                </a:lnTo>
                <a:lnTo>
                  <a:pt x="1681901" y="58276"/>
                </a:lnTo>
                <a:lnTo>
                  <a:pt x="1681828" y="59147"/>
                </a:lnTo>
                <a:lnTo>
                  <a:pt x="1681771" y="60033"/>
                </a:lnTo>
                <a:lnTo>
                  <a:pt x="1681730" y="60934"/>
                </a:lnTo>
                <a:lnTo>
                  <a:pt x="1681706" y="61850"/>
                </a:lnTo>
                <a:lnTo>
                  <a:pt x="1681698" y="62780"/>
                </a:lnTo>
                <a:lnTo>
                  <a:pt x="1696459" y="62780"/>
                </a:lnTo>
                <a:lnTo>
                  <a:pt x="1696470" y="61915"/>
                </a:lnTo>
                <a:lnTo>
                  <a:pt x="1696503" y="61070"/>
                </a:lnTo>
                <a:lnTo>
                  <a:pt x="1696557" y="60244"/>
                </a:lnTo>
                <a:lnTo>
                  <a:pt x="1696634" y="59438"/>
                </a:lnTo>
                <a:lnTo>
                  <a:pt x="1696732" y="58651"/>
                </a:lnTo>
                <a:lnTo>
                  <a:pt x="1696852" y="57884"/>
                </a:lnTo>
                <a:lnTo>
                  <a:pt x="1696994" y="57137"/>
                </a:lnTo>
                <a:lnTo>
                  <a:pt x="1697157" y="56409"/>
                </a:lnTo>
                <a:lnTo>
                  <a:pt x="1697343" y="55700"/>
                </a:lnTo>
                <a:lnTo>
                  <a:pt x="1697550" y="55011"/>
                </a:lnTo>
                <a:lnTo>
                  <a:pt x="1697780" y="54342"/>
                </a:lnTo>
                <a:lnTo>
                  <a:pt x="1698031" y="53692"/>
                </a:lnTo>
                <a:lnTo>
                  <a:pt x="1698304" y="53062"/>
                </a:lnTo>
                <a:lnTo>
                  <a:pt x="1698598" y="52451"/>
                </a:lnTo>
                <a:lnTo>
                  <a:pt x="1698915" y="51860"/>
                </a:lnTo>
                <a:lnTo>
                  <a:pt x="1699253" y="51288"/>
                </a:lnTo>
                <a:lnTo>
                  <a:pt x="1699613" y="50736"/>
                </a:lnTo>
                <a:lnTo>
                  <a:pt x="1699995" y="50203"/>
                </a:lnTo>
                <a:lnTo>
                  <a:pt x="1700399" y="49690"/>
                </a:lnTo>
                <a:lnTo>
                  <a:pt x="1700825" y="49197"/>
                </a:lnTo>
                <a:lnTo>
                  <a:pt x="1701272" y="48723"/>
                </a:lnTo>
                <a:lnTo>
                  <a:pt x="1701742" y="48268"/>
                </a:lnTo>
                <a:lnTo>
                  <a:pt x="1702233" y="47834"/>
                </a:lnTo>
                <a:lnTo>
                  <a:pt x="1702746" y="47418"/>
                </a:lnTo>
                <a:lnTo>
                  <a:pt x="1703275" y="47021"/>
                </a:lnTo>
                <a:lnTo>
                  <a:pt x="1703814" y="46641"/>
                </a:lnTo>
                <a:lnTo>
                  <a:pt x="1704363" y="46278"/>
                </a:lnTo>
                <a:lnTo>
                  <a:pt x="1704923" y="45931"/>
                </a:lnTo>
                <a:lnTo>
                  <a:pt x="1705492" y="45602"/>
                </a:lnTo>
                <a:lnTo>
                  <a:pt x="1706072" y="45289"/>
                </a:lnTo>
                <a:lnTo>
                  <a:pt x="1706662" y="44994"/>
                </a:lnTo>
                <a:lnTo>
                  <a:pt x="1707261" y="44715"/>
                </a:lnTo>
                <a:lnTo>
                  <a:pt x="1707871" y="44453"/>
                </a:lnTo>
                <a:lnTo>
                  <a:pt x="1708491" y="44208"/>
                </a:lnTo>
                <a:lnTo>
                  <a:pt x="1709122" y="43980"/>
                </a:lnTo>
                <a:lnTo>
                  <a:pt x="1709762" y="43769"/>
                </a:lnTo>
                <a:lnTo>
                  <a:pt x="1710413" y="43574"/>
                </a:lnTo>
                <a:lnTo>
                  <a:pt x="1711073" y="43397"/>
                </a:lnTo>
                <a:lnTo>
                  <a:pt x="1711744" y="43236"/>
                </a:lnTo>
                <a:lnTo>
                  <a:pt x="1712425" y="43093"/>
                </a:lnTo>
                <a:lnTo>
                  <a:pt x="1713116" y="42966"/>
                </a:lnTo>
                <a:lnTo>
                  <a:pt x="1713817" y="42856"/>
                </a:lnTo>
                <a:lnTo>
                  <a:pt x="1714528" y="42763"/>
                </a:lnTo>
                <a:lnTo>
                  <a:pt x="1715249" y="42687"/>
                </a:lnTo>
                <a:lnTo>
                  <a:pt x="1715981" y="42628"/>
                </a:lnTo>
                <a:lnTo>
                  <a:pt x="1716722" y="42586"/>
                </a:lnTo>
                <a:lnTo>
                  <a:pt x="1717474" y="42561"/>
                </a:lnTo>
                <a:lnTo>
                  <a:pt x="1718236" y="42552"/>
                </a:lnTo>
                <a:lnTo>
                  <a:pt x="1718952" y="42560"/>
                </a:lnTo>
                <a:lnTo>
                  <a:pt x="1719658" y="42583"/>
                </a:lnTo>
                <a:lnTo>
                  <a:pt x="1720353" y="42622"/>
                </a:lnTo>
                <a:lnTo>
                  <a:pt x="1721038" y="42676"/>
                </a:lnTo>
                <a:lnTo>
                  <a:pt x="1721712" y="42746"/>
                </a:lnTo>
                <a:lnTo>
                  <a:pt x="1722376" y="42831"/>
                </a:lnTo>
                <a:lnTo>
                  <a:pt x="1723030" y="42932"/>
                </a:lnTo>
                <a:lnTo>
                  <a:pt x="1723673" y="43048"/>
                </a:lnTo>
                <a:lnTo>
                  <a:pt x="1724305" y="43180"/>
                </a:lnTo>
                <a:lnTo>
                  <a:pt x="1724928" y="43327"/>
                </a:lnTo>
                <a:lnTo>
                  <a:pt x="1725539" y="43490"/>
                </a:lnTo>
                <a:lnTo>
                  <a:pt x="1726141" y="43668"/>
                </a:lnTo>
                <a:lnTo>
                  <a:pt x="1726731" y="43862"/>
                </a:lnTo>
                <a:lnTo>
                  <a:pt x="1727312" y="44071"/>
                </a:lnTo>
                <a:lnTo>
                  <a:pt x="1727882" y="44296"/>
                </a:lnTo>
                <a:lnTo>
                  <a:pt x="1728441" y="44536"/>
                </a:lnTo>
                <a:lnTo>
                  <a:pt x="1728990" y="44792"/>
                </a:lnTo>
                <a:lnTo>
                  <a:pt x="1729529" y="45063"/>
                </a:lnTo>
                <a:lnTo>
                  <a:pt x="1730057" y="45350"/>
                </a:lnTo>
                <a:lnTo>
                  <a:pt x="1730575" y="45653"/>
                </a:lnTo>
                <a:lnTo>
                  <a:pt x="1731082" y="45970"/>
                </a:lnTo>
                <a:lnTo>
                  <a:pt x="1731579" y="46304"/>
                </a:lnTo>
                <a:lnTo>
                  <a:pt x="1732066" y="46653"/>
                </a:lnTo>
                <a:lnTo>
                  <a:pt x="1732542" y="47017"/>
                </a:lnTo>
                <a:lnTo>
                  <a:pt x="1733003" y="47402"/>
                </a:lnTo>
                <a:lnTo>
                  <a:pt x="1733444" y="47813"/>
                </a:lnTo>
                <a:lnTo>
                  <a:pt x="1733866" y="48251"/>
                </a:lnTo>
                <a:lnTo>
                  <a:pt x="1734268" y="48714"/>
                </a:lnTo>
                <a:lnTo>
                  <a:pt x="1734650" y="49204"/>
                </a:lnTo>
                <a:lnTo>
                  <a:pt x="1735013" y="49720"/>
                </a:lnTo>
                <a:lnTo>
                  <a:pt x="1735356" y="50262"/>
                </a:lnTo>
                <a:lnTo>
                  <a:pt x="1735680" y="50831"/>
                </a:lnTo>
                <a:lnTo>
                  <a:pt x="1735984" y="51425"/>
                </a:lnTo>
                <a:lnTo>
                  <a:pt x="1736269" y="52046"/>
                </a:lnTo>
                <a:lnTo>
                  <a:pt x="1736533" y="52693"/>
                </a:lnTo>
                <a:lnTo>
                  <a:pt x="1736779" y="53366"/>
                </a:lnTo>
                <a:lnTo>
                  <a:pt x="1737004" y="54065"/>
                </a:lnTo>
                <a:lnTo>
                  <a:pt x="1737210" y="54790"/>
                </a:lnTo>
                <a:lnTo>
                  <a:pt x="1737396" y="55542"/>
                </a:lnTo>
                <a:lnTo>
                  <a:pt x="1737563" y="56320"/>
                </a:lnTo>
                <a:lnTo>
                  <a:pt x="1737710" y="57124"/>
                </a:lnTo>
                <a:lnTo>
                  <a:pt x="1737838" y="57954"/>
                </a:lnTo>
                <a:lnTo>
                  <a:pt x="1737946" y="58810"/>
                </a:lnTo>
                <a:lnTo>
                  <a:pt x="1738034" y="59692"/>
                </a:lnTo>
                <a:lnTo>
                  <a:pt x="1738103" y="60601"/>
                </a:lnTo>
                <a:lnTo>
                  <a:pt x="1738152" y="61536"/>
                </a:lnTo>
                <a:lnTo>
                  <a:pt x="1738181" y="62496"/>
                </a:lnTo>
                <a:lnTo>
                  <a:pt x="1738191" y="63484"/>
                </a:lnTo>
                <a:lnTo>
                  <a:pt x="1738191" y="70013"/>
                </a:lnTo>
                <a:lnTo>
                  <a:pt x="1736673" y="70032"/>
                </a:lnTo>
                <a:lnTo>
                  <a:pt x="1735171" y="70059"/>
                </a:lnTo>
                <a:lnTo>
                  <a:pt x="1733685" y="70092"/>
                </a:lnTo>
                <a:lnTo>
                  <a:pt x="1732215" y="70134"/>
                </a:lnTo>
                <a:lnTo>
                  <a:pt x="1730761" y="70182"/>
                </a:lnTo>
                <a:lnTo>
                  <a:pt x="1729324" y="70238"/>
                </a:lnTo>
                <a:lnTo>
                  <a:pt x="1727903" y="70301"/>
                </a:lnTo>
                <a:lnTo>
                  <a:pt x="1726497" y="70371"/>
                </a:lnTo>
                <a:lnTo>
                  <a:pt x="1725108" y="70449"/>
                </a:lnTo>
                <a:lnTo>
                  <a:pt x="1723735" y="70534"/>
                </a:lnTo>
                <a:lnTo>
                  <a:pt x="1722379" y="70626"/>
                </a:lnTo>
                <a:lnTo>
                  <a:pt x="1721038" y="70725"/>
                </a:lnTo>
                <a:lnTo>
                  <a:pt x="1719713" y="70832"/>
                </a:lnTo>
                <a:lnTo>
                  <a:pt x="1718405" y="70946"/>
                </a:lnTo>
                <a:lnTo>
                  <a:pt x="1717113" y="71067"/>
                </a:lnTo>
                <a:lnTo>
                  <a:pt x="1715837" y="71196"/>
                </a:lnTo>
                <a:lnTo>
                  <a:pt x="1714577" y="71332"/>
                </a:lnTo>
                <a:lnTo>
                  <a:pt x="1713333" y="71475"/>
                </a:lnTo>
                <a:lnTo>
                  <a:pt x="1712105" y="71626"/>
                </a:lnTo>
                <a:lnTo>
                  <a:pt x="1710893" y="71783"/>
                </a:lnTo>
                <a:lnTo>
                  <a:pt x="1709698" y="71948"/>
                </a:lnTo>
                <a:lnTo>
                  <a:pt x="1708519" y="72121"/>
                </a:lnTo>
                <a:lnTo>
                  <a:pt x="1707356" y="72300"/>
                </a:lnTo>
                <a:lnTo>
                  <a:pt x="1706208" y="72487"/>
                </a:lnTo>
                <a:lnTo>
                  <a:pt x="1705080" y="72685"/>
                </a:lnTo>
                <a:lnTo>
                  <a:pt x="1703974" y="72896"/>
                </a:lnTo>
                <a:lnTo>
                  <a:pt x="1702888" y="73122"/>
                </a:lnTo>
                <a:lnTo>
                  <a:pt x="1701825" y="73362"/>
                </a:lnTo>
                <a:lnTo>
                  <a:pt x="1700783" y="73616"/>
                </a:lnTo>
                <a:lnTo>
                  <a:pt x="1699762" y="73884"/>
                </a:lnTo>
                <a:lnTo>
                  <a:pt x="1698763" y="74166"/>
                </a:lnTo>
                <a:lnTo>
                  <a:pt x="1697785" y="74463"/>
                </a:lnTo>
                <a:lnTo>
                  <a:pt x="1696829" y="74773"/>
                </a:lnTo>
                <a:lnTo>
                  <a:pt x="1695894" y="75097"/>
                </a:lnTo>
                <a:lnTo>
                  <a:pt x="1694981" y="75436"/>
                </a:lnTo>
                <a:lnTo>
                  <a:pt x="1694090" y="75789"/>
                </a:lnTo>
                <a:lnTo>
                  <a:pt x="1693220" y="76156"/>
                </a:lnTo>
                <a:lnTo>
                  <a:pt x="1692371" y="76536"/>
                </a:lnTo>
                <a:lnTo>
                  <a:pt x="1691544" y="76931"/>
                </a:lnTo>
                <a:lnTo>
                  <a:pt x="1690739" y="77340"/>
                </a:lnTo>
                <a:lnTo>
                  <a:pt x="1689955" y="77764"/>
                </a:lnTo>
                <a:lnTo>
                  <a:pt x="1689192" y="78201"/>
                </a:lnTo>
                <a:lnTo>
                  <a:pt x="1688451" y="78652"/>
                </a:lnTo>
                <a:lnTo>
                  <a:pt x="1687732" y="79118"/>
                </a:lnTo>
                <a:lnTo>
                  <a:pt x="1687034" y="79597"/>
                </a:lnTo>
                <a:lnTo>
                  <a:pt x="1686357" y="80091"/>
                </a:lnTo>
                <a:lnTo>
                  <a:pt x="1685703" y="80599"/>
                </a:lnTo>
                <a:lnTo>
                  <a:pt x="1685069" y="81121"/>
                </a:lnTo>
                <a:lnTo>
                  <a:pt x="1684459" y="81660"/>
                </a:lnTo>
                <a:lnTo>
                  <a:pt x="1683876" y="82219"/>
                </a:lnTo>
                <a:lnTo>
                  <a:pt x="1683318" y="82799"/>
                </a:lnTo>
                <a:lnTo>
                  <a:pt x="1682786" y="83400"/>
                </a:lnTo>
                <a:lnTo>
                  <a:pt x="1682280" y="84020"/>
                </a:lnTo>
                <a:lnTo>
                  <a:pt x="1681800" y="84662"/>
                </a:lnTo>
                <a:lnTo>
                  <a:pt x="1681346" y="85323"/>
                </a:lnTo>
                <a:lnTo>
                  <a:pt x="1680918" y="86005"/>
                </a:lnTo>
                <a:lnTo>
                  <a:pt x="1680516" y="86708"/>
                </a:lnTo>
                <a:lnTo>
                  <a:pt x="1680140" y="87431"/>
                </a:lnTo>
                <a:lnTo>
                  <a:pt x="1679790" y="88174"/>
                </a:lnTo>
                <a:lnTo>
                  <a:pt x="1679465" y="88937"/>
                </a:lnTo>
                <a:lnTo>
                  <a:pt x="1679167" y="89722"/>
                </a:lnTo>
                <a:lnTo>
                  <a:pt x="1678895" y="90526"/>
                </a:lnTo>
                <a:lnTo>
                  <a:pt x="1678648" y="91351"/>
                </a:lnTo>
                <a:lnTo>
                  <a:pt x="1678428" y="92196"/>
                </a:lnTo>
                <a:lnTo>
                  <a:pt x="1678233" y="93062"/>
                </a:lnTo>
                <a:lnTo>
                  <a:pt x="1678064" y="93948"/>
                </a:lnTo>
                <a:lnTo>
                  <a:pt x="1677922" y="94855"/>
                </a:lnTo>
                <a:lnTo>
                  <a:pt x="1677805" y="95782"/>
                </a:lnTo>
                <a:lnTo>
                  <a:pt x="1677714" y="96730"/>
                </a:lnTo>
                <a:lnTo>
                  <a:pt x="1677649" y="97697"/>
                </a:lnTo>
                <a:lnTo>
                  <a:pt x="1677610" y="98686"/>
                </a:lnTo>
                <a:lnTo>
                  <a:pt x="1677597" y="99694"/>
                </a:lnTo>
                <a:lnTo>
                  <a:pt x="1677604" y="100405"/>
                </a:lnTo>
                <a:lnTo>
                  <a:pt x="1677624" y="101107"/>
                </a:lnTo>
                <a:lnTo>
                  <a:pt x="1677657" y="101798"/>
                </a:lnTo>
                <a:lnTo>
                  <a:pt x="1677703" y="102481"/>
                </a:lnTo>
                <a:lnTo>
                  <a:pt x="1677762" y="103153"/>
                </a:lnTo>
                <a:lnTo>
                  <a:pt x="1677834" y="103816"/>
                </a:lnTo>
                <a:lnTo>
                  <a:pt x="1677919" y="104470"/>
                </a:lnTo>
                <a:lnTo>
                  <a:pt x="1678018" y="105114"/>
                </a:lnTo>
                <a:lnTo>
                  <a:pt x="1678129" y="105748"/>
                </a:lnTo>
                <a:lnTo>
                  <a:pt x="1678254" y="106373"/>
                </a:lnTo>
                <a:lnTo>
                  <a:pt x="1678392" y="106988"/>
                </a:lnTo>
                <a:lnTo>
                  <a:pt x="1678543" y="107594"/>
                </a:lnTo>
                <a:lnTo>
                  <a:pt x="1678707" y="108190"/>
                </a:lnTo>
                <a:lnTo>
                  <a:pt x="1678884" y="108777"/>
                </a:lnTo>
                <a:lnTo>
                  <a:pt x="1679075" y="109354"/>
                </a:lnTo>
                <a:lnTo>
                  <a:pt x="1679278" y="109921"/>
                </a:lnTo>
                <a:lnTo>
                  <a:pt x="1679495" y="110479"/>
                </a:lnTo>
                <a:lnTo>
                  <a:pt x="1679724" y="111027"/>
                </a:lnTo>
                <a:lnTo>
                  <a:pt x="1679967" y="111566"/>
                </a:lnTo>
                <a:lnTo>
                  <a:pt x="1680223" y="112095"/>
                </a:lnTo>
                <a:lnTo>
                  <a:pt x="1680493" y="112615"/>
                </a:lnTo>
                <a:lnTo>
                  <a:pt x="1680775" y="113125"/>
                </a:lnTo>
                <a:lnTo>
                  <a:pt x="1681070" y="113626"/>
                </a:lnTo>
                <a:lnTo>
                  <a:pt x="1681379" y="114117"/>
                </a:lnTo>
                <a:lnTo>
                  <a:pt x="1681698" y="114598"/>
                </a:lnTo>
                <a:lnTo>
                  <a:pt x="1682027" y="115069"/>
                </a:lnTo>
                <a:lnTo>
                  <a:pt x="1682364" y="115531"/>
                </a:lnTo>
                <a:lnTo>
                  <a:pt x="1682710" y="115982"/>
                </a:lnTo>
                <a:lnTo>
                  <a:pt x="1683065" y="116424"/>
                </a:lnTo>
                <a:lnTo>
                  <a:pt x="1683429" y="116856"/>
                </a:lnTo>
                <a:lnTo>
                  <a:pt x="1683802" y="117278"/>
                </a:lnTo>
                <a:lnTo>
                  <a:pt x="1684183" y="117690"/>
                </a:lnTo>
                <a:lnTo>
                  <a:pt x="1684574" y="118092"/>
                </a:lnTo>
                <a:lnTo>
                  <a:pt x="1684973" y="118484"/>
                </a:lnTo>
                <a:lnTo>
                  <a:pt x="1685381" y="118867"/>
                </a:lnTo>
                <a:lnTo>
                  <a:pt x="1685798" y="119239"/>
                </a:lnTo>
                <a:lnTo>
                  <a:pt x="1686224" y="119602"/>
                </a:lnTo>
                <a:lnTo>
                  <a:pt x="1686659" y="119955"/>
                </a:lnTo>
                <a:lnTo>
                  <a:pt x="1687102" y="120297"/>
                </a:lnTo>
                <a:lnTo>
                  <a:pt x="1687555" y="120630"/>
                </a:lnTo>
                <a:lnTo>
                  <a:pt x="1688016" y="120953"/>
                </a:lnTo>
                <a:lnTo>
                  <a:pt x="1688486" y="121267"/>
                </a:lnTo>
                <a:lnTo>
                  <a:pt x="1688965" y="121570"/>
                </a:lnTo>
                <a:lnTo>
                  <a:pt x="1689453" y="121863"/>
                </a:lnTo>
                <a:lnTo>
                  <a:pt x="1689950" y="122147"/>
                </a:lnTo>
                <a:lnTo>
                  <a:pt x="1690455" y="122420"/>
                </a:lnTo>
                <a:lnTo>
                  <a:pt x="1690970" y="122684"/>
                </a:lnTo>
                <a:lnTo>
                  <a:pt x="1691493" y="122938"/>
                </a:lnTo>
                <a:lnTo>
                  <a:pt x="1692023" y="123182"/>
                </a:lnTo>
                <a:lnTo>
                  <a:pt x="1692558" y="123415"/>
                </a:lnTo>
                <a:lnTo>
                  <a:pt x="1693097" y="123638"/>
                </a:lnTo>
                <a:lnTo>
                  <a:pt x="1693641" y="123851"/>
                </a:lnTo>
                <a:lnTo>
                  <a:pt x="1694189" y="124053"/>
                </a:lnTo>
                <a:lnTo>
                  <a:pt x="1694742" y="124245"/>
                </a:lnTo>
                <a:lnTo>
                  <a:pt x="1695299" y="124426"/>
                </a:lnTo>
                <a:lnTo>
                  <a:pt x="1695862" y="124597"/>
                </a:lnTo>
                <a:lnTo>
                  <a:pt x="1696428" y="124758"/>
                </a:lnTo>
                <a:lnTo>
                  <a:pt x="1697000" y="124909"/>
                </a:lnTo>
                <a:lnTo>
                  <a:pt x="1697575" y="125049"/>
                </a:lnTo>
                <a:lnTo>
                  <a:pt x="1698156" y="125178"/>
                </a:lnTo>
                <a:lnTo>
                  <a:pt x="1698741" y="125297"/>
                </a:lnTo>
                <a:lnTo>
                  <a:pt x="1699331" y="125406"/>
                </a:lnTo>
                <a:lnTo>
                  <a:pt x="1699925" y="125505"/>
                </a:lnTo>
                <a:lnTo>
                  <a:pt x="1700524" y="125593"/>
                </a:lnTo>
                <a:lnTo>
                  <a:pt x="1701127" y="125671"/>
                </a:lnTo>
                <a:lnTo>
                  <a:pt x="1701735" y="125738"/>
                </a:lnTo>
                <a:lnTo>
                  <a:pt x="1702348" y="125795"/>
                </a:lnTo>
                <a:lnTo>
                  <a:pt x="1702965" y="125842"/>
                </a:lnTo>
                <a:lnTo>
                  <a:pt x="1703587" y="125878"/>
                </a:lnTo>
                <a:lnTo>
                  <a:pt x="1704213" y="125904"/>
                </a:lnTo>
                <a:lnTo>
                  <a:pt x="1704844" y="125920"/>
                </a:lnTo>
                <a:lnTo>
                  <a:pt x="1705480" y="125925"/>
                </a:lnTo>
                <a:lnTo>
                  <a:pt x="1706371" y="125918"/>
                </a:lnTo>
                <a:lnTo>
                  <a:pt x="1707253" y="125896"/>
                </a:lnTo>
                <a:lnTo>
                  <a:pt x="1708126" y="125860"/>
                </a:lnTo>
                <a:lnTo>
                  <a:pt x="1708989" y="125810"/>
                </a:lnTo>
                <a:lnTo>
                  <a:pt x="1709843" y="125745"/>
                </a:lnTo>
                <a:close/>
                <a:moveTo>
                  <a:pt x="1706244" y="114083"/>
                </a:moveTo>
                <a:lnTo>
                  <a:pt x="1705636" y="114004"/>
                </a:lnTo>
                <a:lnTo>
                  <a:pt x="1705042" y="113911"/>
                </a:lnTo>
                <a:lnTo>
                  <a:pt x="1704462" y="113804"/>
                </a:lnTo>
                <a:lnTo>
                  <a:pt x="1703896" y="113682"/>
                </a:lnTo>
                <a:lnTo>
                  <a:pt x="1703343" y="113546"/>
                </a:lnTo>
                <a:lnTo>
                  <a:pt x="1702804" y="113396"/>
                </a:lnTo>
                <a:lnTo>
                  <a:pt x="1702279" y="113231"/>
                </a:lnTo>
                <a:lnTo>
                  <a:pt x="1701768" y="113052"/>
                </a:lnTo>
                <a:lnTo>
                  <a:pt x="1701270" y="112859"/>
                </a:lnTo>
                <a:lnTo>
                  <a:pt x="1700786" y="112651"/>
                </a:lnTo>
                <a:lnTo>
                  <a:pt x="1700316" y="112429"/>
                </a:lnTo>
                <a:lnTo>
                  <a:pt x="1699860" y="112193"/>
                </a:lnTo>
                <a:lnTo>
                  <a:pt x="1699417" y="111943"/>
                </a:lnTo>
                <a:lnTo>
                  <a:pt x="1698989" y="111678"/>
                </a:lnTo>
                <a:lnTo>
                  <a:pt x="1698574" y="111399"/>
                </a:lnTo>
                <a:lnTo>
                  <a:pt x="1698172" y="111105"/>
                </a:lnTo>
                <a:lnTo>
                  <a:pt x="1697785" y="110797"/>
                </a:lnTo>
                <a:lnTo>
                  <a:pt x="1697411" y="110475"/>
                </a:lnTo>
                <a:lnTo>
                  <a:pt x="1697051" y="110139"/>
                </a:lnTo>
                <a:lnTo>
                  <a:pt x="1696705" y="109790"/>
                </a:lnTo>
                <a:lnTo>
                  <a:pt x="1696374" y="109432"/>
                </a:lnTo>
                <a:lnTo>
                  <a:pt x="1696058" y="109064"/>
                </a:lnTo>
                <a:lnTo>
                  <a:pt x="1695757" y="108687"/>
                </a:lnTo>
                <a:lnTo>
                  <a:pt x="1695470" y="108299"/>
                </a:lnTo>
                <a:lnTo>
                  <a:pt x="1695197" y="107902"/>
                </a:lnTo>
                <a:lnTo>
                  <a:pt x="1694940" y="107496"/>
                </a:lnTo>
                <a:lnTo>
                  <a:pt x="1694697" y="107079"/>
                </a:lnTo>
                <a:lnTo>
                  <a:pt x="1694469" y="106653"/>
                </a:lnTo>
                <a:lnTo>
                  <a:pt x="1694256" y="106217"/>
                </a:lnTo>
                <a:lnTo>
                  <a:pt x="1694057" y="105772"/>
                </a:lnTo>
                <a:lnTo>
                  <a:pt x="1693873" y="105317"/>
                </a:lnTo>
                <a:lnTo>
                  <a:pt x="1693704" y="104852"/>
                </a:lnTo>
                <a:lnTo>
                  <a:pt x="1693550" y="104377"/>
                </a:lnTo>
                <a:lnTo>
                  <a:pt x="1693410" y="103893"/>
                </a:lnTo>
                <a:lnTo>
                  <a:pt x="1693285" y="103399"/>
                </a:lnTo>
                <a:lnTo>
                  <a:pt x="1693175" y="102895"/>
                </a:lnTo>
                <a:lnTo>
                  <a:pt x="1693079" y="102381"/>
                </a:lnTo>
                <a:lnTo>
                  <a:pt x="1692998" y="101858"/>
                </a:lnTo>
                <a:lnTo>
                  <a:pt x="1692932" y="101325"/>
                </a:lnTo>
                <a:lnTo>
                  <a:pt x="1692880" y="100783"/>
                </a:lnTo>
                <a:lnTo>
                  <a:pt x="1692844" y="100230"/>
                </a:lnTo>
                <a:lnTo>
                  <a:pt x="1692822" y="99668"/>
                </a:lnTo>
                <a:lnTo>
                  <a:pt x="1692814" y="99096"/>
                </a:lnTo>
                <a:lnTo>
                  <a:pt x="1692832" y="98261"/>
                </a:lnTo>
                <a:lnTo>
                  <a:pt x="1692887" y="97446"/>
                </a:lnTo>
                <a:lnTo>
                  <a:pt x="1692979" y="96650"/>
                </a:lnTo>
                <a:lnTo>
                  <a:pt x="1693106" y="95874"/>
                </a:lnTo>
                <a:lnTo>
                  <a:pt x="1693271" y="95118"/>
                </a:lnTo>
                <a:lnTo>
                  <a:pt x="1693472" y="94382"/>
                </a:lnTo>
                <a:lnTo>
                  <a:pt x="1693709" y="93665"/>
                </a:lnTo>
                <a:lnTo>
                  <a:pt x="1693984" y="92968"/>
                </a:lnTo>
                <a:lnTo>
                  <a:pt x="1694294" y="92291"/>
                </a:lnTo>
                <a:lnTo>
                  <a:pt x="1694641" y="91634"/>
                </a:lnTo>
                <a:lnTo>
                  <a:pt x="1695025" y="90996"/>
                </a:lnTo>
                <a:lnTo>
                  <a:pt x="1695445" y="90378"/>
                </a:lnTo>
                <a:lnTo>
                  <a:pt x="1695902" y="89780"/>
                </a:lnTo>
                <a:lnTo>
                  <a:pt x="1696395" y="89202"/>
                </a:lnTo>
                <a:lnTo>
                  <a:pt x="1696925" y="88643"/>
                </a:lnTo>
                <a:lnTo>
                  <a:pt x="1697492" y="88104"/>
                </a:lnTo>
                <a:lnTo>
                  <a:pt x="1698094" y="87585"/>
                </a:lnTo>
                <a:lnTo>
                  <a:pt x="1698734" y="87085"/>
                </a:lnTo>
                <a:lnTo>
                  <a:pt x="1699410" y="86606"/>
                </a:lnTo>
                <a:lnTo>
                  <a:pt x="1700123" y="86146"/>
                </a:lnTo>
                <a:lnTo>
                  <a:pt x="1700872" y="85706"/>
                </a:lnTo>
                <a:lnTo>
                  <a:pt x="1701657" y="85285"/>
                </a:lnTo>
                <a:lnTo>
                  <a:pt x="1702480" y="84884"/>
                </a:lnTo>
                <a:lnTo>
                  <a:pt x="1703338" y="84503"/>
                </a:lnTo>
                <a:lnTo>
                  <a:pt x="1704239" y="84139"/>
                </a:lnTo>
                <a:lnTo>
                  <a:pt x="1705188" y="83790"/>
                </a:lnTo>
                <a:lnTo>
                  <a:pt x="1706184" y="83454"/>
                </a:lnTo>
                <a:lnTo>
                  <a:pt x="1707227" y="83134"/>
                </a:lnTo>
                <a:lnTo>
                  <a:pt x="1708319" y="82828"/>
                </a:lnTo>
                <a:lnTo>
                  <a:pt x="1709457" y="82536"/>
                </a:lnTo>
                <a:lnTo>
                  <a:pt x="1710644" y="82259"/>
                </a:lnTo>
                <a:lnTo>
                  <a:pt x="1711878" y="81996"/>
                </a:lnTo>
                <a:lnTo>
                  <a:pt x="1713160" y="81748"/>
                </a:lnTo>
                <a:lnTo>
                  <a:pt x="1714489" y="81514"/>
                </a:lnTo>
                <a:lnTo>
                  <a:pt x="1715866" y="81295"/>
                </a:lnTo>
                <a:lnTo>
                  <a:pt x="1717291" y="81090"/>
                </a:lnTo>
                <a:lnTo>
                  <a:pt x="1718763" y="80900"/>
                </a:lnTo>
                <a:lnTo>
                  <a:pt x="1720283" y="80724"/>
                </a:lnTo>
                <a:lnTo>
                  <a:pt x="1721850" y="80563"/>
                </a:lnTo>
                <a:lnTo>
                  <a:pt x="1723465" y="80416"/>
                </a:lnTo>
                <a:lnTo>
                  <a:pt x="1725128" y="80283"/>
                </a:lnTo>
                <a:lnTo>
                  <a:pt x="1726838" y="80165"/>
                </a:lnTo>
                <a:lnTo>
                  <a:pt x="1728596" y="80062"/>
                </a:lnTo>
                <a:lnTo>
                  <a:pt x="1730402" y="79973"/>
                </a:lnTo>
                <a:lnTo>
                  <a:pt x="1732255" y="79899"/>
                </a:lnTo>
                <a:lnTo>
                  <a:pt x="1734155" y="79839"/>
                </a:lnTo>
                <a:lnTo>
                  <a:pt x="1736104" y="79793"/>
                </a:lnTo>
                <a:lnTo>
                  <a:pt x="1738100" y="79762"/>
                </a:lnTo>
                <a:lnTo>
                  <a:pt x="1738100" y="98530"/>
                </a:lnTo>
                <a:lnTo>
                  <a:pt x="1737686" y="99094"/>
                </a:lnTo>
                <a:lnTo>
                  <a:pt x="1737263" y="99650"/>
                </a:lnTo>
                <a:lnTo>
                  <a:pt x="1736833" y="100198"/>
                </a:lnTo>
                <a:lnTo>
                  <a:pt x="1736394" y="100738"/>
                </a:lnTo>
                <a:lnTo>
                  <a:pt x="1735947" y="101270"/>
                </a:lnTo>
                <a:lnTo>
                  <a:pt x="1735492" y="101793"/>
                </a:lnTo>
                <a:lnTo>
                  <a:pt x="1735028" y="102308"/>
                </a:lnTo>
                <a:lnTo>
                  <a:pt x="1734556" y="102815"/>
                </a:lnTo>
                <a:lnTo>
                  <a:pt x="1734076" y="103314"/>
                </a:lnTo>
                <a:lnTo>
                  <a:pt x="1733588" y="103804"/>
                </a:lnTo>
                <a:lnTo>
                  <a:pt x="1733092" y="104287"/>
                </a:lnTo>
                <a:lnTo>
                  <a:pt x="1732587" y="104761"/>
                </a:lnTo>
                <a:lnTo>
                  <a:pt x="1732074" y="105227"/>
                </a:lnTo>
                <a:lnTo>
                  <a:pt x="1731553" y="105684"/>
                </a:lnTo>
                <a:lnTo>
                  <a:pt x="1731024" y="106134"/>
                </a:lnTo>
                <a:lnTo>
                  <a:pt x="1730486" y="106575"/>
                </a:lnTo>
                <a:lnTo>
                  <a:pt x="1729941" y="107008"/>
                </a:lnTo>
                <a:lnTo>
                  <a:pt x="1729387" y="107432"/>
                </a:lnTo>
                <a:lnTo>
                  <a:pt x="1728824" y="107849"/>
                </a:lnTo>
                <a:lnTo>
                  <a:pt x="1728254" y="108257"/>
                </a:lnTo>
                <a:lnTo>
                  <a:pt x="1727675" y="108657"/>
                </a:lnTo>
                <a:lnTo>
                  <a:pt x="1727088" y="109049"/>
                </a:lnTo>
                <a:lnTo>
                  <a:pt x="1726493" y="109433"/>
                </a:lnTo>
                <a:lnTo>
                  <a:pt x="1725890" y="109808"/>
                </a:lnTo>
                <a:lnTo>
                  <a:pt x="1725279" y="110172"/>
                </a:lnTo>
                <a:lnTo>
                  <a:pt x="1724662" y="110520"/>
                </a:lnTo>
                <a:lnTo>
                  <a:pt x="1724039" y="110852"/>
                </a:lnTo>
                <a:lnTo>
                  <a:pt x="1723410" y="111169"/>
                </a:lnTo>
                <a:lnTo>
                  <a:pt x="1722774" y="111471"/>
                </a:lnTo>
                <a:lnTo>
                  <a:pt x="1722131" y="111757"/>
                </a:lnTo>
                <a:lnTo>
                  <a:pt x="1721483" y="112027"/>
                </a:lnTo>
                <a:lnTo>
                  <a:pt x="1720828" y="112283"/>
                </a:lnTo>
                <a:lnTo>
                  <a:pt x="1720167" y="112522"/>
                </a:lnTo>
                <a:lnTo>
                  <a:pt x="1719499" y="112746"/>
                </a:lnTo>
                <a:lnTo>
                  <a:pt x="1718825" y="112955"/>
                </a:lnTo>
                <a:lnTo>
                  <a:pt x="1718145" y="113149"/>
                </a:lnTo>
                <a:lnTo>
                  <a:pt x="1717458" y="113326"/>
                </a:lnTo>
                <a:lnTo>
                  <a:pt x="1716766" y="113489"/>
                </a:lnTo>
                <a:lnTo>
                  <a:pt x="1716066" y="113636"/>
                </a:lnTo>
                <a:lnTo>
                  <a:pt x="1715361" y="113767"/>
                </a:lnTo>
                <a:lnTo>
                  <a:pt x="1714649" y="113883"/>
                </a:lnTo>
                <a:lnTo>
                  <a:pt x="1713931" y="113984"/>
                </a:lnTo>
                <a:lnTo>
                  <a:pt x="1713206" y="114069"/>
                </a:lnTo>
                <a:lnTo>
                  <a:pt x="1712475" y="114138"/>
                </a:lnTo>
                <a:lnTo>
                  <a:pt x="1711738" y="114192"/>
                </a:lnTo>
                <a:lnTo>
                  <a:pt x="1710995" y="114231"/>
                </a:lnTo>
                <a:lnTo>
                  <a:pt x="1710245" y="114254"/>
                </a:lnTo>
                <a:lnTo>
                  <a:pt x="1709489" y="114262"/>
                </a:lnTo>
                <a:lnTo>
                  <a:pt x="1708812" y="114255"/>
                </a:lnTo>
                <a:lnTo>
                  <a:pt x="1708149" y="114233"/>
                </a:lnTo>
                <a:lnTo>
                  <a:pt x="1707501" y="114197"/>
                </a:lnTo>
                <a:lnTo>
                  <a:pt x="1706865" y="114147"/>
                </a:lnTo>
                <a:lnTo>
                  <a:pt x="1706244" y="1140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64739-128C-4203-AF97-19B0E6E0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44" y="1914313"/>
            <a:ext cx="2155198" cy="270725"/>
          </a:xfrm>
          <a:custGeom xmlns:a="http://schemas.openxmlformats.org/drawingml/2006/main">
            <a:pathLst>
              <a:path w="2155198" h="270725">
                <a:moveTo>
                  <a:pt x="0" y="45062"/>
                </a:moveTo>
                <a:cubicBezTo>
                  <a:pt x="0" y="20145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145"/>
                  <a:pt x="2155198" y="45062"/>
                </a:cubicBezTo>
                <a:lnTo>
                  <a:pt x="2155198" y="225663"/>
                </a:lnTo>
                <a:cubicBezTo>
                  <a:pt x="2155198" y="250580"/>
                  <a:pt x="2134876" y="270725"/>
                  <a:pt x="2109959" y="270725"/>
                </a:cubicBezTo>
                <a:lnTo>
                  <a:pt x="45239" y="270725"/>
                </a:lnTo>
                <a:cubicBezTo>
                  <a:pt x="20322" y="270725"/>
                  <a:pt x="0" y="250580"/>
                  <a:pt x="0" y="225663"/>
                </a:cubicBezTo>
                <a:lnTo>
                  <a:pt x="0" y="45062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B2493-C225-4649-83D6-D99BB4CB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44" y="1914313"/>
            <a:ext cx="2155198" cy="270725"/>
          </a:xfrm>
          <a:custGeom xmlns:a="http://schemas.openxmlformats.org/drawingml/2006/main">
            <a:pathLst>
              <a:path w="2155198" h="270725" fill="none">
                <a:moveTo>
                  <a:pt x="0" y="45062"/>
                </a:moveTo>
                <a:cubicBezTo>
                  <a:pt x="0" y="20145"/>
                  <a:pt x="20322" y="0"/>
                  <a:pt x="45239" y="0"/>
                </a:cubicBezTo>
                <a:lnTo>
                  <a:pt x="2109959" y="0"/>
                </a:lnTo>
                <a:cubicBezTo>
                  <a:pt x="2134876" y="0"/>
                  <a:pt x="2155198" y="20145"/>
                  <a:pt x="2155198" y="45062"/>
                </a:cubicBezTo>
                <a:lnTo>
                  <a:pt x="2155198" y="225663"/>
                </a:lnTo>
                <a:cubicBezTo>
                  <a:pt x="2155198" y="250580"/>
                  <a:pt x="2134876" y="270725"/>
                  <a:pt x="2109959" y="270725"/>
                </a:cubicBezTo>
                <a:lnTo>
                  <a:pt x="45239" y="270725"/>
                </a:lnTo>
                <a:cubicBezTo>
                  <a:pt x="20322" y="270725"/>
                  <a:pt x="0" y="250580"/>
                  <a:pt x="0" y="225663"/>
                </a:cubicBezTo>
                <a:lnTo>
                  <a:pt x="0" y="450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13501B"/>
            </a:solidFill>
            <a:miter/>
          </a:ln>
        </p:spPr>
      </p:sp>
      <p:sp>
        <p:nvSpPr>
          <p:cNvPr id="260" name="Text #5CodingStandards">
            <a:extLst xmlns:a="http://schemas.openxmlformats.org/drawingml/2006/main">
              <a:ext uri="{FF2B5EF4-FFF2-40B4-BE49-F238E27FC236}">
                <a16:creationId xmlns:a16="http://schemas.microsoft.com/office/drawing/2014/main" id="{02B14C08-3A1D-44B0-9AF4-099FAC95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221" y="1985070"/>
            <a:ext cx="1657496" cy="160276"/>
          </a:xfrm>
          <a:custGeom xmlns:a="http://schemas.openxmlformats.org/drawingml/2006/main">
            <a:pathLst>
              <a:path w="1657496" h="160276">
                <a:moveTo>
                  <a:pt x="591117" y="17607"/>
                </a:moveTo>
                <a:lnTo>
                  <a:pt x="591448" y="17568"/>
                </a:lnTo>
                <a:lnTo>
                  <a:pt x="591774" y="17520"/>
                </a:lnTo>
                <a:lnTo>
                  <a:pt x="592094" y="17464"/>
                </a:lnTo>
                <a:lnTo>
                  <a:pt x="592408" y="17398"/>
                </a:lnTo>
                <a:lnTo>
                  <a:pt x="592716" y="17325"/>
                </a:lnTo>
                <a:lnTo>
                  <a:pt x="593019" y="17242"/>
                </a:lnTo>
                <a:lnTo>
                  <a:pt x="593316" y="17151"/>
                </a:lnTo>
                <a:lnTo>
                  <a:pt x="593608" y="17050"/>
                </a:lnTo>
                <a:lnTo>
                  <a:pt x="593893" y="16942"/>
                </a:lnTo>
                <a:lnTo>
                  <a:pt x="594173" y="16824"/>
                </a:lnTo>
                <a:lnTo>
                  <a:pt x="594448" y="16698"/>
                </a:lnTo>
                <a:lnTo>
                  <a:pt x="594716" y="16563"/>
                </a:lnTo>
                <a:lnTo>
                  <a:pt x="594979" y="16420"/>
                </a:lnTo>
                <a:lnTo>
                  <a:pt x="595236" y="16267"/>
                </a:lnTo>
                <a:lnTo>
                  <a:pt x="595488" y="16106"/>
                </a:lnTo>
                <a:lnTo>
                  <a:pt x="595734" y="15937"/>
                </a:lnTo>
                <a:lnTo>
                  <a:pt x="595974" y="15758"/>
                </a:lnTo>
                <a:lnTo>
                  <a:pt x="596208" y="15571"/>
                </a:lnTo>
                <a:lnTo>
                  <a:pt x="596437" y="15376"/>
                </a:lnTo>
                <a:lnTo>
                  <a:pt x="596660" y="15171"/>
                </a:lnTo>
                <a:lnTo>
                  <a:pt x="596876" y="14960"/>
                </a:lnTo>
                <a:lnTo>
                  <a:pt x="597082" y="14744"/>
                </a:lnTo>
                <a:lnTo>
                  <a:pt x="597279" y="14524"/>
                </a:lnTo>
                <a:lnTo>
                  <a:pt x="597467" y="14299"/>
                </a:lnTo>
                <a:lnTo>
                  <a:pt x="597646" y="14070"/>
                </a:lnTo>
                <a:lnTo>
                  <a:pt x="597816" y="13836"/>
                </a:lnTo>
                <a:lnTo>
                  <a:pt x="597977" y="13597"/>
                </a:lnTo>
                <a:lnTo>
                  <a:pt x="598128" y="13354"/>
                </a:lnTo>
                <a:lnTo>
                  <a:pt x="598270" y="13106"/>
                </a:lnTo>
                <a:lnTo>
                  <a:pt x="598403" y="12854"/>
                </a:lnTo>
                <a:lnTo>
                  <a:pt x="598527" y="12597"/>
                </a:lnTo>
                <a:lnTo>
                  <a:pt x="598642" y="12335"/>
                </a:lnTo>
                <a:lnTo>
                  <a:pt x="598747" y="12069"/>
                </a:lnTo>
                <a:lnTo>
                  <a:pt x="598844" y="11798"/>
                </a:lnTo>
                <a:lnTo>
                  <a:pt x="598931" y="11523"/>
                </a:lnTo>
                <a:lnTo>
                  <a:pt x="599009" y="11243"/>
                </a:lnTo>
                <a:lnTo>
                  <a:pt x="599078" y="10958"/>
                </a:lnTo>
                <a:lnTo>
                  <a:pt x="599137" y="10669"/>
                </a:lnTo>
                <a:lnTo>
                  <a:pt x="599188" y="10376"/>
                </a:lnTo>
                <a:lnTo>
                  <a:pt x="599229" y="10077"/>
                </a:lnTo>
                <a:lnTo>
                  <a:pt x="599261" y="9775"/>
                </a:lnTo>
                <a:lnTo>
                  <a:pt x="599284" y="9467"/>
                </a:lnTo>
                <a:lnTo>
                  <a:pt x="599298" y="9155"/>
                </a:lnTo>
                <a:lnTo>
                  <a:pt x="599302" y="8838"/>
                </a:lnTo>
                <a:lnTo>
                  <a:pt x="599298" y="8522"/>
                </a:lnTo>
                <a:lnTo>
                  <a:pt x="599284" y="8210"/>
                </a:lnTo>
                <a:lnTo>
                  <a:pt x="599261" y="7902"/>
                </a:lnTo>
                <a:lnTo>
                  <a:pt x="599229" y="7599"/>
                </a:lnTo>
                <a:lnTo>
                  <a:pt x="599188" y="7301"/>
                </a:lnTo>
                <a:lnTo>
                  <a:pt x="599137" y="7008"/>
                </a:lnTo>
                <a:lnTo>
                  <a:pt x="599078" y="6718"/>
                </a:lnTo>
                <a:lnTo>
                  <a:pt x="599009" y="6434"/>
                </a:lnTo>
                <a:lnTo>
                  <a:pt x="598931" y="6154"/>
                </a:lnTo>
                <a:lnTo>
                  <a:pt x="598844" y="5879"/>
                </a:lnTo>
                <a:lnTo>
                  <a:pt x="598747" y="5608"/>
                </a:lnTo>
                <a:lnTo>
                  <a:pt x="598642" y="5342"/>
                </a:lnTo>
                <a:lnTo>
                  <a:pt x="598527" y="5080"/>
                </a:lnTo>
                <a:lnTo>
                  <a:pt x="598403" y="4823"/>
                </a:lnTo>
                <a:lnTo>
                  <a:pt x="598270" y="4571"/>
                </a:lnTo>
                <a:lnTo>
                  <a:pt x="598128" y="4323"/>
                </a:lnTo>
                <a:lnTo>
                  <a:pt x="597977" y="4080"/>
                </a:lnTo>
                <a:lnTo>
                  <a:pt x="597816" y="3841"/>
                </a:lnTo>
                <a:lnTo>
                  <a:pt x="597646" y="3607"/>
                </a:lnTo>
                <a:lnTo>
                  <a:pt x="597467" y="3378"/>
                </a:lnTo>
                <a:lnTo>
                  <a:pt x="597279" y="3153"/>
                </a:lnTo>
                <a:lnTo>
                  <a:pt x="597082" y="2933"/>
                </a:lnTo>
                <a:lnTo>
                  <a:pt x="596876" y="2717"/>
                </a:lnTo>
                <a:lnTo>
                  <a:pt x="596660" y="2506"/>
                </a:lnTo>
                <a:lnTo>
                  <a:pt x="596437" y="2301"/>
                </a:lnTo>
                <a:lnTo>
                  <a:pt x="596208" y="2106"/>
                </a:lnTo>
                <a:lnTo>
                  <a:pt x="595974" y="1918"/>
                </a:lnTo>
                <a:lnTo>
                  <a:pt x="595734" y="1740"/>
                </a:lnTo>
                <a:lnTo>
                  <a:pt x="595488" y="1570"/>
                </a:lnTo>
                <a:lnTo>
                  <a:pt x="595236" y="1409"/>
                </a:lnTo>
                <a:lnTo>
                  <a:pt x="594979" y="1257"/>
                </a:lnTo>
                <a:lnTo>
                  <a:pt x="594716" y="1114"/>
                </a:lnTo>
                <a:lnTo>
                  <a:pt x="594448" y="979"/>
                </a:lnTo>
                <a:lnTo>
                  <a:pt x="594173" y="853"/>
                </a:lnTo>
                <a:lnTo>
                  <a:pt x="593893" y="735"/>
                </a:lnTo>
                <a:lnTo>
                  <a:pt x="593608" y="626"/>
                </a:lnTo>
                <a:lnTo>
                  <a:pt x="593316" y="526"/>
                </a:lnTo>
                <a:lnTo>
                  <a:pt x="593019" y="435"/>
                </a:lnTo>
                <a:lnTo>
                  <a:pt x="592716" y="352"/>
                </a:lnTo>
                <a:lnTo>
                  <a:pt x="592408" y="278"/>
                </a:lnTo>
                <a:lnTo>
                  <a:pt x="592094" y="213"/>
                </a:lnTo>
                <a:lnTo>
                  <a:pt x="591774" y="157"/>
                </a:lnTo>
                <a:lnTo>
                  <a:pt x="591448" y="109"/>
                </a:lnTo>
                <a:lnTo>
                  <a:pt x="591117" y="70"/>
                </a:lnTo>
                <a:lnTo>
                  <a:pt x="590780" y="39"/>
                </a:lnTo>
                <a:lnTo>
                  <a:pt x="590437" y="17"/>
                </a:lnTo>
                <a:lnTo>
                  <a:pt x="590089" y="4"/>
                </a:lnTo>
                <a:lnTo>
                  <a:pt x="589735" y="0"/>
                </a:lnTo>
                <a:lnTo>
                  <a:pt x="589381" y="4"/>
                </a:lnTo>
                <a:lnTo>
                  <a:pt x="589033" y="17"/>
                </a:lnTo>
                <a:lnTo>
                  <a:pt x="588691" y="39"/>
                </a:lnTo>
                <a:lnTo>
                  <a:pt x="588354" y="70"/>
                </a:lnTo>
                <a:lnTo>
                  <a:pt x="588024" y="109"/>
                </a:lnTo>
                <a:lnTo>
                  <a:pt x="587699" y="157"/>
                </a:lnTo>
                <a:lnTo>
                  <a:pt x="587380" y="213"/>
                </a:lnTo>
                <a:lnTo>
                  <a:pt x="587067" y="278"/>
                </a:lnTo>
                <a:lnTo>
                  <a:pt x="586760" y="352"/>
                </a:lnTo>
                <a:lnTo>
                  <a:pt x="586459" y="435"/>
                </a:lnTo>
                <a:lnTo>
                  <a:pt x="586164" y="526"/>
                </a:lnTo>
                <a:lnTo>
                  <a:pt x="585874" y="626"/>
                </a:lnTo>
                <a:lnTo>
                  <a:pt x="585590" y="735"/>
                </a:lnTo>
                <a:lnTo>
                  <a:pt x="585312" y="853"/>
                </a:lnTo>
                <a:lnTo>
                  <a:pt x="585040" y="979"/>
                </a:lnTo>
                <a:lnTo>
                  <a:pt x="584774" y="1114"/>
                </a:lnTo>
                <a:lnTo>
                  <a:pt x="584514" y="1257"/>
                </a:lnTo>
                <a:lnTo>
                  <a:pt x="584259" y="1409"/>
                </a:lnTo>
                <a:lnTo>
                  <a:pt x="584011" y="1570"/>
                </a:lnTo>
                <a:lnTo>
                  <a:pt x="583768" y="1740"/>
                </a:lnTo>
                <a:lnTo>
                  <a:pt x="583531" y="1918"/>
                </a:lnTo>
                <a:lnTo>
                  <a:pt x="583300" y="2106"/>
                </a:lnTo>
                <a:lnTo>
                  <a:pt x="583075" y="2301"/>
                </a:lnTo>
                <a:lnTo>
                  <a:pt x="582856" y="2506"/>
                </a:lnTo>
                <a:lnTo>
                  <a:pt x="582644" y="2717"/>
                </a:lnTo>
                <a:lnTo>
                  <a:pt x="582441" y="2933"/>
                </a:lnTo>
                <a:lnTo>
                  <a:pt x="582247" y="3153"/>
                </a:lnTo>
                <a:lnTo>
                  <a:pt x="582062" y="3378"/>
                </a:lnTo>
                <a:lnTo>
                  <a:pt x="581886" y="3607"/>
                </a:lnTo>
                <a:lnTo>
                  <a:pt x="581720" y="3841"/>
                </a:lnTo>
                <a:lnTo>
                  <a:pt x="581562" y="4080"/>
                </a:lnTo>
                <a:lnTo>
                  <a:pt x="581413" y="4323"/>
                </a:lnTo>
                <a:lnTo>
                  <a:pt x="581273" y="4571"/>
                </a:lnTo>
                <a:lnTo>
                  <a:pt x="581142" y="4823"/>
                </a:lnTo>
                <a:lnTo>
                  <a:pt x="581021" y="5080"/>
                </a:lnTo>
                <a:lnTo>
                  <a:pt x="580908" y="5342"/>
                </a:lnTo>
                <a:lnTo>
                  <a:pt x="580804" y="5608"/>
                </a:lnTo>
                <a:lnTo>
                  <a:pt x="580710" y="5879"/>
                </a:lnTo>
                <a:lnTo>
                  <a:pt x="580624" y="6154"/>
                </a:lnTo>
                <a:lnTo>
                  <a:pt x="580547" y="6434"/>
                </a:lnTo>
                <a:lnTo>
                  <a:pt x="580480" y="6718"/>
                </a:lnTo>
                <a:lnTo>
                  <a:pt x="580421" y="7008"/>
                </a:lnTo>
                <a:lnTo>
                  <a:pt x="580372" y="7301"/>
                </a:lnTo>
                <a:lnTo>
                  <a:pt x="580331" y="7599"/>
                </a:lnTo>
                <a:lnTo>
                  <a:pt x="580299" y="7902"/>
                </a:lnTo>
                <a:lnTo>
                  <a:pt x="580277" y="8210"/>
                </a:lnTo>
                <a:lnTo>
                  <a:pt x="580263" y="8522"/>
                </a:lnTo>
                <a:lnTo>
                  <a:pt x="580259" y="8838"/>
                </a:lnTo>
                <a:lnTo>
                  <a:pt x="580263" y="9155"/>
                </a:lnTo>
                <a:lnTo>
                  <a:pt x="580277" y="9467"/>
                </a:lnTo>
                <a:lnTo>
                  <a:pt x="580299" y="9775"/>
                </a:lnTo>
                <a:lnTo>
                  <a:pt x="580331" y="10077"/>
                </a:lnTo>
                <a:lnTo>
                  <a:pt x="580372" y="10376"/>
                </a:lnTo>
                <a:lnTo>
                  <a:pt x="580421" y="10669"/>
                </a:lnTo>
                <a:lnTo>
                  <a:pt x="580480" y="10958"/>
                </a:lnTo>
                <a:lnTo>
                  <a:pt x="580547" y="11243"/>
                </a:lnTo>
                <a:lnTo>
                  <a:pt x="580624" y="11523"/>
                </a:lnTo>
                <a:lnTo>
                  <a:pt x="580710" y="11798"/>
                </a:lnTo>
                <a:lnTo>
                  <a:pt x="580804" y="12069"/>
                </a:lnTo>
                <a:lnTo>
                  <a:pt x="580908" y="12335"/>
                </a:lnTo>
                <a:lnTo>
                  <a:pt x="581021" y="12597"/>
                </a:lnTo>
                <a:lnTo>
                  <a:pt x="581142" y="12854"/>
                </a:lnTo>
                <a:lnTo>
                  <a:pt x="581273" y="13106"/>
                </a:lnTo>
                <a:lnTo>
                  <a:pt x="581413" y="13354"/>
                </a:lnTo>
                <a:lnTo>
                  <a:pt x="581562" y="13597"/>
                </a:lnTo>
                <a:lnTo>
                  <a:pt x="581720" y="13836"/>
                </a:lnTo>
                <a:lnTo>
                  <a:pt x="581886" y="14070"/>
                </a:lnTo>
                <a:lnTo>
                  <a:pt x="582062" y="14299"/>
                </a:lnTo>
                <a:lnTo>
                  <a:pt x="582247" y="14524"/>
                </a:lnTo>
                <a:lnTo>
                  <a:pt x="582441" y="14744"/>
                </a:lnTo>
                <a:lnTo>
                  <a:pt x="582644" y="14960"/>
                </a:lnTo>
                <a:lnTo>
                  <a:pt x="582856" y="15171"/>
                </a:lnTo>
                <a:lnTo>
                  <a:pt x="583075" y="15376"/>
                </a:lnTo>
                <a:lnTo>
                  <a:pt x="583300" y="15571"/>
                </a:lnTo>
                <a:lnTo>
                  <a:pt x="583531" y="15758"/>
                </a:lnTo>
                <a:lnTo>
                  <a:pt x="583768" y="15937"/>
                </a:lnTo>
                <a:lnTo>
                  <a:pt x="584011" y="16106"/>
                </a:lnTo>
                <a:lnTo>
                  <a:pt x="584259" y="16267"/>
                </a:lnTo>
                <a:lnTo>
                  <a:pt x="584514" y="16420"/>
                </a:lnTo>
                <a:lnTo>
                  <a:pt x="584774" y="16563"/>
                </a:lnTo>
                <a:lnTo>
                  <a:pt x="585040" y="16698"/>
                </a:lnTo>
                <a:lnTo>
                  <a:pt x="585312" y="16824"/>
                </a:lnTo>
                <a:lnTo>
                  <a:pt x="585590" y="16942"/>
                </a:lnTo>
                <a:lnTo>
                  <a:pt x="585874" y="17050"/>
                </a:lnTo>
                <a:lnTo>
                  <a:pt x="586164" y="17151"/>
                </a:lnTo>
                <a:lnTo>
                  <a:pt x="586459" y="17242"/>
                </a:lnTo>
                <a:lnTo>
                  <a:pt x="586760" y="17325"/>
                </a:lnTo>
                <a:lnTo>
                  <a:pt x="587067" y="17398"/>
                </a:lnTo>
                <a:lnTo>
                  <a:pt x="587380" y="17464"/>
                </a:lnTo>
                <a:lnTo>
                  <a:pt x="587699" y="17520"/>
                </a:lnTo>
                <a:lnTo>
                  <a:pt x="588024" y="17568"/>
                </a:lnTo>
                <a:lnTo>
                  <a:pt x="588354" y="17607"/>
                </a:lnTo>
                <a:lnTo>
                  <a:pt x="588691" y="17638"/>
                </a:lnTo>
                <a:lnTo>
                  <a:pt x="589033" y="17659"/>
                </a:lnTo>
                <a:lnTo>
                  <a:pt x="589381" y="17673"/>
                </a:lnTo>
                <a:lnTo>
                  <a:pt x="589735" y="17677"/>
                </a:lnTo>
                <a:lnTo>
                  <a:pt x="590089" y="17673"/>
                </a:lnTo>
                <a:lnTo>
                  <a:pt x="590437" y="17659"/>
                </a:lnTo>
                <a:lnTo>
                  <a:pt x="590780" y="17638"/>
                </a:lnTo>
                <a:lnTo>
                  <a:pt x="591117" y="17607"/>
                </a:lnTo>
                <a:close/>
                <a:moveTo>
                  <a:pt x="304476" y="127359"/>
                </a:moveTo>
                <a:lnTo>
                  <a:pt x="305578" y="127269"/>
                </a:lnTo>
                <a:lnTo>
                  <a:pt x="306671" y="127162"/>
                </a:lnTo>
                <a:lnTo>
                  <a:pt x="307753" y="127039"/>
                </a:lnTo>
                <a:lnTo>
                  <a:pt x="308827" y="126899"/>
                </a:lnTo>
                <a:lnTo>
                  <a:pt x="309891" y="126742"/>
                </a:lnTo>
                <a:lnTo>
                  <a:pt x="310945" y="126570"/>
                </a:lnTo>
                <a:lnTo>
                  <a:pt x="311990" y="126381"/>
                </a:lnTo>
                <a:lnTo>
                  <a:pt x="313026" y="126175"/>
                </a:lnTo>
                <a:lnTo>
                  <a:pt x="314052" y="125953"/>
                </a:lnTo>
                <a:lnTo>
                  <a:pt x="315069" y="125714"/>
                </a:lnTo>
                <a:lnTo>
                  <a:pt x="316076" y="125459"/>
                </a:lnTo>
                <a:lnTo>
                  <a:pt x="317073" y="125188"/>
                </a:lnTo>
                <a:lnTo>
                  <a:pt x="318061" y="124900"/>
                </a:lnTo>
                <a:lnTo>
                  <a:pt x="319040" y="124596"/>
                </a:lnTo>
                <a:lnTo>
                  <a:pt x="320009" y="124275"/>
                </a:lnTo>
                <a:lnTo>
                  <a:pt x="320968" y="123937"/>
                </a:lnTo>
                <a:lnTo>
                  <a:pt x="321919" y="123584"/>
                </a:lnTo>
                <a:lnTo>
                  <a:pt x="322859" y="123214"/>
                </a:lnTo>
                <a:lnTo>
                  <a:pt x="323790" y="122827"/>
                </a:lnTo>
                <a:lnTo>
                  <a:pt x="324709" y="122424"/>
                </a:lnTo>
                <a:lnTo>
                  <a:pt x="325615" y="122004"/>
                </a:lnTo>
                <a:lnTo>
                  <a:pt x="326505" y="121568"/>
                </a:lnTo>
                <a:lnTo>
                  <a:pt x="327382" y="121115"/>
                </a:lnTo>
                <a:lnTo>
                  <a:pt x="328244" y="120645"/>
                </a:lnTo>
                <a:lnTo>
                  <a:pt x="329092" y="120159"/>
                </a:lnTo>
                <a:lnTo>
                  <a:pt x="329926" y="119656"/>
                </a:lnTo>
                <a:lnTo>
                  <a:pt x="330746" y="119137"/>
                </a:lnTo>
                <a:lnTo>
                  <a:pt x="331551" y="118601"/>
                </a:lnTo>
                <a:lnTo>
                  <a:pt x="332342" y="118048"/>
                </a:lnTo>
                <a:lnTo>
                  <a:pt x="333119" y="117479"/>
                </a:lnTo>
                <a:lnTo>
                  <a:pt x="333882" y="116893"/>
                </a:lnTo>
                <a:lnTo>
                  <a:pt x="334630" y="116290"/>
                </a:lnTo>
                <a:lnTo>
                  <a:pt x="335364" y="115671"/>
                </a:lnTo>
                <a:lnTo>
                  <a:pt x="336084" y="115036"/>
                </a:lnTo>
                <a:lnTo>
                  <a:pt x="336790" y="114383"/>
                </a:lnTo>
                <a:lnTo>
                  <a:pt x="337481" y="113714"/>
                </a:lnTo>
                <a:lnTo>
                  <a:pt x="338158" y="113029"/>
                </a:lnTo>
                <a:lnTo>
                  <a:pt x="338821" y="112327"/>
                </a:lnTo>
                <a:lnTo>
                  <a:pt x="339470" y="111608"/>
                </a:lnTo>
                <a:lnTo>
                  <a:pt x="340105" y="110873"/>
                </a:lnTo>
                <a:lnTo>
                  <a:pt x="340725" y="110121"/>
                </a:lnTo>
                <a:lnTo>
                  <a:pt x="341331" y="109352"/>
                </a:lnTo>
                <a:lnTo>
                  <a:pt x="341923" y="108567"/>
                </a:lnTo>
                <a:lnTo>
                  <a:pt x="342498" y="107765"/>
                </a:lnTo>
                <a:lnTo>
                  <a:pt x="343053" y="106946"/>
                </a:lnTo>
                <a:lnTo>
                  <a:pt x="343590" y="106109"/>
                </a:lnTo>
                <a:lnTo>
                  <a:pt x="344107" y="105255"/>
                </a:lnTo>
                <a:lnTo>
                  <a:pt x="344605" y="104384"/>
                </a:lnTo>
                <a:lnTo>
                  <a:pt x="345083" y="103496"/>
                </a:lnTo>
                <a:lnTo>
                  <a:pt x="345543" y="102590"/>
                </a:lnTo>
                <a:lnTo>
                  <a:pt x="345983" y="101667"/>
                </a:lnTo>
                <a:lnTo>
                  <a:pt x="346403" y="100727"/>
                </a:lnTo>
                <a:lnTo>
                  <a:pt x="346804" y="99770"/>
                </a:lnTo>
                <a:lnTo>
                  <a:pt x="347187" y="98795"/>
                </a:lnTo>
                <a:lnTo>
                  <a:pt x="347549" y="97804"/>
                </a:lnTo>
                <a:lnTo>
                  <a:pt x="347893" y="96795"/>
                </a:lnTo>
                <a:lnTo>
                  <a:pt x="348217" y="95768"/>
                </a:lnTo>
                <a:lnTo>
                  <a:pt x="348522" y="94725"/>
                </a:lnTo>
                <a:lnTo>
                  <a:pt x="348807" y="93664"/>
                </a:lnTo>
                <a:lnTo>
                  <a:pt x="349073" y="92586"/>
                </a:lnTo>
                <a:lnTo>
                  <a:pt x="349320" y="91491"/>
                </a:lnTo>
                <a:lnTo>
                  <a:pt x="349548" y="90378"/>
                </a:lnTo>
                <a:lnTo>
                  <a:pt x="349756" y="89249"/>
                </a:lnTo>
                <a:lnTo>
                  <a:pt x="349945" y="88102"/>
                </a:lnTo>
                <a:lnTo>
                  <a:pt x="350115" y="86938"/>
                </a:lnTo>
                <a:lnTo>
                  <a:pt x="350266" y="85756"/>
                </a:lnTo>
                <a:lnTo>
                  <a:pt x="350397" y="84557"/>
                </a:lnTo>
                <a:lnTo>
                  <a:pt x="333813" y="84557"/>
                </a:lnTo>
                <a:lnTo>
                  <a:pt x="333678" y="85767"/>
                </a:lnTo>
                <a:lnTo>
                  <a:pt x="333516" y="86952"/>
                </a:lnTo>
                <a:lnTo>
                  <a:pt x="333326" y="88111"/>
                </a:lnTo>
                <a:lnTo>
                  <a:pt x="333110" y="89245"/>
                </a:lnTo>
                <a:lnTo>
                  <a:pt x="332866" y="90354"/>
                </a:lnTo>
                <a:lnTo>
                  <a:pt x="332595" y="91437"/>
                </a:lnTo>
                <a:lnTo>
                  <a:pt x="332296" y="92495"/>
                </a:lnTo>
                <a:lnTo>
                  <a:pt x="331971" y="93527"/>
                </a:lnTo>
                <a:lnTo>
                  <a:pt x="331618" y="94535"/>
                </a:lnTo>
                <a:lnTo>
                  <a:pt x="331238" y="95517"/>
                </a:lnTo>
                <a:lnTo>
                  <a:pt x="330831" y="96474"/>
                </a:lnTo>
                <a:lnTo>
                  <a:pt x="330396" y="97405"/>
                </a:lnTo>
                <a:lnTo>
                  <a:pt x="329935" y="98311"/>
                </a:lnTo>
                <a:lnTo>
                  <a:pt x="329446" y="99192"/>
                </a:lnTo>
                <a:lnTo>
                  <a:pt x="328930" y="100047"/>
                </a:lnTo>
                <a:lnTo>
                  <a:pt x="328387" y="100878"/>
                </a:lnTo>
                <a:lnTo>
                  <a:pt x="327816" y="101683"/>
                </a:lnTo>
                <a:lnTo>
                  <a:pt x="327219" y="102462"/>
                </a:lnTo>
                <a:lnTo>
                  <a:pt x="326594" y="103216"/>
                </a:lnTo>
                <a:lnTo>
                  <a:pt x="325942" y="103945"/>
                </a:lnTo>
                <a:lnTo>
                  <a:pt x="325262" y="104649"/>
                </a:lnTo>
                <a:lnTo>
                  <a:pt x="324556" y="105327"/>
                </a:lnTo>
                <a:lnTo>
                  <a:pt x="323822" y="105980"/>
                </a:lnTo>
                <a:lnTo>
                  <a:pt x="323061" y="106608"/>
                </a:lnTo>
                <a:lnTo>
                  <a:pt x="322277" y="107210"/>
                </a:lnTo>
                <a:lnTo>
                  <a:pt x="321473" y="107787"/>
                </a:lnTo>
                <a:lnTo>
                  <a:pt x="320650" y="108338"/>
                </a:lnTo>
                <a:lnTo>
                  <a:pt x="319806" y="108863"/>
                </a:lnTo>
                <a:lnTo>
                  <a:pt x="318944" y="109363"/>
                </a:lnTo>
                <a:lnTo>
                  <a:pt x="318061" y="109837"/>
                </a:lnTo>
                <a:lnTo>
                  <a:pt x="317159" y="110285"/>
                </a:lnTo>
                <a:lnTo>
                  <a:pt x="316238" y="110708"/>
                </a:lnTo>
                <a:lnTo>
                  <a:pt x="315296" y="111105"/>
                </a:lnTo>
                <a:lnTo>
                  <a:pt x="314336" y="111477"/>
                </a:lnTo>
                <a:lnTo>
                  <a:pt x="313355" y="111823"/>
                </a:lnTo>
                <a:lnTo>
                  <a:pt x="312355" y="112143"/>
                </a:lnTo>
                <a:lnTo>
                  <a:pt x="311335" y="112438"/>
                </a:lnTo>
                <a:lnTo>
                  <a:pt x="310296" y="112707"/>
                </a:lnTo>
                <a:lnTo>
                  <a:pt x="309237" y="112951"/>
                </a:lnTo>
                <a:lnTo>
                  <a:pt x="308158" y="113168"/>
                </a:lnTo>
                <a:lnTo>
                  <a:pt x="307060" y="113361"/>
                </a:lnTo>
                <a:lnTo>
                  <a:pt x="305943" y="113527"/>
                </a:lnTo>
                <a:lnTo>
                  <a:pt x="304805" y="113668"/>
                </a:lnTo>
                <a:lnTo>
                  <a:pt x="303648" y="113783"/>
                </a:lnTo>
                <a:lnTo>
                  <a:pt x="302472" y="113873"/>
                </a:lnTo>
                <a:lnTo>
                  <a:pt x="301275" y="113937"/>
                </a:lnTo>
                <a:lnTo>
                  <a:pt x="300059" y="113976"/>
                </a:lnTo>
                <a:lnTo>
                  <a:pt x="298824" y="113989"/>
                </a:lnTo>
                <a:lnTo>
                  <a:pt x="297604" y="113977"/>
                </a:lnTo>
                <a:lnTo>
                  <a:pt x="296403" y="113943"/>
                </a:lnTo>
                <a:lnTo>
                  <a:pt x="295221" y="113885"/>
                </a:lnTo>
                <a:lnTo>
                  <a:pt x="294059" y="113805"/>
                </a:lnTo>
                <a:lnTo>
                  <a:pt x="292917" y="113702"/>
                </a:lnTo>
                <a:lnTo>
                  <a:pt x="291794" y="113576"/>
                </a:lnTo>
                <a:lnTo>
                  <a:pt x="290690" y="113427"/>
                </a:lnTo>
                <a:lnTo>
                  <a:pt x="289606" y="113255"/>
                </a:lnTo>
                <a:lnTo>
                  <a:pt x="288541" y="113060"/>
                </a:lnTo>
                <a:lnTo>
                  <a:pt x="287496" y="112842"/>
                </a:lnTo>
                <a:lnTo>
                  <a:pt x="286470" y="112601"/>
                </a:lnTo>
                <a:lnTo>
                  <a:pt x="285464" y="112337"/>
                </a:lnTo>
                <a:lnTo>
                  <a:pt x="284477" y="112050"/>
                </a:lnTo>
                <a:lnTo>
                  <a:pt x="283509" y="111741"/>
                </a:lnTo>
                <a:lnTo>
                  <a:pt x="282562" y="111408"/>
                </a:lnTo>
                <a:lnTo>
                  <a:pt x="281633" y="111052"/>
                </a:lnTo>
                <a:lnTo>
                  <a:pt x="280724" y="110674"/>
                </a:lnTo>
                <a:lnTo>
                  <a:pt x="279834" y="110273"/>
                </a:lnTo>
                <a:lnTo>
                  <a:pt x="278964" y="109848"/>
                </a:lnTo>
                <a:lnTo>
                  <a:pt x="278114" y="109401"/>
                </a:lnTo>
                <a:lnTo>
                  <a:pt x="277282" y="108931"/>
                </a:lnTo>
                <a:lnTo>
                  <a:pt x="276471" y="108438"/>
                </a:lnTo>
                <a:lnTo>
                  <a:pt x="275678" y="107922"/>
                </a:lnTo>
                <a:lnTo>
                  <a:pt x="274905" y="107382"/>
                </a:lnTo>
                <a:lnTo>
                  <a:pt x="274151" y="106824"/>
                </a:lnTo>
                <a:lnTo>
                  <a:pt x="273414" y="106250"/>
                </a:lnTo>
                <a:lnTo>
                  <a:pt x="272694" y="105659"/>
                </a:lnTo>
                <a:lnTo>
                  <a:pt x="271991" y="105053"/>
                </a:lnTo>
                <a:lnTo>
                  <a:pt x="271305" y="104430"/>
                </a:lnTo>
                <a:lnTo>
                  <a:pt x="270637" y="103792"/>
                </a:lnTo>
                <a:lnTo>
                  <a:pt x="269986" y="103137"/>
                </a:lnTo>
                <a:lnTo>
                  <a:pt x="269352" y="102467"/>
                </a:lnTo>
                <a:lnTo>
                  <a:pt x="268736" y="101781"/>
                </a:lnTo>
                <a:lnTo>
                  <a:pt x="268137" y="101079"/>
                </a:lnTo>
                <a:lnTo>
                  <a:pt x="267554" y="100360"/>
                </a:lnTo>
                <a:lnTo>
                  <a:pt x="266990" y="99626"/>
                </a:lnTo>
                <a:lnTo>
                  <a:pt x="266442" y="98876"/>
                </a:lnTo>
                <a:lnTo>
                  <a:pt x="265912" y="98110"/>
                </a:lnTo>
                <a:lnTo>
                  <a:pt x="265399" y="97327"/>
                </a:lnTo>
                <a:lnTo>
                  <a:pt x="264903" y="96529"/>
                </a:lnTo>
                <a:lnTo>
                  <a:pt x="264424" y="95715"/>
                </a:lnTo>
                <a:lnTo>
                  <a:pt x="263963" y="94885"/>
                </a:lnTo>
                <a:lnTo>
                  <a:pt x="263519" y="94039"/>
                </a:lnTo>
                <a:lnTo>
                  <a:pt x="263092" y="93177"/>
                </a:lnTo>
                <a:lnTo>
                  <a:pt x="262682" y="92299"/>
                </a:lnTo>
                <a:lnTo>
                  <a:pt x="262290" y="91405"/>
                </a:lnTo>
                <a:lnTo>
                  <a:pt x="261915" y="90495"/>
                </a:lnTo>
                <a:lnTo>
                  <a:pt x="261557" y="89569"/>
                </a:lnTo>
                <a:lnTo>
                  <a:pt x="261215" y="88631"/>
                </a:lnTo>
                <a:lnTo>
                  <a:pt x="260887" y="87684"/>
                </a:lnTo>
                <a:lnTo>
                  <a:pt x="260574" y="86729"/>
                </a:lnTo>
                <a:lnTo>
                  <a:pt x="260276" y="85765"/>
                </a:lnTo>
                <a:lnTo>
                  <a:pt x="259992" y="84792"/>
                </a:lnTo>
                <a:lnTo>
                  <a:pt x="259723" y="83811"/>
                </a:lnTo>
                <a:lnTo>
                  <a:pt x="259468" y="82822"/>
                </a:lnTo>
                <a:lnTo>
                  <a:pt x="259228" y="81824"/>
                </a:lnTo>
                <a:lnTo>
                  <a:pt x="259003" y="80817"/>
                </a:lnTo>
                <a:lnTo>
                  <a:pt x="258792" y="79802"/>
                </a:lnTo>
                <a:lnTo>
                  <a:pt x="258595" y="78779"/>
                </a:lnTo>
                <a:lnTo>
                  <a:pt x="258413" y="77746"/>
                </a:lnTo>
                <a:lnTo>
                  <a:pt x="258246" y="76706"/>
                </a:lnTo>
                <a:lnTo>
                  <a:pt x="258093" y="75656"/>
                </a:lnTo>
                <a:lnTo>
                  <a:pt x="257955" y="74599"/>
                </a:lnTo>
                <a:lnTo>
                  <a:pt x="257831" y="73532"/>
                </a:lnTo>
                <a:lnTo>
                  <a:pt x="257722" y="72457"/>
                </a:lnTo>
                <a:lnTo>
                  <a:pt x="257627" y="71374"/>
                </a:lnTo>
                <a:lnTo>
                  <a:pt x="257547" y="70282"/>
                </a:lnTo>
                <a:lnTo>
                  <a:pt x="257482" y="69181"/>
                </a:lnTo>
                <a:lnTo>
                  <a:pt x="257431" y="68072"/>
                </a:lnTo>
                <a:lnTo>
                  <a:pt x="257394" y="66955"/>
                </a:lnTo>
                <a:lnTo>
                  <a:pt x="257373" y="65828"/>
                </a:lnTo>
                <a:lnTo>
                  <a:pt x="257365" y="64694"/>
                </a:lnTo>
                <a:lnTo>
                  <a:pt x="257373" y="63552"/>
                </a:lnTo>
                <a:lnTo>
                  <a:pt x="257394" y="62418"/>
                </a:lnTo>
                <a:lnTo>
                  <a:pt x="257431" y="61294"/>
                </a:lnTo>
                <a:lnTo>
                  <a:pt x="257482" y="60178"/>
                </a:lnTo>
                <a:lnTo>
                  <a:pt x="257547" y="59072"/>
                </a:lnTo>
                <a:lnTo>
                  <a:pt x="257627" y="57974"/>
                </a:lnTo>
                <a:lnTo>
                  <a:pt x="257722" y="56885"/>
                </a:lnTo>
                <a:lnTo>
                  <a:pt x="257831" y="55805"/>
                </a:lnTo>
                <a:lnTo>
                  <a:pt x="257955" y="54733"/>
                </a:lnTo>
                <a:lnTo>
                  <a:pt x="258093" y="53671"/>
                </a:lnTo>
                <a:lnTo>
                  <a:pt x="258246" y="52617"/>
                </a:lnTo>
                <a:lnTo>
                  <a:pt x="258413" y="51573"/>
                </a:lnTo>
                <a:lnTo>
                  <a:pt x="258595" y="50537"/>
                </a:lnTo>
                <a:lnTo>
                  <a:pt x="258792" y="49510"/>
                </a:lnTo>
                <a:lnTo>
                  <a:pt x="259003" y="48492"/>
                </a:lnTo>
                <a:lnTo>
                  <a:pt x="259228" y="47483"/>
                </a:lnTo>
                <a:lnTo>
                  <a:pt x="259468" y="46482"/>
                </a:lnTo>
                <a:lnTo>
                  <a:pt x="259723" y="45491"/>
                </a:lnTo>
                <a:lnTo>
                  <a:pt x="259992" y="44508"/>
                </a:lnTo>
                <a:lnTo>
                  <a:pt x="260276" y="43534"/>
                </a:lnTo>
                <a:lnTo>
                  <a:pt x="260574" y="42569"/>
                </a:lnTo>
                <a:lnTo>
                  <a:pt x="260887" y="41613"/>
                </a:lnTo>
                <a:lnTo>
                  <a:pt x="261215" y="40666"/>
                </a:lnTo>
                <a:lnTo>
                  <a:pt x="261557" y="39727"/>
                </a:lnTo>
                <a:lnTo>
                  <a:pt x="261915" y="38801"/>
                </a:lnTo>
                <a:lnTo>
                  <a:pt x="262290" y="37891"/>
                </a:lnTo>
                <a:lnTo>
                  <a:pt x="262682" y="36995"/>
                </a:lnTo>
                <a:lnTo>
                  <a:pt x="263092" y="36116"/>
                </a:lnTo>
                <a:lnTo>
                  <a:pt x="263519" y="35251"/>
                </a:lnTo>
                <a:lnTo>
                  <a:pt x="263963" y="34403"/>
                </a:lnTo>
                <a:lnTo>
                  <a:pt x="264424" y="33570"/>
                </a:lnTo>
                <a:lnTo>
                  <a:pt x="264903" y="32752"/>
                </a:lnTo>
                <a:lnTo>
                  <a:pt x="265399" y="31950"/>
                </a:lnTo>
                <a:lnTo>
                  <a:pt x="265912" y="31163"/>
                </a:lnTo>
                <a:lnTo>
                  <a:pt x="266442" y="30392"/>
                </a:lnTo>
                <a:lnTo>
                  <a:pt x="266990" y="29636"/>
                </a:lnTo>
                <a:lnTo>
                  <a:pt x="267554" y="28896"/>
                </a:lnTo>
                <a:lnTo>
                  <a:pt x="268137" y="28171"/>
                </a:lnTo>
                <a:lnTo>
                  <a:pt x="268736" y="27462"/>
                </a:lnTo>
                <a:lnTo>
                  <a:pt x="269352" y="26768"/>
                </a:lnTo>
                <a:lnTo>
                  <a:pt x="269986" y="26090"/>
                </a:lnTo>
                <a:lnTo>
                  <a:pt x="270637" y="25428"/>
                </a:lnTo>
                <a:lnTo>
                  <a:pt x="271305" y="24780"/>
                </a:lnTo>
                <a:lnTo>
                  <a:pt x="271991" y="24149"/>
                </a:lnTo>
                <a:lnTo>
                  <a:pt x="272694" y="23533"/>
                </a:lnTo>
                <a:lnTo>
                  <a:pt x="273414" y="22932"/>
                </a:lnTo>
                <a:lnTo>
                  <a:pt x="274151" y="22347"/>
                </a:lnTo>
                <a:lnTo>
                  <a:pt x="274905" y="21777"/>
                </a:lnTo>
                <a:lnTo>
                  <a:pt x="275678" y="21227"/>
                </a:lnTo>
                <a:lnTo>
                  <a:pt x="276471" y="20700"/>
                </a:lnTo>
                <a:lnTo>
                  <a:pt x="277282" y="20197"/>
                </a:lnTo>
                <a:lnTo>
                  <a:pt x="278114" y="19717"/>
                </a:lnTo>
                <a:lnTo>
                  <a:pt x="278964" y="19260"/>
                </a:lnTo>
                <a:lnTo>
                  <a:pt x="279834" y="18827"/>
                </a:lnTo>
                <a:lnTo>
                  <a:pt x="280724" y="18418"/>
                </a:lnTo>
                <a:lnTo>
                  <a:pt x="281633" y="18031"/>
                </a:lnTo>
                <a:lnTo>
                  <a:pt x="282562" y="17668"/>
                </a:lnTo>
                <a:lnTo>
                  <a:pt x="283509" y="17329"/>
                </a:lnTo>
                <a:lnTo>
                  <a:pt x="284477" y="17013"/>
                </a:lnTo>
                <a:lnTo>
                  <a:pt x="285464" y="16720"/>
                </a:lnTo>
                <a:lnTo>
                  <a:pt x="286470" y="16451"/>
                </a:lnTo>
                <a:lnTo>
                  <a:pt x="287496" y="16205"/>
                </a:lnTo>
                <a:lnTo>
                  <a:pt x="288541" y="15983"/>
                </a:lnTo>
                <a:lnTo>
                  <a:pt x="289606" y="15784"/>
                </a:lnTo>
                <a:lnTo>
                  <a:pt x="290690" y="15608"/>
                </a:lnTo>
                <a:lnTo>
                  <a:pt x="291794" y="15456"/>
                </a:lnTo>
                <a:lnTo>
                  <a:pt x="292917" y="15327"/>
                </a:lnTo>
                <a:lnTo>
                  <a:pt x="294059" y="15222"/>
                </a:lnTo>
                <a:lnTo>
                  <a:pt x="295221" y="15140"/>
                </a:lnTo>
                <a:lnTo>
                  <a:pt x="296403" y="15081"/>
                </a:lnTo>
                <a:lnTo>
                  <a:pt x="297604" y="15046"/>
                </a:lnTo>
                <a:lnTo>
                  <a:pt x="298824" y="15034"/>
                </a:lnTo>
                <a:lnTo>
                  <a:pt x="299528" y="15040"/>
                </a:lnTo>
                <a:lnTo>
                  <a:pt x="300229" y="15055"/>
                </a:lnTo>
                <a:lnTo>
                  <a:pt x="300926" y="15080"/>
                </a:lnTo>
                <a:lnTo>
                  <a:pt x="301619" y="15115"/>
                </a:lnTo>
                <a:lnTo>
                  <a:pt x="302309" y="15161"/>
                </a:lnTo>
                <a:lnTo>
                  <a:pt x="302995" y="15217"/>
                </a:lnTo>
                <a:lnTo>
                  <a:pt x="303678" y="15282"/>
                </a:lnTo>
                <a:lnTo>
                  <a:pt x="304357" y="15358"/>
                </a:lnTo>
                <a:lnTo>
                  <a:pt x="305032" y="15444"/>
                </a:lnTo>
                <a:lnTo>
                  <a:pt x="305704" y="15541"/>
                </a:lnTo>
                <a:lnTo>
                  <a:pt x="306372" y="15647"/>
                </a:lnTo>
                <a:lnTo>
                  <a:pt x="307036" y="15763"/>
                </a:lnTo>
                <a:lnTo>
                  <a:pt x="307697" y="15890"/>
                </a:lnTo>
                <a:lnTo>
                  <a:pt x="308354" y="16027"/>
                </a:lnTo>
                <a:lnTo>
                  <a:pt x="309007" y="16173"/>
                </a:lnTo>
                <a:lnTo>
                  <a:pt x="309657" y="16330"/>
                </a:lnTo>
                <a:lnTo>
                  <a:pt x="310303" y="16497"/>
                </a:lnTo>
                <a:lnTo>
                  <a:pt x="310945" y="16675"/>
                </a:lnTo>
                <a:lnTo>
                  <a:pt x="311584" y="16862"/>
                </a:lnTo>
                <a:lnTo>
                  <a:pt x="312220" y="17059"/>
                </a:lnTo>
                <a:lnTo>
                  <a:pt x="312851" y="17267"/>
                </a:lnTo>
                <a:lnTo>
                  <a:pt x="313479" y="17485"/>
                </a:lnTo>
                <a:lnTo>
                  <a:pt x="314103" y="17712"/>
                </a:lnTo>
                <a:lnTo>
                  <a:pt x="314724" y="17950"/>
                </a:lnTo>
                <a:lnTo>
                  <a:pt x="315339" y="18199"/>
                </a:lnTo>
                <a:lnTo>
                  <a:pt x="315945" y="18457"/>
                </a:lnTo>
                <a:lnTo>
                  <a:pt x="316544" y="18727"/>
                </a:lnTo>
                <a:lnTo>
                  <a:pt x="317134" y="19007"/>
                </a:lnTo>
                <a:lnTo>
                  <a:pt x="317715" y="19298"/>
                </a:lnTo>
                <a:lnTo>
                  <a:pt x="318289" y="19599"/>
                </a:lnTo>
                <a:lnTo>
                  <a:pt x="318854" y="19911"/>
                </a:lnTo>
                <a:lnTo>
                  <a:pt x="319412" y="20233"/>
                </a:lnTo>
                <a:lnTo>
                  <a:pt x="319960" y="20566"/>
                </a:lnTo>
                <a:lnTo>
                  <a:pt x="320501" y="20910"/>
                </a:lnTo>
                <a:lnTo>
                  <a:pt x="321034" y="21264"/>
                </a:lnTo>
                <a:lnTo>
                  <a:pt x="321558" y="21629"/>
                </a:lnTo>
                <a:lnTo>
                  <a:pt x="322074" y="22005"/>
                </a:lnTo>
                <a:lnTo>
                  <a:pt x="322582" y="22391"/>
                </a:lnTo>
                <a:lnTo>
                  <a:pt x="323081" y="22787"/>
                </a:lnTo>
                <a:lnTo>
                  <a:pt x="323573" y="23195"/>
                </a:lnTo>
                <a:lnTo>
                  <a:pt x="324056" y="23612"/>
                </a:lnTo>
                <a:lnTo>
                  <a:pt x="324531" y="24041"/>
                </a:lnTo>
                <a:lnTo>
                  <a:pt x="324997" y="24480"/>
                </a:lnTo>
                <a:lnTo>
                  <a:pt x="325456" y="24930"/>
                </a:lnTo>
                <a:lnTo>
                  <a:pt x="325906" y="25390"/>
                </a:lnTo>
                <a:lnTo>
                  <a:pt x="326348" y="25861"/>
                </a:lnTo>
                <a:lnTo>
                  <a:pt x="326782" y="26342"/>
                </a:lnTo>
                <a:lnTo>
                  <a:pt x="327207" y="26834"/>
                </a:lnTo>
                <a:lnTo>
                  <a:pt x="327622" y="27337"/>
                </a:lnTo>
                <a:lnTo>
                  <a:pt x="328022" y="27851"/>
                </a:lnTo>
                <a:lnTo>
                  <a:pt x="328410" y="28377"/>
                </a:lnTo>
                <a:lnTo>
                  <a:pt x="328783" y="28913"/>
                </a:lnTo>
                <a:lnTo>
                  <a:pt x="329142" y="29461"/>
                </a:lnTo>
                <a:lnTo>
                  <a:pt x="329488" y="30021"/>
                </a:lnTo>
                <a:lnTo>
                  <a:pt x="329820" y="30591"/>
                </a:lnTo>
                <a:lnTo>
                  <a:pt x="330138" y="31172"/>
                </a:lnTo>
                <a:lnTo>
                  <a:pt x="330443" y="31765"/>
                </a:lnTo>
                <a:lnTo>
                  <a:pt x="330733" y="32369"/>
                </a:lnTo>
                <a:lnTo>
                  <a:pt x="331010" y="32985"/>
                </a:lnTo>
                <a:lnTo>
                  <a:pt x="331273" y="33611"/>
                </a:lnTo>
                <a:lnTo>
                  <a:pt x="331523" y="34249"/>
                </a:lnTo>
                <a:lnTo>
                  <a:pt x="331758" y="34898"/>
                </a:lnTo>
                <a:lnTo>
                  <a:pt x="331980" y="35558"/>
                </a:lnTo>
                <a:lnTo>
                  <a:pt x="332188" y="36229"/>
                </a:lnTo>
                <a:lnTo>
                  <a:pt x="332383" y="36912"/>
                </a:lnTo>
                <a:lnTo>
                  <a:pt x="332563" y="37606"/>
                </a:lnTo>
                <a:lnTo>
                  <a:pt x="332730" y="38311"/>
                </a:lnTo>
                <a:lnTo>
                  <a:pt x="332883" y="39028"/>
                </a:lnTo>
                <a:lnTo>
                  <a:pt x="333022" y="39755"/>
                </a:lnTo>
                <a:lnTo>
                  <a:pt x="333148" y="40494"/>
                </a:lnTo>
                <a:lnTo>
                  <a:pt x="333260" y="41244"/>
                </a:lnTo>
                <a:lnTo>
                  <a:pt x="333358" y="42005"/>
                </a:lnTo>
                <a:lnTo>
                  <a:pt x="349850" y="42005"/>
                </a:lnTo>
                <a:lnTo>
                  <a:pt x="349733" y="40875"/>
                </a:lnTo>
                <a:lnTo>
                  <a:pt x="349595" y="39760"/>
                </a:lnTo>
                <a:lnTo>
                  <a:pt x="349435" y="38662"/>
                </a:lnTo>
                <a:lnTo>
                  <a:pt x="349254" y="37580"/>
                </a:lnTo>
                <a:lnTo>
                  <a:pt x="349052" y="36514"/>
                </a:lnTo>
                <a:lnTo>
                  <a:pt x="348828" y="35465"/>
                </a:lnTo>
                <a:lnTo>
                  <a:pt x="348583" y="34432"/>
                </a:lnTo>
                <a:lnTo>
                  <a:pt x="348316" y="33415"/>
                </a:lnTo>
                <a:lnTo>
                  <a:pt x="348028" y="32414"/>
                </a:lnTo>
                <a:lnTo>
                  <a:pt x="347719" y="31430"/>
                </a:lnTo>
                <a:lnTo>
                  <a:pt x="347389" y="30462"/>
                </a:lnTo>
                <a:lnTo>
                  <a:pt x="347037" y="29511"/>
                </a:lnTo>
                <a:lnTo>
                  <a:pt x="346663" y="28576"/>
                </a:lnTo>
                <a:lnTo>
                  <a:pt x="346269" y="27657"/>
                </a:lnTo>
                <a:lnTo>
                  <a:pt x="345853" y="26754"/>
                </a:lnTo>
                <a:lnTo>
                  <a:pt x="345416" y="25867"/>
                </a:lnTo>
                <a:lnTo>
                  <a:pt x="344957" y="24997"/>
                </a:lnTo>
                <a:lnTo>
                  <a:pt x="344477" y="24143"/>
                </a:lnTo>
                <a:lnTo>
                  <a:pt x="343975" y="23306"/>
                </a:lnTo>
                <a:lnTo>
                  <a:pt x="343453" y="22485"/>
                </a:lnTo>
                <a:lnTo>
                  <a:pt x="342909" y="21680"/>
                </a:lnTo>
                <a:lnTo>
                  <a:pt x="342343" y="20891"/>
                </a:lnTo>
                <a:lnTo>
                  <a:pt x="341756" y="20119"/>
                </a:lnTo>
                <a:lnTo>
                  <a:pt x="341148" y="19363"/>
                </a:lnTo>
                <a:lnTo>
                  <a:pt x="340523" y="18623"/>
                </a:lnTo>
                <a:lnTo>
                  <a:pt x="339885" y="17899"/>
                </a:lnTo>
                <a:lnTo>
                  <a:pt x="339233" y="17191"/>
                </a:lnTo>
                <a:lnTo>
                  <a:pt x="338569" y="16499"/>
                </a:lnTo>
                <a:lnTo>
                  <a:pt x="337892" y="15823"/>
                </a:lnTo>
                <a:lnTo>
                  <a:pt x="337202" y="15163"/>
                </a:lnTo>
                <a:lnTo>
                  <a:pt x="336499" y="14519"/>
                </a:lnTo>
                <a:lnTo>
                  <a:pt x="335782" y="13890"/>
                </a:lnTo>
                <a:lnTo>
                  <a:pt x="335053" y="13278"/>
                </a:lnTo>
                <a:lnTo>
                  <a:pt x="334311" y="12682"/>
                </a:lnTo>
                <a:lnTo>
                  <a:pt x="333556" y="12102"/>
                </a:lnTo>
                <a:lnTo>
                  <a:pt x="332788" y="11538"/>
                </a:lnTo>
                <a:lnTo>
                  <a:pt x="332007" y="10990"/>
                </a:lnTo>
                <a:lnTo>
                  <a:pt x="331213" y="10457"/>
                </a:lnTo>
                <a:lnTo>
                  <a:pt x="330406" y="9941"/>
                </a:lnTo>
                <a:lnTo>
                  <a:pt x="329586" y="9441"/>
                </a:lnTo>
                <a:lnTo>
                  <a:pt x="328753" y="8957"/>
                </a:lnTo>
                <a:lnTo>
                  <a:pt x="327908" y="8488"/>
                </a:lnTo>
                <a:lnTo>
                  <a:pt x="327049" y="8036"/>
                </a:lnTo>
                <a:lnTo>
                  <a:pt x="326177" y="7599"/>
                </a:lnTo>
                <a:lnTo>
                  <a:pt x="325292" y="7179"/>
                </a:lnTo>
                <a:lnTo>
                  <a:pt x="324395" y="6775"/>
                </a:lnTo>
                <a:lnTo>
                  <a:pt x="323484" y="6386"/>
                </a:lnTo>
                <a:lnTo>
                  <a:pt x="322560" y="6014"/>
                </a:lnTo>
                <a:lnTo>
                  <a:pt x="321628" y="5657"/>
                </a:lnTo>
                <a:lnTo>
                  <a:pt x="320690" y="5315"/>
                </a:lnTo>
                <a:lnTo>
                  <a:pt x="319748" y="4989"/>
                </a:lnTo>
                <a:lnTo>
                  <a:pt x="318800" y="4677"/>
                </a:lnTo>
                <a:lnTo>
                  <a:pt x="317848" y="4381"/>
                </a:lnTo>
                <a:lnTo>
                  <a:pt x="316891" y="4100"/>
                </a:lnTo>
                <a:lnTo>
                  <a:pt x="315929" y="3835"/>
                </a:lnTo>
                <a:lnTo>
                  <a:pt x="314962" y="3584"/>
                </a:lnTo>
                <a:lnTo>
                  <a:pt x="313990" y="3349"/>
                </a:lnTo>
                <a:lnTo>
                  <a:pt x="313013" y="3128"/>
                </a:lnTo>
                <a:lnTo>
                  <a:pt x="312032" y="2923"/>
                </a:lnTo>
                <a:lnTo>
                  <a:pt x="311045" y="2734"/>
                </a:lnTo>
                <a:lnTo>
                  <a:pt x="310054" y="2559"/>
                </a:lnTo>
                <a:lnTo>
                  <a:pt x="309057" y="2399"/>
                </a:lnTo>
                <a:lnTo>
                  <a:pt x="308056" y="2255"/>
                </a:lnTo>
                <a:lnTo>
                  <a:pt x="307050" y="2126"/>
                </a:lnTo>
                <a:lnTo>
                  <a:pt x="306039" y="2012"/>
                </a:lnTo>
                <a:lnTo>
                  <a:pt x="305023" y="1913"/>
                </a:lnTo>
                <a:lnTo>
                  <a:pt x="304002" y="1830"/>
                </a:lnTo>
                <a:lnTo>
                  <a:pt x="302976" y="1762"/>
                </a:lnTo>
                <a:lnTo>
                  <a:pt x="301945" y="1708"/>
                </a:lnTo>
                <a:lnTo>
                  <a:pt x="300910" y="1671"/>
                </a:lnTo>
                <a:lnTo>
                  <a:pt x="299869" y="1648"/>
                </a:lnTo>
                <a:lnTo>
                  <a:pt x="298824" y="1640"/>
                </a:lnTo>
                <a:lnTo>
                  <a:pt x="297247" y="1654"/>
                </a:lnTo>
                <a:lnTo>
                  <a:pt x="295692" y="1696"/>
                </a:lnTo>
                <a:lnTo>
                  <a:pt x="294157" y="1765"/>
                </a:lnTo>
                <a:lnTo>
                  <a:pt x="292643" y="1863"/>
                </a:lnTo>
                <a:lnTo>
                  <a:pt x="291150" y="1988"/>
                </a:lnTo>
                <a:lnTo>
                  <a:pt x="289678" y="2141"/>
                </a:lnTo>
                <a:lnTo>
                  <a:pt x="288227" y="2322"/>
                </a:lnTo>
                <a:lnTo>
                  <a:pt x="286796" y="2531"/>
                </a:lnTo>
                <a:lnTo>
                  <a:pt x="285387" y="2768"/>
                </a:lnTo>
                <a:lnTo>
                  <a:pt x="283998" y="3032"/>
                </a:lnTo>
                <a:lnTo>
                  <a:pt x="282631" y="3325"/>
                </a:lnTo>
                <a:lnTo>
                  <a:pt x="281284" y="3645"/>
                </a:lnTo>
                <a:lnTo>
                  <a:pt x="279958" y="3993"/>
                </a:lnTo>
                <a:lnTo>
                  <a:pt x="278653" y="4369"/>
                </a:lnTo>
                <a:lnTo>
                  <a:pt x="277369" y="4772"/>
                </a:lnTo>
                <a:lnTo>
                  <a:pt x="276105" y="5204"/>
                </a:lnTo>
                <a:lnTo>
                  <a:pt x="274863" y="5663"/>
                </a:lnTo>
                <a:lnTo>
                  <a:pt x="273641" y="6150"/>
                </a:lnTo>
                <a:lnTo>
                  <a:pt x="272441" y="6666"/>
                </a:lnTo>
                <a:lnTo>
                  <a:pt x="271261" y="7208"/>
                </a:lnTo>
                <a:lnTo>
                  <a:pt x="270102" y="7779"/>
                </a:lnTo>
                <a:lnTo>
                  <a:pt x="268964" y="8378"/>
                </a:lnTo>
                <a:lnTo>
                  <a:pt x="267847" y="9004"/>
                </a:lnTo>
                <a:lnTo>
                  <a:pt x="266750" y="9658"/>
                </a:lnTo>
                <a:lnTo>
                  <a:pt x="265676" y="10337"/>
                </a:lnTo>
                <a:lnTo>
                  <a:pt x="264623" y="11038"/>
                </a:lnTo>
                <a:lnTo>
                  <a:pt x="263592" y="11760"/>
                </a:lnTo>
                <a:lnTo>
                  <a:pt x="262583" y="12503"/>
                </a:lnTo>
                <a:lnTo>
                  <a:pt x="261596" y="13268"/>
                </a:lnTo>
                <a:lnTo>
                  <a:pt x="260631" y="14055"/>
                </a:lnTo>
                <a:lnTo>
                  <a:pt x="259688" y="14863"/>
                </a:lnTo>
                <a:lnTo>
                  <a:pt x="258767" y="15693"/>
                </a:lnTo>
                <a:lnTo>
                  <a:pt x="257869" y="16544"/>
                </a:lnTo>
                <a:lnTo>
                  <a:pt x="256992" y="17416"/>
                </a:lnTo>
                <a:lnTo>
                  <a:pt x="256137" y="18310"/>
                </a:lnTo>
                <a:lnTo>
                  <a:pt x="255304" y="19226"/>
                </a:lnTo>
                <a:lnTo>
                  <a:pt x="254493" y="20163"/>
                </a:lnTo>
                <a:lnTo>
                  <a:pt x="253704" y="21122"/>
                </a:lnTo>
                <a:lnTo>
                  <a:pt x="252937" y="22102"/>
                </a:lnTo>
                <a:lnTo>
                  <a:pt x="252192" y="23103"/>
                </a:lnTo>
                <a:lnTo>
                  <a:pt x="251469" y="24127"/>
                </a:lnTo>
                <a:lnTo>
                  <a:pt x="250768" y="25171"/>
                </a:lnTo>
                <a:lnTo>
                  <a:pt x="250089" y="26238"/>
                </a:lnTo>
                <a:lnTo>
                  <a:pt x="249432" y="27325"/>
                </a:lnTo>
                <a:lnTo>
                  <a:pt x="248797" y="28434"/>
                </a:lnTo>
                <a:lnTo>
                  <a:pt x="248184" y="29565"/>
                </a:lnTo>
                <a:lnTo>
                  <a:pt x="247592" y="30717"/>
                </a:lnTo>
                <a:lnTo>
                  <a:pt x="247023" y="31891"/>
                </a:lnTo>
                <a:lnTo>
                  <a:pt x="246477" y="33083"/>
                </a:lnTo>
                <a:lnTo>
                  <a:pt x="245954" y="34291"/>
                </a:lnTo>
                <a:lnTo>
                  <a:pt x="245454" y="35513"/>
                </a:lnTo>
                <a:lnTo>
                  <a:pt x="244977" y="36751"/>
                </a:lnTo>
                <a:lnTo>
                  <a:pt x="244524" y="38004"/>
                </a:lnTo>
                <a:lnTo>
                  <a:pt x="244093" y="39272"/>
                </a:lnTo>
                <a:lnTo>
                  <a:pt x="243686" y="40555"/>
                </a:lnTo>
                <a:lnTo>
                  <a:pt x="243303" y="41853"/>
                </a:lnTo>
                <a:lnTo>
                  <a:pt x="242942" y="43167"/>
                </a:lnTo>
                <a:lnTo>
                  <a:pt x="242605" y="44496"/>
                </a:lnTo>
                <a:lnTo>
                  <a:pt x="242291" y="45840"/>
                </a:lnTo>
                <a:lnTo>
                  <a:pt x="242001" y="47199"/>
                </a:lnTo>
                <a:lnTo>
                  <a:pt x="241733" y="48573"/>
                </a:lnTo>
                <a:lnTo>
                  <a:pt x="241489" y="49963"/>
                </a:lnTo>
                <a:lnTo>
                  <a:pt x="241268" y="51368"/>
                </a:lnTo>
                <a:lnTo>
                  <a:pt x="241070" y="52788"/>
                </a:lnTo>
                <a:lnTo>
                  <a:pt x="240896" y="54223"/>
                </a:lnTo>
                <a:lnTo>
                  <a:pt x="240745" y="55673"/>
                </a:lnTo>
                <a:lnTo>
                  <a:pt x="240617" y="57139"/>
                </a:lnTo>
                <a:lnTo>
                  <a:pt x="240512" y="58619"/>
                </a:lnTo>
                <a:lnTo>
                  <a:pt x="240431" y="60115"/>
                </a:lnTo>
                <a:lnTo>
                  <a:pt x="240373" y="61626"/>
                </a:lnTo>
                <a:lnTo>
                  <a:pt x="240338" y="63152"/>
                </a:lnTo>
                <a:lnTo>
                  <a:pt x="240326" y="64694"/>
                </a:lnTo>
                <a:lnTo>
                  <a:pt x="240338" y="66235"/>
                </a:lnTo>
                <a:lnTo>
                  <a:pt x="240373" y="67761"/>
                </a:lnTo>
                <a:lnTo>
                  <a:pt x="240431" y="69271"/>
                </a:lnTo>
                <a:lnTo>
                  <a:pt x="240512" y="70766"/>
                </a:lnTo>
                <a:lnTo>
                  <a:pt x="240617" y="72245"/>
                </a:lnTo>
                <a:lnTo>
                  <a:pt x="240745" y="73709"/>
                </a:lnTo>
                <a:lnTo>
                  <a:pt x="240896" y="75157"/>
                </a:lnTo>
                <a:lnTo>
                  <a:pt x="241070" y="76590"/>
                </a:lnTo>
                <a:lnTo>
                  <a:pt x="241268" y="78007"/>
                </a:lnTo>
                <a:lnTo>
                  <a:pt x="241489" y="79409"/>
                </a:lnTo>
                <a:lnTo>
                  <a:pt x="241733" y="80795"/>
                </a:lnTo>
                <a:lnTo>
                  <a:pt x="242001" y="82166"/>
                </a:lnTo>
                <a:lnTo>
                  <a:pt x="242291" y="83521"/>
                </a:lnTo>
                <a:lnTo>
                  <a:pt x="242605" y="84861"/>
                </a:lnTo>
                <a:lnTo>
                  <a:pt x="242942" y="86185"/>
                </a:lnTo>
                <a:lnTo>
                  <a:pt x="243303" y="87493"/>
                </a:lnTo>
                <a:lnTo>
                  <a:pt x="243686" y="88787"/>
                </a:lnTo>
                <a:lnTo>
                  <a:pt x="244093" y="90064"/>
                </a:lnTo>
                <a:lnTo>
                  <a:pt x="244524" y="91327"/>
                </a:lnTo>
                <a:lnTo>
                  <a:pt x="244977" y="92573"/>
                </a:lnTo>
                <a:lnTo>
                  <a:pt x="245454" y="93804"/>
                </a:lnTo>
                <a:lnTo>
                  <a:pt x="245954" y="95020"/>
                </a:lnTo>
                <a:lnTo>
                  <a:pt x="246477" y="96220"/>
                </a:lnTo>
                <a:lnTo>
                  <a:pt x="247023" y="97405"/>
                </a:lnTo>
                <a:lnTo>
                  <a:pt x="247592" y="98571"/>
                </a:lnTo>
                <a:lnTo>
                  <a:pt x="248184" y="99717"/>
                </a:lnTo>
                <a:lnTo>
                  <a:pt x="248797" y="100840"/>
                </a:lnTo>
                <a:lnTo>
                  <a:pt x="249432" y="101943"/>
                </a:lnTo>
                <a:lnTo>
                  <a:pt x="250089" y="103025"/>
                </a:lnTo>
                <a:lnTo>
                  <a:pt x="250768" y="104085"/>
                </a:lnTo>
                <a:lnTo>
                  <a:pt x="251469" y="105124"/>
                </a:lnTo>
                <a:lnTo>
                  <a:pt x="252192" y="106142"/>
                </a:lnTo>
                <a:lnTo>
                  <a:pt x="252937" y="107139"/>
                </a:lnTo>
                <a:lnTo>
                  <a:pt x="253704" y="108115"/>
                </a:lnTo>
                <a:lnTo>
                  <a:pt x="254493" y="109069"/>
                </a:lnTo>
                <a:lnTo>
                  <a:pt x="255304" y="110002"/>
                </a:lnTo>
                <a:lnTo>
                  <a:pt x="256137" y="110914"/>
                </a:lnTo>
                <a:lnTo>
                  <a:pt x="256992" y="111805"/>
                </a:lnTo>
                <a:lnTo>
                  <a:pt x="257869" y="112674"/>
                </a:lnTo>
                <a:lnTo>
                  <a:pt x="258767" y="113523"/>
                </a:lnTo>
                <a:lnTo>
                  <a:pt x="259688" y="114350"/>
                </a:lnTo>
                <a:lnTo>
                  <a:pt x="260631" y="115156"/>
                </a:lnTo>
                <a:lnTo>
                  <a:pt x="261596" y="115941"/>
                </a:lnTo>
                <a:lnTo>
                  <a:pt x="262583" y="116704"/>
                </a:lnTo>
                <a:lnTo>
                  <a:pt x="263592" y="117447"/>
                </a:lnTo>
                <a:lnTo>
                  <a:pt x="264623" y="118168"/>
                </a:lnTo>
                <a:lnTo>
                  <a:pt x="265676" y="118868"/>
                </a:lnTo>
                <a:lnTo>
                  <a:pt x="266750" y="119547"/>
                </a:lnTo>
                <a:lnTo>
                  <a:pt x="267847" y="120201"/>
                </a:lnTo>
                <a:lnTo>
                  <a:pt x="268964" y="120827"/>
                </a:lnTo>
                <a:lnTo>
                  <a:pt x="270102" y="121426"/>
                </a:lnTo>
                <a:lnTo>
                  <a:pt x="271261" y="121997"/>
                </a:lnTo>
                <a:lnTo>
                  <a:pt x="272441" y="122540"/>
                </a:lnTo>
                <a:lnTo>
                  <a:pt x="273641" y="123055"/>
                </a:lnTo>
                <a:lnTo>
                  <a:pt x="274863" y="123542"/>
                </a:lnTo>
                <a:lnTo>
                  <a:pt x="276105" y="124001"/>
                </a:lnTo>
                <a:lnTo>
                  <a:pt x="277369" y="124433"/>
                </a:lnTo>
                <a:lnTo>
                  <a:pt x="278653" y="124837"/>
                </a:lnTo>
                <a:lnTo>
                  <a:pt x="279958" y="125212"/>
                </a:lnTo>
                <a:lnTo>
                  <a:pt x="281284" y="125560"/>
                </a:lnTo>
                <a:lnTo>
                  <a:pt x="282631" y="125881"/>
                </a:lnTo>
                <a:lnTo>
                  <a:pt x="283998" y="126173"/>
                </a:lnTo>
                <a:lnTo>
                  <a:pt x="285387" y="126438"/>
                </a:lnTo>
                <a:lnTo>
                  <a:pt x="286796" y="126674"/>
                </a:lnTo>
                <a:lnTo>
                  <a:pt x="288227" y="126883"/>
                </a:lnTo>
                <a:lnTo>
                  <a:pt x="289678" y="127064"/>
                </a:lnTo>
                <a:lnTo>
                  <a:pt x="291150" y="127217"/>
                </a:lnTo>
                <a:lnTo>
                  <a:pt x="292643" y="127342"/>
                </a:lnTo>
                <a:lnTo>
                  <a:pt x="294157" y="127440"/>
                </a:lnTo>
                <a:lnTo>
                  <a:pt x="295692" y="127509"/>
                </a:lnTo>
                <a:lnTo>
                  <a:pt x="297247" y="127551"/>
                </a:lnTo>
                <a:lnTo>
                  <a:pt x="298824" y="127565"/>
                </a:lnTo>
                <a:lnTo>
                  <a:pt x="299973" y="127557"/>
                </a:lnTo>
                <a:lnTo>
                  <a:pt x="301113" y="127532"/>
                </a:lnTo>
                <a:lnTo>
                  <a:pt x="302244" y="127491"/>
                </a:lnTo>
                <a:lnTo>
                  <a:pt x="303365" y="127433"/>
                </a:lnTo>
                <a:lnTo>
                  <a:pt x="304476" y="127359"/>
                </a:lnTo>
                <a:close/>
                <a:moveTo>
                  <a:pt x="747768" y="94539"/>
                </a:moveTo>
                <a:lnTo>
                  <a:pt x="748511" y="94756"/>
                </a:lnTo>
                <a:lnTo>
                  <a:pt x="749267" y="94957"/>
                </a:lnTo>
                <a:lnTo>
                  <a:pt x="750033" y="95144"/>
                </a:lnTo>
                <a:lnTo>
                  <a:pt x="750812" y="95316"/>
                </a:lnTo>
                <a:lnTo>
                  <a:pt x="751602" y="95473"/>
                </a:lnTo>
                <a:lnTo>
                  <a:pt x="752403" y="95615"/>
                </a:lnTo>
                <a:lnTo>
                  <a:pt x="753216" y="95742"/>
                </a:lnTo>
                <a:lnTo>
                  <a:pt x="754041" y="95854"/>
                </a:lnTo>
                <a:lnTo>
                  <a:pt x="754877" y="95951"/>
                </a:lnTo>
                <a:lnTo>
                  <a:pt x="755725" y="96034"/>
                </a:lnTo>
                <a:lnTo>
                  <a:pt x="756584" y="96101"/>
                </a:lnTo>
                <a:lnTo>
                  <a:pt x="757454" y="96153"/>
                </a:lnTo>
                <a:lnTo>
                  <a:pt x="758337" y="96191"/>
                </a:lnTo>
                <a:lnTo>
                  <a:pt x="759231" y="96213"/>
                </a:lnTo>
                <a:lnTo>
                  <a:pt x="760136" y="96221"/>
                </a:lnTo>
                <a:lnTo>
                  <a:pt x="761094" y="96213"/>
                </a:lnTo>
                <a:lnTo>
                  <a:pt x="762038" y="96191"/>
                </a:lnTo>
                <a:lnTo>
                  <a:pt x="762968" y="96155"/>
                </a:lnTo>
                <a:lnTo>
                  <a:pt x="763885" y="96103"/>
                </a:lnTo>
                <a:lnTo>
                  <a:pt x="764788" y="96038"/>
                </a:lnTo>
                <a:lnTo>
                  <a:pt x="765677" y="95957"/>
                </a:lnTo>
                <a:lnTo>
                  <a:pt x="766553" y="95862"/>
                </a:lnTo>
                <a:lnTo>
                  <a:pt x="767415" y="95752"/>
                </a:lnTo>
                <a:lnTo>
                  <a:pt x="768264" y="95628"/>
                </a:lnTo>
                <a:lnTo>
                  <a:pt x="769099" y="95489"/>
                </a:lnTo>
                <a:lnTo>
                  <a:pt x="769921" y="95335"/>
                </a:lnTo>
                <a:lnTo>
                  <a:pt x="770729" y="95167"/>
                </a:lnTo>
                <a:lnTo>
                  <a:pt x="771523" y="94984"/>
                </a:lnTo>
                <a:lnTo>
                  <a:pt x="772303" y="94787"/>
                </a:lnTo>
                <a:lnTo>
                  <a:pt x="773071" y="94574"/>
                </a:lnTo>
                <a:lnTo>
                  <a:pt x="773824" y="94348"/>
                </a:lnTo>
                <a:lnTo>
                  <a:pt x="774564" y="94106"/>
                </a:lnTo>
                <a:lnTo>
                  <a:pt x="775290" y="93850"/>
                </a:lnTo>
                <a:lnTo>
                  <a:pt x="776003" y="93579"/>
                </a:lnTo>
                <a:lnTo>
                  <a:pt x="776702" y="93294"/>
                </a:lnTo>
                <a:lnTo>
                  <a:pt x="777387" y="92994"/>
                </a:lnTo>
                <a:lnTo>
                  <a:pt x="778059" y="92679"/>
                </a:lnTo>
                <a:lnTo>
                  <a:pt x="778717" y="92350"/>
                </a:lnTo>
                <a:lnTo>
                  <a:pt x="779362" y="92006"/>
                </a:lnTo>
                <a:lnTo>
                  <a:pt x="779993" y="91650"/>
                </a:lnTo>
                <a:lnTo>
                  <a:pt x="780611" y="91285"/>
                </a:lnTo>
                <a:lnTo>
                  <a:pt x="781215" y="90909"/>
                </a:lnTo>
                <a:lnTo>
                  <a:pt x="781806" y="90524"/>
                </a:lnTo>
                <a:lnTo>
                  <a:pt x="782383" y="90130"/>
                </a:lnTo>
                <a:lnTo>
                  <a:pt x="782947" y="89726"/>
                </a:lnTo>
                <a:lnTo>
                  <a:pt x="783497" y="89312"/>
                </a:lnTo>
                <a:lnTo>
                  <a:pt x="784034" y="88888"/>
                </a:lnTo>
                <a:lnTo>
                  <a:pt x="784558" y="88455"/>
                </a:lnTo>
                <a:lnTo>
                  <a:pt x="785068" y="88012"/>
                </a:lnTo>
                <a:lnTo>
                  <a:pt x="785565" y="87559"/>
                </a:lnTo>
                <a:lnTo>
                  <a:pt x="786048" y="87097"/>
                </a:lnTo>
                <a:lnTo>
                  <a:pt x="786517" y="86626"/>
                </a:lnTo>
                <a:lnTo>
                  <a:pt x="786974" y="86144"/>
                </a:lnTo>
                <a:lnTo>
                  <a:pt x="787417" y="85653"/>
                </a:lnTo>
                <a:lnTo>
                  <a:pt x="787846" y="85152"/>
                </a:lnTo>
                <a:lnTo>
                  <a:pt x="788262" y="84642"/>
                </a:lnTo>
                <a:lnTo>
                  <a:pt x="788665" y="84122"/>
                </a:lnTo>
                <a:lnTo>
                  <a:pt x="789054" y="83592"/>
                </a:lnTo>
                <a:lnTo>
                  <a:pt x="789429" y="83053"/>
                </a:lnTo>
                <a:lnTo>
                  <a:pt x="789791" y="82504"/>
                </a:lnTo>
                <a:lnTo>
                  <a:pt x="790140" y="81945"/>
                </a:lnTo>
                <a:lnTo>
                  <a:pt x="790475" y="81377"/>
                </a:lnTo>
                <a:lnTo>
                  <a:pt x="790797" y="80799"/>
                </a:lnTo>
                <a:lnTo>
                  <a:pt x="791106" y="80214"/>
                </a:lnTo>
                <a:lnTo>
                  <a:pt x="791401" y="79624"/>
                </a:lnTo>
                <a:lnTo>
                  <a:pt x="791684" y="79030"/>
                </a:lnTo>
                <a:lnTo>
                  <a:pt x="791953" y="78430"/>
                </a:lnTo>
                <a:lnTo>
                  <a:pt x="792209" y="77827"/>
                </a:lnTo>
                <a:lnTo>
                  <a:pt x="792452" y="77218"/>
                </a:lnTo>
                <a:lnTo>
                  <a:pt x="792681" y="76605"/>
                </a:lnTo>
                <a:lnTo>
                  <a:pt x="792898" y="75988"/>
                </a:lnTo>
                <a:lnTo>
                  <a:pt x="793102" y="75365"/>
                </a:lnTo>
                <a:lnTo>
                  <a:pt x="793292" y="74738"/>
                </a:lnTo>
                <a:lnTo>
                  <a:pt x="793469" y="74107"/>
                </a:lnTo>
                <a:lnTo>
                  <a:pt x="793633" y="73470"/>
                </a:lnTo>
                <a:lnTo>
                  <a:pt x="793784" y="72829"/>
                </a:lnTo>
                <a:lnTo>
                  <a:pt x="793922" y="72184"/>
                </a:lnTo>
                <a:lnTo>
                  <a:pt x="794047" y="71533"/>
                </a:lnTo>
                <a:lnTo>
                  <a:pt x="794158" y="70878"/>
                </a:lnTo>
                <a:lnTo>
                  <a:pt x="794257" y="70219"/>
                </a:lnTo>
                <a:lnTo>
                  <a:pt x="794342" y="69554"/>
                </a:lnTo>
                <a:lnTo>
                  <a:pt x="794415" y="68886"/>
                </a:lnTo>
                <a:lnTo>
                  <a:pt x="794474" y="68212"/>
                </a:lnTo>
                <a:lnTo>
                  <a:pt x="794520" y="67534"/>
                </a:lnTo>
                <a:lnTo>
                  <a:pt x="794552" y="66851"/>
                </a:lnTo>
                <a:lnTo>
                  <a:pt x="794572" y="66163"/>
                </a:lnTo>
                <a:lnTo>
                  <a:pt x="794579" y="65471"/>
                </a:lnTo>
                <a:lnTo>
                  <a:pt x="794572" y="64756"/>
                </a:lnTo>
                <a:lnTo>
                  <a:pt x="794553" y="64046"/>
                </a:lnTo>
                <a:lnTo>
                  <a:pt x="794520" y="63342"/>
                </a:lnTo>
                <a:lnTo>
                  <a:pt x="794475" y="62644"/>
                </a:lnTo>
                <a:lnTo>
                  <a:pt x="794416" y="61950"/>
                </a:lnTo>
                <a:lnTo>
                  <a:pt x="794345" y="61263"/>
                </a:lnTo>
                <a:lnTo>
                  <a:pt x="794261" y="60580"/>
                </a:lnTo>
                <a:lnTo>
                  <a:pt x="794164" y="59904"/>
                </a:lnTo>
                <a:lnTo>
                  <a:pt x="794053" y="59232"/>
                </a:lnTo>
                <a:lnTo>
                  <a:pt x="793930" y="58567"/>
                </a:lnTo>
                <a:lnTo>
                  <a:pt x="793794" y="57906"/>
                </a:lnTo>
                <a:lnTo>
                  <a:pt x="793645" y="57251"/>
                </a:lnTo>
                <a:lnTo>
                  <a:pt x="793483" y="56602"/>
                </a:lnTo>
                <a:lnTo>
                  <a:pt x="793307" y="55958"/>
                </a:lnTo>
                <a:lnTo>
                  <a:pt x="793119" y="55319"/>
                </a:lnTo>
                <a:lnTo>
                  <a:pt x="792918" y="54686"/>
                </a:lnTo>
                <a:lnTo>
                  <a:pt x="792704" y="54059"/>
                </a:lnTo>
                <a:lnTo>
                  <a:pt x="792477" y="53437"/>
                </a:lnTo>
                <a:lnTo>
                  <a:pt x="792237" y="52820"/>
                </a:lnTo>
                <a:lnTo>
                  <a:pt x="791984" y="52209"/>
                </a:lnTo>
                <a:lnTo>
                  <a:pt x="791718" y="51603"/>
                </a:lnTo>
                <a:lnTo>
                  <a:pt x="791439" y="51003"/>
                </a:lnTo>
                <a:lnTo>
                  <a:pt x="791148" y="50408"/>
                </a:lnTo>
                <a:lnTo>
                  <a:pt x="790843" y="49819"/>
                </a:lnTo>
                <a:lnTo>
                  <a:pt x="790525" y="49237"/>
                </a:lnTo>
                <a:lnTo>
                  <a:pt x="790194" y="48665"/>
                </a:lnTo>
                <a:lnTo>
                  <a:pt x="789849" y="48103"/>
                </a:lnTo>
                <a:lnTo>
                  <a:pt x="789491" y="47551"/>
                </a:lnTo>
                <a:lnTo>
                  <a:pt x="789120" y="47010"/>
                </a:lnTo>
                <a:lnTo>
                  <a:pt x="788736" y="46478"/>
                </a:lnTo>
                <a:lnTo>
                  <a:pt x="788338" y="45956"/>
                </a:lnTo>
                <a:lnTo>
                  <a:pt x="787927" y="45444"/>
                </a:lnTo>
                <a:lnTo>
                  <a:pt x="787503" y="44942"/>
                </a:lnTo>
                <a:lnTo>
                  <a:pt x="787065" y="44450"/>
                </a:lnTo>
                <a:lnTo>
                  <a:pt x="786614" y="43968"/>
                </a:lnTo>
                <a:lnTo>
                  <a:pt x="786150" y="43496"/>
                </a:lnTo>
                <a:lnTo>
                  <a:pt x="785673" y="43034"/>
                </a:lnTo>
                <a:lnTo>
                  <a:pt x="785182" y="42582"/>
                </a:lnTo>
                <a:lnTo>
                  <a:pt x="784742" y="42196"/>
                </a:lnTo>
                <a:lnTo>
                  <a:pt x="784770" y="42162"/>
                </a:lnTo>
                <a:lnTo>
                  <a:pt x="785088" y="41797"/>
                </a:lnTo>
                <a:lnTo>
                  <a:pt x="785413" y="41447"/>
                </a:lnTo>
                <a:lnTo>
                  <a:pt x="785745" y="41109"/>
                </a:lnTo>
                <a:lnTo>
                  <a:pt x="786084" y="40786"/>
                </a:lnTo>
                <a:lnTo>
                  <a:pt x="786430" y="40476"/>
                </a:lnTo>
                <a:lnTo>
                  <a:pt x="786782" y="40180"/>
                </a:lnTo>
                <a:lnTo>
                  <a:pt x="787141" y="39898"/>
                </a:lnTo>
                <a:lnTo>
                  <a:pt x="787507" y="39630"/>
                </a:lnTo>
                <a:lnTo>
                  <a:pt x="787880" y="39375"/>
                </a:lnTo>
                <a:lnTo>
                  <a:pt x="788259" y="39134"/>
                </a:lnTo>
                <a:lnTo>
                  <a:pt x="788646" y="38907"/>
                </a:lnTo>
                <a:lnTo>
                  <a:pt x="789039" y="38694"/>
                </a:lnTo>
                <a:lnTo>
                  <a:pt x="789439" y="38494"/>
                </a:lnTo>
                <a:lnTo>
                  <a:pt x="789846" y="38309"/>
                </a:lnTo>
                <a:lnTo>
                  <a:pt x="790259" y="38137"/>
                </a:lnTo>
                <a:lnTo>
                  <a:pt x="790680" y="37978"/>
                </a:lnTo>
                <a:lnTo>
                  <a:pt x="791107" y="37834"/>
                </a:lnTo>
                <a:lnTo>
                  <a:pt x="791541" y="37703"/>
                </a:lnTo>
                <a:lnTo>
                  <a:pt x="791982" y="37586"/>
                </a:lnTo>
                <a:lnTo>
                  <a:pt x="792428" y="37478"/>
                </a:lnTo>
                <a:lnTo>
                  <a:pt x="792877" y="37375"/>
                </a:lnTo>
                <a:lnTo>
                  <a:pt x="793331" y="37276"/>
                </a:lnTo>
                <a:lnTo>
                  <a:pt x="793788" y="37182"/>
                </a:lnTo>
                <a:lnTo>
                  <a:pt x="794248" y="37093"/>
                </a:lnTo>
                <a:lnTo>
                  <a:pt x="794712" y="37008"/>
                </a:lnTo>
                <a:lnTo>
                  <a:pt x="795180" y="36928"/>
                </a:lnTo>
                <a:lnTo>
                  <a:pt x="795652" y="36852"/>
                </a:lnTo>
                <a:lnTo>
                  <a:pt x="796127" y="36781"/>
                </a:lnTo>
                <a:lnTo>
                  <a:pt x="796606" y="36715"/>
                </a:lnTo>
                <a:lnTo>
                  <a:pt x="797088" y="36653"/>
                </a:lnTo>
                <a:lnTo>
                  <a:pt x="797574" y="36595"/>
                </a:lnTo>
                <a:lnTo>
                  <a:pt x="798064" y="36542"/>
                </a:lnTo>
                <a:lnTo>
                  <a:pt x="798557" y="36494"/>
                </a:lnTo>
                <a:lnTo>
                  <a:pt x="799054" y="36451"/>
                </a:lnTo>
                <a:lnTo>
                  <a:pt x="799555" y="36412"/>
                </a:lnTo>
                <a:lnTo>
                  <a:pt x="800059" y="36377"/>
                </a:lnTo>
                <a:lnTo>
                  <a:pt x="800567" y="36348"/>
                </a:lnTo>
                <a:lnTo>
                  <a:pt x="801078" y="36322"/>
                </a:lnTo>
                <a:lnTo>
                  <a:pt x="801593" y="36302"/>
                </a:lnTo>
                <a:lnTo>
                  <a:pt x="802112" y="36286"/>
                </a:lnTo>
                <a:lnTo>
                  <a:pt x="802635" y="36274"/>
                </a:lnTo>
                <a:lnTo>
                  <a:pt x="803161" y="36267"/>
                </a:lnTo>
                <a:lnTo>
                  <a:pt x="803690" y="36265"/>
                </a:lnTo>
                <a:lnTo>
                  <a:pt x="803690" y="23417"/>
                </a:lnTo>
                <a:lnTo>
                  <a:pt x="802862" y="23445"/>
                </a:lnTo>
                <a:lnTo>
                  <a:pt x="802046" y="23482"/>
                </a:lnTo>
                <a:lnTo>
                  <a:pt x="801242" y="23530"/>
                </a:lnTo>
                <a:lnTo>
                  <a:pt x="800452" y="23587"/>
                </a:lnTo>
                <a:lnTo>
                  <a:pt x="799674" y="23654"/>
                </a:lnTo>
                <a:lnTo>
                  <a:pt x="798910" y="23731"/>
                </a:lnTo>
                <a:lnTo>
                  <a:pt x="798158" y="23817"/>
                </a:lnTo>
                <a:lnTo>
                  <a:pt x="797418" y="23913"/>
                </a:lnTo>
                <a:lnTo>
                  <a:pt x="796692" y="24020"/>
                </a:lnTo>
                <a:lnTo>
                  <a:pt x="795979" y="24135"/>
                </a:lnTo>
                <a:lnTo>
                  <a:pt x="795278" y="24261"/>
                </a:lnTo>
                <a:lnTo>
                  <a:pt x="794590" y="24397"/>
                </a:lnTo>
                <a:lnTo>
                  <a:pt x="793915" y="24542"/>
                </a:lnTo>
                <a:lnTo>
                  <a:pt x="793253" y="24697"/>
                </a:lnTo>
                <a:lnTo>
                  <a:pt x="792603" y="24862"/>
                </a:lnTo>
                <a:lnTo>
                  <a:pt x="791967" y="25037"/>
                </a:lnTo>
                <a:lnTo>
                  <a:pt x="791343" y="25222"/>
                </a:lnTo>
                <a:lnTo>
                  <a:pt x="790732" y="25416"/>
                </a:lnTo>
                <a:lnTo>
                  <a:pt x="790134" y="25620"/>
                </a:lnTo>
                <a:lnTo>
                  <a:pt x="789548" y="25834"/>
                </a:lnTo>
                <a:lnTo>
                  <a:pt x="788976" y="26058"/>
                </a:lnTo>
                <a:lnTo>
                  <a:pt x="788416" y="26292"/>
                </a:lnTo>
                <a:lnTo>
                  <a:pt x="787869" y="26535"/>
                </a:lnTo>
                <a:lnTo>
                  <a:pt x="787335" y="26789"/>
                </a:lnTo>
                <a:lnTo>
                  <a:pt x="786811" y="27056"/>
                </a:lnTo>
                <a:lnTo>
                  <a:pt x="786296" y="27343"/>
                </a:lnTo>
                <a:lnTo>
                  <a:pt x="785789" y="27649"/>
                </a:lnTo>
                <a:lnTo>
                  <a:pt x="785291" y="27973"/>
                </a:lnTo>
                <a:lnTo>
                  <a:pt x="784801" y="28317"/>
                </a:lnTo>
                <a:lnTo>
                  <a:pt x="784319" y="28679"/>
                </a:lnTo>
                <a:lnTo>
                  <a:pt x="783846" y="29061"/>
                </a:lnTo>
                <a:lnTo>
                  <a:pt x="783381" y="29461"/>
                </a:lnTo>
                <a:lnTo>
                  <a:pt x="782925" y="29881"/>
                </a:lnTo>
                <a:lnTo>
                  <a:pt x="782477" y="30319"/>
                </a:lnTo>
                <a:lnTo>
                  <a:pt x="782037" y="30777"/>
                </a:lnTo>
                <a:lnTo>
                  <a:pt x="781606" y="31253"/>
                </a:lnTo>
                <a:lnTo>
                  <a:pt x="781183" y="31749"/>
                </a:lnTo>
                <a:lnTo>
                  <a:pt x="780768" y="32263"/>
                </a:lnTo>
                <a:lnTo>
                  <a:pt x="780362" y="32797"/>
                </a:lnTo>
                <a:lnTo>
                  <a:pt x="779964" y="33349"/>
                </a:lnTo>
                <a:lnTo>
                  <a:pt x="779575" y="33921"/>
                </a:lnTo>
                <a:lnTo>
                  <a:pt x="779194" y="34511"/>
                </a:lnTo>
                <a:lnTo>
                  <a:pt x="778821" y="35120"/>
                </a:lnTo>
                <a:lnTo>
                  <a:pt x="778457" y="35749"/>
                </a:lnTo>
                <a:lnTo>
                  <a:pt x="778101" y="36396"/>
                </a:lnTo>
                <a:lnTo>
                  <a:pt x="777754" y="37062"/>
                </a:lnTo>
                <a:lnTo>
                  <a:pt x="777493" y="37590"/>
                </a:lnTo>
                <a:lnTo>
                  <a:pt x="776917" y="37337"/>
                </a:lnTo>
                <a:lnTo>
                  <a:pt x="776227" y="37055"/>
                </a:lnTo>
                <a:lnTo>
                  <a:pt x="775524" y="36787"/>
                </a:lnTo>
                <a:lnTo>
                  <a:pt x="774807" y="36534"/>
                </a:lnTo>
                <a:lnTo>
                  <a:pt x="774077" y="36295"/>
                </a:lnTo>
                <a:lnTo>
                  <a:pt x="773334" y="36071"/>
                </a:lnTo>
                <a:lnTo>
                  <a:pt x="772577" y="35861"/>
                </a:lnTo>
                <a:lnTo>
                  <a:pt x="771808" y="35666"/>
                </a:lnTo>
                <a:lnTo>
                  <a:pt x="771025" y="35485"/>
                </a:lnTo>
                <a:lnTo>
                  <a:pt x="770228" y="35318"/>
                </a:lnTo>
                <a:lnTo>
                  <a:pt x="769419" y="35166"/>
                </a:lnTo>
                <a:lnTo>
                  <a:pt x="768596" y="35029"/>
                </a:lnTo>
                <a:lnTo>
                  <a:pt x="767760" y="34906"/>
                </a:lnTo>
                <a:lnTo>
                  <a:pt x="766910" y="34797"/>
                </a:lnTo>
                <a:lnTo>
                  <a:pt x="766047" y="34703"/>
                </a:lnTo>
                <a:lnTo>
                  <a:pt x="765171" y="34624"/>
                </a:lnTo>
                <a:lnTo>
                  <a:pt x="764282" y="34558"/>
                </a:lnTo>
                <a:lnTo>
                  <a:pt x="763379" y="34508"/>
                </a:lnTo>
                <a:lnTo>
                  <a:pt x="762463" y="34472"/>
                </a:lnTo>
                <a:lnTo>
                  <a:pt x="761534" y="34450"/>
                </a:lnTo>
                <a:lnTo>
                  <a:pt x="760592" y="34443"/>
                </a:lnTo>
                <a:lnTo>
                  <a:pt x="759671" y="34450"/>
                </a:lnTo>
                <a:lnTo>
                  <a:pt x="758763" y="34472"/>
                </a:lnTo>
                <a:lnTo>
                  <a:pt x="757866" y="34508"/>
                </a:lnTo>
                <a:lnTo>
                  <a:pt x="756981" y="34558"/>
                </a:lnTo>
                <a:lnTo>
                  <a:pt x="756108" y="34624"/>
                </a:lnTo>
                <a:lnTo>
                  <a:pt x="755247" y="34703"/>
                </a:lnTo>
                <a:lnTo>
                  <a:pt x="754398" y="34797"/>
                </a:lnTo>
                <a:lnTo>
                  <a:pt x="753560" y="34906"/>
                </a:lnTo>
                <a:lnTo>
                  <a:pt x="752735" y="35029"/>
                </a:lnTo>
                <a:lnTo>
                  <a:pt x="751921" y="35166"/>
                </a:lnTo>
                <a:lnTo>
                  <a:pt x="751119" y="35318"/>
                </a:lnTo>
                <a:lnTo>
                  <a:pt x="750329" y="35485"/>
                </a:lnTo>
                <a:lnTo>
                  <a:pt x="749551" y="35666"/>
                </a:lnTo>
                <a:lnTo>
                  <a:pt x="748785" y="35861"/>
                </a:lnTo>
                <a:lnTo>
                  <a:pt x="748031" y="36071"/>
                </a:lnTo>
                <a:lnTo>
                  <a:pt x="747288" y="36295"/>
                </a:lnTo>
                <a:lnTo>
                  <a:pt x="746558" y="36534"/>
                </a:lnTo>
                <a:lnTo>
                  <a:pt x="745839" y="36787"/>
                </a:lnTo>
                <a:lnTo>
                  <a:pt x="745132" y="37055"/>
                </a:lnTo>
                <a:lnTo>
                  <a:pt x="744437" y="37337"/>
                </a:lnTo>
                <a:lnTo>
                  <a:pt x="743754" y="37634"/>
                </a:lnTo>
                <a:lnTo>
                  <a:pt x="743083" y="37945"/>
                </a:lnTo>
                <a:lnTo>
                  <a:pt x="742423" y="38271"/>
                </a:lnTo>
                <a:lnTo>
                  <a:pt x="741776" y="38611"/>
                </a:lnTo>
                <a:lnTo>
                  <a:pt x="741141" y="38963"/>
                </a:lnTo>
                <a:lnTo>
                  <a:pt x="740518" y="39325"/>
                </a:lnTo>
                <a:lnTo>
                  <a:pt x="739909" y="39698"/>
                </a:lnTo>
                <a:lnTo>
                  <a:pt x="739313" y="40080"/>
                </a:lnTo>
                <a:lnTo>
                  <a:pt x="738730" y="40472"/>
                </a:lnTo>
                <a:lnTo>
                  <a:pt x="738160" y="40874"/>
                </a:lnTo>
                <a:lnTo>
                  <a:pt x="737602" y="41286"/>
                </a:lnTo>
                <a:lnTo>
                  <a:pt x="737058" y="41708"/>
                </a:lnTo>
                <a:lnTo>
                  <a:pt x="736527" y="42140"/>
                </a:lnTo>
                <a:lnTo>
                  <a:pt x="736008" y="42582"/>
                </a:lnTo>
                <a:lnTo>
                  <a:pt x="735503" y="43034"/>
                </a:lnTo>
                <a:lnTo>
                  <a:pt x="735010" y="43496"/>
                </a:lnTo>
                <a:lnTo>
                  <a:pt x="734531" y="43968"/>
                </a:lnTo>
                <a:lnTo>
                  <a:pt x="734064" y="44450"/>
                </a:lnTo>
                <a:lnTo>
                  <a:pt x="733611" y="44942"/>
                </a:lnTo>
                <a:lnTo>
                  <a:pt x="733170" y="45444"/>
                </a:lnTo>
                <a:lnTo>
                  <a:pt x="732743" y="45956"/>
                </a:lnTo>
                <a:lnTo>
                  <a:pt x="732328" y="46478"/>
                </a:lnTo>
                <a:lnTo>
                  <a:pt x="731926" y="47010"/>
                </a:lnTo>
                <a:lnTo>
                  <a:pt x="731538" y="47551"/>
                </a:lnTo>
                <a:lnTo>
                  <a:pt x="731162" y="48103"/>
                </a:lnTo>
                <a:lnTo>
                  <a:pt x="730799" y="48665"/>
                </a:lnTo>
                <a:lnTo>
                  <a:pt x="730449" y="49237"/>
                </a:lnTo>
                <a:lnTo>
                  <a:pt x="730113" y="49819"/>
                </a:lnTo>
                <a:lnTo>
                  <a:pt x="729789" y="50408"/>
                </a:lnTo>
                <a:lnTo>
                  <a:pt x="729480" y="51003"/>
                </a:lnTo>
                <a:lnTo>
                  <a:pt x="729184" y="51603"/>
                </a:lnTo>
                <a:lnTo>
                  <a:pt x="728902" y="52209"/>
                </a:lnTo>
                <a:lnTo>
                  <a:pt x="728633" y="52820"/>
                </a:lnTo>
                <a:lnTo>
                  <a:pt x="728379" y="53437"/>
                </a:lnTo>
                <a:lnTo>
                  <a:pt x="728138" y="54059"/>
                </a:lnTo>
                <a:lnTo>
                  <a:pt x="727911" y="54686"/>
                </a:lnTo>
                <a:lnTo>
                  <a:pt x="727697" y="55319"/>
                </a:lnTo>
                <a:lnTo>
                  <a:pt x="727498" y="55958"/>
                </a:lnTo>
                <a:lnTo>
                  <a:pt x="727312" y="56602"/>
                </a:lnTo>
                <a:lnTo>
                  <a:pt x="727140" y="57251"/>
                </a:lnTo>
                <a:lnTo>
                  <a:pt x="726982" y="57906"/>
                </a:lnTo>
                <a:lnTo>
                  <a:pt x="726837" y="58567"/>
                </a:lnTo>
                <a:lnTo>
                  <a:pt x="726706" y="59232"/>
                </a:lnTo>
                <a:lnTo>
                  <a:pt x="726589" y="59904"/>
                </a:lnTo>
                <a:lnTo>
                  <a:pt x="726486" y="60580"/>
                </a:lnTo>
                <a:lnTo>
                  <a:pt x="726397" y="61263"/>
                </a:lnTo>
                <a:lnTo>
                  <a:pt x="726321" y="61950"/>
                </a:lnTo>
                <a:lnTo>
                  <a:pt x="726259" y="62644"/>
                </a:lnTo>
                <a:lnTo>
                  <a:pt x="726211" y="63342"/>
                </a:lnTo>
                <a:lnTo>
                  <a:pt x="726177" y="64046"/>
                </a:lnTo>
                <a:lnTo>
                  <a:pt x="726156" y="64756"/>
                </a:lnTo>
                <a:lnTo>
                  <a:pt x="726149" y="65471"/>
                </a:lnTo>
                <a:lnTo>
                  <a:pt x="726156" y="66148"/>
                </a:lnTo>
                <a:lnTo>
                  <a:pt x="726176" y="66821"/>
                </a:lnTo>
                <a:lnTo>
                  <a:pt x="726210" y="67490"/>
                </a:lnTo>
                <a:lnTo>
                  <a:pt x="726258" y="68155"/>
                </a:lnTo>
                <a:lnTo>
                  <a:pt x="726319" y="68816"/>
                </a:lnTo>
                <a:lnTo>
                  <a:pt x="726394" y="69473"/>
                </a:lnTo>
                <a:lnTo>
                  <a:pt x="726482" y="70127"/>
                </a:lnTo>
                <a:lnTo>
                  <a:pt x="726584" y="70776"/>
                </a:lnTo>
                <a:lnTo>
                  <a:pt x="726700" y="71421"/>
                </a:lnTo>
                <a:lnTo>
                  <a:pt x="726829" y="72061"/>
                </a:lnTo>
                <a:lnTo>
                  <a:pt x="726972" y="72698"/>
                </a:lnTo>
                <a:lnTo>
                  <a:pt x="727129" y="73331"/>
                </a:lnTo>
                <a:lnTo>
                  <a:pt x="727299" y="73960"/>
                </a:lnTo>
                <a:lnTo>
                  <a:pt x="727482" y="74585"/>
                </a:lnTo>
                <a:lnTo>
                  <a:pt x="727680" y="75206"/>
                </a:lnTo>
                <a:lnTo>
                  <a:pt x="727890" y="75823"/>
                </a:lnTo>
                <a:lnTo>
                  <a:pt x="728115" y="76436"/>
                </a:lnTo>
                <a:lnTo>
                  <a:pt x="728353" y="77045"/>
                </a:lnTo>
                <a:lnTo>
                  <a:pt x="728605" y="77650"/>
                </a:lnTo>
                <a:lnTo>
                  <a:pt x="728870" y="78251"/>
                </a:lnTo>
                <a:lnTo>
                  <a:pt x="729149" y="78847"/>
                </a:lnTo>
                <a:lnTo>
                  <a:pt x="729441" y="79440"/>
                </a:lnTo>
                <a:lnTo>
                  <a:pt x="729747" y="80029"/>
                </a:lnTo>
                <a:lnTo>
                  <a:pt x="730067" y="80614"/>
                </a:lnTo>
                <a:lnTo>
                  <a:pt x="730400" y="81192"/>
                </a:lnTo>
                <a:lnTo>
                  <a:pt x="730746" y="81761"/>
                </a:lnTo>
                <a:lnTo>
                  <a:pt x="731104" y="82320"/>
                </a:lnTo>
                <a:lnTo>
                  <a:pt x="731476" y="82870"/>
                </a:lnTo>
                <a:lnTo>
                  <a:pt x="731860" y="83411"/>
                </a:lnTo>
                <a:lnTo>
                  <a:pt x="732257" y="83943"/>
                </a:lnTo>
                <a:lnTo>
                  <a:pt x="732667" y="84465"/>
                </a:lnTo>
                <a:lnTo>
                  <a:pt x="733089" y="84978"/>
                </a:lnTo>
                <a:lnTo>
                  <a:pt x="733525" y="85481"/>
                </a:lnTo>
                <a:lnTo>
                  <a:pt x="733973" y="85975"/>
                </a:lnTo>
                <a:lnTo>
                  <a:pt x="734434" y="86460"/>
                </a:lnTo>
                <a:lnTo>
                  <a:pt x="734908" y="86936"/>
                </a:lnTo>
                <a:lnTo>
                  <a:pt x="735394" y="87402"/>
                </a:lnTo>
                <a:lnTo>
                  <a:pt x="735894" y="87859"/>
                </a:lnTo>
                <a:lnTo>
                  <a:pt x="736406" y="88306"/>
                </a:lnTo>
                <a:lnTo>
                  <a:pt x="736931" y="88745"/>
                </a:lnTo>
                <a:lnTo>
                  <a:pt x="737469" y="89174"/>
                </a:lnTo>
                <a:lnTo>
                  <a:pt x="738020" y="89593"/>
                </a:lnTo>
                <a:lnTo>
                  <a:pt x="738319" y="89811"/>
                </a:lnTo>
                <a:lnTo>
                  <a:pt x="738149" y="89877"/>
                </a:lnTo>
                <a:lnTo>
                  <a:pt x="737553" y="90117"/>
                </a:lnTo>
                <a:lnTo>
                  <a:pt x="736974" y="90362"/>
                </a:lnTo>
                <a:lnTo>
                  <a:pt x="736410" y="90613"/>
                </a:lnTo>
                <a:lnTo>
                  <a:pt x="735862" y="90868"/>
                </a:lnTo>
                <a:lnTo>
                  <a:pt x="735331" y="91128"/>
                </a:lnTo>
                <a:lnTo>
                  <a:pt x="734815" y="91393"/>
                </a:lnTo>
                <a:lnTo>
                  <a:pt x="734316" y="91662"/>
                </a:lnTo>
                <a:lnTo>
                  <a:pt x="733832" y="91937"/>
                </a:lnTo>
                <a:lnTo>
                  <a:pt x="733364" y="92217"/>
                </a:lnTo>
                <a:lnTo>
                  <a:pt x="732912" y="92501"/>
                </a:lnTo>
                <a:lnTo>
                  <a:pt x="732477" y="92791"/>
                </a:lnTo>
                <a:lnTo>
                  <a:pt x="732057" y="93085"/>
                </a:lnTo>
                <a:lnTo>
                  <a:pt x="731653" y="93385"/>
                </a:lnTo>
                <a:lnTo>
                  <a:pt x="731265" y="93689"/>
                </a:lnTo>
                <a:lnTo>
                  <a:pt x="730894" y="93998"/>
                </a:lnTo>
                <a:lnTo>
                  <a:pt x="730538" y="94312"/>
                </a:lnTo>
                <a:lnTo>
                  <a:pt x="730198" y="94631"/>
                </a:lnTo>
                <a:lnTo>
                  <a:pt x="729874" y="94955"/>
                </a:lnTo>
                <a:lnTo>
                  <a:pt x="729566" y="95284"/>
                </a:lnTo>
                <a:lnTo>
                  <a:pt x="729272" y="95616"/>
                </a:lnTo>
                <a:lnTo>
                  <a:pt x="728991" y="95950"/>
                </a:lnTo>
                <a:lnTo>
                  <a:pt x="728722" y="96285"/>
                </a:lnTo>
                <a:lnTo>
                  <a:pt x="728466" y="96623"/>
                </a:lnTo>
                <a:lnTo>
                  <a:pt x="728223" y="96962"/>
                </a:lnTo>
                <a:lnTo>
                  <a:pt x="727991" y="97303"/>
                </a:lnTo>
                <a:lnTo>
                  <a:pt x="727773" y="97645"/>
                </a:lnTo>
                <a:lnTo>
                  <a:pt x="727566" y="97989"/>
                </a:lnTo>
                <a:lnTo>
                  <a:pt x="727373" y="98335"/>
                </a:lnTo>
                <a:lnTo>
                  <a:pt x="727192" y="98683"/>
                </a:lnTo>
                <a:lnTo>
                  <a:pt x="727023" y="99033"/>
                </a:lnTo>
                <a:lnTo>
                  <a:pt x="726867" y="99384"/>
                </a:lnTo>
                <a:lnTo>
                  <a:pt x="726723" y="99737"/>
                </a:lnTo>
                <a:lnTo>
                  <a:pt x="726592" y="100092"/>
                </a:lnTo>
                <a:lnTo>
                  <a:pt x="726473" y="100448"/>
                </a:lnTo>
                <a:lnTo>
                  <a:pt x="726367" y="100806"/>
                </a:lnTo>
                <a:lnTo>
                  <a:pt x="726273" y="101166"/>
                </a:lnTo>
                <a:lnTo>
                  <a:pt x="726192" y="101528"/>
                </a:lnTo>
                <a:lnTo>
                  <a:pt x="726123" y="101892"/>
                </a:lnTo>
                <a:lnTo>
                  <a:pt x="726067" y="102257"/>
                </a:lnTo>
                <a:lnTo>
                  <a:pt x="726023" y="102624"/>
                </a:lnTo>
                <a:lnTo>
                  <a:pt x="725992" y="102992"/>
                </a:lnTo>
                <a:lnTo>
                  <a:pt x="725973" y="103363"/>
                </a:lnTo>
                <a:lnTo>
                  <a:pt x="725967" y="103735"/>
                </a:lnTo>
                <a:lnTo>
                  <a:pt x="725970" y="103994"/>
                </a:lnTo>
                <a:lnTo>
                  <a:pt x="725981" y="104255"/>
                </a:lnTo>
                <a:lnTo>
                  <a:pt x="726000" y="104516"/>
                </a:lnTo>
                <a:lnTo>
                  <a:pt x="726025" y="104778"/>
                </a:lnTo>
                <a:lnTo>
                  <a:pt x="726058" y="105040"/>
                </a:lnTo>
                <a:lnTo>
                  <a:pt x="726098" y="105304"/>
                </a:lnTo>
                <a:lnTo>
                  <a:pt x="726145" y="105568"/>
                </a:lnTo>
                <a:lnTo>
                  <a:pt x="726200" y="105833"/>
                </a:lnTo>
                <a:lnTo>
                  <a:pt x="726262" y="106099"/>
                </a:lnTo>
                <a:lnTo>
                  <a:pt x="726331" y="106366"/>
                </a:lnTo>
                <a:lnTo>
                  <a:pt x="726407" y="106633"/>
                </a:lnTo>
                <a:lnTo>
                  <a:pt x="726491" y="106901"/>
                </a:lnTo>
                <a:lnTo>
                  <a:pt x="726582" y="107170"/>
                </a:lnTo>
                <a:lnTo>
                  <a:pt x="726680" y="107440"/>
                </a:lnTo>
                <a:lnTo>
                  <a:pt x="726785" y="107711"/>
                </a:lnTo>
                <a:lnTo>
                  <a:pt x="726898" y="107982"/>
                </a:lnTo>
                <a:lnTo>
                  <a:pt x="727018" y="108254"/>
                </a:lnTo>
                <a:lnTo>
                  <a:pt x="727146" y="108527"/>
                </a:lnTo>
                <a:lnTo>
                  <a:pt x="727280" y="108801"/>
                </a:lnTo>
                <a:lnTo>
                  <a:pt x="727422" y="109075"/>
                </a:lnTo>
                <a:lnTo>
                  <a:pt x="727571" y="109351"/>
                </a:lnTo>
                <a:lnTo>
                  <a:pt x="727728" y="109627"/>
                </a:lnTo>
                <a:lnTo>
                  <a:pt x="727892" y="109904"/>
                </a:lnTo>
                <a:lnTo>
                  <a:pt x="728063" y="110181"/>
                </a:lnTo>
                <a:lnTo>
                  <a:pt x="728242" y="110458"/>
                </a:lnTo>
                <a:lnTo>
                  <a:pt x="728432" y="110733"/>
                </a:lnTo>
                <a:lnTo>
                  <a:pt x="728631" y="111005"/>
                </a:lnTo>
                <a:lnTo>
                  <a:pt x="728841" y="111275"/>
                </a:lnTo>
                <a:lnTo>
                  <a:pt x="729060" y="111543"/>
                </a:lnTo>
                <a:lnTo>
                  <a:pt x="729290" y="111809"/>
                </a:lnTo>
                <a:lnTo>
                  <a:pt x="729529" y="112072"/>
                </a:lnTo>
                <a:lnTo>
                  <a:pt x="729779" y="112334"/>
                </a:lnTo>
                <a:lnTo>
                  <a:pt x="730038" y="112593"/>
                </a:lnTo>
                <a:lnTo>
                  <a:pt x="730307" y="112849"/>
                </a:lnTo>
                <a:lnTo>
                  <a:pt x="730587" y="113104"/>
                </a:lnTo>
                <a:lnTo>
                  <a:pt x="730876" y="113356"/>
                </a:lnTo>
                <a:lnTo>
                  <a:pt x="731175" y="113607"/>
                </a:lnTo>
                <a:lnTo>
                  <a:pt x="731484" y="113855"/>
                </a:lnTo>
                <a:lnTo>
                  <a:pt x="731803" y="114100"/>
                </a:lnTo>
                <a:lnTo>
                  <a:pt x="732132" y="114344"/>
                </a:lnTo>
                <a:lnTo>
                  <a:pt x="732472" y="114585"/>
                </a:lnTo>
                <a:lnTo>
                  <a:pt x="732821" y="114824"/>
                </a:lnTo>
                <a:lnTo>
                  <a:pt x="733180" y="115061"/>
                </a:lnTo>
                <a:lnTo>
                  <a:pt x="733549" y="115296"/>
                </a:lnTo>
                <a:lnTo>
                  <a:pt x="733928" y="115528"/>
                </a:lnTo>
                <a:lnTo>
                  <a:pt x="734316" y="115759"/>
                </a:lnTo>
                <a:lnTo>
                  <a:pt x="734715" y="115987"/>
                </a:lnTo>
                <a:lnTo>
                  <a:pt x="735124" y="116212"/>
                </a:lnTo>
                <a:lnTo>
                  <a:pt x="735544" y="116434"/>
                </a:lnTo>
                <a:lnTo>
                  <a:pt x="735977" y="116649"/>
                </a:lnTo>
                <a:lnTo>
                  <a:pt x="736423" y="116858"/>
                </a:lnTo>
                <a:lnTo>
                  <a:pt x="736575" y="116925"/>
                </a:lnTo>
                <a:lnTo>
                  <a:pt x="736122" y="117123"/>
                </a:lnTo>
                <a:lnTo>
                  <a:pt x="735311" y="117502"/>
                </a:lnTo>
                <a:lnTo>
                  <a:pt x="734524" y="117893"/>
                </a:lnTo>
                <a:lnTo>
                  <a:pt x="733762" y="118296"/>
                </a:lnTo>
                <a:lnTo>
                  <a:pt x="733026" y="118712"/>
                </a:lnTo>
                <a:lnTo>
                  <a:pt x="732314" y="119141"/>
                </a:lnTo>
                <a:lnTo>
                  <a:pt x="731627" y="119582"/>
                </a:lnTo>
                <a:lnTo>
                  <a:pt x="730964" y="120035"/>
                </a:lnTo>
                <a:lnTo>
                  <a:pt x="730327" y="120502"/>
                </a:lnTo>
                <a:lnTo>
                  <a:pt x="729714" y="120980"/>
                </a:lnTo>
                <a:lnTo>
                  <a:pt x="729127" y="121472"/>
                </a:lnTo>
                <a:lnTo>
                  <a:pt x="728564" y="121976"/>
                </a:lnTo>
                <a:lnTo>
                  <a:pt x="728025" y="122489"/>
                </a:lnTo>
                <a:lnTo>
                  <a:pt x="727509" y="123008"/>
                </a:lnTo>
                <a:lnTo>
                  <a:pt x="727015" y="123533"/>
                </a:lnTo>
                <a:lnTo>
                  <a:pt x="726545" y="124064"/>
                </a:lnTo>
                <a:lnTo>
                  <a:pt x="726098" y="124602"/>
                </a:lnTo>
                <a:lnTo>
                  <a:pt x="725674" y="125145"/>
                </a:lnTo>
                <a:lnTo>
                  <a:pt x="725272" y="125695"/>
                </a:lnTo>
                <a:lnTo>
                  <a:pt x="724894" y="126251"/>
                </a:lnTo>
                <a:lnTo>
                  <a:pt x="724538" y="126813"/>
                </a:lnTo>
                <a:lnTo>
                  <a:pt x="724206" y="127381"/>
                </a:lnTo>
                <a:lnTo>
                  <a:pt x="723896" y="127956"/>
                </a:lnTo>
                <a:lnTo>
                  <a:pt x="723609" y="128536"/>
                </a:lnTo>
                <a:lnTo>
                  <a:pt x="723345" y="129123"/>
                </a:lnTo>
                <a:lnTo>
                  <a:pt x="723105" y="129715"/>
                </a:lnTo>
                <a:lnTo>
                  <a:pt x="722887" y="130314"/>
                </a:lnTo>
                <a:lnTo>
                  <a:pt x="722692" y="130919"/>
                </a:lnTo>
                <a:lnTo>
                  <a:pt x="722520" y="131530"/>
                </a:lnTo>
                <a:lnTo>
                  <a:pt x="722371" y="132147"/>
                </a:lnTo>
                <a:lnTo>
                  <a:pt x="722244" y="132771"/>
                </a:lnTo>
                <a:lnTo>
                  <a:pt x="722141" y="133400"/>
                </a:lnTo>
                <a:lnTo>
                  <a:pt x="722061" y="134036"/>
                </a:lnTo>
                <a:lnTo>
                  <a:pt x="722004" y="134677"/>
                </a:lnTo>
                <a:lnTo>
                  <a:pt x="721969" y="135325"/>
                </a:lnTo>
                <a:lnTo>
                  <a:pt x="721958" y="135979"/>
                </a:lnTo>
                <a:lnTo>
                  <a:pt x="721964" y="136518"/>
                </a:lnTo>
                <a:lnTo>
                  <a:pt x="721984" y="137054"/>
                </a:lnTo>
                <a:lnTo>
                  <a:pt x="722017" y="137587"/>
                </a:lnTo>
                <a:lnTo>
                  <a:pt x="722064" y="138117"/>
                </a:lnTo>
                <a:lnTo>
                  <a:pt x="722124" y="138643"/>
                </a:lnTo>
                <a:lnTo>
                  <a:pt x="722197" y="139166"/>
                </a:lnTo>
                <a:lnTo>
                  <a:pt x="722283" y="139686"/>
                </a:lnTo>
                <a:lnTo>
                  <a:pt x="722383" y="140203"/>
                </a:lnTo>
                <a:lnTo>
                  <a:pt x="722496" y="140716"/>
                </a:lnTo>
                <a:lnTo>
                  <a:pt x="722622" y="141226"/>
                </a:lnTo>
                <a:lnTo>
                  <a:pt x="722762" y="141733"/>
                </a:lnTo>
                <a:lnTo>
                  <a:pt x="722914" y="142237"/>
                </a:lnTo>
                <a:lnTo>
                  <a:pt x="723080" y="142738"/>
                </a:lnTo>
                <a:lnTo>
                  <a:pt x="723260" y="143235"/>
                </a:lnTo>
                <a:lnTo>
                  <a:pt x="723453" y="143729"/>
                </a:lnTo>
                <a:lnTo>
                  <a:pt x="723659" y="144220"/>
                </a:lnTo>
                <a:lnTo>
                  <a:pt x="723878" y="144708"/>
                </a:lnTo>
                <a:lnTo>
                  <a:pt x="724110" y="145193"/>
                </a:lnTo>
                <a:lnTo>
                  <a:pt x="724356" y="145674"/>
                </a:lnTo>
                <a:lnTo>
                  <a:pt x="724615" y="146152"/>
                </a:lnTo>
                <a:lnTo>
                  <a:pt x="724888" y="146627"/>
                </a:lnTo>
                <a:lnTo>
                  <a:pt x="725173" y="147099"/>
                </a:lnTo>
                <a:lnTo>
                  <a:pt x="725472" y="147567"/>
                </a:lnTo>
                <a:lnTo>
                  <a:pt x="725785" y="148032"/>
                </a:lnTo>
                <a:lnTo>
                  <a:pt x="726112" y="148492"/>
                </a:lnTo>
                <a:lnTo>
                  <a:pt x="726456" y="148945"/>
                </a:lnTo>
                <a:lnTo>
                  <a:pt x="726816" y="149389"/>
                </a:lnTo>
                <a:lnTo>
                  <a:pt x="727193" y="149826"/>
                </a:lnTo>
                <a:lnTo>
                  <a:pt x="727587" y="150255"/>
                </a:lnTo>
                <a:lnTo>
                  <a:pt x="727997" y="150676"/>
                </a:lnTo>
                <a:lnTo>
                  <a:pt x="728424" y="151090"/>
                </a:lnTo>
                <a:lnTo>
                  <a:pt x="728867" y="151496"/>
                </a:lnTo>
                <a:lnTo>
                  <a:pt x="729328" y="151894"/>
                </a:lnTo>
                <a:lnTo>
                  <a:pt x="729804" y="152284"/>
                </a:lnTo>
                <a:lnTo>
                  <a:pt x="730298" y="152667"/>
                </a:lnTo>
                <a:lnTo>
                  <a:pt x="730807" y="153042"/>
                </a:lnTo>
                <a:lnTo>
                  <a:pt x="731334" y="153409"/>
                </a:lnTo>
                <a:lnTo>
                  <a:pt x="731877" y="153768"/>
                </a:lnTo>
                <a:lnTo>
                  <a:pt x="732437" y="154120"/>
                </a:lnTo>
                <a:lnTo>
                  <a:pt x="733013" y="154464"/>
                </a:lnTo>
                <a:lnTo>
                  <a:pt x="733606" y="154800"/>
                </a:lnTo>
                <a:lnTo>
                  <a:pt x="734216" y="155128"/>
                </a:lnTo>
                <a:lnTo>
                  <a:pt x="734842" y="155449"/>
                </a:lnTo>
                <a:lnTo>
                  <a:pt x="735485" y="155762"/>
                </a:lnTo>
                <a:lnTo>
                  <a:pt x="736144" y="156067"/>
                </a:lnTo>
                <a:lnTo>
                  <a:pt x="736820" y="156365"/>
                </a:lnTo>
                <a:lnTo>
                  <a:pt x="737513" y="156654"/>
                </a:lnTo>
                <a:lnTo>
                  <a:pt x="738222" y="156936"/>
                </a:lnTo>
                <a:lnTo>
                  <a:pt x="738950" y="157209"/>
                </a:lnTo>
                <a:lnTo>
                  <a:pt x="739697" y="157470"/>
                </a:lnTo>
                <a:lnTo>
                  <a:pt x="740465" y="157719"/>
                </a:lnTo>
                <a:lnTo>
                  <a:pt x="741253" y="157957"/>
                </a:lnTo>
                <a:lnTo>
                  <a:pt x="742061" y="158183"/>
                </a:lnTo>
                <a:lnTo>
                  <a:pt x="742889" y="158398"/>
                </a:lnTo>
                <a:lnTo>
                  <a:pt x="743737" y="158601"/>
                </a:lnTo>
                <a:lnTo>
                  <a:pt x="744606" y="158792"/>
                </a:lnTo>
                <a:lnTo>
                  <a:pt x="745494" y="158972"/>
                </a:lnTo>
                <a:lnTo>
                  <a:pt x="746402" y="159140"/>
                </a:lnTo>
                <a:lnTo>
                  <a:pt x="747331" y="159296"/>
                </a:lnTo>
                <a:lnTo>
                  <a:pt x="748279" y="159441"/>
                </a:lnTo>
                <a:lnTo>
                  <a:pt x="749248" y="159575"/>
                </a:lnTo>
                <a:lnTo>
                  <a:pt x="750237" y="159697"/>
                </a:lnTo>
                <a:lnTo>
                  <a:pt x="751246" y="159807"/>
                </a:lnTo>
                <a:lnTo>
                  <a:pt x="752275" y="159905"/>
                </a:lnTo>
                <a:lnTo>
                  <a:pt x="753324" y="159992"/>
                </a:lnTo>
                <a:lnTo>
                  <a:pt x="754393" y="160068"/>
                </a:lnTo>
                <a:lnTo>
                  <a:pt x="755482" y="160131"/>
                </a:lnTo>
                <a:lnTo>
                  <a:pt x="756591" y="160184"/>
                </a:lnTo>
                <a:lnTo>
                  <a:pt x="757721" y="160224"/>
                </a:lnTo>
                <a:lnTo>
                  <a:pt x="758870" y="160253"/>
                </a:lnTo>
                <a:lnTo>
                  <a:pt x="760040" y="160271"/>
                </a:lnTo>
                <a:lnTo>
                  <a:pt x="761229" y="160276"/>
                </a:lnTo>
                <a:lnTo>
                  <a:pt x="762966" y="160263"/>
                </a:lnTo>
                <a:lnTo>
                  <a:pt x="764666" y="160222"/>
                </a:lnTo>
                <a:lnTo>
                  <a:pt x="766330" y="160154"/>
                </a:lnTo>
                <a:lnTo>
                  <a:pt x="767958" y="160059"/>
                </a:lnTo>
                <a:lnTo>
                  <a:pt x="769551" y="159936"/>
                </a:lnTo>
                <a:lnTo>
                  <a:pt x="771107" y="159787"/>
                </a:lnTo>
                <a:lnTo>
                  <a:pt x="772628" y="159610"/>
                </a:lnTo>
                <a:lnTo>
                  <a:pt x="774113" y="159406"/>
                </a:lnTo>
                <a:lnTo>
                  <a:pt x="775561" y="159174"/>
                </a:lnTo>
                <a:lnTo>
                  <a:pt x="776974" y="158916"/>
                </a:lnTo>
                <a:lnTo>
                  <a:pt x="778351" y="158630"/>
                </a:lnTo>
                <a:lnTo>
                  <a:pt x="779692" y="158317"/>
                </a:lnTo>
                <a:lnTo>
                  <a:pt x="780997" y="157977"/>
                </a:lnTo>
                <a:lnTo>
                  <a:pt x="782267" y="157610"/>
                </a:lnTo>
                <a:lnTo>
                  <a:pt x="783500" y="157215"/>
                </a:lnTo>
                <a:lnTo>
                  <a:pt x="784697" y="156794"/>
                </a:lnTo>
                <a:lnTo>
                  <a:pt x="785859" y="156345"/>
                </a:lnTo>
                <a:lnTo>
                  <a:pt x="786985" y="155869"/>
                </a:lnTo>
                <a:lnTo>
                  <a:pt x="788074" y="155365"/>
                </a:lnTo>
                <a:lnTo>
                  <a:pt x="789128" y="154835"/>
                </a:lnTo>
                <a:lnTo>
                  <a:pt x="790146" y="154277"/>
                </a:lnTo>
                <a:lnTo>
                  <a:pt x="791128" y="153692"/>
                </a:lnTo>
                <a:lnTo>
                  <a:pt x="792074" y="153080"/>
                </a:lnTo>
                <a:lnTo>
                  <a:pt x="792984" y="152440"/>
                </a:lnTo>
                <a:lnTo>
                  <a:pt x="793858" y="151780"/>
                </a:lnTo>
                <a:lnTo>
                  <a:pt x="794694" y="151104"/>
                </a:lnTo>
                <a:lnTo>
                  <a:pt x="795493" y="150412"/>
                </a:lnTo>
                <a:lnTo>
                  <a:pt x="796255" y="149706"/>
                </a:lnTo>
                <a:lnTo>
                  <a:pt x="796980" y="148984"/>
                </a:lnTo>
                <a:lnTo>
                  <a:pt x="797668" y="148247"/>
                </a:lnTo>
                <a:lnTo>
                  <a:pt x="798319" y="147494"/>
                </a:lnTo>
                <a:lnTo>
                  <a:pt x="798932" y="146726"/>
                </a:lnTo>
                <a:lnTo>
                  <a:pt x="799508" y="145943"/>
                </a:lnTo>
                <a:lnTo>
                  <a:pt x="800047" y="145145"/>
                </a:lnTo>
                <a:lnTo>
                  <a:pt x="800549" y="144331"/>
                </a:lnTo>
                <a:lnTo>
                  <a:pt x="801014" y="143502"/>
                </a:lnTo>
                <a:lnTo>
                  <a:pt x="801441" y="142658"/>
                </a:lnTo>
                <a:lnTo>
                  <a:pt x="801832" y="141798"/>
                </a:lnTo>
                <a:lnTo>
                  <a:pt x="802185" y="140923"/>
                </a:lnTo>
                <a:lnTo>
                  <a:pt x="802501" y="140033"/>
                </a:lnTo>
                <a:lnTo>
                  <a:pt x="802780" y="139128"/>
                </a:lnTo>
                <a:lnTo>
                  <a:pt x="803021" y="138207"/>
                </a:lnTo>
                <a:lnTo>
                  <a:pt x="803226" y="137271"/>
                </a:lnTo>
                <a:lnTo>
                  <a:pt x="803393" y="136319"/>
                </a:lnTo>
                <a:lnTo>
                  <a:pt x="803523" y="135352"/>
                </a:lnTo>
                <a:lnTo>
                  <a:pt x="803616" y="134370"/>
                </a:lnTo>
                <a:lnTo>
                  <a:pt x="803672" y="133373"/>
                </a:lnTo>
                <a:lnTo>
                  <a:pt x="803690" y="132360"/>
                </a:lnTo>
                <a:lnTo>
                  <a:pt x="803674" y="131343"/>
                </a:lnTo>
                <a:lnTo>
                  <a:pt x="803625" y="130349"/>
                </a:lnTo>
                <a:lnTo>
                  <a:pt x="803544" y="129377"/>
                </a:lnTo>
                <a:lnTo>
                  <a:pt x="803430" y="128428"/>
                </a:lnTo>
                <a:lnTo>
                  <a:pt x="803283" y="127500"/>
                </a:lnTo>
                <a:lnTo>
                  <a:pt x="803104" y="126596"/>
                </a:lnTo>
                <a:lnTo>
                  <a:pt x="802892" y="125713"/>
                </a:lnTo>
                <a:lnTo>
                  <a:pt x="802648" y="124853"/>
                </a:lnTo>
                <a:lnTo>
                  <a:pt x="802371" y="124015"/>
                </a:lnTo>
                <a:lnTo>
                  <a:pt x="802061" y="123200"/>
                </a:lnTo>
                <a:lnTo>
                  <a:pt x="801719" y="122407"/>
                </a:lnTo>
                <a:lnTo>
                  <a:pt x="801344" y="121637"/>
                </a:lnTo>
                <a:lnTo>
                  <a:pt x="800937" y="120889"/>
                </a:lnTo>
                <a:lnTo>
                  <a:pt x="800497" y="120163"/>
                </a:lnTo>
                <a:lnTo>
                  <a:pt x="800024" y="119460"/>
                </a:lnTo>
                <a:lnTo>
                  <a:pt x="799519" y="118779"/>
                </a:lnTo>
                <a:lnTo>
                  <a:pt x="798982" y="118120"/>
                </a:lnTo>
                <a:lnTo>
                  <a:pt x="798411" y="117484"/>
                </a:lnTo>
                <a:lnTo>
                  <a:pt x="797808" y="116870"/>
                </a:lnTo>
                <a:lnTo>
                  <a:pt x="797173" y="116278"/>
                </a:lnTo>
                <a:lnTo>
                  <a:pt x="796505" y="115709"/>
                </a:lnTo>
                <a:lnTo>
                  <a:pt x="795804" y="115163"/>
                </a:lnTo>
                <a:lnTo>
                  <a:pt x="795071" y="114638"/>
                </a:lnTo>
                <a:lnTo>
                  <a:pt x="794305" y="114137"/>
                </a:lnTo>
                <a:lnTo>
                  <a:pt x="793502" y="113656"/>
                </a:lnTo>
                <a:lnTo>
                  <a:pt x="792654" y="113196"/>
                </a:lnTo>
                <a:lnTo>
                  <a:pt x="791764" y="112756"/>
                </a:lnTo>
                <a:lnTo>
                  <a:pt x="790830" y="112337"/>
                </a:lnTo>
                <a:lnTo>
                  <a:pt x="789853" y="111939"/>
                </a:lnTo>
                <a:lnTo>
                  <a:pt x="788833" y="111560"/>
                </a:lnTo>
                <a:lnTo>
                  <a:pt x="787769" y="111203"/>
                </a:lnTo>
                <a:lnTo>
                  <a:pt x="786661" y="110865"/>
                </a:lnTo>
                <a:lnTo>
                  <a:pt x="785511" y="110548"/>
                </a:lnTo>
                <a:lnTo>
                  <a:pt x="784317" y="110252"/>
                </a:lnTo>
                <a:lnTo>
                  <a:pt x="783080" y="109976"/>
                </a:lnTo>
                <a:lnTo>
                  <a:pt x="781799" y="109720"/>
                </a:lnTo>
                <a:lnTo>
                  <a:pt x="780475" y="109485"/>
                </a:lnTo>
                <a:lnTo>
                  <a:pt x="779108" y="109270"/>
                </a:lnTo>
                <a:lnTo>
                  <a:pt x="777698" y="109076"/>
                </a:lnTo>
                <a:lnTo>
                  <a:pt x="776244" y="108902"/>
                </a:lnTo>
                <a:lnTo>
                  <a:pt x="774746" y="108749"/>
                </a:lnTo>
                <a:lnTo>
                  <a:pt x="773206" y="108616"/>
                </a:lnTo>
                <a:lnTo>
                  <a:pt x="771622" y="108504"/>
                </a:lnTo>
                <a:lnTo>
                  <a:pt x="769995" y="108412"/>
                </a:lnTo>
                <a:lnTo>
                  <a:pt x="768324" y="108340"/>
                </a:lnTo>
                <a:lnTo>
                  <a:pt x="766610" y="108289"/>
                </a:lnTo>
                <a:lnTo>
                  <a:pt x="764853" y="108258"/>
                </a:lnTo>
                <a:lnTo>
                  <a:pt x="763052" y="108248"/>
                </a:lnTo>
                <a:lnTo>
                  <a:pt x="757129" y="108248"/>
                </a:lnTo>
                <a:lnTo>
                  <a:pt x="756535" y="108247"/>
                </a:lnTo>
                <a:lnTo>
                  <a:pt x="755951" y="108242"/>
                </a:lnTo>
                <a:lnTo>
                  <a:pt x="755379" y="108234"/>
                </a:lnTo>
                <a:lnTo>
                  <a:pt x="754817" y="108224"/>
                </a:lnTo>
                <a:lnTo>
                  <a:pt x="754266" y="108210"/>
                </a:lnTo>
                <a:lnTo>
                  <a:pt x="753726" y="108194"/>
                </a:lnTo>
                <a:lnTo>
                  <a:pt x="753198" y="108174"/>
                </a:lnTo>
                <a:lnTo>
                  <a:pt x="752680" y="108151"/>
                </a:lnTo>
                <a:lnTo>
                  <a:pt x="752172" y="108126"/>
                </a:lnTo>
                <a:lnTo>
                  <a:pt x="751676" y="108097"/>
                </a:lnTo>
                <a:lnTo>
                  <a:pt x="751191" y="108065"/>
                </a:lnTo>
                <a:lnTo>
                  <a:pt x="750717" y="108030"/>
                </a:lnTo>
                <a:lnTo>
                  <a:pt x="750253" y="107992"/>
                </a:lnTo>
                <a:lnTo>
                  <a:pt x="749801" y="107952"/>
                </a:lnTo>
                <a:lnTo>
                  <a:pt x="749359" y="107908"/>
                </a:lnTo>
                <a:lnTo>
                  <a:pt x="748929" y="107861"/>
                </a:lnTo>
                <a:lnTo>
                  <a:pt x="748509" y="107811"/>
                </a:lnTo>
                <a:lnTo>
                  <a:pt x="748100" y="107758"/>
                </a:lnTo>
                <a:lnTo>
                  <a:pt x="747702" y="107702"/>
                </a:lnTo>
                <a:lnTo>
                  <a:pt x="747315" y="107643"/>
                </a:lnTo>
                <a:lnTo>
                  <a:pt x="746939" y="107581"/>
                </a:lnTo>
                <a:lnTo>
                  <a:pt x="746574" y="107516"/>
                </a:lnTo>
                <a:lnTo>
                  <a:pt x="746219" y="107448"/>
                </a:lnTo>
                <a:lnTo>
                  <a:pt x="745876" y="107377"/>
                </a:lnTo>
                <a:lnTo>
                  <a:pt x="745542" y="107303"/>
                </a:lnTo>
                <a:lnTo>
                  <a:pt x="745217" y="107228"/>
                </a:lnTo>
                <a:lnTo>
                  <a:pt x="744899" y="107150"/>
                </a:lnTo>
                <a:lnTo>
                  <a:pt x="744590" y="107071"/>
                </a:lnTo>
                <a:lnTo>
                  <a:pt x="744289" y="106990"/>
                </a:lnTo>
                <a:lnTo>
                  <a:pt x="743997" y="106907"/>
                </a:lnTo>
                <a:lnTo>
                  <a:pt x="743712" y="106822"/>
                </a:lnTo>
                <a:lnTo>
                  <a:pt x="743436" y="106735"/>
                </a:lnTo>
                <a:lnTo>
                  <a:pt x="743168" y="106646"/>
                </a:lnTo>
                <a:lnTo>
                  <a:pt x="742908" y="106555"/>
                </a:lnTo>
                <a:lnTo>
                  <a:pt x="742657" y="106463"/>
                </a:lnTo>
                <a:lnTo>
                  <a:pt x="742414" y="106368"/>
                </a:lnTo>
                <a:lnTo>
                  <a:pt x="742179" y="106272"/>
                </a:lnTo>
                <a:lnTo>
                  <a:pt x="741952" y="106173"/>
                </a:lnTo>
                <a:lnTo>
                  <a:pt x="741733" y="106073"/>
                </a:lnTo>
                <a:lnTo>
                  <a:pt x="741523" y="105971"/>
                </a:lnTo>
                <a:lnTo>
                  <a:pt x="741321" y="105867"/>
                </a:lnTo>
                <a:lnTo>
                  <a:pt x="741127" y="105761"/>
                </a:lnTo>
                <a:lnTo>
                  <a:pt x="740941" y="105653"/>
                </a:lnTo>
                <a:lnTo>
                  <a:pt x="740763" y="105543"/>
                </a:lnTo>
                <a:lnTo>
                  <a:pt x="740594" y="105431"/>
                </a:lnTo>
                <a:lnTo>
                  <a:pt x="740433" y="105318"/>
                </a:lnTo>
                <a:lnTo>
                  <a:pt x="740280" y="105202"/>
                </a:lnTo>
                <a:lnTo>
                  <a:pt x="740136" y="105085"/>
                </a:lnTo>
                <a:lnTo>
                  <a:pt x="739998" y="104965"/>
                </a:lnTo>
                <a:lnTo>
                  <a:pt x="739866" y="104845"/>
                </a:lnTo>
                <a:lnTo>
                  <a:pt x="739741" y="104723"/>
                </a:lnTo>
                <a:lnTo>
                  <a:pt x="739621" y="104599"/>
                </a:lnTo>
                <a:lnTo>
                  <a:pt x="739506" y="104475"/>
                </a:lnTo>
                <a:lnTo>
                  <a:pt x="739398" y="104348"/>
                </a:lnTo>
                <a:lnTo>
                  <a:pt x="739296" y="104221"/>
                </a:lnTo>
                <a:lnTo>
                  <a:pt x="739199" y="104091"/>
                </a:lnTo>
                <a:lnTo>
                  <a:pt x="739108" y="103961"/>
                </a:lnTo>
                <a:lnTo>
                  <a:pt x="739024" y="103829"/>
                </a:lnTo>
                <a:lnTo>
                  <a:pt x="738945" y="103695"/>
                </a:lnTo>
                <a:lnTo>
                  <a:pt x="738871" y="103560"/>
                </a:lnTo>
                <a:lnTo>
                  <a:pt x="738804" y="103424"/>
                </a:lnTo>
                <a:lnTo>
                  <a:pt x="738743" y="103286"/>
                </a:lnTo>
                <a:lnTo>
                  <a:pt x="738687" y="103147"/>
                </a:lnTo>
                <a:lnTo>
                  <a:pt x="738637" y="103007"/>
                </a:lnTo>
                <a:lnTo>
                  <a:pt x="738593" y="102865"/>
                </a:lnTo>
                <a:lnTo>
                  <a:pt x="738555" y="102721"/>
                </a:lnTo>
                <a:lnTo>
                  <a:pt x="738523" y="102576"/>
                </a:lnTo>
                <a:lnTo>
                  <a:pt x="738497" y="102430"/>
                </a:lnTo>
                <a:lnTo>
                  <a:pt x="738476" y="102282"/>
                </a:lnTo>
                <a:lnTo>
                  <a:pt x="738462" y="102133"/>
                </a:lnTo>
                <a:lnTo>
                  <a:pt x="738453" y="101982"/>
                </a:lnTo>
                <a:lnTo>
                  <a:pt x="738450" y="101830"/>
                </a:lnTo>
                <a:lnTo>
                  <a:pt x="738455" y="101609"/>
                </a:lnTo>
                <a:lnTo>
                  <a:pt x="738470" y="101390"/>
                </a:lnTo>
                <a:lnTo>
                  <a:pt x="738494" y="101173"/>
                </a:lnTo>
                <a:lnTo>
                  <a:pt x="738528" y="100958"/>
                </a:lnTo>
                <a:lnTo>
                  <a:pt x="738573" y="100744"/>
                </a:lnTo>
                <a:lnTo>
                  <a:pt x="738627" y="100532"/>
                </a:lnTo>
                <a:lnTo>
                  <a:pt x="738690" y="100322"/>
                </a:lnTo>
                <a:lnTo>
                  <a:pt x="738764" y="100113"/>
                </a:lnTo>
                <a:lnTo>
                  <a:pt x="738847" y="99907"/>
                </a:lnTo>
                <a:lnTo>
                  <a:pt x="738940" y="99702"/>
                </a:lnTo>
                <a:lnTo>
                  <a:pt x="739043" y="99499"/>
                </a:lnTo>
                <a:lnTo>
                  <a:pt x="739156" y="99297"/>
                </a:lnTo>
                <a:lnTo>
                  <a:pt x="739279" y="99098"/>
                </a:lnTo>
                <a:lnTo>
                  <a:pt x="739411" y="98900"/>
                </a:lnTo>
                <a:lnTo>
                  <a:pt x="739553" y="98704"/>
                </a:lnTo>
                <a:lnTo>
                  <a:pt x="739705" y="98509"/>
                </a:lnTo>
                <a:lnTo>
                  <a:pt x="739867" y="98317"/>
                </a:lnTo>
                <a:lnTo>
                  <a:pt x="740039" y="98126"/>
                </a:lnTo>
                <a:lnTo>
                  <a:pt x="740220" y="97937"/>
                </a:lnTo>
                <a:lnTo>
                  <a:pt x="740412" y="97749"/>
                </a:lnTo>
                <a:lnTo>
                  <a:pt x="740613" y="97564"/>
                </a:lnTo>
                <a:lnTo>
                  <a:pt x="740823" y="97380"/>
                </a:lnTo>
                <a:lnTo>
                  <a:pt x="741044" y="97198"/>
                </a:lnTo>
                <a:lnTo>
                  <a:pt x="741275" y="97018"/>
                </a:lnTo>
                <a:lnTo>
                  <a:pt x="741514" y="96840"/>
                </a:lnTo>
                <a:lnTo>
                  <a:pt x="741759" y="96664"/>
                </a:lnTo>
                <a:lnTo>
                  <a:pt x="742012" y="96491"/>
                </a:lnTo>
                <a:lnTo>
                  <a:pt x="742272" y="96321"/>
                </a:lnTo>
                <a:lnTo>
                  <a:pt x="742539" y="96154"/>
                </a:lnTo>
                <a:lnTo>
                  <a:pt x="742812" y="95989"/>
                </a:lnTo>
                <a:lnTo>
                  <a:pt x="743093" y="95827"/>
                </a:lnTo>
                <a:lnTo>
                  <a:pt x="743380" y="95667"/>
                </a:lnTo>
                <a:lnTo>
                  <a:pt x="743675" y="95511"/>
                </a:lnTo>
                <a:lnTo>
                  <a:pt x="743977" y="95357"/>
                </a:lnTo>
                <a:lnTo>
                  <a:pt x="744285" y="95206"/>
                </a:lnTo>
                <a:lnTo>
                  <a:pt x="744600" y="95057"/>
                </a:lnTo>
                <a:lnTo>
                  <a:pt x="744923" y="94912"/>
                </a:lnTo>
                <a:lnTo>
                  <a:pt x="745252" y="94769"/>
                </a:lnTo>
                <a:lnTo>
                  <a:pt x="745589" y="94628"/>
                </a:lnTo>
                <a:lnTo>
                  <a:pt x="745932" y="94491"/>
                </a:lnTo>
                <a:lnTo>
                  <a:pt x="746282" y="94356"/>
                </a:lnTo>
                <a:lnTo>
                  <a:pt x="746639" y="94223"/>
                </a:lnTo>
                <a:lnTo>
                  <a:pt x="746714" y="94197"/>
                </a:lnTo>
                <a:lnTo>
                  <a:pt x="747035" y="94307"/>
                </a:lnTo>
                <a:lnTo>
                  <a:pt x="747768" y="94539"/>
                </a:lnTo>
                <a:close/>
                <a:moveTo>
                  <a:pt x="756899" y="85612"/>
                </a:moveTo>
                <a:lnTo>
                  <a:pt x="756289" y="85515"/>
                </a:lnTo>
                <a:lnTo>
                  <a:pt x="755686" y="85400"/>
                </a:lnTo>
                <a:lnTo>
                  <a:pt x="755089" y="85268"/>
                </a:lnTo>
                <a:lnTo>
                  <a:pt x="754499" y="85118"/>
                </a:lnTo>
                <a:lnTo>
                  <a:pt x="753915" y="84950"/>
                </a:lnTo>
                <a:lnTo>
                  <a:pt x="753338" y="84764"/>
                </a:lnTo>
                <a:lnTo>
                  <a:pt x="752767" y="84561"/>
                </a:lnTo>
                <a:lnTo>
                  <a:pt x="752203" y="84340"/>
                </a:lnTo>
                <a:lnTo>
                  <a:pt x="751645" y="84102"/>
                </a:lnTo>
                <a:lnTo>
                  <a:pt x="751093" y="83845"/>
                </a:lnTo>
                <a:lnTo>
                  <a:pt x="750548" y="83572"/>
                </a:lnTo>
                <a:lnTo>
                  <a:pt x="750010" y="83280"/>
                </a:lnTo>
                <a:lnTo>
                  <a:pt x="749478" y="82971"/>
                </a:lnTo>
                <a:lnTo>
                  <a:pt x="748953" y="82644"/>
                </a:lnTo>
                <a:lnTo>
                  <a:pt x="748434" y="82299"/>
                </a:lnTo>
                <a:lnTo>
                  <a:pt x="747921" y="81937"/>
                </a:lnTo>
                <a:lnTo>
                  <a:pt x="747415" y="81557"/>
                </a:lnTo>
                <a:lnTo>
                  <a:pt x="746916" y="81160"/>
                </a:lnTo>
                <a:lnTo>
                  <a:pt x="746423" y="80745"/>
                </a:lnTo>
                <a:lnTo>
                  <a:pt x="745943" y="80311"/>
                </a:lnTo>
                <a:lnTo>
                  <a:pt x="745484" y="79860"/>
                </a:lnTo>
                <a:lnTo>
                  <a:pt x="745045" y="79391"/>
                </a:lnTo>
                <a:lnTo>
                  <a:pt x="744627" y="78904"/>
                </a:lnTo>
                <a:lnTo>
                  <a:pt x="744229" y="78398"/>
                </a:lnTo>
                <a:lnTo>
                  <a:pt x="743852" y="77875"/>
                </a:lnTo>
                <a:lnTo>
                  <a:pt x="743494" y="77334"/>
                </a:lnTo>
                <a:lnTo>
                  <a:pt x="743158" y="76775"/>
                </a:lnTo>
                <a:lnTo>
                  <a:pt x="742841" y="76198"/>
                </a:lnTo>
                <a:lnTo>
                  <a:pt x="742546" y="75602"/>
                </a:lnTo>
                <a:lnTo>
                  <a:pt x="742270" y="74989"/>
                </a:lnTo>
                <a:lnTo>
                  <a:pt x="742015" y="74358"/>
                </a:lnTo>
                <a:lnTo>
                  <a:pt x="741780" y="73709"/>
                </a:lnTo>
                <a:lnTo>
                  <a:pt x="741566" y="73042"/>
                </a:lnTo>
                <a:lnTo>
                  <a:pt x="741372" y="72356"/>
                </a:lnTo>
                <a:lnTo>
                  <a:pt x="741199" y="71653"/>
                </a:lnTo>
                <a:lnTo>
                  <a:pt x="741046" y="70932"/>
                </a:lnTo>
                <a:lnTo>
                  <a:pt x="740913" y="70193"/>
                </a:lnTo>
                <a:lnTo>
                  <a:pt x="740801" y="69436"/>
                </a:lnTo>
                <a:lnTo>
                  <a:pt x="740709" y="68661"/>
                </a:lnTo>
                <a:lnTo>
                  <a:pt x="740638" y="67867"/>
                </a:lnTo>
                <a:lnTo>
                  <a:pt x="740587" y="67056"/>
                </a:lnTo>
                <a:lnTo>
                  <a:pt x="740556" y="66227"/>
                </a:lnTo>
                <a:lnTo>
                  <a:pt x="740546" y="65380"/>
                </a:lnTo>
                <a:lnTo>
                  <a:pt x="740556" y="64540"/>
                </a:lnTo>
                <a:lnTo>
                  <a:pt x="740585" y="63718"/>
                </a:lnTo>
                <a:lnTo>
                  <a:pt x="740635" y="62912"/>
                </a:lnTo>
                <a:lnTo>
                  <a:pt x="740704" y="62124"/>
                </a:lnTo>
                <a:lnTo>
                  <a:pt x="740793" y="61353"/>
                </a:lnTo>
                <a:lnTo>
                  <a:pt x="740902" y="60599"/>
                </a:lnTo>
                <a:lnTo>
                  <a:pt x="741030" y="59863"/>
                </a:lnTo>
                <a:lnTo>
                  <a:pt x="741178" y="59143"/>
                </a:lnTo>
                <a:lnTo>
                  <a:pt x="741347" y="58441"/>
                </a:lnTo>
                <a:lnTo>
                  <a:pt x="741534" y="57756"/>
                </a:lnTo>
                <a:lnTo>
                  <a:pt x="741742" y="57088"/>
                </a:lnTo>
                <a:lnTo>
                  <a:pt x="741969" y="56438"/>
                </a:lnTo>
                <a:lnTo>
                  <a:pt x="742217" y="55804"/>
                </a:lnTo>
                <a:lnTo>
                  <a:pt x="742484" y="55188"/>
                </a:lnTo>
                <a:lnTo>
                  <a:pt x="742770" y="54589"/>
                </a:lnTo>
                <a:lnTo>
                  <a:pt x="743077" y="54007"/>
                </a:lnTo>
                <a:lnTo>
                  <a:pt x="743403" y="53442"/>
                </a:lnTo>
                <a:lnTo>
                  <a:pt x="743749" y="52894"/>
                </a:lnTo>
                <a:lnTo>
                  <a:pt x="744115" y="52364"/>
                </a:lnTo>
                <a:lnTo>
                  <a:pt x="744500" y="51851"/>
                </a:lnTo>
                <a:lnTo>
                  <a:pt x="744906" y="51355"/>
                </a:lnTo>
                <a:lnTo>
                  <a:pt x="745331" y="50876"/>
                </a:lnTo>
                <a:lnTo>
                  <a:pt x="745776" y="50414"/>
                </a:lnTo>
                <a:lnTo>
                  <a:pt x="746241" y="49970"/>
                </a:lnTo>
                <a:lnTo>
                  <a:pt x="746720" y="49543"/>
                </a:lnTo>
                <a:lnTo>
                  <a:pt x="747210" y="49134"/>
                </a:lnTo>
                <a:lnTo>
                  <a:pt x="747711" y="48744"/>
                </a:lnTo>
                <a:lnTo>
                  <a:pt x="748221" y="48371"/>
                </a:lnTo>
                <a:lnTo>
                  <a:pt x="748742" y="48017"/>
                </a:lnTo>
                <a:lnTo>
                  <a:pt x="749273" y="47681"/>
                </a:lnTo>
                <a:lnTo>
                  <a:pt x="749815" y="47363"/>
                </a:lnTo>
                <a:lnTo>
                  <a:pt x="750366" y="47064"/>
                </a:lnTo>
                <a:lnTo>
                  <a:pt x="750928" y="46782"/>
                </a:lnTo>
                <a:lnTo>
                  <a:pt x="751500" y="46519"/>
                </a:lnTo>
                <a:lnTo>
                  <a:pt x="752083" y="46274"/>
                </a:lnTo>
                <a:lnTo>
                  <a:pt x="752676" y="46047"/>
                </a:lnTo>
                <a:lnTo>
                  <a:pt x="753279" y="45838"/>
                </a:lnTo>
                <a:lnTo>
                  <a:pt x="753892" y="45647"/>
                </a:lnTo>
                <a:lnTo>
                  <a:pt x="754516" y="45474"/>
                </a:lnTo>
                <a:lnTo>
                  <a:pt x="755150" y="45320"/>
                </a:lnTo>
                <a:lnTo>
                  <a:pt x="755794" y="45184"/>
                </a:lnTo>
                <a:lnTo>
                  <a:pt x="756449" y="45066"/>
                </a:lnTo>
                <a:lnTo>
                  <a:pt x="757113" y="44966"/>
                </a:lnTo>
                <a:lnTo>
                  <a:pt x="757789" y="44884"/>
                </a:lnTo>
                <a:lnTo>
                  <a:pt x="758474" y="44821"/>
                </a:lnTo>
                <a:lnTo>
                  <a:pt x="759170" y="44775"/>
                </a:lnTo>
                <a:lnTo>
                  <a:pt x="759875" y="44748"/>
                </a:lnTo>
                <a:lnTo>
                  <a:pt x="760592" y="44739"/>
                </a:lnTo>
                <a:lnTo>
                  <a:pt x="761322" y="44748"/>
                </a:lnTo>
                <a:lnTo>
                  <a:pt x="762041" y="44774"/>
                </a:lnTo>
                <a:lnTo>
                  <a:pt x="762747" y="44818"/>
                </a:lnTo>
                <a:lnTo>
                  <a:pt x="763442" y="44880"/>
                </a:lnTo>
                <a:lnTo>
                  <a:pt x="764124" y="44960"/>
                </a:lnTo>
                <a:lnTo>
                  <a:pt x="764794" y="45057"/>
                </a:lnTo>
                <a:lnTo>
                  <a:pt x="765453" y="45172"/>
                </a:lnTo>
                <a:lnTo>
                  <a:pt x="766099" y="45305"/>
                </a:lnTo>
                <a:lnTo>
                  <a:pt x="766734" y="45455"/>
                </a:lnTo>
                <a:lnTo>
                  <a:pt x="767356" y="45623"/>
                </a:lnTo>
                <a:lnTo>
                  <a:pt x="767966" y="45808"/>
                </a:lnTo>
                <a:lnTo>
                  <a:pt x="768564" y="46012"/>
                </a:lnTo>
                <a:lnTo>
                  <a:pt x="769151" y="46233"/>
                </a:lnTo>
                <a:lnTo>
                  <a:pt x="769725" y="46471"/>
                </a:lnTo>
                <a:lnTo>
                  <a:pt x="770287" y="46728"/>
                </a:lnTo>
                <a:lnTo>
                  <a:pt x="770837" y="47002"/>
                </a:lnTo>
                <a:lnTo>
                  <a:pt x="771376" y="47293"/>
                </a:lnTo>
                <a:lnTo>
                  <a:pt x="771902" y="47603"/>
                </a:lnTo>
                <a:lnTo>
                  <a:pt x="772416" y="47930"/>
                </a:lnTo>
                <a:lnTo>
                  <a:pt x="772918" y="48274"/>
                </a:lnTo>
                <a:lnTo>
                  <a:pt x="773408" y="48637"/>
                </a:lnTo>
                <a:lnTo>
                  <a:pt x="773886" y="49017"/>
                </a:lnTo>
                <a:lnTo>
                  <a:pt x="774352" y="49415"/>
                </a:lnTo>
                <a:lnTo>
                  <a:pt x="774806" y="49830"/>
                </a:lnTo>
                <a:lnTo>
                  <a:pt x="775245" y="50264"/>
                </a:lnTo>
                <a:lnTo>
                  <a:pt x="775665" y="50716"/>
                </a:lnTo>
                <a:lnTo>
                  <a:pt x="776066" y="51188"/>
                </a:lnTo>
                <a:lnTo>
                  <a:pt x="776449" y="51678"/>
                </a:lnTo>
                <a:lnTo>
                  <a:pt x="776813" y="52188"/>
                </a:lnTo>
                <a:lnTo>
                  <a:pt x="777158" y="52716"/>
                </a:lnTo>
                <a:lnTo>
                  <a:pt x="777485" y="53263"/>
                </a:lnTo>
                <a:lnTo>
                  <a:pt x="777793" y="53830"/>
                </a:lnTo>
                <a:lnTo>
                  <a:pt x="778082" y="54415"/>
                </a:lnTo>
                <a:lnTo>
                  <a:pt x="778353" y="55020"/>
                </a:lnTo>
                <a:lnTo>
                  <a:pt x="778605" y="55643"/>
                </a:lnTo>
                <a:lnTo>
                  <a:pt x="778838" y="56285"/>
                </a:lnTo>
                <a:lnTo>
                  <a:pt x="779053" y="56947"/>
                </a:lnTo>
                <a:lnTo>
                  <a:pt x="779249" y="57627"/>
                </a:lnTo>
                <a:lnTo>
                  <a:pt x="779426" y="58326"/>
                </a:lnTo>
                <a:lnTo>
                  <a:pt x="779585" y="59044"/>
                </a:lnTo>
                <a:lnTo>
                  <a:pt x="779725" y="59782"/>
                </a:lnTo>
                <a:lnTo>
                  <a:pt x="779846" y="60538"/>
                </a:lnTo>
                <a:lnTo>
                  <a:pt x="779949" y="61313"/>
                </a:lnTo>
                <a:lnTo>
                  <a:pt x="780033" y="62107"/>
                </a:lnTo>
                <a:lnTo>
                  <a:pt x="780098" y="62920"/>
                </a:lnTo>
                <a:lnTo>
                  <a:pt x="780145" y="63753"/>
                </a:lnTo>
                <a:lnTo>
                  <a:pt x="780173" y="64604"/>
                </a:lnTo>
                <a:lnTo>
                  <a:pt x="780182" y="65474"/>
                </a:lnTo>
                <a:lnTo>
                  <a:pt x="780172" y="66306"/>
                </a:lnTo>
                <a:lnTo>
                  <a:pt x="780142" y="67120"/>
                </a:lnTo>
                <a:lnTo>
                  <a:pt x="780093" y="67918"/>
                </a:lnTo>
                <a:lnTo>
                  <a:pt x="780024" y="68698"/>
                </a:lnTo>
                <a:lnTo>
                  <a:pt x="779935" y="69461"/>
                </a:lnTo>
                <a:lnTo>
                  <a:pt x="779826" y="70207"/>
                </a:lnTo>
                <a:lnTo>
                  <a:pt x="779698" y="70936"/>
                </a:lnTo>
                <a:lnTo>
                  <a:pt x="779549" y="71648"/>
                </a:lnTo>
                <a:lnTo>
                  <a:pt x="779381" y="72342"/>
                </a:lnTo>
                <a:lnTo>
                  <a:pt x="779193" y="73019"/>
                </a:lnTo>
                <a:lnTo>
                  <a:pt x="778986" y="73679"/>
                </a:lnTo>
                <a:lnTo>
                  <a:pt x="778758" y="74322"/>
                </a:lnTo>
                <a:lnTo>
                  <a:pt x="778511" y="74948"/>
                </a:lnTo>
                <a:lnTo>
                  <a:pt x="778244" y="75556"/>
                </a:lnTo>
                <a:lnTo>
                  <a:pt x="777957" y="76148"/>
                </a:lnTo>
                <a:lnTo>
                  <a:pt x="777651" y="76722"/>
                </a:lnTo>
                <a:lnTo>
                  <a:pt x="777325" y="77279"/>
                </a:lnTo>
                <a:lnTo>
                  <a:pt x="776979" y="77819"/>
                </a:lnTo>
                <a:lnTo>
                  <a:pt x="776613" y="78341"/>
                </a:lnTo>
                <a:lnTo>
                  <a:pt x="776227" y="78847"/>
                </a:lnTo>
                <a:lnTo>
                  <a:pt x="775822" y="79335"/>
                </a:lnTo>
                <a:lnTo>
                  <a:pt x="775397" y="79806"/>
                </a:lnTo>
                <a:lnTo>
                  <a:pt x="774952" y="80260"/>
                </a:lnTo>
                <a:lnTo>
                  <a:pt x="774487" y="80696"/>
                </a:lnTo>
                <a:lnTo>
                  <a:pt x="774007" y="81115"/>
                </a:lnTo>
                <a:lnTo>
                  <a:pt x="773517" y="81517"/>
                </a:lnTo>
                <a:lnTo>
                  <a:pt x="773016" y="81900"/>
                </a:lnTo>
                <a:lnTo>
                  <a:pt x="772504" y="82266"/>
                </a:lnTo>
                <a:lnTo>
                  <a:pt x="771982" y="82614"/>
                </a:lnTo>
                <a:lnTo>
                  <a:pt x="771449" y="82944"/>
                </a:lnTo>
                <a:lnTo>
                  <a:pt x="770905" y="83256"/>
                </a:lnTo>
                <a:lnTo>
                  <a:pt x="770351" y="83550"/>
                </a:lnTo>
                <a:lnTo>
                  <a:pt x="769787" y="83827"/>
                </a:lnTo>
                <a:lnTo>
                  <a:pt x="769211" y="84085"/>
                </a:lnTo>
                <a:lnTo>
                  <a:pt x="768626" y="84326"/>
                </a:lnTo>
                <a:lnTo>
                  <a:pt x="768029" y="84549"/>
                </a:lnTo>
                <a:lnTo>
                  <a:pt x="767422" y="84754"/>
                </a:lnTo>
                <a:lnTo>
                  <a:pt x="766804" y="84941"/>
                </a:lnTo>
                <a:lnTo>
                  <a:pt x="766176" y="85111"/>
                </a:lnTo>
                <a:lnTo>
                  <a:pt x="765537" y="85262"/>
                </a:lnTo>
                <a:lnTo>
                  <a:pt x="764888" y="85396"/>
                </a:lnTo>
                <a:lnTo>
                  <a:pt x="764228" y="85512"/>
                </a:lnTo>
                <a:lnTo>
                  <a:pt x="763557" y="85610"/>
                </a:lnTo>
                <a:lnTo>
                  <a:pt x="762876" y="85690"/>
                </a:lnTo>
                <a:lnTo>
                  <a:pt x="762184" y="85753"/>
                </a:lnTo>
                <a:lnTo>
                  <a:pt x="761482" y="85797"/>
                </a:lnTo>
                <a:lnTo>
                  <a:pt x="760769" y="85824"/>
                </a:lnTo>
                <a:lnTo>
                  <a:pt x="760045" y="85833"/>
                </a:lnTo>
                <a:lnTo>
                  <a:pt x="759403" y="85824"/>
                </a:lnTo>
                <a:lnTo>
                  <a:pt x="758767" y="85798"/>
                </a:lnTo>
                <a:lnTo>
                  <a:pt x="758138" y="85754"/>
                </a:lnTo>
                <a:lnTo>
                  <a:pt x="757515" y="85692"/>
                </a:lnTo>
                <a:lnTo>
                  <a:pt x="756899" y="85612"/>
                </a:lnTo>
                <a:close/>
                <a:moveTo>
                  <a:pt x="755650" y="149065"/>
                </a:moveTo>
                <a:lnTo>
                  <a:pt x="754686" y="148983"/>
                </a:lnTo>
                <a:lnTo>
                  <a:pt x="753748" y="148887"/>
                </a:lnTo>
                <a:lnTo>
                  <a:pt x="752837" y="148775"/>
                </a:lnTo>
                <a:lnTo>
                  <a:pt x="751951" y="148649"/>
                </a:lnTo>
                <a:lnTo>
                  <a:pt x="751092" y="148508"/>
                </a:lnTo>
                <a:lnTo>
                  <a:pt x="750259" y="148352"/>
                </a:lnTo>
                <a:lnTo>
                  <a:pt x="749452" y="148181"/>
                </a:lnTo>
                <a:lnTo>
                  <a:pt x="748672" y="147995"/>
                </a:lnTo>
                <a:lnTo>
                  <a:pt x="747918" y="147794"/>
                </a:lnTo>
                <a:lnTo>
                  <a:pt x="747190" y="147578"/>
                </a:lnTo>
                <a:lnTo>
                  <a:pt x="746489" y="147348"/>
                </a:lnTo>
                <a:lnTo>
                  <a:pt x="745813" y="147102"/>
                </a:lnTo>
                <a:lnTo>
                  <a:pt x="745164" y="146842"/>
                </a:lnTo>
                <a:lnTo>
                  <a:pt x="744541" y="146567"/>
                </a:lnTo>
                <a:lnTo>
                  <a:pt x="743945" y="146277"/>
                </a:lnTo>
                <a:lnTo>
                  <a:pt x="743375" y="145972"/>
                </a:lnTo>
                <a:lnTo>
                  <a:pt x="742831" y="145653"/>
                </a:lnTo>
                <a:lnTo>
                  <a:pt x="742313" y="145318"/>
                </a:lnTo>
                <a:lnTo>
                  <a:pt x="741821" y="144969"/>
                </a:lnTo>
                <a:lnTo>
                  <a:pt x="741353" y="144609"/>
                </a:lnTo>
                <a:lnTo>
                  <a:pt x="740904" y="144245"/>
                </a:lnTo>
                <a:lnTo>
                  <a:pt x="740476" y="143877"/>
                </a:lnTo>
                <a:lnTo>
                  <a:pt x="740067" y="143503"/>
                </a:lnTo>
                <a:lnTo>
                  <a:pt x="739679" y="143125"/>
                </a:lnTo>
                <a:lnTo>
                  <a:pt x="739310" y="142742"/>
                </a:lnTo>
                <a:lnTo>
                  <a:pt x="738961" y="142354"/>
                </a:lnTo>
                <a:lnTo>
                  <a:pt x="738632" y="141962"/>
                </a:lnTo>
                <a:lnTo>
                  <a:pt x="738323" y="141565"/>
                </a:lnTo>
                <a:lnTo>
                  <a:pt x="738034" y="141163"/>
                </a:lnTo>
                <a:lnTo>
                  <a:pt x="737765" y="140756"/>
                </a:lnTo>
                <a:lnTo>
                  <a:pt x="737516" y="140345"/>
                </a:lnTo>
                <a:lnTo>
                  <a:pt x="737287" y="139929"/>
                </a:lnTo>
                <a:lnTo>
                  <a:pt x="737078" y="139508"/>
                </a:lnTo>
                <a:lnTo>
                  <a:pt x="736888" y="139083"/>
                </a:lnTo>
                <a:lnTo>
                  <a:pt x="736719" y="138652"/>
                </a:lnTo>
                <a:lnTo>
                  <a:pt x="736569" y="138217"/>
                </a:lnTo>
                <a:lnTo>
                  <a:pt x="736440" y="137778"/>
                </a:lnTo>
                <a:lnTo>
                  <a:pt x="736330" y="137333"/>
                </a:lnTo>
                <a:lnTo>
                  <a:pt x="736240" y="136884"/>
                </a:lnTo>
                <a:lnTo>
                  <a:pt x="736171" y="136430"/>
                </a:lnTo>
                <a:lnTo>
                  <a:pt x="736121" y="135971"/>
                </a:lnTo>
                <a:lnTo>
                  <a:pt x="736091" y="135508"/>
                </a:lnTo>
                <a:lnTo>
                  <a:pt x="736081" y="135040"/>
                </a:lnTo>
                <a:lnTo>
                  <a:pt x="736087" y="134618"/>
                </a:lnTo>
                <a:lnTo>
                  <a:pt x="736104" y="134201"/>
                </a:lnTo>
                <a:lnTo>
                  <a:pt x="736134" y="133788"/>
                </a:lnTo>
                <a:lnTo>
                  <a:pt x="736175" y="133379"/>
                </a:lnTo>
                <a:lnTo>
                  <a:pt x="736227" y="132975"/>
                </a:lnTo>
                <a:lnTo>
                  <a:pt x="736292" y="132575"/>
                </a:lnTo>
                <a:lnTo>
                  <a:pt x="736368" y="132179"/>
                </a:lnTo>
                <a:lnTo>
                  <a:pt x="736456" y="131787"/>
                </a:lnTo>
                <a:lnTo>
                  <a:pt x="736555" y="131400"/>
                </a:lnTo>
                <a:lnTo>
                  <a:pt x="736666" y="131017"/>
                </a:lnTo>
                <a:lnTo>
                  <a:pt x="736789" y="130638"/>
                </a:lnTo>
                <a:lnTo>
                  <a:pt x="736924" y="130263"/>
                </a:lnTo>
                <a:lnTo>
                  <a:pt x="737070" y="129893"/>
                </a:lnTo>
                <a:lnTo>
                  <a:pt x="737228" y="129526"/>
                </a:lnTo>
                <a:lnTo>
                  <a:pt x="737398" y="129165"/>
                </a:lnTo>
                <a:lnTo>
                  <a:pt x="737579" y="128807"/>
                </a:lnTo>
                <a:lnTo>
                  <a:pt x="737772" y="128453"/>
                </a:lnTo>
                <a:lnTo>
                  <a:pt x="737977" y="128104"/>
                </a:lnTo>
                <a:lnTo>
                  <a:pt x="738194" y="127759"/>
                </a:lnTo>
                <a:lnTo>
                  <a:pt x="738422" y="127419"/>
                </a:lnTo>
                <a:lnTo>
                  <a:pt x="738662" y="127082"/>
                </a:lnTo>
                <a:lnTo>
                  <a:pt x="738914" y="126750"/>
                </a:lnTo>
                <a:lnTo>
                  <a:pt x="739177" y="126422"/>
                </a:lnTo>
                <a:lnTo>
                  <a:pt x="739452" y="126099"/>
                </a:lnTo>
                <a:lnTo>
                  <a:pt x="739738" y="125781"/>
                </a:lnTo>
                <a:lnTo>
                  <a:pt x="740034" y="125471"/>
                </a:lnTo>
                <a:lnTo>
                  <a:pt x="740339" y="125169"/>
                </a:lnTo>
                <a:lnTo>
                  <a:pt x="740655" y="124875"/>
                </a:lnTo>
                <a:lnTo>
                  <a:pt x="740980" y="124589"/>
                </a:lnTo>
                <a:lnTo>
                  <a:pt x="741315" y="124311"/>
                </a:lnTo>
                <a:lnTo>
                  <a:pt x="741659" y="124040"/>
                </a:lnTo>
                <a:lnTo>
                  <a:pt x="742014" y="123777"/>
                </a:lnTo>
                <a:lnTo>
                  <a:pt x="742378" y="123522"/>
                </a:lnTo>
                <a:lnTo>
                  <a:pt x="742752" y="123275"/>
                </a:lnTo>
                <a:lnTo>
                  <a:pt x="743136" y="123036"/>
                </a:lnTo>
                <a:lnTo>
                  <a:pt x="743530" y="122805"/>
                </a:lnTo>
                <a:lnTo>
                  <a:pt x="743933" y="122581"/>
                </a:lnTo>
                <a:lnTo>
                  <a:pt x="744347" y="122366"/>
                </a:lnTo>
                <a:lnTo>
                  <a:pt x="744770" y="122158"/>
                </a:lnTo>
                <a:lnTo>
                  <a:pt x="745203" y="121958"/>
                </a:lnTo>
                <a:lnTo>
                  <a:pt x="745646" y="121766"/>
                </a:lnTo>
                <a:lnTo>
                  <a:pt x="746098" y="121581"/>
                </a:lnTo>
                <a:lnTo>
                  <a:pt x="746561" y="121405"/>
                </a:lnTo>
                <a:lnTo>
                  <a:pt x="747033" y="121236"/>
                </a:lnTo>
                <a:lnTo>
                  <a:pt x="747515" y="121075"/>
                </a:lnTo>
                <a:lnTo>
                  <a:pt x="748007" y="120923"/>
                </a:lnTo>
                <a:lnTo>
                  <a:pt x="748508" y="120777"/>
                </a:lnTo>
                <a:lnTo>
                  <a:pt x="749020" y="120640"/>
                </a:lnTo>
                <a:lnTo>
                  <a:pt x="762505" y="120640"/>
                </a:lnTo>
                <a:lnTo>
                  <a:pt x="763385" y="120643"/>
                </a:lnTo>
                <a:lnTo>
                  <a:pt x="764248" y="120651"/>
                </a:lnTo>
                <a:lnTo>
                  <a:pt x="765094" y="120665"/>
                </a:lnTo>
                <a:lnTo>
                  <a:pt x="765923" y="120685"/>
                </a:lnTo>
                <a:lnTo>
                  <a:pt x="766736" y="120710"/>
                </a:lnTo>
                <a:lnTo>
                  <a:pt x="767531" y="120740"/>
                </a:lnTo>
                <a:lnTo>
                  <a:pt x="768309" y="120776"/>
                </a:lnTo>
                <a:lnTo>
                  <a:pt x="769071" y="120818"/>
                </a:lnTo>
                <a:lnTo>
                  <a:pt x="769815" y="120865"/>
                </a:lnTo>
                <a:lnTo>
                  <a:pt x="770543" y="120918"/>
                </a:lnTo>
                <a:lnTo>
                  <a:pt x="771253" y="120976"/>
                </a:lnTo>
                <a:lnTo>
                  <a:pt x="771947" y="121040"/>
                </a:lnTo>
                <a:lnTo>
                  <a:pt x="772624" y="121110"/>
                </a:lnTo>
                <a:lnTo>
                  <a:pt x="773284" y="121185"/>
                </a:lnTo>
                <a:lnTo>
                  <a:pt x="773927" y="121265"/>
                </a:lnTo>
                <a:lnTo>
                  <a:pt x="774553" y="121351"/>
                </a:lnTo>
                <a:lnTo>
                  <a:pt x="775162" y="121443"/>
                </a:lnTo>
                <a:lnTo>
                  <a:pt x="775754" y="121540"/>
                </a:lnTo>
                <a:lnTo>
                  <a:pt x="776330" y="121643"/>
                </a:lnTo>
                <a:lnTo>
                  <a:pt x="776888" y="121751"/>
                </a:lnTo>
                <a:lnTo>
                  <a:pt x="777429" y="121865"/>
                </a:lnTo>
                <a:lnTo>
                  <a:pt x="777954" y="121985"/>
                </a:lnTo>
                <a:lnTo>
                  <a:pt x="778461" y="122110"/>
                </a:lnTo>
                <a:lnTo>
                  <a:pt x="778952" y="122240"/>
                </a:lnTo>
                <a:lnTo>
                  <a:pt x="779428" y="122376"/>
                </a:lnTo>
                <a:lnTo>
                  <a:pt x="779891" y="122516"/>
                </a:lnTo>
                <a:lnTo>
                  <a:pt x="780341" y="122660"/>
                </a:lnTo>
                <a:lnTo>
                  <a:pt x="780779" y="122809"/>
                </a:lnTo>
                <a:lnTo>
                  <a:pt x="781205" y="122962"/>
                </a:lnTo>
                <a:lnTo>
                  <a:pt x="781617" y="123120"/>
                </a:lnTo>
                <a:lnTo>
                  <a:pt x="782017" y="123282"/>
                </a:lnTo>
                <a:lnTo>
                  <a:pt x="782404" y="123448"/>
                </a:lnTo>
                <a:lnTo>
                  <a:pt x="782779" y="123619"/>
                </a:lnTo>
                <a:lnTo>
                  <a:pt x="783141" y="123794"/>
                </a:lnTo>
                <a:lnTo>
                  <a:pt x="783490" y="123974"/>
                </a:lnTo>
                <a:lnTo>
                  <a:pt x="783827" y="124158"/>
                </a:lnTo>
                <a:lnTo>
                  <a:pt x="784151" y="124347"/>
                </a:lnTo>
                <a:lnTo>
                  <a:pt x="784462" y="124539"/>
                </a:lnTo>
                <a:lnTo>
                  <a:pt x="784761" y="124737"/>
                </a:lnTo>
                <a:lnTo>
                  <a:pt x="785047" y="124938"/>
                </a:lnTo>
                <a:lnTo>
                  <a:pt x="785320" y="125145"/>
                </a:lnTo>
                <a:lnTo>
                  <a:pt x="785581" y="125355"/>
                </a:lnTo>
                <a:lnTo>
                  <a:pt x="785829" y="125570"/>
                </a:lnTo>
                <a:lnTo>
                  <a:pt x="786064" y="125789"/>
                </a:lnTo>
                <a:lnTo>
                  <a:pt x="786287" y="126013"/>
                </a:lnTo>
                <a:lnTo>
                  <a:pt x="786497" y="126241"/>
                </a:lnTo>
                <a:lnTo>
                  <a:pt x="786694" y="126474"/>
                </a:lnTo>
                <a:lnTo>
                  <a:pt x="786879" y="126711"/>
                </a:lnTo>
                <a:lnTo>
                  <a:pt x="787054" y="126952"/>
                </a:lnTo>
                <a:lnTo>
                  <a:pt x="787221" y="127197"/>
                </a:lnTo>
                <a:lnTo>
                  <a:pt x="787381" y="127445"/>
                </a:lnTo>
                <a:lnTo>
                  <a:pt x="787533" y="127698"/>
                </a:lnTo>
                <a:lnTo>
                  <a:pt x="787678" y="127954"/>
                </a:lnTo>
                <a:lnTo>
                  <a:pt x="787816" y="128214"/>
                </a:lnTo>
                <a:lnTo>
                  <a:pt x="787946" y="128477"/>
                </a:lnTo>
                <a:lnTo>
                  <a:pt x="788069" y="128745"/>
                </a:lnTo>
                <a:lnTo>
                  <a:pt x="788184" y="129016"/>
                </a:lnTo>
                <a:lnTo>
                  <a:pt x="788292" y="129291"/>
                </a:lnTo>
                <a:lnTo>
                  <a:pt x="788392" y="129569"/>
                </a:lnTo>
                <a:lnTo>
                  <a:pt x="788485" y="129852"/>
                </a:lnTo>
                <a:lnTo>
                  <a:pt x="788571" y="130138"/>
                </a:lnTo>
                <a:lnTo>
                  <a:pt x="788649" y="130428"/>
                </a:lnTo>
                <a:lnTo>
                  <a:pt x="788719" y="130721"/>
                </a:lnTo>
                <a:lnTo>
                  <a:pt x="788783" y="131019"/>
                </a:lnTo>
                <a:lnTo>
                  <a:pt x="788838" y="131320"/>
                </a:lnTo>
                <a:lnTo>
                  <a:pt x="788887" y="131625"/>
                </a:lnTo>
                <a:lnTo>
                  <a:pt x="788928" y="131934"/>
                </a:lnTo>
                <a:lnTo>
                  <a:pt x="788961" y="132246"/>
                </a:lnTo>
                <a:lnTo>
                  <a:pt x="788987" y="132562"/>
                </a:lnTo>
                <a:lnTo>
                  <a:pt x="789006" y="132882"/>
                </a:lnTo>
                <a:lnTo>
                  <a:pt x="789017" y="133206"/>
                </a:lnTo>
                <a:lnTo>
                  <a:pt x="789020" y="133533"/>
                </a:lnTo>
                <a:lnTo>
                  <a:pt x="789009" y="134086"/>
                </a:lnTo>
                <a:lnTo>
                  <a:pt x="788976" y="134632"/>
                </a:lnTo>
                <a:lnTo>
                  <a:pt x="788921" y="135170"/>
                </a:lnTo>
                <a:lnTo>
                  <a:pt x="788845" y="135701"/>
                </a:lnTo>
                <a:lnTo>
                  <a:pt x="788746" y="136224"/>
                </a:lnTo>
                <a:lnTo>
                  <a:pt x="788625" y="136739"/>
                </a:lnTo>
                <a:lnTo>
                  <a:pt x="788482" y="137247"/>
                </a:lnTo>
                <a:lnTo>
                  <a:pt x="788317" y="137748"/>
                </a:lnTo>
                <a:lnTo>
                  <a:pt x="788130" y="138241"/>
                </a:lnTo>
                <a:lnTo>
                  <a:pt x="787921" y="138726"/>
                </a:lnTo>
                <a:lnTo>
                  <a:pt x="787690" y="139204"/>
                </a:lnTo>
                <a:lnTo>
                  <a:pt x="787437" y="139675"/>
                </a:lnTo>
                <a:lnTo>
                  <a:pt x="787162" y="140137"/>
                </a:lnTo>
                <a:lnTo>
                  <a:pt x="786866" y="140593"/>
                </a:lnTo>
                <a:lnTo>
                  <a:pt x="786547" y="141041"/>
                </a:lnTo>
                <a:lnTo>
                  <a:pt x="786206" y="141481"/>
                </a:lnTo>
                <a:lnTo>
                  <a:pt x="785843" y="141914"/>
                </a:lnTo>
                <a:lnTo>
                  <a:pt x="785458" y="142339"/>
                </a:lnTo>
                <a:lnTo>
                  <a:pt x="785052" y="142757"/>
                </a:lnTo>
                <a:lnTo>
                  <a:pt x="784623" y="143167"/>
                </a:lnTo>
                <a:lnTo>
                  <a:pt x="784172" y="143569"/>
                </a:lnTo>
                <a:lnTo>
                  <a:pt x="783699" y="143965"/>
                </a:lnTo>
                <a:lnTo>
                  <a:pt x="783204" y="144352"/>
                </a:lnTo>
                <a:lnTo>
                  <a:pt x="782688" y="144732"/>
                </a:lnTo>
                <a:lnTo>
                  <a:pt x="782144" y="145101"/>
                </a:lnTo>
                <a:lnTo>
                  <a:pt x="781569" y="145454"/>
                </a:lnTo>
                <a:lnTo>
                  <a:pt x="780961" y="145791"/>
                </a:lnTo>
                <a:lnTo>
                  <a:pt x="780322" y="146113"/>
                </a:lnTo>
                <a:lnTo>
                  <a:pt x="779652" y="146419"/>
                </a:lnTo>
                <a:lnTo>
                  <a:pt x="778949" y="146709"/>
                </a:lnTo>
                <a:lnTo>
                  <a:pt x="778215" y="146984"/>
                </a:lnTo>
                <a:lnTo>
                  <a:pt x="777448" y="147243"/>
                </a:lnTo>
                <a:lnTo>
                  <a:pt x="776650" y="147486"/>
                </a:lnTo>
                <a:lnTo>
                  <a:pt x="775821" y="147713"/>
                </a:lnTo>
                <a:lnTo>
                  <a:pt x="774959" y="147925"/>
                </a:lnTo>
                <a:lnTo>
                  <a:pt x="774066" y="148121"/>
                </a:lnTo>
                <a:lnTo>
                  <a:pt x="773141" y="148302"/>
                </a:lnTo>
                <a:lnTo>
                  <a:pt x="772184" y="148467"/>
                </a:lnTo>
                <a:lnTo>
                  <a:pt x="771195" y="148616"/>
                </a:lnTo>
                <a:lnTo>
                  <a:pt x="770174" y="148749"/>
                </a:lnTo>
                <a:lnTo>
                  <a:pt x="769122" y="148867"/>
                </a:lnTo>
                <a:lnTo>
                  <a:pt x="768038" y="148969"/>
                </a:lnTo>
                <a:lnTo>
                  <a:pt x="766922" y="149055"/>
                </a:lnTo>
                <a:lnTo>
                  <a:pt x="765774" y="149126"/>
                </a:lnTo>
                <a:lnTo>
                  <a:pt x="764594" y="149181"/>
                </a:lnTo>
                <a:lnTo>
                  <a:pt x="763383" y="149220"/>
                </a:lnTo>
                <a:lnTo>
                  <a:pt x="762140" y="149243"/>
                </a:lnTo>
                <a:lnTo>
                  <a:pt x="760865" y="149251"/>
                </a:lnTo>
                <a:lnTo>
                  <a:pt x="759770" y="149244"/>
                </a:lnTo>
                <a:lnTo>
                  <a:pt x="758700" y="149221"/>
                </a:lnTo>
                <a:lnTo>
                  <a:pt x="757657" y="149184"/>
                </a:lnTo>
                <a:lnTo>
                  <a:pt x="756641" y="149132"/>
                </a:lnTo>
                <a:lnTo>
                  <a:pt x="755650" y="149065"/>
                </a:lnTo>
                <a:close/>
                <a:moveTo>
                  <a:pt x="511871" y="127452"/>
                </a:moveTo>
                <a:lnTo>
                  <a:pt x="512672" y="127389"/>
                </a:lnTo>
                <a:lnTo>
                  <a:pt x="513465" y="127312"/>
                </a:lnTo>
                <a:lnTo>
                  <a:pt x="514248" y="127220"/>
                </a:lnTo>
                <a:lnTo>
                  <a:pt x="515022" y="127115"/>
                </a:lnTo>
                <a:lnTo>
                  <a:pt x="515787" y="126995"/>
                </a:lnTo>
                <a:lnTo>
                  <a:pt x="516542" y="126861"/>
                </a:lnTo>
                <a:lnTo>
                  <a:pt x="517289" y="126713"/>
                </a:lnTo>
                <a:lnTo>
                  <a:pt x="518026" y="126551"/>
                </a:lnTo>
                <a:lnTo>
                  <a:pt x="518754" y="126375"/>
                </a:lnTo>
                <a:lnTo>
                  <a:pt x="519473" y="126185"/>
                </a:lnTo>
                <a:lnTo>
                  <a:pt x="520183" y="125981"/>
                </a:lnTo>
                <a:lnTo>
                  <a:pt x="520884" y="125763"/>
                </a:lnTo>
                <a:lnTo>
                  <a:pt x="521575" y="125531"/>
                </a:lnTo>
                <a:lnTo>
                  <a:pt x="522257" y="125284"/>
                </a:lnTo>
                <a:lnTo>
                  <a:pt x="522931" y="125024"/>
                </a:lnTo>
                <a:lnTo>
                  <a:pt x="523594" y="124749"/>
                </a:lnTo>
                <a:lnTo>
                  <a:pt x="524249" y="124461"/>
                </a:lnTo>
                <a:lnTo>
                  <a:pt x="524895" y="124158"/>
                </a:lnTo>
                <a:lnTo>
                  <a:pt x="525531" y="123841"/>
                </a:lnTo>
                <a:lnTo>
                  <a:pt x="526158" y="123510"/>
                </a:lnTo>
                <a:lnTo>
                  <a:pt x="526776" y="123168"/>
                </a:lnTo>
                <a:lnTo>
                  <a:pt x="527385" y="122818"/>
                </a:lnTo>
                <a:lnTo>
                  <a:pt x="527984" y="122459"/>
                </a:lnTo>
                <a:lnTo>
                  <a:pt x="528573" y="122092"/>
                </a:lnTo>
                <a:lnTo>
                  <a:pt x="529153" y="121716"/>
                </a:lnTo>
                <a:lnTo>
                  <a:pt x="529723" y="121332"/>
                </a:lnTo>
                <a:lnTo>
                  <a:pt x="530284" y="120940"/>
                </a:lnTo>
                <a:lnTo>
                  <a:pt x="530836" y="120539"/>
                </a:lnTo>
                <a:lnTo>
                  <a:pt x="531378" y="120130"/>
                </a:lnTo>
                <a:lnTo>
                  <a:pt x="531910" y="119712"/>
                </a:lnTo>
                <a:lnTo>
                  <a:pt x="532433" y="119286"/>
                </a:lnTo>
                <a:lnTo>
                  <a:pt x="532947" y="118852"/>
                </a:lnTo>
                <a:lnTo>
                  <a:pt x="533451" y="118409"/>
                </a:lnTo>
                <a:lnTo>
                  <a:pt x="533945" y="117958"/>
                </a:lnTo>
                <a:lnTo>
                  <a:pt x="534430" y="117499"/>
                </a:lnTo>
                <a:lnTo>
                  <a:pt x="534906" y="117031"/>
                </a:lnTo>
                <a:lnTo>
                  <a:pt x="535372" y="116555"/>
                </a:lnTo>
                <a:lnTo>
                  <a:pt x="535828" y="116070"/>
                </a:lnTo>
                <a:lnTo>
                  <a:pt x="536275" y="115577"/>
                </a:lnTo>
                <a:lnTo>
                  <a:pt x="536713" y="115076"/>
                </a:lnTo>
                <a:lnTo>
                  <a:pt x="537141" y="114566"/>
                </a:lnTo>
                <a:lnTo>
                  <a:pt x="537560" y="114048"/>
                </a:lnTo>
                <a:lnTo>
                  <a:pt x="537969" y="113521"/>
                </a:lnTo>
                <a:lnTo>
                  <a:pt x="538368" y="112986"/>
                </a:lnTo>
                <a:lnTo>
                  <a:pt x="539188" y="125925"/>
                </a:lnTo>
                <a:lnTo>
                  <a:pt x="553585" y="125925"/>
                </a:lnTo>
                <a:lnTo>
                  <a:pt x="553585" y="3280"/>
                </a:lnTo>
                <a:lnTo>
                  <a:pt x="538368" y="3280"/>
                </a:lnTo>
                <a:lnTo>
                  <a:pt x="538368" y="48292"/>
                </a:lnTo>
                <a:lnTo>
                  <a:pt x="538007" y="47705"/>
                </a:lnTo>
                <a:lnTo>
                  <a:pt x="537635" y="47129"/>
                </a:lnTo>
                <a:lnTo>
                  <a:pt x="537255" y="46562"/>
                </a:lnTo>
                <a:lnTo>
                  <a:pt x="536865" y="46006"/>
                </a:lnTo>
                <a:lnTo>
                  <a:pt x="536465" y="45460"/>
                </a:lnTo>
                <a:lnTo>
                  <a:pt x="536056" y="44924"/>
                </a:lnTo>
                <a:lnTo>
                  <a:pt x="535637" y="44399"/>
                </a:lnTo>
                <a:lnTo>
                  <a:pt x="535209" y="43883"/>
                </a:lnTo>
                <a:lnTo>
                  <a:pt x="534772" y="43379"/>
                </a:lnTo>
                <a:lnTo>
                  <a:pt x="534325" y="42884"/>
                </a:lnTo>
                <a:lnTo>
                  <a:pt x="533868" y="42400"/>
                </a:lnTo>
                <a:lnTo>
                  <a:pt x="533402" y="41926"/>
                </a:lnTo>
                <a:lnTo>
                  <a:pt x="532927" y="41462"/>
                </a:lnTo>
                <a:lnTo>
                  <a:pt x="532442" y="41008"/>
                </a:lnTo>
                <a:lnTo>
                  <a:pt x="531947" y="40565"/>
                </a:lnTo>
                <a:lnTo>
                  <a:pt x="531443" y="40132"/>
                </a:lnTo>
                <a:lnTo>
                  <a:pt x="530930" y="39710"/>
                </a:lnTo>
                <a:lnTo>
                  <a:pt x="530407" y="39297"/>
                </a:lnTo>
                <a:lnTo>
                  <a:pt x="529874" y="38895"/>
                </a:lnTo>
                <a:lnTo>
                  <a:pt x="529332" y="38504"/>
                </a:lnTo>
                <a:lnTo>
                  <a:pt x="528781" y="38122"/>
                </a:lnTo>
                <a:lnTo>
                  <a:pt x="528220" y="37751"/>
                </a:lnTo>
                <a:lnTo>
                  <a:pt x="527649" y="37390"/>
                </a:lnTo>
                <a:lnTo>
                  <a:pt x="527070" y="37039"/>
                </a:lnTo>
                <a:lnTo>
                  <a:pt x="526481" y="36701"/>
                </a:lnTo>
                <a:lnTo>
                  <a:pt x="525883" y="36377"/>
                </a:lnTo>
                <a:lnTo>
                  <a:pt x="525277" y="36068"/>
                </a:lnTo>
                <a:lnTo>
                  <a:pt x="524663" y="35773"/>
                </a:lnTo>
                <a:lnTo>
                  <a:pt x="524039" y="35492"/>
                </a:lnTo>
                <a:lnTo>
                  <a:pt x="523408" y="35226"/>
                </a:lnTo>
                <a:lnTo>
                  <a:pt x="522768" y="34974"/>
                </a:lnTo>
                <a:lnTo>
                  <a:pt x="522119" y="34736"/>
                </a:lnTo>
                <a:lnTo>
                  <a:pt x="521462" y="34513"/>
                </a:lnTo>
                <a:lnTo>
                  <a:pt x="520796" y="34304"/>
                </a:lnTo>
                <a:lnTo>
                  <a:pt x="520121" y="34110"/>
                </a:lnTo>
                <a:lnTo>
                  <a:pt x="519438" y="33930"/>
                </a:lnTo>
                <a:lnTo>
                  <a:pt x="518747" y="33764"/>
                </a:lnTo>
                <a:lnTo>
                  <a:pt x="518047" y="33613"/>
                </a:lnTo>
                <a:lnTo>
                  <a:pt x="517338" y="33477"/>
                </a:lnTo>
                <a:lnTo>
                  <a:pt x="516621" y="33354"/>
                </a:lnTo>
                <a:lnTo>
                  <a:pt x="515896" y="33246"/>
                </a:lnTo>
                <a:lnTo>
                  <a:pt x="515162" y="33153"/>
                </a:lnTo>
                <a:lnTo>
                  <a:pt x="514419" y="33074"/>
                </a:lnTo>
                <a:lnTo>
                  <a:pt x="513668" y="33009"/>
                </a:lnTo>
                <a:lnTo>
                  <a:pt x="512908" y="32958"/>
                </a:lnTo>
                <a:lnTo>
                  <a:pt x="512140" y="32922"/>
                </a:lnTo>
                <a:lnTo>
                  <a:pt x="511363" y="32901"/>
                </a:lnTo>
                <a:lnTo>
                  <a:pt x="510577" y="32894"/>
                </a:lnTo>
                <a:lnTo>
                  <a:pt x="509633" y="32903"/>
                </a:lnTo>
                <a:lnTo>
                  <a:pt x="508700" y="32930"/>
                </a:lnTo>
                <a:lnTo>
                  <a:pt x="507777" y="32976"/>
                </a:lnTo>
                <a:lnTo>
                  <a:pt x="506864" y="33041"/>
                </a:lnTo>
                <a:lnTo>
                  <a:pt x="505962" y="33124"/>
                </a:lnTo>
                <a:lnTo>
                  <a:pt x="505070" y="33225"/>
                </a:lnTo>
                <a:lnTo>
                  <a:pt x="504189" y="33345"/>
                </a:lnTo>
                <a:lnTo>
                  <a:pt x="503318" y="33483"/>
                </a:lnTo>
                <a:lnTo>
                  <a:pt x="502458" y="33639"/>
                </a:lnTo>
                <a:lnTo>
                  <a:pt x="501608" y="33814"/>
                </a:lnTo>
                <a:lnTo>
                  <a:pt x="500768" y="34007"/>
                </a:lnTo>
                <a:lnTo>
                  <a:pt x="499939" y="34219"/>
                </a:lnTo>
                <a:lnTo>
                  <a:pt x="499121" y="34449"/>
                </a:lnTo>
                <a:lnTo>
                  <a:pt x="498312" y="34698"/>
                </a:lnTo>
                <a:lnTo>
                  <a:pt x="497515" y="34965"/>
                </a:lnTo>
                <a:lnTo>
                  <a:pt x="496727" y="35250"/>
                </a:lnTo>
                <a:lnTo>
                  <a:pt x="495950" y="35554"/>
                </a:lnTo>
                <a:lnTo>
                  <a:pt x="495184" y="35876"/>
                </a:lnTo>
                <a:lnTo>
                  <a:pt x="494428" y="36216"/>
                </a:lnTo>
                <a:lnTo>
                  <a:pt x="493682" y="36575"/>
                </a:lnTo>
                <a:lnTo>
                  <a:pt x="492947" y="36953"/>
                </a:lnTo>
                <a:lnTo>
                  <a:pt x="492223" y="37349"/>
                </a:lnTo>
                <a:lnTo>
                  <a:pt x="491508" y="37763"/>
                </a:lnTo>
                <a:lnTo>
                  <a:pt x="490805" y="38195"/>
                </a:lnTo>
                <a:lnTo>
                  <a:pt x="490113" y="38646"/>
                </a:lnTo>
                <a:lnTo>
                  <a:pt x="489434" y="39115"/>
                </a:lnTo>
                <a:lnTo>
                  <a:pt x="488768" y="39601"/>
                </a:lnTo>
                <a:lnTo>
                  <a:pt x="488115" y="40105"/>
                </a:lnTo>
                <a:lnTo>
                  <a:pt x="487476" y="40627"/>
                </a:lnTo>
                <a:lnTo>
                  <a:pt x="486850" y="41166"/>
                </a:lnTo>
                <a:lnTo>
                  <a:pt x="486236" y="41723"/>
                </a:lnTo>
                <a:lnTo>
                  <a:pt x="485636" y="42298"/>
                </a:lnTo>
                <a:lnTo>
                  <a:pt x="485049" y="42891"/>
                </a:lnTo>
                <a:lnTo>
                  <a:pt x="484475" y="43502"/>
                </a:lnTo>
                <a:lnTo>
                  <a:pt x="483915" y="44130"/>
                </a:lnTo>
                <a:lnTo>
                  <a:pt x="483367" y="44776"/>
                </a:lnTo>
                <a:lnTo>
                  <a:pt x="482833" y="45440"/>
                </a:lnTo>
                <a:lnTo>
                  <a:pt x="482311" y="46121"/>
                </a:lnTo>
                <a:lnTo>
                  <a:pt x="481803" y="46821"/>
                </a:lnTo>
                <a:lnTo>
                  <a:pt x="481308" y="47538"/>
                </a:lnTo>
                <a:lnTo>
                  <a:pt x="480826" y="48272"/>
                </a:lnTo>
                <a:lnTo>
                  <a:pt x="480357" y="49025"/>
                </a:lnTo>
                <a:lnTo>
                  <a:pt x="479902" y="49795"/>
                </a:lnTo>
                <a:lnTo>
                  <a:pt x="479459" y="50583"/>
                </a:lnTo>
                <a:lnTo>
                  <a:pt x="479030" y="51389"/>
                </a:lnTo>
                <a:lnTo>
                  <a:pt x="478614" y="52213"/>
                </a:lnTo>
                <a:lnTo>
                  <a:pt x="478210" y="53054"/>
                </a:lnTo>
                <a:lnTo>
                  <a:pt x="477820" y="53913"/>
                </a:lnTo>
                <a:lnTo>
                  <a:pt x="477445" y="54790"/>
                </a:lnTo>
                <a:lnTo>
                  <a:pt x="477085" y="55685"/>
                </a:lnTo>
                <a:lnTo>
                  <a:pt x="476742" y="56597"/>
                </a:lnTo>
                <a:lnTo>
                  <a:pt x="476414" y="57528"/>
                </a:lnTo>
                <a:lnTo>
                  <a:pt x="476103" y="58476"/>
                </a:lnTo>
                <a:lnTo>
                  <a:pt x="475807" y="59443"/>
                </a:lnTo>
                <a:lnTo>
                  <a:pt x="475528" y="60427"/>
                </a:lnTo>
                <a:lnTo>
                  <a:pt x="475264" y="61429"/>
                </a:lnTo>
                <a:lnTo>
                  <a:pt x="475016" y="62449"/>
                </a:lnTo>
                <a:lnTo>
                  <a:pt x="474785" y="63487"/>
                </a:lnTo>
                <a:lnTo>
                  <a:pt x="474569" y="64543"/>
                </a:lnTo>
                <a:lnTo>
                  <a:pt x="474369" y="65617"/>
                </a:lnTo>
                <a:lnTo>
                  <a:pt x="474186" y="66709"/>
                </a:lnTo>
                <a:lnTo>
                  <a:pt x="474018" y="67819"/>
                </a:lnTo>
                <a:lnTo>
                  <a:pt x="473866" y="68946"/>
                </a:lnTo>
                <a:lnTo>
                  <a:pt x="473730" y="70092"/>
                </a:lnTo>
                <a:lnTo>
                  <a:pt x="473610" y="71255"/>
                </a:lnTo>
                <a:lnTo>
                  <a:pt x="473506" y="72437"/>
                </a:lnTo>
                <a:lnTo>
                  <a:pt x="473419" y="73636"/>
                </a:lnTo>
                <a:lnTo>
                  <a:pt x="473347" y="74853"/>
                </a:lnTo>
                <a:lnTo>
                  <a:pt x="473291" y="76089"/>
                </a:lnTo>
                <a:lnTo>
                  <a:pt x="473251" y="77342"/>
                </a:lnTo>
                <a:lnTo>
                  <a:pt x="473227" y="78613"/>
                </a:lnTo>
                <a:lnTo>
                  <a:pt x="473219" y="79902"/>
                </a:lnTo>
                <a:lnTo>
                  <a:pt x="473226" y="81199"/>
                </a:lnTo>
                <a:lnTo>
                  <a:pt x="473249" y="82479"/>
                </a:lnTo>
                <a:lnTo>
                  <a:pt x="473287" y="83741"/>
                </a:lnTo>
                <a:lnTo>
                  <a:pt x="473339" y="84986"/>
                </a:lnTo>
                <a:lnTo>
                  <a:pt x="473407" y="86213"/>
                </a:lnTo>
                <a:lnTo>
                  <a:pt x="473489" y="87423"/>
                </a:lnTo>
                <a:lnTo>
                  <a:pt x="473587" y="88615"/>
                </a:lnTo>
                <a:lnTo>
                  <a:pt x="473700" y="89790"/>
                </a:lnTo>
                <a:lnTo>
                  <a:pt x="473828" y="90948"/>
                </a:lnTo>
                <a:lnTo>
                  <a:pt x="473970" y="92088"/>
                </a:lnTo>
                <a:lnTo>
                  <a:pt x="474128" y="93211"/>
                </a:lnTo>
                <a:lnTo>
                  <a:pt x="474301" y="94316"/>
                </a:lnTo>
                <a:lnTo>
                  <a:pt x="474489" y="95404"/>
                </a:lnTo>
                <a:lnTo>
                  <a:pt x="474692" y="96475"/>
                </a:lnTo>
                <a:lnTo>
                  <a:pt x="474910" y="97528"/>
                </a:lnTo>
                <a:lnTo>
                  <a:pt x="475142" y="98563"/>
                </a:lnTo>
                <a:lnTo>
                  <a:pt x="475390" y="99582"/>
                </a:lnTo>
                <a:lnTo>
                  <a:pt x="475653" y="100582"/>
                </a:lnTo>
                <a:lnTo>
                  <a:pt x="475931" y="101566"/>
                </a:lnTo>
                <a:lnTo>
                  <a:pt x="476225" y="102531"/>
                </a:lnTo>
                <a:lnTo>
                  <a:pt x="476533" y="103480"/>
                </a:lnTo>
                <a:lnTo>
                  <a:pt x="476856" y="104411"/>
                </a:lnTo>
                <a:lnTo>
                  <a:pt x="477194" y="105325"/>
                </a:lnTo>
                <a:lnTo>
                  <a:pt x="477547" y="106221"/>
                </a:lnTo>
                <a:lnTo>
                  <a:pt x="477914" y="107099"/>
                </a:lnTo>
                <a:lnTo>
                  <a:pt x="478293" y="107959"/>
                </a:lnTo>
                <a:lnTo>
                  <a:pt x="478685" y="108800"/>
                </a:lnTo>
                <a:lnTo>
                  <a:pt x="479090" y="109623"/>
                </a:lnTo>
                <a:lnTo>
                  <a:pt x="479507" y="110428"/>
                </a:lnTo>
                <a:lnTo>
                  <a:pt x="479936" y="111214"/>
                </a:lnTo>
                <a:lnTo>
                  <a:pt x="480378" y="111982"/>
                </a:lnTo>
                <a:lnTo>
                  <a:pt x="480832" y="112731"/>
                </a:lnTo>
                <a:lnTo>
                  <a:pt x="481299" y="113462"/>
                </a:lnTo>
                <a:lnTo>
                  <a:pt x="481779" y="114175"/>
                </a:lnTo>
                <a:lnTo>
                  <a:pt x="482270" y="114869"/>
                </a:lnTo>
                <a:lnTo>
                  <a:pt x="482775" y="115545"/>
                </a:lnTo>
                <a:lnTo>
                  <a:pt x="483292" y="116202"/>
                </a:lnTo>
                <a:lnTo>
                  <a:pt x="483821" y="116841"/>
                </a:lnTo>
                <a:lnTo>
                  <a:pt x="484363" y="117461"/>
                </a:lnTo>
                <a:lnTo>
                  <a:pt x="484917" y="118064"/>
                </a:lnTo>
                <a:lnTo>
                  <a:pt x="485484" y="118647"/>
                </a:lnTo>
                <a:lnTo>
                  <a:pt x="486064" y="119212"/>
                </a:lnTo>
                <a:lnTo>
                  <a:pt x="486656" y="119759"/>
                </a:lnTo>
                <a:lnTo>
                  <a:pt x="487260" y="120288"/>
                </a:lnTo>
                <a:lnTo>
                  <a:pt x="487877" y="120798"/>
                </a:lnTo>
                <a:lnTo>
                  <a:pt x="488506" y="121290"/>
                </a:lnTo>
                <a:lnTo>
                  <a:pt x="489148" y="121763"/>
                </a:lnTo>
                <a:lnTo>
                  <a:pt x="489802" y="122218"/>
                </a:lnTo>
                <a:lnTo>
                  <a:pt x="490468" y="122654"/>
                </a:lnTo>
                <a:lnTo>
                  <a:pt x="491144" y="123072"/>
                </a:lnTo>
                <a:lnTo>
                  <a:pt x="491830" y="123471"/>
                </a:lnTo>
                <a:lnTo>
                  <a:pt x="492526" y="123852"/>
                </a:lnTo>
                <a:lnTo>
                  <a:pt x="493232" y="124214"/>
                </a:lnTo>
                <a:lnTo>
                  <a:pt x="493948" y="124557"/>
                </a:lnTo>
                <a:lnTo>
                  <a:pt x="494675" y="124882"/>
                </a:lnTo>
                <a:lnTo>
                  <a:pt x="495411" y="125188"/>
                </a:lnTo>
                <a:lnTo>
                  <a:pt x="496158" y="125476"/>
                </a:lnTo>
                <a:lnTo>
                  <a:pt x="496915" y="125745"/>
                </a:lnTo>
                <a:lnTo>
                  <a:pt x="497682" y="125996"/>
                </a:lnTo>
                <a:lnTo>
                  <a:pt x="498459" y="126228"/>
                </a:lnTo>
                <a:lnTo>
                  <a:pt x="499246" y="126442"/>
                </a:lnTo>
                <a:lnTo>
                  <a:pt x="500043" y="126637"/>
                </a:lnTo>
                <a:lnTo>
                  <a:pt x="500850" y="126813"/>
                </a:lnTo>
                <a:lnTo>
                  <a:pt x="501668" y="126971"/>
                </a:lnTo>
                <a:lnTo>
                  <a:pt x="502496" y="127110"/>
                </a:lnTo>
                <a:lnTo>
                  <a:pt x="503333" y="127231"/>
                </a:lnTo>
                <a:lnTo>
                  <a:pt x="504181" y="127333"/>
                </a:lnTo>
                <a:lnTo>
                  <a:pt x="505039" y="127417"/>
                </a:lnTo>
                <a:lnTo>
                  <a:pt x="505907" y="127482"/>
                </a:lnTo>
                <a:lnTo>
                  <a:pt x="506786" y="127528"/>
                </a:lnTo>
                <a:lnTo>
                  <a:pt x="507674" y="127556"/>
                </a:lnTo>
                <a:lnTo>
                  <a:pt x="508573" y="127565"/>
                </a:lnTo>
                <a:lnTo>
                  <a:pt x="509411" y="127558"/>
                </a:lnTo>
                <a:lnTo>
                  <a:pt x="510240" y="127537"/>
                </a:lnTo>
                <a:lnTo>
                  <a:pt x="511060" y="127502"/>
                </a:lnTo>
                <a:lnTo>
                  <a:pt x="511871" y="127452"/>
                </a:lnTo>
                <a:close/>
                <a:moveTo>
                  <a:pt x="508085" y="114832"/>
                </a:moveTo>
                <a:lnTo>
                  <a:pt x="507236" y="114691"/>
                </a:lnTo>
                <a:lnTo>
                  <a:pt x="506406" y="114519"/>
                </a:lnTo>
                <a:lnTo>
                  <a:pt x="505594" y="114316"/>
                </a:lnTo>
                <a:lnTo>
                  <a:pt x="504801" y="114081"/>
                </a:lnTo>
                <a:lnTo>
                  <a:pt x="504027" y="113815"/>
                </a:lnTo>
                <a:lnTo>
                  <a:pt x="503272" y="113518"/>
                </a:lnTo>
                <a:lnTo>
                  <a:pt x="502536" y="113189"/>
                </a:lnTo>
                <a:lnTo>
                  <a:pt x="501819" y="112830"/>
                </a:lnTo>
                <a:lnTo>
                  <a:pt x="501120" y="112439"/>
                </a:lnTo>
                <a:lnTo>
                  <a:pt x="500440" y="112016"/>
                </a:lnTo>
                <a:lnTo>
                  <a:pt x="499779" y="111563"/>
                </a:lnTo>
                <a:lnTo>
                  <a:pt x="499137" y="111078"/>
                </a:lnTo>
                <a:lnTo>
                  <a:pt x="498514" y="110562"/>
                </a:lnTo>
                <a:lnTo>
                  <a:pt x="497909" y="110014"/>
                </a:lnTo>
                <a:lnTo>
                  <a:pt x="497323" y="109435"/>
                </a:lnTo>
                <a:lnTo>
                  <a:pt x="496756" y="108825"/>
                </a:lnTo>
                <a:lnTo>
                  <a:pt x="496208" y="108184"/>
                </a:lnTo>
                <a:lnTo>
                  <a:pt x="495679" y="107512"/>
                </a:lnTo>
                <a:lnTo>
                  <a:pt x="495169" y="106808"/>
                </a:lnTo>
                <a:lnTo>
                  <a:pt x="494677" y="106073"/>
                </a:lnTo>
                <a:lnTo>
                  <a:pt x="494205" y="105308"/>
                </a:lnTo>
                <a:lnTo>
                  <a:pt x="493753" y="104514"/>
                </a:lnTo>
                <a:lnTo>
                  <a:pt x="493321" y="103693"/>
                </a:lnTo>
                <a:lnTo>
                  <a:pt x="492909" y="102843"/>
                </a:lnTo>
                <a:lnTo>
                  <a:pt x="492517" y="101965"/>
                </a:lnTo>
                <a:lnTo>
                  <a:pt x="492146" y="101058"/>
                </a:lnTo>
                <a:lnTo>
                  <a:pt x="491794" y="100123"/>
                </a:lnTo>
                <a:lnTo>
                  <a:pt x="491463" y="99160"/>
                </a:lnTo>
                <a:lnTo>
                  <a:pt x="491151" y="98169"/>
                </a:lnTo>
                <a:lnTo>
                  <a:pt x="490860" y="97149"/>
                </a:lnTo>
                <a:lnTo>
                  <a:pt x="490589" y="96101"/>
                </a:lnTo>
                <a:lnTo>
                  <a:pt x="490338" y="95025"/>
                </a:lnTo>
                <a:lnTo>
                  <a:pt x="490107" y="93920"/>
                </a:lnTo>
                <a:lnTo>
                  <a:pt x="489896" y="92787"/>
                </a:lnTo>
                <a:lnTo>
                  <a:pt x="489705" y="91625"/>
                </a:lnTo>
                <a:lnTo>
                  <a:pt x="489534" y="90436"/>
                </a:lnTo>
                <a:lnTo>
                  <a:pt x="489383" y="89218"/>
                </a:lnTo>
                <a:lnTo>
                  <a:pt x="489253" y="87972"/>
                </a:lnTo>
                <a:lnTo>
                  <a:pt x="489142" y="86697"/>
                </a:lnTo>
                <a:lnTo>
                  <a:pt x="489052" y="85394"/>
                </a:lnTo>
                <a:lnTo>
                  <a:pt x="488982" y="84063"/>
                </a:lnTo>
                <a:lnTo>
                  <a:pt x="488931" y="82703"/>
                </a:lnTo>
                <a:lnTo>
                  <a:pt x="488901" y="81315"/>
                </a:lnTo>
                <a:lnTo>
                  <a:pt x="488891" y="79899"/>
                </a:lnTo>
                <a:lnTo>
                  <a:pt x="488902" y="78529"/>
                </a:lnTo>
                <a:lnTo>
                  <a:pt x="488934" y="77186"/>
                </a:lnTo>
                <a:lnTo>
                  <a:pt x="488987" y="75869"/>
                </a:lnTo>
                <a:lnTo>
                  <a:pt x="489062" y="74578"/>
                </a:lnTo>
                <a:lnTo>
                  <a:pt x="489158" y="73314"/>
                </a:lnTo>
                <a:lnTo>
                  <a:pt x="489276" y="72076"/>
                </a:lnTo>
                <a:lnTo>
                  <a:pt x="489414" y="70864"/>
                </a:lnTo>
                <a:lnTo>
                  <a:pt x="489575" y="69679"/>
                </a:lnTo>
                <a:lnTo>
                  <a:pt x="489756" y="68520"/>
                </a:lnTo>
                <a:lnTo>
                  <a:pt x="489959" y="67387"/>
                </a:lnTo>
                <a:lnTo>
                  <a:pt x="490183" y="66281"/>
                </a:lnTo>
                <a:lnTo>
                  <a:pt x="490429" y="65201"/>
                </a:lnTo>
                <a:lnTo>
                  <a:pt x="490696" y="64147"/>
                </a:lnTo>
                <a:lnTo>
                  <a:pt x="490984" y="63120"/>
                </a:lnTo>
                <a:lnTo>
                  <a:pt x="491294" y="62119"/>
                </a:lnTo>
                <a:lnTo>
                  <a:pt x="491625" y="61144"/>
                </a:lnTo>
                <a:lnTo>
                  <a:pt x="491977" y="60196"/>
                </a:lnTo>
                <a:lnTo>
                  <a:pt x="492351" y="59274"/>
                </a:lnTo>
                <a:lnTo>
                  <a:pt x="492746" y="58378"/>
                </a:lnTo>
                <a:lnTo>
                  <a:pt x="493162" y="57509"/>
                </a:lnTo>
                <a:lnTo>
                  <a:pt x="493600" y="56666"/>
                </a:lnTo>
                <a:lnTo>
                  <a:pt x="494059" y="55849"/>
                </a:lnTo>
                <a:lnTo>
                  <a:pt x="494540" y="55059"/>
                </a:lnTo>
                <a:lnTo>
                  <a:pt x="495042" y="54295"/>
                </a:lnTo>
                <a:lnTo>
                  <a:pt x="495565" y="53560"/>
                </a:lnTo>
                <a:lnTo>
                  <a:pt x="496108" y="52856"/>
                </a:lnTo>
                <a:lnTo>
                  <a:pt x="496672" y="52183"/>
                </a:lnTo>
                <a:lnTo>
                  <a:pt x="497258" y="51542"/>
                </a:lnTo>
                <a:lnTo>
                  <a:pt x="497863" y="50932"/>
                </a:lnTo>
                <a:lnTo>
                  <a:pt x="498490" y="50353"/>
                </a:lnTo>
                <a:lnTo>
                  <a:pt x="499137" y="49806"/>
                </a:lnTo>
                <a:lnTo>
                  <a:pt x="499805" y="49290"/>
                </a:lnTo>
                <a:lnTo>
                  <a:pt x="500494" y="48805"/>
                </a:lnTo>
                <a:lnTo>
                  <a:pt x="501203" y="48351"/>
                </a:lnTo>
                <a:lnTo>
                  <a:pt x="501933" y="47929"/>
                </a:lnTo>
                <a:lnTo>
                  <a:pt x="502684" y="47538"/>
                </a:lnTo>
                <a:lnTo>
                  <a:pt x="503456" y="47178"/>
                </a:lnTo>
                <a:lnTo>
                  <a:pt x="504248" y="46850"/>
                </a:lnTo>
                <a:lnTo>
                  <a:pt x="505061" y="46553"/>
                </a:lnTo>
                <a:lnTo>
                  <a:pt x="505895" y="46287"/>
                </a:lnTo>
                <a:lnTo>
                  <a:pt x="506749" y="46052"/>
                </a:lnTo>
                <a:lnTo>
                  <a:pt x="507624" y="45849"/>
                </a:lnTo>
                <a:lnTo>
                  <a:pt x="508520" y="45677"/>
                </a:lnTo>
                <a:lnTo>
                  <a:pt x="509437" y="45536"/>
                </a:lnTo>
                <a:lnTo>
                  <a:pt x="510374" y="45426"/>
                </a:lnTo>
                <a:lnTo>
                  <a:pt x="511332" y="45348"/>
                </a:lnTo>
                <a:lnTo>
                  <a:pt x="512311" y="45301"/>
                </a:lnTo>
                <a:lnTo>
                  <a:pt x="513311" y="45286"/>
                </a:lnTo>
                <a:lnTo>
                  <a:pt x="514072" y="45294"/>
                </a:lnTo>
                <a:lnTo>
                  <a:pt x="514823" y="45321"/>
                </a:lnTo>
                <a:lnTo>
                  <a:pt x="515562" y="45365"/>
                </a:lnTo>
                <a:lnTo>
                  <a:pt x="516291" y="45427"/>
                </a:lnTo>
                <a:lnTo>
                  <a:pt x="517009" y="45506"/>
                </a:lnTo>
                <a:lnTo>
                  <a:pt x="517716" y="45603"/>
                </a:lnTo>
                <a:lnTo>
                  <a:pt x="518412" y="45717"/>
                </a:lnTo>
                <a:lnTo>
                  <a:pt x="519097" y="45849"/>
                </a:lnTo>
                <a:lnTo>
                  <a:pt x="519771" y="45999"/>
                </a:lnTo>
                <a:lnTo>
                  <a:pt x="520434" y="46167"/>
                </a:lnTo>
                <a:lnTo>
                  <a:pt x="521086" y="46352"/>
                </a:lnTo>
                <a:lnTo>
                  <a:pt x="521728" y="46554"/>
                </a:lnTo>
                <a:lnTo>
                  <a:pt x="522358" y="46774"/>
                </a:lnTo>
                <a:lnTo>
                  <a:pt x="522978" y="47012"/>
                </a:lnTo>
                <a:lnTo>
                  <a:pt x="523586" y="47268"/>
                </a:lnTo>
                <a:lnTo>
                  <a:pt x="524184" y="47541"/>
                </a:lnTo>
                <a:lnTo>
                  <a:pt x="524771" y="47831"/>
                </a:lnTo>
                <a:lnTo>
                  <a:pt x="525347" y="48140"/>
                </a:lnTo>
                <a:lnTo>
                  <a:pt x="525912" y="48466"/>
                </a:lnTo>
                <a:lnTo>
                  <a:pt x="526466" y="48809"/>
                </a:lnTo>
                <a:lnTo>
                  <a:pt x="527009" y="49170"/>
                </a:lnTo>
                <a:lnTo>
                  <a:pt x="527541" y="49549"/>
                </a:lnTo>
                <a:lnTo>
                  <a:pt x="528063" y="49946"/>
                </a:lnTo>
                <a:lnTo>
                  <a:pt x="528573" y="50360"/>
                </a:lnTo>
                <a:lnTo>
                  <a:pt x="529074" y="50787"/>
                </a:lnTo>
                <a:lnTo>
                  <a:pt x="529567" y="51224"/>
                </a:lnTo>
                <a:lnTo>
                  <a:pt x="530052" y="51670"/>
                </a:lnTo>
                <a:lnTo>
                  <a:pt x="530528" y="52126"/>
                </a:lnTo>
                <a:lnTo>
                  <a:pt x="530997" y="52591"/>
                </a:lnTo>
                <a:lnTo>
                  <a:pt x="531457" y="53066"/>
                </a:lnTo>
                <a:lnTo>
                  <a:pt x="531910" y="53550"/>
                </a:lnTo>
                <a:lnTo>
                  <a:pt x="532354" y="54043"/>
                </a:lnTo>
                <a:lnTo>
                  <a:pt x="532791" y="54545"/>
                </a:lnTo>
                <a:lnTo>
                  <a:pt x="533219" y="55057"/>
                </a:lnTo>
                <a:lnTo>
                  <a:pt x="533639" y="55579"/>
                </a:lnTo>
                <a:lnTo>
                  <a:pt x="534051" y="56109"/>
                </a:lnTo>
                <a:lnTo>
                  <a:pt x="534456" y="56650"/>
                </a:lnTo>
                <a:lnTo>
                  <a:pt x="534852" y="57199"/>
                </a:lnTo>
                <a:lnTo>
                  <a:pt x="535240" y="57758"/>
                </a:lnTo>
                <a:lnTo>
                  <a:pt x="535619" y="58326"/>
                </a:lnTo>
                <a:lnTo>
                  <a:pt x="535991" y="58904"/>
                </a:lnTo>
                <a:lnTo>
                  <a:pt x="536355" y="59491"/>
                </a:lnTo>
                <a:lnTo>
                  <a:pt x="536711" y="60087"/>
                </a:lnTo>
                <a:lnTo>
                  <a:pt x="537058" y="60693"/>
                </a:lnTo>
                <a:lnTo>
                  <a:pt x="537398" y="61308"/>
                </a:lnTo>
                <a:lnTo>
                  <a:pt x="537729" y="61933"/>
                </a:lnTo>
                <a:lnTo>
                  <a:pt x="538053" y="62567"/>
                </a:lnTo>
                <a:lnTo>
                  <a:pt x="538368" y="63210"/>
                </a:lnTo>
                <a:lnTo>
                  <a:pt x="538368" y="98772"/>
                </a:lnTo>
                <a:lnTo>
                  <a:pt x="538030" y="99329"/>
                </a:lnTo>
                <a:lnTo>
                  <a:pt x="537683" y="99880"/>
                </a:lnTo>
                <a:lnTo>
                  <a:pt x="537327" y="100424"/>
                </a:lnTo>
                <a:lnTo>
                  <a:pt x="536963" y="100962"/>
                </a:lnTo>
                <a:lnTo>
                  <a:pt x="536591" y="101492"/>
                </a:lnTo>
                <a:lnTo>
                  <a:pt x="536210" y="102016"/>
                </a:lnTo>
                <a:lnTo>
                  <a:pt x="535820" y="102533"/>
                </a:lnTo>
                <a:lnTo>
                  <a:pt x="535422" y="103044"/>
                </a:lnTo>
                <a:lnTo>
                  <a:pt x="535015" y="103547"/>
                </a:lnTo>
                <a:lnTo>
                  <a:pt x="534600" y="104044"/>
                </a:lnTo>
                <a:lnTo>
                  <a:pt x="534176" y="104534"/>
                </a:lnTo>
                <a:lnTo>
                  <a:pt x="533744" y="105018"/>
                </a:lnTo>
                <a:lnTo>
                  <a:pt x="533303" y="105494"/>
                </a:lnTo>
                <a:lnTo>
                  <a:pt x="532854" y="105964"/>
                </a:lnTo>
                <a:lnTo>
                  <a:pt x="532396" y="106427"/>
                </a:lnTo>
                <a:lnTo>
                  <a:pt x="531929" y="106884"/>
                </a:lnTo>
                <a:lnTo>
                  <a:pt x="531454" y="107334"/>
                </a:lnTo>
                <a:lnTo>
                  <a:pt x="530971" y="107776"/>
                </a:lnTo>
                <a:lnTo>
                  <a:pt x="530478" y="108213"/>
                </a:lnTo>
                <a:lnTo>
                  <a:pt x="529978" y="108642"/>
                </a:lnTo>
                <a:lnTo>
                  <a:pt x="529469" y="109065"/>
                </a:lnTo>
                <a:lnTo>
                  <a:pt x="528951" y="109481"/>
                </a:lnTo>
                <a:lnTo>
                  <a:pt x="528424" y="109890"/>
                </a:lnTo>
                <a:lnTo>
                  <a:pt x="527890" y="110293"/>
                </a:lnTo>
                <a:lnTo>
                  <a:pt x="527345" y="110683"/>
                </a:lnTo>
                <a:lnTo>
                  <a:pt x="526789" y="111058"/>
                </a:lnTo>
                <a:lnTo>
                  <a:pt x="526221" y="111415"/>
                </a:lnTo>
                <a:lnTo>
                  <a:pt x="525642" y="111756"/>
                </a:lnTo>
                <a:lnTo>
                  <a:pt x="525052" y="112080"/>
                </a:lnTo>
                <a:lnTo>
                  <a:pt x="524450" y="112388"/>
                </a:lnTo>
                <a:lnTo>
                  <a:pt x="523837" y="112679"/>
                </a:lnTo>
                <a:lnTo>
                  <a:pt x="523212" y="112953"/>
                </a:lnTo>
                <a:lnTo>
                  <a:pt x="522576" y="113211"/>
                </a:lnTo>
                <a:lnTo>
                  <a:pt x="521929" y="113452"/>
                </a:lnTo>
                <a:lnTo>
                  <a:pt x="521270" y="113677"/>
                </a:lnTo>
                <a:lnTo>
                  <a:pt x="520600" y="113885"/>
                </a:lnTo>
                <a:lnTo>
                  <a:pt x="519919" y="114076"/>
                </a:lnTo>
                <a:lnTo>
                  <a:pt x="519226" y="114250"/>
                </a:lnTo>
                <a:lnTo>
                  <a:pt x="518522" y="114408"/>
                </a:lnTo>
                <a:lnTo>
                  <a:pt x="517806" y="114550"/>
                </a:lnTo>
                <a:lnTo>
                  <a:pt x="517079" y="114674"/>
                </a:lnTo>
                <a:lnTo>
                  <a:pt x="516340" y="114783"/>
                </a:lnTo>
                <a:lnTo>
                  <a:pt x="515591" y="114874"/>
                </a:lnTo>
                <a:lnTo>
                  <a:pt x="514829" y="114949"/>
                </a:lnTo>
                <a:lnTo>
                  <a:pt x="514057" y="115007"/>
                </a:lnTo>
                <a:lnTo>
                  <a:pt x="513273" y="115049"/>
                </a:lnTo>
                <a:lnTo>
                  <a:pt x="512477" y="115074"/>
                </a:lnTo>
                <a:lnTo>
                  <a:pt x="511671" y="115082"/>
                </a:lnTo>
                <a:lnTo>
                  <a:pt x="510746" y="115066"/>
                </a:lnTo>
                <a:lnTo>
                  <a:pt x="509840" y="115019"/>
                </a:lnTo>
                <a:lnTo>
                  <a:pt x="508953" y="114941"/>
                </a:lnTo>
                <a:lnTo>
                  <a:pt x="508085" y="114832"/>
                </a:lnTo>
                <a:close/>
                <a:moveTo>
                  <a:pt x="61413" y="125925"/>
                </a:moveTo>
                <a:lnTo>
                  <a:pt x="66516" y="89022"/>
                </a:lnTo>
                <a:lnTo>
                  <a:pt x="85560" y="89022"/>
                </a:lnTo>
                <a:lnTo>
                  <a:pt x="85560" y="78726"/>
                </a:lnTo>
                <a:lnTo>
                  <a:pt x="67974" y="78726"/>
                </a:lnTo>
                <a:lnTo>
                  <a:pt x="71345" y="53760"/>
                </a:lnTo>
                <a:lnTo>
                  <a:pt x="90480" y="53760"/>
                </a:lnTo>
                <a:lnTo>
                  <a:pt x="90480" y="43645"/>
                </a:lnTo>
                <a:lnTo>
                  <a:pt x="72712" y="43645"/>
                </a:lnTo>
                <a:lnTo>
                  <a:pt x="77906" y="7016"/>
                </a:lnTo>
                <a:lnTo>
                  <a:pt x="66607" y="7016"/>
                </a:lnTo>
                <a:lnTo>
                  <a:pt x="61505" y="43645"/>
                </a:lnTo>
                <a:lnTo>
                  <a:pt x="35900" y="43645"/>
                </a:lnTo>
                <a:lnTo>
                  <a:pt x="41094" y="7016"/>
                </a:lnTo>
                <a:lnTo>
                  <a:pt x="29887" y="7016"/>
                </a:lnTo>
                <a:lnTo>
                  <a:pt x="24602" y="43645"/>
                </a:lnTo>
                <a:lnTo>
                  <a:pt x="4738" y="43645"/>
                </a:lnTo>
                <a:lnTo>
                  <a:pt x="4738" y="53760"/>
                </a:lnTo>
                <a:lnTo>
                  <a:pt x="23326" y="53760"/>
                </a:lnTo>
                <a:lnTo>
                  <a:pt x="19681" y="78726"/>
                </a:lnTo>
                <a:lnTo>
                  <a:pt x="0" y="78726"/>
                </a:lnTo>
                <a:lnTo>
                  <a:pt x="0" y="89022"/>
                </a:lnTo>
                <a:lnTo>
                  <a:pt x="18406" y="89022"/>
                </a:lnTo>
                <a:lnTo>
                  <a:pt x="13121" y="125925"/>
                </a:lnTo>
                <a:lnTo>
                  <a:pt x="24420" y="125925"/>
                </a:lnTo>
                <a:lnTo>
                  <a:pt x="29613" y="89022"/>
                </a:lnTo>
                <a:lnTo>
                  <a:pt x="55217" y="89022"/>
                </a:lnTo>
                <a:lnTo>
                  <a:pt x="50206" y="125925"/>
                </a:lnTo>
                <a:lnTo>
                  <a:pt x="61413" y="125925"/>
                </a:lnTo>
                <a:close/>
                <a:moveTo>
                  <a:pt x="34534" y="53760"/>
                </a:moveTo>
                <a:lnTo>
                  <a:pt x="60138" y="53760"/>
                </a:lnTo>
                <a:lnTo>
                  <a:pt x="56766" y="78726"/>
                </a:lnTo>
                <a:lnTo>
                  <a:pt x="30980" y="78726"/>
                </a:lnTo>
                <a:lnTo>
                  <a:pt x="34534" y="53760"/>
                </a:lnTo>
                <a:close/>
                <a:moveTo>
                  <a:pt x="150113" y="127366"/>
                </a:moveTo>
                <a:lnTo>
                  <a:pt x="151062" y="127278"/>
                </a:lnTo>
                <a:lnTo>
                  <a:pt x="152002" y="127174"/>
                </a:lnTo>
                <a:lnTo>
                  <a:pt x="152931" y="127054"/>
                </a:lnTo>
                <a:lnTo>
                  <a:pt x="153852" y="126919"/>
                </a:lnTo>
                <a:lnTo>
                  <a:pt x="154762" y="126767"/>
                </a:lnTo>
                <a:lnTo>
                  <a:pt x="155663" y="126600"/>
                </a:lnTo>
                <a:lnTo>
                  <a:pt x="156555" y="126416"/>
                </a:lnTo>
                <a:lnTo>
                  <a:pt x="157436" y="126217"/>
                </a:lnTo>
                <a:lnTo>
                  <a:pt x="158308" y="126001"/>
                </a:lnTo>
                <a:lnTo>
                  <a:pt x="159171" y="125770"/>
                </a:lnTo>
                <a:lnTo>
                  <a:pt x="160023" y="125523"/>
                </a:lnTo>
                <a:lnTo>
                  <a:pt x="160867" y="125259"/>
                </a:lnTo>
                <a:lnTo>
                  <a:pt x="161700" y="124980"/>
                </a:lnTo>
                <a:lnTo>
                  <a:pt x="162524" y="124685"/>
                </a:lnTo>
                <a:lnTo>
                  <a:pt x="163338" y="124374"/>
                </a:lnTo>
                <a:lnTo>
                  <a:pt x="164142" y="124046"/>
                </a:lnTo>
                <a:lnTo>
                  <a:pt x="164937" y="123703"/>
                </a:lnTo>
                <a:lnTo>
                  <a:pt x="165722" y="123344"/>
                </a:lnTo>
                <a:lnTo>
                  <a:pt x="166498" y="122969"/>
                </a:lnTo>
                <a:lnTo>
                  <a:pt x="167262" y="122579"/>
                </a:lnTo>
                <a:lnTo>
                  <a:pt x="168012" y="122173"/>
                </a:lnTo>
                <a:lnTo>
                  <a:pt x="168748" y="121753"/>
                </a:lnTo>
                <a:lnTo>
                  <a:pt x="169471" y="121317"/>
                </a:lnTo>
                <a:lnTo>
                  <a:pt x="170179" y="120867"/>
                </a:lnTo>
                <a:lnTo>
                  <a:pt x="170874" y="120401"/>
                </a:lnTo>
                <a:lnTo>
                  <a:pt x="171556" y="119921"/>
                </a:lnTo>
                <a:lnTo>
                  <a:pt x="172223" y="119425"/>
                </a:lnTo>
                <a:lnTo>
                  <a:pt x="172877" y="118915"/>
                </a:lnTo>
                <a:lnTo>
                  <a:pt x="173517" y="118389"/>
                </a:lnTo>
                <a:lnTo>
                  <a:pt x="174143" y="117849"/>
                </a:lnTo>
                <a:lnTo>
                  <a:pt x="174755" y="117293"/>
                </a:lnTo>
                <a:lnTo>
                  <a:pt x="175354" y="116722"/>
                </a:lnTo>
                <a:lnTo>
                  <a:pt x="175939" y="116137"/>
                </a:lnTo>
                <a:lnTo>
                  <a:pt x="176510" y="115536"/>
                </a:lnTo>
                <a:lnTo>
                  <a:pt x="177068" y="114921"/>
                </a:lnTo>
                <a:lnTo>
                  <a:pt x="177611" y="114290"/>
                </a:lnTo>
                <a:lnTo>
                  <a:pt x="178141" y="113644"/>
                </a:lnTo>
                <a:lnTo>
                  <a:pt x="178657" y="112984"/>
                </a:lnTo>
                <a:lnTo>
                  <a:pt x="179160" y="112308"/>
                </a:lnTo>
                <a:lnTo>
                  <a:pt x="179648" y="111617"/>
                </a:lnTo>
                <a:lnTo>
                  <a:pt x="180123" y="110912"/>
                </a:lnTo>
                <a:lnTo>
                  <a:pt x="180584" y="110191"/>
                </a:lnTo>
                <a:lnTo>
                  <a:pt x="181031" y="109455"/>
                </a:lnTo>
                <a:lnTo>
                  <a:pt x="181462" y="108705"/>
                </a:lnTo>
                <a:lnTo>
                  <a:pt x="181875" y="107940"/>
                </a:lnTo>
                <a:lnTo>
                  <a:pt x="182270" y="107161"/>
                </a:lnTo>
                <a:lnTo>
                  <a:pt x="182646" y="106368"/>
                </a:lnTo>
                <a:lnTo>
                  <a:pt x="183004" y="105561"/>
                </a:lnTo>
                <a:lnTo>
                  <a:pt x="183343" y="104739"/>
                </a:lnTo>
                <a:lnTo>
                  <a:pt x="183664" y="103903"/>
                </a:lnTo>
                <a:lnTo>
                  <a:pt x="183967" y="103053"/>
                </a:lnTo>
                <a:lnTo>
                  <a:pt x="184252" y="102189"/>
                </a:lnTo>
                <a:lnTo>
                  <a:pt x="184518" y="101310"/>
                </a:lnTo>
                <a:lnTo>
                  <a:pt x="184765" y="100418"/>
                </a:lnTo>
                <a:lnTo>
                  <a:pt x="184995" y="99511"/>
                </a:lnTo>
                <a:lnTo>
                  <a:pt x="185206" y="98590"/>
                </a:lnTo>
                <a:lnTo>
                  <a:pt x="185399" y="97654"/>
                </a:lnTo>
                <a:lnTo>
                  <a:pt x="185573" y="96705"/>
                </a:lnTo>
                <a:lnTo>
                  <a:pt x="185729" y="95741"/>
                </a:lnTo>
                <a:lnTo>
                  <a:pt x="185866" y="94763"/>
                </a:lnTo>
                <a:lnTo>
                  <a:pt x="185986" y="93771"/>
                </a:lnTo>
                <a:lnTo>
                  <a:pt x="186087" y="92764"/>
                </a:lnTo>
                <a:lnTo>
                  <a:pt x="186169" y="91744"/>
                </a:lnTo>
                <a:lnTo>
                  <a:pt x="186233" y="90709"/>
                </a:lnTo>
                <a:lnTo>
                  <a:pt x="186279" y="89660"/>
                </a:lnTo>
                <a:lnTo>
                  <a:pt x="186307" y="88596"/>
                </a:lnTo>
                <a:lnTo>
                  <a:pt x="186316" y="87519"/>
                </a:lnTo>
                <a:lnTo>
                  <a:pt x="186307" y="86412"/>
                </a:lnTo>
                <a:lnTo>
                  <a:pt x="186280" y="85323"/>
                </a:lnTo>
                <a:lnTo>
                  <a:pt x="186234" y="84250"/>
                </a:lnTo>
                <a:lnTo>
                  <a:pt x="186171" y="83194"/>
                </a:lnTo>
                <a:lnTo>
                  <a:pt x="186089" y="82154"/>
                </a:lnTo>
                <a:lnTo>
                  <a:pt x="185989" y="81132"/>
                </a:lnTo>
                <a:lnTo>
                  <a:pt x="185870" y="80126"/>
                </a:lnTo>
                <a:lnTo>
                  <a:pt x="185734" y="79137"/>
                </a:lnTo>
                <a:lnTo>
                  <a:pt x="185579" y="78164"/>
                </a:lnTo>
                <a:lnTo>
                  <a:pt x="185406" y="77208"/>
                </a:lnTo>
                <a:lnTo>
                  <a:pt x="185215" y="76270"/>
                </a:lnTo>
                <a:lnTo>
                  <a:pt x="185006" y="75347"/>
                </a:lnTo>
                <a:lnTo>
                  <a:pt x="184779" y="74442"/>
                </a:lnTo>
                <a:lnTo>
                  <a:pt x="184533" y="73553"/>
                </a:lnTo>
                <a:lnTo>
                  <a:pt x="184269" y="72681"/>
                </a:lnTo>
                <a:lnTo>
                  <a:pt x="183988" y="71826"/>
                </a:lnTo>
                <a:lnTo>
                  <a:pt x="183687" y="70988"/>
                </a:lnTo>
                <a:lnTo>
                  <a:pt x="183369" y="70166"/>
                </a:lnTo>
                <a:lnTo>
                  <a:pt x="183032" y="69361"/>
                </a:lnTo>
                <a:lnTo>
                  <a:pt x="182678" y="68573"/>
                </a:lnTo>
                <a:lnTo>
                  <a:pt x="182305" y="67802"/>
                </a:lnTo>
                <a:lnTo>
                  <a:pt x="181914" y="67047"/>
                </a:lnTo>
                <a:lnTo>
                  <a:pt x="181504" y="66309"/>
                </a:lnTo>
                <a:lnTo>
                  <a:pt x="181077" y="65588"/>
                </a:lnTo>
                <a:lnTo>
                  <a:pt x="180634" y="64883"/>
                </a:lnTo>
                <a:lnTo>
                  <a:pt x="180179" y="64193"/>
                </a:lnTo>
                <a:lnTo>
                  <a:pt x="179712" y="63518"/>
                </a:lnTo>
                <a:lnTo>
                  <a:pt x="179233" y="62860"/>
                </a:lnTo>
                <a:lnTo>
                  <a:pt x="178742" y="62216"/>
                </a:lnTo>
                <a:lnTo>
                  <a:pt x="178238" y="61588"/>
                </a:lnTo>
                <a:lnTo>
                  <a:pt x="177722" y="60976"/>
                </a:lnTo>
                <a:lnTo>
                  <a:pt x="177194" y="60379"/>
                </a:lnTo>
                <a:lnTo>
                  <a:pt x="176654" y="59798"/>
                </a:lnTo>
                <a:lnTo>
                  <a:pt x="176102" y="59232"/>
                </a:lnTo>
                <a:lnTo>
                  <a:pt x="175537" y="58682"/>
                </a:lnTo>
                <a:lnTo>
                  <a:pt x="174961" y="58147"/>
                </a:lnTo>
                <a:lnTo>
                  <a:pt x="174372" y="57627"/>
                </a:lnTo>
                <a:lnTo>
                  <a:pt x="173771" y="57123"/>
                </a:lnTo>
                <a:lnTo>
                  <a:pt x="173157" y="56635"/>
                </a:lnTo>
                <a:lnTo>
                  <a:pt x="172532" y="56162"/>
                </a:lnTo>
                <a:lnTo>
                  <a:pt x="171894" y="55705"/>
                </a:lnTo>
                <a:lnTo>
                  <a:pt x="171245" y="55263"/>
                </a:lnTo>
                <a:lnTo>
                  <a:pt x="170583" y="54836"/>
                </a:lnTo>
                <a:lnTo>
                  <a:pt x="169909" y="54425"/>
                </a:lnTo>
                <a:lnTo>
                  <a:pt x="169222" y="54030"/>
                </a:lnTo>
                <a:lnTo>
                  <a:pt x="168524" y="53650"/>
                </a:lnTo>
                <a:lnTo>
                  <a:pt x="167813" y="53286"/>
                </a:lnTo>
                <a:lnTo>
                  <a:pt x="167090" y="52937"/>
                </a:lnTo>
                <a:lnTo>
                  <a:pt x="166358" y="52602"/>
                </a:lnTo>
                <a:lnTo>
                  <a:pt x="165620" y="52282"/>
                </a:lnTo>
                <a:lnTo>
                  <a:pt x="164875" y="51976"/>
                </a:lnTo>
                <a:lnTo>
                  <a:pt x="164124" y="51685"/>
                </a:lnTo>
                <a:lnTo>
                  <a:pt x="163366" y="51407"/>
                </a:lnTo>
                <a:lnTo>
                  <a:pt x="162603" y="51144"/>
                </a:lnTo>
                <a:lnTo>
                  <a:pt x="161833" y="50895"/>
                </a:lnTo>
                <a:lnTo>
                  <a:pt x="161056" y="50660"/>
                </a:lnTo>
                <a:lnTo>
                  <a:pt x="160273" y="50440"/>
                </a:lnTo>
                <a:lnTo>
                  <a:pt x="159484" y="50233"/>
                </a:lnTo>
                <a:lnTo>
                  <a:pt x="158689" y="50041"/>
                </a:lnTo>
                <a:lnTo>
                  <a:pt x="157887" y="49864"/>
                </a:lnTo>
                <a:lnTo>
                  <a:pt x="157079" y="49700"/>
                </a:lnTo>
                <a:lnTo>
                  <a:pt x="156265" y="49551"/>
                </a:lnTo>
                <a:lnTo>
                  <a:pt x="155444" y="49415"/>
                </a:lnTo>
                <a:lnTo>
                  <a:pt x="154617" y="49294"/>
                </a:lnTo>
                <a:lnTo>
                  <a:pt x="153784" y="49188"/>
                </a:lnTo>
                <a:lnTo>
                  <a:pt x="152944" y="49095"/>
                </a:lnTo>
                <a:lnTo>
                  <a:pt x="152098" y="49017"/>
                </a:lnTo>
                <a:lnTo>
                  <a:pt x="151246" y="48953"/>
                </a:lnTo>
                <a:lnTo>
                  <a:pt x="150387" y="48903"/>
                </a:lnTo>
                <a:lnTo>
                  <a:pt x="149522" y="48868"/>
                </a:lnTo>
                <a:lnTo>
                  <a:pt x="148651" y="48846"/>
                </a:lnTo>
                <a:lnTo>
                  <a:pt x="147773" y="48839"/>
                </a:lnTo>
                <a:lnTo>
                  <a:pt x="146990" y="48844"/>
                </a:lnTo>
                <a:lnTo>
                  <a:pt x="146218" y="48859"/>
                </a:lnTo>
                <a:lnTo>
                  <a:pt x="145459" y="48883"/>
                </a:lnTo>
                <a:lnTo>
                  <a:pt x="144712" y="48918"/>
                </a:lnTo>
                <a:lnTo>
                  <a:pt x="143977" y="48962"/>
                </a:lnTo>
                <a:lnTo>
                  <a:pt x="143254" y="49016"/>
                </a:lnTo>
                <a:lnTo>
                  <a:pt x="142544" y="49079"/>
                </a:lnTo>
                <a:lnTo>
                  <a:pt x="141845" y="49153"/>
                </a:lnTo>
                <a:lnTo>
                  <a:pt x="141159" y="49236"/>
                </a:lnTo>
                <a:lnTo>
                  <a:pt x="140485" y="49330"/>
                </a:lnTo>
                <a:lnTo>
                  <a:pt x="139824" y="49433"/>
                </a:lnTo>
                <a:lnTo>
                  <a:pt x="139174" y="49545"/>
                </a:lnTo>
                <a:lnTo>
                  <a:pt x="138537" y="49668"/>
                </a:lnTo>
                <a:lnTo>
                  <a:pt x="137911" y="49800"/>
                </a:lnTo>
                <a:lnTo>
                  <a:pt x="137298" y="49943"/>
                </a:lnTo>
                <a:lnTo>
                  <a:pt x="136697" y="50095"/>
                </a:lnTo>
                <a:lnTo>
                  <a:pt x="136109" y="50256"/>
                </a:lnTo>
                <a:lnTo>
                  <a:pt x="135532" y="50428"/>
                </a:lnTo>
                <a:lnTo>
                  <a:pt x="134968" y="50610"/>
                </a:lnTo>
                <a:lnTo>
                  <a:pt x="134416" y="50801"/>
                </a:lnTo>
                <a:lnTo>
                  <a:pt x="133876" y="51002"/>
                </a:lnTo>
                <a:lnTo>
                  <a:pt x="133348" y="51213"/>
                </a:lnTo>
                <a:lnTo>
                  <a:pt x="132832" y="51433"/>
                </a:lnTo>
                <a:lnTo>
                  <a:pt x="132329" y="51664"/>
                </a:lnTo>
                <a:lnTo>
                  <a:pt x="131836" y="51901"/>
                </a:lnTo>
                <a:lnTo>
                  <a:pt x="131352" y="52142"/>
                </a:lnTo>
                <a:lnTo>
                  <a:pt x="130877" y="52386"/>
                </a:lnTo>
                <a:lnTo>
                  <a:pt x="130411" y="52633"/>
                </a:lnTo>
                <a:lnTo>
                  <a:pt x="129955" y="52884"/>
                </a:lnTo>
                <a:lnTo>
                  <a:pt x="129507" y="53139"/>
                </a:lnTo>
                <a:lnTo>
                  <a:pt x="129068" y="53397"/>
                </a:lnTo>
                <a:lnTo>
                  <a:pt x="128638" y="53658"/>
                </a:lnTo>
                <a:lnTo>
                  <a:pt x="128218" y="53923"/>
                </a:lnTo>
                <a:lnTo>
                  <a:pt x="127806" y="54192"/>
                </a:lnTo>
                <a:lnTo>
                  <a:pt x="127403" y="54464"/>
                </a:lnTo>
                <a:lnTo>
                  <a:pt x="127010" y="54739"/>
                </a:lnTo>
                <a:lnTo>
                  <a:pt x="126625" y="55018"/>
                </a:lnTo>
                <a:lnTo>
                  <a:pt x="126249" y="55300"/>
                </a:lnTo>
                <a:lnTo>
                  <a:pt x="125883" y="55586"/>
                </a:lnTo>
                <a:lnTo>
                  <a:pt x="125525" y="55876"/>
                </a:lnTo>
                <a:lnTo>
                  <a:pt x="125177" y="56168"/>
                </a:lnTo>
                <a:lnTo>
                  <a:pt x="124837" y="56465"/>
                </a:lnTo>
                <a:lnTo>
                  <a:pt x="124507" y="56764"/>
                </a:lnTo>
                <a:lnTo>
                  <a:pt x="124185" y="57068"/>
                </a:lnTo>
                <a:lnTo>
                  <a:pt x="123873" y="57374"/>
                </a:lnTo>
                <a:lnTo>
                  <a:pt x="123569" y="57685"/>
                </a:lnTo>
                <a:lnTo>
                  <a:pt x="123275" y="57998"/>
                </a:lnTo>
                <a:lnTo>
                  <a:pt x="122989" y="58315"/>
                </a:lnTo>
                <a:lnTo>
                  <a:pt x="126178" y="20775"/>
                </a:lnTo>
                <a:lnTo>
                  <a:pt x="178115" y="20775"/>
                </a:lnTo>
                <a:lnTo>
                  <a:pt x="178115" y="7198"/>
                </a:lnTo>
                <a:lnTo>
                  <a:pt x="113968" y="7198"/>
                </a:lnTo>
                <a:lnTo>
                  <a:pt x="108775" y="70753"/>
                </a:lnTo>
                <a:lnTo>
                  <a:pt x="122534" y="70753"/>
                </a:lnTo>
                <a:lnTo>
                  <a:pt x="122840" y="70401"/>
                </a:lnTo>
                <a:lnTo>
                  <a:pt x="123154" y="70056"/>
                </a:lnTo>
                <a:lnTo>
                  <a:pt x="123474" y="69717"/>
                </a:lnTo>
                <a:lnTo>
                  <a:pt x="123800" y="69385"/>
                </a:lnTo>
                <a:lnTo>
                  <a:pt x="124133" y="69059"/>
                </a:lnTo>
                <a:lnTo>
                  <a:pt x="124473" y="68739"/>
                </a:lnTo>
                <a:lnTo>
                  <a:pt x="124819" y="68426"/>
                </a:lnTo>
                <a:lnTo>
                  <a:pt x="125171" y="68120"/>
                </a:lnTo>
                <a:lnTo>
                  <a:pt x="125530" y="67819"/>
                </a:lnTo>
                <a:lnTo>
                  <a:pt x="125895" y="67526"/>
                </a:lnTo>
                <a:lnTo>
                  <a:pt x="126267" y="67238"/>
                </a:lnTo>
                <a:lnTo>
                  <a:pt x="126645" y="66957"/>
                </a:lnTo>
                <a:lnTo>
                  <a:pt x="127030" y="66683"/>
                </a:lnTo>
                <a:lnTo>
                  <a:pt x="127421" y="66415"/>
                </a:lnTo>
                <a:lnTo>
                  <a:pt x="127819" y="66154"/>
                </a:lnTo>
                <a:lnTo>
                  <a:pt x="128223" y="65899"/>
                </a:lnTo>
                <a:lnTo>
                  <a:pt x="128634" y="65650"/>
                </a:lnTo>
                <a:lnTo>
                  <a:pt x="129051" y="65408"/>
                </a:lnTo>
                <a:lnTo>
                  <a:pt x="129475" y="65172"/>
                </a:lnTo>
                <a:lnTo>
                  <a:pt x="129905" y="64943"/>
                </a:lnTo>
                <a:lnTo>
                  <a:pt x="130342" y="64720"/>
                </a:lnTo>
                <a:lnTo>
                  <a:pt x="130785" y="64503"/>
                </a:lnTo>
                <a:lnTo>
                  <a:pt x="131235" y="64294"/>
                </a:lnTo>
                <a:lnTo>
                  <a:pt x="131691" y="64090"/>
                </a:lnTo>
                <a:lnTo>
                  <a:pt x="132155" y="63894"/>
                </a:lnTo>
                <a:lnTo>
                  <a:pt x="132630" y="63706"/>
                </a:lnTo>
                <a:lnTo>
                  <a:pt x="133115" y="63527"/>
                </a:lnTo>
                <a:lnTo>
                  <a:pt x="133611" y="63356"/>
                </a:lnTo>
                <a:lnTo>
                  <a:pt x="134116" y="63193"/>
                </a:lnTo>
                <a:lnTo>
                  <a:pt x="134632" y="63039"/>
                </a:lnTo>
                <a:lnTo>
                  <a:pt x="135159" y="62893"/>
                </a:lnTo>
                <a:lnTo>
                  <a:pt x="135695" y="62755"/>
                </a:lnTo>
                <a:lnTo>
                  <a:pt x="136242" y="62626"/>
                </a:lnTo>
                <a:lnTo>
                  <a:pt x="136799" y="62505"/>
                </a:lnTo>
                <a:lnTo>
                  <a:pt x="137366" y="62392"/>
                </a:lnTo>
                <a:lnTo>
                  <a:pt x="137944" y="62288"/>
                </a:lnTo>
                <a:lnTo>
                  <a:pt x="138532" y="62192"/>
                </a:lnTo>
                <a:lnTo>
                  <a:pt x="139130" y="62104"/>
                </a:lnTo>
                <a:lnTo>
                  <a:pt x="139738" y="62025"/>
                </a:lnTo>
                <a:lnTo>
                  <a:pt x="140357" y="61954"/>
                </a:lnTo>
                <a:lnTo>
                  <a:pt x="140986" y="61891"/>
                </a:lnTo>
                <a:lnTo>
                  <a:pt x="141626" y="61837"/>
                </a:lnTo>
                <a:lnTo>
                  <a:pt x="142275" y="61791"/>
                </a:lnTo>
                <a:lnTo>
                  <a:pt x="142935" y="61754"/>
                </a:lnTo>
                <a:lnTo>
                  <a:pt x="143605" y="61724"/>
                </a:lnTo>
                <a:lnTo>
                  <a:pt x="144286" y="61704"/>
                </a:lnTo>
                <a:lnTo>
                  <a:pt x="144976" y="61691"/>
                </a:lnTo>
                <a:lnTo>
                  <a:pt x="145677" y="61687"/>
                </a:lnTo>
                <a:lnTo>
                  <a:pt x="146618" y="61698"/>
                </a:lnTo>
                <a:lnTo>
                  <a:pt x="147543" y="61731"/>
                </a:lnTo>
                <a:lnTo>
                  <a:pt x="148452" y="61786"/>
                </a:lnTo>
                <a:lnTo>
                  <a:pt x="149344" y="61862"/>
                </a:lnTo>
                <a:lnTo>
                  <a:pt x="150220" y="61961"/>
                </a:lnTo>
                <a:lnTo>
                  <a:pt x="151079" y="62082"/>
                </a:lnTo>
                <a:lnTo>
                  <a:pt x="151922" y="62225"/>
                </a:lnTo>
                <a:lnTo>
                  <a:pt x="152749" y="62389"/>
                </a:lnTo>
                <a:lnTo>
                  <a:pt x="153560" y="62576"/>
                </a:lnTo>
                <a:lnTo>
                  <a:pt x="154354" y="62784"/>
                </a:lnTo>
                <a:lnTo>
                  <a:pt x="155132" y="63015"/>
                </a:lnTo>
                <a:lnTo>
                  <a:pt x="155894" y="63267"/>
                </a:lnTo>
                <a:lnTo>
                  <a:pt x="156640" y="63542"/>
                </a:lnTo>
                <a:lnTo>
                  <a:pt x="157369" y="63838"/>
                </a:lnTo>
                <a:lnTo>
                  <a:pt x="158082" y="64156"/>
                </a:lnTo>
                <a:lnTo>
                  <a:pt x="158778" y="64496"/>
                </a:lnTo>
                <a:lnTo>
                  <a:pt x="159459" y="64858"/>
                </a:lnTo>
                <a:lnTo>
                  <a:pt x="160123" y="65243"/>
                </a:lnTo>
                <a:lnTo>
                  <a:pt x="160770" y="65649"/>
                </a:lnTo>
                <a:lnTo>
                  <a:pt x="161402" y="66077"/>
                </a:lnTo>
                <a:lnTo>
                  <a:pt x="162017" y="66527"/>
                </a:lnTo>
                <a:lnTo>
                  <a:pt x="162616" y="66998"/>
                </a:lnTo>
                <a:lnTo>
                  <a:pt x="163198" y="67492"/>
                </a:lnTo>
                <a:lnTo>
                  <a:pt x="163764" y="68008"/>
                </a:lnTo>
                <a:lnTo>
                  <a:pt x="164311" y="68547"/>
                </a:lnTo>
                <a:lnTo>
                  <a:pt x="164834" y="69109"/>
                </a:lnTo>
                <a:lnTo>
                  <a:pt x="165334" y="69696"/>
                </a:lnTo>
                <a:lnTo>
                  <a:pt x="165811" y="70306"/>
                </a:lnTo>
                <a:lnTo>
                  <a:pt x="166264" y="70940"/>
                </a:lnTo>
                <a:lnTo>
                  <a:pt x="166694" y="71598"/>
                </a:lnTo>
                <a:lnTo>
                  <a:pt x="167101" y="72280"/>
                </a:lnTo>
                <a:lnTo>
                  <a:pt x="167485" y="72985"/>
                </a:lnTo>
                <a:lnTo>
                  <a:pt x="167845" y="73715"/>
                </a:lnTo>
                <a:lnTo>
                  <a:pt x="168183" y="74468"/>
                </a:lnTo>
                <a:lnTo>
                  <a:pt x="168497" y="75245"/>
                </a:lnTo>
                <a:lnTo>
                  <a:pt x="168787" y="76046"/>
                </a:lnTo>
                <a:lnTo>
                  <a:pt x="169055" y="76871"/>
                </a:lnTo>
                <a:lnTo>
                  <a:pt x="169299" y="77720"/>
                </a:lnTo>
                <a:lnTo>
                  <a:pt x="169520" y="78593"/>
                </a:lnTo>
                <a:lnTo>
                  <a:pt x="169717" y="79489"/>
                </a:lnTo>
                <a:lnTo>
                  <a:pt x="169892" y="80409"/>
                </a:lnTo>
                <a:lnTo>
                  <a:pt x="170043" y="81353"/>
                </a:lnTo>
                <a:lnTo>
                  <a:pt x="170171" y="82321"/>
                </a:lnTo>
                <a:lnTo>
                  <a:pt x="170276" y="83313"/>
                </a:lnTo>
                <a:lnTo>
                  <a:pt x="170357" y="84329"/>
                </a:lnTo>
                <a:lnTo>
                  <a:pt x="170415" y="85368"/>
                </a:lnTo>
                <a:lnTo>
                  <a:pt x="170450" y="86432"/>
                </a:lnTo>
                <a:lnTo>
                  <a:pt x="170462" y="87519"/>
                </a:lnTo>
                <a:lnTo>
                  <a:pt x="170450" y="88622"/>
                </a:lnTo>
                <a:lnTo>
                  <a:pt x="170415" y="89702"/>
                </a:lnTo>
                <a:lnTo>
                  <a:pt x="170358" y="90759"/>
                </a:lnTo>
                <a:lnTo>
                  <a:pt x="170277" y="91794"/>
                </a:lnTo>
                <a:lnTo>
                  <a:pt x="170173" y="92806"/>
                </a:lnTo>
                <a:lnTo>
                  <a:pt x="170046" y="93795"/>
                </a:lnTo>
                <a:lnTo>
                  <a:pt x="169896" y="94762"/>
                </a:lnTo>
                <a:lnTo>
                  <a:pt x="169722" y="95705"/>
                </a:lnTo>
                <a:lnTo>
                  <a:pt x="169526" y="96626"/>
                </a:lnTo>
                <a:lnTo>
                  <a:pt x="169307" y="97525"/>
                </a:lnTo>
                <a:lnTo>
                  <a:pt x="169064" y="98400"/>
                </a:lnTo>
                <a:lnTo>
                  <a:pt x="168799" y="99253"/>
                </a:lnTo>
                <a:lnTo>
                  <a:pt x="168510" y="100083"/>
                </a:lnTo>
                <a:lnTo>
                  <a:pt x="168198" y="100890"/>
                </a:lnTo>
                <a:lnTo>
                  <a:pt x="167863" y="101675"/>
                </a:lnTo>
                <a:lnTo>
                  <a:pt x="167505" y="102437"/>
                </a:lnTo>
                <a:lnTo>
                  <a:pt x="167124" y="103176"/>
                </a:lnTo>
                <a:lnTo>
                  <a:pt x="166720" y="103892"/>
                </a:lnTo>
                <a:lnTo>
                  <a:pt x="166293" y="104586"/>
                </a:lnTo>
                <a:lnTo>
                  <a:pt x="165842" y="105257"/>
                </a:lnTo>
                <a:lnTo>
                  <a:pt x="165369" y="105905"/>
                </a:lnTo>
                <a:lnTo>
                  <a:pt x="164872" y="106530"/>
                </a:lnTo>
                <a:lnTo>
                  <a:pt x="164353" y="107133"/>
                </a:lnTo>
                <a:lnTo>
                  <a:pt x="163810" y="107713"/>
                </a:lnTo>
                <a:lnTo>
                  <a:pt x="163246" y="108269"/>
                </a:lnTo>
                <a:lnTo>
                  <a:pt x="162665" y="108802"/>
                </a:lnTo>
                <a:lnTo>
                  <a:pt x="162064" y="109312"/>
                </a:lnTo>
                <a:lnTo>
                  <a:pt x="161446" y="109797"/>
                </a:lnTo>
                <a:lnTo>
                  <a:pt x="160809" y="110259"/>
                </a:lnTo>
                <a:lnTo>
                  <a:pt x="160154" y="110698"/>
                </a:lnTo>
                <a:lnTo>
                  <a:pt x="159480" y="111112"/>
                </a:lnTo>
                <a:lnTo>
                  <a:pt x="158788" y="111503"/>
                </a:lnTo>
                <a:lnTo>
                  <a:pt x="158078" y="111870"/>
                </a:lnTo>
                <a:lnTo>
                  <a:pt x="157349" y="112214"/>
                </a:lnTo>
                <a:lnTo>
                  <a:pt x="156602" y="112533"/>
                </a:lnTo>
                <a:lnTo>
                  <a:pt x="155837" y="112830"/>
                </a:lnTo>
                <a:lnTo>
                  <a:pt x="155053" y="113102"/>
                </a:lnTo>
                <a:lnTo>
                  <a:pt x="154251" y="113351"/>
                </a:lnTo>
                <a:lnTo>
                  <a:pt x="153431" y="113576"/>
                </a:lnTo>
                <a:lnTo>
                  <a:pt x="152592" y="113777"/>
                </a:lnTo>
                <a:lnTo>
                  <a:pt x="151735" y="113955"/>
                </a:lnTo>
                <a:lnTo>
                  <a:pt x="150860" y="114109"/>
                </a:lnTo>
                <a:lnTo>
                  <a:pt x="149966" y="114239"/>
                </a:lnTo>
                <a:lnTo>
                  <a:pt x="149054" y="114346"/>
                </a:lnTo>
                <a:lnTo>
                  <a:pt x="148123" y="114429"/>
                </a:lnTo>
                <a:lnTo>
                  <a:pt x="147175" y="114488"/>
                </a:lnTo>
                <a:lnTo>
                  <a:pt x="146207" y="114523"/>
                </a:lnTo>
                <a:lnTo>
                  <a:pt x="145222" y="114535"/>
                </a:lnTo>
                <a:lnTo>
                  <a:pt x="144288" y="114525"/>
                </a:lnTo>
                <a:lnTo>
                  <a:pt x="143368" y="114496"/>
                </a:lnTo>
                <a:lnTo>
                  <a:pt x="142462" y="114447"/>
                </a:lnTo>
                <a:lnTo>
                  <a:pt x="141571" y="114378"/>
                </a:lnTo>
                <a:lnTo>
                  <a:pt x="140694" y="114290"/>
                </a:lnTo>
                <a:lnTo>
                  <a:pt x="139832" y="114182"/>
                </a:lnTo>
                <a:lnTo>
                  <a:pt x="138984" y="114055"/>
                </a:lnTo>
                <a:lnTo>
                  <a:pt x="138150" y="113908"/>
                </a:lnTo>
                <a:lnTo>
                  <a:pt x="137331" y="113741"/>
                </a:lnTo>
                <a:lnTo>
                  <a:pt x="136526" y="113554"/>
                </a:lnTo>
                <a:lnTo>
                  <a:pt x="135736" y="113348"/>
                </a:lnTo>
                <a:lnTo>
                  <a:pt x="134960" y="113123"/>
                </a:lnTo>
                <a:lnTo>
                  <a:pt x="134198" y="112878"/>
                </a:lnTo>
                <a:lnTo>
                  <a:pt x="133451" y="112613"/>
                </a:lnTo>
                <a:lnTo>
                  <a:pt x="132718" y="112328"/>
                </a:lnTo>
                <a:lnTo>
                  <a:pt x="132000" y="112024"/>
                </a:lnTo>
                <a:lnTo>
                  <a:pt x="131296" y="111701"/>
                </a:lnTo>
                <a:lnTo>
                  <a:pt x="130606" y="111357"/>
                </a:lnTo>
                <a:lnTo>
                  <a:pt x="129931" y="110995"/>
                </a:lnTo>
                <a:lnTo>
                  <a:pt x="129270" y="110612"/>
                </a:lnTo>
                <a:lnTo>
                  <a:pt x="128623" y="110210"/>
                </a:lnTo>
                <a:lnTo>
                  <a:pt x="127991" y="109788"/>
                </a:lnTo>
                <a:lnTo>
                  <a:pt x="127374" y="109347"/>
                </a:lnTo>
                <a:lnTo>
                  <a:pt x="126771" y="108886"/>
                </a:lnTo>
                <a:lnTo>
                  <a:pt x="126187" y="108408"/>
                </a:lnTo>
                <a:lnTo>
                  <a:pt x="125628" y="107916"/>
                </a:lnTo>
                <a:lnTo>
                  <a:pt x="125094" y="107410"/>
                </a:lnTo>
                <a:lnTo>
                  <a:pt x="124585" y="106889"/>
                </a:lnTo>
                <a:lnTo>
                  <a:pt x="124101" y="106354"/>
                </a:lnTo>
                <a:lnTo>
                  <a:pt x="123641" y="105805"/>
                </a:lnTo>
                <a:lnTo>
                  <a:pt x="123207" y="105242"/>
                </a:lnTo>
                <a:lnTo>
                  <a:pt x="122797" y="104664"/>
                </a:lnTo>
                <a:lnTo>
                  <a:pt x="122412" y="104072"/>
                </a:lnTo>
                <a:lnTo>
                  <a:pt x="122052" y="103466"/>
                </a:lnTo>
                <a:lnTo>
                  <a:pt x="121716" y="102846"/>
                </a:lnTo>
                <a:lnTo>
                  <a:pt x="121406" y="102212"/>
                </a:lnTo>
                <a:lnTo>
                  <a:pt x="121120" y="101563"/>
                </a:lnTo>
                <a:lnTo>
                  <a:pt x="120860" y="100900"/>
                </a:lnTo>
                <a:lnTo>
                  <a:pt x="120624" y="100223"/>
                </a:lnTo>
                <a:lnTo>
                  <a:pt x="120413" y="99531"/>
                </a:lnTo>
                <a:lnTo>
                  <a:pt x="120226" y="98825"/>
                </a:lnTo>
                <a:lnTo>
                  <a:pt x="120065" y="98106"/>
                </a:lnTo>
                <a:lnTo>
                  <a:pt x="119928" y="97371"/>
                </a:lnTo>
                <a:lnTo>
                  <a:pt x="119816" y="96623"/>
                </a:lnTo>
                <a:lnTo>
                  <a:pt x="119730" y="95860"/>
                </a:lnTo>
                <a:lnTo>
                  <a:pt x="119667" y="95083"/>
                </a:lnTo>
                <a:lnTo>
                  <a:pt x="119630" y="94292"/>
                </a:lnTo>
                <a:lnTo>
                  <a:pt x="119618" y="93487"/>
                </a:lnTo>
                <a:lnTo>
                  <a:pt x="104037" y="93487"/>
                </a:lnTo>
                <a:lnTo>
                  <a:pt x="104046" y="94378"/>
                </a:lnTo>
                <a:lnTo>
                  <a:pt x="104075" y="95257"/>
                </a:lnTo>
                <a:lnTo>
                  <a:pt x="104122" y="96126"/>
                </a:lnTo>
                <a:lnTo>
                  <a:pt x="104188" y="96984"/>
                </a:lnTo>
                <a:lnTo>
                  <a:pt x="104274" y="97831"/>
                </a:lnTo>
                <a:lnTo>
                  <a:pt x="104378" y="98666"/>
                </a:lnTo>
                <a:lnTo>
                  <a:pt x="104502" y="99492"/>
                </a:lnTo>
                <a:lnTo>
                  <a:pt x="104644" y="100306"/>
                </a:lnTo>
                <a:lnTo>
                  <a:pt x="104805" y="101109"/>
                </a:lnTo>
                <a:lnTo>
                  <a:pt x="104986" y="101901"/>
                </a:lnTo>
                <a:lnTo>
                  <a:pt x="105185" y="102683"/>
                </a:lnTo>
                <a:lnTo>
                  <a:pt x="105403" y="103453"/>
                </a:lnTo>
                <a:lnTo>
                  <a:pt x="105641" y="104213"/>
                </a:lnTo>
                <a:lnTo>
                  <a:pt x="105897" y="104961"/>
                </a:lnTo>
                <a:lnTo>
                  <a:pt x="106172" y="105699"/>
                </a:lnTo>
                <a:lnTo>
                  <a:pt x="106466" y="106426"/>
                </a:lnTo>
                <a:lnTo>
                  <a:pt x="106780" y="107142"/>
                </a:lnTo>
                <a:lnTo>
                  <a:pt x="107112" y="107847"/>
                </a:lnTo>
                <a:lnTo>
                  <a:pt x="107463" y="108541"/>
                </a:lnTo>
                <a:lnTo>
                  <a:pt x="107833" y="109224"/>
                </a:lnTo>
                <a:lnTo>
                  <a:pt x="108222" y="109896"/>
                </a:lnTo>
                <a:lnTo>
                  <a:pt x="108630" y="110557"/>
                </a:lnTo>
                <a:lnTo>
                  <a:pt x="109058" y="111208"/>
                </a:lnTo>
                <a:lnTo>
                  <a:pt x="109504" y="111847"/>
                </a:lnTo>
                <a:lnTo>
                  <a:pt x="109966" y="112475"/>
                </a:lnTo>
                <a:lnTo>
                  <a:pt x="110442" y="113091"/>
                </a:lnTo>
                <a:lnTo>
                  <a:pt x="110931" y="113694"/>
                </a:lnTo>
                <a:lnTo>
                  <a:pt x="111434" y="114285"/>
                </a:lnTo>
                <a:lnTo>
                  <a:pt x="111950" y="114863"/>
                </a:lnTo>
                <a:lnTo>
                  <a:pt x="112479" y="115429"/>
                </a:lnTo>
                <a:lnTo>
                  <a:pt x="113022" y="115983"/>
                </a:lnTo>
                <a:lnTo>
                  <a:pt x="113579" y="116525"/>
                </a:lnTo>
                <a:lnTo>
                  <a:pt x="114149" y="117054"/>
                </a:lnTo>
                <a:lnTo>
                  <a:pt x="114732" y="117571"/>
                </a:lnTo>
                <a:lnTo>
                  <a:pt x="115329" y="118075"/>
                </a:lnTo>
                <a:lnTo>
                  <a:pt x="115939" y="118567"/>
                </a:lnTo>
                <a:lnTo>
                  <a:pt x="116563" y="119047"/>
                </a:lnTo>
                <a:lnTo>
                  <a:pt x="117200" y="119514"/>
                </a:lnTo>
                <a:lnTo>
                  <a:pt x="117850" y="119970"/>
                </a:lnTo>
                <a:lnTo>
                  <a:pt x="118514" y="120412"/>
                </a:lnTo>
                <a:lnTo>
                  <a:pt x="119192" y="120843"/>
                </a:lnTo>
                <a:lnTo>
                  <a:pt x="119883" y="121261"/>
                </a:lnTo>
                <a:lnTo>
                  <a:pt x="120587" y="121667"/>
                </a:lnTo>
                <a:lnTo>
                  <a:pt x="121305" y="122060"/>
                </a:lnTo>
                <a:lnTo>
                  <a:pt x="122036" y="122441"/>
                </a:lnTo>
                <a:lnTo>
                  <a:pt x="122781" y="122810"/>
                </a:lnTo>
                <a:lnTo>
                  <a:pt x="123539" y="123166"/>
                </a:lnTo>
                <a:lnTo>
                  <a:pt x="124310" y="123510"/>
                </a:lnTo>
                <a:lnTo>
                  <a:pt x="125093" y="123841"/>
                </a:lnTo>
                <a:lnTo>
                  <a:pt x="125882" y="124158"/>
                </a:lnTo>
                <a:lnTo>
                  <a:pt x="126680" y="124461"/>
                </a:lnTo>
                <a:lnTo>
                  <a:pt x="127486" y="124749"/>
                </a:lnTo>
                <a:lnTo>
                  <a:pt x="128299" y="125024"/>
                </a:lnTo>
                <a:lnTo>
                  <a:pt x="129120" y="125284"/>
                </a:lnTo>
                <a:lnTo>
                  <a:pt x="129948" y="125531"/>
                </a:lnTo>
                <a:lnTo>
                  <a:pt x="130785" y="125763"/>
                </a:lnTo>
                <a:lnTo>
                  <a:pt x="131629" y="125981"/>
                </a:lnTo>
                <a:lnTo>
                  <a:pt x="132481" y="126185"/>
                </a:lnTo>
                <a:lnTo>
                  <a:pt x="133341" y="126375"/>
                </a:lnTo>
                <a:lnTo>
                  <a:pt x="134208" y="126551"/>
                </a:lnTo>
                <a:lnTo>
                  <a:pt x="135083" y="126713"/>
                </a:lnTo>
                <a:lnTo>
                  <a:pt x="135966" y="126861"/>
                </a:lnTo>
                <a:lnTo>
                  <a:pt x="136857" y="126995"/>
                </a:lnTo>
                <a:lnTo>
                  <a:pt x="137755" y="127115"/>
                </a:lnTo>
                <a:lnTo>
                  <a:pt x="138661" y="127220"/>
                </a:lnTo>
                <a:lnTo>
                  <a:pt x="139575" y="127312"/>
                </a:lnTo>
                <a:lnTo>
                  <a:pt x="140497" y="127389"/>
                </a:lnTo>
                <a:lnTo>
                  <a:pt x="141427" y="127452"/>
                </a:lnTo>
                <a:lnTo>
                  <a:pt x="142364" y="127502"/>
                </a:lnTo>
                <a:lnTo>
                  <a:pt x="143309" y="127537"/>
                </a:lnTo>
                <a:lnTo>
                  <a:pt x="144261" y="127558"/>
                </a:lnTo>
                <a:lnTo>
                  <a:pt x="145222" y="127565"/>
                </a:lnTo>
                <a:lnTo>
                  <a:pt x="146219" y="127557"/>
                </a:lnTo>
                <a:lnTo>
                  <a:pt x="147207" y="127533"/>
                </a:lnTo>
                <a:lnTo>
                  <a:pt x="148185" y="127493"/>
                </a:lnTo>
                <a:lnTo>
                  <a:pt x="149154" y="127437"/>
                </a:lnTo>
                <a:lnTo>
                  <a:pt x="150113" y="127366"/>
                </a:lnTo>
                <a:close/>
                <a:moveTo>
                  <a:pt x="642690" y="59683"/>
                </a:moveTo>
                <a:lnTo>
                  <a:pt x="643055" y="59225"/>
                </a:lnTo>
                <a:lnTo>
                  <a:pt x="643429" y="58771"/>
                </a:lnTo>
                <a:lnTo>
                  <a:pt x="643812" y="58319"/>
                </a:lnTo>
                <a:lnTo>
                  <a:pt x="644204" y="57871"/>
                </a:lnTo>
                <a:lnTo>
                  <a:pt x="644605" y="57426"/>
                </a:lnTo>
                <a:lnTo>
                  <a:pt x="645016" y="56983"/>
                </a:lnTo>
                <a:lnTo>
                  <a:pt x="645435" y="56545"/>
                </a:lnTo>
                <a:lnTo>
                  <a:pt x="645864" y="56109"/>
                </a:lnTo>
                <a:lnTo>
                  <a:pt x="646302" y="55676"/>
                </a:lnTo>
                <a:lnTo>
                  <a:pt x="646749" y="55247"/>
                </a:lnTo>
                <a:lnTo>
                  <a:pt x="647206" y="54820"/>
                </a:lnTo>
                <a:lnTo>
                  <a:pt x="647671" y="54397"/>
                </a:lnTo>
                <a:lnTo>
                  <a:pt x="648146" y="53977"/>
                </a:lnTo>
                <a:lnTo>
                  <a:pt x="648630" y="53560"/>
                </a:lnTo>
                <a:lnTo>
                  <a:pt x="649123" y="53146"/>
                </a:lnTo>
                <a:lnTo>
                  <a:pt x="649625" y="52735"/>
                </a:lnTo>
                <a:lnTo>
                  <a:pt x="650137" y="52328"/>
                </a:lnTo>
                <a:lnTo>
                  <a:pt x="650657" y="51923"/>
                </a:lnTo>
                <a:lnTo>
                  <a:pt x="651187" y="51522"/>
                </a:lnTo>
                <a:lnTo>
                  <a:pt x="651726" y="51124"/>
                </a:lnTo>
                <a:lnTo>
                  <a:pt x="652274" y="50729"/>
                </a:lnTo>
                <a:lnTo>
                  <a:pt x="652832" y="50337"/>
                </a:lnTo>
                <a:lnTo>
                  <a:pt x="653399" y="49955"/>
                </a:lnTo>
                <a:lnTo>
                  <a:pt x="653978" y="49588"/>
                </a:lnTo>
                <a:lnTo>
                  <a:pt x="654567" y="49238"/>
                </a:lnTo>
                <a:lnTo>
                  <a:pt x="655168" y="48905"/>
                </a:lnTo>
                <a:lnTo>
                  <a:pt x="655779" y="48588"/>
                </a:lnTo>
                <a:lnTo>
                  <a:pt x="656402" y="48286"/>
                </a:lnTo>
                <a:lnTo>
                  <a:pt x="657036" y="48002"/>
                </a:lnTo>
                <a:lnTo>
                  <a:pt x="657681" y="47733"/>
                </a:lnTo>
                <a:lnTo>
                  <a:pt x="658337" y="47481"/>
                </a:lnTo>
                <a:lnTo>
                  <a:pt x="659004" y="47245"/>
                </a:lnTo>
                <a:lnTo>
                  <a:pt x="659682" y="47025"/>
                </a:lnTo>
                <a:lnTo>
                  <a:pt x="660372" y="46822"/>
                </a:lnTo>
                <a:lnTo>
                  <a:pt x="661072" y="46635"/>
                </a:lnTo>
                <a:lnTo>
                  <a:pt x="661783" y="46464"/>
                </a:lnTo>
                <a:lnTo>
                  <a:pt x="662506" y="46309"/>
                </a:lnTo>
                <a:lnTo>
                  <a:pt x="663239" y="46171"/>
                </a:lnTo>
                <a:lnTo>
                  <a:pt x="663984" y="46049"/>
                </a:lnTo>
                <a:lnTo>
                  <a:pt x="664740" y="45943"/>
                </a:lnTo>
                <a:lnTo>
                  <a:pt x="665506" y="45854"/>
                </a:lnTo>
                <a:lnTo>
                  <a:pt x="666284" y="45780"/>
                </a:lnTo>
                <a:lnTo>
                  <a:pt x="667073" y="45723"/>
                </a:lnTo>
                <a:lnTo>
                  <a:pt x="667873" y="45683"/>
                </a:lnTo>
                <a:lnTo>
                  <a:pt x="668684" y="45658"/>
                </a:lnTo>
                <a:lnTo>
                  <a:pt x="669506" y="45650"/>
                </a:lnTo>
                <a:lnTo>
                  <a:pt x="670055" y="45655"/>
                </a:lnTo>
                <a:lnTo>
                  <a:pt x="670593" y="45671"/>
                </a:lnTo>
                <a:lnTo>
                  <a:pt x="671120" y="45697"/>
                </a:lnTo>
                <a:lnTo>
                  <a:pt x="671636" y="45733"/>
                </a:lnTo>
                <a:lnTo>
                  <a:pt x="672141" y="45779"/>
                </a:lnTo>
                <a:lnTo>
                  <a:pt x="672635" y="45836"/>
                </a:lnTo>
                <a:lnTo>
                  <a:pt x="673119" y="45904"/>
                </a:lnTo>
                <a:lnTo>
                  <a:pt x="673591" y="45981"/>
                </a:lnTo>
                <a:lnTo>
                  <a:pt x="674053" y="46069"/>
                </a:lnTo>
                <a:lnTo>
                  <a:pt x="674503" y="46168"/>
                </a:lnTo>
                <a:lnTo>
                  <a:pt x="674943" y="46276"/>
                </a:lnTo>
                <a:lnTo>
                  <a:pt x="675372" y="46395"/>
                </a:lnTo>
                <a:lnTo>
                  <a:pt x="675790" y="46525"/>
                </a:lnTo>
                <a:lnTo>
                  <a:pt x="676197" y="46665"/>
                </a:lnTo>
                <a:lnTo>
                  <a:pt x="676593" y="46815"/>
                </a:lnTo>
                <a:lnTo>
                  <a:pt x="676978" y="46975"/>
                </a:lnTo>
                <a:lnTo>
                  <a:pt x="677352" y="47146"/>
                </a:lnTo>
                <a:lnTo>
                  <a:pt x="677715" y="47327"/>
                </a:lnTo>
                <a:lnTo>
                  <a:pt x="678068" y="47519"/>
                </a:lnTo>
                <a:lnTo>
                  <a:pt x="678409" y="47720"/>
                </a:lnTo>
                <a:lnTo>
                  <a:pt x="678740" y="47933"/>
                </a:lnTo>
                <a:lnTo>
                  <a:pt x="679059" y="48155"/>
                </a:lnTo>
                <a:lnTo>
                  <a:pt x="679368" y="48388"/>
                </a:lnTo>
                <a:lnTo>
                  <a:pt x="679666" y="48631"/>
                </a:lnTo>
                <a:lnTo>
                  <a:pt x="679954" y="48884"/>
                </a:lnTo>
                <a:lnTo>
                  <a:pt x="680236" y="49144"/>
                </a:lnTo>
                <a:lnTo>
                  <a:pt x="680509" y="49411"/>
                </a:lnTo>
                <a:lnTo>
                  <a:pt x="680776" y="49687"/>
                </a:lnTo>
                <a:lnTo>
                  <a:pt x="681035" y="49970"/>
                </a:lnTo>
                <a:lnTo>
                  <a:pt x="681286" y="50261"/>
                </a:lnTo>
                <a:lnTo>
                  <a:pt x="681530" y="50560"/>
                </a:lnTo>
                <a:lnTo>
                  <a:pt x="681767" y="50866"/>
                </a:lnTo>
                <a:lnTo>
                  <a:pt x="681996" y="51180"/>
                </a:lnTo>
                <a:lnTo>
                  <a:pt x="682217" y="51502"/>
                </a:lnTo>
                <a:lnTo>
                  <a:pt x="682432" y="51832"/>
                </a:lnTo>
                <a:lnTo>
                  <a:pt x="682639" y="52169"/>
                </a:lnTo>
                <a:lnTo>
                  <a:pt x="682838" y="52514"/>
                </a:lnTo>
                <a:lnTo>
                  <a:pt x="683030" y="52867"/>
                </a:lnTo>
                <a:lnTo>
                  <a:pt x="683214" y="53228"/>
                </a:lnTo>
                <a:lnTo>
                  <a:pt x="683392" y="53596"/>
                </a:lnTo>
                <a:lnTo>
                  <a:pt x="683561" y="53972"/>
                </a:lnTo>
                <a:lnTo>
                  <a:pt x="683723" y="54356"/>
                </a:lnTo>
                <a:lnTo>
                  <a:pt x="683878" y="54747"/>
                </a:lnTo>
                <a:lnTo>
                  <a:pt x="684026" y="55146"/>
                </a:lnTo>
                <a:lnTo>
                  <a:pt x="684165" y="55553"/>
                </a:lnTo>
                <a:lnTo>
                  <a:pt x="684298" y="55968"/>
                </a:lnTo>
                <a:lnTo>
                  <a:pt x="684423" y="56390"/>
                </a:lnTo>
                <a:lnTo>
                  <a:pt x="684541" y="56821"/>
                </a:lnTo>
                <a:lnTo>
                  <a:pt x="684652" y="57257"/>
                </a:lnTo>
                <a:lnTo>
                  <a:pt x="684759" y="57699"/>
                </a:lnTo>
                <a:lnTo>
                  <a:pt x="684861" y="58146"/>
                </a:lnTo>
                <a:lnTo>
                  <a:pt x="684958" y="58598"/>
                </a:lnTo>
                <a:lnTo>
                  <a:pt x="685051" y="59055"/>
                </a:lnTo>
                <a:lnTo>
                  <a:pt x="685139" y="59518"/>
                </a:lnTo>
                <a:lnTo>
                  <a:pt x="685222" y="59986"/>
                </a:lnTo>
                <a:lnTo>
                  <a:pt x="685300" y="60459"/>
                </a:lnTo>
                <a:lnTo>
                  <a:pt x="685373" y="60938"/>
                </a:lnTo>
                <a:lnTo>
                  <a:pt x="685442" y="61422"/>
                </a:lnTo>
                <a:lnTo>
                  <a:pt x="685506" y="61911"/>
                </a:lnTo>
                <a:lnTo>
                  <a:pt x="685566" y="62405"/>
                </a:lnTo>
                <a:lnTo>
                  <a:pt x="685620" y="62905"/>
                </a:lnTo>
                <a:lnTo>
                  <a:pt x="685670" y="63410"/>
                </a:lnTo>
                <a:lnTo>
                  <a:pt x="685715" y="63920"/>
                </a:lnTo>
                <a:lnTo>
                  <a:pt x="685756" y="64435"/>
                </a:lnTo>
                <a:lnTo>
                  <a:pt x="685791" y="64956"/>
                </a:lnTo>
                <a:lnTo>
                  <a:pt x="685822" y="65482"/>
                </a:lnTo>
                <a:lnTo>
                  <a:pt x="685848" y="66013"/>
                </a:lnTo>
                <a:lnTo>
                  <a:pt x="685869" y="66550"/>
                </a:lnTo>
                <a:lnTo>
                  <a:pt x="685886" y="67091"/>
                </a:lnTo>
                <a:lnTo>
                  <a:pt x="685898" y="67639"/>
                </a:lnTo>
                <a:lnTo>
                  <a:pt x="685905" y="68191"/>
                </a:lnTo>
                <a:lnTo>
                  <a:pt x="685907" y="68748"/>
                </a:lnTo>
                <a:lnTo>
                  <a:pt x="685907" y="125925"/>
                </a:lnTo>
                <a:lnTo>
                  <a:pt x="701124" y="125925"/>
                </a:lnTo>
                <a:lnTo>
                  <a:pt x="701124" y="66792"/>
                </a:lnTo>
                <a:lnTo>
                  <a:pt x="701113" y="65463"/>
                </a:lnTo>
                <a:lnTo>
                  <a:pt x="701078" y="64159"/>
                </a:lnTo>
                <a:lnTo>
                  <a:pt x="701020" y="62879"/>
                </a:lnTo>
                <a:lnTo>
                  <a:pt x="700939" y="61625"/>
                </a:lnTo>
                <a:lnTo>
                  <a:pt x="700835" y="60396"/>
                </a:lnTo>
                <a:lnTo>
                  <a:pt x="700708" y="59191"/>
                </a:lnTo>
                <a:lnTo>
                  <a:pt x="700558" y="58012"/>
                </a:lnTo>
                <a:lnTo>
                  <a:pt x="700385" y="56858"/>
                </a:lnTo>
                <a:lnTo>
                  <a:pt x="700189" y="55729"/>
                </a:lnTo>
                <a:lnTo>
                  <a:pt x="699969" y="54624"/>
                </a:lnTo>
                <a:lnTo>
                  <a:pt x="699727" y="53545"/>
                </a:lnTo>
                <a:lnTo>
                  <a:pt x="699461" y="52491"/>
                </a:lnTo>
                <a:lnTo>
                  <a:pt x="699172" y="51462"/>
                </a:lnTo>
                <a:lnTo>
                  <a:pt x="698861" y="50458"/>
                </a:lnTo>
                <a:lnTo>
                  <a:pt x="698526" y="49479"/>
                </a:lnTo>
                <a:lnTo>
                  <a:pt x="698168" y="48524"/>
                </a:lnTo>
                <a:lnTo>
                  <a:pt x="697787" y="47595"/>
                </a:lnTo>
                <a:lnTo>
                  <a:pt x="697383" y="46691"/>
                </a:lnTo>
                <a:lnTo>
                  <a:pt x="696955" y="45812"/>
                </a:lnTo>
                <a:lnTo>
                  <a:pt x="696505" y="44958"/>
                </a:lnTo>
                <a:lnTo>
                  <a:pt x="696031" y="44129"/>
                </a:lnTo>
                <a:lnTo>
                  <a:pt x="695535" y="43325"/>
                </a:lnTo>
                <a:lnTo>
                  <a:pt x="695015" y="42546"/>
                </a:lnTo>
                <a:lnTo>
                  <a:pt x="694472" y="41792"/>
                </a:lnTo>
                <a:lnTo>
                  <a:pt x="693904" y="41066"/>
                </a:lnTo>
                <a:lnTo>
                  <a:pt x="693309" y="40371"/>
                </a:lnTo>
                <a:lnTo>
                  <a:pt x="692686" y="39706"/>
                </a:lnTo>
                <a:lnTo>
                  <a:pt x="692035" y="39073"/>
                </a:lnTo>
                <a:lnTo>
                  <a:pt x="691357" y="38470"/>
                </a:lnTo>
                <a:lnTo>
                  <a:pt x="690651" y="37899"/>
                </a:lnTo>
                <a:lnTo>
                  <a:pt x="689918" y="37358"/>
                </a:lnTo>
                <a:lnTo>
                  <a:pt x="689157" y="36848"/>
                </a:lnTo>
                <a:lnTo>
                  <a:pt x="688369" y="36369"/>
                </a:lnTo>
                <a:lnTo>
                  <a:pt x="687553" y="35921"/>
                </a:lnTo>
                <a:lnTo>
                  <a:pt x="686710" y="35504"/>
                </a:lnTo>
                <a:lnTo>
                  <a:pt x="685839" y="35118"/>
                </a:lnTo>
                <a:lnTo>
                  <a:pt x="684941" y="34763"/>
                </a:lnTo>
                <a:lnTo>
                  <a:pt x="684015" y="34438"/>
                </a:lnTo>
                <a:lnTo>
                  <a:pt x="683061" y="34145"/>
                </a:lnTo>
                <a:lnTo>
                  <a:pt x="682080" y="33882"/>
                </a:lnTo>
                <a:lnTo>
                  <a:pt x="681072" y="33651"/>
                </a:lnTo>
                <a:lnTo>
                  <a:pt x="680036" y="33450"/>
                </a:lnTo>
                <a:lnTo>
                  <a:pt x="678972" y="33280"/>
                </a:lnTo>
                <a:lnTo>
                  <a:pt x="677881" y="33141"/>
                </a:lnTo>
                <a:lnTo>
                  <a:pt x="676763" y="33033"/>
                </a:lnTo>
                <a:lnTo>
                  <a:pt x="675617" y="32955"/>
                </a:lnTo>
                <a:lnTo>
                  <a:pt x="674443" y="32909"/>
                </a:lnTo>
                <a:lnTo>
                  <a:pt x="673242" y="32894"/>
                </a:lnTo>
                <a:lnTo>
                  <a:pt x="672255" y="32902"/>
                </a:lnTo>
                <a:lnTo>
                  <a:pt x="671282" y="32927"/>
                </a:lnTo>
                <a:lnTo>
                  <a:pt x="670325" y="32968"/>
                </a:lnTo>
                <a:lnTo>
                  <a:pt x="669382" y="33026"/>
                </a:lnTo>
                <a:lnTo>
                  <a:pt x="668454" y="33101"/>
                </a:lnTo>
                <a:lnTo>
                  <a:pt x="667541" y="33193"/>
                </a:lnTo>
                <a:lnTo>
                  <a:pt x="666643" y="33301"/>
                </a:lnTo>
                <a:lnTo>
                  <a:pt x="665760" y="33425"/>
                </a:lnTo>
                <a:lnTo>
                  <a:pt x="664892" y="33566"/>
                </a:lnTo>
                <a:lnTo>
                  <a:pt x="664038" y="33724"/>
                </a:lnTo>
                <a:lnTo>
                  <a:pt x="663200" y="33898"/>
                </a:lnTo>
                <a:lnTo>
                  <a:pt x="662376" y="34089"/>
                </a:lnTo>
                <a:lnTo>
                  <a:pt x="661567" y="34297"/>
                </a:lnTo>
                <a:lnTo>
                  <a:pt x="660773" y="34521"/>
                </a:lnTo>
                <a:lnTo>
                  <a:pt x="659994" y="34762"/>
                </a:lnTo>
                <a:lnTo>
                  <a:pt x="659230" y="35020"/>
                </a:lnTo>
                <a:lnTo>
                  <a:pt x="658481" y="35294"/>
                </a:lnTo>
                <a:lnTo>
                  <a:pt x="657746" y="35584"/>
                </a:lnTo>
                <a:lnTo>
                  <a:pt x="657027" y="35892"/>
                </a:lnTo>
                <a:lnTo>
                  <a:pt x="656322" y="36216"/>
                </a:lnTo>
                <a:lnTo>
                  <a:pt x="655632" y="36556"/>
                </a:lnTo>
                <a:lnTo>
                  <a:pt x="654957" y="36913"/>
                </a:lnTo>
                <a:lnTo>
                  <a:pt x="654297" y="37287"/>
                </a:lnTo>
                <a:lnTo>
                  <a:pt x="653652" y="37677"/>
                </a:lnTo>
                <a:lnTo>
                  <a:pt x="653020" y="38077"/>
                </a:lnTo>
                <a:lnTo>
                  <a:pt x="652401" y="38479"/>
                </a:lnTo>
                <a:lnTo>
                  <a:pt x="651794" y="38882"/>
                </a:lnTo>
                <a:lnTo>
                  <a:pt x="651199" y="39288"/>
                </a:lnTo>
                <a:lnTo>
                  <a:pt x="650617" y="39696"/>
                </a:lnTo>
                <a:lnTo>
                  <a:pt x="650047" y="40106"/>
                </a:lnTo>
                <a:lnTo>
                  <a:pt x="649489" y="40518"/>
                </a:lnTo>
                <a:lnTo>
                  <a:pt x="648944" y="40932"/>
                </a:lnTo>
                <a:lnTo>
                  <a:pt x="648411" y="41348"/>
                </a:lnTo>
                <a:lnTo>
                  <a:pt x="647890" y="41766"/>
                </a:lnTo>
                <a:lnTo>
                  <a:pt x="647382" y="42187"/>
                </a:lnTo>
                <a:lnTo>
                  <a:pt x="646886" y="42609"/>
                </a:lnTo>
                <a:lnTo>
                  <a:pt x="646403" y="43033"/>
                </a:lnTo>
                <a:lnTo>
                  <a:pt x="645931" y="43460"/>
                </a:lnTo>
                <a:lnTo>
                  <a:pt x="645472" y="43888"/>
                </a:lnTo>
                <a:lnTo>
                  <a:pt x="645026" y="44319"/>
                </a:lnTo>
                <a:lnTo>
                  <a:pt x="644592" y="44751"/>
                </a:lnTo>
                <a:lnTo>
                  <a:pt x="644170" y="45186"/>
                </a:lnTo>
                <a:lnTo>
                  <a:pt x="643760" y="45623"/>
                </a:lnTo>
                <a:lnTo>
                  <a:pt x="643363" y="46061"/>
                </a:lnTo>
                <a:lnTo>
                  <a:pt x="642978" y="46502"/>
                </a:lnTo>
                <a:lnTo>
                  <a:pt x="642605" y="46945"/>
                </a:lnTo>
                <a:lnTo>
                  <a:pt x="642245" y="47390"/>
                </a:lnTo>
                <a:lnTo>
                  <a:pt x="641897" y="47837"/>
                </a:lnTo>
                <a:lnTo>
                  <a:pt x="641351" y="34443"/>
                </a:lnTo>
                <a:lnTo>
                  <a:pt x="626772" y="34443"/>
                </a:lnTo>
                <a:lnTo>
                  <a:pt x="626772" y="125925"/>
                </a:lnTo>
                <a:lnTo>
                  <a:pt x="641989" y="125925"/>
                </a:lnTo>
                <a:lnTo>
                  <a:pt x="641989" y="60608"/>
                </a:lnTo>
                <a:lnTo>
                  <a:pt x="642335" y="60144"/>
                </a:lnTo>
                <a:lnTo>
                  <a:pt x="642690" y="59683"/>
                </a:lnTo>
                <a:close/>
                <a:moveTo>
                  <a:pt x="597389" y="125925"/>
                </a:moveTo>
                <a:lnTo>
                  <a:pt x="597389" y="34443"/>
                </a:lnTo>
                <a:lnTo>
                  <a:pt x="582172" y="34443"/>
                </a:lnTo>
                <a:lnTo>
                  <a:pt x="582172" y="125925"/>
                </a:lnTo>
                <a:lnTo>
                  <a:pt x="597389" y="125925"/>
                </a:lnTo>
                <a:close/>
                <a:moveTo>
                  <a:pt x="416020" y="127319"/>
                </a:moveTo>
                <a:lnTo>
                  <a:pt x="417055" y="127210"/>
                </a:lnTo>
                <a:lnTo>
                  <a:pt x="418076" y="127082"/>
                </a:lnTo>
                <a:lnTo>
                  <a:pt x="419084" y="126935"/>
                </a:lnTo>
                <a:lnTo>
                  <a:pt x="420078" y="126767"/>
                </a:lnTo>
                <a:lnTo>
                  <a:pt x="421059" y="126580"/>
                </a:lnTo>
                <a:lnTo>
                  <a:pt x="422026" y="126373"/>
                </a:lnTo>
                <a:lnTo>
                  <a:pt x="422980" y="126146"/>
                </a:lnTo>
                <a:lnTo>
                  <a:pt x="423921" y="125900"/>
                </a:lnTo>
                <a:lnTo>
                  <a:pt x="424848" y="125634"/>
                </a:lnTo>
                <a:lnTo>
                  <a:pt x="425762" y="125348"/>
                </a:lnTo>
                <a:lnTo>
                  <a:pt x="426662" y="125043"/>
                </a:lnTo>
                <a:lnTo>
                  <a:pt x="427548" y="124718"/>
                </a:lnTo>
                <a:lnTo>
                  <a:pt x="428422" y="124373"/>
                </a:lnTo>
                <a:lnTo>
                  <a:pt x="429282" y="124008"/>
                </a:lnTo>
                <a:lnTo>
                  <a:pt x="430128" y="123624"/>
                </a:lnTo>
                <a:lnTo>
                  <a:pt x="430961" y="123220"/>
                </a:lnTo>
                <a:lnTo>
                  <a:pt x="431780" y="122797"/>
                </a:lnTo>
                <a:lnTo>
                  <a:pt x="432586" y="122353"/>
                </a:lnTo>
                <a:lnTo>
                  <a:pt x="433379" y="121890"/>
                </a:lnTo>
                <a:lnTo>
                  <a:pt x="434157" y="121409"/>
                </a:lnTo>
                <a:lnTo>
                  <a:pt x="434921" y="120910"/>
                </a:lnTo>
                <a:lnTo>
                  <a:pt x="435668" y="120394"/>
                </a:lnTo>
                <a:lnTo>
                  <a:pt x="436401" y="119862"/>
                </a:lnTo>
                <a:lnTo>
                  <a:pt x="437119" y="119313"/>
                </a:lnTo>
                <a:lnTo>
                  <a:pt x="437821" y="118746"/>
                </a:lnTo>
                <a:lnTo>
                  <a:pt x="438508" y="118163"/>
                </a:lnTo>
                <a:lnTo>
                  <a:pt x="439180" y="117563"/>
                </a:lnTo>
                <a:lnTo>
                  <a:pt x="439837" y="116946"/>
                </a:lnTo>
                <a:lnTo>
                  <a:pt x="440479" y="116312"/>
                </a:lnTo>
                <a:lnTo>
                  <a:pt x="441105" y="115661"/>
                </a:lnTo>
                <a:lnTo>
                  <a:pt x="441716" y="114993"/>
                </a:lnTo>
                <a:lnTo>
                  <a:pt x="442312" y="114308"/>
                </a:lnTo>
                <a:lnTo>
                  <a:pt x="442893" y="113606"/>
                </a:lnTo>
                <a:lnTo>
                  <a:pt x="443459" y="112888"/>
                </a:lnTo>
                <a:lnTo>
                  <a:pt x="444010" y="112152"/>
                </a:lnTo>
                <a:lnTo>
                  <a:pt x="444545" y="111399"/>
                </a:lnTo>
                <a:lnTo>
                  <a:pt x="445065" y="110630"/>
                </a:lnTo>
                <a:lnTo>
                  <a:pt x="445570" y="109843"/>
                </a:lnTo>
                <a:lnTo>
                  <a:pt x="446060" y="109040"/>
                </a:lnTo>
                <a:lnTo>
                  <a:pt x="446534" y="108220"/>
                </a:lnTo>
                <a:lnTo>
                  <a:pt x="446994" y="107382"/>
                </a:lnTo>
                <a:lnTo>
                  <a:pt x="447438" y="106528"/>
                </a:lnTo>
                <a:lnTo>
                  <a:pt x="447867" y="105657"/>
                </a:lnTo>
                <a:lnTo>
                  <a:pt x="448280" y="104770"/>
                </a:lnTo>
                <a:lnTo>
                  <a:pt x="448675" y="103870"/>
                </a:lnTo>
                <a:lnTo>
                  <a:pt x="449052" y="102956"/>
                </a:lnTo>
                <a:lnTo>
                  <a:pt x="449412" y="102028"/>
                </a:lnTo>
                <a:lnTo>
                  <a:pt x="449754" y="101086"/>
                </a:lnTo>
                <a:lnTo>
                  <a:pt x="450079" y="100130"/>
                </a:lnTo>
                <a:lnTo>
                  <a:pt x="450387" y="99160"/>
                </a:lnTo>
                <a:lnTo>
                  <a:pt x="450676" y="98177"/>
                </a:lnTo>
                <a:lnTo>
                  <a:pt x="450948" y="97179"/>
                </a:lnTo>
                <a:lnTo>
                  <a:pt x="451203" y="96168"/>
                </a:lnTo>
                <a:lnTo>
                  <a:pt x="451440" y="95143"/>
                </a:lnTo>
                <a:lnTo>
                  <a:pt x="451660" y="94104"/>
                </a:lnTo>
                <a:lnTo>
                  <a:pt x="451862" y="93051"/>
                </a:lnTo>
                <a:lnTo>
                  <a:pt x="452046" y="91985"/>
                </a:lnTo>
                <a:lnTo>
                  <a:pt x="452213" y="90904"/>
                </a:lnTo>
                <a:lnTo>
                  <a:pt x="452362" y="89810"/>
                </a:lnTo>
                <a:lnTo>
                  <a:pt x="452494" y="88702"/>
                </a:lnTo>
                <a:lnTo>
                  <a:pt x="452608" y="87580"/>
                </a:lnTo>
                <a:lnTo>
                  <a:pt x="452704" y="86444"/>
                </a:lnTo>
                <a:lnTo>
                  <a:pt x="452783" y="85294"/>
                </a:lnTo>
                <a:lnTo>
                  <a:pt x="452845" y="84131"/>
                </a:lnTo>
                <a:lnTo>
                  <a:pt x="452889" y="82953"/>
                </a:lnTo>
                <a:lnTo>
                  <a:pt x="452915" y="81762"/>
                </a:lnTo>
                <a:lnTo>
                  <a:pt x="452924" y="80557"/>
                </a:lnTo>
                <a:lnTo>
                  <a:pt x="452915" y="79321"/>
                </a:lnTo>
                <a:lnTo>
                  <a:pt x="452889" y="78100"/>
                </a:lnTo>
                <a:lnTo>
                  <a:pt x="452845" y="76894"/>
                </a:lnTo>
                <a:lnTo>
                  <a:pt x="452783" y="75703"/>
                </a:lnTo>
                <a:lnTo>
                  <a:pt x="452704" y="74526"/>
                </a:lnTo>
                <a:lnTo>
                  <a:pt x="452608" y="73365"/>
                </a:lnTo>
                <a:lnTo>
                  <a:pt x="452494" y="72218"/>
                </a:lnTo>
                <a:lnTo>
                  <a:pt x="452362" y="71086"/>
                </a:lnTo>
                <a:lnTo>
                  <a:pt x="452213" y="69969"/>
                </a:lnTo>
                <a:lnTo>
                  <a:pt x="452046" y="68866"/>
                </a:lnTo>
                <a:lnTo>
                  <a:pt x="451862" y="67779"/>
                </a:lnTo>
                <a:lnTo>
                  <a:pt x="451660" y="66706"/>
                </a:lnTo>
                <a:lnTo>
                  <a:pt x="451440" y="65648"/>
                </a:lnTo>
                <a:lnTo>
                  <a:pt x="451203" y="64605"/>
                </a:lnTo>
                <a:lnTo>
                  <a:pt x="450948" y="63577"/>
                </a:lnTo>
                <a:lnTo>
                  <a:pt x="450676" y="62564"/>
                </a:lnTo>
                <a:lnTo>
                  <a:pt x="450387" y="61565"/>
                </a:lnTo>
                <a:lnTo>
                  <a:pt x="450079" y="60581"/>
                </a:lnTo>
                <a:lnTo>
                  <a:pt x="449754" y="59612"/>
                </a:lnTo>
                <a:lnTo>
                  <a:pt x="449412" y="58658"/>
                </a:lnTo>
                <a:lnTo>
                  <a:pt x="449052" y="57719"/>
                </a:lnTo>
                <a:lnTo>
                  <a:pt x="448675" y="56794"/>
                </a:lnTo>
                <a:lnTo>
                  <a:pt x="448280" y="55885"/>
                </a:lnTo>
                <a:lnTo>
                  <a:pt x="447867" y="54990"/>
                </a:lnTo>
                <a:lnTo>
                  <a:pt x="447438" y="54111"/>
                </a:lnTo>
                <a:lnTo>
                  <a:pt x="446994" y="53249"/>
                </a:lnTo>
                <a:lnTo>
                  <a:pt x="446534" y="52404"/>
                </a:lnTo>
                <a:lnTo>
                  <a:pt x="446060" y="51577"/>
                </a:lnTo>
                <a:lnTo>
                  <a:pt x="445570" y="50766"/>
                </a:lnTo>
                <a:lnTo>
                  <a:pt x="445065" y="49973"/>
                </a:lnTo>
                <a:lnTo>
                  <a:pt x="444545" y="49197"/>
                </a:lnTo>
                <a:lnTo>
                  <a:pt x="444010" y="48437"/>
                </a:lnTo>
                <a:lnTo>
                  <a:pt x="443459" y="47695"/>
                </a:lnTo>
                <a:lnTo>
                  <a:pt x="442893" y="46970"/>
                </a:lnTo>
                <a:lnTo>
                  <a:pt x="442312" y="46263"/>
                </a:lnTo>
                <a:lnTo>
                  <a:pt x="441716" y="45572"/>
                </a:lnTo>
                <a:lnTo>
                  <a:pt x="441105" y="44898"/>
                </a:lnTo>
                <a:lnTo>
                  <a:pt x="440479" y="44242"/>
                </a:lnTo>
                <a:lnTo>
                  <a:pt x="439837" y="43602"/>
                </a:lnTo>
                <a:lnTo>
                  <a:pt x="439180" y="42980"/>
                </a:lnTo>
                <a:lnTo>
                  <a:pt x="438508" y="42375"/>
                </a:lnTo>
                <a:lnTo>
                  <a:pt x="437821" y="41786"/>
                </a:lnTo>
                <a:lnTo>
                  <a:pt x="437119" y="41215"/>
                </a:lnTo>
                <a:lnTo>
                  <a:pt x="436401" y="40662"/>
                </a:lnTo>
                <a:lnTo>
                  <a:pt x="435668" y="40125"/>
                </a:lnTo>
                <a:lnTo>
                  <a:pt x="434921" y="39605"/>
                </a:lnTo>
                <a:lnTo>
                  <a:pt x="434157" y="39102"/>
                </a:lnTo>
                <a:lnTo>
                  <a:pt x="433379" y="38617"/>
                </a:lnTo>
                <a:lnTo>
                  <a:pt x="432586" y="38150"/>
                </a:lnTo>
                <a:lnTo>
                  <a:pt x="431780" y="37703"/>
                </a:lnTo>
                <a:lnTo>
                  <a:pt x="430961" y="37276"/>
                </a:lnTo>
                <a:lnTo>
                  <a:pt x="430128" y="36868"/>
                </a:lnTo>
                <a:lnTo>
                  <a:pt x="429282" y="36481"/>
                </a:lnTo>
                <a:lnTo>
                  <a:pt x="428422" y="36113"/>
                </a:lnTo>
                <a:lnTo>
                  <a:pt x="427548" y="35765"/>
                </a:lnTo>
                <a:lnTo>
                  <a:pt x="426662" y="35437"/>
                </a:lnTo>
                <a:lnTo>
                  <a:pt x="425762" y="35129"/>
                </a:lnTo>
                <a:lnTo>
                  <a:pt x="424848" y="34841"/>
                </a:lnTo>
                <a:lnTo>
                  <a:pt x="423921" y="34573"/>
                </a:lnTo>
                <a:lnTo>
                  <a:pt x="422980" y="34324"/>
                </a:lnTo>
                <a:lnTo>
                  <a:pt x="422026" y="34096"/>
                </a:lnTo>
                <a:lnTo>
                  <a:pt x="421059" y="33887"/>
                </a:lnTo>
                <a:lnTo>
                  <a:pt x="420078" y="33698"/>
                </a:lnTo>
                <a:lnTo>
                  <a:pt x="419084" y="33529"/>
                </a:lnTo>
                <a:lnTo>
                  <a:pt x="418076" y="33380"/>
                </a:lnTo>
                <a:lnTo>
                  <a:pt x="417055" y="33251"/>
                </a:lnTo>
                <a:lnTo>
                  <a:pt x="416020" y="33142"/>
                </a:lnTo>
                <a:lnTo>
                  <a:pt x="414972" y="33053"/>
                </a:lnTo>
                <a:lnTo>
                  <a:pt x="413910" y="32983"/>
                </a:lnTo>
                <a:lnTo>
                  <a:pt x="412836" y="32933"/>
                </a:lnTo>
                <a:lnTo>
                  <a:pt x="411747" y="32904"/>
                </a:lnTo>
                <a:lnTo>
                  <a:pt x="410645" y="32894"/>
                </a:lnTo>
                <a:lnTo>
                  <a:pt x="409566" y="32904"/>
                </a:lnTo>
                <a:lnTo>
                  <a:pt x="408499" y="32933"/>
                </a:lnTo>
                <a:lnTo>
                  <a:pt x="407446" y="32983"/>
                </a:lnTo>
                <a:lnTo>
                  <a:pt x="406406" y="33053"/>
                </a:lnTo>
                <a:lnTo>
                  <a:pt x="405378" y="33142"/>
                </a:lnTo>
                <a:lnTo>
                  <a:pt x="404364" y="33251"/>
                </a:lnTo>
                <a:lnTo>
                  <a:pt x="403362" y="33380"/>
                </a:lnTo>
                <a:lnTo>
                  <a:pt x="402374" y="33529"/>
                </a:lnTo>
                <a:lnTo>
                  <a:pt x="401398" y="33698"/>
                </a:lnTo>
                <a:lnTo>
                  <a:pt x="400436" y="33887"/>
                </a:lnTo>
                <a:lnTo>
                  <a:pt x="399486" y="34096"/>
                </a:lnTo>
                <a:lnTo>
                  <a:pt x="398549" y="34324"/>
                </a:lnTo>
                <a:lnTo>
                  <a:pt x="397626" y="34573"/>
                </a:lnTo>
                <a:lnTo>
                  <a:pt x="396715" y="34841"/>
                </a:lnTo>
                <a:lnTo>
                  <a:pt x="395817" y="35129"/>
                </a:lnTo>
                <a:lnTo>
                  <a:pt x="394932" y="35437"/>
                </a:lnTo>
                <a:lnTo>
                  <a:pt x="394061" y="35765"/>
                </a:lnTo>
                <a:lnTo>
                  <a:pt x="393202" y="36113"/>
                </a:lnTo>
                <a:lnTo>
                  <a:pt x="392356" y="36481"/>
                </a:lnTo>
                <a:lnTo>
                  <a:pt x="391523" y="36868"/>
                </a:lnTo>
                <a:lnTo>
                  <a:pt x="390703" y="37276"/>
                </a:lnTo>
                <a:lnTo>
                  <a:pt x="389896" y="37703"/>
                </a:lnTo>
                <a:lnTo>
                  <a:pt x="389102" y="38150"/>
                </a:lnTo>
                <a:lnTo>
                  <a:pt x="388321" y="38617"/>
                </a:lnTo>
                <a:lnTo>
                  <a:pt x="387554" y="39102"/>
                </a:lnTo>
                <a:lnTo>
                  <a:pt x="386803" y="39605"/>
                </a:lnTo>
                <a:lnTo>
                  <a:pt x="386067" y="40125"/>
                </a:lnTo>
                <a:lnTo>
                  <a:pt x="385346" y="40662"/>
                </a:lnTo>
                <a:lnTo>
                  <a:pt x="384641" y="41215"/>
                </a:lnTo>
                <a:lnTo>
                  <a:pt x="383950" y="41786"/>
                </a:lnTo>
                <a:lnTo>
                  <a:pt x="383276" y="42375"/>
                </a:lnTo>
                <a:lnTo>
                  <a:pt x="382616" y="42980"/>
                </a:lnTo>
                <a:lnTo>
                  <a:pt x="381972" y="43602"/>
                </a:lnTo>
                <a:lnTo>
                  <a:pt x="381344" y="44242"/>
                </a:lnTo>
                <a:lnTo>
                  <a:pt x="380730" y="44898"/>
                </a:lnTo>
                <a:lnTo>
                  <a:pt x="380132" y="45572"/>
                </a:lnTo>
                <a:lnTo>
                  <a:pt x="379549" y="46263"/>
                </a:lnTo>
                <a:lnTo>
                  <a:pt x="378982" y="46970"/>
                </a:lnTo>
                <a:lnTo>
                  <a:pt x="378430" y="47695"/>
                </a:lnTo>
                <a:lnTo>
                  <a:pt x="377893" y="48437"/>
                </a:lnTo>
                <a:lnTo>
                  <a:pt x="377372" y="49197"/>
                </a:lnTo>
                <a:lnTo>
                  <a:pt x="376866" y="49973"/>
                </a:lnTo>
                <a:lnTo>
                  <a:pt x="376375" y="50766"/>
                </a:lnTo>
                <a:lnTo>
                  <a:pt x="375900" y="51577"/>
                </a:lnTo>
                <a:lnTo>
                  <a:pt x="375440" y="52404"/>
                </a:lnTo>
                <a:lnTo>
                  <a:pt x="374996" y="53249"/>
                </a:lnTo>
                <a:lnTo>
                  <a:pt x="374566" y="54111"/>
                </a:lnTo>
                <a:lnTo>
                  <a:pt x="374152" y="54990"/>
                </a:lnTo>
                <a:lnTo>
                  <a:pt x="373755" y="55885"/>
                </a:lnTo>
                <a:lnTo>
                  <a:pt x="373374" y="56794"/>
                </a:lnTo>
                <a:lnTo>
                  <a:pt x="373010" y="57719"/>
                </a:lnTo>
                <a:lnTo>
                  <a:pt x="372663" y="58658"/>
                </a:lnTo>
                <a:lnTo>
                  <a:pt x="372333" y="59612"/>
                </a:lnTo>
                <a:lnTo>
                  <a:pt x="372020" y="60581"/>
                </a:lnTo>
                <a:lnTo>
                  <a:pt x="371724" y="61565"/>
                </a:lnTo>
                <a:lnTo>
                  <a:pt x="371444" y="62564"/>
                </a:lnTo>
                <a:lnTo>
                  <a:pt x="371182" y="63577"/>
                </a:lnTo>
                <a:lnTo>
                  <a:pt x="370936" y="64605"/>
                </a:lnTo>
                <a:lnTo>
                  <a:pt x="370708" y="65648"/>
                </a:lnTo>
                <a:lnTo>
                  <a:pt x="370496" y="66706"/>
                </a:lnTo>
                <a:lnTo>
                  <a:pt x="370302" y="67779"/>
                </a:lnTo>
                <a:lnTo>
                  <a:pt x="370124" y="68866"/>
                </a:lnTo>
                <a:lnTo>
                  <a:pt x="369963" y="69969"/>
                </a:lnTo>
                <a:lnTo>
                  <a:pt x="369819" y="71086"/>
                </a:lnTo>
                <a:lnTo>
                  <a:pt x="369692" y="72218"/>
                </a:lnTo>
                <a:lnTo>
                  <a:pt x="369582" y="73365"/>
                </a:lnTo>
                <a:lnTo>
                  <a:pt x="369489" y="74526"/>
                </a:lnTo>
                <a:lnTo>
                  <a:pt x="369413" y="75703"/>
                </a:lnTo>
                <a:lnTo>
                  <a:pt x="369354" y="76894"/>
                </a:lnTo>
                <a:lnTo>
                  <a:pt x="369312" y="78100"/>
                </a:lnTo>
                <a:lnTo>
                  <a:pt x="369286" y="79321"/>
                </a:lnTo>
                <a:lnTo>
                  <a:pt x="369278" y="80557"/>
                </a:lnTo>
                <a:lnTo>
                  <a:pt x="369286" y="81762"/>
                </a:lnTo>
                <a:lnTo>
                  <a:pt x="369312" y="82953"/>
                </a:lnTo>
                <a:lnTo>
                  <a:pt x="369354" y="84131"/>
                </a:lnTo>
                <a:lnTo>
                  <a:pt x="369413" y="85294"/>
                </a:lnTo>
                <a:lnTo>
                  <a:pt x="369489" y="86444"/>
                </a:lnTo>
                <a:lnTo>
                  <a:pt x="369582" y="87580"/>
                </a:lnTo>
                <a:lnTo>
                  <a:pt x="369692" y="88702"/>
                </a:lnTo>
                <a:lnTo>
                  <a:pt x="369819" y="89810"/>
                </a:lnTo>
                <a:lnTo>
                  <a:pt x="369963" y="90904"/>
                </a:lnTo>
                <a:lnTo>
                  <a:pt x="370124" y="91985"/>
                </a:lnTo>
                <a:lnTo>
                  <a:pt x="370302" y="93051"/>
                </a:lnTo>
                <a:lnTo>
                  <a:pt x="370496" y="94104"/>
                </a:lnTo>
                <a:lnTo>
                  <a:pt x="370708" y="95143"/>
                </a:lnTo>
                <a:lnTo>
                  <a:pt x="370936" y="96168"/>
                </a:lnTo>
                <a:lnTo>
                  <a:pt x="371182" y="97179"/>
                </a:lnTo>
                <a:lnTo>
                  <a:pt x="371444" y="98177"/>
                </a:lnTo>
                <a:lnTo>
                  <a:pt x="371724" y="99160"/>
                </a:lnTo>
                <a:lnTo>
                  <a:pt x="372020" y="100130"/>
                </a:lnTo>
                <a:lnTo>
                  <a:pt x="372333" y="101086"/>
                </a:lnTo>
                <a:lnTo>
                  <a:pt x="372663" y="102028"/>
                </a:lnTo>
                <a:lnTo>
                  <a:pt x="373010" y="102956"/>
                </a:lnTo>
                <a:lnTo>
                  <a:pt x="373374" y="103870"/>
                </a:lnTo>
                <a:lnTo>
                  <a:pt x="373755" y="104770"/>
                </a:lnTo>
                <a:lnTo>
                  <a:pt x="374152" y="105657"/>
                </a:lnTo>
                <a:lnTo>
                  <a:pt x="374566" y="106528"/>
                </a:lnTo>
                <a:lnTo>
                  <a:pt x="374996" y="107382"/>
                </a:lnTo>
                <a:lnTo>
                  <a:pt x="375440" y="108220"/>
                </a:lnTo>
                <a:lnTo>
                  <a:pt x="375900" y="109040"/>
                </a:lnTo>
                <a:lnTo>
                  <a:pt x="376375" y="109843"/>
                </a:lnTo>
                <a:lnTo>
                  <a:pt x="376866" y="110630"/>
                </a:lnTo>
                <a:lnTo>
                  <a:pt x="377372" y="111399"/>
                </a:lnTo>
                <a:lnTo>
                  <a:pt x="377893" y="112152"/>
                </a:lnTo>
                <a:lnTo>
                  <a:pt x="378430" y="112888"/>
                </a:lnTo>
                <a:lnTo>
                  <a:pt x="378982" y="113606"/>
                </a:lnTo>
                <a:lnTo>
                  <a:pt x="379549" y="114308"/>
                </a:lnTo>
                <a:lnTo>
                  <a:pt x="380132" y="114993"/>
                </a:lnTo>
                <a:lnTo>
                  <a:pt x="380730" y="115661"/>
                </a:lnTo>
                <a:lnTo>
                  <a:pt x="381344" y="116312"/>
                </a:lnTo>
                <a:lnTo>
                  <a:pt x="381972" y="116946"/>
                </a:lnTo>
                <a:lnTo>
                  <a:pt x="382616" y="117563"/>
                </a:lnTo>
                <a:lnTo>
                  <a:pt x="383276" y="118163"/>
                </a:lnTo>
                <a:lnTo>
                  <a:pt x="383950" y="118746"/>
                </a:lnTo>
                <a:lnTo>
                  <a:pt x="384641" y="119313"/>
                </a:lnTo>
                <a:lnTo>
                  <a:pt x="385346" y="119862"/>
                </a:lnTo>
                <a:lnTo>
                  <a:pt x="386067" y="120394"/>
                </a:lnTo>
                <a:lnTo>
                  <a:pt x="386803" y="120910"/>
                </a:lnTo>
                <a:lnTo>
                  <a:pt x="387554" y="121409"/>
                </a:lnTo>
                <a:lnTo>
                  <a:pt x="388321" y="121890"/>
                </a:lnTo>
                <a:lnTo>
                  <a:pt x="389102" y="122353"/>
                </a:lnTo>
                <a:lnTo>
                  <a:pt x="389896" y="122797"/>
                </a:lnTo>
                <a:lnTo>
                  <a:pt x="390703" y="123220"/>
                </a:lnTo>
                <a:lnTo>
                  <a:pt x="391523" y="123624"/>
                </a:lnTo>
                <a:lnTo>
                  <a:pt x="392356" y="124008"/>
                </a:lnTo>
                <a:lnTo>
                  <a:pt x="393202" y="124373"/>
                </a:lnTo>
                <a:lnTo>
                  <a:pt x="394061" y="124718"/>
                </a:lnTo>
                <a:lnTo>
                  <a:pt x="394932" y="125043"/>
                </a:lnTo>
                <a:lnTo>
                  <a:pt x="395817" y="125348"/>
                </a:lnTo>
                <a:lnTo>
                  <a:pt x="396715" y="125634"/>
                </a:lnTo>
                <a:lnTo>
                  <a:pt x="397626" y="125900"/>
                </a:lnTo>
                <a:lnTo>
                  <a:pt x="398549" y="126146"/>
                </a:lnTo>
                <a:lnTo>
                  <a:pt x="399486" y="126373"/>
                </a:lnTo>
                <a:lnTo>
                  <a:pt x="400436" y="126580"/>
                </a:lnTo>
                <a:lnTo>
                  <a:pt x="401398" y="126767"/>
                </a:lnTo>
                <a:lnTo>
                  <a:pt x="402374" y="126935"/>
                </a:lnTo>
                <a:lnTo>
                  <a:pt x="403362" y="127082"/>
                </a:lnTo>
                <a:lnTo>
                  <a:pt x="404364" y="127210"/>
                </a:lnTo>
                <a:lnTo>
                  <a:pt x="405378" y="127319"/>
                </a:lnTo>
                <a:lnTo>
                  <a:pt x="406406" y="127407"/>
                </a:lnTo>
                <a:lnTo>
                  <a:pt x="407446" y="127476"/>
                </a:lnTo>
                <a:lnTo>
                  <a:pt x="408499" y="127526"/>
                </a:lnTo>
                <a:lnTo>
                  <a:pt x="409566" y="127555"/>
                </a:lnTo>
                <a:lnTo>
                  <a:pt x="410645" y="127565"/>
                </a:lnTo>
                <a:lnTo>
                  <a:pt x="411747" y="127555"/>
                </a:lnTo>
                <a:lnTo>
                  <a:pt x="412836" y="127526"/>
                </a:lnTo>
                <a:lnTo>
                  <a:pt x="413910" y="127476"/>
                </a:lnTo>
                <a:lnTo>
                  <a:pt x="414972" y="127407"/>
                </a:lnTo>
                <a:lnTo>
                  <a:pt x="416020" y="127319"/>
                </a:lnTo>
                <a:close/>
                <a:moveTo>
                  <a:pt x="406831" y="115251"/>
                </a:moveTo>
                <a:lnTo>
                  <a:pt x="406109" y="115165"/>
                </a:lnTo>
                <a:lnTo>
                  <a:pt x="405401" y="115063"/>
                </a:lnTo>
                <a:lnTo>
                  <a:pt x="404707" y="114946"/>
                </a:lnTo>
                <a:lnTo>
                  <a:pt x="404027" y="114813"/>
                </a:lnTo>
                <a:lnTo>
                  <a:pt x="403361" y="114665"/>
                </a:lnTo>
                <a:lnTo>
                  <a:pt x="402708" y="114501"/>
                </a:lnTo>
                <a:lnTo>
                  <a:pt x="402069" y="114321"/>
                </a:lnTo>
                <a:lnTo>
                  <a:pt x="401443" y="114126"/>
                </a:lnTo>
                <a:lnTo>
                  <a:pt x="400832" y="113915"/>
                </a:lnTo>
                <a:lnTo>
                  <a:pt x="400234" y="113688"/>
                </a:lnTo>
                <a:lnTo>
                  <a:pt x="399650" y="113446"/>
                </a:lnTo>
                <a:lnTo>
                  <a:pt x="399080" y="113188"/>
                </a:lnTo>
                <a:lnTo>
                  <a:pt x="398524" y="112914"/>
                </a:lnTo>
                <a:lnTo>
                  <a:pt x="397981" y="112625"/>
                </a:lnTo>
                <a:lnTo>
                  <a:pt x="397452" y="112320"/>
                </a:lnTo>
                <a:lnTo>
                  <a:pt x="396937" y="112000"/>
                </a:lnTo>
                <a:lnTo>
                  <a:pt x="396436" y="111664"/>
                </a:lnTo>
                <a:lnTo>
                  <a:pt x="395948" y="111312"/>
                </a:lnTo>
                <a:lnTo>
                  <a:pt x="395474" y="110945"/>
                </a:lnTo>
                <a:lnTo>
                  <a:pt x="395013" y="110563"/>
                </a:lnTo>
                <a:lnTo>
                  <a:pt x="394562" y="110170"/>
                </a:lnTo>
                <a:lnTo>
                  <a:pt x="394122" y="109765"/>
                </a:lnTo>
                <a:lnTo>
                  <a:pt x="393693" y="109348"/>
                </a:lnTo>
                <a:lnTo>
                  <a:pt x="393276" y="108920"/>
                </a:lnTo>
                <a:lnTo>
                  <a:pt x="392869" y="108479"/>
                </a:lnTo>
                <a:lnTo>
                  <a:pt x="392473" y="108027"/>
                </a:lnTo>
                <a:lnTo>
                  <a:pt x="392088" y="107562"/>
                </a:lnTo>
                <a:lnTo>
                  <a:pt x="391713" y="107086"/>
                </a:lnTo>
                <a:lnTo>
                  <a:pt x="391350" y="106599"/>
                </a:lnTo>
                <a:lnTo>
                  <a:pt x="390998" y="106099"/>
                </a:lnTo>
                <a:lnTo>
                  <a:pt x="390656" y="105587"/>
                </a:lnTo>
                <a:lnTo>
                  <a:pt x="390326" y="105064"/>
                </a:lnTo>
                <a:lnTo>
                  <a:pt x="390006" y="104528"/>
                </a:lnTo>
                <a:lnTo>
                  <a:pt x="389697" y="103981"/>
                </a:lnTo>
                <a:lnTo>
                  <a:pt x="389400" y="103422"/>
                </a:lnTo>
                <a:lnTo>
                  <a:pt x="389113" y="102851"/>
                </a:lnTo>
                <a:lnTo>
                  <a:pt x="388837" y="102269"/>
                </a:lnTo>
                <a:lnTo>
                  <a:pt x="388572" y="101674"/>
                </a:lnTo>
                <a:lnTo>
                  <a:pt x="388318" y="101068"/>
                </a:lnTo>
                <a:lnTo>
                  <a:pt x="388074" y="100450"/>
                </a:lnTo>
                <a:lnTo>
                  <a:pt x="387842" y="99820"/>
                </a:lnTo>
                <a:lnTo>
                  <a:pt x="387621" y="99178"/>
                </a:lnTo>
                <a:lnTo>
                  <a:pt x="387410" y="98524"/>
                </a:lnTo>
                <a:lnTo>
                  <a:pt x="387209" y="97861"/>
                </a:lnTo>
                <a:lnTo>
                  <a:pt x="387017" y="97190"/>
                </a:lnTo>
                <a:lnTo>
                  <a:pt x="386834" y="96512"/>
                </a:lnTo>
                <a:lnTo>
                  <a:pt x="386658" y="95826"/>
                </a:lnTo>
                <a:lnTo>
                  <a:pt x="386492" y="95133"/>
                </a:lnTo>
                <a:lnTo>
                  <a:pt x="386334" y="94433"/>
                </a:lnTo>
                <a:lnTo>
                  <a:pt x="386184" y="93725"/>
                </a:lnTo>
                <a:lnTo>
                  <a:pt x="386043" y="93010"/>
                </a:lnTo>
                <a:lnTo>
                  <a:pt x="385911" y="92288"/>
                </a:lnTo>
                <a:lnTo>
                  <a:pt x="385787" y="91558"/>
                </a:lnTo>
                <a:lnTo>
                  <a:pt x="385672" y="90820"/>
                </a:lnTo>
                <a:lnTo>
                  <a:pt x="385565" y="90076"/>
                </a:lnTo>
                <a:lnTo>
                  <a:pt x="385467" y="89324"/>
                </a:lnTo>
                <a:lnTo>
                  <a:pt x="385377" y="88564"/>
                </a:lnTo>
                <a:lnTo>
                  <a:pt x="385296" y="87797"/>
                </a:lnTo>
                <a:lnTo>
                  <a:pt x="385223" y="87023"/>
                </a:lnTo>
                <a:lnTo>
                  <a:pt x="385159" y="86241"/>
                </a:lnTo>
                <a:lnTo>
                  <a:pt x="385104" y="85452"/>
                </a:lnTo>
                <a:lnTo>
                  <a:pt x="385057" y="84656"/>
                </a:lnTo>
                <a:lnTo>
                  <a:pt x="385018" y="83852"/>
                </a:lnTo>
                <a:lnTo>
                  <a:pt x="384988" y="83041"/>
                </a:lnTo>
                <a:lnTo>
                  <a:pt x="384967" y="82222"/>
                </a:lnTo>
                <a:lnTo>
                  <a:pt x="384954" y="81396"/>
                </a:lnTo>
                <a:lnTo>
                  <a:pt x="384950" y="80562"/>
                </a:lnTo>
                <a:lnTo>
                  <a:pt x="384954" y="79713"/>
                </a:lnTo>
                <a:lnTo>
                  <a:pt x="384967" y="78871"/>
                </a:lnTo>
                <a:lnTo>
                  <a:pt x="384988" y="78037"/>
                </a:lnTo>
                <a:lnTo>
                  <a:pt x="385018" y="77210"/>
                </a:lnTo>
                <a:lnTo>
                  <a:pt x="385057" y="76391"/>
                </a:lnTo>
                <a:lnTo>
                  <a:pt x="385104" y="75579"/>
                </a:lnTo>
                <a:lnTo>
                  <a:pt x="385159" y="74775"/>
                </a:lnTo>
                <a:lnTo>
                  <a:pt x="385223" y="73979"/>
                </a:lnTo>
                <a:lnTo>
                  <a:pt x="385296" y="73190"/>
                </a:lnTo>
                <a:lnTo>
                  <a:pt x="385377" y="72408"/>
                </a:lnTo>
                <a:lnTo>
                  <a:pt x="385467" y="71635"/>
                </a:lnTo>
                <a:lnTo>
                  <a:pt x="385565" y="70868"/>
                </a:lnTo>
                <a:lnTo>
                  <a:pt x="385672" y="70110"/>
                </a:lnTo>
                <a:lnTo>
                  <a:pt x="385787" y="69359"/>
                </a:lnTo>
                <a:lnTo>
                  <a:pt x="385911" y="68615"/>
                </a:lnTo>
                <a:lnTo>
                  <a:pt x="386043" y="67879"/>
                </a:lnTo>
                <a:lnTo>
                  <a:pt x="386184" y="67151"/>
                </a:lnTo>
                <a:lnTo>
                  <a:pt x="386334" y="66430"/>
                </a:lnTo>
                <a:lnTo>
                  <a:pt x="386492" y="65717"/>
                </a:lnTo>
                <a:lnTo>
                  <a:pt x="386658" y="65012"/>
                </a:lnTo>
                <a:lnTo>
                  <a:pt x="386834" y="64313"/>
                </a:lnTo>
                <a:lnTo>
                  <a:pt x="387017" y="63623"/>
                </a:lnTo>
                <a:lnTo>
                  <a:pt x="387209" y="62940"/>
                </a:lnTo>
                <a:lnTo>
                  <a:pt x="387410" y="62265"/>
                </a:lnTo>
                <a:lnTo>
                  <a:pt x="387621" y="61599"/>
                </a:lnTo>
                <a:lnTo>
                  <a:pt x="387842" y="60946"/>
                </a:lnTo>
                <a:lnTo>
                  <a:pt x="388074" y="60304"/>
                </a:lnTo>
                <a:lnTo>
                  <a:pt x="388318" y="59675"/>
                </a:lnTo>
                <a:lnTo>
                  <a:pt x="388572" y="59058"/>
                </a:lnTo>
                <a:lnTo>
                  <a:pt x="388837" y="58452"/>
                </a:lnTo>
                <a:lnTo>
                  <a:pt x="389113" y="57859"/>
                </a:lnTo>
                <a:lnTo>
                  <a:pt x="389400" y="57277"/>
                </a:lnTo>
                <a:lnTo>
                  <a:pt x="389697" y="56708"/>
                </a:lnTo>
                <a:lnTo>
                  <a:pt x="390006" y="56151"/>
                </a:lnTo>
                <a:lnTo>
                  <a:pt x="390326" y="55606"/>
                </a:lnTo>
                <a:lnTo>
                  <a:pt x="390656" y="55072"/>
                </a:lnTo>
                <a:lnTo>
                  <a:pt x="390998" y="54551"/>
                </a:lnTo>
                <a:lnTo>
                  <a:pt x="391350" y="54042"/>
                </a:lnTo>
                <a:lnTo>
                  <a:pt x="391713" y="53545"/>
                </a:lnTo>
                <a:lnTo>
                  <a:pt x="392088" y="53059"/>
                </a:lnTo>
                <a:lnTo>
                  <a:pt x="392473" y="52586"/>
                </a:lnTo>
                <a:lnTo>
                  <a:pt x="392869" y="52125"/>
                </a:lnTo>
                <a:lnTo>
                  <a:pt x="393276" y="51676"/>
                </a:lnTo>
                <a:lnTo>
                  <a:pt x="393693" y="51239"/>
                </a:lnTo>
                <a:lnTo>
                  <a:pt x="394122" y="50814"/>
                </a:lnTo>
                <a:lnTo>
                  <a:pt x="394562" y="50401"/>
                </a:lnTo>
                <a:lnTo>
                  <a:pt x="395013" y="50000"/>
                </a:lnTo>
                <a:lnTo>
                  <a:pt x="395474" y="49611"/>
                </a:lnTo>
                <a:lnTo>
                  <a:pt x="395948" y="49236"/>
                </a:lnTo>
                <a:lnTo>
                  <a:pt x="396436" y="48876"/>
                </a:lnTo>
                <a:lnTo>
                  <a:pt x="396937" y="48533"/>
                </a:lnTo>
                <a:lnTo>
                  <a:pt x="397452" y="48206"/>
                </a:lnTo>
                <a:lnTo>
                  <a:pt x="397981" y="47894"/>
                </a:lnTo>
                <a:lnTo>
                  <a:pt x="398524" y="47599"/>
                </a:lnTo>
                <a:lnTo>
                  <a:pt x="399080" y="47320"/>
                </a:lnTo>
                <a:lnTo>
                  <a:pt x="399650" y="47056"/>
                </a:lnTo>
                <a:lnTo>
                  <a:pt x="400234" y="46809"/>
                </a:lnTo>
                <a:lnTo>
                  <a:pt x="400832" y="46577"/>
                </a:lnTo>
                <a:lnTo>
                  <a:pt x="401443" y="46361"/>
                </a:lnTo>
                <a:lnTo>
                  <a:pt x="402069" y="46162"/>
                </a:lnTo>
                <a:lnTo>
                  <a:pt x="402708" y="45978"/>
                </a:lnTo>
                <a:lnTo>
                  <a:pt x="403361" y="45811"/>
                </a:lnTo>
                <a:lnTo>
                  <a:pt x="404027" y="45659"/>
                </a:lnTo>
                <a:lnTo>
                  <a:pt x="404707" y="45523"/>
                </a:lnTo>
                <a:lnTo>
                  <a:pt x="405401" y="45403"/>
                </a:lnTo>
                <a:lnTo>
                  <a:pt x="406109" y="45300"/>
                </a:lnTo>
                <a:lnTo>
                  <a:pt x="406831" y="45212"/>
                </a:lnTo>
                <a:lnTo>
                  <a:pt x="407566" y="45140"/>
                </a:lnTo>
                <a:lnTo>
                  <a:pt x="408315" y="45084"/>
                </a:lnTo>
                <a:lnTo>
                  <a:pt x="409078" y="45044"/>
                </a:lnTo>
                <a:lnTo>
                  <a:pt x="409855" y="45020"/>
                </a:lnTo>
                <a:lnTo>
                  <a:pt x="410645" y="45012"/>
                </a:lnTo>
                <a:lnTo>
                  <a:pt x="411458" y="45020"/>
                </a:lnTo>
                <a:lnTo>
                  <a:pt x="412257" y="45044"/>
                </a:lnTo>
                <a:lnTo>
                  <a:pt x="413043" y="45084"/>
                </a:lnTo>
                <a:lnTo>
                  <a:pt x="413814" y="45140"/>
                </a:lnTo>
                <a:lnTo>
                  <a:pt x="414571" y="45212"/>
                </a:lnTo>
                <a:lnTo>
                  <a:pt x="415315" y="45300"/>
                </a:lnTo>
                <a:lnTo>
                  <a:pt x="416045" y="45403"/>
                </a:lnTo>
                <a:lnTo>
                  <a:pt x="416760" y="45523"/>
                </a:lnTo>
                <a:lnTo>
                  <a:pt x="417462" y="45659"/>
                </a:lnTo>
                <a:lnTo>
                  <a:pt x="418150" y="45811"/>
                </a:lnTo>
                <a:lnTo>
                  <a:pt x="418824" y="45978"/>
                </a:lnTo>
                <a:lnTo>
                  <a:pt x="419484" y="46162"/>
                </a:lnTo>
                <a:lnTo>
                  <a:pt x="420130" y="46361"/>
                </a:lnTo>
                <a:lnTo>
                  <a:pt x="420762" y="46577"/>
                </a:lnTo>
                <a:lnTo>
                  <a:pt x="421380" y="46809"/>
                </a:lnTo>
                <a:lnTo>
                  <a:pt x="421984" y="47056"/>
                </a:lnTo>
                <a:lnTo>
                  <a:pt x="422575" y="47320"/>
                </a:lnTo>
                <a:lnTo>
                  <a:pt x="423151" y="47599"/>
                </a:lnTo>
                <a:lnTo>
                  <a:pt x="423714" y="47894"/>
                </a:lnTo>
                <a:lnTo>
                  <a:pt x="424262" y="48206"/>
                </a:lnTo>
                <a:lnTo>
                  <a:pt x="424797" y="48533"/>
                </a:lnTo>
                <a:lnTo>
                  <a:pt x="425318" y="48876"/>
                </a:lnTo>
                <a:lnTo>
                  <a:pt x="425825" y="49236"/>
                </a:lnTo>
                <a:lnTo>
                  <a:pt x="426317" y="49611"/>
                </a:lnTo>
                <a:lnTo>
                  <a:pt x="426798" y="50000"/>
                </a:lnTo>
                <a:lnTo>
                  <a:pt x="427267" y="50401"/>
                </a:lnTo>
                <a:lnTo>
                  <a:pt x="427724" y="50814"/>
                </a:lnTo>
                <a:lnTo>
                  <a:pt x="428170" y="51239"/>
                </a:lnTo>
                <a:lnTo>
                  <a:pt x="428605" y="51676"/>
                </a:lnTo>
                <a:lnTo>
                  <a:pt x="429028" y="52125"/>
                </a:lnTo>
                <a:lnTo>
                  <a:pt x="429440" y="52586"/>
                </a:lnTo>
                <a:lnTo>
                  <a:pt x="429841" y="53059"/>
                </a:lnTo>
                <a:lnTo>
                  <a:pt x="430230" y="53545"/>
                </a:lnTo>
                <a:lnTo>
                  <a:pt x="430608" y="54042"/>
                </a:lnTo>
                <a:lnTo>
                  <a:pt x="430974" y="54551"/>
                </a:lnTo>
                <a:lnTo>
                  <a:pt x="431329" y="55072"/>
                </a:lnTo>
                <a:lnTo>
                  <a:pt x="431673" y="55606"/>
                </a:lnTo>
                <a:lnTo>
                  <a:pt x="432005" y="56151"/>
                </a:lnTo>
                <a:lnTo>
                  <a:pt x="432326" y="56708"/>
                </a:lnTo>
                <a:lnTo>
                  <a:pt x="432635" y="57277"/>
                </a:lnTo>
                <a:lnTo>
                  <a:pt x="432933" y="57859"/>
                </a:lnTo>
                <a:lnTo>
                  <a:pt x="433220" y="58452"/>
                </a:lnTo>
                <a:lnTo>
                  <a:pt x="433495" y="59058"/>
                </a:lnTo>
                <a:lnTo>
                  <a:pt x="433759" y="59675"/>
                </a:lnTo>
                <a:lnTo>
                  <a:pt x="434011" y="60304"/>
                </a:lnTo>
                <a:lnTo>
                  <a:pt x="434252" y="60946"/>
                </a:lnTo>
                <a:lnTo>
                  <a:pt x="434482" y="61599"/>
                </a:lnTo>
                <a:lnTo>
                  <a:pt x="434700" y="62265"/>
                </a:lnTo>
                <a:lnTo>
                  <a:pt x="434909" y="62940"/>
                </a:lnTo>
                <a:lnTo>
                  <a:pt x="435108" y="63623"/>
                </a:lnTo>
                <a:lnTo>
                  <a:pt x="435298" y="64313"/>
                </a:lnTo>
                <a:lnTo>
                  <a:pt x="435480" y="65012"/>
                </a:lnTo>
                <a:lnTo>
                  <a:pt x="435653" y="65717"/>
                </a:lnTo>
                <a:lnTo>
                  <a:pt x="435817" y="66430"/>
                </a:lnTo>
                <a:lnTo>
                  <a:pt x="435972" y="67151"/>
                </a:lnTo>
                <a:lnTo>
                  <a:pt x="436118" y="67879"/>
                </a:lnTo>
                <a:lnTo>
                  <a:pt x="436255" y="68615"/>
                </a:lnTo>
                <a:lnTo>
                  <a:pt x="436383" y="69359"/>
                </a:lnTo>
                <a:lnTo>
                  <a:pt x="436503" y="70110"/>
                </a:lnTo>
                <a:lnTo>
                  <a:pt x="436614" y="70868"/>
                </a:lnTo>
                <a:lnTo>
                  <a:pt x="436716" y="71635"/>
                </a:lnTo>
                <a:lnTo>
                  <a:pt x="436809" y="72408"/>
                </a:lnTo>
                <a:lnTo>
                  <a:pt x="436893" y="73190"/>
                </a:lnTo>
                <a:lnTo>
                  <a:pt x="436968" y="73979"/>
                </a:lnTo>
                <a:lnTo>
                  <a:pt x="437035" y="74775"/>
                </a:lnTo>
                <a:lnTo>
                  <a:pt x="437092" y="75579"/>
                </a:lnTo>
                <a:lnTo>
                  <a:pt x="437141" y="76391"/>
                </a:lnTo>
                <a:lnTo>
                  <a:pt x="437181" y="77210"/>
                </a:lnTo>
                <a:lnTo>
                  <a:pt x="437212" y="78037"/>
                </a:lnTo>
                <a:lnTo>
                  <a:pt x="437234" y="78871"/>
                </a:lnTo>
                <a:lnTo>
                  <a:pt x="437247" y="79713"/>
                </a:lnTo>
                <a:lnTo>
                  <a:pt x="437252" y="80562"/>
                </a:lnTo>
                <a:lnTo>
                  <a:pt x="437247" y="81396"/>
                </a:lnTo>
                <a:lnTo>
                  <a:pt x="437234" y="82222"/>
                </a:lnTo>
                <a:lnTo>
                  <a:pt x="437212" y="83041"/>
                </a:lnTo>
                <a:lnTo>
                  <a:pt x="437181" y="83852"/>
                </a:lnTo>
                <a:lnTo>
                  <a:pt x="437141" y="84656"/>
                </a:lnTo>
                <a:lnTo>
                  <a:pt x="437092" y="85452"/>
                </a:lnTo>
                <a:lnTo>
                  <a:pt x="437035" y="86241"/>
                </a:lnTo>
                <a:lnTo>
                  <a:pt x="436968" y="87023"/>
                </a:lnTo>
                <a:lnTo>
                  <a:pt x="436893" y="87797"/>
                </a:lnTo>
                <a:lnTo>
                  <a:pt x="436809" y="88564"/>
                </a:lnTo>
                <a:lnTo>
                  <a:pt x="436716" y="89324"/>
                </a:lnTo>
                <a:lnTo>
                  <a:pt x="436614" y="90076"/>
                </a:lnTo>
                <a:lnTo>
                  <a:pt x="436503" y="90820"/>
                </a:lnTo>
                <a:lnTo>
                  <a:pt x="436383" y="91558"/>
                </a:lnTo>
                <a:lnTo>
                  <a:pt x="436255" y="92288"/>
                </a:lnTo>
                <a:lnTo>
                  <a:pt x="436118" y="93010"/>
                </a:lnTo>
                <a:lnTo>
                  <a:pt x="435972" y="93725"/>
                </a:lnTo>
                <a:lnTo>
                  <a:pt x="435817" y="94433"/>
                </a:lnTo>
                <a:lnTo>
                  <a:pt x="435653" y="95133"/>
                </a:lnTo>
                <a:lnTo>
                  <a:pt x="435480" y="95826"/>
                </a:lnTo>
                <a:lnTo>
                  <a:pt x="435298" y="96512"/>
                </a:lnTo>
                <a:lnTo>
                  <a:pt x="435108" y="97190"/>
                </a:lnTo>
                <a:lnTo>
                  <a:pt x="434909" y="97861"/>
                </a:lnTo>
                <a:lnTo>
                  <a:pt x="434700" y="98524"/>
                </a:lnTo>
                <a:lnTo>
                  <a:pt x="434482" y="99178"/>
                </a:lnTo>
                <a:lnTo>
                  <a:pt x="434252" y="99820"/>
                </a:lnTo>
                <a:lnTo>
                  <a:pt x="434011" y="100450"/>
                </a:lnTo>
                <a:lnTo>
                  <a:pt x="433759" y="101068"/>
                </a:lnTo>
                <a:lnTo>
                  <a:pt x="433495" y="101674"/>
                </a:lnTo>
                <a:lnTo>
                  <a:pt x="433220" y="102269"/>
                </a:lnTo>
                <a:lnTo>
                  <a:pt x="432933" y="102851"/>
                </a:lnTo>
                <a:lnTo>
                  <a:pt x="432635" y="103422"/>
                </a:lnTo>
                <a:lnTo>
                  <a:pt x="432326" y="103981"/>
                </a:lnTo>
                <a:lnTo>
                  <a:pt x="432005" y="104528"/>
                </a:lnTo>
                <a:lnTo>
                  <a:pt x="431673" y="105064"/>
                </a:lnTo>
                <a:lnTo>
                  <a:pt x="431329" y="105587"/>
                </a:lnTo>
                <a:lnTo>
                  <a:pt x="430974" y="106099"/>
                </a:lnTo>
                <a:lnTo>
                  <a:pt x="430608" y="106599"/>
                </a:lnTo>
                <a:lnTo>
                  <a:pt x="430230" y="107086"/>
                </a:lnTo>
                <a:lnTo>
                  <a:pt x="429841" y="107562"/>
                </a:lnTo>
                <a:lnTo>
                  <a:pt x="429440" y="108027"/>
                </a:lnTo>
                <a:lnTo>
                  <a:pt x="429028" y="108479"/>
                </a:lnTo>
                <a:lnTo>
                  <a:pt x="428605" y="108920"/>
                </a:lnTo>
                <a:lnTo>
                  <a:pt x="428170" y="109348"/>
                </a:lnTo>
                <a:lnTo>
                  <a:pt x="427724" y="109765"/>
                </a:lnTo>
                <a:lnTo>
                  <a:pt x="427267" y="110170"/>
                </a:lnTo>
                <a:lnTo>
                  <a:pt x="426798" y="110563"/>
                </a:lnTo>
                <a:lnTo>
                  <a:pt x="426317" y="110945"/>
                </a:lnTo>
                <a:lnTo>
                  <a:pt x="425825" y="111312"/>
                </a:lnTo>
                <a:lnTo>
                  <a:pt x="425318" y="111664"/>
                </a:lnTo>
                <a:lnTo>
                  <a:pt x="424797" y="112000"/>
                </a:lnTo>
                <a:lnTo>
                  <a:pt x="424262" y="112320"/>
                </a:lnTo>
                <a:lnTo>
                  <a:pt x="423714" y="112625"/>
                </a:lnTo>
                <a:lnTo>
                  <a:pt x="423151" y="112914"/>
                </a:lnTo>
                <a:lnTo>
                  <a:pt x="422575" y="113188"/>
                </a:lnTo>
                <a:lnTo>
                  <a:pt x="421984" y="113446"/>
                </a:lnTo>
                <a:lnTo>
                  <a:pt x="421380" y="113688"/>
                </a:lnTo>
                <a:lnTo>
                  <a:pt x="420762" y="113915"/>
                </a:lnTo>
                <a:lnTo>
                  <a:pt x="420130" y="114126"/>
                </a:lnTo>
                <a:lnTo>
                  <a:pt x="419484" y="114321"/>
                </a:lnTo>
                <a:lnTo>
                  <a:pt x="418824" y="114501"/>
                </a:lnTo>
                <a:lnTo>
                  <a:pt x="418150" y="114665"/>
                </a:lnTo>
                <a:lnTo>
                  <a:pt x="417462" y="114813"/>
                </a:lnTo>
                <a:lnTo>
                  <a:pt x="416760" y="114946"/>
                </a:lnTo>
                <a:lnTo>
                  <a:pt x="416045" y="115063"/>
                </a:lnTo>
                <a:lnTo>
                  <a:pt x="415315" y="115165"/>
                </a:lnTo>
                <a:lnTo>
                  <a:pt x="414571" y="115251"/>
                </a:lnTo>
                <a:lnTo>
                  <a:pt x="413814" y="115321"/>
                </a:lnTo>
                <a:lnTo>
                  <a:pt x="413043" y="115376"/>
                </a:lnTo>
                <a:lnTo>
                  <a:pt x="412257" y="115415"/>
                </a:lnTo>
                <a:lnTo>
                  <a:pt x="411458" y="115439"/>
                </a:lnTo>
                <a:lnTo>
                  <a:pt x="410645" y="115446"/>
                </a:lnTo>
                <a:lnTo>
                  <a:pt x="409855" y="115439"/>
                </a:lnTo>
                <a:lnTo>
                  <a:pt x="409078" y="115415"/>
                </a:lnTo>
                <a:lnTo>
                  <a:pt x="408315" y="115376"/>
                </a:lnTo>
                <a:lnTo>
                  <a:pt x="407566" y="115321"/>
                </a:lnTo>
                <a:lnTo>
                  <a:pt x="406831" y="115251"/>
                </a:lnTo>
                <a:close/>
                <a:moveTo>
                  <a:pt x="897366" y="127395"/>
                </a:moveTo>
                <a:lnTo>
                  <a:pt x="898386" y="127320"/>
                </a:lnTo>
                <a:lnTo>
                  <a:pt x="899397" y="127232"/>
                </a:lnTo>
                <a:lnTo>
                  <a:pt x="900399" y="127130"/>
                </a:lnTo>
                <a:lnTo>
                  <a:pt x="901392" y="127014"/>
                </a:lnTo>
                <a:lnTo>
                  <a:pt x="902375" y="126885"/>
                </a:lnTo>
                <a:lnTo>
                  <a:pt x="903350" y="126742"/>
                </a:lnTo>
                <a:lnTo>
                  <a:pt x="904315" y="126586"/>
                </a:lnTo>
                <a:lnTo>
                  <a:pt x="905271" y="126416"/>
                </a:lnTo>
                <a:lnTo>
                  <a:pt x="906217" y="126232"/>
                </a:lnTo>
                <a:lnTo>
                  <a:pt x="907155" y="126035"/>
                </a:lnTo>
                <a:lnTo>
                  <a:pt x="908084" y="125824"/>
                </a:lnTo>
                <a:lnTo>
                  <a:pt x="909003" y="125599"/>
                </a:lnTo>
                <a:lnTo>
                  <a:pt x="909913" y="125361"/>
                </a:lnTo>
                <a:lnTo>
                  <a:pt x="910814" y="125109"/>
                </a:lnTo>
                <a:lnTo>
                  <a:pt x="911705" y="124844"/>
                </a:lnTo>
                <a:lnTo>
                  <a:pt x="912588" y="124565"/>
                </a:lnTo>
                <a:lnTo>
                  <a:pt x="913461" y="124273"/>
                </a:lnTo>
                <a:lnTo>
                  <a:pt x="914326" y="123967"/>
                </a:lnTo>
                <a:lnTo>
                  <a:pt x="915181" y="123647"/>
                </a:lnTo>
                <a:lnTo>
                  <a:pt x="916024" y="123314"/>
                </a:lnTo>
                <a:lnTo>
                  <a:pt x="916852" y="122967"/>
                </a:lnTo>
                <a:lnTo>
                  <a:pt x="917665" y="122607"/>
                </a:lnTo>
                <a:lnTo>
                  <a:pt x="918463" y="122233"/>
                </a:lnTo>
                <a:lnTo>
                  <a:pt x="919247" y="121846"/>
                </a:lnTo>
                <a:lnTo>
                  <a:pt x="920016" y="121446"/>
                </a:lnTo>
                <a:lnTo>
                  <a:pt x="920769" y="121032"/>
                </a:lnTo>
                <a:lnTo>
                  <a:pt x="921508" y="120605"/>
                </a:lnTo>
                <a:lnTo>
                  <a:pt x="922232" y="120164"/>
                </a:lnTo>
                <a:lnTo>
                  <a:pt x="922941" y="119710"/>
                </a:lnTo>
                <a:lnTo>
                  <a:pt x="923636" y="119242"/>
                </a:lnTo>
                <a:lnTo>
                  <a:pt x="924315" y="118761"/>
                </a:lnTo>
                <a:lnTo>
                  <a:pt x="924980" y="118266"/>
                </a:lnTo>
                <a:lnTo>
                  <a:pt x="925629" y="117758"/>
                </a:lnTo>
                <a:lnTo>
                  <a:pt x="926264" y="117237"/>
                </a:lnTo>
                <a:lnTo>
                  <a:pt x="926884" y="116702"/>
                </a:lnTo>
                <a:lnTo>
                  <a:pt x="927489" y="116153"/>
                </a:lnTo>
                <a:lnTo>
                  <a:pt x="928079" y="115592"/>
                </a:lnTo>
                <a:lnTo>
                  <a:pt x="928655" y="115016"/>
                </a:lnTo>
                <a:lnTo>
                  <a:pt x="929215" y="114428"/>
                </a:lnTo>
                <a:lnTo>
                  <a:pt x="929761" y="113825"/>
                </a:lnTo>
                <a:lnTo>
                  <a:pt x="930292" y="113210"/>
                </a:lnTo>
                <a:lnTo>
                  <a:pt x="930807" y="112581"/>
                </a:lnTo>
                <a:lnTo>
                  <a:pt x="931308" y="111938"/>
                </a:lnTo>
                <a:lnTo>
                  <a:pt x="931792" y="111282"/>
                </a:lnTo>
                <a:lnTo>
                  <a:pt x="932254" y="110612"/>
                </a:lnTo>
                <a:lnTo>
                  <a:pt x="932697" y="109927"/>
                </a:lnTo>
                <a:lnTo>
                  <a:pt x="933118" y="109229"/>
                </a:lnTo>
                <a:lnTo>
                  <a:pt x="933519" y="108516"/>
                </a:lnTo>
                <a:lnTo>
                  <a:pt x="933900" y="107790"/>
                </a:lnTo>
                <a:lnTo>
                  <a:pt x="934260" y="107049"/>
                </a:lnTo>
                <a:lnTo>
                  <a:pt x="934599" y="106294"/>
                </a:lnTo>
                <a:lnTo>
                  <a:pt x="934918" y="105525"/>
                </a:lnTo>
                <a:lnTo>
                  <a:pt x="935216" y="104742"/>
                </a:lnTo>
                <a:lnTo>
                  <a:pt x="935493" y="103945"/>
                </a:lnTo>
                <a:lnTo>
                  <a:pt x="935750" y="103134"/>
                </a:lnTo>
                <a:lnTo>
                  <a:pt x="935987" y="102309"/>
                </a:lnTo>
                <a:lnTo>
                  <a:pt x="936203" y="101470"/>
                </a:lnTo>
                <a:lnTo>
                  <a:pt x="936398" y="100616"/>
                </a:lnTo>
                <a:lnTo>
                  <a:pt x="936573" y="99749"/>
                </a:lnTo>
                <a:lnTo>
                  <a:pt x="936727" y="98867"/>
                </a:lnTo>
                <a:lnTo>
                  <a:pt x="936861" y="97972"/>
                </a:lnTo>
                <a:lnTo>
                  <a:pt x="936974" y="97062"/>
                </a:lnTo>
                <a:lnTo>
                  <a:pt x="937067" y="96138"/>
                </a:lnTo>
                <a:lnTo>
                  <a:pt x="937139" y="95200"/>
                </a:lnTo>
                <a:lnTo>
                  <a:pt x="937190" y="94249"/>
                </a:lnTo>
                <a:lnTo>
                  <a:pt x="937221" y="93283"/>
                </a:lnTo>
                <a:lnTo>
                  <a:pt x="937231" y="92302"/>
                </a:lnTo>
                <a:lnTo>
                  <a:pt x="937224" y="91384"/>
                </a:lnTo>
                <a:lnTo>
                  <a:pt x="937202" y="90479"/>
                </a:lnTo>
                <a:lnTo>
                  <a:pt x="937166" y="89590"/>
                </a:lnTo>
                <a:lnTo>
                  <a:pt x="937115" y="88716"/>
                </a:lnTo>
                <a:lnTo>
                  <a:pt x="937049" y="87856"/>
                </a:lnTo>
                <a:lnTo>
                  <a:pt x="936969" y="87012"/>
                </a:lnTo>
                <a:lnTo>
                  <a:pt x="936875" y="86182"/>
                </a:lnTo>
                <a:lnTo>
                  <a:pt x="936765" y="85367"/>
                </a:lnTo>
                <a:lnTo>
                  <a:pt x="936642" y="84567"/>
                </a:lnTo>
                <a:lnTo>
                  <a:pt x="936503" y="83782"/>
                </a:lnTo>
                <a:lnTo>
                  <a:pt x="936351" y="83012"/>
                </a:lnTo>
                <a:lnTo>
                  <a:pt x="936183" y="82257"/>
                </a:lnTo>
                <a:lnTo>
                  <a:pt x="936001" y="81516"/>
                </a:lnTo>
                <a:lnTo>
                  <a:pt x="935805" y="80791"/>
                </a:lnTo>
                <a:lnTo>
                  <a:pt x="935594" y="80080"/>
                </a:lnTo>
                <a:lnTo>
                  <a:pt x="935368" y="79384"/>
                </a:lnTo>
                <a:lnTo>
                  <a:pt x="935128" y="78703"/>
                </a:lnTo>
                <a:lnTo>
                  <a:pt x="934873" y="78037"/>
                </a:lnTo>
                <a:lnTo>
                  <a:pt x="934604" y="77386"/>
                </a:lnTo>
                <a:lnTo>
                  <a:pt x="934320" y="76749"/>
                </a:lnTo>
                <a:lnTo>
                  <a:pt x="934022" y="76128"/>
                </a:lnTo>
                <a:lnTo>
                  <a:pt x="933709" y="75521"/>
                </a:lnTo>
                <a:lnTo>
                  <a:pt x="933382" y="74929"/>
                </a:lnTo>
                <a:lnTo>
                  <a:pt x="933040" y="74352"/>
                </a:lnTo>
                <a:lnTo>
                  <a:pt x="932682" y="73787"/>
                </a:lnTo>
                <a:lnTo>
                  <a:pt x="932309" y="73230"/>
                </a:lnTo>
                <a:lnTo>
                  <a:pt x="931919" y="72682"/>
                </a:lnTo>
                <a:lnTo>
                  <a:pt x="931512" y="72143"/>
                </a:lnTo>
                <a:lnTo>
                  <a:pt x="931090" y="71612"/>
                </a:lnTo>
                <a:lnTo>
                  <a:pt x="930651" y="71089"/>
                </a:lnTo>
                <a:lnTo>
                  <a:pt x="930195" y="70575"/>
                </a:lnTo>
                <a:lnTo>
                  <a:pt x="929724" y="70070"/>
                </a:lnTo>
                <a:lnTo>
                  <a:pt x="929236" y="69573"/>
                </a:lnTo>
                <a:lnTo>
                  <a:pt x="928732" y="69084"/>
                </a:lnTo>
                <a:lnTo>
                  <a:pt x="928212" y="68605"/>
                </a:lnTo>
                <a:lnTo>
                  <a:pt x="927675" y="68133"/>
                </a:lnTo>
                <a:lnTo>
                  <a:pt x="927122" y="67671"/>
                </a:lnTo>
                <a:lnTo>
                  <a:pt x="926553" y="67217"/>
                </a:lnTo>
                <a:lnTo>
                  <a:pt x="925967" y="66771"/>
                </a:lnTo>
                <a:lnTo>
                  <a:pt x="925366" y="66334"/>
                </a:lnTo>
                <a:lnTo>
                  <a:pt x="924747" y="65905"/>
                </a:lnTo>
                <a:lnTo>
                  <a:pt x="924113" y="65485"/>
                </a:lnTo>
                <a:lnTo>
                  <a:pt x="923462" y="65074"/>
                </a:lnTo>
                <a:lnTo>
                  <a:pt x="922795" y="64671"/>
                </a:lnTo>
                <a:lnTo>
                  <a:pt x="922112" y="64277"/>
                </a:lnTo>
                <a:lnTo>
                  <a:pt x="921412" y="63891"/>
                </a:lnTo>
                <a:lnTo>
                  <a:pt x="920696" y="63513"/>
                </a:lnTo>
                <a:lnTo>
                  <a:pt x="919964" y="63145"/>
                </a:lnTo>
                <a:lnTo>
                  <a:pt x="919215" y="62781"/>
                </a:lnTo>
                <a:lnTo>
                  <a:pt x="918447" y="62420"/>
                </a:lnTo>
                <a:lnTo>
                  <a:pt x="917660" y="62060"/>
                </a:lnTo>
                <a:lnTo>
                  <a:pt x="916855" y="61702"/>
                </a:lnTo>
                <a:lnTo>
                  <a:pt x="916031" y="61346"/>
                </a:lnTo>
                <a:lnTo>
                  <a:pt x="915189" y="60992"/>
                </a:lnTo>
                <a:lnTo>
                  <a:pt x="914328" y="60640"/>
                </a:lnTo>
                <a:lnTo>
                  <a:pt x="913449" y="60290"/>
                </a:lnTo>
                <a:lnTo>
                  <a:pt x="912552" y="59941"/>
                </a:lnTo>
                <a:lnTo>
                  <a:pt x="911636" y="59595"/>
                </a:lnTo>
                <a:lnTo>
                  <a:pt x="910701" y="59250"/>
                </a:lnTo>
                <a:lnTo>
                  <a:pt x="909748" y="58908"/>
                </a:lnTo>
                <a:lnTo>
                  <a:pt x="908776" y="58567"/>
                </a:lnTo>
                <a:lnTo>
                  <a:pt x="907786" y="58228"/>
                </a:lnTo>
                <a:lnTo>
                  <a:pt x="906777" y="57891"/>
                </a:lnTo>
                <a:lnTo>
                  <a:pt x="905750" y="57556"/>
                </a:lnTo>
                <a:lnTo>
                  <a:pt x="904704" y="57223"/>
                </a:lnTo>
                <a:lnTo>
                  <a:pt x="903640" y="56892"/>
                </a:lnTo>
                <a:lnTo>
                  <a:pt x="902557" y="56562"/>
                </a:lnTo>
                <a:lnTo>
                  <a:pt x="901456" y="56235"/>
                </a:lnTo>
                <a:lnTo>
                  <a:pt x="900336" y="55909"/>
                </a:lnTo>
                <a:lnTo>
                  <a:pt x="899198" y="55586"/>
                </a:lnTo>
                <a:lnTo>
                  <a:pt x="898041" y="55264"/>
                </a:lnTo>
                <a:lnTo>
                  <a:pt x="896866" y="54944"/>
                </a:lnTo>
                <a:lnTo>
                  <a:pt x="895850" y="54679"/>
                </a:lnTo>
                <a:lnTo>
                  <a:pt x="894853" y="54414"/>
                </a:lnTo>
                <a:lnTo>
                  <a:pt x="893875" y="54151"/>
                </a:lnTo>
                <a:lnTo>
                  <a:pt x="892916" y="53889"/>
                </a:lnTo>
                <a:lnTo>
                  <a:pt x="891976" y="53627"/>
                </a:lnTo>
                <a:lnTo>
                  <a:pt x="891054" y="53367"/>
                </a:lnTo>
                <a:lnTo>
                  <a:pt x="890152" y="53107"/>
                </a:lnTo>
                <a:lnTo>
                  <a:pt x="889268" y="52848"/>
                </a:lnTo>
                <a:lnTo>
                  <a:pt x="888403" y="52591"/>
                </a:lnTo>
                <a:lnTo>
                  <a:pt x="887556" y="52334"/>
                </a:lnTo>
                <a:lnTo>
                  <a:pt x="886729" y="52078"/>
                </a:lnTo>
                <a:lnTo>
                  <a:pt x="885920" y="51823"/>
                </a:lnTo>
                <a:lnTo>
                  <a:pt x="885131" y="51569"/>
                </a:lnTo>
                <a:lnTo>
                  <a:pt x="884360" y="51316"/>
                </a:lnTo>
                <a:lnTo>
                  <a:pt x="883608" y="51064"/>
                </a:lnTo>
                <a:lnTo>
                  <a:pt x="882874" y="50813"/>
                </a:lnTo>
                <a:lnTo>
                  <a:pt x="882160" y="50563"/>
                </a:lnTo>
                <a:lnTo>
                  <a:pt x="881464" y="50314"/>
                </a:lnTo>
                <a:lnTo>
                  <a:pt x="880787" y="50066"/>
                </a:lnTo>
                <a:lnTo>
                  <a:pt x="880129" y="49819"/>
                </a:lnTo>
                <a:lnTo>
                  <a:pt x="879490" y="49572"/>
                </a:lnTo>
                <a:lnTo>
                  <a:pt x="878870" y="49327"/>
                </a:lnTo>
                <a:lnTo>
                  <a:pt x="878268" y="49083"/>
                </a:lnTo>
                <a:lnTo>
                  <a:pt x="877686" y="48839"/>
                </a:lnTo>
                <a:lnTo>
                  <a:pt x="877119" y="48595"/>
                </a:lnTo>
                <a:lnTo>
                  <a:pt x="876567" y="48348"/>
                </a:lnTo>
                <a:lnTo>
                  <a:pt x="876029" y="48100"/>
                </a:lnTo>
                <a:lnTo>
                  <a:pt x="875505" y="47848"/>
                </a:lnTo>
                <a:lnTo>
                  <a:pt x="874995" y="47595"/>
                </a:lnTo>
                <a:lnTo>
                  <a:pt x="874499" y="47339"/>
                </a:lnTo>
                <a:lnTo>
                  <a:pt x="874018" y="47080"/>
                </a:lnTo>
                <a:lnTo>
                  <a:pt x="873550" y="46819"/>
                </a:lnTo>
                <a:lnTo>
                  <a:pt x="873096" y="46556"/>
                </a:lnTo>
                <a:lnTo>
                  <a:pt x="872657" y="46291"/>
                </a:lnTo>
                <a:lnTo>
                  <a:pt x="872231" y="46023"/>
                </a:lnTo>
                <a:lnTo>
                  <a:pt x="871820" y="45753"/>
                </a:lnTo>
                <a:lnTo>
                  <a:pt x="871423" y="45480"/>
                </a:lnTo>
                <a:lnTo>
                  <a:pt x="871039" y="45205"/>
                </a:lnTo>
                <a:lnTo>
                  <a:pt x="870670" y="44928"/>
                </a:lnTo>
                <a:lnTo>
                  <a:pt x="870315" y="44648"/>
                </a:lnTo>
                <a:lnTo>
                  <a:pt x="869974" y="44366"/>
                </a:lnTo>
                <a:lnTo>
                  <a:pt x="869647" y="44081"/>
                </a:lnTo>
                <a:lnTo>
                  <a:pt x="869334" y="43794"/>
                </a:lnTo>
                <a:lnTo>
                  <a:pt x="869036" y="43505"/>
                </a:lnTo>
                <a:lnTo>
                  <a:pt x="868751" y="43213"/>
                </a:lnTo>
                <a:lnTo>
                  <a:pt x="868480" y="42919"/>
                </a:lnTo>
                <a:lnTo>
                  <a:pt x="868224" y="42623"/>
                </a:lnTo>
                <a:lnTo>
                  <a:pt x="867981" y="42324"/>
                </a:lnTo>
                <a:lnTo>
                  <a:pt x="867751" y="42021"/>
                </a:lnTo>
                <a:lnTo>
                  <a:pt x="867530" y="41712"/>
                </a:lnTo>
                <a:lnTo>
                  <a:pt x="867319" y="41397"/>
                </a:lnTo>
                <a:lnTo>
                  <a:pt x="867118" y="41075"/>
                </a:lnTo>
                <a:lnTo>
                  <a:pt x="866927" y="40748"/>
                </a:lnTo>
                <a:lnTo>
                  <a:pt x="866746" y="40414"/>
                </a:lnTo>
                <a:lnTo>
                  <a:pt x="866574" y="40074"/>
                </a:lnTo>
                <a:lnTo>
                  <a:pt x="866412" y="39727"/>
                </a:lnTo>
                <a:lnTo>
                  <a:pt x="866260" y="39375"/>
                </a:lnTo>
                <a:lnTo>
                  <a:pt x="866118" y="39017"/>
                </a:lnTo>
                <a:lnTo>
                  <a:pt x="865986" y="38652"/>
                </a:lnTo>
                <a:lnTo>
                  <a:pt x="865863" y="38281"/>
                </a:lnTo>
                <a:lnTo>
                  <a:pt x="865750" y="37904"/>
                </a:lnTo>
                <a:lnTo>
                  <a:pt x="865647" y="37521"/>
                </a:lnTo>
                <a:lnTo>
                  <a:pt x="865554" y="37131"/>
                </a:lnTo>
                <a:lnTo>
                  <a:pt x="865471" y="36736"/>
                </a:lnTo>
                <a:lnTo>
                  <a:pt x="865397" y="36334"/>
                </a:lnTo>
                <a:lnTo>
                  <a:pt x="865333" y="35926"/>
                </a:lnTo>
                <a:lnTo>
                  <a:pt x="865279" y="35512"/>
                </a:lnTo>
                <a:lnTo>
                  <a:pt x="865235" y="35092"/>
                </a:lnTo>
                <a:lnTo>
                  <a:pt x="865201" y="34665"/>
                </a:lnTo>
                <a:lnTo>
                  <a:pt x="865176" y="34233"/>
                </a:lnTo>
                <a:lnTo>
                  <a:pt x="865162" y="33794"/>
                </a:lnTo>
                <a:lnTo>
                  <a:pt x="865157" y="33349"/>
                </a:lnTo>
                <a:lnTo>
                  <a:pt x="865168" y="32605"/>
                </a:lnTo>
                <a:lnTo>
                  <a:pt x="865202" y="31876"/>
                </a:lnTo>
                <a:lnTo>
                  <a:pt x="865259" y="31162"/>
                </a:lnTo>
                <a:lnTo>
                  <a:pt x="865338" y="30462"/>
                </a:lnTo>
                <a:lnTo>
                  <a:pt x="865440" y="29778"/>
                </a:lnTo>
                <a:lnTo>
                  <a:pt x="865564" y="29109"/>
                </a:lnTo>
                <a:lnTo>
                  <a:pt x="865711" y="28455"/>
                </a:lnTo>
                <a:lnTo>
                  <a:pt x="865881" y="27816"/>
                </a:lnTo>
                <a:lnTo>
                  <a:pt x="866073" y="27192"/>
                </a:lnTo>
                <a:lnTo>
                  <a:pt x="866288" y="26583"/>
                </a:lnTo>
                <a:lnTo>
                  <a:pt x="866525" y="25989"/>
                </a:lnTo>
                <a:lnTo>
                  <a:pt x="866786" y="25411"/>
                </a:lnTo>
                <a:lnTo>
                  <a:pt x="867068" y="24847"/>
                </a:lnTo>
                <a:lnTo>
                  <a:pt x="867374" y="24298"/>
                </a:lnTo>
                <a:lnTo>
                  <a:pt x="867702" y="23764"/>
                </a:lnTo>
                <a:lnTo>
                  <a:pt x="868052" y="23245"/>
                </a:lnTo>
                <a:lnTo>
                  <a:pt x="868426" y="22741"/>
                </a:lnTo>
                <a:lnTo>
                  <a:pt x="868821" y="22253"/>
                </a:lnTo>
                <a:lnTo>
                  <a:pt x="869240" y="21779"/>
                </a:lnTo>
                <a:lnTo>
                  <a:pt x="869681" y="21320"/>
                </a:lnTo>
                <a:lnTo>
                  <a:pt x="870145" y="20877"/>
                </a:lnTo>
                <a:lnTo>
                  <a:pt x="870631" y="20448"/>
                </a:lnTo>
                <a:lnTo>
                  <a:pt x="871140" y="20034"/>
                </a:lnTo>
                <a:lnTo>
                  <a:pt x="871672" y="19636"/>
                </a:lnTo>
                <a:lnTo>
                  <a:pt x="872224" y="19253"/>
                </a:lnTo>
                <a:lnTo>
                  <a:pt x="872794" y="18886"/>
                </a:lnTo>
                <a:lnTo>
                  <a:pt x="873382" y="18536"/>
                </a:lnTo>
                <a:lnTo>
                  <a:pt x="873989" y="18202"/>
                </a:lnTo>
                <a:lnTo>
                  <a:pt x="874614" y="17884"/>
                </a:lnTo>
                <a:lnTo>
                  <a:pt x="875257" y="17583"/>
                </a:lnTo>
                <a:lnTo>
                  <a:pt x="875918" y="17298"/>
                </a:lnTo>
                <a:lnTo>
                  <a:pt x="876597" y="17029"/>
                </a:lnTo>
                <a:lnTo>
                  <a:pt x="877295" y="16776"/>
                </a:lnTo>
                <a:lnTo>
                  <a:pt x="878010" y="16540"/>
                </a:lnTo>
                <a:lnTo>
                  <a:pt x="878744" y="16320"/>
                </a:lnTo>
                <a:lnTo>
                  <a:pt x="879497" y="16116"/>
                </a:lnTo>
                <a:lnTo>
                  <a:pt x="880267" y="15929"/>
                </a:lnTo>
                <a:lnTo>
                  <a:pt x="881055" y="15758"/>
                </a:lnTo>
                <a:lnTo>
                  <a:pt x="881862" y="15603"/>
                </a:lnTo>
                <a:lnTo>
                  <a:pt x="882687" y="15465"/>
                </a:lnTo>
                <a:lnTo>
                  <a:pt x="883530" y="15343"/>
                </a:lnTo>
                <a:lnTo>
                  <a:pt x="884391" y="15237"/>
                </a:lnTo>
                <a:lnTo>
                  <a:pt x="885271" y="15147"/>
                </a:lnTo>
                <a:lnTo>
                  <a:pt x="886168" y="15074"/>
                </a:lnTo>
                <a:lnTo>
                  <a:pt x="887084" y="15017"/>
                </a:lnTo>
                <a:lnTo>
                  <a:pt x="888018" y="14976"/>
                </a:lnTo>
                <a:lnTo>
                  <a:pt x="888970" y="14951"/>
                </a:lnTo>
                <a:lnTo>
                  <a:pt x="889941" y="14943"/>
                </a:lnTo>
                <a:lnTo>
                  <a:pt x="890884" y="14953"/>
                </a:lnTo>
                <a:lnTo>
                  <a:pt x="891814" y="14980"/>
                </a:lnTo>
                <a:lnTo>
                  <a:pt x="892731" y="15027"/>
                </a:lnTo>
                <a:lnTo>
                  <a:pt x="893636" y="15091"/>
                </a:lnTo>
                <a:lnTo>
                  <a:pt x="894528" y="15175"/>
                </a:lnTo>
                <a:lnTo>
                  <a:pt x="895408" y="15276"/>
                </a:lnTo>
                <a:lnTo>
                  <a:pt x="896275" y="15397"/>
                </a:lnTo>
                <a:lnTo>
                  <a:pt x="897129" y="15536"/>
                </a:lnTo>
                <a:lnTo>
                  <a:pt x="897971" y="15693"/>
                </a:lnTo>
                <a:lnTo>
                  <a:pt x="898800" y="15869"/>
                </a:lnTo>
                <a:lnTo>
                  <a:pt x="899616" y="16063"/>
                </a:lnTo>
                <a:lnTo>
                  <a:pt x="900419" y="16276"/>
                </a:lnTo>
                <a:lnTo>
                  <a:pt x="901210" y="16507"/>
                </a:lnTo>
                <a:lnTo>
                  <a:pt x="901989" y="16757"/>
                </a:lnTo>
                <a:lnTo>
                  <a:pt x="902754" y="17026"/>
                </a:lnTo>
                <a:lnTo>
                  <a:pt x="903507" y="17312"/>
                </a:lnTo>
                <a:lnTo>
                  <a:pt x="904248" y="17618"/>
                </a:lnTo>
                <a:lnTo>
                  <a:pt x="904975" y="17942"/>
                </a:lnTo>
                <a:lnTo>
                  <a:pt x="905690" y="18284"/>
                </a:lnTo>
                <a:lnTo>
                  <a:pt x="906393" y="18645"/>
                </a:lnTo>
                <a:lnTo>
                  <a:pt x="907082" y="19024"/>
                </a:lnTo>
                <a:lnTo>
                  <a:pt x="907760" y="19422"/>
                </a:lnTo>
                <a:lnTo>
                  <a:pt x="908424" y="19839"/>
                </a:lnTo>
                <a:lnTo>
                  <a:pt x="909076" y="20274"/>
                </a:lnTo>
                <a:lnTo>
                  <a:pt x="909707" y="20727"/>
                </a:lnTo>
                <a:lnTo>
                  <a:pt x="910312" y="21197"/>
                </a:lnTo>
                <a:lnTo>
                  <a:pt x="910889" y="21685"/>
                </a:lnTo>
                <a:lnTo>
                  <a:pt x="911440" y="22191"/>
                </a:lnTo>
                <a:lnTo>
                  <a:pt x="911963" y="22714"/>
                </a:lnTo>
                <a:lnTo>
                  <a:pt x="912458" y="23255"/>
                </a:lnTo>
                <a:lnTo>
                  <a:pt x="912927" y="23813"/>
                </a:lnTo>
                <a:lnTo>
                  <a:pt x="913368" y="24389"/>
                </a:lnTo>
                <a:lnTo>
                  <a:pt x="913782" y="24983"/>
                </a:lnTo>
                <a:lnTo>
                  <a:pt x="914169" y="25594"/>
                </a:lnTo>
                <a:lnTo>
                  <a:pt x="914529" y="26222"/>
                </a:lnTo>
                <a:lnTo>
                  <a:pt x="914862" y="26868"/>
                </a:lnTo>
                <a:lnTo>
                  <a:pt x="915167" y="27532"/>
                </a:lnTo>
                <a:lnTo>
                  <a:pt x="915445" y="28213"/>
                </a:lnTo>
                <a:lnTo>
                  <a:pt x="915696" y="28912"/>
                </a:lnTo>
                <a:lnTo>
                  <a:pt x="915920" y="29629"/>
                </a:lnTo>
                <a:lnTo>
                  <a:pt x="916116" y="30362"/>
                </a:lnTo>
                <a:lnTo>
                  <a:pt x="916285" y="31114"/>
                </a:lnTo>
                <a:lnTo>
                  <a:pt x="916427" y="31883"/>
                </a:lnTo>
                <a:lnTo>
                  <a:pt x="916542" y="32670"/>
                </a:lnTo>
                <a:lnTo>
                  <a:pt x="916630" y="33474"/>
                </a:lnTo>
                <a:lnTo>
                  <a:pt x="916690" y="34295"/>
                </a:lnTo>
                <a:lnTo>
                  <a:pt x="916724" y="35135"/>
                </a:lnTo>
                <a:lnTo>
                  <a:pt x="916730" y="35992"/>
                </a:lnTo>
                <a:lnTo>
                  <a:pt x="933131" y="35992"/>
                </a:lnTo>
                <a:lnTo>
                  <a:pt x="933121" y="35049"/>
                </a:lnTo>
                <a:lnTo>
                  <a:pt x="933090" y="34119"/>
                </a:lnTo>
                <a:lnTo>
                  <a:pt x="933039" y="33203"/>
                </a:lnTo>
                <a:lnTo>
                  <a:pt x="932968" y="32299"/>
                </a:lnTo>
                <a:lnTo>
                  <a:pt x="932876" y="31408"/>
                </a:lnTo>
                <a:lnTo>
                  <a:pt x="932763" y="30530"/>
                </a:lnTo>
                <a:lnTo>
                  <a:pt x="932631" y="29665"/>
                </a:lnTo>
                <a:lnTo>
                  <a:pt x="932478" y="28814"/>
                </a:lnTo>
                <a:lnTo>
                  <a:pt x="932304" y="27975"/>
                </a:lnTo>
                <a:lnTo>
                  <a:pt x="932110" y="27149"/>
                </a:lnTo>
                <a:lnTo>
                  <a:pt x="931896" y="26336"/>
                </a:lnTo>
                <a:lnTo>
                  <a:pt x="931662" y="25536"/>
                </a:lnTo>
                <a:lnTo>
                  <a:pt x="931406" y="24749"/>
                </a:lnTo>
                <a:lnTo>
                  <a:pt x="931131" y="23975"/>
                </a:lnTo>
                <a:lnTo>
                  <a:pt x="930835" y="23214"/>
                </a:lnTo>
                <a:lnTo>
                  <a:pt x="930519" y="22466"/>
                </a:lnTo>
                <a:lnTo>
                  <a:pt x="930182" y="21731"/>
                </a:lnTo>
                <a:lnTo>
                  <a:pt x="929825" y="21008"/>
                </a:lnTo>
                <a:lnTo>
                  <a:pt x="929447" y="20299"/>
                </a:lnTo>
                <a:lnTo>
                  <a:pt x="929049" y="19603"/>
                </a:lnTo>
                <a:lnTo>
                  <a:pt x="928631" y="18920"/>
                </a:lnTo>
                <a:lnTo>
                  <a:pt x="928192" y="18250"/>
                </a:lnTo>
                <a:lnTo>
                  <a:pt x="927733" y="17592"/>
                </a:lnTo>
                <a:lnTo>
                  <a:pt x="927254" y="16948"/>
                </a:lnTo>
                <a:lnTo>
                  <a:pt x="926757" y="16317"/>
                </a:lnTo>
                <a:lnTo>
                  <a:pt x="926247" y="15699"/>
                </a:lnTo>
                <a:lnTo>
                  <a:pt x="925722" y="15094"/>
                </a:lnTo>
                <a:lnTo>
                  <a:pt x="925185" y="14503"/>
                </a:lnTo>
                <a:lnTo>
                  <a:pt x="924633" y="13925"/>
                </a:lnTo>
                <a:lnTo>
                  <a:pt x="924067" y="13360"/>
                </a:lnTo>
                <a:lnTo>
                  <a:pt x="923488" y="12809"/>
                </a:lnTo>
                <a:lnTo>
                  <a:pt x="922895" y="12271"/>
                </a:lnTo>
                <a:lnTo>
                  <a:pt x="922288" y="11746"/>
                </a:lnTo>
                <a:lnTo>
                  <a:pt x="921668" y="11234"/>
                </a:lnTo>
                <a:lnTo>
                  <a:pt x="921034" y="10736"/>
                </a:lnTo>
                <a:lnTo>
                  <a:pt x="920386" y="10251"/>
                </a:lnTo>
                <a:lnTo>
                  <a:pt x="919724" y="9779"/>
                </a:lnTo>
                <a:lnTo>
                  <a:pt x="919048" y="9321"/>
                </a:lnTo>
                <a:lnTo>
                  <a:pt x="918359" y="8875"/>
                </a:lnTo>
                <a:lnTo>
                  <a:pt x="917656" y="8444"/>
                </a:lnTo>
                <a:lnTo>
                  <a:pt x="916939" y="8025"/>
                </a:lnTo>
                <a:lnTo>
                  <a:pt x="916209" y="7620"/>
                </a:lnTo>
                <a:lnTo>
                  <a:pt x="915464" y="7228"/>
                </a:lnTo>
                <a:lnTo>
                  <a:pt x="914706" y="6849"/>
                </a:lnTo>
                <a:lnTo>
                  <a:pt x="913934" y="6484"/>
                </a:lnTo>
                <a:lnTo>
                  <a:pt x="913148" y="6131"/>
                </a:lnTo>
                <a:lnTo>
                  <a:pt x="912349" y="5793"/>
                </a:lnTo>
                <a:lnTo>
                  <a:pt x="911536" y="5467"/>
                </a:lnTo>
                <a:lnTo>
                  <a:pt x="910712" y="5155"/>
                </a:lnTo>
                <a:lnTo>
                  <a:pt x="909882" y="4856"/>
                </a:lnTo>
                <a:lnTo>
                  <a:pt x="909044" y="4570"/>
                </a:lnTo>
                <a:lnTo>
                  <a:pt x="908200" y="4298"/>
                </a:lnTo>
                <a:lnTo>
                  <a:pt x="907349" y="4039"/>
                </a:lnTo>
                <a:lnTo>
                  <a:pt x="906490" y="3793"/>
                </a:lnTo>
                <a:lnTo>
                  <a:pt x="905625" y="3560"/>
                </a:lnTo>
                <a:lnTo>
                  <a:pt x="904753" y="3341"/>
                </a:lnTo>
                <a:lnTo>
                  <a:pt x="903873" y="3135"/>
                </a:lnTo>
                <a:lnTo>
                  <a:pt x="902987" y="2942"/>
                </a:lnTo>
                <a:lnTo>
                  <a:pt x="902094" y="2763"/>
                </a:lnTo>
                <a:lnTo>
                  <a:pt x="901194" y="2597"/>
                </a:lnTo>
                <a:lnTo>
                  <a:pt x="900287" y="2444"/>
                </a:lnTo>
                <a:lnTo>
                  <a:pt x="899373" y="2305"/>
                </a:lnTo>
                <a:lnTo>
                  <a:pt x="898452" y="2178"/>
                </a:lnTo>
                <a:lnTo>
                  <a:pt x="897524" y="2065"/>
                </a:lnTo>
                <a:lnTo>
                  <a:pt x="896589" y="1966"/>
                </a:lnTo>
                <a:lnTo>
                  <a:pt x="895647" y="1879"/>
                </a:lnTo>
                <a:lnTo>
                  <a:pt x="894698" y="1806"/>
                </a:lnTo>
                <a:lnTo>
                  <a:pt x="893743" y="1746"/>
                </a:lnTo>
                <a:lnTo>
                  <a:pt x="892780" y="1700"/>
                </a:lnTo>
                <a:lnTo>
                  <a:pt x="891810" y="1667"/>
                </a:lnTo>
                <a:lnTo>
                  <a:pt x="890833" y="1647"/>
                </a:lnTo>
                <a:lnTo>
                  <a:pt x="889850" y="1640"/>
                </a:lnTo>
                <a:lnTo>
                  <a:pt x="888800" y="1647"/>
                </a:lnTo>
                <a:lnTo>
                  <a:pt x="887763" y="1666"/>
                </a:lnTo>
                <a:lnTo>
                  <a:pt x="886738" y="1699"/>
                </a:lnTo>
                <a:lnTo>
                  <a:pt x="885724" y="1744"/>
                </a:lnTo>
                <a:lnTo>
                  <a:pt x="884723" y="1802"/>
                </a:lnTo>
                <a:lnTo>
                  <a:pt x="883734" y="1874"/>
                </a:lnTo>
                <a:lnTo>
                  <a:pt x="882756" y="1958"/>
                </a:lnTo>
                <a:lnTo>
                  <a:pt x="881791" y="2055"/>
                </a:lnTo>
                <a:lnTo>
                  <a:pt x="880838" y="2165"/>
                </a:lnTo>
                <a:lnTo>
                  <a:pt x="879896" y="2289"/>
                </a:lnTo>
                <a:lnTo>
                  <a:pt x="878967" y="2425"/>
                </a:lnTo>
                <a:lnTo>
                  <a:pt x="878050" y="2574"/>
                </a:lnTo>
                <a:lnTo>
                  <a:pt x="877145" y="2736"/>
                </a:lnTo>
                <a:lnTo>
                  <a:pt x="876252" y="2911"/>
                </a:lnTo>
                <a:lnTo>
                  <a:pt x="875371" y="3099"/>
                </a:lnTo>
                <a:lnTo>
                  <a:pt x="874501" y="3300"/>
                </a:lnTo>
                <a:lnTo>
                  <a:pt x="873644" y="3515"/>
                </a:lnTo>
                <a:lnTo>
                  <a:pt x="872799" y="3742"/>
                </a:lnTo>
                <a:lnTo>
                  <a:pt x="871966" y="3982"/>
                </a:lnTo>
                <a:lnTo>
                  <a:pt x="871145" y="4234"/>
                </a:lnTo>
                <a:lnTo>
                  <a:pt x="870336" y="4500"/>
                </a:lnTo>
                <a:lnTo>
                  <a:pt x="869539" y="4779"/>
                </a:lnTo>
                <a:lnTo>
                  <a:pt x="868754" y="5071"/>
                </a:lnTo>
                <a:lnTo>
                  <a:pt x="867981" y="5376"/>
                </a:lnTo>
                <a:lnTo>
                  <a:pt x="867222" y="5693"/>
                </a:lnTo>
                <a:lnTo>
                  <a:pt x="866477" y="6022"/>
                </a:lnTo>
                <a:lnTo>
                  <a:pt x="865748" y="6363"/>
                </a:lnTo>
                <a:lnTo>
                  <a:pt x="865033" y="6716"/>
                </a:lnTo>
                <a:lnTo>
                  <a:pt x="864333" y="7081"/>
                </a:lnTo>
                <a:lnTo>
                  <a:pt x="863648" y="7457"/>
                </a:lnTo>
                <a:lnTo>
                  <a:pt x="862977" y="7846"/>
                </a:lnTo>
                <a:lnTo>
                  <a:pt x="862322" y="8246"/>
                </a:lnTo>
                <a:lnTo>
                  <a:pt x="861682" y="8658"/>
                </a:lnTo>
                <a:lnTo>
                  <a:pt x="861056" y="9082"/>
                </a:lnTo>
                <a:lnTo>
                  <a:pt x="860445" y="9518"/>
                </a:lnTo>
                <a:lnTo>
                  <a:pt x="859849" y="9966"/>
                </a:lnTo>
                <a:lnTo>
                  <a:pt x="859268" y="10426"/>
                </a:lnTo>
                <a:lnTo>
                  <a:pt x="858702" y="10897"/>
                </a:lnTo>
                <a:lnTo>
                  <a:pt x="858151" y="11380"/>
                </a:lnTo>
                <a:lnTo>
                  <a:pt x="857614" y="11876"/>
                </a:lnTo>
                <a:lnTo>
                  <a:pt x="857093" y="12383"/>
                </a:lnTo>
                <a:lnTo>
                  <a:pt x="856586" y="12902"/>
                </a:lnTo>
                <a:lnTo>
                  <a:pt x="856094" y="13433"/>
                </a:lnTo>
                <a:lnTo>
                  <a:pt x="855617" y="13975"/>
                </a:lnTo>
                <a:lnTo>
                  <a:pt x="855155" y="14530"/>
                </a:lnTo>
                <a:lnTo>
                  <a:pt x="854708" y="15096"/>
                </a:lnTo>
                <a:lnTo>
                  <a:pt x="854276" y="15674"/>
                </a:lnTo>
                <a:lnTo>
                  <a:pt x="853858" y="16265"/>
                </a:lnTo>
                <a:lnTo>
                  <a:pt x="853457" y="16866"/>
                </a:lnTo>
                <a:lnTo>
                  <a:pt x="853072" y="17480"/>
                </a:lnTo>
                <a:lnTo>
                  <a:pt x="852705" y="18105"/>
                </a:lnTo>
                <a:lnTo>
                  <a:pt x="852355" y="18741"/>
                </a:lnTo>
                <a:lnTo>
                  <a:pt x="852022" y="19389"/>
                </a:lnTo>
                <a:lnTo>
                  <a:pt x="851706" y="20049"/>
                </a:lnTo>
                <a:lnTo>
                  <a:pt x="851407" y="20720"/>
                </a:lnTo>
                <a:lnTo>
                  <a:pt x="851125" y="21403"/>
                </a:lnTo>
                <a:lnTo>
                  <a:pt x="850860" y="22097"/>
                </a:lnTo>
                <a:lnTo>
                  <a:pt x="850612" y="22803"/>
                </a:lnTo>
                <a:lnTo>
                  <a:pt x="850382" y="23520"/>
                </a:lnTo>
                <a:lnTo>
                  <a:pt x="850168" y="24249"/>
                </a:lnTo>
                <a:lnTo>
                  <a:pt x="849971" y="24989"/>
                </a:lnTo>
                <a:lnTo>
                  <a:pt x="849792" y="25741"/>
                </a:lnTo>
                <a:lnTo>
                  <a:pt x="849630" y="26505"/>
                </a:lnTo>
                <a:lnTo>
                  <a:pt x="849485" y="27280"/>
                </a:lnTo>
                <a:lnTo>
                  <a:pt x="849356" y="28066"/>
                </a:lnTo>
                <a:lnTo>
                  <a:pt x="849245" y="28864"/>
                </a:lnTo>
                <a:lnTo>
                  <a:pt x="849151" y="29674"/>
                </a:lnTo>
                <a:lnTo>
                  <a:pt x="849075" y="30495"/>
                </a:lnTo>
                <a:lnTo>
                  <a:pt x="849015" y="31328"/>
                </a:lnTo>
                <a:lnTo>
                  <a:pt x="848972" y="32173"/>
                </a:lnTo>
                <a:lnTo>
                  <a:pt x="848946" y="33028"/>
                </a:lnTo>
                <a:lnTo>
                  <a:pt x="848938" y="33896"/>
                </a:lnTo>
                <a:lnTo>
                  <a:pt x="848945" y="34718"/>
                </a:lnTo>
                <a:lnTo>
                  <a:pt x="848968" y="35527"/>
                </a:lnTo>
                <a:lnTo>
                  <a:pt x="849005" y="36325"/>
                </a:lnTo>
                <a:lnTo>
                  <a:pt x="849058" y="37110"/>
                </a:lnTo>
                <a:lnTo>
                  <a:pt x="849126" y="37884"/>
                </a:lnTo>
                <a:lnTo>
                  <a:pt x="849208" y="38645"/>
                </a:lnTo>
                <a:lnTo>
                  <a:pt x="849306" y="39395"/>
                </a:lnTo>
                <a:lnTo>
                  <a:pt x="849419" y="40132"/>
                </a:lnTo>
                <a:lnTo>
                  <a:pt x="849546" y="40858"/>
                </a:lnTo>
                <a:lnTo>
                  <a:pt x="849689" y="41571"/>
                </a:lnTo>
                <a:lnTo>
                  <a:pt x="849847" y="42273"/>
                </a:lnTo>
                <a:lnTo>
                  <a:pt x="850020" y="42962"/>
                </a:lnTo>
                <a:lnTo>
                  <a:pt x="850208" y="43639"/>
                </a:lnTo>
                <a:lnTo>
                  <a:pt x="850411" y="44305"/>
                </a:lnTo>
                <a:lnTo>
                  <a:pt x="850629" y="44958"/>
                </a:lnTo>
                <a:lnTo>
                  <a:pt x="850861" y="45599"/>
                </a:lnTo>
                <a:lnTo>
                  <a:pt x="851109" y="46229"/>
                </a:lnTo>
                <a:lnTo>
                  <a:pt x="851372" y="46846"/>
                </a:lnTo>
                <a:lnTo>
                  <a:pt x="851650" y="47451"/>
                </a:lnTo>
                <a:lnTo>
                  <a:pt x="851943" y="48044"/>
                </a:lnTo>
                <a:lnTo>
                  <a:pt x="852252" y="48626"/>
                </a:lnTo>
                <a:lnTo>
                  <a:pt x="852575" y="49195"/>
                </a:lnTo>
                <a:lnTo>
                  <a:pt x="852913" y="49752"/>
                </a:lnTo>
                <a:lnTo>
                  <a:pt x="853266" y="50297"/>
                </a:lnTo>
                <a:lnTo>
                  <a:pt x="853635" y="50832"/>
                </a:lnTo>
                <a:lnTo>
                  <a:pt x="854019" y="51360"/>
                </a:lnTo>
                <a:lnTo>
                  <a:pt x="854420" y="51881"/>
                </a:lnTo>
                <a:lnTo>
                  <a:pt x="854836" y="52394"/>
                </a:lnTo>
                <a:lnTo>
                  <a:pt x="855269" y="52900"/>
                </a:lnTo>
                <a:lnTo>
                  <a:pt x="855718" y="53398"/>
                </a:lnTo>
                <a:lnTo>
                  <a:pt x="856182" y="53889"/>
                </a:lnTo>
                <a:lnTo>
                  <a:pt x="856663" y="54372"/>
                </a:lnTo>
                <a:lnTo>
                  <a:pt x="857159" y="54848"/>
                </a:lnTo>
                <a:lnTo>
                  <a:pt x="857672" y="55316"/>
                </a:lnTo>
                <a:lnTo>
                  <a:pt x="858200" y="55778"/>
                </a:lnTo>
                <a:lnTo>
                  <a:pt x="858744" y="56231"/>
                </a:lnTo>
                <a:lnTo>
                  <a:pt x="859305" y="56677"/>
                </a:lnTo>
                <a:lnTo>
                  <a:pt x="859881" y="57116"/>
                </a:lnTo>
                <a:lnTo>
                  <a:pt x="860474" y="57547"/>
                </a:lnTo>
                <a:lnTo>
                  <a:pt x="861082" y="57971"/>
                </a:lnTo>
                <a:lnTo>
                  <a:pt x="861706" y="58388"/>
                </a:lnTo>
                <a:lnTo>
                  <a:pt x="862346" y="58797"/>
                </a:lnTo>
                <a:lnTo>
                  <a:pt x="863003" y="59198"/>
                </a:lnTo>
                <a:lnTo>
                  <a:pt x="863675" y="59592"/>
                </a:lnTo>
                <a:lnTo>
                  <a:pt x="864363" y="59979"/>
                </a:lnTo>
                <a:lnTo>
                  <a:pt x="865067" y="60358"/>
                </a:lnTo>
                <a:lnTo>
                  <a:pt x="865787" y="60730"/>
                </a:lnTo>
                <a:lnTo>
                  <a:pt x="866524" y="61095"/>
                </a:lnTo>
                <a:lnTo>
                  <a:pt x="867276" y="61454"/>
                </a:lnTo>
                <a:lnTo>
                  <a:pt x="868046" y="61811"/>
                </a:lnTo>
                <a:lnTo>
                  <a:pt x="868833" y="62166"/>
                </a:lnTo>
                <a:lnTo>
                  <a:pt x="869637" y="62518"/>
                </a:lnTo>
                <a:lnTo>
                  <a:pt x="870458" y="62868"/>
                </a:lnTo>
                <a:lnTo>
                  <a:pt x="871296" y="63216"/>
                </a:lnTo>
                <a:lnTo>
                  <a:pt x="872151" y="63561"/>
                </a:lnTo>
                <a:lnTo>
                  <a:pt x="873023" y="63904"/>
                </a:lnTo>
                <a:lnTo>
                  <a:pt x="873913" y="64245"/>
                </a:lnTo>
                <a:lnTo>
                  <a:pt x="874819" y="64583"/>
                </a:lnTo>
                <a:lnTo>
                  <a:pt x="875743" y="64918"/>
                </a:lnTo>
                <a:lnTo>
                  <a:pt x="876683" y="65252"/>
                </a:lnTo>
                <a:lnTo>
                  <a:pt x="877641" y="65583"/>
                </a:lnTo>
                <a:lnTo>
                  <a:pt x="878616" y="65911"/>
                </a:lnTo>
                <a:lnTo>
                  <a:pt x="879608" y="66238"/>
                </a:lnTo>
                <a:lnTo>
                  <a:pt x="880617" y="66562"/>
                </a:lnTo>
                <a:lnTo>
                  <a:pt x="881643" y="66883"/>
                </a:lnTo>
                <a:lnTo>
                  <a:pt x="882686" y="67202"/>
                </a:lnTo>
                <a:lnTo>
                  <a:pt x="883746" y="67519"/>
                </a:lnTo>
                <a:lnTo>
                  <a:pt x="884823" y="67833"/>
                </a:lnTo>
                <a:lnTo>
                  <a:pt x="885917" y="68146"/>
                </a:lnTo>
                <a:lnTo>
                  <a:pt x="887029" y="68455"/>
                </a:lnTo>
                <a:lnTo>
                  <a:pt x="888157" y="68762"/>
                </a:lnTo>
                <a:lnTo>
                  <a:pt x="889303" y="69067"/>
                </a:lnTo>
                <a:lnTo>
                  <a:pt x="890274" y="69318"/>
                </a:lnTo>
                <a:lnTo>
                  <a:pt x="891229" y="69569"/>
                </a:lnTo>
                <a:lnTo>
                  <a:pt x="892167" y="69820"/>
                </a:lnTo>
                <a:lnTo>
                  <a:pt x="893088" y="70071"/>
                </a:lnTo>
                <a:lnTo>
                  <a:pt x="893993" y="70322"/>
                </a:lnTo>
                <a:lnTo>
                  <a:pt x="894881" y="70574"/>
                </a:lnTo>
                <a:lnTo>
                  <a:pt x="895753" y="70825"/>
                </a:lnTo>
                <a:lnTo>
                  <a:pt x="896608" y="71077"/>
                </a:lnTo>
                <a:lnTo>
                  <a:pt x="897446" y="71329"/>
                </a:lnTo>
                <a:lnTo>
                  <a:pt x="898268" y="71581"/>
                </a:lnTo>
                <a:lnTo>
                  <a:pt x="899073" y="71833"/>
                </a:lnTo>
                <a:lnTo>
                  <a:pt x="899861" y="72086"/>
                </a:lnTo>
                <a:lnTo>
                  <a:pt x="900633" y="72338"/>
                </a:lnTo>
                <a:lnTo>
                  <a:pt x="901389" y="72591"/>
                </a:lnTo>
                <a:lnTo>
                  <a:pt x="902127" y="72844"/>
                </a:lnTo>
                <a:lnTo>
                  <a:pt x="902849" y="73097"/>
                </a:lnTo>
                <a:lnTo>
                  <a:pt x="903555" y="73350"/>
                </a:lnTo>
                <a:lnTo>
                  <a:pt x="904244" y="73603"/>
                </a:lnTo>
                <a:lnTo>
                  <a:pt x="904916" y="73857"/>
                </a:lnTo>
                <a:lnTo>
                  <a:pt x="905571" y="74111"/>
                </a:lnTo>
                <a:lnTo>
                  <a:pt x="906210" y="74364"/>
                </a:lnTo>
                <a:lnTo>
                  <a:pt x="906833" y="74618"/>
                </a:lnTo>
                <a:lnTo>
                  <a:pt x="907439" y="74872"/>
                </a:lnTo>
                <a:lnTo>
                  <a:pt x="908028" y="75127"/>
                </a:lnTo>
                <a:lnTo>
                  <a:pt x="908602" y="75383"/>
                </a:lnTo>
                <a:lnTo>
                  <a:pt x="909162" y="75643"/>
                </a:lnTo>
                <a:lnTo>
                  <a:pt x="909709" y="75906"/>
                </a:lnTo>
                <a:lnTo>
                  <a:pt x="910241" y="76173"/>
                </a:lnTo>
                <a:lnTo>
                  <a:pt x="910760" y="76444"/>
                </a:lnTo>
                <a:lnTo>
                  <a:pt x="911265" y="76718"/>
                </a:lnTo>
                <a:lnTo>
                  <a:pt x="911757" y="76996"/>
                </a:lnTo>
                <a:lnTo>
                  <a:pt x="912234" y="77278"/>
                </a:lnTo>
                <a:lnTo>
                  <a:pt x="912698" y="77563"/>
                </a:lnTo>
                <a:lnTo>
                  <a:pt x="913148" y="77852"/>
                </a:lnTo>
                <a:lnTo>
                  <a:pt x="913585" y="78145"/>
                </a:lnTo>
                <a:lnTo>
                  <a:pt x="914007" y="78441"/>
                </a:lnTo>
                <a:lnTo>
                  <a:pt x="914416" y="78741"/>
                </a:lnTo>
                <a:lnTo>
                  <a:pt x="914811" y="79044"/>
                </a:lnTo>
                <a:lnTo>
                  <a:pt x="915193" y="79352"/>
                </a:lnTo>
                <a:lnTo>
                  <a:pt x="915560" y="79662"/>
                </a:lnTo>
                <a:lnTo>
                  <a:pt x="915914" y="79977"/>
                </a:lnTo>
                <a:lnTo>
                  <a:pt x="916254" y="80295"/>
                </a:lnTo>
                <a:lnTo>
                  <a:pt x="916580" y="80616"/>
                </a:lnTo>
                <a:lnTo>
                  <a:pt x="916893" y="80942"/>
                </a:lnTo>
                <a:lnTo>
                  <a:pt x="917192" y="81271"/>
                </a:lnTo>
                <a:lnTo>
                  <a:pt x="917477" y="81603"/>
                </a:lnTo>
                <a:lnTo>
                  <a:pt x="917748" y="81940"/>
                </a:lnTo>
                <a:lnTo>
                  <a:pt x="918005" y="82279"/>
                </a:lnTo>
                <a:lnTo>
                  <a:pt x="918251" y="82625"/>
                </a:lnTo>
                <a:lnTo>
                  <a:pt x="918486" y="82979"/>
                </a:lnTo>
                <a:lnTo>
                  <a:pt x="918710" y="83340"/>
                </a:lnTo>
                <a:lnTo>
                  <a:pt x="918924" y="83710"/>
                </a:lnTo>
                <a:lnTo>
                  <a:pt x="919128" y="84087"/>
                </a:lnTo>
                <a:lnTo>
                  <a:pt x="919321" y="84472"/>
                </a:lnTo>
                <a:lnTo>
                  <a:pt x="919503" y="84865"/>
                </a:lnTo>
                <a:lnTo>
                  <a:pt x="919676" y="85266"/>
                </a:lnTo>
                <a:lnTo>
                  <a:pt x="919838" y="85675"/>
                </a:lnTo>
                <a:lnTo>
                  <a:pt x="919989" y="86092"/>
                </a:lnTo>
                <a:lnTo>
                  <a:pt x="920130" y="86517"/>
                </a:lnTo>
                <a:lnTo>
                  <a:pt x="920260" y="86949"/>
                </a:lnTo>
                <a:lnTo>
                  <a:pt x="920380" y="87390"/>
                </a:lnTo>
                <a:lnTo>
                  <a:pt x="920490" y="87838"/>
                </a:lnTo>
                <a:lnTo>
                  <a:pt x="920589" y="88295"/>
                </a:lnTo>
                <a:lnTo>
                  <a:pt x="920678" y="88759"/>
                </a:lnTo>
                <a:lnTo>
                  <a:pt x="920756" y="89231"/>
                </a:lnTo>
                <a:lnTo>
                  <a:pt x="920824" y="89711"/>
                </a:lnTo>
                <a:lnTo>
                  <a:pt x="920882" y="90199"/>
                </a:lnTo>
                <a:lnTo>
                  <a:pt x="920929" y="90695"/>
                </a:lnTo>
                <a:lnTo>
                  <a:pt x="920965" y="91199"/>
                </a:lnTo>
                <a:lnTo>
                  <a:pt x="920991" y="91711"/>
                </a:lnTo>
                <a:lnTo>
                  <a:pt x="921007" y="92230"/>
                </a:lnTo>
                <a:lnTo>
                  <a:pt x="921012" y="92758"/>
                </a:lnTo>
                <a:lnTo>
                  <a:pt x="921005" y="93368"/>
                </a:lnTo>
                <a:lnTo>
                  <a:pt x="920986" y="93969"/>
                </a:lnTo>
                <a:lnTo>
                  <a:pt x="920952" y="94561"/>
                </a:lnTo>
                <a:lnTo>
                  <a:pt x="920906" y="95144"/>
                </a:lnTo>
                <a:lnTo>
                  <a:pt x="920846" y="95717"/>
                </a:lnTo>
                <a:lnTo>
                  <a:pt x="920773" y="96280"/>
                </a:lnTo>
                <a:lnTo>
                  <a:pt x="920687" y="96835"/>
                </a:lnTo>
                <a:lnTo>
                  <a:pt x="920587" y="97380"/>
                </a:lnTo>
                <a:lnTo>
                  <a:pt x="920474" y="97915"/>
                </a:lnTo>
                <a:lnTo>
                  <a:pt x="920348" y="98442"/>
                </a:lnTo>
                <a:lnTo>
                  <a:pt x="920208" y="98959"/>
                </a:lnTo>
                <a:lnTo>
                  <a:pt x="920055" y="99467"/>
                </a:lnTo>
                <a:lnTo>
                  <a:pt x="919889" y="99965"/>
                </a:lnTo>
                <a:lnTo>
                  <a:pt x="919710" y="100454"/>
                </a:lnTo>
                <a:lnTo>
                  <a:pt x="919517" y="100934"/>
                </a:lnTo>
                <a:lnTo>
                  <a:pt x="919311" y="101404"/>
                </a:lnTo>
                <a:lnTo>
                  <a:pt x="919092" y="101865"/>
                </a:lnTo>
                <a:lnTo>
                  <a:pt x="918859" y="102317"/>
                </a:lnTo>
                <a:lnTo>
                  <a:pt x="918614" y="102759"/>
                </a:lnTo>
                <a:lnTo>
                  <a:pt x="918355" y="103192"/>
                </a:lnTo>
                <a:lnTo>
                  <a:pt x="918082" y="103616"/>
                </a:lnTo>
                <a:lnTo>
                  <a:pt x="917796" y="104030"/>
                </a:lnTo>
                <a:lnTo>
                  <a:pt x="917497" y="104435"/>
                </a:lnTo>
                <a:lnTo>
                  <a:pt x="917185" y="104831"/>
                </a:lnTo>
                <a:lnTo>
                  <a:pt x="916862" y="105218"/>
                </a:lnTo>
                <a:lnTo>
                  <a:pt x="916529" y="105597"/>
                </a:lnTo>
                <a:lnTo>
                  <a:pt x="916188" y="105967"/>
                </a:lnTo>
                <a:lnTo>
                  <a:pt x="915837" y="106330"/>
                </a:lnTo>
                <a:lnTo>
                  <a:pt x="915478" y="106684"/>
                </a:lnTo>
                <a:lnTo>
                  <a:pt x="915109" y="107029"/>
                </a:lnTo>
                <a:lnTo>
                  <a:pt x="914732" y="107367"/>
                </a:lnTo>
                <a:lnTo>
                  <a:pt x="914345" y="107696"/>
                </a:lnTo>
                <a:lnTo>
                  <a:pt x="913950" y="108017"/>
                </a:lnTo>
                <a:lnTo>
                  <a:pt x="913545" y="108330"/>
                </a:lnTo>
                <a:lnTo>
                  <a:pt x="913132" y="108635"/>
                </a:lnTo>
                <a:lnTo>
                  <a:pt x="912709" y="108931"/>
                </a:lnTo>
                <a:lnTo>
                  <a:pt x="912277" y="109220"/>
                </a:lnTo>
                <a:lnTo>
                  <a:pt x="911837" y="109500"/>
                </a:lnTo>
                <a:lnTo>
                  <a:pt x="911387" y="109771"/>
                </a:lnTo>
                <a:lnTo>
                  <a:pt x="910928" y="110035"/>
                </a:lnTo>
                <a:lnTo>
                  <a:pt x="910461" y="110290"/>
                </a:lnTo>
                <a:lnTo>
                  <a:pt x="909984" y="110537"/>
                </a:lnTo>
                <a:lnTo>
                  <a:pt x="909498" y="110776"/>
                </a:lnTo>
                <a:lnTo>
                  <a:pt x="909004" y="111007"/>
                </a:lnTo>
                <a:lnTo>
                  <a:pt x="908500" y="111229"/>
                </a:lnTo>
                <a:lnTo>
                  <a:pt x="907987" y="111444"/>
                </a:lnTo>
                <a:lnTo>
                  <a:pt x="907465" y="111650"/>
                </a:lnTo>
                <a:lnTo>
                  <a:pt x="906934" y="111847"/>
                </a:lnTo>
                <a:lnTo>
                  <a:pt x="906397" y="112037"/>
                </a:lnTo>
                <a:lnTo>
                  <a:pt x="905855" y="112218"/>
                </a:lnTo>
                <a:lnTo>
                  <a:pt x="905308" y="112392"/>
                </a:lnTo>
                <a:lnTo>
                  <a:pt x="904756" y="112557"/>
                </a:lnTo>
                <a:lnTo>
                  <a:pt x="904200" y="112715"/>
                </a:lnTo>
                <a:lnTo>
                  <a:pt x="903640" y="112864"/>
                </a:lnTo>
                <a:lnTo>
                  <a:pt x="903075" y="113005"/>
                </a:lnTo>
                <a:lnTo>
                  <a:pt x="902505" y="113138"/>
                </a:lnTo>
                <a:lnTo>
                  <a:pt x="901931" y="113263"/>
                </a:lnTo>
                <a:lnTo>
                  <a:pt x="901352" y="113380"/>
                </a:lnTo>
                <a:lnTo>
                  <a:pt x="900768" y="113489"/>
                </a:lnTo>
                <a:lnTo>
                  <a:pt x="900180" y="113590"/>
                </a:lnTo>
                <a:lnTo>
                  <a:pt x="899588" y="113683"/>
                </a:lnTo>
                <a:lnTo>
                  <a:pt x="898990" y="113767"/>
                </a:lnTo>
                <a:lnTo>
                  <a:pt x="898389" y="113844"/>
                </a:lnTo>
                <a:lnTo>
                  <a:pt x="897782" y="113913"/>
                </a:lnTo>
                <a:lnTo>
                  <a:pt x="897171" y="113973"/>
                </a:lnTo>
                <a:lnTo>
                  <a:pt x="896556" y="114026"/>
                </a:lnTo>
                <a:lnTo>
                  <a:pt x="895935" y="114070"/>
                </a:lnTo>
                <a:lnTo>
                  <a:pt x="895311" y="114106"/>
                </a:lnTo>
                <a:lnTo>
                  <a:pt x="894681" y="114134"/>
                </a:lnTo>
                <a:lnTo>
                  <a:pt x="894047" y="114155"/>
                </a:lnTo>
                <a:lnTo>
                  <a:pt x="893409" y="114167"/>
                </a:lnTo>
                <a:lnTo>
                  <a:pt x="892766" y="114171"/>
                </a:lnTo>
                <a:lnTo>
                  <a:pt x="892069" y="114167"/>
                </a:lnTo>
                <a:lnTo>
                  <a:pt x="891378" y="114155"/>
                </a:lnTo>
                <a:lnTo>
                  <a:pt x="890691" y="114135"/>
                </a:lnTo>
                <a:lnTo>
                  <a:pt x="890009" y="114107"/>
                </a:lnTo>
                <a:lnTo>
                  <a:pt x="889332" y="114072"/>
                </a:lnTo>
                <a:lnTo>
                  <a:pt x="888660" y="114028"/>
                </a:lnTo>
                <a:lnTo>
                  <a:pt x="887992" y="113977"/>
                </a:lnTo>
                <a:lnTo>
                  <a:pt x="887329" y="113918"/>
                </a:lnTo>
                <a:lnTo>
                  <a:pt x="886671" y="113850"/>
                </a:lnTo>
                <a:lnTo>
                  <a:pt x="886017" y="113775"/>
                </a:lnTo>
                <a:lnTo>
                  <a:pt x="885368" y="113692"/>
                </a:lnTo>
                <a:lnTo>
                  <a:pt x="884724" y="113601"/>
                </a:lnTo>
                <a:lnTo>
                  <a:pt x="884085" y="113502"/>
                </a:lnTo>
                <a:lnTo>
                  <a:pt x="883451" y="113396"/>
                </a:lnTo>
                <a:lnTo>
                  <a:pt x="882821" y="113281"/>
                </a:lnTo>
                <a:lnTo>
                  <a:pt x="882196" y="113158"/>
                </a:lnTo>
                <a:lnTo>
                  <a:pt x="881576" y="113028"/>
                </a:lnTo>
                <a:lnTo>
                  <a:pt x="880960" y="112889"/>
                </a:lnTo>
                <a:lnTo>
                  <a:pt x="880349" y="112743"/>
                </a:lnTo>
                <a:lnTo>
                  <a:pt x="879743" y="112589"/>
                </a:lnTo>
                <a:lnTo>
                  <a:pt x="879142" y="112427"/>
                </a:lnTo>
                <a:lnTo>
                  <a:pt x="878545" y="112257"/>
                </a:lnTo>
                <a:lnTo>
                  <a:pt x="877954" y="112079"/>
                </a:lnTo>
                <a:lnTo>
                  <a:pt x="877367" y="111893"/>
                </a:lnTo>
                <a:lnTo>
                  <a:pt x="876787" y="111697"/>
                </a:lnTo>
                <a:lnTo>
                  <a:pt x="876217" y="111490"/>
                </a:lnTo>
                <a:lnTo>
                  <a:pt x="875656" y="111272"/>
                </a:lnTo>
                <a:lnTo>
                  <a:pt x="875105" y="111042"/>
                </a:lnTo>
                <a:lnTo>
                  <a:pt x="874564" y="110801"/>
                </a:lnTo>
                <a:lnTo>
                  <a:pt x="874032" y="110549"/>
                </a:lnTo>
                <a:lnTo>
                  <a:pt x="873510" y="110285"/>
                </a:lnTo>
                <a:lnTo>
                  <a:pt x="872998" y="110010"/>
                </a:lnTo>
                <a:lnTo>
                  <a:pt x="872495" y="109723"/>
                </a:lnTo>
                <a:lnTo>
                  <a:pt x="872002" y="109425"/>
                </a:lnTo>
                <a:lnTo>
                  <a:pt x="871519" y="109116"/>
                </a:lnTo>
                <a:lnTo>
                  <a:pt x="871045" y="108795"/>
                </a:lnTo>
                <a:lnTo>
                  <a:pt x="870581" y="108463"/>
                </a:lnTo>
                <a:lnTo>
                  <a:pt x="870127" y="108119"/>
                </a:lnTo>
                <a:lnTo>
                  <a:pt x="869682" y="107764"/>
                </a:lnTo>
                <a:lnTo>
                  <a:pt x="869247" y="107398"/>
                </a:lnTo>
                <a:lnTo>
                  <a:pt x="868822" y="107020"/>
                </a:lnTo>
                <a:lnTo>
                  <a:pt x="868406" y="106631"/>
                </a:lnTo>
                <a:lnTo>
                  <a:pt x="868000" y="106230"/>
                </a:lnTo>
                <a:lnTo>
                  <a:pt x="867603" y="105818"/>
                </a:lnTo>
                <a:lnTo>
                  <a:pt x="867216" y="105395"/>
                </a:lnTo>
                <a:lnTo>
                  <a:pt x="866839" y="104960"/>
                </a:lnTo>
                <a:lnTo>
                  <a:pt x="866471" y="104514"/>
                </a:lnTo>
                <a:lnTo>
                  <a:pt x="866114" y="104057"/>
                </a:lnTo>
                <a:lnTo>
                  <a:pt x="865768" y="103586"/>
                </a:lnTo>
                <a:lnTo>
                  <a:pt x="865437" y="103101"/>
                </a:lnTo>
                <a:lnTo>
                  <a:pt x="865121" y="102602"/>
                </a:lnTo>
                <a:lnTo>
                  <a:pt x="864819" y="102088"/>
                </a:lnTo>
                <a:lnTo>
                  <a:pt x="864532" y="101559"/>
                </a:lnTo>
                <a:lnTo>
                  <a:pt x="864260" y="101016"/>
                </a:lnTo>
                <a:lnTo>
                  <a:pt x="864002" y="100458"/>
                </a:lnTo>
                <a:lnTo>
                  <a:pt x="863760" y="99885"/>
                </a:lnTo>
                <a:lnTo>
                  <a:pt x="863532" y="99299"/>
                </a:lnTo>
                <a:lnTo>
                  <a:pt x="863318" y="98697"/>
                </a:lnTo>
                <a:lnTo>
                  <a:pt x="863120" y="98081"/>
                </a:lnTo>
                <a:lnTo>
                  <a:pt x="862936" y="97451"/>
                </a:lnTo>
                <a:lnTo>
                  <a:pt x="862767" y="96806"/>
                </a:lnTo>
                <a:lnTo>
                  <a:pt x="862612" y="96146"/>
                </a:lnTo>
                <a:lnTo>
                  <a:pt x="862472" y="95472"/>
                </a:lnTo>
                <a:lnTo>
                  <a:pt x="862347" y="94783"/>
                </a:lnTo>
                <a:lnTo>
                  <a:pt x="862237" y="94080"/>
                </a:lnTo>
                <a:lnTo>
                  <a:pt x="862141" y="93362"/>
                </a:lnTo>
                <a:lnTo>
                  <a:pt x="862060" y="92629"/>
                </a:lnTo>
                <a:lnTo>
                  <a:pt x="861994" y="91882"/>
                </a:lnTo>
                <a:lnTo>
                  <a:pt x="861943" y="91121"/>
                </a:lnTo>
                <a:lnTo>
                  <a:pt x="861906" y="90345"/>
                </a:lnTo>
                <a:lnTo>
                  <a:pt x="861884" y="89554"/>
                </a:lnTo>
                <a:lnTo>
                  <a:pt x="861877" y="88749"/>
                </a:lnTo>
                <a:lnTo>
                  <a:pt x="845384" y="88749"/>
                </a:lnTo>
                <a:lnTo>
                  <a:pt x="845395" y="89879"/>
                </a:lnTo>
                <a:lnTo>
                  <a:pt x="845428" y="90991"/>
                </a:lnTo>
                <a:lnTo>
                  <a:pt x="845482" y="92086"/>
                </a:lnTo>
                <a:lnTo>
                  <a:pt x="845558" y="93163"/>
                </a:lnTo>
                <a:lnTo>
                  <a:pt x="845655" y="94222"/>
                </a:lnTo>
                <a:lnTo>
                  <a:pt x="845774" y="95264"/>
                </a:lnTo>
                <a:lnTo>
                  <a:pt x="845915" y="96288"/>
                </a:lnTo>
                <a:lnTo>
                  <a:pt x="846078" y="97294"/>
                </a:lnTo>
                <a:lnTo>
                  <a:pt x="846262" y="98282"/>
                </a:lnTo>
                <a:lnTo>
                  <a:pt x="846468" y="99253"/>
                </a:lnTo>
                <a:lnTo>
                  <a:pt x="846695" y="100206"/>
                </a:lnTo>
                <a:lnTo>
                  <a:pt x="846945" y="101141"/>
                </a:lnTo>
                <a:lnTo>
                  <a:pt x="847216" y="102058"/>
                </a:lnTo>
                <a:lnTo>
                  <a:pt x="847508" y="102958"/>
                </a:lnTo>
                <a:lnTo>
                  <a:pt x="847822" y="103840"/>
                </a:lnTo>
                <a:lnTo>
                  <a:pt x="848158" y="104705"/>
                </a:lnTo>
                <a:lnTo>
                  <a:pt x="848516" y="105551"/>
                </a:lnTo>
                <a:lnTo>
                  <a:pt x="848895" y="106380"/>
                </a:lnTo>
                <a:lnTo>
                  <a:pt x="849296" y="107191"/>
                </a:lnTo>
                <a:lnTo>
                  <a:pt x="849719" y="107985"/>
                </a:lnTo>
                <a:lnTo>
                  <a:pt x="850163" y="108761"/>
                </a:lnTo>
                <a:lnTo>
                  <a:pt x="850629" y="109519"/>
                </a:lnTo>
                <a:lnTo>
                  <a:pt x="851117" y="110259"/>
                </a:lnTo>
                <a:lnTo>
                  <a:pt x="851626" y="110982"/>
                </a:lnTo>
                <a:lnTo>
                  <a:pt x="852153" y="111687"/>
                </a:lnTo>
                <a:lnTo>
                  <a:pt x="852696" y="112377"/>
                </a:lnTo>
                <a:lnTo>
                  <a:pt x="853254" y="113052"/>
                </a:lnTo>
                <a:lnTo>
                  <a:pt x="853827" y="113710"/>
                </a:lnTo>
                <a:lnTo>
                  <a:pt x="854414" y="114353"/>
                </a:lnTo>
                <a:lnTo>
                  <a:pt x="855017" y="114979"/>
                </a:lnTo>
                <a:lnTo>
                  <a:pt x="855635" y="115590"/>
                </a:lnTo>
                <a:lnTo>
                  <a:pt x="856268" y="116185"/>
                </a:lnTo>
                <a:lnTo>
                  <a:pt x="856916" y="116765"/>
                </a:lnTo>
                <a:lnTo>
                  <a:pt x="857579" y="117328"/>
                </a:lnTo>
                <a:lnTo>
                  <a:pt x="858256" y="117876"/>
                </a:lnTo>
                <a:lnTo>
                  <a:pt x="858949" y="118408"/>
                </a:lnTo>
                <a:lnTo>
                  <a:pt x="859657" y="118924"/>
                </a:lnTo>
                <a:lnTo>
                  <a:pt x="860380" y="119424"/>
                </a:lnTo>
                <a:lnTo>
                  <a:pt x="861118" y="119908"/>
                </a:lnTo>
                <a:lnTo>
                  <a:pt x="861872" y="120377"/>
                </a:lnTo>
                <a:lnTo>
                  <a:pt x="862640" y="120830"/>
                </a:lnTo>
                <a:lnTo>
                  <a:pt x="863423" y="121267"/>
                </a:lnTo>
                <a:lnTo>
                  <a:pt x="864221" y="121688"/>
                </a:lnTo>
                <a:lnTo>
                  <a:pt x="865034" y="122093"/>
                </a:lnTo>
                <a:lnTo>
                  <a:pt x="865862" y="122482"/>
                </a:lnTo>
                <a:lnTo>
                  <a:pt x="866706" y="122856"/>
                </a:lnTo>
                <a:lnTo>
                  <a:pt x="867564" y="123214"/>
                </a:lnTo>
                <a:lnTo>
                  <a:pt x="868437" y="123556"/>
                </a:lnTo>
                <a:lnTo>
                  <a:pt x="869322" y="123883"/>
                </a:lnTo>
                <a:lnTo>
                  <a:pt x="870216" y="124196"/>
                </a:lnTo>
                <a:lnTo>
                  <a:pt x="871119" y="124496"/>
                </a:lnTo>
                <a:lnTo>
                  <a:pt x="872031" y="124781"/>
                </a:lnTo>
                <a:lnTo>
                  <a:pt x="872952" y="125052"/>
                </a:lnTo>
                <a:lnTo>
                  <a:pt x="873881" y="125310"/>
                </a:lnTo>
                <a:lnTo>
                  <a:pt x="874820" y="125554"/>
                </a:lnTo>
                <a:lnTo>
                  <a:pt x="875767" y="125783"/>
                </a:lnTo>
                <a:lnTo>
                  <a:pt x="876723" y="125999"/>
                </a:lnTo>
                <a:lnTo>
                  <a:pt x="877688" y="126201"/>
                </a:lnTo>
                <a:lnTo>
                  <a:pt x="878662" y="126389"/>
                </a:lnTo>
                <a:lnTo>
                  <a:pt x="879645" y="126563"/>
                </a:lnTo>
                <a:lnTo>
                  <a:pt x="880636" y="126723"/>
                </a:lnTo>
                <a:lnTo>
                  <a:pt x="881637" y="126869"/>
                </a:lnTo>
                <a:lnTo>
                  <a:pt x="882646" y="127001"/>
                </a:lnTo>
                <a:lnTo>
                  <a:pt x="883664" y="127120"/>
                </a:lnTo>
                <a:lnTo>
                  <a:pt x="884691" y="127224"/>
                </a:lnTo>
                <a:lnTo>
                  <a:pt x="885727" y="127315"/>
                </a:lnTo>
                <a:lnTo>
                  <a:pt x="886771" y="127391"/>
                </a:lnTo>
                <a:lnTo>
                  <a:pt x="887825" y="127454"/>
                </a:lnTo>
                <a:lnTo>
                  <a:pt x="888887" y="127502"/>
                </a:lnTo>
                <a:lnTo>
                  <a:pt x="889959" y="127537"/>
                </a:lnTo>
                <a:lnTo>
                  <a:pt x="891039" y="127558"/>
                </a:lnTo>
                <a:lnTo>
                  <a:pt x="892128" y="127565"/>
                </a:lnTo>
                <a:lnTo>
                  <a:pt x="893194" y="127558"/>
                </a:lnTo>
                <a:lnTo>
                  <a:pt x="894251" y="127538"/>
                </a:lnTo>
                <a:lnTo>
                  <a:pt x="895298" y="127504"/>
                </a:lnTo>
                <a:lnTo>
                  <a:pt x="896337" y="127456"/>
                </a:lnTo>
                <a:lnTo>
                  <a:pt x="897366" y="127395"/>
                </a:lnTo>
                <a:close/>
                <a:moveTo>
                  <a:pt x="1255510" y="127452"/>
                </a:moveTo>
                <a:lnTo>
                  <a:pt x="1256312" y="127389"/>
                </a:lnTo>
                <a:lnTo>
                  <a:pt x="1257104" y="127312"/>
                </a:lnTo>
                <a:lnTo>
                  <a:pt x="1257888" y="127220"/>
                </a:lnTo>
                <a:lnTo>
                  <a:pt x="1258662" y="127115"/>
                </a:lnTo>
                <a:lnTo>
                  <a:pt x="1259426" y="126995"/>
                </a:lnTo>
                <a:lnTo>
                  <a:pt x="1260182" y="126861"/>
                </a:lnTo>
                <a:lnTo>
                  <a:pt x="1260929" y="126713"/>
                </a:lnTo>
                <a:lnTo>
                  <a:pt x="1261666" y="126551"/>
                </a:lnTo>
                <a:lnTo>
                  <a:pt x="1262394" y="126375"/>
                </a:lnTo>
                <a:lnTo>
                  <a:pt x="1263113" y="126185"/>
                </a:lnTo>
                <a:lnTo>
                  <a:pt x="1263823" y="125981"/>
                </a:lnTo>
                <a:lnTo>
                  <a:pt x="1264524" y="125763"/>
                </a:lnTo>
                <a:lnTo>
                  <a:pt x="1265215" y="125531"/>
                </a:lnTo>
                <a:lnTo>
                  <a:pt x="1265897" y="125284"/>
                </a:lnTo>
                <a:lnTo>
                  <a:pt x="1266570" y="125024"/>
                </a:lnTo>
                <a:lnTo>
                  <a:pt x="1267234" y="124749"/>
                </a:lnTo>
                <a:lnTo>
                  <a:pt x="1267889" y="124461"/>
                </a:lnTo>
                <a:lnTo>
                  <a:pt x="1268535" y="124158"/>
                </a:lnTo>
                <a:lnTo>
                  <a:pt x="1269171" y="123841"/>
                </a:lnTo>
                <a:lnTo>
                  <a:pt x="1269798" y="123510"/>
                </a:lnTo>
                <a:lnTo>
                  <a:pt x="1270416" y="123168"/>
                </a:lnTo>
                <a:lnTo>
                  <a:pt x="1271025" y="122818"/>
                </a:lnTo>
                <a:lnTo>
                  <a:pt x="1271623" y="122459"/>
                </a:lnTo>
                <a:lnTo>
                  <a:pt x="1272213" y="122092"/>
                </a:lnTo>
                <a:lnTo>
                  <a:pt x="1272793" y="121716"/>
                </a:lnTo>
                <a:lnTo>
                  <a:pt x="1273363" y="121332"/>
                </a:lnTo>
                <a:lnTo>
                  <a:pt x="1273924" y="120940"/>
                </a:lnTo>
                <a:lnTo>
                  <a:pt x="1274476" y="120539"/>
                </a:lnTo>
                <a:lnTo>
                  <a:pt x="1275018" y="120130"/>
                </a:lnTo>
                <a:lnTo>
                  <a:pt x="1275550" y="119712"/>
                </a:lnTo>
                <a:lnTo>
                  <a:pt x="1276073" y="119286"/>
                </a:lnTo>
                <a:lnTo>
                  <a:pt x="1276587" y="118852"/>
                </a:lnTo>
                <a:lnTo>
                  <a:pt x="1277091" y="118409"/>
                </a:lnTo>
                <a:lnTo>
                  <a:pt x="1277585" y="117958"/>
                </a:lnTo>
                <a:lnTo>
                  <a:pt x="1278070" y="117499"/>
                </a:lnTo>
                <a:lnTo>
                  <a:pt x="1278546" y="117031"/>
                </a:lnTo>
                <a:lnTo>
                  <a:pt x="1279012" y="116555"/>
                </a:lnTo>
                <a:lnTo>
                  <a:pt x="1279468" y="116070"/>
                </a:lnTo>
                <a:lnTo>
                  <a:pt x="1279915" y="115577"/>
                </a:lnTo>
                <a:lnTo>
                  <a:pt x="1280353" y="115076"/>
                </a:lnTo>
                <a:lnTo>
                  <a:pt x="1280781" y="114566"/>
                </a:lnTo>
                <a:lnTo>
                  <a:pt x="1281199" y="114048"/>
                </a:lnTo>
                <a:lnTo>
                  <a:pt x="1281608" y="113521"/>
                </a:lnTo>
                <a:lnTo>
                  <a:pt x="1282008" y="112986"/>
                </a:lnTo>
                <a:lnTo>
                  <a:pt x="1282828" y="125925"/>
                </a:lnTo>
                <a:lnTo>
                  <a:pt x="1297225" y="125925"/>
                </a:lnTo>
                <a:lnTo>
                  <a:pt x="1297225" y="3280"/>
                </a:lnTo>
                <a:lnTo>
                  <a:pt x="1282008" y="3280"/>
                </a:lnTo>
                <a:lnTo>
                  <a:pt x="1282008" y="48292"/>
                </a:lnTo>
                <a:lnTo>
                  <a:pt x="1281646" y="47705"/>
                </a:lnTo>
                <a:lnTo>
                  <a:pt x="1281275" y="47129"/>
                </a:lnTo>
                <a:lnTo>
                  <a:pt x="1280895" y="46562"/>
                </a:lnTo>
                <a:lnTo>
                  <a:pt x="1280505" y="46006"/>
                </a:lnTo>
                <a:lnTo>
                  <a:pt x="1280105" y="45460"/>
                </a:lnTo>
                <a:lnTo>
                  <a:pt x="1279696" y="44924"/>
                </a:lnTo>
                <a:lnTo>
                  <a:pt x="1279277" y="44399"/>
                </a:lnTo>
                <a:lnTo>
                  <a:pt x="1278849" y="43883"/>
                </a:lnTo>
                <a:lnTo>
                  <a:pt x="1278412" y="43379"/>
                </a:lnTo>
                <a:lnTo>
                  <a:pt x="1277965" y="42884"/>
                </a:lnTo>
                <a:lnTo>
                  <a:pt x="1277508" y="42400"/>
                </a:lnTo>
                <a:lnTo>
                  <a:pt x="1277042" y="41926"/>
                </a:lnTo>
                <a:lnTo>
                  <a:pt x="1276567" y="41462"/>
                </a:lnTo>
                <a:lnTo>
                  <a:pt x="1276082" y="41008"/>
                </a:lnTo>
                <a:lnTo>
                  <a:pt x="1275587" y="40565"/>
                </a:lnTo>
                <a:lnTo>
                  <a:pt x="1275083" y="40132"/>
                </a:lnTo>
                <a:lnTo>
                  <a:pt x="1274570" y="39710"/>
                </a:lnTo>
                <a:lnTo>
                  <a:pt x="1274047" y="39297"/>
                </a:lnTo>
                <a:lnTo>
                  <a:pt x="1273514" y="38895"/>
                </a:lnTo>
                <a:lnTo>
                  <a:pt x="1272972" y="38504"/>
                </a:lnTo>
                <a:lnTo>
                  <a:pt x="1272421" y="38122"/>
                </a:lnTo>
                <a:lnTo>
                  <a:pt x="1271860" y="37751"/>
                </a:lnTo>
                <a:lnTo>
                  <a:pt x="1271289" y="37390"/>
                </a:lnTo>
                <a:lnTo>
                  <a:pt x="1270709" y="37039"/>
                </a:lnTo>
                <a:lnTo>
                  <a:pt x="1270120" y="36701"/>
                </a:lnTo>
                <a:lnTo>
                  <a:pt x="1269523" y="36377"/>
                </a:lnTo>
                <a:lnTo>
                  <a:pt x="1268917" y="36068"/>
                </a:lnTo>
                <a:lnTo>
                  <a:pt x="1268302" y="35773"/>
                </a:lnTo>
                <a:lnTo>
                  <a:pt x="1267679" y="35492"/>
                </a:lnTo>
                <a:lnTo>
                  <a:pt x="1267048" y="35226"/>
                </a:lnTo>
                <a:lnTo>
                  <a:pt x="1266407" y="34974"/>
                </a:lnTo>
                <a:lnTo>
                  <a:pt x="1265759" y="34736"/>
                </a:lnTo>
                <a:lnTo>
                  <a:pt x="1265101" y="34513"/>
                </a:lnTo>
                <a:lnTo>
                  <a:pt x="1264436" y="34304"/>
                </a:lnTo>
                <a:lnTo>
                  <a:pt x="1263761" y="34110"/>
                </a:lnTo>
                <a:lnTo>
                  <a:pt x="1263078" y="33930"/>
                </a:lnTo>
                <a:lnTo>
                  <a:pt x="1262387" y="33764"/>
                </a:lnTo>
                <a:lnTo>
                  <a:pt x="1261687" y="33613"/>
                </a:lnTo>
                <a:lnTo>
                  <a:pt x="1260978" y="33477"/>
                </a:lnTo>
                <a:lnTo>
                  <a:pt x="1260261" y="33354"/>
                </a:lnTo>
                <a:lnTo>
                  <a:pt x="1259536" y="33246"/>
                </a:lnTo>
                <a:lnTo>
                  <a:pt x="1258801" y="33153"/>
                </a:lnTo>
                <a:lnTo>
                  <a:pt x="1258059" y="33074"/>
                </a:lnTo>
                <a:lnTo>
                  <a:pt x="1257307" y="33009"/>
                </a:lnTo>
                <a:lnTo>
                  <a:pt x="1256548" y="32958"/>
                </a:lnTo>
                <a:lnTo>
                  <a:pt x="1255779" y="32922"/>
                </a:lnTo>
                <a:lnTo>
                  <a:pt x="1255002" y="32901"/>
                </a:lnTo>
                <a:lnTo>
                  <a:pt x="1254217" y="32894"/>
                </a:lnTo>
                <a:lnTo>
                  <a:pt x="1253273" y="32903"/>
                </a:lnTo>
                <a:lnTo>
                  <a:pt x="1252340" y="32930"/>
                </a:lnTo>
                <a:lnTo>
                  <a:pt x="1251417" y="32976"/>
                </a:lnTo>
                <a:lnTo>
                  <a:pt x="1250504" y="33041"/>
                </a:lnTo>
                <a:lnTo>
                  <a:pt x="1249602" y="33124"/>
                </a:lnTo>
                <a:lnTo>
                  <a:pt x="1248710" y="33225"/>
                </a:lnTo>
                <a:lnTo>
                  <a:pt x="1247829" y="33345"/>
                </a:lnTo>
                <a:lnTo>
                  <a:pt x="1246958" y="33483"/>
                </a:lnTo>
                <a:lnTo>
                  <a:pt x="1246098" y="33639"/>
                </a:lnTo>
                <a:lnTo>
                  <a:pt x="1245248" y="33814"/>
                </a:lnTo>
                <a:lnTo>
                  <a:pt x="1244408" y="34007"/>
                </a:lnTo>
                <a:lnTo>
                  <a:pt x="1243579" y="34219"/>
                </a:lnTo>
                <a:lnTo>
                  <a:pt x="1242760" y="34449"/>
                </a:lnTo>
                <a:lnTo>
                  <a:pt x="1241952" y="34698"/>
                </a:lnTo>
                <a:lnTo>
                  <a:pt x="1241154" y="34965"/>
                </a:lnTo>
                <a:lnTo>
                  <a:pt x="1240367" y="35250"/>
                </a:lnTo>
                <a:lnTo>
                  <a:pt x="1239590" y="35554"/>
                </a:lnTo>
                <a:lnTo>
                  <a:pt x="1238824" y="35876"/>
                </a:lnTo>
                <a:lnTo>
                  <a:pt x="1238068" y="36216"/>
                </a:lnTo>
                <a:lnTo>
                  <a:pt x="1237322" y="36575"/>
                </a:lnTo>
                <a:lnTo>
                  <a:pt x="1236587" y="36953"/>
                </a:lnTo>
                <a:lnTo>
                  <a:pt x="1235863" y="37349"/>
                </a:lnTo>
                <a:lnTo>
                  <a:pt x="1235148" y="37763"/>
                </a:lnTo>
                <a:lnTo>
                  <a:pt x="1234444" y="38195"/>
                </a:lnTo>
                <a:lnTo>
                  <a:pt x="1233752" y="38646"/>
                </a:lnTo>
                <a:lnTo>
                  <a:pt x="1233074" y="39115"/>
                </a:lnTo>
                <a:lnTo>
                  <a:pt x="1232408" y="39601"/>
                </a:lnTo>
                <a:lnTo>
                  <a:pt x="1231755" y="40105"/>
                </a:lnTo>
                <a:lnTo>
                  <a:pt x="1231116" y="40627"/>
                </a:lnTo>
                <a:lnTo>
                  <a:pt x="1230489" y="41166"/>
                </a:lnTo>
                <a:lnTo>
                  <a:pt x="1229876" y="41723"/>
                </a:lnTo>
                <a:lnTo>
                  <a:pt x="1229276" y="42298"/>
                </a:lnTo>
                <a:lnTo>
                  <a:pt x="1228689" y="42891"/>
                </a:lnTo>
                <a:lnTo>
                  <a:pt x="1228115" y="43502"/>
                </a:lnTo>
                <a:lnTo>
                  <a:pt x="1227555" y="44130"/>
                </a:lnTo>
                <a:lnTo>
                  <a:pt x="1227007" y="44776"/>
                </a:lnTo>
                <a:lnTo>
                  <a:pt x="1226473" y="45440"/>
                </a:lnTo>
                <a:lnTo>
                  <a:pt x="1225951" y="46121"/>
                </a:lnTo>
                <a:lnTo>
                  <a:pt x="1225443" y="46821"/>
                </a:lnTo>
                <a:lnTo>
                  <a:pt x="1224948" y="47538"/>
                </a:lnTo>
                <a:lnTo>
                  <a:pt x="1224466" y="48272"/>
                </a:lnTo>
                <a:lnTo>
                  <a:pt x="1223997" y="49025"/>
                </a:lnTo>
                <a:lnTo>
                  <a:pt x="1223542" y="49795"/>
                </a:lnTo>
                <a:lnTo>
                  <a:pt x="1223099" y="50583"/>
                </a:lnTo>
                <a:lnTo>
                  <a:pt x="1222670" y="51389"/>
                </a:lnTo>
                <a:lnTo>
                  <a:pt x="1222253" y="52213"/>
                </a:lnTo>
                <a:lnTo>
                  <a:pt x="1221850" y="53054"/>
                </a:lnTo>
                <a:lnTo>
                  <a:pt x="1221460" y="53913"/>
                </a:lnTo>
                <a:lnTo>
                  <a:pt x="1221085" y="54790"/>
                </a:lnTo>
                <a:lnTo>
                  <a:pt x="1220725" y="55685"/>
                </a:lnTo>
                <a:lnTo>
                  <a:pt x="1220382" y="56597"/>
                </a:lnTo>
                <a:lnTo>
                  <a:pt x="1220054" y="57528"/>
                </a:lnTo>
                <a:lnTo>
                  <a:pt x="1219743" y="58476"/>
                </a:lnTo>
                <a:lnTo>
                  <a:pt x="1219447" y="59443"/>
                </a:lnTo>
                <a:lnTo>
                  <a:pt x="1219167" y="60427"/>
                </a:lnTo>
                <a:lnTo>
                  <a:pt x="1218904" y="61429"/>
                </a:lnTo>
                <a:lnTo>
                  <a:pt x="1218656" y="62449"/>
                </a:lnTo>
                <a:lnTo>
                  <a:pt x="1218425" y="63487"/>
                </a:lnTo>
                <a:lnTo>
                  <a:pt x="1218209" y="64543"/>
                </a:lnTo>
                <a:lnTo>
                  <a:pt x="1218009" y="65617"/>
                </a:lnTo>
                <a:lnTo>
                  <a:pt x="1217825" y="66709"/>
                </a:lnTo>
                <a:lnTo>
                  <a:pt x="1217658" y="67819"/>
                </a:lnTo>
                <a:lnTo>
                  <a:pt x="1217506" y="68946"/>
                </a:lnTo>
                <a:lnTo>
                  <a:pt x="1217370" y="70092"/>
                </a:lnTo>
                <a:lnTo>
                  <a:pt x="1217250" y="71255"/>
                </a:lnTo>
                <a:lnTo>
                  <a:pt x="1217146" y="72437"/>
                </a:lnTo>
                <a:lnTo>
                  <a:pt x="1217058" y="73636"/>
                </a:lnTo>
                <a:lnTo>
                  <a:pt x="1216987" y="74853"/>
                </a:lnTo>
                <a:lnTo>
                  <a:pt x="1216931" y="76089"/>
                </a:lnTo>
                <a:lnTo>
                  <a:pt x="1216891" y="77342"/>
                </a:lnTo>
                <a:lnTo>
                  <a:pt x="1216867" y="78613"/>
                </a:lnTo>
                <a:lnTo>
                  <a:pt x="1216859" y="79902"/>
                </a:lnTo>
                <a:lnTo>
                  <a:pt x="1216866" y="81199"/>
                </a:lnTo>
                <a:lnTo>
                  <a:pt x="1216889" y="82479"/>
                </a:lnTo>
                <a:lnTo>
                  <a:pt x="1216926" y="83741"/>
                </a:lnTo>
                <a:lnTo>
                  <a:pt x="1216979" y="84986"/>
                </a:lnTo>
                <a:lnTo>
                  <a:pt x="1217047" y="86213"/>
                </a:lnTo>
                <a:lnTo>
                  <a:pt x="1217129" y="87423"/>
                </a:lnTo>
                <a:lnTo>
                  <a:pt x="1217227" y="88615"/>
                </a:lnTo>
                <a:lnTo>
                  <a:pt x="1217340" y="89790"/>
                </a:lnTo>
                <a:lnTo>
                  <a:pt x="1217467" y="90948"/>
                </a:lnTo>
                <a:lnTo>
                  <a:pt x="1217610" y="92088"/>
                </a:lnTo>
                <a:lnTo>
                  <a:pt x="1217768" y="93211"/>
                </a:lnTo>
                <a:lnTo>
                  <a:pt x="1217941" y="94316"/>
                </a:lnTo>
                <a:lnTo>
                  <a:pt x="1218129" y="95404"/>
                </a:lnTo>
                <a:lnTo>
                  <a:pt x="1218331" y="96475"/>
                </a:lnTo>
                <a:lnTo>
                  <a:pt x="1218549" y="97528"/>
                </a:lnTo>
                <a:lnTo>
                  <a:pt x="1218782" y="98563"/>
                </a:lnTo>
                <a:lnTo>
                  <a:pt x="1219030" y="99582"/>
                </a:lnTo>
                <a:lnTo>
                  <a:pt x="1219293" y="100582"/>
                </a:lnTo>
                <a:lnTo>
                  <a:pt x="1219571" y="101566"/>
                </a:lnTo>
                <a:lnTo>
                  <a:pt x="1219864" y="102531"/>
                </a:lnTo>
                <a:lnTo>
                  <a:pt x="1220172" y="103480"/>
                </a:lnTo>
                <a:lnTo>
                  <a:pt x="1220496" y="104411"/>
                </a:lnTo>
                <a:lnTo>
                  <a:pt x="1220834" y="105325"/>
                </a:lnTo>
                <a:lnTo>
                  <a:pt x="1221187" y="106221"/>
                </a:lnTo>
                <a:lnTo>
                  <a:pt x="1221554" y="107099"/>
                </a:lnTo>
                <a:lnTo>
                  <a:pt x="1221933" y="107959"/>
                </a:lnTo>
                <a:lnTo>
                  <a:pt x="1222325" y="108800"/>
                </a:lnTo>
                <a:lnTo>
                  <a:pt x="1222730" y="109623"/>
                </a:lnTo>
                <a:lnTo>
                  <a:pt x="1223146" y="110428"/>
                </a:lnTo>
                <a:lnTo>
                  <a:pt x="1223576" y="111214"/>
                </a:lnTo>
                <a:lnTo>
                  <a:pt x="1224018" y="111982"/>
                </a:lnTo>
                <a:lnTo>
                  <a:pt x="1224472" y="112731"/>
                </a:lnTo>
                <a:lnTo>
                  <a:pt x="1224939" y="113462"/>
                </a:lnTo>
                <a:lnTo>
                  <a:pt x="1225418" y="114175"/>
                </a:lnTo>
                <a:lnTo>
                  <a:pt x="1225910" y="114869"/>
                </a:lnTo>
                <a:lnTo>
                  <a:pt x="1226415" y="115545"/>
                </a:lnTo>
                <a:lnTo>
                  <a:pt x="1226932" y="116202"/>
                </a:lnTo>
                <a:lnTo>
                  <a:pt x="1227461" y="116841"/>
                </a:lnTo>
                <a:lnTo>
                  <a:pt x="1228003" y="117461"/>
                </a:lnTo>
                <a:lnTo>
                  <a:pt x="1228557" y="118064"/>
                </a:lnTo>
                <a:lnTo>
                  <a:pt x="1229124" y="118647"/>
                </a:lnTo>
                <a:lnTo>
                  <a:pt x="1229704" y="119212"/>
                </a:lnTo>
                <a:lnTo>
                  <a:pt x="1230295" y="119759"/>
                </a:lnTo>
                <a:lnTo>
                  <a:pt x="1230900" y="120288"/>
                </a:lnTo>
                <a:lnTo>
                  <a:pt x="1231517" y="120798"/>
                </a:lnTo>
                <a:lnTo>
                  <a:pt x="1232146" y="121290"/>
                </a:lnTo>
                <a:lnTo>
                  <a:pt x="1232788" y="121763"/>
                </a:lnTo>
                <a:lnTo>
                  <a:pt x="1233442" y="122218"/>
                </a:lnTo>
                <a:lnTo>
                  <a:pt x="1234108" y="122654"/>
                </a:lnTo>
                <a:lnTo>
                  <a:pt x="1234784" y="123072"/>
                </a:lnTo>
                <a:lnTo>
                  <a:pt x="1235470" y="123471"/>
                </a:lnTo>
                <a:lnTo>
                  <a:pt x="1236166" y="123852"/>
                </a:lnTo>
                <a:lnTo>
                  <a:pt x="1236872" y="124214"/>
                </a:lnTo>
                <a:lnTo>
                  <a:pt x="1237588" y="124557"/>
                </a:lnTo>
                <a:lnTo>
                  <a:pt x="1238314" y="124882"/>
                </a:lnTo>
                <a:lnTo>
                  <a:pt x="1239051" y="125188"/>
                </a:lnTo>
                <a:lnTo>
                  <a:pt x="1239798" y="125476"/>
                </a:lnTo>
                <a:lnTo>
                  <a:pt x="1240554" y="125745"/>
                </a:lnTo>
                <a:lnTo>
                  <a:pt x="1241321" y="125996"/>
                </a:lnTo>
                <a:lnTo>
                  <a:pt x="1242098" y="126228"/>
                </a:lnTo>
                <a:lnTo>
                  <a:pt x="1242886" y="126442"/>
                </a:lnTo>
                <a:lnTo>
                  <a:pt x="1243683" y="126637"/>
                </a:lnTo>
                <a:lnTo>
                  <a:pt x="1244490" y="126813"/>
                </a:lnTo>
                <a:lnTo>
                  <a:pt x="1245308" y="126971"/>
                </a:lnTo>
                <a:lnTo>
                  <a:pt x="1246135" y="127110"/>
                </a:lnTo>
                <a:lnTo>
                  <a:pt x="1246973" y="127231"/>
                </a:lnTo>
                <a:lnTo>
                  <a:pt x="1247821" y="127333"/>
                </a:lnTo>
                <a:lnTo>
                  <a:pt x="1248679" y="127417"/>
                </a:lnTo>
                <a:lnTo>
                  <a:pt x="1249547" y="127482"/>
                </a:lnTo>
                <a:lnTo>
                  <a:pt x="1250426" y="127528"/>
                </a:lnTo>
                <a:lnTo>
                  <a:pt x="1251314" y="127556"/>
                </a:lnTo>
                <a:lnTo>
                  <a:pt x="1252212" y="127565"/>
                </a:lnTo>
                <a:lnTo>
                  <a:pt x="1253051" y="127558"/>
                </a:lnTo>
                <a:lnTo>
                  <a:pt x="1253880" y="127537"/>
                </a:lnTo>
                <a:lnTo>
                  <a:pt x="1254700" y="127502"/>
                </a:lnTo>
                <a:lnTo>
                  <a:pt x="1255510" y="127452"/>
                </a:lnTo>
                <a:close/>
                <a:moveTo>
                  <a:pt x="1251725" y="114832"/>
                </a:moveTo>
                <a:lnTo>
                  <a:pt x="1250876" y="114691"/>
                </a:lnTo>
                <a:lnTo>
                  <a:pt x="1250046" y="114519"/>
                </a:lnTo>
                <a:lnTo>
                  <a:pt x="1249234" y="114316"/>
                </a:lnTo>
                <a:lnTo>
                  <a:pt x="1248441" y="114081"/>
                </a:lnTo>
                <a:lnTo>
                  <a:pt x="1247667" y="113815"/>
                </a:lnTo>
                <a:lnTo>
                  <a:pt x="1246912" y="113518"/>
                </a:lnTo>
                <a:lnTo>
                  <a:pt x="1246176" y="113189"/>
                </a:lnTo>
                <a:lnTo>
                  <a:pt x="1245458" y="112830"/>
                </a:lnTo>
                <a:lnTo>
                  <a:pt x="1244760" y="112439"/>
                </a:lnTo>
                <a:lnTo>
                  <a:pt x="1244080" y="112016"/>
                </a:lnTo>
                <a:lnTo>
                  <a:pt x="1243419" y="111563"/>
                </a:lnTo>
                <a:lnTo>
                  <a:pt x="1242777" y="111078"/>
                </a:lnTo>
                <a:lnTo>
                  <a:pt x="1242153" y="110562"/>
                </a:lnTo>
                <a:lnTo>
                  <a:pt x="1241549" y="110014"/>
                </a:lnTo>
                <a:lnTo>
                  <a:pt x="1240963" y="109435"/>
                </a:lnTo>
                <a:lnTo>
                  <a:pt x="1240396" y="108825"/>
                </a:lnTo>
                <a:lnTo>
                  <a:pt x="1239848" y="108184"/>
                </a:lnTo>
                <a:lnTo>
                  <a:pt x="1239319" y="107512"/>
                </a:lnTo>
                <a:lnTo>
                  <a:pt x="1238809" y="106808"/>
                </a:lnTo>
                <a:lnTo>
                  <a:pt x="1238317" y="106073"/>
                </a:lnTo>
                <a:lnTo>
                  <a:pt x="1237845" y="105308"/>
                </a:lnTo>
                <a:lnTo>
                  <a:pt x="1237393" y="104514"/>
                </a:lnTo>
                <a:lnTo>
                  <a:pt x="1236961" y="103693"/>
                </a:lnTo>
                <a:lnTo>
                  <a:pt x="1236549" y="102843"/>
                </a:lnTo>
                <a:lnTo>
                  <a:pt x="1236157" y="101965"/>
                </a:lnTo>
                <a:lnTo>
                  <a:pt x="1235786" y="101058"/>
                </a:lnTo>
                <a:lnTo>
                  <a:pt x="1235434" y="100123"/>
                </a:lnTo>
                <a:lnTo>
                  <a:pt x="1235103" y="99160"/>
                </a:lnTo>
                <a:lnTo>
                  <a:pt x="1234791" y="98169"/>
                </a:lnTo>
                <a:lnTo>
                  <a:pt x="1234500" y="97149"/>
                </a:lnTo>
                <a:lnTo>
                  <a:pt x="1234229" y="96101"/>
                </a:lnTo>
                <a:lnTo>
                  <a:pt x="1233978" y="95025"/>
                </a:lnTo>
                <a:lnTo>
                  <a:pt x="1233746" y="93920"/>
                </a:lnTo>
                <a:lnTo>
                  <a:pt x="1233536" y="92787"/>
                </a:lnTo>
                <a:lnTo>
                  <a:pt x="1233345" y="91625"/>
                </a:lnTo>
                <a:lnTo>
                  <a:pt x="1233174" y="90436"/>
                </a:lnTo>
                <a:lnTo>
                  <a:pt x="1233023" y="89218"/>
                </a:lnTo>
                <a:lnTo>
                  <a:pt x="1232893" y="87972"/>
                </a:lnTo>
                <a:lnTo>
                  <a:pt x="1232782" y="86697"/>
                </a:lnTo>
                <a:lnTo>
                  <a:pt x="1232692" y="85394"/>
                </a:lnTo>
                <a:lnTo>
                  <a:pt x="1232621" y="84063"/>
                </a:lnTo>
                <a:lnTo>
                  <a:pt x="1232571" y="82703"/>
                </a:lnTo>
                <a:lnTo>
                  <a:pt x="1232541" y="81315"/>
                </a:lnTo>
                <a:lnTo>
                  <a:pt x="1232531" y="79899"/>
                </a:lnTo>
                <a:lnTo>
                  <a:pt x="1232542" y="78529"/>
                </a:lnTo>
                <a:lnTo>
                  <a:pt x="1232574" y="77186"/>
                </a:lnTo>
                <a:lnTo>
                  <a:pt x="1232627" y="75869"/>
                </a:lnTo>
                <a:lnTo>
                  <a:pt x="1232702" y="74578"/>
                </a:lnTo>
                <a:lnTo>
                  <a:pt x="1232798" y="73314"/>
                </a:lnTo>
                <a:lnTo>
                  <a:pt x="1232915" y="72076"/>
                </a:lnTo>
                <a:lnTo>
                  <a:pt x="1233054" y="70864"/>
                </a:lnTo>
                <a:lnTo>
                  <a:pt x="1233214" y="69679"/>
                </a:lnTo>
                <a:lnTo>
                  <a:pt x="1233396" y="68520"/>
                </a:lnTo>
                <a:lnTo>
                  <a:pt x="1233599" y="67387"/>
                </a:lnTo>
                <a:lnTo>
                  <a:pt x="1233823" y="66281"/>
                </a:lnTo>
                <a:lnTo>
                  <a:pt x="1234069" y="65201"/>
                </a:lnTo>
                <a:lnTo>
                  <a:pt x="1234336" y="64147"/>
                </a:lnTo>
                <a:lnTo>
                  <a:pt x="1234624" y="63120"/>
                </a:lnTo>
                <a:lnTo>
                  <a:pt x="1234934" y="62119"/>
                </a:lnTo>
                <a:lnTo>
                  <a:pt x="1235265" y="61144"/>
                </a:lnTo>
                <a:lnTo>
                  <a:pt x="1235617" y="60196"/>
                </a:lnTo>
                <a:lnTo>
                  <a:pt x="1235991" y="59274"/>
                </a:lnTo>
                <a:lnTo>
                  <a:pt x="1236386" y="58378"/>
                </a:lnTo>
                <a:lnTo>
                  <a:pt x="1236802" y="57509"/>
                </a:lnTo>
                <a:lnTo>
                  <a:pt x="1237240" y="56666"/>
                </a:lnTo>
                <a:lnTo>
                  <a:pt x="1237699" y="55849"/>
                </a:lnTo>
                <a:lnTo>
                  <a:pt x="1238180" y="55059"/>
                </a:lnTo>
                <a:lnTo>
                  <a:pt x="1238681" y="54295"/>
                </a:lnTo>
                <a:lnTo>
                  <a:pt x="1239204" y="53560"/>
                </a:lnTo>
                <a:lnTo>
                  <a:pt x="1239748" y="52856"/>
                </a:lnTo>
                <a:lnTo>
                  <a:pt x="1240312" y="52183"/>
                </a:lnTo>
                <a:lnTo>
                  <a:pt x="1240897" y="51542"/>
                </a:lnTo>
                <a:lnTo>
                  <a:pt x="1241503" y="50932"/>
                </a:lnTo>
                <a:lnTo>
                  <a:pt x="1242130" y="50353"/>
                </a:lnTo>
                <a:lnTo>
                  <a:pt x="1242777" y="49806"/>
                </a:lnTo>
                <a:lnTo>
                  <a:pt x="1243445" y="49290"/>
                </a:lnTo>
                <a:lnTo>
                  <a:pt x="1244134" y="48805"/>
                </a:lnTo>
                <a:lnTo>
                  <a:pt x="1244843" y="48351"/>
                </a:lnTo>
                <a:lnTo>
                  <a:pt x="1245573" y="47929"/>
                </a:lnTo>
                <a:lnTo>
                  <a:pt x="1246324" y="47538"/>
                </a:lnTo>
                <a:lnTo>
                  <a:pt x="1247096" y="47178"/>
                </a:lnTo>
                <a:lnTo>
                  <a:pt x="1247888" y="46850"/>
                </a:lnTo>
                <a:lnTo>
                  <a:pt x="1248701" y="46553"/>
                </a:lnTo>
                <a:lnTo>
                  <a:pt x="1249535" y="46287"/>
                </a:lnTo>
                <a:lnTo>
                  <a:pt x="1250389" y="46052"/>
                </a:lnTo>
                <a:lnTo>
                  <a:pt x="1251264" y="45849"/>
                </a:lnTo>
                <a:lnTo>
                  <a:pt x="1252160" y="45677"/>
                </a:lnTo>
                <a:lnTo>
                  <a:pt x="1253077" y="45536"/>
                </a:lnTo>
                <a:lnTo>
                  <a:pt x="1254014" y="45426"/>
                </a:lnTo>
                <a:lnTo>
                  <a:pt x="1254972" y="45348"/>
                </a:lnTo>
                <a:lnTo>
                  <a:pt x="1255951" y="45301"/>
                </a:lnTo>
                <a:lnTo>
                  <a:pt x="1256951" y="45286"/>
                </a:lnTo>
                <a:lnTo>
                  <a:pt x="1257712" y="45294"/>
                </a:lnTo>
                <a:lnTo>
                  <a:pt x="1258463" y="45321"/>
                </a:lnTo>
                <a:lnTo>
                  <a:pt x="1259202" y="45365"/>
                </a:lnTo>
                <a:lnTo>
                  <a:pt x="1259931" y="45427"/>
                </a:lnTo>
                <a:lnTo>
                  <a:pt x="1260649" y="45506"/>
                </a:lnTo>
                <a:lnTo>
                  <a:pt x="1261356" y="45603"/>
                </a:lnTo>
                <a:lnTo>
                  <a:pt x="1262052" y="45717"/>
                </a:lnTo>
                <a:lnTo>
                  <a:pt x="1262737" y="45849"/>
                </a:lnTo>
                <a:lnTo>
                  <a:pt x="1263411" y="45999"/>
                </a:lnTo>
                <a:lnTo>
                  <a:pt x="1264074" y="46167"/>
                </a:lnTo>
                <a:lnTo>
                  <a:pt x="1264726" y="46352"/>
                </a:lnTo>
                <a:lnTo>
                  <a:pt x="1265368" y="46554"/>
                </a:lnTo>
                <a:lnTo>
                  <a:pt x="1265998" y="46774"/>
                </a:lnTo>
                <a:lnTo>
                  <a:pt x="1266618" y="47012"/>
                </a:lnTo>
                <a:lnTo>
                  <a:pt x="1267226" y="47268"/>
                </a:lnTo>
                <a:lnTo>
                  <a:pt x="1267824" y="47541"/>
                </a:lnTo>
                <a:lnTo>
                  <a:pt x="1268411" y="47831"/>
                </a:lnTo>
                <a:lnTo>
                  <a:pt x="1268987" y="48140"/>
                </a:lnTo>
                <a:lnTo>
                  <a:pt x="1269552" y="48466"/>
                </a:lnTo>
                <a:lnTo>
                  <a:pt x="1270106" y="48809"/>
                </a:lnTo>
                <a:lnTo>
                  <a:pt x="1270649" y="49170"/>
                </a:lnTo>
                <a:lnTo>
                  <a:pt x="1271181" y="49549"/>
                </a:lnTo>
                <a:lnTo>
                  <a:pt x="1271702" y="49946"/>
                </a:lnTo>
                <a:lnTo>
                  <a:pt x="1272213" y="50360"/>
                </a:lnTo>
                <a:lnTo>
                  <a:pt x="1272714" y="50787"/>
                </a:lnTo>
                <a:lnTo>
                  <a:pt x="1273207" y="51224"/>
                </a:lnTo>
                <a:lnTo>
                  <a:pt x="1273691" y="51670"/>
                </a:lnTo>
                <a:lnTo>
                  <a:pt x="1274168" y="52126"/>
                </a:lnTo>
                <a:lnTo>
                  <a:pt x="1274637" y="52591"/>
                </a:lnTo>
                <a:lnTo>
                  <a:pt x="1275097" y="53066"/>
                </a:lnTo>
                <a:lnTo>
                  <a:pt x="1275550" y="53550"/>
                </a:lnTo>
                <a:lnTo>
                  <a:pt x="1275994" y="54043"/>
                </a:lnTo>
                <a:lnTo>
                  <a:pt x="1276431" y="54545"/>
                </a:lnTo>
                <a:lnTo>
                  <a:pt x="1276859" y="55057"/>
                </a:lnTo>
                <a:lnTo>
                  <a:pt x="1277279" y="55579"/>
                </a:lnTo>
                <a:lnTo>
                  <a:pt x="1277691" y="56109"/>
                </a:lnTo>
                <a:lnTo>
                  <a:pt x="1278095" y="56650"/>
                </a:lnTo>
                <a:lnTo>
                  <a:pt x="1278491" y="57199"/>
                </a:lnTo>
                <a:lnTo>
                  <a:pt x="1278879" y="57758"/>
                </a:lnTo>
                <a:lnTo>
                  <a:pt x="1279259" y="58326"/>
                </a:lnTo>
                <a:lnTo>
                  <a:pt x="1279631" y="58904"/>
                </a:lnTo>
                <a:lnTo>
                  <a:pt x="1279995" y="59491"/>
                </a:lnTo>
                <a:lnTo>
                  <a:pt x="1280351" y="60087"/>
                </a:lnTo>
                <a:lnTo>
                  <a:pt x="1280698" y="60693"/>
                </a:lnTo>
                <a:lnTo>
                  <a:pt x="1281038" y="61308"/>
                </a:lnTo>
                <a:lnTo>
                  <a:pt x="1281369" y="61933"/>
                </a:lnTo>
                <a:lnTo>
                  <a:pt x="1281693" y="62567"/>
                </a:lnTo>
                <a:lnTo>
                  <a:pt x="1282008" y="63210"/>
                </a:lnTo>
                <a:lnTo>
                  <a:pt x="1282008" y="98772"/>
                </a:lnTo>
                <a:lnTo>
                  <a:pt x="1281670" y="99329"/>
                </a:lnTo>
                <a:lnTo>
                  <a:pt x="1281323" y="99880"/>
                </a:lnTo>
                <a:lnTo>
                  <a:pt x="1280967" y="100424"/>
                </a:lnTo>
                <a:lnTo>
                  <a:pt x="1280603" y="100962"/>
                </a:lnTo>
                <a:lnTo>
                  <a:pt x="1280231" y="101492"/>
                </a:lnTo>
                <a:lnTo>
                  <a:pt x="1279850" y="102016"/>
                </a:lnTo>
                <a:lnTo>
                  <a:pt x="1279460" y="102533"/>
                </a:lnTo>
                <a:lnTo>
                  <a:pt x="1279062" y="103044"/>
                </a:lnTo>
                <a:lnTo>
                  <a:pt x="1278655" y="103547"/>
                </a:lnTo>
                <a:lnTo>
                  <a:pt x="1278240" y="104044"/>
                </a:lnTo>
                <a:lnTo>
                  <a:pt x="1277816" y="104534"/>
                </a:lnTo>
                <a:lnTo>
                  <a:pt x="1277384" y="105018"/>
                </a:lnTo>
                <a:lnTo>
                  <a:pt x="1276943" y="105494"/>
                </a:lnTo>
                <a:lnTo>
                  <a:pt x="1276494" y="105964"/>
                </a:lnTo>
                <a:lnTo>
                  <a:pt x="1276036" y="106427"/>
                </a:lnTo>
                <a:lnTo>
                  <a:pt x="1275569" y="106884"/>
                </a:lnTo>
                <a:lnTo>
                  <a:pt x="1275094" y="107334"/>
                </a:lnTo>
                <a:lnTo>
                  <a:pt x="1274610" y="107776"/>
                </a:lnTo>
                <a:lnTo>
                  <a:pt x="1274118" y="108213"/>
                </a:lnTo>
                <a:lnTo>
                  <a:pt x="1273618" y="108642"/>
                </a:lnTo>
                <a:lnTo>
                  <a:pt x="1273108" y="109065"/>
                </a:lnTo>
                <a:lnTo>
                  <a:pt x="1272591" y="109481"/>
                </a:lnTo>
                <a:lnTo>
                  <a:pt x="1272064" y="109890"/>
                </a:lnTo>
                <a:lnTo>
                  <a:pt x="1271529" y="110293"/>
                </a:lnTo>
                <a:lnTo>
                  <a:pt x="1270985" y="110683"/>
                </a:lnTo>
                <a:lnTo>
                  <a:pt x="1270428" y="111058"/>
                </a:lnTo>
                <a:lnTo>
                  <a:pt x="1269861" y="111415"/>
                </a:lnTo>
                <a:lnTo>
                  <a:pt x="1269282" y="111756"/>
                </a:lnTo>
                <a:lnTo>
                  <a:pt x="1268692" y="112080"/>
                </a:lnTo>
                <a:lnTo>
                  <a:pt x="1268090" y="112388"/>
                </a:lnTo>
                <a:lnTo>
                  <a:pt x="1267477" y="112679"/>
                </a:lnTo>
                <a:lnTo>
                  <a:pt x="1266852" y="112953"/>
                </a:lnTo>
                <a:lnTo>
                  <a:pt x="1266216" y="113211"/>
                </a:lnTo>
                <a:lnTo>
                  <a:pt x="1265569" y="113452"/>
                </a:lnTo>
                <a:lnTo>
                  <a:pt x="1264910" y="113677"/>
                </a:lnTo>
                <a:lnTo>
                  <a:pt x="1264240" y="113885"/>
                </a:lnTo>
                <a:lnTo>
                  <a:pt x="1263559" y="114076"/>
                </a:lnTo>
                <a:lnTo>
                  <a:pt x="1262866" y="114250"/>
                </a:lnTo>
                <a:lnTo>
                  <a:pt x="1262161" y="114408"/>
                </a:lnTo>
                <a:lnTo>
                  <a:pt x="1261446" y="114550"/>
                </a:lnTo>
                <a:lnTo>
                  <a:pt x="1260719" y="114674"/>
                </a:lnTo>
                <a:lnTo>
                  <a:pt x="1259980" y="114783"/>
                </a:lnTo>
                <a:lnTo>
                  <a:pt x="1259230" y="114874"/>
                </a:lnTo>
                <a:lnTo>
                  <a:pt x="1258469" y="114949"/>
                </a:lnTo>
                <a:lnTo>
                  <a:pt x="1257697" y="115007"/>
                </a:lnTo>
                <a:lnTo>
                  <a:pt x="1256913" y="115049"/>
                </a:lnTo>
                <a:lnTo>
                  <a:pt x="1256117" y="115074"/>
                </a:lnTo>
                <a:lnTo>
                  <a:pt x="1255310" y="115082"/>
                </a:lnTo>
                <a:lnTo>
                  <a:pt x="1254386" y="115066"/>
                </a:lnTo>
                <a:lnTo>
                  <a:pt x="1253480" y="115019"/>
                </a:lnTo>
                <a:lnTo>
                  <a:pt x="1252593" y="114941"/>
                </a:lnTo>
                <a:lnTo>
                  <a:pt x="1251725" y="114832"/>
                </a:lnTo>
                <a:close/>
                <a:moveTo>
                  <a:pt x="1521297" y="127389"/>
                </a:moveTo>
                <a:lnTo>
                  <a:pt x="1522090" y="127312"/>
                </a:lnTo>
                <a:lnTo>
                  <a:pt x="1522873" y="127220"/>
                </a:lnTo>
                <a:lnTo>
                  <a:pt x="1523647" y="127115"/>
                </a:lnTo>
                <a:lnTo>
                  <a:pt x="1524412" y="126995"/>
                </a:lnTo>
                <a:lnTo>
                  <a:pt x="1525168" y="126861"/>
                </a:lnTo>
                <a:lnTo>
                  <a:pt x="1525914" y="126713"/>
                </a:lnTo>
                <a:lnTo>
                  <a:pt x="1526651" y="126551"/>
                </a:lnTo>
                <a:lnTo>
                  <a:pt x="1527380" y="126375"/>
                </a:lnTo>
                <a:lnTo>
                  <a:pt x="1528099" y="126185"/>
                </a:lnTo>
                <a:lnTo>
                  <a:pt x="1528808" y="125981"/>
                </a:lnTo>
                <a:lnTo>
                  <a:pt x="1529509" y="125763"/>
                </a:lnTo>
                <a:lnTo>
                  <a:pt x="1530200" y="125531"/>
                </a:lnTo>
                <a:lnTo>
                  <a:pt x="1530883" y="125284"/>
                </a:lnTo>
                <a:lnTo>
                  <a:pt x="1531556" y="125024"/>
                </a:lnTo>
                <a:lnTo>
                  <a:pt x="1532220" y="124749"/>
                </a:lnTo>
                <a:lnTo>
                  <a:pt x="1532874" y="124461"/>
                </a:lnTo>
                <a:lnTo>
                  <a:pt x="1533520" y="124158"/>
                </a:lnTo>
                <a:lnTo>
                  <a:pt x="1534156" y="123841"/>
                </a:lnTo>
                <a:lnTo>
                  <a:pt x="1534784" y="123510"/>
                </a:lnTo>
                <a:lnTo>
                  <a:pt x="1535402" y="123168"/>
                </a:lnTo>
                <a:lnTo>
                  <a:pt x="1536010" y="122818"/>
                </a:lnTo>
                <a:lnTo>
                  <a:pt x="1536609" y="122459"/>
                </a:lnTo>
                <a:lnTo>
                  <a:pt x="1537198" y="122092"/>
                </a:lnTo>
                <a:lnTo>
                  <a:pt x="1537778" y="121716"/>
                </a:lnTo>
                <a:lnTo>
                  <a:pt x="1538349" y="121332"/>
                </a:lnTo>
                <a:lnTo>
                  <a:pt x="1538910" y="120940"/>
                </a:lnTo>
                <a:lnTo>
                  <a:pt x="1539461" y="120539"/>
                </a:lnTo>
                <a:lnTo>
                  <a:pt x="1540003" y="120130"/>
                </a:lnTo>
                <a:lnTo>
                  <a:pt x="1540535" y="119712"/>
                </a:lnTo>
                <a:lnTo>
                  <a:pt x="1541058" y="119286"/>
                </a:lnTo>
                <a:lnTo>
                  <a:pt x="1541572" y="118852"/>
                </a:lnTo>
                <a:lnTo>
                  <a:pt x="1542076" y="118409"/>
                </a:lnTo>
                <a:lnTo>
                  <a:pt x="1542570" y="117958"/>
                </a:lnTo>
                <a:lnTo>
                  <a:pt x="1543055" y="117499"/>
                </a:lnTo>
                <a:lnTo>
                  <a:pt x="1543531" y="117031"/>
                </a:lnTo>
                <a:lnTo>
                  <a:pt x="1543997" y="116555"/>
                </a:lnTo>
                <a:lnTo>
                  <a:pt x="1544454" y="116070"/>
                </a:lnTo>
                <a:lnTo>
                  <a:pt x="1544901" y="115577"/>
                </a:lnTo>
                <a:lnTo>
                  <a:pt x="1545338" y="115076"/>
                </a:lnTo>
                <a:lnTo>
                  <a:pt x="1545766" y="114566"/>
                </a:lnTo>
                <a:lnTo>
                  <a:pt x="1546185" y="114048"/>
                </a:lnTo>
                <a:lnTo>
                  <a:pt x="1546594" y="113521"/>
                </a:lnTo>
                <a:lnTo>
                  <a:pt x="1546993" y="112986"/>
                </a:lnTo>
                <a:lnTo>
                  <a:pt x="1547814" y="125925"/>
                </a:lnTo>
                <a:lnTo>
                  <a:pt x="1562210" y="125925"/>
                </a:lnTo>
                <a:lnTo>
                  <a:pt x="1562210" y="3280"/>
                </a:lnTo>
                <a:lnTo>
                  <a:pt x="1546993" y="3280"/>
                </a:lnTo>
                <a:lnTo>
                  <a:pt x="1546993" y="48292"/>
                </a:lnTo>
                <a:lnTo>
                  <a:pt x="1546632" y="47705"/>
                </a:lnTo>
                <a:lnTo>
                  <a:pt x="1546261" y="47129"/>
                </a:lnTo>
                <a:lnTo>
                  <a:pt x="1545880" y="46562"/>
                </a:lnTo>
                <a:lnTo>
                  <a:pt x="1545490" y="46006"/>
                </a:lnTo>
                <a:lnTo>
                  <a:pt x="1545090" y="45460"/>
                </a:lnTo>
                <a:lnTo>
                  <a:pt x="1544681" y="44924"/>
                </a:lnTo>
                <a:lnTo>
                  <a:pt x="1544263" y="44399"/>
                </a:lnTo>
                <a:lnTo>
                  <a:pt x="1543835" y="43883"/>
                </a:lnTo>
                <a:lnTo>
                  <a:pt x="1543397" y="43379"/>
                </a:lnTo>
                <a:lnTo>
                  <a:pt x="1542950" y="42884"/>
                </a:lnTo>
                <a:lnTo>
                  <a:pt x="1542494" y="42400"/>
                </a:lnTo>
                <a:lnTo>
                  <a:pt x="1542028" y="41926"/>
                </a:lnTo>
                <a:lnTo>
                  <a:pt x="1541552" y="41462"/>
                </a:lnTo>
                <a:lnTo>
                  <a:pt x="1541067" y="41008"/>
                </a:lnTo>
                <a:lnTo>
                  <a:pt x="1540572" y="40565"/>
                </a:lnTo>
                <a:lnTo>
                  <a:pt x="1540068" y="40132"/>
                </a:lnTo>
                <a:lnTo>
                  <a:pt x="1539555" y="39710"/>
                </a:lnTo>
                <a:lnTo>
                  <a:pt x="1539032" y="39297"/>
                </a:lnTo>
                <a:lnTo>
                  <a:pt x="1538500" y="38895"/>
                </a:lnTo>
                <a:lnTo>
                  <a:pt x="1537958" y="38504"/>
                </a:lnTo>
                <a:lnTo>
                  <a:pt x="1537406" y="38122"/>
                </a:lnTo>
                <a:lnTo>
                  <a:pt x="1536845" y="37751"/>
                </a:lnTo>
                <a:lnTo>
                  <a:pt x="1536275" y="37390"/>
                </a:lnTo>
                <a:lnTo>
                  <a:pt x="1535695" y="37039"/>
                </a:lnTo>
                <a:lnTo>
                  <a:pt x="1535106" y="36701"/>
                </a:lnTo>
                <a:lnTo>
                  <a:pt x="1534508" y="36377"/>
                </a:lnTo>
                <a:lnTo>
                  <a:pt x="1533902" y="36068"/>
                </a:lnTo>
                <a:lnTo>
                  <a:pt x="1533288" y="35773"/>
                </a:lnTo>
                <a:lnTo>
                  <a:pt x="1532665" y="35492"/>
                </a:lnTo>
                <a:lnTo>
                  <a:pt x="1532033" y="35226"/>
                </a:lnTo>
                <a:lnTo>
                  <a:pt x="1531393" y="34974"/>
                </a:lnTo>
                <a:lnTo>
                  <a:pt x="1530744" y="34736"/>
                </a:lnTo>
                <a:lnTo>
                  <a:pt x="1530087" y="34513"/>
                </a:lnTo>
                <a:lnTo>
                  <a:pt x="1529421" y="34304"/>
                </a:lnTo>
                <a:lnTo>
                  <a:pt x="1528747" y="34110"/>
                </a:lnTo>
                <a:lnTo>
                  <a:pt x="1528064" y="33930"/>
                </a:lnTo>
                <a:lnTo>
                  <a:pt x="1527372" y="33764"/>
                </a:lnTo>
                <a:lnTo>
                  <a:pt x="1526672" y="33613"/>
                </a:lnTo>
                <a:lnTo>
                  <a:pt x="1525964" y="33477"/>
                </a:lnTo>
                <a:lnTo>
                  <a:pt x="1525247" y="33354"/>
                </a:lnTo>
                <a:lnTo>
                  <a:pt x="1524521" y="33246"/>
                </a:lnTo>
                <a:lnTo>
                  <a:pt x="1523787" y="33153"/>
                </a:lnTo>
                <a:lnTo>
                  <a:pt x="1523044" y="33074"/>
                </a:lnTo>
                <a:lnTo>
                  <a:pt x="1522293" y="33009"/>
                </a:lnTo>
                <a:lnTo>
                  <a:pt x="1521533" y="32958"/>
                </a:lnTo>
                <a:lnTo>
                  <a:pt x="1520765" y="32922"/>
                </a:lnTo>
                <a:lnTo>
                  <a:pt x="1519988" y="32901"/>
                </a:lnTo>
                <a:lnTo>
                  <a:pt x="1519202" y="32894"/>
                </a:lnTo>
                <a:lnTo>
                  <a:pt x="1518259" y="32903"/>
                </a:lnTo>
                <a:lnTo>
                  <a:pt x="1517325" y="32930"/>
                </a:lnTo>
                <a:lnTo>
                  <a:pt x="1516402" y="32976"/>
                </a:lnTo>
                <a:lnTo>
                  <a:pt x="1515489" y="33041"/>
                </a:lnTo>
                <a:lnTo>
                  <a:pt x="1514587" y="33124"/>
                </a:lnTo>
                <a:lnTo>
                  <a:pt x="1513696" y="33225"/>
                </a:lnTo>
                <a:lnTo>
                  <a:pt x="1512814" y="33345"/>
                </a:lnTo>
                <a:lnTo>
                  <a:pt x="1511943" y="33483"/>
                </a:lnTo>
                <a:lnTo>
                  <a:pt x="1511083" y="33639"/>
                </a:lnTo>
                <a:lnTo>
                  <a:pt x="1510233" y="33814"/>
                </a:lnTo>
                <a:lnTo>
                  <a:pt x="1509394" y="34007"/>
                </a:lnTo>
                <a:lnTo>
                  <a:pt x="1508564" y="34219"/>
                </a:lnTo>
                <a:lnTo>
                  <a:pt x="1507746" y="34449"/>
                </a:lnTo>
                <a:lnTo>
                  <a:pt x="1506938" y="34698"/>
                </a:lnTo>
                <a:lnTo>
                  <a:pt x="1506140" y="34965"/>
                </a:lnTo>
                <a:lnTo>
                  <a:pt x="1505353" y="35250"/>
                </a:lnTo>
                <a:lnTo>
                  <a:pt x="1504576" y="35554"/>
                </a:lnTo>
                <a:lnTo>
                  <a:pt x="1503809" y="35876"/>
                </a:lnTo>
                <a:lnTo>
                  <a:pt x="1503053" y="36216"/>
                </a:lnTo>
                <a:lnTo>
                  <a:pt x="1502308" y="36575"/>
                </a:lnTo>
                <a:lnTo>
                  <a:pt x="1501573" y="36953"/>
                </a:lnTo>
                <a:lnTo>
                  <a:pt x="1500848" y="37349"/>
                </a:lnTo>
                <a:lnTo>
                  <a:pt x="1500134" y="37763"/>
                </a:lnTo>
                <a:lnTo>
                  <a:pt x="1499430" y="38195"/>
                </a:lnTo>
                <a:lnTo>
                  <a:pt x="1498738" y="38646"/>
                </a:lnTo>
                <a:lnTo>
                  <a:pt x="1498059" y="39115"/>
                </a:lnTo>
                <a:lnTo>
                  <a:pt x="1497393" y="39601"/>
                </a:lnTo>
                <a:lnTo>
                  <a:pt x="1496741" y="40105"/>
                </a:lnTo>
                <a:lnTo>
                  <a:pt x="1496101" y="40627"/>
                </a:lnTo>
                <a:lnTo>
                  <a:pt x="1495475" y="41166"/>
                </a:lnTo>
                <a:lnTo>
                  <a:pt x="1494862" y="41723"/>
                </a:lnTo>
                <a:lnTo>
                  <a:pt x="1494261" y="42298"/>
                </a:lnTo>
                <a:lnTo>
                  <a:pt x="1493675" y="42891"/>
                </a:lnTo>
                <a:lnTo>
                  <a:pt x="1493101" y="43502"/>
                </a:lnTo>
                <a:lnTo>
                  <a:pt x="1492540" y="44130"/>
                </a:lnTo>
                <a:lnTo>
                  <a:pt x="1491992" y="44776"/>
                </a:lnTo>
                <a:lnTo>
                  <a:pt x="1491458" y="45440"/>
                </a:lnTo>
                <a:lnTo>
                  <a:pt x="1490937" y="46121"/>
                </a:lnTo>
                <a:lnTo>
                  <a:pt x="1490428" y="46821"/>
                </a:lnTo>
                <a:lnTo>
                  <a:pt x="1489933" y="47538"/>
                </a:lnTo>
                <a:lnTo>
                  <a:pt x="1489451" y="48272"/>
                </a:lnTo>
                <a:lnTo>
                  <a:pt x="1488983" y="49025"/>
                </a:lnTo>
                <a:lnTo>
                  <a:pt x="1488527" y="49795"/>
                </a:lnTo>
                <a:lnTo>
                  <a:pt x="1488084" y="50583"/>
                </a:lnTo>
                <a:lnTo>
                  <a:pt x="1487655" y="51389"/>
                </a:lnTo>
                <a:lnTo>
                  <a:pt x="1487239" y="52213"/>
                </a:lnTo>
                <a:lnTo>
                  <a:pt x="1486836" y="53054"/>
                </a:lnTo>
                <a:lnTo>
                  <a:pt x="1486446" y="53913"/>
                </a:lnTo>
                <a:lnTo>
                  <a:pt x="1486070" y="54790"/>
                </a:lnTo>
                <a:lnTo>
                  <a:pt x="1485711" y="55685"/>
                </a:lnTo>
                <a:lnTo>
                  <a:pt x="1485367" y="56597"/>
                </a:lnTo>
                <a:lnTo>
                  <a:pt x="1485040" y="57528"/>
                </a:lnTo>
                <a:lnTo>
                  <a:pt x="1484728" y="58476"/>
                </a:lnTo>
                <a:lnTo>
                  <a:pt x="1484432" y="59443"/>
                </a:lnTo>
                <a:lnTo>
                  <a:pt x="1484153" y="60427"/>
                </a:lnTo>
                <a:lnTo>
                  <a:pt x="1483889" y="61429"/>
                </a:lnTo>
                <a:lnTo>
                  <a:pt x="1483642" y="62449"/>
                </a:lnTo>
                <a:lnTo>
                  <a:pt x="1483410" y="63487"/>
                </a:lnTo>
                <a:lnTo>
                  <a:pt x="1483194" y="64543"/>
                </a:lnTo>
                <a:lnTo>
                  <a:pt x="1482995" y="65617"/>
                </a:lnTo>
                <a:lnTo>
                  <a:pt x="1482811" y="66709"/>
                </a:lnTo>
                <a:lnTo>
                  <a:pt x="1482643" y="67819"/>
                </a:lnTo>
                <a:lnTo>
                  <a:pt x="1482491" y="68946"/>
                </a:lnTo>
                <a:lnTo>
                  <a:pt x="1482355" y="70092"/>
                </a:lnTo>
                <a:lnTo>
                  <a:pt x="1482236" y="71255"/>
                </a:lnTo>
                <a:lnTo>
                  <a:pt x="1482132" y="72437"/>
                </a:lnTo>
                <a:lnTo>
                  <a:pt x="1482044" y="73636"/>
                </a:lnTo>
                <a:lnTo>
                  <a:pt x="1481972" y="74853"/>
                </a:lnTo>
                <a:lnTo>
                  <a:pt x="1481916" y="76089"/>
                </a:lnTo>
                <a:lnTo>
                  <a:pt x="1481876" y="77342"/>
                </a:lnTo>
                <a:lnTo>
                  <a:pt x="1481852" y="78613"/>
                </a:lnTo>
                <a:lnTo>
                  <a:pt x="1481844" y="79902"/>
                </a:lnTo>
                <a:lnTo>
                  <a:pt x="1481852" y="81199"/>
                </a:lnTo>
                <a:lnTo>
                  <a:pt x="1481874" y="82479"/>
                </a:lnTo>
                <a:lnTo>
                  <a:pt x="1481912" y="83741"/>
                </a:lnTo>
                <a:lnTo>
                  <a:pt x="1481964" y="84986"/>
                </a:lnTo>
                <a:lnTo>
                  <a:pt x="1482032" y="86213"/>
                </a:lnTo>
                <a:lnTo>
                  <a:pt x="1482115" y="87423"/>
                </a:lnTo>
                <a:lnTo>
                  <a:pt x="1482212" y="88615"/>
                </a:lnTo>
                <a:lnTo>
                  <a:pt x="1482325" y="89790"/>
                </a:lnTo>
                <a:lnTo>
                  <a:pt x="1482453" y="90948"/>
                </a:lnTo>
                <a:lnTo>
                  <a:pt x="1482596" y="92088"/>
                </a:lnTo>
                <a:lnTo>
                  <a:pt x="1482753" y="93211"/>
                </a:lnTo>
                <a:lnTo>
                  <a:pt x="1482926" y="94316"/>
                </a:lnTo>
                <a:lnTo>
                  <a:pt x="1483114" y="95404"/>
                </a:lnTo>
                <a:lnTo>
                  <a:pt x="1483317" y="96475"/>
                </a:lnTo>
                <a:lnTo>
                  <a:pt x="1483535" y="97528"/>
                </a:lnTo>
                <a:lnTo>
                  <a:pt x="1483768" y="98563"/>
                </a:lnTo>
                <a:lnTo>
                  <a:pt x="1484016" y="99582"/>
                </a:lnTo>
                <a:lnTo>
                  <a:pt x="1484279" y="100582"/>
                </a:lnTo>
                <a:lnTo>
                  <a:pt x="1484557" y="101566"/>
                </a:lnTo>
                <a:lnTo>
                  <a:pt x="1484850" y="102531"/>
                </a:lnTo>
                <a:lnTo>
                  <a:pt x="1485158" y="103480"/>
                </a:lnTo>
                <a:lnTo>
                  <a:pt x="1485481" y="104411"/>
                </a:lnTo>
                <a:lnTo>
                  <a:pt x="1485819" y="105325"/>
                </a:lnTo>
                <a:lnTo>
                  <a:pt x="1486172" y="106221"/>
                </a:lnTo>
                <a:lnTo>
                  <a:pt x="1486539" y="107099"/>
                </a:lnTo>
                <a:lnTo>
                  <a:pt x="1486919" y="107959"/>
                </a:lnTo>
                <a:lnTo>
                  <a:pt x="1487311" y="108800"/>
                </a:lnTo>
                <a:lnTo>
                  <a:pt x="1487715" y="109623"/>
                </a:lnTo>
                <a:lnTo>
                  <a:pt x="1488132" y="110428"/>
                </a:lnTo>
                <a:lnTo>
                  <a:pt x="1488561" y="111214"/>
                </a:lnTo>
                <a:lnTo>
                  <a:pt x="1489003" y="111982"/>
                </a:lnTo>
                <a:lnTo>
                  <a:pt x="1489458" y="112731"/>
                </a:lnTo>
                <a:lnTo>
                  <a:pt x="1489924" y="113462"/>
                </a:lnTo>
                <a:lnTo>
                  <a:pt x="1490404" y="114175"/>
                </a:lnTo>
                <a:lnTo>
                  <a:pt x="1490896" y="114869"/>
                </a:lnTo>
                <a:lnTo>
                  <a:pt x="1491400" y="115545"/>
                </a:lnTo>
                <a:lnTo>
                  <a:pt x="1491917" y="116202"/>
                </a:lnTo>
                <a:lnTo>
                  <a:pt x="1492446" y="116841"/>
                </a:lnTo>
                <a:lnTo>
                  <a:pt x="1492988" y="117461"/>
                </a:lnTo>
                <a:lnTo>
                  <a:pt x="1493543" y="118064"/>
                </a:lnTo>
                <a:lnTo>
                  <a:pt x="1494110" y="118647"/>
                </a:lnTo>
                <a:lnTo>
                  <a:pt x="1494689" y="119212"/>
                </a:lnTo>
                <a:lnTo>
                  <a:pt x="1495281" y="119759"/>
                </a:lnTo>
                <a:lnTo>
                  <a:pt x="1495885" y="120288"/>
                </a:lnTo>
                <a:lnTo>
                  <a:pt x="1496502" y="120798"/>
                </a:lnTo>
                <a:lnTo>
                  <a:pt x="1497131" y="121290"/>
                </a:lnTo>
                <a:lnTo>
                  <a:pt x="1497773" y="121763"/>
                </a:lnTo>
                <a:lnTo>
                  <a:pt x="1498428" y="122218"/>
                </a:lnTo>
                <a:lnTo>
                  <a:pt x="1499093" y="122654"/>
                </a:lnTo>
                <a:lnTo>
                  <a:pt x="1499769" y="123072"/>
                </a:lnTo>
                <a:lnTo>
                  <a:pt x="1500455" y="123471"/>
                </a:lnTo>
                <a:lnTo>
                  <a:pt x="1501151" y="123852"/>
                </a:lnTo>
                <a:lnTo>
                  <a:pt x="1501857" y="124214"/>
                </a:lnTo>
                <a:lnTo>
                  <a:pt x="1502573" y="124557"/>
                </a:lnTo>
                <a:lnTo>
                  <a:pt x="1503300" y="124882"/>
                </a:lnTo>
                <a:lnTo>
                  <a:pt x="1504036" y="125188"/>
                </a:lnTo>
                <a:lnTo>
                  <a:pt x="1504783" y="125476"/>
                </a:lnTo>
                <a:lnTo>
                  <a:pt x="1505540" y="125745"/>
                </a:lnTo>
                <a:lnTo>
                  <a:pt x="1506307" y="125996"/>
                </a:lnTo>
                <a:lnTo>
                  <a:pt x="1507084" y="126228"/>
                </a:lnTo>
                <a:lnTo>
                  <a:pt x="1507871" y="126442"/>
                </a:lnTo>
                <a:lnTo>
                  <a:pt x="1508668" y="126637"/>
                </a:lnTo>
                <a:lnTo>
                  <a:pt x="1509476" y="126813"/>
                </a:lnTo>
                <a:lnTo>
                  <a:pt x="1510293" y="126971"/>
                </a:lnTo>
                <a:lnTo>
                  <a:pt x="1511121" y="127110"/>
                </a:lnTo>
                <a:lnTo>
                  <a:pt x="1511959" y="127231"/>
                </a:lnTo>
                <a:lnTo>
                  <a:pt x="1512807" y="127333"/>
                </a:lnTo>
                <a:lnTo>
                  <a:pt x="1513665" y="127417"/>
                </a:lnTo>
                <a:lnTo>
                  <a:pt x="1514533" y="127482"/>
                </a:lnTo>
                <a:lnTo>
                  <a:pt x="1515411" y="127528"/>
                </a:lnTo>
                <a:lnTo>
                  <a:pt x="1516299" y="127556"/>
                </a:lnTo>
                <a:lnTo>
                  <a:pt x="1517198" y="127565"/>
                </a:lnTo>
                <a:lnTo>
                  <a:pt x="1518036" y="127558"/>
                </a:lnTo>
                <a:lnTo>
                  <a:pt x="1518865" y="127537"/>
                </a:lnTo>
                <a:lnTo>
                  <a:pt x="1519685" y="127502"/>
                </a:lnTo>
                <a:lnTo>
                  <a:pt x="1520496" y="127452"/>
                </a:lnTo>
                <a:lnTo>
                  <a:pt x="1521297" y="127389"/>
                </a:lnTo>
                <a:close/>
                <a:moveTo>
                  <a:pt x="1515861" y="114691"/>
                </a:moveTo>
                <a:lnTo>
                  <a:pt x="1515031" y="114519"/>
                </a:lnTo>
                <a:lnTo>
                  <a:pt x="1514219" y="114316"/>
                </a:lnTo>
                <a:lnTo>
                  <a:pt x="1513427" y="114081"/>
                </a:lnTo>
                <a:lnTo>
                  <a:pt x="1512653" y="113815"/>
                </a:lnTo>
                <a:lnTo>
                  <a:pt x="1511898" y="113518"/>
                </a:lnTo>
                <a:lnTo>
                  <a:pt x="1511161" y="113189"/>
                </a:lnTo>
                <a:lnTo>
                  <a:pt x="1510444" y="112830"/>
                </a:lnTo>
                <a:lnTo>
                  <a:pt x="1509745" y="112439"/>
                </a:lnTo>
                <a:lnTo>
                  <a:pt x="1509065" y="112016"/>
                </a:lnTo>
                <a:lnTo>
                  <a:pt x="1508404" y="111563"/>
                </a:lnTo>
                <a:lnTo>
                  <a:pt x="1507762" y="111078"/>
                </a:lnTo>
                <a:lnTo>
                  <a:pt x="1507139" y="110562"/>
                </a:lnTo>
                <a:lnTo>
                  <a:pt x="1506534" y="110014"/>
                </a:lnTo>
                <a:lnTo>
                  <a:pt x="1505949" y="109435"/>
                </a:lnTo>
                <a:lnTo>
                  <a:pt x="1505382" y="108825"/>
                </a:lnTo>
                <a:lnTo>
                  <a:pt x="1504834" y="108184"/>
                </a:lnTo>
                <a:lnTo>
                  <a:pt x="1504304" y="107512"/>
                </a:lnTo>
                <a:lnTo>
                  <a:pt x="1503794" y="106808"/>
                </a:lnTo>
                <a:lnTo>
                  <a:pt x="1503302" y="106073"/>
                </a:lnTo>
                <a:lnTo>
                  <a:pt x="1502830" y="105308"/>
                </a:lnTo>
                <a:lnTo>
                  <a:pt x="1502378" y="104514"/>
                </a:lnTo>
                <a:lnTo>
                  <a:pt x="1501946" y="103693"/>
                </a:lnTo>
                <a:lnTo>
                  <a:pt x="1501534" y="102843"/>
                </a:lnTo>
                <a:lnTo>
                  <a:pt x="1501143" y="101965"/>
                </a:lnTo>
                <a:lnTo>
                  <a:pt x="1500771" y="101058"/>
                </a:lnTo>
                <a:lnTo>
                  <a:pt x="1500419" y="100123"/>
                </a:lnTo>
                <a:lnTo>
                  <a:pt x="1500088" y="99160"/>
                </a:lnTo>
                <a:lnTo>
                  <a:pt x="1499777" y="98169"/>
                </a:lnTo>
                <a:lnTo>
                  <a:pt x="1499485" y="97149"/>
                </a:lnTo>
                <a:lnTo>
                  <a:pt x="1499214" y="96101"/>
                </a:lnTo>
                <a:lnTo>
                  <a:pt x="1498963" y="95025"/>
                </a:lnTo>
                <a:lnTo>
                  <a:pt x="1498732" y="93920"/>
                </a:lnTo>
                <a:lnTo>
                  <a:pt x="1498521" y="92787"/>
                </a:lnTo>
                <a:lnTo>
                  <a:pt x="1498330" y="91625"/>
                </a:lnTo>
                <a:lnTo>
                  <a:pt x="1498159" y="90436"/>
                </a:lnTo>
                <a:lnTo>
                  <a:pt x="1498009" y="89218"/>
                </a:lnTo>
                <a:lnTo>
                  <a:pt x="1497878" y="87972"/>
                </a:lnTo>
                <a:lnTo>
                  <a:pt x="1497768" y="86697"/>
                </a:lnTo>
                <a:lnTo>
                  <a:pt x="1497677" y="85394"/>
                </a:lnTo>
                <a:lnTo>
                  <a:pt x="1497607" y="84063"/>
                </a:lnTo>
                <a:lnTo>
                  <a:pt x="1497557" y="82703"/>
                </a:lnTo>
                <a:lnTo>
                  <a:pt x="1497526" y="81315"/>
                </a:lnTo>
                <a:lnTo>
                  <a:pt x="1497516" y="79899"/>
                </a:lnTo>
                <a:lnTo>
                  <a:pt x="1497527" y="78529"/>
                </a:lnTo>
                <a:lnTo>
                  <a:pt x="1497559" y="77186"/>
                </a:lnTo>
                <a:lnTo>
                  <a:pt x="1497613" y="75869"/>
                </a:lnTo>
                <a:lnTo>
                  <a:pt x="1497687" y="74578"/>
                </a:lnTo>
                <a:lnTo>
                  <a:pt x="1497783" y="73314"/>
                </a:lnTo>
                <a:lnTo>
                  <a:pt x="1497901" y="72076"/>
                </a:lnTo>
                <a:lnTo>
                  <a:pt x="1498040" y="70864"/>
                </a:lnTo>
                <a:lnTo>
                  <a:pt x="1498200" y="69679"/>
                </a:lnTo>
                <a:lnTo>
                  <a:pt x="1498381" y="68520"/>
                </a:lnTo>
                <a:lnTo>
                  <a:pt x="1498584" y="67387"/>
                </a:lnTo>
                <a:lnTo>
                  <a:pt x="1498808" y="66281"/>
                </a:lnTo>
                <a:lnTo>
                  <a:pt x="1499054" y="65201"/>
                </a:lnTo>
                <a:lnTo>
                  <a:pt x="1499321" y="64147"/>
                </a:lnTo>
                <a:lnTo>
                  <a:pt x="1499609" y="63120"/>
                </a:lnTo>
                <a:lnTo>
                  <a:pt x="1499919" y="62119"/>
                </a:lnTo>
                <a:lnTo>
                  <a:pt x="1500250" y="61144"/>
                </a:lnTo>
                <a:lnTo>
                  <a:pt x="1500602" y="60196"/>
                </a:lnTo>
                <a:lnTo>
                  <a:pt x="1500976" y="59274"/>
                </a:lnTo>
                <a:lnTo>
                  <a:pt x="1501371" y="58378"/>
                </a:lnTo>
                <a:lnTo>
                  <a:pt x="1501788" y="57509"/>
                </a:lnTo>
                <a:lnTo>
                  <a:pt x="1502225" y="56666"/>
                </a:lnTo>
                <a:lnTo>
                  <a:pt x="1502685" y="55849"/>
                </a:lnTo>
                <a:lnTo>
                  <a:pt x="1503165" y="55059"/>
                </a:lnTo>
                <a:lnTo>
                  <a:pt x="1503667" y="54295"/>
                </a:lnTo>
                <a:lnTo>
                  <a:pt x="1504190" y="53560"/>
                </a:lnTo>
                <a:lnTo>
                  <a:pt x="1504733" y="52856"/>
                </a:lnTo>
                <a:lnTo>
                  <a:pt x="1505298" y="52183"/>
                </a:lnTo>
                <a:lnTo>
                  <a:pt x="1505883" y="51542"/>
                </a:lnTo>
                <a:lnTo>
                  <a:pt x="1506489" y="50932"/>
                </a:lnTo>
                <a:lnTo>
                  <a:pt x="1507115" y="50353"/>
                </a:lnTo>
                <a:lnTo>
                  <a:pt x="1507762" y="49806"/>
                </a:lnTo>
                <a:lnTo>
                  <a:pt x="1508430" y="49290"/>
                </a:lnTo>
                <a:lnTo>
                  <a:pt x="1509119" y="48805"/>
                </a:lnTo>
                <a:lnTo>
                  <a:pt x="1509828" y="48351"/>
                </a:lnTo>
                <a:lnTo>
                  <a:pt x="1510559" y="47929"/>
                </a:lnTo>
                <a:lnTo>
                  <a:pt x="1511309" y="47538"/>
                </a:lnTo>
                <a:lnTo>
                  <a:pt x="1512081" y="47178"/>
                </a:lnTo>
                <a:lnTo>
                  <a:pt x="1512873" y="46850"/>
                </a:lnTo>
                <a:lnTo>
                  <a:pt x="1513686" y="46553"/>
                </a:lnTo>
                <a:lnTo>
                  <a:pt x="1514520" y="46287"/>
                </a:lnTo>
                <a:lnTo>
                  <a:pt x="1515375" y="46052"/>
                </a:lnTo>
                <a:lnTo>
                  <a:pt x="1516250" y="45849"/>
                </a:lnTo>
                <a:lnTo>
                  <a:pt x="1517146" y="45677"/>
                </a:lnTo>
                <a:lnTo>
                  <a:pt x="1518062" y="45536"/>
                </a:lnTo>
                <a:lnTo>
                  <a:pt x="1519000" y="45426"/>
                </a:lnTo>
                <a:lnTo>
                  <a:pt x="1519958" y="45348"/>
                </a:lnTo>
                <a:lnTo>
                  <a:pt x="1520936" y="45301"/>
                </a:lnTo>
                <a:lnTo>
                  <a:pt x="1521936" y="45286"/>
                </a:lnTo>
                <a:lnTo>
                  <a:pt x="1522697" y="45294"/>
                </a:lnTo>
                <a:lnTo>
                  <a:pt x="1523448" y="45321"/>
                </a:lnTo>
                <a:lnTo>
                  <a:pt x="1524188" y="45365"/>
                </a:lnTo>
                <a:lnTo>
                  <a:pt x="1524916" y="45427"/>
                </a:lnTo>
                <a:lnTo>
                  <a:pt x="1525634" y="45506"/>
                </a:lnTo>
                <a:lnTo>
                  <a:pt x="1526341" y="45603"/>
                </a:lnTo>
                <a:lnTo>
                  <a:pt x="1527037" y="45717"/>
                </a:lnTo>
                <a:lnTo>
                  <a:pt x="1527722" y="45849"/>
                </a:lnTo>
                <a:lnTo>
                  <a:pt x="1528396" y="45999"/>
                </a:lnTo>
                <a:lnTo>
                  <a:pt x="1529059" y="46167"/>
                </a:lnTo>
                <a:lnTo>
                  <a:pt x="1529712" y="46352"/>
                </a:lnTo>
                <a:lnTo>
                  <a:pt x="1530353" y="46554"/>
                </a:lnTo>
                <a:lnTo>
                  <a:pt x="1530984" y="46774"/>
                </a:lnTo>
                <a:lnTo>
                  <a:pt x="1531603" y="47012"/>
                </a:lnTo>
                <a:lnTo>
                  <a:pt x="1532212" y="47268"/>
                </a:lnTo>
                <a:lnTo>
                  <a:pt x="1532809" y="47541"/>
                </a:lnTo>
                <a:lnTo>
                  <a:pt x="1533396" y="47831"/>
                </a:lnTo>
                <a:lnTo>
                  <a:pt x="1533972" y="48140"/>
                </a:lnTo>
                <a:lnTo>
                  <a:pt x="1534537" y="48466"/>
                </a:lnTo>
                <a:lnTo>
                  <a:pt x="1535091" y="48809"/>
                </a:lnTo>
                <a:lnTo>
                  <a:pt x="1535634" y="49170"/>
                </a:lnTo>
                <a:lnTo>
                  <a:pt x="1536167" y="49549"/>
                </a:lnTo>
                <a:lnTo>
                  <a:pt x="1536688" y="49946"/>
                </a:lnTo>
                <a:lnTo>
                  <a:pt x="1537198" y="50360"/>
                </a:lnTo>
                <a:lnTo>
                  <a:pt x="1537699" y="50787"/>
                </a:lnTo>
                <a:lnTo>
                  <a:pt x="1538192" y="51224"/>
                </a:lnTo>
                <a:lnTo>
                  <a:pt x="1538677" y="51670"/>
                </a:lnTo>
                <a:lnTo>
                  <a:pt x="1539154" y="52126"/>
                </a:lnTo>
                <a:lnTo>
                  <a:pt x="1539622" y="52591"/>
                </a:lnTo>
                <a:lnTo>
                  <a:pt x="1540083" y="53066"/>
                </a:lnTo>
                <a:lnTo>
                  <a:pt x="1540535" y="53550"/>
                </a:lnTo>
                <a:lnTo>
                  <a:pt x="1540980" y="54043"/>
                </a:lnTo>
                <a:lnTo>
                  <a:pt x="1541416" y="54545"/>
                </a:lnTo>
                <a:lnTo>
                  <a:pt x="1541844" y="55057"/>
                </a:lnTo>
                <a:lnTo>
                  <a:pt x="1542265" y="55579"/>
                </a:lnTo>
                <a:lnTo>
                  <a:pt x="1542677" y="56109"/>
                </a:lnTo>
                <a:lnTo>
                  <a:pt x="1543081" y="56650"/>
                </a:lnTo>
                <a:lnTo>
                  <a:pt x="1543477" y="57199"/>
                </a:lnTo>
                <a:lnTo>
                  <a:pt x="1543865" y="57758"/>
                </a:lnTo>
                <a:lnTo>
                  <a:pt x="1544245" y="58326"/>
                </a:lnTo>
                <a:lnTo>
                  <a:pt x="1544617" y="58904"/>
                </a:lnTo>
                <a:lnTo>
                  <a:pt x="1544980" y="59491"/>
                </a:lnTo>
                <a:lnTo>
                  <a:pt x="1545336" y="60087"/>
                </a:lnTo>
                <a:lnTo>
                  <a:pt x="1545684" y="60693"/>
                </a:lnTo>
                <a:lnTo>
                  <a:pt x="1546023" y="61308"/>
                </a:lnTo>
                <a:lnTo>
                  <a:pt x="1546355" y="61933"/>
                </a:lnTo>
                <a:lnTo>
                  <a:pt x="1546678" y="62567"/>
                </a:lnTo>
                <a:lnTo>
                  <a:pt x="1546993" y="63210"/>
                </a:lnTo>
                <a:lnTo>
                  <a:pt x="1546993" y="98772"/>
                </a:lnTo>
                <a:lnTo>
                  <a:pt x="1546655" y="99329"/>
                </a:lnTo>
                <a:lnTo>
                  <a:pt x="1546308" y="99880"/>
                </a:lnTo>
                <a:lnTo>
                  <a:pt x="1545953" y="100424"/>
                </a:lnTo>
                <a:lnTo>
                  <a:pt x="1545589" y="100962"/>
                </a:lnTo>
                <a:lnTo>
                  <a:pt x="1545216" y="101492"/>
                </a:lnTo>
                <a:lnTo>
                  <a:pt x="1544835" y="102016"/>
                </a:lnTo>
                <a:lnTo>
                  <a:pt x="1544445" y="102533"/>
                </a:lnTo>
                <a:lnTo>
                  <a:pt x="1544047" y="103044"/>
                </a:lnTo>
                <a:lnTo>
                  <a:pt x="1543641" y="103547"/>
                </a:lnTo>
                <a:lnTo>
                  <a:pt x="1543225" y="104044"/>
                </a:lnTo>
                <a:lnTo>
                  <a:pt x="1542802" y="104534"/>
                </a:lnTo>
                <a:lnTo>
                  <a:pt x="1542369" y="105018"/>
                </a:lnTo>
                <a:lnTo>
                  <a:pt x="1541928" y="105494"/>
                </a:lnTo>
                <a:lnTo>
                  <a:pt x="1541479" y="105964"/>
                </a:lnTo>
                <a:lnTo>
                  <a:pt x="1541021" y="106427"/>
                </a:lnTo>
                <a:lnTo>
                  <a:pt x="1540554" y="106884"/>
                </a:lnTo>
                <a:lnTo>
                  <a:pt x="1540079" y="107334"/>
                </a:lnTo>
                <a:lnTo>
                  <a:pt x="1539596" y="107776"/>
                </a:lnTo>
                <a:lnTo>
                  <a:pt x="1539104" y="108213"/>
                </a:lnTo>
                <a:lnTo>
                  <a:pt x="1538603" y="108642"/>
                </a:lnTo>
                <a:lnTo>
                  <a:pt x="1538094" y="109065"/>
                </a:lnTo>
                <a:lnTo>
                  <a:pt x="1537576" y="109481"/>
                </a:lnTo>
                <a:lnTo>
                  <a:pt x="1537050" y="109890"/>
                </a:lnTo>
                <a:lnTo>
                  <a:pt x="1536515" y="110293"/>
                </a:lnTo>
                <a:lnTo>
                  <a:pt x="1535970" y="110683"/>
                </a:lnTo>
                <a:lnTo>
                  <a:pt x="1535414" y="111058"/>
                </a:lnTo>
                <a:lnTo>
                  <a:pt x="1534846" y="111415"/>
                </a:lnTo>
                <a:lnTo>
                  <a:pt x="1534267" y="111756"/>
                </a:lnTo>
                <a:lnTo>
                  <a:pt x="1533677" y="112080"/>
                </a:lnTo>
                <a:lnTo>
                  <a:pt x="1533075" y="112388"/>
                </a:lnTo>
                <a:lnTo>
                  <a:pt x="1532462" y="112679"/>
                </a:lnTo>
                <a:lnTo>
                  <a:pt x="1531838" y="112953"/>
                </a:lnTo>
                <a:lnTo>
                  <a:pt x="1531202" y="113211"/>
                </a:lnTo>
                <a:lnTo>
                  <a:pt x="1530554" y="113452"/>
                </a:lnTo>
                <a:lnTo>
                  <a:pt x="1529896" y="113677"/>
                </a:lnTo>
                <a:lnTo>
                  <a:pt x="1529225" y="113885"/>
                </a:lnTo>
                <a:lnTo>
                  <a:pt x="1528544" y="114076"/>
                </a:lnTo>
                <a:lnTo>
                  <a:pt x="1527851" y="114250"/>
                </a:lnTo>
                <a:lnTo>
                  <a:pt x="1527147" y="114408"/>
                </a:lnTo>
                <a:lnTo>
                  <a:pt x="1526431" y="114550"/>
                </a:lnTo>
                <a:lnTo>
                  <a:pt x="1525704" y="114674"/>
                </a:lnTo>
                <a:lnTo>
                  <a:pt x="1524966" y="114783"/>
                </a:lnTo>
                <a:lnTo>
                  <a:pt x="1524216" y="114874"/>
                </a:lnTo>
                <a:lnTo>
                  <a:pt x="1523455" y="114949"/>
                </a:lnTo>
                <a:lnTo>
                  <a:pt x="1522682" y="115007"/>
                </a:lnTo>
                <a:lnTo>
                  <a:pt x="1521898" y="115049"/>
                </a:lnTo>
                <a:lnTo>
                  <a:pt x="1521103" y="115074"/>
                </a:lnTo>
                <a:lnTo>
                  <a:pt x="1520296" y="115082"/>
                </a:lnTo>
                <a:lnTo>
                  <a:pt x="1519371" y="115066"/>
                </a:lnTo>
                <a:lnTo>
                  <a:pt x="1518466" y="115019"/>
                </a:lnTo>
                <a:lnTo>
                  <a:pt x="1517579" y="114941"/>
                </a:lnTo>
                <a:lnTo>
                  <a:pt x="1516711" y="114832"/>
                </a:lnTo>
                <a:lnTo>
                  <a:pt x="1515861" y="114691"/>
                </a:lnTo>
                <a:close/>
                <a:moveTo>
                  <a:pt x="988056" y="113592"/>
                </a:moveTo>
                <a:lnTo>
                  <a:pt x="987432" y="113552"/>
                </a:lnTo>
                <a:lnTo>
                  <a:pt x="986829" y="113496"/>
                </a:lnTo>
                <a:lnTo>
                  <a:pt x="986246" y="113424"/>
                </a:lnTo>
                <a:lnTo>
                  <a:pt x="985684" y="113336"/>
                </a:lnTo>
                <a:lnTo>
                  <a:pt x="985143" y="113232"/>
                </a:lnTo>
                <a:lnTo>
                  <a:pt x="984623" y="113112"/>
                </a:lnTo>
                <a:lnTo>
                  <a:pt x="984123" y="112976"/>
                </a:lnTo>
                <a:lnTo>
                  <a:pt x="983644" y="112824"/>
                </a:lnTo>
                <a:lnTo>
                  <a:pt x="983186" y="112656"/>
                </a:lnTo>
                <a:lnTo>
                  <a:pt x="982749" y="112472"/>
                </a:lnTo>
                <a:lnTo>
                  <a:pt x="982332" y="112272"/>
                </a:lnTo>
                <a:lnTo>
                  <a:pt x="981936" y="112056"/>
                </a:lnTo>
                <a:lnTo>
                  <a:pt x="981561" y="111824"/>
                </a:lnTo>
                <a:lnTo>
                  <a:pt x="981206" y="111576"/>
                </a:lnTo>
                <a:lnTo>
                  <a:pt x="980872" y="111312"/>
                </a:lnTo>
                <a:lnTo>
                  <a:pt x="980559" y="111033"/>
                </a:lnTo>
                <a:lnTo>
                  <a:pt x="980267" y="110737"/>
                </a:lnTo>
                <a:lnTo>
                  <a:pt x="979995" y="110425"/>
                </a:lnTo>
                <a:lnTo>
                  <a:pt x="979744" y="110097"/>
                </a:lnTo>
                <a:lnTo>
                  <a:pt x="979514" y="109753"/>
                </a:lnTo>
                <a:lnTo>
                  <a:pt x="979304" y="109393"/>
                </a:lnTo>
                <a:lnTo>
                  <a:pt x="979115" y="109017"/>
                </a:lnTo>
                <a:lnTo>
                  <a:pt x="978941" y="108626"/>
                </a:lnTo>
                <a:lnTo>
                  <a:pt x="978773" y="108221"/>
                </a:lnTo>
                <a:lnTo>
                  <a:pt x="978613" y="107802"/>
                </a:lnTo>
                <a:lnTo>
                  <a:pt x="978461" y="107369"/>
                </a:lnTo>
                <a:lnTo>
                  <a:pt x="978316" y="106922"/>
                </a:lnTo>
                <a:lnTo>
                  <a:pt x="978178" y="106461"/>
                </a:lnTo>
                <a:lnTo>
                  <a:pt x="978048" y="105986"/>
                </a:lnTo>
                <a:lnTo>
                  <a:pt x="977926" y="105497"/>
                </a:lnTo>
                <a:lnTo>
                  <a:pt x="977810" y="104994"/>
                </a:lnTo>
                <a:lnTo>
                  <a:pt x="977703" y="104477"/>
                </a:lnTo>
                <a:lnTo>
                  <a:pt x="977602" y="103945"/>
                </a:lnTo>
                <a:lnTo>
                  <a:pt x="977509" y="103400"/>
                </a:lnTo>
                <a:lnTo>
                  <a:pt x="977424" y="102841"/>
                </a:lnTo>
                <a:lnTo>
                  <a:pt x="977346" y="102268"/>
                </a:lnTo>
                <a:lnTo>
                  <a:pt x="977275" y="101681"/>
                </a:lnTo>
                <a:lnTo>
                  <a:pt x="977212" y="101080"/>
                </a:lnTo>
                <a:lnTo>
                  <a:pt x="977156" y="100464"/>
                </a:lnTo>
                <a:lnTo>
                  <a:pt x="977108" y="99835"/>
                </a:lnTo>
                <a:lnTo>
                  <a:pt x="977067" y="99192"/>
                </a:lnTo>
                <a:lnTo>
                  <a:pt x="977034" y="98534"/>
                </a:lnTo>
                <a:lnTo>
                  <a:pt x="977007" y="97863"/>
                </a:lnTo>
                <a:lnTo>
                  <a:pt x="976989" y="97178"/>
                </a:lnTo>
                <a:lnTo>
                  <a:pt x="976978" y="96478"/>
                </a:lnTo>
                <a:lnTo>
                  <a:pt x="976974" y="95765"/>
                </a:lnTo>
                <a:lnTo>
                  <a:pt x="976974" y="46743"/>
                </a:lnTo>
                <a:lnTo>
                  <a:pt x="998842" y="46743"/>
                </a:lnTo>
                <a:lnTo>
                  <a:pt x="998842" y="34443"/>
                </a:lnTo>
                <a:lnTo>
                  <a:pt x="976974" y="34443"/>
                </a:lnTo>
                <a:lnTo>
                  <a:pt x="976974" y="14123"/>
                </a:lnTo>
                <a:lnTo>
                  <a:pt x="961848" y="14123"/>
                </a:lnTo>
                <a:lnTo>
                  <a:pt x="961848" y="34443"/>
                </a:lnTo>
                <a:lnTo>
                  <a:pt x="946996" y="34443"/>
                </a:lnTo>
                <a:lnTo>
                  <a:pt x="946996" y="46743"/>
                </a:lnTo>
                <a:lnTo>
                  <a:pt x="961848" y="46743"/>
                </a:lnTo>
                <a:lnTo>
                  <a:pt x="961848" y="96198"/>
                </a:lnTo>
                <a:lnTo>
                  <a:pt x="961852" y="96972"/>
                </a:lnTo>
                <a:lnTo>
                  <a:pt x="961863" y="97736"/>
                </a:lnTo>
                <a:lnTo>
                  <a:pt x="961882" y="98491"/>
                </a:lnTo>
                <a:lnTo>
                  <a:pt x="961908" y="99237"/>
                </a:lnTo>
                <a:lnTo>
                  <a:pt x="961941" y="99974"/>
                </a:lnTo>
                <a:lnTo>
                  <a:pt x="961982" y="100701"/>
                </a:lnTo>
                <a:lnTo>
                  <a:pt x="962031" y="101419"/>
                </a:lnTo>
                <a:lnTo>
                  <a:pt x="962086" y="102127"/>
                </a:lnTo>
                <a:lnTo>
                  <a:pt x="962150" y="102827"/>
                </a:lnTo>
                <a:lnTo>
                  <a:pt x="962220" y="103516"/>
                </a:lnTo>
                <a:lnTo>
                  <a:pt x="962298" y="104197"/>
                </a:lnTo>
                <a:lnTo>
                  <a:pt x="962384" y="104868"/>
                </a:lnTo>
                <a:lnTo>
                  <a:pt x="962477" y="105530"/>
                </a:lnTo>
                <a:lnTo>
                  <a:pt x="962577" y="106183"/>
                </a:lnTo>
                <a:lnTo>
                  <a:pt x="962685" y="106826"/>
                </a:lnTo>
                <a:lnTo>
                  <a:pt x="962800" y="107460"/>
                </a:lnTo>
                <a:lnTo>
                  <a:pt x="962923" y="108084"/>
                </a:lnTo>
                <a:lnTo>
                  <a:pt x="963053" y="108699"/>
                </a:lnTo>
                <a:lnTo>
                  <a:pt x="963190" y="109305"/>
                </a:lnTo>
                <a:lnTo>
                  <a:pt x="963335" y="109902"/>
                </a:lnTo>
                <a:lnTo>
                  <a:pt x="963488" y="110489"/>
                </a:lnTo>
                <a:lnTo>
                  <a:pt x="963648" y="111067"/>
                </a:lnTo>
                <a:lnTo>
                  <a:pt x="963815" y="111635"/>
                </a:lnTo>
                <a:lnTo>
                  <a:pt x="963990" y="112195"/>
                </a:lnTo>
                <a:lnTo>
                  <a:pt x="964174" y="112744"/>
                </a:lnTo>
                <a:lnTo>
                  <a:pt x="964372" y="113282"/>
                </a:lnTo>
                <a:lnTo>
                  <a:pt x="964581" y="113809"/>
                </a:lnTo>
                <a:lnTo>
                  <a:pt x="964803" y="114325"/>
                </a:lnTo>
                <a:lnTo>
                  <a:pt x="965038" y="114831"/>
                </a:lnTo>
                <a:lnTo>
                  <a:pt x="965285" y="115326"/>
                </a:lnTo>
                <a:lnTo>
                  <a:pt x="965545" y="115810"/>
                </a:lnTo>
                <a:lnTo>
                  <a:pt x="965817" y="116283"/>
                </a:lnTo>
                <a:lnTo>
                  <a:pt x="966102" y="116746"/>
                </a:lnTo>
                <a:lnTo>
                  <a:pt x="966399" y="117197"/>
                </a:lnTo>
                <a:lnTo>
                  <a:pt x="966709" y="117638"/>
                </a:lnTo>
                <a:lnTo>
                  <a:pt x="967031" y="118068"/>
                </a:lnTo>
                <a:lnTo>
                  <a:pt x="967365" y="118487"/>
                </a:lnTo>
                <a:lnTo>
                  <a:pt x="967713" y="118896"/>
                </a:lnTo>
                <a:lnTo>
                  <a:pt x="968072" y="119293"/>
                </a:lnTo>
                <a:lnTo>
                  <a:pt x="968444" y="119680"/>
                </a:lnTo>
                <a:lnTo>
                  <a:pt x="968829" y="120056"/>
                </a:lnTo>
                <a:lnTo>
                  <a:pt x="969226" y="120421"/>
                </a:lnTo>
                <a:lnTo>
                  <a:pt x="969636" y="120776"/>
                </a:lnTo>
                <a:lnTo>
                  <a:pt x="970058" y="121119"/>
                </a:lnTo>
                <a:lnTo>
                  <a:pt x="970493" y="121452"/>
                </a:lnTo>
                <a:lnTo>
                  <a:pt x="970940" y="121774"/>
                </a:lnTo>
                <a:lnTo>
                  <a:pt x="971399" y="122085"/>
                </a:lnTo>
                <a:lnTo>
                  <a:pt x="971871" y="122386"/>
                </a:lnTo>
                <a:lnTo>
                  <a:pt x="972358" y="122674"/>
                </a:lnTo>
                <a:lnTo>
                  <a:pt x="972863" y="122951"/>
                </a:lnTo>
                <a:lnTo>
                  <a:pt x="973385" y="123215"/>
                </a:lnTo>
                <a:lnTo>
                  <a:pt x="973924" y="123467"/>
                </a:lnTo>
                <a:lnTo>
                  <a:pt x="974481" y="123707"/>
                </a:lnTo>
                <a:lnTo>
                  <a:pt x="975055" y="123934"/>
                </a:lnTo>
                <a:lnTo>
                  <a:pt x="975646" y="124149"/>
                </a:lnTo>
                <a:lnTo>
                  <a:pt x="976255" y="124352"/>
                </a:lnTo>
                <a:lnTo>
                  <a:pt x="976881" y="124542"/>
                </a:lnTo>
                <a:lnTo>
                  <a:pt x="977525" y="124721"/>
                </a:lnTo>
                <a:lnTo>
                  <a:pt x="978186" y="124887"/>
                </a:lnTo>
                <a:lnTo>
                  <a:pt x="978865" y="125040"/>
                </a:lnTo>
                <a:lnTo>
                  <a:pt x="979561" y="125181"/>
                </a:lnTo>
                <a:lnTo>
                  <a:pt x="980274" y="125310"/>
                </a:lnTo>
                <a:lnTo>
                  <a:pt x="981005" y="125427"/>
                </a:lnTo>
                <a:lnTo>
                  <a:pt x="981753" y="125532"/>
                </a:lnTo>
                <a:lnTo>
                  <a:pt x="982518" y="125624"/>
                </a:lnTo>
                <a:lnTo>
                  <a:pt x="983301" y="125704"/>
                </a:lnTo>
                <a:lnTo>
                  <a:pt x="984101" y="125771"/>
                </a:lnTo>
                <a:lnTo>
                  <a:pt x="984919" y="125827"/>
                </a:lnTo>
                <a:lnTo>
                  <a:pt x="985754" y="125870"/>
                </a:lnTo>
                <a:lnTo>
                  <a:pt x="986607" y="125900"/>
                </a:lnTo>
                <a:lnTo>
                  <a:pt x="987476" y="125919"/>
                </a:lnTo>
                <a:lnTo>
                  <a:pt x="988364" y="125925"/>
                </a:lnTo>
                <a:lnTo>
                  <a:pt x="999025" y="125925"/>
                </a:lnTo>
                <a:lnTo>
                  <a:pt x="999025" y="113624"/>
                </a:lnTo>
                <a:lnTo>
                  <a:pt x="989366" y="113624"/>
                </a:lnTo>
                <a:lnTo>
                  <a:pt x="988701" y="113616"/>
                </a:lnTo>
                <a:lnTo>
                  <a:pt x="988056" y="113592"/>
                </a:lnTo>
                <a:close/>
                <a:moveTo>
                  <a:pt x="1134034" y="59683"/>
                </a:moveTo>
                <a:lnTo>
                  <a:pt x="1134398" y="59225"/>
                </a:lnTo>
                <a:lnTo>
                  <a:pt x="1134772" y="58771"/>
                </a:lnTo>
                <a:lnTo>
                  <a:pt x="1135155" y="58319"/>
                </a:lnTo>
                <a:lnTo>
                  <a:pt x="1135547" y="57871"/>
                </a:lnTo>
                <a:lnTo>
                  <a:pt x="1135949" y="57426"/>
                </a:lnTo>
                <a:lnTo>
                  <a:pt x="1136359" y="56983"/>
                </a:lnTo>
                <a:lnTo>
                  <a:pt x="1136779" y="56545"/>
                </a:lnTo>
                <a:lnTo>
                  <a:pt x="1137208" y="56109"/>
                </a:lnTo>
                <a:lnTo>
                  <a:pt x="1137646" y="55676"/>
                </a:lnTo>
                <a:lnTo>
                  <a:pt x="1138093" y="55247"/>
                </a:lnTo>
                <a:lnTo>
                  <a:pt x="1138549" y="54820"/>
                </a:lnTo>
                <a:lnTo>
                  <a:pt x="1139015" y="54397"/>
                </a:lnTo>
                <a:lnTo>
                  <a:pt x="1139490" y="53977"/>
                </a:lnTo>
                <a:lnTo>
                  <a:pt x="1139973" y="53560"/>
                </a:lnTo>
                <a:lnTo>
                  <a:pt x="1140467" y="53146"/>
                </a:lnTo>
                <a:lnTo>
                  <a:pt x="1140969" y="52735"/>
                </a:lnTo>
                <a:lnTo>
                  <a:pt x="1141480" y="52328"/>
                </a:lnTo>
                <a:lnTo>
                  <a:pt x="1142001" y="51923"/>
                </a:lnTo>
                <a:lnTo>
                  <a:pt x="1142531" y="51522"/>
                </a:lnTo>
                <a:lnTo>
                  <a:pt x="1143070" y="51124"/>
                </a:lnTo>
                <a:lnTo>
                  <a:pt x="1143618" y="50729"/>
                </a:lnTo>
                <a:lnTo>
                  <a:pt x="1144175" y="50337"/>
                </a:lnTo>
                <a:lnTo>
                  <a:pt x="1144742" y="49955"/>
                </a:lnTo>
                <a:lnTo>
                  <a:pt x="1145321" y="49588"/>
                </a:lnTo>
                <a:lnTo>
                  <a:pt x="1145910" y="49238"/>
                </a:lnTo>
                <a:lnTo>
                  <a:pt x="1146511" y="48905"/>
                </a:lnTo>
                <a:lnTo>
                  <a:pt x="1147123" y="48588"/>
                </a:lnTo>
                <a:lnTo>
                  <a:pt x="1147746" y="48286"/>
                </a:lnTo>
                <a:lnTo>
                  <a:pt x="1148380" y="48002"/>
                </a:lnTo>
                <a:lnTo>
                  <a:pt x="1149024" y="47733"/>
                </a:lnTo>
                <a:lnTo>
                  <a:pt x="1149680" y="47481"/>
                </a:lnTo>
                <a:lnTo>
                  <a:pt x="1150348" y="47245"/>
                </a:lnTo>
                <a:lnTo>
                  <a:pt x="1151026" y="47025"/>
                </a:lnTo>
                <a:lnTo>
                  <a:pt x="1151715" y="46822"/>
                </a:lnTo>
                <a:lnTo>
                  <a:pt x="1152415" y="46635"/>
                </a:lnTo>
                <a:lnTo>
                  <a:pt x="1153127" y="46464"/>
                </a:lnTo>
                <a:lnTo>
                  <a:pt x="1153849" y="46309"/>
                </a:lnTo>
                <a:lnTo>
                  <a:pt x="1154583" y="46171"/>
                </a:lnTo>
                <a:lnTo>
                  <a:pt x="1155327" y="46049"/>
                </a:lnTo>
                <a:lnTo>
                  <a:pt x="1156083" y="45943"/>
                </a:lnTo>
                <a:lnTo>
                  <a:pt x="1156850" y="45854"/>
                </a:lnTo>
                <a:lnTo>
                  <a:pt x="1157628" y="45780"/>
                </a:lnTo>
                <a:lnTo>
                  <a:pt x="1158416" y="45723"/>
                </a:lnTo>
                <a:lnTo>
                  <a:pt x="1159216" y="45683"/>
                </a:lnTo>
                <a:lnTo>
                  <a:pt x="1160027" y="45658"/>
                </a:lnTo>
                <a:lnTo>
                  <a:pt x="1160850" y="45650"/>
                </a:lnTo>
                <a:lnTo>
                  <a:pt x="1161398" y="45655"/>
                </a:lnTo>
                <a:lnTo>
                  <a:pt x="1161936" y="45671"/>
                </a:lnTo>
                <a:lnTo>
                  <a:pt x="1162463" y="45697"/>
                </a:lnTo>
                <a:lnTo>
                  <a:pt x="1162979" y="45733"/>
                </a:lnTo>
                <a:lnTo>
                  <a:pt x="1163485" y="45779"/>
                </a:lnTo>
                <a:lnTo>
                  <a:pt x="1163979" y="45836"/>
                </a:lnTo>
                <a:lnTo>
                  <a:pt x="1164462" y="45904"/>
                </a:lnTo>
                <a:lnTo>
                  <a:pt x="1164935" y="45981"/>
                </a:lnTo>
                <a:lnTo>
                  <a:pt x="1165396" y="46069"/>
                </a:lnTo>
                <a:lnTo>
                  <a:pt x="1165847" y="46168"/>
                </a:lnTo>
                <a:lnTo>
                  <a:pt x="1166286" y="46276"/>
                </a:lnTo>
                <a:lnTo>
                  <a:pt x="1166715" y="46395"/>
                </a:lnTo>
                <a:lnTo>
                  <a:pt x="1167133" y="46525"/>
                </a:lnTo>
                <a:lnTo>
                  <a:pt x="1167540" y="46665"/>
                </a:lnTo>
                <a:lnTo>
                  <a:pt x="1167936" y="46815"/>
                </a:lnTo>
                <a:lnTo>
                  <a:pt x="1168321" y="46975"/>
                </a:lnTo>
                <a:lnTo>
                  <a:pt x="1168695" y="47146"/>
                </a:lnTo>
                <a:lnTo>
                  <a:pt x="1169059" y="47327"/>
                </a:lnTo>
                <a:lnTo>
                  <a:pt x="1169411" y="47519"/>
                </a:lnTo>
                <a:lnTo>
                  <a:pt x="1169753" y="47720"/>
                </a:lnTo>
                <a:lnTo>
                  <a:pt x="1170083" y="47933"/>
                </a:lnTo>
                <a:lnTo>
                  <a:pt x="1170403" y="48155"/>
                </a:lnTo>
                <a:lnTo>
                  <a:pt x="1170711" y="48388"/>
                </a:lnTo>
                <a:lnTo>
                  <a:pt x="1171009" y="48631"/>
                </a:lnTo>
                <a:lnTo>
                  <a:pt x="1171298" y="48884"/>
                </a:lnTo>
                <a:lnTo>
                  <a:pt x="1171579" y="49144"/>
                </a:lnTo>
                <a:lnTo>
                  <a:pt x="1171853" y="49411"/>
                </a:lnTo>
                <a:lnTo>
                  <a:pt x="1172119" y="49687"/>
                </a:lnTo>
                <a:lnTo>
                  <a:pt x="1172378" y="49970"/>
                </a:lnTo>
                <a:lnTo>
                  <a:pt x="1172629" y="50261"/>
                </a:lnTo>
                <a:lnTo>
                  <a:pt x="1172873" y="50560"/>
                </a:lnTo>
                <a:lnTo>
                  <a:pt x="1173110" y="50866"/>
                </a:lnTo>
                <a:lnTo>
                  <a:pt x="1173339" y="51180"/>
                </a:lnTo>
                <a:lnTo>
                  <a:pt x="1173561" y="51502"/>
                </a:lnTo>
                <a:lnTo>
                  <a:pt x="1173775" y="51832"/>
                </a:lnTo>
                <a:lnTo>
                  <a:pt x="1173982" y="52169"/>
                </a:lnTo>
                <a:lnTo>
                  <a:pt x="1174181" y="52514"/>
                </a:lnTo>
                <a:lnTo>
                  <a:pt x="1174373" y="52867"/>
                </a:lnTo>
                <a:lnTo>
                  <a:pt x="1174558" y="53228"/>
                </a:lnTo>
                <a:lnTo>
                  <a:pt x="1174735" y="53596"/>
                </a:lnTo>
                <a:lnTo>
                  <a:pt x="1174905" y="53972"/>
                </a:lnTo>
                <a:lnTo>
                  <a:pt x="1175067" y="54356"/>
                </a:lnTo>
                <a:lnTo>
                  <a:pt x="1175222" y="54747"/>
                </a:lnTo>
                <a:lnTo>
                  <a:pt x="1175369" y="55146"/>
                </a:lnTo>
                <a:lnTo>
                  <a:pt x="1175509" y="55553"/>
                </a:lnTo>
                <a:lnTo>
                  <a:pt x="1175641" y="55968"/>
                </a:lnTo>
                <a:lnTo>
                  <a:pt x="1175766" y="56390"/>
                </a:lnTo>
                <a:lnTo>
                  <a:pt x="1175884" y="56821"/>
                </a:lnTo>
                <a:lnTo>
                  <a:pt x="1175996" y="57257"/>
                </a:lnTo>
                <a:lnTo>
                  <a:pt x="1176102" y="57699"/>
                </a:lnTo>
                <a:lnTo>
                  <a:pt x="1176204" y="58146"/>
                </a:lnTo>
                <a:lnTo>
                  <a:pt x="1176302" y="58598"/>
                </a:lnTo>
                <a:lnTo>
                  <a:pt x="1176394" y="59055"/>
                </a:lnTo>
                <a:lnTo>
                  <a:pt x="1176482" y="59518"/>
                </a:lnTo>
                <a:lnTo>
                  <a:pt x="1176565" y="59986"/>
                </a:lnTo>
                <a:lnTo>
                  <a:pt x="1176643" y="60459"/>
                </a:lnTo>
                <a:lnTo>
                  <a:pt x="1176717" y="60938"/>
                </a:lnTo>
                <a:lnTo>
                  <a:pt x="1176786" y="61422"/>
                </a:lnTo>
                <a:lnTo>
                  <a:pt x="1176850" y="61911"/>
                </a:lnTo>
                <a:lnTo>
                  <a:pt x="1176909" y="62405"/>
                </a:lnTo>
                <a:lnTo>
                  <a:pt x="1176964" y="62905"/>
                </a:lnTo>
                <a:lnTo>
                  <a:pt x="1177013" y="63410"/>
                </a:lnTo>
                <a:lnTo>
                  <a:pt x="1177059" y="63920"/>
                </a:lnTo>
                <a:lnTo>
                  <a:pt x="1177099" y="64435"/>
                </a:lnTo>
                <a:lnTo>
                  <a:pt x="1177135" y="64956"/>
                </a:lnTo>
                <a:lnTo>
                  <a:pt x="1177165" y="65482"/>
                </a:lnTo>
                <a:lnTo>
                  <a:pt x="1177191" y="66013"/>
                </a:lnTo>
                <a:lnTo>
                  <a:pt x="1177213" y="66550"/>
                </a:lnTo>
                <a:lnTo>
                  <a:pt x="1177229" y="67091"/>
                </a:lnTo>
                <a:lnTo>
                  <a:pt x="1177241" y="67639"/>
                </a:lnTo>
                <a:lnTo>
                  <a:pt x="1177248" y="68191"/>
                </a:lnTo>
                <a:lnTo>
                  <a:pt x="1177251" y="68748"/>
                </a:lnTo>
                <a:lnTo>
                  <a:pt x="1177251" y="125925"/>
                </a:lnTo>
                <a:lnTo>
                  <a:pt x="1192467" y="125925"/>
                </a:lnTo>
                <a:lnTo>
                  <a:pt x="1192467" y="66792"/>
                </a:lnTo>
                <a:lnTo>
                  <a:pt x="1192456" y="65463"/>
                </a:lnTo>
                <a:lnTo>
                  <a:pt x="1192421" y="64159"/>
                </a:lnTo>
                <a:lnTo>
                  <a:pt x="1192364" y="62879"/>
                </a:lnTo>
                <a:lnTo>
                  <a:pt x="1192283" y="61625"/>
                </a:lnTo>
                <a:lnTo>
                  <a:pt x="1192179" y="60396"/>
                </a:lnTo>
                <a:lnTo>
                  <a:pt x="1192052" y="59191"/>
                </a:lnTo>
                <a:lnTo>
                  <a:pt x="1191902" y="58012"/>
                </a:lnTo>
                <a:lnTo>
                  <a:pt x="1191728" y="56858"/>
                </a:lnTo>
                <a:lnTo>
                  <a:pt x="1191532" y="55729"/>
                </a:lnTo>
                <a:lnTo>
                  <a:pt x="1191313" y="54624"/>
                </a:lnTo>
                <a:lnTo>
                  <a:pt x="1191070" y="53545"/>
                </a:lnTo>
                <a:lnTo>
                  <a:pt x="1190805" y="52491"/>
                </a:lnTo>
                <a:lnTo>
                  <a:pt x="1190516" y="51462"/>
                </a:lnTo>
                <a:lnTo>
                  <a:pt x="1190204" y="50458"/>
                </a:lnTo>
                <a:lnTo>
                  <a:pt x="1189869" y="49479"/>
                </a:lnTo>
                <a:lnTo>
                  <a:pt x="1189511" y="48524"/>
                </a:lnTo>
                <a:lnTo>
                  <a:pt x="1189130" y="47595"/>
                </a:lnTo>
                <a:lnTo>
                  <a:pt x="1188726" y="46691"/>
                </a:lnTo>
                <a:lnTo>
                  <a:pt x="1188299" y="45812"/>
                </a:lnTo>
                <a:lnTo>
                  <a:pt x="1187848" y="44958"/>
                </a:lnTo>
                <a:lnTo>
                  <a:pt x="1187375" y="44129"/>
                </a:lnTo>
                <a:lnTo>
                  <a:pt x="1186878" y="43325"/>
                </a:lnTo>
                <a:lnTo>
                  <a:pt x="1186359" y="42546"/>
                </a:lnTo>
                <a:lnTo>
                  <a:pt x="1185816" y="41792"/>
                </a:lnTo>
                <a:lnTo>
                  <a:pt x="1185248" y="41066"/>
                </a:lnTo>
                <a:lnTo>
                  <a:pt x="1184652" y="40371"/>
                </a:lnTo>
                <a:lnTo>
                  <a:pt x="1184029" y="39706"/>
                </a:lnTo>
                <a:lnTo>
                  <a:pt x="1183378" y="39073"/>
                </a:lnTo>
                <a:lnTo>
                  <a:pt x="1182700" y="38470"/>
                </a:lnTo>
                <a:lnTo>
                  <a:pt x="1181995" y="37899"/>
                </a:lnTo>
                <a:lnTo>
                  <a:pt x="1181261" y="37358"/>
                </a:lnTo>
                <a:lnTo>
                  <a:pt x="1180501" y="36848"/>
                </a:lnTo>
                <a:lnTo>
                  <a:pt x="1179712" y="36369"/>
                </a:lnTo>
                <a:lnTo>
                  <a:pt x="1178897" y="35921"/>
                </a:lnTo>
                <a:lnTo>
                  <a:pt x="1178053" y="35504"/>
                </a:lnTo>
                <a:lnTo>
                  <a:pt x="1177182" y="35118"/>
                </a:lnTo>
                <a:lnTo>
                  <a:pt x="1176284" y="34763"/>
                </a:lnTo>
                <a:lnTo>
                  <a:pt x="1175358" y="34438"/>
                </a:lnTo>
                <a:lnTo>
                  <a:pt x="1174405" y="34145"/>
                </a:lnTo>
                <a:lnTo>
                  <a:pt x="1173424" y="33882"/>
                </a:lnTo>
                <a:lnTo>
                  <a:pt x="1172415" y="33651"/>
                </a:lnTo>
                <a:lnTo>
                  <a:pt x="1171379" y="33450"/>
                </a:lnTo>
                <a:lnTo>
                  <a:pt x="1170316" y="33280"/>
                </a:lnTo>
                <a:lnTo>
                  <a:pt x="1169225" y="33141"/>
                </a:lnTo>
                <a:lnTo>
                  <a:pt x="1168106" y="33033"/>
                </a:lnTo>
                <a:lnTo>
                  <a:pt x="1166960" y="32955"/>
                </a:lnTo>
                <a:lnTo>
                  <a:pt x="1165787" y="32909"/>
                </a:lnTo>
                <a:lnTo>
                  <a:pt x="1164585" y="32894"/>
                </a:lnTo>
                <a:lnTo>
                  <a:pt x="1163598" y="32902"/>
                </a:lnTo>
                <a:lnTo>
                  <a:pt x="1162626" y="32927"/>
                </a:lnTo>
                <a:lnTo>
                  <a:pt x="1161668" y="32968"/>
                </a:lnTo>
                <a:lnTo>
                  <a:pt x="1160726" y="33026"/>
                </a:lnTo>
                <a:lnTo>
                  <a:pt x="1159798" y="33101"/>
                </a:lnTo>
                <a:lnTo>
                  <a:pt x="1158885" y="33193"/>
                </a:lnTo>
                <a:lnTo>
                  <a:pt x="1157987" y="33301"/>
                </a:lnTo>
                <a:lnTo>
                  <a:pt x="1157104" y="33425"/>
                </a:lnTo>
                <a:lnTo>
                  <a:pt x="1156235" y="33566"/>
                </a:lnTo>
                <a:lnTo>
                  <a:pt x="1155382" y="33724"/>
                </a:lnTo>
                <a:lnTo>
                  <a:pt x="1154543" y="33898"/>
                </a:lnTo>
                <a:lnTo>
                  <a:pt x="1153720" y="34089"/>
                </a:lnTo>
                <a:lnTo>
                  <a:pt x="1152911" y="34297"/>
                </a:lnTo>
                <a:lnTo>
                  <a:pt x="1152117" y="34521"/>
                </a:lnTo>
                <a:lnTo>
                  <a:pt x="1151338" y="34762"/>
                </a:lnTo>
                <a:lnTo>
                  <a:pt x="1150573" y="35020"/>
                </a:lnTo>
                <a:lnTo>
                  <a:pt x="1149824" y="35294"/>
                </a:lnTo>
                <a:lnTo>
                  <a:pt x="1149090" y="35584"/>
                </a:lnTo>
                <a:lnTo>
                  <a:pt x="1148370" y="35892"/>
                </a:lnTo>
                <a:lnTo>
                  <a:pt x="1147665" y="36216"/>
                </a:lnTo>
                <a:lnTo>
                  <a:pt x="1146975" y="36556"/>
                </a:lnTo>
                <a:lnTo>
                  <a:pt x="1146300" y="36913"/>
                </a:lnTo>
                <a:lnTo>
                  <a:pt x="1145640" y="37287"/>
                </a:lnTo>
                <a:lnTo>
                  <a:pt x="1144995" y="37677"/>
                </a:lnTo>
                <a:lnTo>
                  <a:pt x="1144363" y="38077"/>
                </a:lnTo>
                <a:lnTo>
                  <a:pt x="1143744" y="38479"/>
                </a:lnTo>
                <a:lnTo>
                  <a:pt x="1143137" y="38882"/>
                </a:lnTo>
                <a:lnTo>
                  <a:pt x="1142542" y="39288"/>
                </a:lnTo>
                <a:lnTo>
                  <a:pt x="1141960" y="39696"/>
                </a:lnTo>
                <a:lnTo>
                  <a:pt x="1141390" y="40106"/>
                </a:lnTo>
                <a:lnTo>
                  <a:pt x="1140833" y="40518"/>
                </a:lnTo>
                <a:lnTo>
                  <a:pt x="1140287" y="40932"/>
                </a:lnTo>
                <a:lnTo>
                  <a:pt x="1139754" y="41348"/>
                </a:lnTo>
                <a:lnTo>
                  <a:pt x="1139234" y="41766"/>
                </a:lnTo>
                <a:lnTo>
                  <a:pt x="1138725" y="42187"/>
                </a:lnTo>
                <a:lnTo>
                  <a:pt x="1138230" y="42609"/>
                </a:lnTo>
                <a:lnTo>
                  <a:pt x="1137746" y="43033"/>
                </a:lnTo>
                <a:lnTo>
                  <a:pt x="1137275" y="43460"/>
                </a:lnTo>
                <a:lnTo>
                  <a:pt x="1136816" y="43888"/>
                </a:lnTo>
                <a:lnTo>
                  <a:pt x="1136369" y="44319"/>
                </a:lnTo>
                <a:lnTo>
                  <a:pt x="1135935" y="44751"/>
                </a:lnTo>
                <a:lnTo>
                  <a:pt x="1135513" y="45186"/>
                </a:lnTo>
                <a:lnTo>
                  <a:pt x="1135104" y="45623"/>
                </a:lnTo>
                <a:lnTo>
                  <a:pt x="1134706" y="46061"/>
                </a:lnTo>
                <a:lnTo>
                  <a:pt x="1134321" y="46502"/>
                </a:lnTo>
                <a:lnTo>
                  <a:pt x="1133949" y="46945"/>
                </a:lnTo>
                <a:lnTo>
                  <a:pt x="1133589" y="47390"/>
                </a:lnTo>
                <a:lnTo>
                  <a:pt x="1133241" y="47837"/>
                </a:lnTo>
                <a:lnTo>
                  <a:pt x="1132694" y="34443"/>
                </a:lnTo>
                <a:lnTo>
                  <a:pt x="1118115" y="34443"/>
                </a:lnTo>
                <a:lnTo>
                  <a:pt x="1118115" y="125925"/>
                </a:lnTo>
                <a:lnTo>
                  <a:pt x="1133332" y="125925"/>
                </a:lnTo>
                <a:lnTo>
                  <a:pt x="1133332" y="60608"/>
                </a:lnTo>
                <a:lnTo>
                  <a:pt x="1133678" y="60144"/>
                </a:lnTo>
                <a:lnTo>
                  <a:pt x="1134034" y="59683"/>
                </a:lnTo>
                <a:close/>
                <a:moveTo>
                  <a:pt x="1441233" y="59952"/>
                </a:moveTo>
                <a:lnTo>
                  <a:pt x="1441486" y="59616"/>
                </a:lnTo>
                <a:lnTo>
                  <a:pt x="1441742" y="59283"/>
                </a:lnTo>
                <a:lnTo>
                  <a:pt x="1442001" y="58954"/>
                </a:lnTo>
                <a:lnTo>
                  <a:pt x="1442262" y="58629"/>
                </a:lnTo>
                <a:lnTo>
                  <a:pt x="1442526" y="58307"/>
                </a:lnTo>
                <a:lnTo>
                  <a:pt x="1442794" y="57988"/>
                </a:lnTo>
                <a:lnTo>
                  <a:pt x="1443064" y="57673"/>
                </a:lnTo>
                <a:lnTo>
                  <a:pt x="1443337" y="57361"/>
                </a:lnTo>
                <a:lnTo>
                  <a:pt x="1443612" y="57053"/>
                </a:lnTo>
                <a:lnTo>
                  <a:pt x="1443891" y="56748"/>
                </a:lnTo>
                <a:lnTo>
                  <a:pt x="1444172" y="56446"/>
                </a:lnTo>
                <a:lnTo>
                  <a:pt x="1444457" y="56148"/>
                </a:lnTo>
                <a:lnTo>
                  <a:pt x="1444744" y="55854"/>
                </a:lnTo>
                <a:lnTo>
                  <a:pt x="1445034" y="55563"/>
                </a:lnTo>
                <a:lnTo>
                  <a:pt x="1445326" y="55275"/>
                </a:lnTo>
                <a:lnTo>
                  <a:pt x="1445622" y="54991"/>
                </a:lnTo>
                <a:lnTo>
                  <a:pt x="1445921" y="54711"/>
                </a:lnTo>
                <a:lnTo>
                  <a:pt x="1446222" y="54434"/>
                </a:lnTo>
                <a:lnTo>
                  <a:pt x="1446526" y="54160"/>
                </a:lnTo>
                <a:lnTo>
                  <a:pt x="1446833" y="53890"/>
                </a:lnTo>
                <a:lnTo>
                  <a:pt x="1447143" y="53623"/>
                </a:lnTo>
                <a:lnTo>
                  <a:pt x="1447457" y="53360"/>
                </a:lnTo>
                <a:lnTo>
                  <a:pt x="1447775" y="53102"/>
                </a:lnTo>
                <a:lnTo>
                  <a:pt x="1448097" y="52849"/>
                </a:lnTo>
                <a:lnTo>
                  <a:pt x="1448424" y="52601"/>
                </a:lnTo>
                <a:lnTo>
                  <a:pt x="1448755" y="52357"/>
                </a:lnTo>
                <a:lnTo>
                  <a:pt x="1449091" y="52119"/>
                </a:lnTo>
                <a:lnTo>
                  <a:pt x="1449431" y="51885"/>
                </a:lnTo>
                <a:lnTo>
                  <a:pt x="1449775" y="51656"/>
                </a:lnTo>
                <a:lnTo>
                  <a:pt x="1450124" y="51431"/>
                </a:lnTo>
                <a:lnTo>
                  <a:pt x="1450478" y="51212"/>
                </a:lnTo>
                <a:lnTo>
                  <a:pt x="1450836" y="50997"/>
                </a:lnTo>
                <a:lnTo>
                  <a:pt x="1451198" y="50787"/>
                </a:lnTo>
                <a:lnTo>
                  <a:pt x="1451565" y="50582"/>
                </a:lnTo>
                <a:lnTo>
                  <a:pt x="1451936" y="50381"/>
                </a:lnTo>
                <a:lnTo>
                  <a:pt x="1452311" y="50186"/>
                </a:lnTo>
                <a:lnTo>
                  <a:pt x="1452691" y="49995"/>
                </a:lnTo>
                <a:lnTo>
                  <a:pt x="1453076" y="49809"/>
                </a:lnTo>
                <a:lnTo>
                  <a:pt x="1453464" y="49627"/>
                </a:lnTo>
                <a:lnTo>
                  <a:pt x="1453858" y="49451"/>
                </a:lnTo>
                <a:lnTo>
                  <a:pt x="1454255" y="49279"/>
                </a:lnTo>
                <a:lnTo>
                  <a:pt x="1454657" y="49112"/>
                </a:lnTo>
                <a:lnTo>
                  <a:pt x="1455064" y="48950"/>
                </a:lnTo>
                <a:lnTo>
                  <a:pt x="1455475" y="48792"/>
                </a:lnTo>
                <a:lnTo>
                  <a:pt x="1455890" y="48640"/>
                </a:lnTo>
                <a:lnTo>
                  <a:pt x="1456311" y="48493"/>
                </a:lnTo>
                <a:lnTo>
                  <a:pt x="1456737" y="48352"/>
                </a:lnTo>
                <a:lnTo>
                  <a:pt x="1457169" y="48217"/>
                </a:lnTo>
                <a:lnTo>
                  <a:pt x="1457606" y="48088"/>
                </a:lnTo>
                <a:lnTo>
                  <a:pt x="1458050" y="47966"/>
                </a:lnTo>
                <a:lnTo>
                  <a:pt x="1458499" y="47850"/>
                </a:lnTo>
                <a:lnTo>
                  <a:pt x="1458953" y="47740"/>
                </a:lnTo>
                <a:lnTo>
                  <a:pt x="1459414" y="47637"/>
                </a:lnTo>
                <a:lnTo>
                  <a:pt x="1459880" y="47540"/>
                </a:lnTo>
                <a:lnTo>
                  <a:pt x="1460351" y="47449"/>
                </a:lnTo>
                <a:lnTo>
                  <a:pt x="1460829" y="47364"/>
                </a:lnTo>
                <a:lnTo>
                  <a:pt x="1461312" y="47286"/>
                </a:lnTo>
                <a:lnTo>
                  <a:pt x="1461801" y="47214"/>
                </a:lnTo>
                <a:lnTo>
                  <a:pt x="1462295" y="47148"/>
                </a:lnTo>
                <a:lnTo>
                  <a:pt x="1462795" y="47088"/>
                </a:lnTo>
                <a:lnTo>
                  <a:pt x="1463301" y="47035"/>
                </a:lnTo>
                <a:lnTo>
                  <a:pt x="1463813" y="46988"/>
                </a:lnTo>
                <a:lnTo>
                  <a:pt x="1464330" y="46947"/>
                </a:lnTo>
                <a:lnTo>
                  <a:pt x="1464853" y="46913"/>
                </a:lnTo>
                <a:lnTo>
                  <a:pt x="1465382" y="46885"/>
                </a:lnTo>
                <a:lnTo>
                  <a:pt x="1465916" y="46863"/>
                </a:lnTo>
                <a:lnTo>
                  <a:pt x="1466456" y="46847"/>
                </a:lnTo>
                <a:lnTo>
                  <a:pt x="1467002" y="46838"/>
                </a:lnTo>
                <a:lnTo>
                  <a:pt x="1467553" y="46835"/>
                </a:lnTo>
                <a:lnTo>
                  <a:pt x="1469649" y="46835"/>
                </a:lnTo>
                <a:lnTo>
                  <a:pt x="1469649" y="32894"/>
                </a:lnTo>
                <a:lnTo>
                  <a:pt x="1467827" y="32894"/>
                </a:lnTo>
                <a:lnTo>
                  <a:pt x="1466945" y="32902"/>
                </a:lnTo>
                <a:lnTo>
                  <a:pt x="1466078" y="32926"/>
                </a:lnTo>
                <a:lnTo>
                  <a:pt x="1465224" y="32966"/>
                </a:lnTo>
                <a:lnTo>
                  <a:pt x="1464385" y="33023"/>
                </a:lnTo>
                <a:lnTo>
                  <a:pt x="1463559" y="33095"/>
                </a:lnTo>
                <a:lnTo>
                  <a:pt x="1462747" y="33184"/>
                </a:lnTo>
                <a:lnTo>
                  <a:pt x="1461949" y="33289"/>
                </a:lnTo>
                <a:lnTo>
                  <a:pt x="1461165" y="33410"/>
                </a:lnTo>
                <a:lnTo>
                  <a:pt x="1460395" y="33547"/>
                </a:lnTo>
                <a:lnTo>
                  <a:pt x="1459639" y="33700"/>
                </a:lnTo>
                <a:lnTo>
                  <a:pt x="1458897" y="33870"/>
                </a:lnTo>
                <a:lnTo>
                  <a:pt x="1458168" y="34055"/>
                </a:lnTo>
                <a:lnTo>
                  <a:pt x="1457454" y="34257"/>
                </a:lnTo>
                <a:lnTo>
                  <a:pt x="1456753" y="34475"/>
                </a:lnTo>
                <a:lnTo>
                  <a:pt x="1456067" y="34709"/>
                </a:lnTo>
                <a:lnTo>
                  <a:pt x="1455394" y="34959"/>
                </a:lnTo>
                <a:lnTo>
                  <a:pt x="1454736" y="35225"/>
                </a:lnTo>
                <a:lnTo>
                  <a:pt x="1454091" y="35508"/>
                </a:lnTo>
                <a:lnTo>
                  <a:pt x="1453460" y="35806"/>
                </a:lnTo>
                <a:lnTo>
                  <a:pt x="1452843" y="36121"/>
                </a:lnTo>
                <a:lnTo>
                  <a:pt x="1452240" y="36451"/>
                </a:lnTo>
                <a:lnTo>
                  <a:pt x="1451651" y="36798"/>
                </a:lnTo>
                <a:lnTo>
                  <a:pt x="1451076" y="37161"/>
                </a:lnTo>
                <a:lnTo>
                  <a:pt x="1450514" y="37541"/>
                </a:lnTo>
                <a:lnTo>
                  <a:pt x="1449965" y="37932"/>
                </a:lnTo>
                <a:lnTo>
                  <a:pt x="1449426" y="38331"/>
                </a:lnTo>
                <a:lnTo>
                  <a:pt x="1448897" y="38738"/>
                </a:lnTo>
                <a:lnTo>
                  <a:pt x="1448378" y="39153"/>
                </a:lnTo>
                <a:lnTo>
                  <a:pt x="1447869" y="39576"/>
                </a:lnTo>
                <a:lnTo>
                  <a:pt x="1447371" y="40006"/>
                </a:lnTo>
                <a:lnTo>
                  <a:pt x="1446882" y="40445"/>
                </a:lnTo>
                <a:lnTo>
                  <a:pt x="1446404" y="40892"/>
                </a:lnTo>
                <a:lnTo>
                  <a:pt x="1445936" y="41346"/>
                </a:lnTo>
                <a:lnTo>
                  <a:pt x="1445478" y="41809"/>
                </a:lnTo>
                <a:lnTo>
                  <a:pt x="1445030" y="42279"/>
                </a:lnTo>
                <a:lnTo>
                  <a:pt x="1444592" y="42757"/>
                </a:lnTo>
                <a:lnTo>
                  <a:pt x="1444164" y="43243"/>
                </a:lnTo>
                <a:lnTo>
                  <a:pt x="1443746" y="43737"/>
                </a:lnTo>
                <a:lnTo>
                  <a:pt x="1443339" y="44239"/>
                </a:lnTo>
                <a:lnTo>
                  <a:pt x="1442942" y="44749"/>
                </a:lnTo>
                <a:lnTo>
                  <a:pt x="1442554" y="45267"/>
                </a:lnTo>
                <a:lnTo>
                  <a:pt x="1442177" y="45792"/>
                </a:lnTo>
                <a:lnTo>
                  <a:pt x="1441810" y="46326"/>
                </a:lnTo>
                <a:lnTo>
                  <a:pt x="1441453" y="46868"/>
                </a:lnTo>
                <a:lnTo>
                  <a:pt x="1441107" y="47417"/>
                </a:lnTo>
                <a:lnTo>
                  <a:pt x="1440770" y="47974"/>
                </a:lnTo>
                <a:lnTo>
                  <a:pt x="1440443" y="48539"/>
                </a:lnTo>
                <a:lnTo>
                  <a:pt x="1440127" y="49113"/>
                </a:lnTo>
                <a:lnTo>
                  <a:pt x="1439580" y="34443"/>
                </a:lnTo>
                <a:lnTo>
                  <a:pt x="1425275" y="34443"/>
                </a:lnTo>
                <a:lnTo>
                  <a:pt x="1425275" y="125925"/>
                </a:lnTo>
                <a:lnTo>
                  <a:pt x="1440491" y="125925"/>
                </a:lnTo>
                <a:lnTo>
                  <a:pt x="1440491" y="60981"/>
                </a:lnTo>
                <a:lnTo>
                  <a:pt x="1440736" y="60634"/>
                </a:lnTo>
                <a:lnTo>
                  <a:pt x="1440983" y="60291"/>
                </a:lnTo>
                <a:lnTo>
                  <a:pt x="1441233" y="59952"/>
                </a:lnTo>
                <a:close/>
                <a:moveTo>
                  <a:pt x="1046259" y="127385"/>
                </a:moveTo>
                <a:lnTo>
                  <a:pt x="1047104" y="127306"/>
                </a:lnTo>
                <a:lnTo>
                  <a:pt x="1047939" y="127212"/>
                </a:lnTo>
                <a:lnTo>
                  <a:pt x="1048765" y="127104"/>
                </a:lnTo>
                <a:lnTo>
                  <a:pt x="1049582" y="126982"/>
                </a:lnTo>
                <a:lnTo>
                  <a:pt x="1050389" y="126845"/>
                </a:lnTo>
                <a:lnTo>
                  <a:pt x="1051187" y="126694"/>
                </a:lnTo>
                <a:lnTo>
                  <a:pt x="1051976" y="126529"/>
                </a:lnTo>
                <a:lnTo>
                  <a:pt x="1052755" y="126349"/>
                </a:lnTo>
                <a:lnTo>
                  <a:pt x="1053525" y="126154"/>
                </a:lnTo>
                <a:lnTo>
                  <a:pt x="1054286" y="125946"/>
                </a:lnTo>
                <a:lnTo>
                  <a:pt x="1055037" y="125722"/>
                </a:lnTo>
                <a:lnTo>
                  <a:pt x="1055779" y="125485"/>
                </a:lnTo>
                <a:lnTo>
                  <a:pt x="1056512" y="125233"/>
                </a:lnTo>
                <a:lnTo>
                  <a:pt x="1057235" y="124967"/>
                </a:lnTo>
                <a:lnTo>
                  <a:pt x="1057949" y="124686"/>
                </a:lnTo>
                <a:lnTo>
                  <a:pt x="1058654" y="124391"/>
                </a:lnTo>
                <a:lnTo>
                  <a:pt x="1059349" y="124081"/>
                </a:lnTo>
                <a:lnTo>
                  <a:pt x="1060035" y="123758"/>
                </a:lnTo>
                <a:lnTo>
                  <a:pt x="1060712" y="123419"/>
                </a:lnTo>
                <a:lnTo>
                  <a:pt x="1061380" y="123069"/>
                </a:lnTo>
                <a:lnTo>
                  <a:pt x="1062042" y="122710"/>
                </a:lnTo>
                <a:lnTo>
                  <a:pt x="1062697" y="122341"/>
                </a:lnTo>
                <a:lnTo>
                  <a:pt x="1063345" y="121963"/>
                </a:lnTo>
                <a:lnTo>
                  <a:pt x="1063987" y="121575"/>
                </a:lnTo>
                <a:lnTo>
                  <a:pt x="1064621" y="121178"/>
                </a:lnTo>
                <a:lnTo>
                  <a:pt x="1065249" y="120772"/>
                </a:lnTo>
                <a:lnTo>
                  <a:pt x="1065870" y="120357"/>
                </a:lnTo>
                <a:lnTo>
                  <a:pt x="1066484" y="119932"/>
                </a:lnTo>
                <a:lnTo>
                  <a:pt x="1067092" y="119498"/>
                </a:lnTo>
                <a:lnTo>
                  <a:pt x="1067692" y="119054"/>
                </a:lnTo>
                <a:lnTo>
                  <a:pt x="1068286" y="118601"/>
                </a:lnTo>
                <a:lnTo>
                  <a:pt x="1068873" y="118139"/>
                </a:lnTo>
                <a:lnTo>
                  <a:pt x="1069453" y="117668"/>
                </a:lnTo>
                <a:lnTo>
                  <a:pt x="1070027" y="117187"/>
                </a:lnTo>
                <a:lnTo>
                  <a:pt x="1070593" y="116697"/>
                </a:lnTo>
                <a:lnTo>
                  <a:pt x="1071153" y="116197"/>
                </a:lnTo>
                <a:lnTo>
                  <a:pt x="1071706" y="115688"/>
                </a:lnTo>
                <a:lnTo>
                  <a:pt x="1072252" y="115170"/>
                </a:lnTo>
                <a:lnTo>
                  <a:pt x="1072791" y="114643"/>
                </a:lnTo>
                <a:lnTo>
                  <a:pt x="1073324" y="114106"/>
                </a:lnTo>
                <a:lnTo>
                  <a:pt x="1073850" y="113560"/>
                </a:lnTo>
                <a:lnTo>
                  <a:pt x="1074369" y="113004"/>
                </a:lnTo>
                <a:lnTo>
                  <a:pt x="1074881" y="112440"/>
                </a:lnTo>
                <a:lnTo>
                  <a:pt x="1075519" y="125925"/>
                </a:lnTo>
                <a:lnTo>
                  <a:pt x="1089733" y="125925"/>
                </a:lnTo>
                <a:lnTo>
                  <a:pt x="1089733" y="64810"/>
                </a:lnTo>
                <a:lnTo>
                  <a:pt x="1089728" y="63995"/>
                </a:lnTo>
                <a:lnTo>
                  <a:pt x="1089713" y="63193"/>
                </a:lnTo>
                <a:lnTo>
                  <a:pt x="1089687" y="62403"/>
                </a:lnTo>
                <a:lnTo>
                  <a:pt x="1089652" y="61626"/>
                </a:lnTo>
                <a:lnTo>
                  <a:pt x="1089606" y="60861"/>
                </a:lnTo>
                <a:lnTo>
                  <a:pt x="1089551" y="60109"/>
                </a:lnTo>
                <a:lnTo>
                  <a:pt x="1089485" y="59369"/>
                </a:lnTo>
                <a:lnTo>
                  <a:pt x="1089409" y="58642"/>
                </a:lnTo>
                <a:lnTo>
                  <a:pt x="1089323" y="57927"/>
                </a:lnTo>
                <a:lnTo>
                  <a:pt x="1089227" y="57225"/>
                </a:lnTo>
                <a:lnTo>
                  <a:pt x="1089120" y="56536"/>
                </a:lnTo>
                <a:lnTo>
                  <a:pt x="1089004" y="55859"/>
                </a:lnTo>
                <a:lnTo>
                  <a:pt x="1088877" y="55194"/>
                </a:lnTo>
                <a:lnTo>
                  <a:pt x="1088741" y="54543"/>
                </a:lnTo>
                <a:lnTo>
                  <a:pt x="1088594" y="53903"/>
                </a:lnTo>
                <a:lnTo>
                  <a:pt x="1088437" y="53276"/>
                </a:lnTo>
                <a:lnTo>
                  <a:pt x="1088270" y="52662"/>
                </a:lnTo>
                <a:lnTo>
                  <a:pt x="1088093" y="52061"/>
                </a:lnTo>
                <a:lnTo>
                  <a:pt x="1087905" y="51471"/>
                </a:lnTo>
                <a:lnTo>
                  <a:pt x="1087708" y="50895"/>
                </a:lnTo>
                <a:lnTo>
                  <a:pt x="1087501" y="50331"/>
                </a:lnTo>
                <a:lnTo>
                  <a:pt x="1087283" y="49779"/>
                </a:lnTo>
                <a:lnTo>
                  <a:pt x="1087055" y="49240"/>
                </a:lnTo>
                <a:lnTo>
                  <a:pt x="1086817" y="48714"/>
                </a:lnTo>
                <a:lnTo>
                  <a:pt x="1086571" y="48198"/>
                </a:lnTo>
                <a:lnTo>
                  <a:pt x="1086317" y="47692"/>
                </a:lnTo>
                <a:lnTo>
                  <a:pt x="1086056" y="47196"/>
                </a:lnTo>
                <a:lnTo>
                  <a:pt x="1085788" y="46709"/>
                </a:lnTo>
                <a:lnTo>
                  <a:pt x="1085513" y="46232"/>
                </a:lnTo>
                <a:lnTo>
                  <a:pt x="1085231" y="45765"/>
                </a:lnTo>
                <a:lnTo>
                  <a:pt x="1084942" y="45307"/>
                </a:lnTo>
                <a:lnTo>
                  <a:pt x="1084645" y="44859"/>
                </a:lnTo>
                <a:lnTo>
                  <a:pt x="1084342" y="44420"/>
                </a:lnTo>
                <a:lnTo>
                  <a:pt x="1084031" y="43991"/>
                </a:lnTo>
                <a:lnTo>
                  <a:pt x="1083714" y="43572"/>
                </a:lnTo>
                <a:lnTo>
                  <a:pt x="1083389" y="43162"/>
                </a:lnTo>
                <a:lnTo>
                  <a:pt x="1083057" y="42762"/>
                </a:lnTo>
                <a:lnTo>
                  <a:pt x="1082718" y="42372"/>
                </a:lnTo>
                <a:lnTo>
                  <a:pt x="1082372" y="41991"/>
                </a:lnTo>
                <a:lnTo>
                  <a:pt x="1082018" y="41619"/>
                </a:lnTo>
                <a:lnTo>
                  <a:pt x="1081658" y="41258"/>
                </a:lnTo>
                <a:lnTo>
                  <a:pt x="1081290" y="40906"/>
                </a:lnTo>
                <a:lnTo>
                  <a:pt x="1080916" y="40563"/>
                </a:lnTo>
                <a:lnTo>
                  <a:pt x="1080534" y="40231"/>
                </a:lnTo>
                <a:lnTo>
                  <a:pt x="1080145" y="39907"/>
                </a:lnTo>
                <a:lnTo>
                  <a:pt x="1079749" y="39594"/>
                </a:lnTo>
                <a:lnTo>
                  <a:pt x="1079346" y="39290"/>
                </a:lnTo>
                <a:lnTo>
                  <a:pt x="1078935" y="38996"/>
                </a:lnTo>
                <a:lnTo>
                  <a:pt x="1078519" y="38710"/>
                </a:lnTo>
                <a:lnTo>
                  <a:pt x="1078099" y="38432"/>
                </a:lnTo>
                <a:lnTo>
                  <a:pt x="1077674" y="38161"/>
                </a:lnTo>
                <a:lnTo>
                  <a:pt x="1077245" y="37898"/>
                </a:lnTo>
                <a:lnTo>
                  <a:pt x="1076811" y="37642"/>
                </a:lnTo>
                <a:lnTo>
                  <a:pt x="1076373" y="37394"/>
                </a:lnTo>
                <a:lnTo>
                  <a:pt x="1075930" y="37153"/>
                </a:lnTo>
                <a:lnTo>
                  <a:pt x="1075483" y="36920"/>
                </a:lnTo>
                <a:lnTo>
                  <a:pt x="1075032" y="36694"/>
                </a:lnTo>
                <a:lnTo>
                  <a:pt x="1074576" y="36476"/>
                </a:lnTo>
                <a:lnTo>
                  <a:pt x="1074115" y="36265"/>
                </a:lnTo>
                <a:lnTo>
                  <a:pt x="1073651" y="36062"/>
                </a:lnTo>
                <a:lnTo>
                  <a:pt x="1073181" y="35866"/>
                </a:lnTo>
                <a:lnTo>
                  <a:pt x="1072708" y="35678"/>
                </a:lnTo>
                <a:lnTo>
                  <a:pt x="1072230" y="35498"/>
                </a:lnTo>
                <a:lnTo>
                  <a:pt x="1071747" y="35324"/>
                </a:lnTo>
                <a:lnTo>
                  <a:pt x="1071260" y="35159"/>
                </a:lnTo>
                <a:lnTo>
                  <a:pt x="1070769" y="35000"/>
                </a:lnTo>
                <a:lnTo>
                  <a:pt x="1070273" y="34850"/>
                </a:lnTo>
                <a:lnTo>
                  <a:pt x="1069773" y="34707"/>
                </a:lnTo>
                <a:lnTo>
                  <a:pt x="1069268" y="34571"/>
                </a:lnTo>
                <a:lnTo>
                  <a:pt x="1068759" y="34443"/>
                </a:lnTo>
                <a:lnTo>
                  <a:pt x="1068246" y="34322"/>
                </a:lnTo>
                <a:lnTo>
                  <a:pt x="1067728" y="34209"/>
                </a:lnTo>
                <a:lnTo>
                  <a:pt x="1067207" y="34102"/>
                </a:lnTo>
                <a:lnTo>
                  <a:pt x="1066684" y="33999"/>
                </a:lnTo>
                <a:lnTo>
                  <a:pt x="1066158" y="33901"/>
                </a:lnTo>
                <a:lnTo>
                  <a:pt x="1065631" y="33807"/>
                </a:lnTo>
                <a:lnTo>
                  <a:pt x="1065102" y="33718"/>
                </a:lnTo>
                <a:lnTo>
                  <a:pt x="1064570" y="33634"/>
                </a:lnTo>
                <a:lnTo>
                  <a:pt x="1064037" y="33554"/>
                </a:lnTo>
                <a:lnTo>
                  <a:pt x="1063501" y="33478"/>
                </a:lnTo>
                <a:lnTo>
                  <a:pt x="1062963" y="33407"/>
                </a:lnTo>
                <a:lnTo>
                  <a:pt x="1062424" y="33341"/>
                </a:lnTo>
                <a:lnTo>
                  <a:pt x="1061882" y="33280"/>
                </a:lnTo>
                <a:lnTo>
                  <a:pt x="1061338" y="33222"/>
                </a:lnTo>
                <a:lnTo>
                  <a:pt x="1060792" y="33170"/>
                </a:lnTo>
                <a:lnTo>
                  <a:pt x="1060245" y="33122"/>
                </a:lnTo>
                <a:lnTo>
                  <a:pt x="1059695" y="33079"/>
                </a:lnTo>
                <a:lnTo>
                  <a:pt x="1059143" y="33040"/>
                </a:lnTo>
                <a:lnTo>
                  <a:pt x="1058589" y="33005"/>
                </a:lnTo>
                <a:lnTo>
                  <a:pt x="1058032" y="32976"/>
                </a:lnTo>
                <a:lnTo>
                  <a:pt x="1057474" y="32951"/>
                </a:lnTo>
                <a:lnTo>
                  <a:pt x="1056914" y="32930"/>
                </a:lnTo>
                <a:lnTo>
                  <a:pt x="1056352" y="32914"/>
                </a:lnTo>
                <a:lnTo>
                  <a:pt x="1055787" y="32903"/>
                </a:lnTo>
                <a:lnTo>
                  <a:pt x="1055221" y="32896"/>
                </a:lnTo>
                <a:lnTo>
                  <a:pt x="1054653" y="32894"/>
                </a:lnTo>
                <a:lnTo>
                  <a:pt x="1053768" y="32899"/>
                </a:lnTo>
                <a:lnTo>
                  <a:pt x="1052892" y="32916"/>
                </a:lnTo>
                <a:lnTo>
                  <a:pt x="1052025" y="32943"/>
                </a:lnTo>
                <a:lnTo>
                  <a:pt x="1051166" y="32982"/>
                </a:lnTo>
                <a:lnTo>
                  <a:pt x="1050315" y="33032"/>
                </a:lnTo>
                <a:lnTo>
                  <a:pt x="1049473" y="33093"/>
                </a:lnTo>
                <a:lnTo>
                  <a:pt x="1048639" y="33165"/>
                </a:lnTo>
                <a:lnTo>
                  <a:pt x="1047814" y="33248"/>
                </a:lnTo>
                <a:lnTo>
                  <a:pt x="1046996" y="33342"/>
                </a:lnTo>
                <a:lnTo>
                  <a:pt x="1046188" y="33448"/>
                </a:lnTo>
                <a:lnTo>
                  <a:pt x="1045387" y="33564"/>
                </a:lnTo>
                <a:lnTo>
                  <a:pt x="1044595" y="33692"/>
                </a:lnTo>
                <a:lnTo>
                  <a:pt x="1043812" y="33830"/>
                </a:lnTo>
                <a:lnTo>
                  <a:pt x="1043037" y="33980"/>
                </a:lnTo>
                <a:lnTo>
                  <a:pt x="1042270" y="34140"/>
                </a:lnTo>
                <a:lnTo>
                  <a:pt x="1041511" y="34312"/>
                </a:lnTo>
                <a:lnTo>
                  <a:pt x="1040761" y="34495"/>
                </a:lnTo>
                <a:lnTo>
                  <a:pt x="1040020" y="34689"/>
                </a:lnTo>
                <a:lnTo>
                  <a:pt x="1039286" y="34894"/>
                </a:lnTo>
                <a:lnTo>
                  <a:pt x="1038561" y="35110"/>
                </a:lnTo>
                <a:lnTo>
                  <a:pt x="1037845" y="35337"/>
                </a:lnTo>
                <a:lnTo>
                  <a:pt x="1037137" y="35576"/>
                </a:lnTo>
                <a:lnTo>
                  <a:pt x="1036437" y="35825"/>
                </a:lnTo>
                <a:lnTo>
                  <a:pt x="1035746" y="36086"/>
                </a:lnTo>
                <a:lnTo>
                  <a:pt x="1035065" y="36358"/>
                </a:lnTo>
                <a:lnTo>
                  <a:pt x="1034396" y="36643"/>
                </a:lnTo>
                <a:lnTo>
                  <a:pt x="1033740" y="36942"/>
                </a:lnTo>
                <a:lnTo>
                  <a:pt x="1033096" y="37253"/>
                </a:lnTo>
                <a:lnTo>
                  <a:pt x="1032464" y="37577"/>
                </a:lnTo>
                <a:lnTo>
                  <a:pt x="1031845" y="37915"/>
                </a:lnTo>
                <a:lnTo>
                  <a:pt x="1031238" y="38265"/>
                </a:lnTo>
                <a:lnTo>
                  <a:pt x="1030643" y="38629"/>
                </a:lnTo>
                <a:lnTo>
                  <a:pt x="1030061" y="39006"/>
                </a:lnTo>
                <a:lnTo>
                  <a:pt x="1029491" y="39395"/>
                </a:lnTo>
                <a:lnTo>
                  <a:pt x="1028933" y="39798"/>
                </a:lnTo>
                <a:lnTo>
                  <a:pt x="1028388" y="40214"/>
                </a:lnTo>
                <a:lnTo>
                  <a:pt x="1027855" y="40642"/>
                </a:lnTo>
                <a:lnTo>
                  <a:pt x="1027334" y="41084"/>
                </a:lnTo>
                <a:lnTo>
                  <a:pt x="1026826" y="41539"/>
                </a:lnTo>
                <a:lnTo>
                  <a:pt x="1026330" y="42007"/>
                </a:lnTo>
                <a:lnTo>
                  <a:pt x="1025846" y="42488"/>
                </a:lnTo>
                <a:lnTo>
                  <a:pt x="1025375" y="42982"/>
                </a:lnTo>
                <a:lnTo>
                  <a:pt x="1024916" y="43489"/>
                </a:lnTo>
                <a:lnTo>
                  <a:pt x="1024470" y="44009"/>
                </a:lnTo>
                <a:lnTo>
                  <a:pt x="1024035" y="44542"/>
                </a:lnTo>
                <a:lnTo>
                  <a:pt x="1023614" y="45088"/>
                </a:lnTo>
                <a:lnTo>
                  <a:pt x="1023204" y="45647"/>
                </a:lnTo>
                <a:lnTo>
                  <a:pt x="1022807" y="46220"/>
                </a:lnTo>
                <a:lnTo>
                  <a:pt x="1022424" y="46806"/>
                </a:lnTo>
                <a:lnTo>
                  <a:pt x="1022057" y="47407"/>
                </a:lnTo>
                <a:lnTo>
                  <a:pt x="1021707" y="48023"/>
                </a:lnTo>
                <a:lnTo>
                  <a:pt x="1021373" y="48653"/>
                </a:lnTo>
                <a:lnTo>
                  <a:pt x="1021055" y="49299"/>
                </a:lnTo>
                <a:lnTo>
                  <a:pt x="1020754" y="49960"/>
                </a:lnTo>
                <a:lnTo>
                  <a:pt x="1020469" y="50636"/>
                </a:lnTo>
                <a:lnTo>
                  <a:pt x="1020200" y="51327"/>
                </a:lnTo>
                <a:lnTo>
                  <a:pt x="1019947" y="52033"/>
                </a:lnTo>
                <a:lnTo>
                  <a:pt x="1019711" y="52754"/>
                </a:lnTo>
                <a:lnTo>
                  <a:pt x="1019491" y="53490"/>
                </a:lnTo>
                <a:lnTo>
                  <a:pt x="1019287" y="54241"/>
                </a:lnTo>
                <a:lnTo>
                  <a:pt x="1019100" y="55007"/>
                </a:lnTo>
                <a:lnTo>
                  <a:pt x="1018929" y="55788"/>
                </a:lnTo>
                <a:lnTo>
                  <a:pt x="1018774" y="56583"/>
                </a:lnTo>
                <a:lnTo>
                  <a:pt x="1018636" y="57394"/>
                </a:lnTo>
                <a:lnTo>
                  <a:pt x="1018513" y="58220"/>
                </a:lnTo>
                <a:lnTo>
                  <a:pt x="1018408" y="59061"/>
                </a:lnTo>
                <a:lnTo>
                  <a:pt x="1018318" y="59917"/>
                </a:lnTo>
                <a:lnTo>
                  <a:pt x="1018245" y="60787"/>
                </a:lnTo>
                <a:lnTo>
                  <a:pt x="1018188" y="61673"/>
                </a:lnTo>
                <a:lnTo>
                  <a:pt x="1018147" y="62574"/>
                </a:lnTo>
                <a:lnTo>
                  <a:pt x="1018122" y="63490"/>
                </a:lnTo>
                <a:lnTo>
                  <a:pt x="1018114" y="64420"/>
                </a:lnTo>
                <a:lnTo>
                  <a:pt x="1032875" y="64420"/>
                </a:lnTo>
                <a:lnTo>
                  <a:pt x="1032886" y="63556"/>
                </a:lnTo>
                <a:lnTo>
                  <a:pt x="1032919" y="62710"/>
                </a:lnTo>
                <a:lnTo>
                  <a:pt x="1032974" y="61884"/>
                </a:lnTo>
                <a:lnTo>
                  <a:pt x="1033050" y="61078"/>
                </a:lnTo>
                <a:lnTo>
                  <a:pt x="1033148" y="60292"/>
                </a:lnTo>
                <a:lnTo>
                  <a:pt x="1033268" y="59524"/>
                </a:lnTo>
                <a:lnTo>
                  <a:pt x="1033410" y="58777"/>
                </a:lnTo>
                <a:lnTo>
                  <a:pt x="1033574" y="58049"/>
                </a:lnTo>
                <a:lnTo>
                  <a:pt x="1033759" y="57340"/>
                </a:lnTo>
                <a:lnTo>
                  <a:pt x="1033967" y="56651"/>
                </a:lnTo>
                <a:lnTo>
                  <a:pt x="1034196" y="55982"/>
                </a:lnTo>
                <a:lnTo>
                  <a:pt x="1034447" y="55332"/>
                </a:lnTo>
                <a:lnTo>
                  <a:pt x="1034720" y="54702"/>
                </a:lnTo>
                <a:lnTo>
                  <a:pt x="1035015" y="54091"/>
                </a:lnTo>
                <a:lnTo>
                  <a:pt x="1035331" y="53500"/>
                </a:lnTo>
                <a:lnTo>
                  <a:pt x="1035670" y="52928"/>
                </a:lnTo>
                <a:lnTo>
                  <a:pt x="1036030" y="52376"/>
                </a:lnTo>
                <a:lnTo>
                  <a:pt x="1036412" y="51843"/>
                </a:lnTo>
                <a:lnTo>
                  <a:pt x="1036816" y="51330"/>
                </a:lnTo>
                <a:lnTo>
                  <a:pt x="1037241" y="50837"/>
                </a:lnTo>
                <a:lnTo>
                  <a:pt x="1037689" y="50363"/>
                </a:lnTo>
                <a:lnTo>
                  <a:pt x="1038158" y="49909"/>
                </a:lnTo>
                <a:lnTo>
                  <a:pt x="1038649" y="49474"/>
                </a:lnTo>
                <a:lnTo>
                  <a:pt x="1039162" y="49058"/>
                </a:lnTo>
                <a:lnTo>
                  <a:pt x="1039691" y="48661"/>
                </a:lnTo>
                <a:lnTo>
                  <a:pt x="1040231" y="48281"/>
                </a:lnTo>
                <a:lnTo>
                  <a:pt x="1040780" y="47918"/>
                </a:lnTo>
                <a:lnTo>
                  <a:pt x="1041339" y="47572"/>
                </a:lnTo>
                <a:lnTo>
                  <a:pt x="1041909" y="47242"/>
                </a:lnTo>
                <a:lnTo>
                  <a:pt x="1042488" y="46929"/>
                </a:lnTo>
                <a:lnTo>
                  <a:pt x="1043078" y="46634"/>
                </a:lnTo>
                <a:lnTo>
                  <a:pt x="1043678" y="46355"/>
                </a:lnTo>
                <a:lnTo>
                  <a:pt x="1044288" y="46093"/>
                </a:lnTo>
                <a:lnTo>
                  <a:pt x="1044908" y="45848"/>
                </a:lnTo>
                <a:lnTo>
                  <a:pt x="1045538" y="45620"/>
                </a:lnTo>
                <a:lnTo>
                  <a:pt x="1046179" y="45409"/>
                </a:lnTo>
                <a:lnTo>
                  <a:pt x="1046829" y="45214"/>
                </a:lnTo>
                <a:lnTo>
                  <a:pt x="1047490" y="45037"/>
                </a:lnTo>
                <a:lnTo>
                  <a:pt x="1048160" y="44877"/>
                </a:lnTo>
                <a:lnTo>
                  <a:pt x="1048841" y="44733"/>
                </a:lnTo>
                <a:lnTo>
                  <a:pt x="1049532" y="44606"/>
                </a:lnTo>
                <a:lnTo>
                  <a:pt x="1050233" y="44496"/>
                </a:lnTo>
                <a:lnTo>
                  <a:pt x="1050945" y="44403"/>
                </a:lnTo>
                <a:lnTo>
                  <a:pt x="1051666" y="44327"/>
                </a:lnTo>
                <a:lnTo>
                  <a:pt x="1052397" y="44268"/>
                </a:lnTo>
                <a:lnTo>
                  <a:pt x="1053139" y="44226"/>
                </a:lnTo>
                <a:lnTo>
                  <a:pt x="1053891" y="44201"/>
                </a:lnTo>
                <a:lnTo>
                  <a:pt x="1054653" y="44192"/>
                </a:lnTo>
                <a:lnTo>
                  <a:pt x="1055369" y="44200"/>
                </a:lnTo>
                <a:lnTo>
                  <a:pt x="1056074" y="44223"/>
                </a:lnTo>
                <a:lnTo>
                  <a:pt x="1056770" y="44262"/>
                </a:lnTo>
                <a:lnTo>
                  <a:pt x="1057454" y="44316"/>
                </a:lnTo>
                <a:lnTo>
                  <a:pt x="1058129" y="44386"/>
                </a:lnTo>
                <a:lnTo>
                  <a:pt x="1058793" y="44471"/>
                </a:lnTo>
                <a:lnTo>
                  <a:pt x="1059446" y="44572"/>
                </a:lnTo>
                <a:lnTo>
                  <a:pt x="1060089" y="44688"/>
                </a:lnTo>
                <a:lnTo>
                  <a:pt x="1060722" y="44820"/>
                </a:lnTo>
                <a:lnTo>
                  <a:pt x="1061344" y="44967"/>
                </a:lnTo>
                <a:lnTo>
                  <a:pt x="1061956" y="45130"/>
                </a:lnTo>
                <a:lnTo>
                  <a:pt x="1062557" y="45308"/>
                </a:lnTo>
                <a:lnTo>
                  <a:pt x="1063148" y="45502"/>
                </a:lnTo>
                <a:lnTo>
                  <a:pt x="1063728" y="45711"/>
                </a:lnTo>
                <a:lnTo>
                  <a:pt x="1064298" y="45936"/>
                </a:lnTo>
                <a:lnTo>
                  <a:pt x="1064858" y="46177"/>
                </a:lnTo>
                <a:lnTo>
                  <a:pt x="1065407" y="46432"/>
                </a:lnTo>
                <a:lnTo>
                  <a:pt x="1065945" y="46704"/>
                </a:lnTo>
                <a:lnTo>
                  <a:pt x="1066474" y="46990"/>
                </a:lnTo>
                <a:lnTo>
                  <a:pt x="1066991" y="47293"/>
                </a:lnTo>
                <a:lnTo>
                  <a:pt x="1067499" y="47611"/>
                </a:lnTo>
                <a:lnTo>
                  <a:pt x="1067996" y="47944"/>
                </a:lnTo>
                <a:lnTo>
                  <a:pt x="1068482" y="48293"/>
                </a:lnTo>
                <a:lnTo>
                  <a:pt x="1068958" y="48657"/>
                </a:lnTo>
                <a:lnTo>
                  <a:pt x="1069419" y="49042"/>
                </a:lnTo>
                <a:lnTo>
                  <a:pt x="1069860" y="49453"/>
                </a:lnTo>
                <a:lnTo>
                  <a:pt x="1070282" y="49891"/>
                </a:lnTo>
                <a:lnTo>
                  <a:pt x="1070684" y="50355"/>
                </a:lnTo>
                <a:lnTo>
                  <a:pt x="1071067" y="50844"/>
                </a:lnTo>
                <a:lnTo>
                  <a:pt x="1071430" y="51360"/>
                </a:lnTo>
                <a:lnTo>
                  <a:pt x="1071773" y="51903"/>
                </a:lnTo>
                <a:lnTo>
                  <a:pt x="1072097" y="52471"/>
                </a:lnTo>
                <a:lnTo>
                  <a:pt x="1072401" y="53065"/>
                </a:lnTo>
                <a:lnTo>
                  <a:pt x="1072685" y="53686"/>
                </a:lnTo>
                <a:lnTo>
                  <a:pt x="1072950" y="54333"/>
                </a:lnTo>
                <a:lnTo>
                  <a:pt x="1073195" y="55006"/>
                </a:lnTo>
                <a:lnTo>
                  <a:pt x="1073421" y="55705"/>
                </a:lnTo>
                <a:lnTo>
                  <a:pt x="1073627" y="56431"/>
                </a:lnTo>
                <a:lnTo>
                  <a:pt x="1073813" y="57182"/>
                </a:lnTo>
                <a:lnTo>
                  <a:pt x="1073980" y="57960"/>
                </a:lnTo>
                <a:lnTo>
                  <a:pt x="1074127" y="58764"/>
                </a:lnTo>
                <a:lnTo>
                  <a:pt x="1074254" y="59594"/>
                </a:lnTo>
                <a:lnTo>
                  <a:pt x="1074362" y="60450"/>
                </a:lnTo>
                <a:lnTo>
                  <a:pt x="1074450" y="61332"/>
                </a:lnTo>
                <a:lnTo>
                  <a:pt x="1074519" y="62241"/>
                </a:lnTo>
                <a:lnTo>
                  <a:pt x="1074568" y="63176"/>
                </a:lnTo>
                <a:lnTo>
                  <a:pt x="1074598" y="64137"/>
                </a:lnTo>
                <a:lnTo>
                  <a:pt x="1074607" y="65124"/>
                </a:lnTo>
                <a:lnTo>
                  <a:pt x="1074607" y="71653"/>
                </a:lnTo>
                <a:lnTo>
                  <a:pt x="1073089" y="71672"/>
                </a:lnTo>
                <a:lnTo>
                  <a:pt x="1071587" y="71699"/>
                </a:lnTo>
                <a:lnTo>
                  <a:pt x="1070101" y="71733"/>
                </a:lnTo>
                <a:lnTo>
                  <a:pt x="1068632" y="71774"/>
                </a:lnTo>
                <a:lnTo>
                  <a:pt x="1067178" y="71822"/>
                </a:lnTo>
                <a:lnTo>
                  <a:pt x="1065740" y="71878"/>
                </a:lnTo>
                <a:lnTo>
                  <a:pt x="1064319" y="71941"/>
                </a:lnTo>
                <a:lnTo>
                  <a:pt x="1062914" y="72011"/>
                </a:lnTo>
                <a:lnTo>
                  <a:pt x="1061525" y="72089"/>
                </a:lnTo>
                <a:lnTo>
                  <a:pt x="1060152" y="72174"/>
                </a:lnTo>
                <a:lnTo>
                  <a:pt x="1058795" y="72266"/>
                </a:lnTo>
                <a:lnTo>
                  <a:pt x="1057454" y="72365"/>
                </a:lnTo>
                <a:lnTo>
                  <a:pt x="1056130" y="72472"/>
                </a:lnTo>
                <a:lnTo>
                  <a:pt x="1054821" y="72586"/>
                </a:lnTo>
                <a:lnTo>
                  <a:pt x="1053529" y="72708"/>
                </a:lnTo>
                <a:lnTo>
                  <a:pt x="1052253" y="72836"/>
                </a:lnTo>
                <a:lnTo>
                  <a:pt x="1050993" y="72972"/>
                </a:lnTo>
                <a:lnTo>
                  <a:pt x="1049749" y="73115"/>
                </a:lnTo>
                <a:lnTo>
                  <a:pt x="1048522" y="73266"/>
                </a:lnTo>
                <a:lnTo>
                  <a:pt x="1047310" y="73423"/>
                </a:lnTo>
                <a:lnTo>
                  <a:pt x="1046114" y="73588"/>
                </a:lnTo>
                <a:lnTo>
                  <a:pt x="1044935" y="73761"/>
                </a:lnTo>
                <a:lnTo>
                  <a:pt x="1043772" y="73940"/>
                </a:lnTo>
                <a:lnTo>
                  <a:pt x="1042625" y="74127"/>
                </a:lnTo>
                <a:lnTo>
                  <a:pt x="1041497" y="74325"/>
                </a:lnTo>
                <a:lnTo>
                  <a:pt x="1040390" y="74537"/>
                </a:lnTo>
                <a:lnTo>
                  <a:pt x="1039305" y="74762"/>
                </a:lnTo>
                <a:lnTo>
                  <a:pt x="1038241" y="75002"/>
                </a:lnTo>
                <a:lnTo>
                  <a:pt x="1037199" y="75256"/>
                </a:lnTo>
                <a:lnTo>
                  <a:pt x="1036178" y="75524"/>
                </a:lnTo>
                <a:lnTo>
                  <a:pt x="1035179" y="75806"/>
                </a:lnTo>
                <a:lnTo>
                  <a:pt x="1034202" y="76103"/>
                </a:lnTo>
                <a:lnTo>
                  <a:pt x="1033246" y="76413"/>
                </a:lnTo>
                <a:lnTo>
                  <a:pt x="1032311" y="76738"/>
                </a:lnTo>
                <a:lnTo>
                  <a:pt x="1031398" y="77076"/>
                </a:lnTo>
                <a:lnTo>
                  <a:pt x="1030506" y="77429"/>
                </a:lnTo>
                <a:lnTo>
                  <a:pt x="1029636" y="77796"/>
                </a:lnTo>
                <a:lnTo>
                  <a:pt x="1028788" y="78177"/>
                </a:lnTo>
                <a:lnTo>
                  <a:pt x="1027961" y="78571"/>
                </a:lnTo>
                <a:lnTo>
                  <a:pt x="1027155" y="78981"/>
                </a:lnTo>
                <a:lnTo>
                  <a:pt x="1026371" y="79404"/>
                </a:lnTo>
                <a:lnTo>
                  <a:pt x="1025609" y="79841"/>
                </a:lnTo>
                <a:lnTo>
                  <a:pt x="1024868" y="80292"/>
                </a:lnTo>
                <a:lnTo>
                  <a:pt x="1024148" y="80758"/>
                </a:lnTo>
                <a:lnTo>
                  <a:pt x="1023450" y="81237"/>
                </a:lnTo>
                <a:lnTo>
                  <a:pt x="1022774" y="81731"/>
                </a:lnTo>
                <a:lnTo>
                  <a:pt x="1022119" y="82239"/>
                </a:lnTo>
                <a:lnTo>
                  <a:pt x="1021486" y="82761"/>
                </a:lnTo>
                <a:lnTo>
                  <a:pt x="1020876" y="83300"/>
                </a:lnTo>
                <a:lnTo>
                  <a:pt x="1020292" y="83859"/>
                </a:lnTo>
                <a:lnTo>
                  <a:pt x="1019734" y="84439"/>
                </a:lnTo>
                <a:lnTo>
                  <a:pt x="1019203" y="85040"/>
                </a:lnTo>
                <a:lnTo>
                  <a:pt x="1018697" y="85660"/>
                </a:lnTo>
                <a:lnTo>
                  <a:pt x="1018217" y="86302"/>
                </a:lnTo>
                <a:lnTo>
                  <a:pt x="1017763" y="86963"/>
                </a:lnTo>
                <a:lnTo>
                  <a:pt x="1017335" y="87645"/>
                </a:lnTo>
                <a:lnTo>
                  <a:pt x="1016933" y="88348"/>
                </a:lnTo>
                <a:lnTo>
                  <a:pt x="1016556" y="89071"/>
                </a:lnTo>
                <a:lnTo>
                  <a:pt x="1016206" y="89814"/>
                </a:lnTo>
                <a:lnTo>
                  <a:pt x="1015882" y="90578"/>
                </a:lnTo>
                <a:lnTo>
                  <a:pt x="1015583" y="91362"/>
                </a:lnTo>
                <a:lnTo>
                  <a:pt x="1015311" y="92166"/>
                </a:lnTo>
                <a:lnTo>
                  <a:pt x="1015065" y="92991"/>
                </a:lnTo>
                <a:lnTo>
                  <a:pt x="1014844" y="93837"/>
                </a:lnTo>
                <a:lnTo>
                  <a:pt x="1014650" y="94702"/>
                </a:lnTo>
                <a:lnTo>
                  <a:pt x="1014481" y="95589"/>
                </a:lnTo>
                <a:lnTo>
                  <a:pt x="1014338" y="96495"/>
                </a:lnTo>
                <a:lnTo>
                  <a:pt x="1014221" y="97422"/>
                </a:lnTo>
                <a:lnTo>
                  <a:pt x="1014131" y="98370"/>
                </a:lnTo>
                <a:lnTo>
                  <a:pt x="1014066" y="99338"/>
                </a:lnTo>
                <a:lnTo>
                  <a:pt x="1014027" y="100326"/>
                </a:lnTo>
                <a:lnTo>
                  <a:pt x="1014014" y="101335"/>
                </a:lnTo>
                <a:lnTo>
                  <a:pt x="1014020" y="102045"/>
                </a:lnTo>
                <a:lnTo>
                  <a:pt x="1014040" y="102747"/>
                </a:lnTo>
                <a:lnTo>
                  <a:pt x="1014073" y="103438"/>
                </a:lnTo>
                <a:lnTo>
                  <a:pt x="1014119" y="104121"/>
                </a:lnTo>
                <a:lnTo>
                  <a:pt x="1014178" y="104793"/>
                </a:lnTo>
                <a:lnTo>
                  <a:pt x="1014250" y="105456"/>
                </a:lnTo>
                <a:lnTo>
                  <a:pt x="1014336" y="106110"/>
                </a:lnTo>
                <a:lnTo>
                  <a:pt x="1014434" y="106754"/>
                </a:lnTo>
                <a:lnTo>
                  <a:pt x="1014546" y="107388"/>
                </a:lnTo>
                <a:lnTo>
                  <a:pt x="1014670" y="108013"/>
                </a:lnTo>
                <a:lnTo>
                  <a:pt x="1014808" y="108628"/>
                </a:lnTo>
                <a:lnTo>
                  <a:pt x="1014959" y="109234"/>
                </a:lnTo>
                <a:lnTo>
                  <a:pt x="1015123" y="109830"/>
                </a:lnTo>
                <a:lnTo>
                  <a:pt x="1015301" y="110417"/>
                </a:lnTo>
                <a:lnTo>
                  <a:pt x="1015491" y="110994"/>
                </a:lnTo>
                <a:lnTo>
                  <a:pt x="1015695" y="111561"/>
                </a:lnTo>
                <a:lnTo>
                  <a:pt x="1015911" y="112119"/>
                </a:lnTo>
                <a:lnTo>
                  <a:pt x="1016141" y="112667"/>
                </a:lnTo>
                <a:lnTo>
                  <a:pt x="1016384" y="113206"/>
                </a:lnTo>
                <a:lnTo>
                  <a:pt x="1016640" y="113735"/>
                </a:lnTo>
                <a:lnTo>
                  <a:pt x="1016909" y="114255"/>
                </a:lnTo>
                <a:lnTo>
                  <a:pt x="1017191" y="114765"/>
                </a:lnTo>
                <a:lnTo>
                  <a:pt x="1017487" y="115266"/>
                </a:lnTo>
                <a:lnTo>
                  <a:pt x="1017795" y="115757"/>
                </a:lnTo>
                <a:lnTo>
                  <a:pt x="1018115" y="116238"/>
                </a:lnTo>
                <a:lnTo>
                  <a:pt x="1018443" y="116709"/>
                </a:lnTo>
                <a:lnTo>
                  <a:pt x="1018781" y="117171"/>
                </a:lnTo>
                <a:lnTo>
                  <a:pt x="1019127" y="117622"/>
                </a:lnTo>
                <a:lnTo>
                  <a:pt x="1019482" y="118064"/>
                </a:lnTo>
                <a:lnTo>
                  <a:pt x="1019845" y="118496"/>
                </a:lnTo>
                <a:lnTo>
                  <a:pt x="1020218" y="118918"/>
                </a:lnTo>
                <a:lnTo>
                  <a:pt x="1020600" y="119330"/>
                </a:lnTo>
                <a:lnTo>
                  <a:pt x="1020990" y="119732"/>
                </a:lnTo>
                <a:lnTo>
                  <a:pt x="1021389" y="120124"/>
                </a:lnTo>
                <a:lnTo>
                  <a:pt x="1021798" y="120507"/>
                </a:lnTo>
                <a:lnTo>
                  <a:pt x="1022215" y="120879"/>
                </a:lnTo>
                <a:lnTo>
                  <a:pt x="1022640" y="121242"/>
                </a:lnTo>
                <a:lnTo>
                  <a:pt x="1023075" y="121595"/>
                </a:lnTo>
                <a:lnTo>
                  <a:pt x="1023519" y="121937"/>
                </a:lnTo>
                <a:lnTo>
                  <a:pt x="1023971" y="122270"/>
                </a:lnTo>
                <a:lnTo>
                  <a:pt x="1024432" y="122594"/>
                </a:lnTo>
                <a:lnTo>
                  <a:pt x="1024903" y="122907"/>
                </a:lnTo>
                <a:lnTo>
                  <a:pt x="1025382" y="123210"/>
                </a:lnTo>
                <a:lnTo>
                  <a:pt x="1025869" y="123503"/>
                </a:lnTo>
                <a:lnTo>
                  <a:pt x="1026366" y="123787"/>
                </a:lnTo>
                <a:lnTo>
                  <a:pt x="1026872" y="124061"/>
                </a:lnTo>
                <a:lnTo>
                  <a:pt x="1027386" y="124324"/>
                </a:lnTo>
                <a:lnTo>
                  <a:pt x="1027909" y="124578"/>
                </a:lnTo>
                <a:lnTo>
                  <a:pt x="1028439" y="124822"/>
                </a:lnTo>
                <a:lnTo>
                  <a:pt x="1028974" y="125055"/>
                </a:lnTo>
                <a:lnTo>
                  <a:pt x="1029513" y="125278"/>
                </a:lnTo>
                <a:lnTo>
                  <a:pt x="1030057" y="125491"/>
                </a:lnTo>
                <a:lnTo>
                  <a:pt x="1030605" y="125693"/>
                </a:lnTo>
                <a:lnTo>
                  <a:pt x="1031158" y="125885"/>
                </a:lnTo>
                <a:lnTo>
                  <a:pt x="1031716" y="126066"/>
                </a:lnTo>
                <a:lnTo>
                  <a:pt x="1032278" y="126238"/>
                </a:lnTo>
                <a:lnTo>
                  <a:pt x="1032845" y="126398"/>
                </a:lnTo>
                <a:lnTo>
                  <a:pt x="1033416" y="126549"/>
                </a:lnTo>
                <a:lnTo>
                  <a:pt x="1033992" y="126689"/>
                </a:lnTo>
                <a:lnTo>
                  <a:pt x="1034572" y="126818"/>
                </a:lnTo>
                <a:lnTo>
                  <a:pt x="1035157" y="126938"/>
                </a:lnTo>
                <a:lnTo>
                  <a:pt x="1035747" y="127047"/>
                </a:lnTo>
                <a:lnTo>
                  <a:pt x="1036341" y="127145"/>
                </a:lnTo>
                <a:lnTo>
                  <a:pt x="1036940" y="127233"/>
                </a:lnTo>
                <a:lnTo>
                  <a:pt x="1037544" y="127311"/>
                </a:lnTo>
                <a:lnTo>
                  <a:pt x="1038152" y="127378"/>
                </a:lnTo>
                <a:lnTo>
                  <a:pt x="1038764" y="127435"/>
                </a:lnTo>
                <a:lnTo>
                  <a:pt x="1039381" y="127482"/>
                </a:lnTo>
                <a:lnTo>
                  <a:pt x="1040003" y="127518"/>
                </a:lnTo>
                <a:lnTo>
                  <a:pt x="1040630" y="127544"/>
                </a:lnTo>
                <a:lnTo>
                  <a:pt x="1041260" y="127560"/>
                </a:lnTo>
                <a:lnTo>
                  <a:pt x="1041896" y="127565"/>
                </a:lnTo>
                <a:lnTo>
                  <a:pt x="1042787" y="127558"/>
                </a:lnTo>
                <a:lnTo>
                  <a:pt x="1043669" y="127536"/>
                </a:lnTo>
                <a:lnTo>
                  <a:pt x="1044542" y="127500"/>
                </a:lnTo>
                <a:lnTo>
                  <a:pt x="1045405" y="127450"/>
                </a:lnTo>
                <a:lnTo>
                  <a:pt x="1046259" y="127385"/>
                </a:lnTo>
                <a:close/>
                <a:moveTo>
                  <a:pt x="1042660" y="115723"/>
                </a:moveTo>
                <a:lnTo>
                  <a:pt x="1042053" y="115644"/>
                </a:lnTo>
                <a:lnTo>
                  <a:pt x="1041459" y="115551"/>
                </a:lnTo>
                <a:lnTo>
                  <a:pt x="1040879" y="115444"/>
                </a:lnTo>
                <a:lnTo>
                  <a:pt x="1040312" y="115322"/>
                </a:lnTo>
                <a:lnTo>
                  <a:pt x="1039759" y="115186"/>
                </a:lnTo>
                <a:lnTo>
                  <a:pt x="1039221" y="115036"/>
                </a:lnTo>
                <a:lnTo>
                  <a:pt x="1038695" y="114871"/>
                </a:lnTo>
                <a:lnTo>
                  <a:pt x="1038184" y="114692"/>
                </a:lnTo>
                <a:lnTo>
                  <a:pt x="1037687" y="114499"/>
                </a:lnTo>
                <a:lnTo>
                  <a:pt x="1037203" y="114291"/>
                </a:lnTo>
                <a:lnTo>
                  <a:pt x="1036733" y="114070"/>
                </a:lnTo>
                <a:lnTo>
                  <a:pt x="1036276" y="113833"/>
                </a:lnTo>
                <a:lnTo>
                  <a:pt x="1035834" y="113583"/>
                </a:lnTo>
                <a:lnTo>
                  <a:pt x="1035405" y="113318"/>
                </a:lnTo>
                <a:lnTo>
                  <a:pt x="1034990" y="113039"/>
                </a:lnTo>
                <a:lnTo>
                  <a:pt x="1034589" y="112745"/>
                </a:lnTo>
                <a:lnTo>
                  <a:pt x="1034201" y="112437"/>
                </a:lnTo>
                <a:lnTo>
                  <a:pt x="1033828" y="112115"/>
                </a:lnTo>
                <a:lnTo>
                  <a:pt x="1033468" y="111779"/>
                </a:lnTo>
                <a:lnTo>
                  <a:pt x="1033122" y="111430"/>
                </a:lnTo>
                <a:lnTo>
                  <a:pt x="1032791" y="111072"/>
                </a:lnTo>
                <a:lnTo>
                  <a:pt x="1032475" y="110704"/>
                </a:lnTo>
                <a:lnTo>
                  <a:pt x="1032173" y="110327"/>
                </a:lnTo>
                <a:lnTo>
                  <a:pt x="1031886" y="109940"/>
                </a:lnTo>
                <a:lnTo>
                  <a:pt x="1031614" y="109543"/>
                </a:lnTo>
                <a:lnTo>
                  <a:pt x="1031356" y="109136"/>
                </a:lnTo>
                <a:lnTo>
                  <a:pt x="1031114" y="108719"/>
                </a:lnTo>
                <a:lnTo>
                  <a:pt x="1030886" y="108293"/>
                </a:lnTo>
                <a:lnTo>
                  <a:pt x="1030672" y="107858"/>
                </a:lnTo>
                <a:lnTo>
                  <a:pt x="1030474" y="107412"/>
                </a:lnTo>
                <a:lnTo>
                  <a:pt x="1030290" y="106957"/>
                </a:lnTo>
                <a:lnTo>
                  <a:pt x="1030121" y="106492"/>
                </a:lnTo>
                <a:lnTo>
                  <a:pt x="1029966" y="106017"/>
                </a:lnTo>
                <a:lnTo>
                  <a:pt x="1029826" y="105533"/>
                </a:lnTo>
                <a:lnTo>
                  <a:pt x="1029701" y="105039"/>
                </a:lnTo>
                <a:lnTo>
                  <a:pt x="1029591" y="104535"/>
                </a:lnTo>
                <a:lnTo>
                  <a:pt x="1029495" y="104021"/>
                </a:lnTo>
                <a:lnTo>
                  <a:pt x="1029415" y="103498"/>
                </a:lnTo>
                <a:lnTo>
                  <a:pt x="1029348" y="102965"/>
                </a:lnTo>
                <a:lnTo>
                  <a:pt x="1029297" y="102423"/>
                </a:lnTo>
                <a:lnTo>
                  <a:pt x="1029260" y="101870"/>
                </a:lnTo>
                <a:lnTo>
                  <a:pt x="1029238" y="101308"/>
                </a:lnTo>
                <a:lnTo>
                  <a:pt x="1029231" y="100737"/>
                </a:lnTo>
                <a:lnTo>
                  <a:pt x="1029249" y="99901"/>
                </a:lnTo>
                <a:lnTo>
                  <a:pt x="1029304" y="99086"/>
                </a:lnTo>
                <a:lnTo>
                  <a:pt x="1029395" y="98290"/>
                </a:lnTo>
                <a:lnTo>
                  <a:pt x="1029523" y="97515"/>
                </a:lnTo>
                <a:lnTo>
                  <a:pt x="1029687" y="96758"/>
                </a:lnTo>
                <a:lnTo>
                  <a:pt x="1029888" y="96022"/>
                </a:lnTo>
                <a:lnTo>
                  <a:pt x="1030126" y="95305"/>
                </a:lnTo>
                <a:lnTo>
                  <a:pt x="1030400" y="94609"/>
                </a:lnTo>
                <a:lnTo>
                  <a:pt x="1030711" y="93931"/>
                </a:lnTo>
                <a:lnTo>
                  <a:pt x="1031058" y="93274"/>
                </a:lnTo>
                <a:lnTo>
                  <a:pt x="1031441" y="92636"/>
                </a:lnTo>
                <a:lnTo>
                  <a:pt x="1031862" y="92018"/>
                </a:lnTo>
                <a:lnTo>
                  <a:pt x="1032318" y="91420"/>
                </a:lnTo>
                <a:lnTo>
                  <a:pt x="1032812" y="90842"/>
                </a:lnTo>
                <a:lnTo>
                  <a:pt x="1033342" y="90283"/>
                </a:lnTo>
                <a:lnTo>
                  <a:pt x="1033908" y="89744"/>
                </a:lnTo>
                <a:lnTo>
                  <a:pt x="1034511" y="89225"/>
                </a:lnTo>
                <a:lnTo>
                  <a:pt x="1035150" y="88726"/>
                </a:lnTo>
                <a:lnTo>
                  <a:pt x="1035826" y="88246"/>
                </a:lnTo>
                <a:lnTo>
                  <a:pt x="1036539" y="87786"/>
                </a:lnTo>
                <a:lnTo>
                  <a:pt x="1037288" y="87346"/>
                </a:lnTo>
                <a:lnTo>
                  <a:pt x="1038074" y="86925"/>
                </a:lnTo>
                <a:lnTo>
                  <a:pt x="1038896" y="86524"/>
                </a:lnTo>
                <a:lnTo>
                  <a:pt x="1039755" y="86143"/>
                </a:lnTo>
                <a:lnTo>
                  <a:pt x="1040656" y="85779"/>
                </a:lnTo>
                <a:lnTo>
                  <a:pt x="1041604" y="85430"/>
                </a:lnTo>
                <a:lnTo>
                  <a:pt x="1042600" y="85095"/>
                </a:lnTo>
                <a:lnTo>
                  <a:pt x="1043644" y="84774"/>
                </a:lnTo>
                <a:lnTo>
                  <a:pt x="1044735" y="84468"/>
                </a:lnTo>
                <a:lnTo>
                  <a:pt x="1045874" y="84176"/>
                </a:lnTo>
                <a:lnTo>
                  <a:pt x="1047060" y="83899"/>
                </a:lnTo>
                <a:lnTo>
                  <a:pt x="1048295" y="83636"/>
                </a:lnTo>
                <a:lnTo>
                  <a:pt x="1049576" y="83388"/>
                </a:lnTo>
                <a:lnTo>
                  <a:pt x="1050906" y="83154"/>
                </a:lnTo>
                <a:lnTo>
                  <a:pt x="1052283" y="82935"/>
                </a:lnTo>
                <a:lnTo>
                  <a:pt x="1053707" y="82730"/>
                </a:lnTo>
                <a:lnTo>
                  <a:pt x="1055179" y="82540"/>
                </a:lnTo>
                <a:lnTo>
                  <a:pt x="1056699" y="82364"/>
                </a:lnTo>
                <a:lnTo>
                  <a:pt x="1058267" y="82203"/>
                </a:lnTo>
                <a:lnTo>
                  <a:pt x="1059882" y="82056"/>
                </a:lnTo>
                <a:lnTo>
                  <a:pt x="1061544" y="81923"/>
                </a:lnTo>
                <a:lnTo>
                  <a:pt x="1063255" y="81806"/>
                </a:lnTo>
                <a:lnTo>
                  <a:pt x="1065013" y="81702"/>
                </a:lnTo>
                <a:lnTo>
                  <a:pt x="1066818" y="81613"/>
                </a:lnTo>
                <a:lnTo>
                  <a:pt x="1068671" y="81539"/>
                </a:lnTo>
                <a:lnTo>
                  <a:pt x="1070572" y="81479"/>
                </a:lnTo>
                <a:lnTo>
                  <a:pt x="1072520" y="81433"/>
                </a:lnTo>
                <a:lnTo>
                  <a:pt x="1074516" y="81402"/>
                </a:lnTo>
                <a:lnTo>
                  <a:pt x="1074516" y="100170"/>
                </a:lnTo>
                <a:lnTo>
                  <a:pt x="1074102" y="100734"/>
                </a:lnTo>
                <a:lnTo>
                  <a:pt x="1073680" y="101291"/>
                </a:lnTo>
                <a:lnTo>
                  <a:pt x="1073249" y="101839"/>
                </a:lnTo>
                <a:lnTo>
                  <a:pt x="1072810" y="102378"/>
                </a:lnTo>
                <a:lnTo>
                  <a:pt x="1072363" y="102910"/>
                </a:lnTo>
                <a:lnTo>
                  <a:pt x="1071908" y="103433"/>
                </a:lnTo>
                <a:lnTo>
                  <a:pt x="1071444" y="103948"/>
                </a:lnTo>
                <a:lnTo>
                  <a:pt x="1070973" y="104455"/>
                </a:lnTo>
                <a:lnTo>
                  <a:pt x="1070493" y="104954"/>
                </a:lnTo>
                <a:lnTo>
                  <a:pt x="1070005" y="105444"/>
                </a:lnTo>
                <a:lnTo>
                  <a:pt x="1069508" y="105927"/>
                </a:lnTo>
                <a:lnTo>
                  <a:pt x="1069004" y="106401"/>
                </a:lnTo>
                <a:lnTo>
                  <a:pt x="1068491" y="106867"/>
                </a:lnTo>
                <a:lnTo>
                  <a:pt x="1067970" y="107324"/>
                </a:lnTo>
                <a:lnTo>
                  <a:pt x="1067440" y="107774"/>
                </a:lnTo>
                <a:lnTo>
                  <a:pt x="1066903" y="108215"/>
                </a:lnTo>
                <a:lnTo>
                  <a:pt x="1066357" y="108648"/>
                </a:lnTo>
                <a:lnTo>
                  <a:pt x="1065803" y="109073"/>
                </a:lnTo>
                <a:lnTo>
                  <a:pt x="1065241" y="109489"/>
                </a:lnTo>
                <a:lnTo>
                  <a:pt x="1064670" y="109897"/>
                </a:lnTo>
                <a:lnTo>
                  <a:pt x="1064092" y="110298"/>
                </a:lnTo>
                <a:lnTo>
                  <a:pt x="1063505" y="110689"/>
                </a:lnTo>
                <a:lnTo>
                  <a:pt x="1062910" y="111073"/>
                </a:lnTo>
                <a:lnTo>
                  <a:pt x="1062306" y="111449"/>
                </a:lnTo>
                <a:lnTo>
                  <a:pt x="1061696" y="111812"/>
                </a:lnTo>
                <a:lnTo>
                  <a:pt x="1061079" y="112160"/>
                </a:lnTo>
                <a:lnTo>
                  <a:pt x="1060456" y="112492"/>
                </a:lnTo>
                <a:lnTo>
                  <a:pt x="1059826" y="112809"/>
                </a:lnTo>
                <a:lnTo>
                  <a:pt x="1059190" y="113111"/>
                </a:lnTo>
                <a:lnTo>
                  <a:pt x="1058548" y="113397"/>
                </a:lnTo>
                <a:lnTo>
                  <a:pt x="1057899" y="113668"/>
                </a:lnTo>
                <a:lnTo>
                  <a:pt x="1057244" y="113923"/>
                </a:lnTo>
                <a:lnTo>
                  <a:pt x="1056583" y="114162"/>
                </a:lnTo>
                <a:lnTo>
                  <a:pt x="1055916" y="114387"/>
                </a:lnTo>
                <a:lnTo>
                  <a:pt x="1055242" y="114595"/>
                </a:lnTo>
                <a:lnTo>
                  <a:pt x="1054561" y="114789"/>
                </a:lnTo>
                <a:lnTo>
                  <a:pt x="1053875" y="114966"/>
                </a:lnTo>
                <a:lnTo>
                  <a:pt x="1053182" y="115129"/>
                </a:lnTo>
                <a:lnTo>
                  <a:pt x="1052483" y="115276"/>
                </a:lnTo>
                <a:lnTo>
                  <a:pt x="1051777" y="115407"/>
                </a:lnTo>
                <a:lnTo>
                  <a:pt x="1051065" y="115523"/>
                </a:lnTo>
                <a:lnTo>
                  <a:pt x="1050347" y="115624"/>
                </a:lnTo>
                <a:lnTo>
                  <a:pt x="1049623" y="115709"/>
                </a:lnTo>
                <a:lnTo>
                  <a:pt x="1048892" y="115778"/>
                </a:lnTo>
                <a:lnTo>
                  <a:pt x="1048155" y="115832"/>
                </a:lnTo>
                <a:lnTo>
                  <a:pt x="1047411" y="115871"/>
                </a:lnTo>
                <a:lnTo>
                  <a:pt x="1046661" y="115894"/>
                </a:lnTo>
                <a:lnTo>
                  <a:pt x="1045905" y="115902"/>
                </a:lnTo>
                <a:lnTo>
                  <a:pt x="1045229" y="115895"/>
                </a:lnTo>
                <a:lnTo>
                  <a:pt x="1044566" y="115873"/>
                </a:lnTo>
                <a:lnTo>
                  <a:pt x="1043917" y="115838"/>
                </a:lnTo>
                <a:lnTo>
                  <a:pt x="1043282" y="115787"/>
                </a:lnTo>
                <a:lnTo>
                  <a:pt x="1042660" y="115723"/>
                </a:lnTo>
                <a:close/>
                <a:moveTo>
                  <a:pt x="1352191" y="127450"/>
                </a:moveTo>
                <a:lnTo>
                  <a:pt x="1353045" y="127385"/>
                </a:lnTo>
                <a:lnTo>
                  <a:pt x="1353890" y="127306"/>
                </a:lnTo>
                <a:lnTo>
                  <a:pt x="1354725" y="127212"/>
                </a:lnTo>
                <a:lnTo>
                  <a:pt x="1355551" y="127104"/>
                </a:lnTo>
                <a:lnTo>
                  <a:pt x="1356368" y="126982"/>
                </a:lnTo>
                <a:lnTo>
                  <a:pt x="1357175" y="126845"/>
                </a:lnTo>
                <a:lnTo>
                  <a:pt x="1357973" y="126694"/>
                </a:lnTo>
                <a:lnTo>
                  <a:pt x="1358762" y="126529"/>
                </a:lnTo>
                <a:lnTo>
                  <a:pt x="1359541" y="126349"/>
                </a:lnTo>
                <a:lnTo>
                  <a:pt x="1360311" y="126154"/>
                </a:lnTo>
                <a:lnTo>
                  <a:pt x="1361072" y="125946"/>
                </a:lnTo>
                <a:lnTo>
                  <a:pt x="1361823" y="125722"/>
                </a:lnTo>
                <a:lnTo>
                  <a:pt x="1362565" y="125485"/>
                </a:lnTo>
                <a:lnTo>
                  <a:pt x="1363298" y="125233"/>
                </a:lnTo>
                <a:lnTo>
                  <a:pt x="1364021" y="124967"/>
                </a:lnTo>
                <a:lnTo>
                  <a:pt x="1364735" y="124686"/>
                </a:lnTo>
                <a:lnTo>
                  <a:pt x="1365440" y="124391"/>
                </a:lnTo>
                <a:lnTo>
                  <a:pt x="1366135" y="124081"/>
                </a:lnTo>
                <a:lnTo>
                  <a:pt x="1366821" y="123758"/>
                </a:lnTo>
                <a:lnTo>
                  <a:pt x="1367498" y="123419"/>
                </a:lnTo>
                <a:lnTo>
                  <a:pt x="1368167" y="123069"/>
                </a:lnTo>
                <a:lnTo>
                  <a:pt x="1368828" y="122710"/>
                </a:lnTo>
                <a:lnTo>
                  <a:pt x="1369483" y="122341"/>
                </a:lnTo>
                <a:lnTo>
                  <a:pt x="1370132" y="121963"/>
                </a:lnTo>
                <a:lnTo>
                  <a:pt x="1370773" y="121575"/>
                </a:lnTo>
                <a:lnTo>
                  <a:pt x="1371407" y="121178"/>
                </a:lnTo>
                <a:lnTo>
                  <a:pt x="1372035" y="120772"/>
                </a:lnTo>
                <a:lnTo>
                  <a:pt x="1372656" y="120357"/>
                </a:lnTo>
                <a:lnTo>
                  <a:pt x="1373270" y="119932"/>
                </a:lnTo>
                <a:lnTo>
                  <a:pt x="1373878" y="119498"/>
                </a:lnTo>
                <a:lnTo>
                  <a:pt x="1374478" y="119054"/>
                </a:lnTo>
                <a:lnTo>
                  <a:pt x="1375072" y="118601"/>
                </a:lnTo>
                <a:lnTo>
                  <a:pt x="1375659" y="118139"/>
                </a:lnTo>
                <a:lnTo>
                  <a:pt x="1376239" y="117668"/>
                </a:lnTo>
                <a:lnTo>
                  <a:pt x="1376813" y="117187"/>
                </a:lnTo>
                <a:lnTo>
                  <a:pt x="1377379" y="116697"/>
                </a:lnTo>
                <a:lnTo>
                  <a:pt x="1377939" y="116197"/>
                </a:lnTo>
                <a:lnTo>
                  <a:pt x="1378492" y="115688"/>
                </a:lnTo>
                <a:lnTo>
                  <a:pt x="1379038" y="115170"/>
                </a:lnTo>
                <a:lnTo>
                  <a:pt x="1379577" y="114643"/>
                </a:lnTo>
                <a:lnTo>
                  <a:pt x="1380110" y="114106"/>
                </a:lnTo>
                <a:lnTo>
                  <a:pt x="1380636" y="113560"/>
                </a:lnTo>
                <a:lnTo>
                  <a:pt x="1381155" y="113004"/>
                </a:lnTo>
                <a:lnTo>
                  <a:pt x="1381667" y="112440"/>
                </a:lnTo>
                <a:lnTo>
                  <a:pt x="1382305" y="125925"/>
                </a:lnTo>
                <a:lnTo>
                  <a:pt x="1396519" y="125925"/>
                </a:lnTo>
                <a:lnTo>
                  <a:pt x="1396519" y="64810"/>
                </a:lnTo>
                <a:lnTo>
                  <a:pt x="1396514" y="63995"/>
                </a:lnTo>
                <a:lnTo>
                  <a:pt x="1396499" y="63193"/>
                </a:lnTo>
                <a:lnTo>
                  <a:pt x="1396473" y="62403"/>
                </a:lnTo>
                <a:lnTo>
                  <a:pt x="1396438" y="61626"/>
                </a:lnTo>
                <a:lnTo>
                  <a:pt x="1396392" y="60861"/>
                </a:lnTo>
                <a:lnTo>
                  <a:pt x="1396337" y="60109"/>
                </a:lnTo>
                <a:lnTo>
                  <a:pt x="1396271" y="59369"/>
                </a:lnTo>
                <a:lnTo>
                  <a:pt x="1396195" y="58642"/>
                </a:lnTo>
                <a:lnTo>
                  <a:pt x="1396109" y="57927"/>
                </a:lnTo>
                <a:lnTo>
                  <a:pt x="1396013" y="57225"/>
                </a:lnTo>
                <a:lnTo>
                  <a:pt x="1395906" y="56536"/>
                </a:lnTo>
                <a:lnTo>
                  <a:pt x="1395790" y="55859"/>
                </a:lnTo>
                <a:lnTo>
                  <a:pt x="1395664" y="55194"/>
                </a:lnTo>
                <a:lnTo>
                  <a:pt x="1395527" y="54543"/>
                </a:lnTo>
                <a:lnTo>
                  <a:pt x="1395380" y="53903"/>
                </a:lnTo>
                <a:lnTo>
                  <a:pt x="1395223" y="53276"/>
                </a:lnTo>
                <a:lnTo>
                  <a:pt x="1395056" y="52662"/>
                </a:lnTo>
                <a:lnTo>
                  <a:pt x="1394879" y="52061"/>
                </a:lnTo>
                <a:lnTo>
                  <a:pt x="1394692" y="51471"/>
                </a:lnTo>
                <a:lnTo>
                  <a:pt x="1394494" y="50895"/>
                </a:lnTo>
                <a:lnTo>
                  <a:pt x="1394287" y="50331"/>
                </a:lnTo>
                <a:lnTo>
                  <a:pt x="1394069" y="49779"/>
                </a:lnTo>
                <a:lnTo>
                  <a:pt x="1393841" y="49240"/>
                </a:lnTo>
                <a:lnTo>
                  <a:pt x="1393603" y="48714"/>
                </a:lnTo>
                <a:lnTo>
                  <a:pt x="1393357" y="48198"/>
                </a:lnTo>
                <a:lnTo>
                  <a:pt x="1393103" y="47692"/>
                </a:lnTo>
                <a:lnTo>
                  <a:pt x="1392842" y="47196"/>
                </a:lnTo>
                <a:lnTo>
                  <a:pt x="1392574" y="46709"/>
                </a:lnTo>
                <a:lnTo>
                  <a:pt x="1392299" y="46232"/>
                </a:lnTo>
                <a:lnTo>
                  <a:pt x="1392017" y="45765"/>
                </a:lnTo>
                <a:lnTo>
                  <a:pt x="1391728" y="45307"/>
                </a:lnTo>
                <a:lnTo>
                  <a:pt x="1391432" y="44859"/>
                </a:lnTo>
                <a:lnTo>
                  <a:pt x="1391128" y="44420"/>
                </a:lnTo>
                <a:lnTo>
                  <a:pt x="1390817" y="43991"/>
                </a:lnTo>
                <a:lnTo>
                  <a:pt x="1390500" y="43572"/>
                </a:lnTo>
                <a:lnTo>
                  <a:pt x="1390175" y="43162"/>
                </a:lnTo>
                <a:lnTo>
                  <a:pt x="1389843" y="42762"/>
                </a:lnTo>
                <a:lnTo>
                  <a:pt x="1389504" y="42372"/>
                </a:lnTo>
                <a:lnTo>
                  <a:pt x="1389158" y="41991"/>
                </a:lnTo>
                <a:lnTo>
                  <a:pt x="1388804" y="41619"/>
                </a:lnTo>
                <a:lnTo>
                  <a:pt x="1388444" y="41258"/>
                </a:lnTo>
                <a:lnTo>
                  <a:pt x="1388076" y="40906"/>
                </a:lnTo>
                <a:lnTo>
                  <a:pt x="1387702" y="40563"/>
                </a:lnTo>
                <a:lnTo>
                  <a:pt x="1387320" y="40231"/>
                </a:lnTo>
                <a:lnTo>
                  <a:pt x="1386931" y="39907"/>
                </a:lnTo>
                <a:lnTo>
                  <a:pt x="1386535" y="39594"/>
                </a:lnTo>
                <a:lnTo>
                  <a:pt x="1386132" y="39290"/>
                </a:lnTo>
                <a:lnTo>
                  <a:pt x="1385722" y="38996"/>
                </a:lnTo>
                <a:lnTo>
                  <a:pt x="1385305" y="38710"/>
                </a:lnTo>
                <a:lnTo>
                  <a:pt x="1384885" y="38432"/>
                </a:lnTo>
                <a:lnTo>
                  <a:pt x="1384460" y="38161"/>
                </a:lnTo>
                <a:lnTo>
                  <a:pt x="1384031" y="37898"/>
                </a:lnTo>
                <a:lnTo>
                  <a:pt x="1383597" y="37642"/>
                </a:lnTo>
                <a:lnTo>
                  <a:pt x="1383159" y="37394"/>
                </a:lnTo>
                <a:lnTo>
                  <a:pt x="1382716" y="37153"/>
                </a:lnTo>
                <a:lnTo>
                  <a:pt x="1382269" y="36920"/>
                </a:lnTo>
                <a:lnTo>
                  <a:pt x="1381818" y="36694"/>
                </a:lnTo>
                <a:lnTo>
                  <a:pt x="1381362" y="36476"/>
                </a:lnTo>
                <a:lnTo>
                  <a:pt x="1380901" y="36265"/>
                </a:lnTo>
                <a:lnTo>
                  <a:pt x="1380437" y="36062"/>
                </a:lnTo>
                <a:lnTo>
                  <a:pt x="1379967" y="35866"/>
                </a:lnTo>
                <a:lnTo>
                  <a:pt x="1379494" y="35678"/>
                </a:lnTo>
                <a:lnTo>
                  <a:pt x="1379016" y="35498"/>
                </a:lnTo>
                <a:lnTo>
                  <a:pt x="1378533" y="35324"/>
                </a:lnTo>
                <a:lnTo>
                  <a:pt x="1378046" y="35159"/>
                </a:lnTo>
                <a:lnTo>
                  <a:pt x="1377555" y="35000"/>
                </a:lnTo>
                <a:lnTo>
                  <a:pt x="1377059" y="34850"/>
                </a:lnTo>
                <a:lnTo>
                  <a:pt x="1376559" y="34707"/>
                </a:lnTo>
                <a:lnTo>
                  <a:pt x="1376054" y="34571"/>
                </a:lnTo>
                <a:lnTo>
                  <a:pt x="1375545" y="34443"/>
                </a:lnTo>
                <a:lnTo>
                  <a:pt x="1375032" y="34322"/>
                </a:lnTo>
                <a:lnTo>
                  <a:pt x="1374514" y="34209"/>
                </a:lnTo>
                <a:lnTo>
                  <a:pt x="1373993" y="34102"/>
                </a:lnTo>
                <a:lnTo>
                  <a:pt x="1373470" y="33999"/>
                </a:lnTo>
                <a:lnTo>
                  <a:pt x="1372944" y="33901"/>
                </a:lnTo>
                <a:lnTo>
                  <a:pt x="1372417" y="33807"/>
                </a:lnTo>
                <a:lnTo>
                  <a:pt x="1371888" y="33718"/>
                </a:lnTo>
                <a:lnTo>
                  <a:pt x="1371356" y="33634"/>
                </a:lnTo>
                <a:lnTo>
                  <a:pt x="1370823" y="33554"/>
                </a:lnTo>
                <a:lnTo>
                  <a:pt x="1370287" y="33478"/>
                </a:lnTo>
                <a:lnTo>
                  <a:pt x="1369750" y="33407"/>
                </a:lnTo>
                <a:lnTo>
                  <a:pt x="1369210" y="33341"/>
                </a:lnTo>
                <a:lnTo>
                  <a:pt x="1368668" y="33280"/>
                </a:lnTo>
                <a:lnTo>
                  <a:pt x="1368124" y="33222"/>
                </a:lnTo>
                <a:lnTo>
                  <a:pt x="1367579" y="33170"/>
                </a:lnTo>
                <a:lnTo>
                  <a:pt x="1367031" y="33122"/>
                </a:lnTo>
                <a:lnTo>
                  <a:pt x="1366481" y="33079"/>
                </a:lnTo>
                <a:lnTo>
                  <a:pt x="1365929" y="33040"/>
                </a:lnTo>
                <a:lnTo>
                  <a:pt x="1365375" y="33005"/>
                </a:lnTo>
                <a:lnTo>
                  <a:pt x="1364819" y="32976"/>
                </a:lnTo>
                <a:lnTo>
                  <a:pt x="1364260" y="32951"/>
                </a:lnTo>
                <a:lnTo>
                  <a:pt x="1363700" y="32930"/>
                </a:lnTo>
                <a:lnTo>
                  <a:pt x="1363138" y="32914"/>
                </a:lnTo>
                <a:lnTo>
                  <a:pt x="1362573" y="32903"/>
                </a:lnTo>
                <a:lnTo>
                  <a:pt x="1362007" y="32896"/>
                </a:lnTo>
                <a:lnTo>
                  <a:pt x="1361439" y="32894"/>
                </a:lnTo>
                <a:lnTo>
                  <a:pt x="1360554" y="32899"/>
                </a:lnTo>
                <a:lnTo>
                  <a:pt x="1359679" y="32916"/>
                </a:lnTo>
                <a:lnTo>
                  <a:pt x="1358811" y="32943"/>
                </a:lnTo>
                <a:lnTo>
                  <a:pt x="1357952" y="32982"/>
                </a:lnTo>
                <a:lnTo>
                  <a:pt x="1357101" y="33032"/>
                </a:lnTo>
                <a:lnTo>
                  <a:pt x="1356259" y="33093"/>
                </a:lnTo>
                <a:lnTo>
                  <a:pt x="1355425" y="33165"/>
                </a:lnTo>
                <a:lnTo>
                  <a:pt x="1354600" y="33248"/>
                </a:lnTo>
                <a:lnTo>
                  <a:pt x="1353783" y="33342"/>
                </a:lnTo>
                <a:lnTo>
                  <a:pt x="1352974" y="33448"/>
                </a:lnTo>
                <a:lnTo>
                  <a:pt x="1352173" y="33564"/>
                </a:lnTo>
                <a:lnTo>
                  <a:pt x="1351381" y="33692"/>
                </a:lnTo>
                <a:lnTo>
                  <a:pt x="1350598" y="33830"/>
                </a:lnTo>
                <a:lnTo>
                  <a:pt x="1349823" y="33980"/>
                </a:lnTo>
                <a:lnTo>
                  <a:pt x="1349056" y="34140"/>
                </a:lnTo>
                <a:lnTo>
                  <a:pt x="1348297" y="34312"/>
                </a:lnTo>
                <a:lnTo>
                  <a:pt x="1347547" y="34495"/>
                </a:lnTo>
                <a:lnTo>
                  <a:pt x="1346806" y="34689"/>
                </a:lnTo>
                <a:lnTo>
                  <a:pt x="1346072" y="34894"/>
                </a:lnTo>
                <a:lnTo>
                  <a:pt x="1345347" y="35110"/>
                </a:lnTo>
                <a:lnTo>
                  <a:pt x="1344631" y="35337"/>
                </a:lnTo>
                <a:lnTo>
                  <a:pt x="1343923" y="35576"/>
                </a:lnTo>
                <a:lnTo>
                  <a:pt x="1343223" y="35825"/>
                </a:lnTo>
                <a:lnTo>
                  <a:pt x="1342532" y="36086"/>
                </a:lnTo>
                <a:lnTo>
                  <a:pt x="1341851" y="36358"/>
                </a:lnTo>
                <a:lnTo>
                  <a:pt x="1341182" y="36643"/>
                </a:lnTo>
                <a:lnTo>
                  <a:pt x="1340526" y="36942"/>
                </a:lnTo>
                <a:lnTo>
                  <a:pt x="1339882" y="37253"/>
                </a:lnTo>
                <a:lnTo>
                  <a:pt x="1339250" y="37577"/>
                </a:lnTo>
                <a:lnTo>
                  <a:pt x="1338631" y="37915"/>
                </a:lnTo>
                <a:lnTo>
                  <a:pt x="1338024" y="38265"/>
                </a:lnTo>
                <a:lnTo>
                  <a:pt x="1337429" y="38629"/>
                </a:lnTo>
                <a:lnTo>
                  <a:pt x="1336847" y="39006"/>
                </a:lnTo>
                <a:lnTo>
                  <a:pt x="1336277" y="39395"/>
                </a:lnTo>
                <a:lnTo>
                  <a:pt x="1335719" y="39798"/>
                </a:lnTo>
                <a:lnTo>
                  <a:pt x="1335174" y="40214"/>
                </a:lnTo>
                <a:lnTo>
                  <a:pt x="1334641" y="40642"/>
                </a:lnTo>
                <a:lnTo>
                  <a:pt x="1334120" y="41084"/>
                </a:lnTo>
                <a:lnTo>
                  <a:pt x="1333612" y="41539"/>
                </a:lnTo>
                <a:lnTo>
                  <a:pt x="1333116" y="42007"/>
                </a:lnTo>
                <a:lnTo>
                  <a:pt x="1332633" y="42488"/>
                </a:lnTo>
                <a:lnTo>
                  <a:pt x="1332161" y="42982"/>
                </a:lnTo>
                <a:lnTo>
                  <a:pt x="1331702" y="43489"/>
                </a:lnTo>
                <a:lnTo>
                  <a:pt x="1331256" y="44009"/>
                </a:lnTo>
                <a:lnTo>
                  <a:pt x="1330822" y="44542"/>
                </a:lnTo>
                <a:lnTo>
                  <a:pt x="1330400" y="45088"/>
                </a:lnTo>
                <a:lnTo>
                  <a:pt x="1329990" y="45647"/>
                </a:lnTo>
                <a:lnTo>
                  <a:pt x="1329593" y="46220"/>
                </a:lnTo>
                <a:lnTo>
                  <a:pt x="1329210" y="46806"/>
                </a:lnTo>
                <a:lnTo>
                  <a:pt x="1328843" y="47407"/>
                </a:lnTo>
                <a:lnTo>
                  <a:pt x="1328493" y="48023"/>
                </a:lnTo>
                <a:lnTo>
                  <a:pt x="1328159" y="48653"/>
                </a:lnTo>
                <a:lnTo>
                  <a:pt x="1327841" y="49299"/>
                </a:lnTo>
                <a:lnTo>
                  <a:pt x="1327540" y="49960"/>
                </a:lnTo>
                <a:lnTo>
                  <a:pt x="1327255" y="50636"/>
                </a:lnTo>
                <a:lnTo>
                  <a:pt x="1326986" y="51327"/>
                </a:lnTo>
                <a:lnTo>
                  <a:pt x="1326733" y="52033"/>
                </a:lnTo>
                <a:lnTo>
                  <a:pt x="1326497" y="52754"/>
                </a:lnTo>
                <a:lnTo>
                  <a:pt x="1326277" y="53490"/>
                </a:lnTo>
                <a:lnTo>
                  <a:pt x="1326073" y="54241"/>
                </a:lnTo>
                <a:lnTo>
                  <a:pt x="1325886" y="55007"/>
                </a:lnTo>
                <a:lnTo>
                  <a:pt x="1325715" y="55788"/>
                </a:lnTo>
                <a:lnTo>
                  <a:pt x="1325560" y="56583"/>
                </a:lnTo>
                <a:lnTo>
                  <a:pt x="1325422" y="57394"/>
                </a:lnTo>
                <a:lnTo>
                  <a:pt x="1325300" y="58220"/>
                </a:lnTo>
                <a:lnTo>
                  <a:pt x="1325194" y="59061"/>
                </a:lnTo>
                <a:lnTo>
                  <a:pt x="1325104" y="59917"/>
                </a:lnTo>
                <a:lnTo>
                  <a:pt x="1325031" y="60787"/>
                </a:lnTo>
                <a:lnTo>
                  <a:pt x="1324974" y="61673"/>
                </a:lnTo>
                <a:lnTo>
                  <a:pt x="1324933" y="62574"/>
                </a:lnTo>
                <a:lnTo>
                  <a:pt x="1324908" y="63490"/>
                </a:lnTo>
                <a:lnTo>
                  <a:pt x="1324900" y="64420"/>
                </a:lnTo>
                <a:lnTo>
                  <a:pt x="1339661" y="64420"/>
                </a:lnTo>
                <a:lnTo>
                  <a:pt x="1339672" y="63556"/>
                </a:lnTo>
                <a:lnTo>
                  <a:pt x="1339705" y="62710"/>
                </a:lnTo>
                <a:lnTo>
                  <a:pt x="1339760" y="61884"/>
                </a:lnTo>
                <a:lnTo>
                  <a:pt x="1339836" y="61078"/>
                </a:lnTo>
                <a:lnTo>
                  <a:pt x="1339934" y="60292"/>
                </a:lnTo>
                <a:lnTo>
                  <a:pt x="1340054" y="59524"/>
                </a:lnTo>
                <a:lnTo>
                  <a:pt x="1340196" y="58777"/>
                </a:lnTo>
                <a:lnTo>
                  <a:pt x="1340360" y="58049"/>
                </a:lnTo>
                <a:lnTo>
                  <a:pt x="1340546" y="57340"/>
                </a:lnTo>
                <a:lnTo>
                  <a:pt x="1340753" y="56651"/>
                </a:lnTo>
                <a:lnTo>
                  <a:pt x="1340982" y="55982"/>
                </a:lnTo>
                <a:lnTo>
                  <a:pt x="1341233" y="55332"/>
                </a:lnTo>
                <a:lnTo>
                  <a:pt x="1341506" y="54702"/>
                </a:lnTo>
                <a:lnTo>
                  <a:pt x="1341801" y="54091"/>
                </a:lnTo>
                <a:lnTo>
                  <a:pt x="1342117" y="53500"/>
                </a:lnTo>
                <a:lnTo>
                  <a:pt x="1342456" y="52928"/>
                </a:lnTo>
                <a:lnTo>
                  <a:pt x="1342816" y="52376"/>
                </a:lnTo>
                <a:lnTo>
                  <a:pt x="1343198" y="51843"/>
                </a:lnTo>
                <a:lnTo>
                  <a:pt x="1343602" y="51330"/>
                </a:lnTo>
                <a:lnTo>
                  <a:pt x="1344027" y="50837"/>
                </a:lnTo>
                <a:lnTo>
                  <a:pt x="1344475" y="50363"/>
                </a:lnTo>
                <a:lnTo>
                  <a:pt x="1344944" y="49909"/>
                </a:lnTo>
                <a:lnTo>
                  <a:pt x="1345436" y="49474"/>
                </a:lnTo>
                <a:lnTo>
                  <a:pt x="1345949" y="49058"/>
                </a:lnTo>
                <a:lnTo>
                  <a:pt x="1346478" y="48661"/>
                </a:lnTo>
                <a:lnTo>
                  <a:pt x="1347017" y="48281"/>
                </a:lnTo>
                <a:lnTo>
                  <a:pt x="1347566" y="47918"/>
                </a:lnTo>
                <a:lnTo>
                  <a:pt x="1348125" y="47572"/>
                </a:lnTo>
                <a:lnTo>
                  <a:pt x="1348695" y="47242"/>
                </a:lnTo>
                <a:lnTo>
                  <a:pt x="1349274" y="46929"/>
                </a:lnTo>
                <a:lnTo>
                  <a:pt x="1349864" y="46634"/>
                </a:lnTo>
                <a:lnTo>
                  <a:pt x="1350464" y="46355"/>
                </a:lnTo>
                <a:lnTo>
                  <a:pt x="1351074" y="46093"/>
                </a:lnTo>
                <a:lnTo>
                  <a:pt x="1351694" y="45848"/>
                </a:lnTo>
                <a:lnTo>
                  <a:pt x="1352324" y="45620"/>
                </a:lnTo>
                <a:lnTo>
                  <a:pt x="1352965" y="45409"/>
                </a:lnTo>
                <a:lnTo>
                  <a:pt x="1353615" y="45214"/>
                </a:lnTo>
                <a:lnTo>
                  <a:pt x="1354276" y="45037"/>
                </a:lnTo>
                <a:lnTo>
                  <a:pt x="1354946" y="44877"/>
                </a:lnTo>
                <a:lnTo>
                  <a:pt x="1355627" y="44733"/>
                </a:lnTo>
                <a:lnTo>
                  <a:pt x="1356318" y="44606"/>
                </a:lnTo>
                <a:lnTo>
                  <a:pt x="1357019" y="44496"/>
                </a:lnTo>
                <a:lnTo>
                  <a:pt x="1357731" y="44403"/>
                </a:lnTo>
                <a:lnTo>
                  <a:pt x="1358452" y="44327"/>
                </a:lnTo>
                <a:lnTo>
                  <a:pt x="1359183" y="44268"/>
                </a:lnTo>
                <a:lnTo>
                  <a:pt x="1359925" y="44226"/>
                </a:lnTo>
                <a:lnTo>
                  <a:pt x="1360677" y="44201"/>
                </a:lnTo>
                <a:lnTo>
                  <a:pt x="1361439" y="44192"/>
                </a:lnTo>
                <a:lnTo>
                  <a:pt x="1362155" y="44200"/>
                </a:lnTo>
                <a:lnTo>
                  <a:pt x="1362860" y="44223"/>
                </a:lnTo>
                <a:lnTo>
                  <a:pt x="1363556" y="44262"/>
                </a:lnTo>
                <a:lnTo>
                  <a:pt x="1364240" y="44316"/>
                </a:lnTo>
                <a:lnTo>
                  <a:pt x="1364915" y="44386"/>
                </a:lnTo>
                <a:lnTo>
                  <a:pt x="1365579" y="44471"/>
                </a:lnTo>
                <a:lnTo>
                  <a:pt x="1366232" y="44572"/>
                </a:lnTo>
                <a:lnTo>
                  <a:pt x="1366875" y="44688"/>
                </a:lnTo>
                <a:lnTo>
                  <a:pt x="1367508" y="44820"/>
                </a:lnTo>
                <a:lnTo>
                  <a:pt x="1368130" y="44967"/>
                </a:lnTo>
                <a:lnTo>
                  <a:pt x="1368742" y="45130"/>
                </a:lnTo>
                <a:lnTo>
                  <a:pt x="1369343" y="45308"/>
                </a:lnTo>
                <a:lnTo>
                  <a:pt x="1369934" y="45502"/>
                </a:lnTo>
                <a:lnTo>
                  <a:pt x="1370514" y="45711"/>
                </a:lnTo>
                <a:lnTo>
                  <a:pt x="1371084" y="45936"/>
                </a:lnTo>
                <a:lnTo>
                  <a:pt x="1371644" y="46177"/>
                </a:lnTo>
                <a:lnTo>
                  <a:pt x="1372193" y="46432"/>
                </a:lnTo>
                <a:lnTo>
                  <a:pt x="1372732" y="46704"/>
                </a:lnTo>
                <a:lnTo>
                  <a:pt x="1373260" y="46990"/>
                </a:lnTo>
                <a:lnTo>
                  <a:pt x="1373777" y="47293"/>
                </a:lnTo>
                <a:lnTo>
                  <a:pt x="1374285" y="47611"/>
                </a:lnTo>
                <a:lnTo>
                  <a:pt x="1374782" y="47944"/>
                </a:lnTo>
                <a:lnTo>
                  <a:pt x="1375268" y="48293"/>
                </a:lnTo>
                <a:lnTo>
                  <a:pt x="1375744" y="48657"/>
                </a:lnTo>
                <a:lnTo>
                  <a:pt x="1376205" y="49042"/>
                </a:lnTo>
                <a:lnTo>
                  <a:pt x="1376646" y="49453"/>
                </a:lnTo>
                <a:lnTo>
                  <a:pt x="1377068" y="49891"/>
                </a:lnTo>
                <a:lnTo>
                  <a:pt x="1377470" y="50355"/>
                </a:lnTo>
                <a:lnTo>
                  <a:pt x="1377853" y="50844"/>
                </a:lnTo>
                <a:lnTo>
                  <a:pt x="1378216" y="51360"/>
                </a:lnTo>
                <a:lnTo>
                  <a:pt x="1378559" y="51903"/>
                </a:lnTo>
                <a:lnTo>
                  <a:pt x="1378883" y="52471"/>
                </a:lnTo>
                <a:lnTo>
                  <a:pt x="1379187" y="53065"/>
                </a:lnTo>
                <a:lnTo>
                  <a:pt x="1379471" y="53686"/>
                </a:lnTo>
                <a:lnTo>
                  <a:pt x="1379736" y="54333"/>
                </a:lnTo>
                <a:lnTo>
                  <a:pt x="1379981" y="55006"/>
                </a:lnTo>
                <a:lnTo>
                  <a:pt x="1380207" y="55705"/>
                </a:lnTo>
                <a:lnTo>
                  <a:pt x="1380413" y="56431"/>
                </a:lnTo>
                <a:lnTo>
                  <a:pt x="1380599" y="57182"/>
                </a:lnTo>
                <a:lnTo>
                  <a:pt x="1380766" y="57960"/>
                </a:lnTo>
                <a:lnTo>
                  <a:pt x="1380913" y="58764"/>
                </a:lnTo>
                <a:lnTo>
                  <a:pt x="1381040" y="59594"/>
                </a:lnTo>
                <a:lnTo>
                  <a:pt x="1381148" y="60450"/>
                </a:lnTo>
                <a:lnTo>
                  <a:pt x="1381237" y="61332"/>
                </a:lnTo>
                <a:lnTo>
                  <a:pt x="1381305" y="62241"/>
                </a:lnTo>
                <a:lnTo>
                  <a:pt x="1381354" y="63176"/>
                </a:lnTo>
                <a:lnTo>
                  <a:pt x="1381384" y="64137"/>
                </a:lnTo>
                <a:lnTo>
                  <a:pt x="1381393" y="65124"/>
                </a:lnTo>
                <a:lnTo>
                  <a:pt x="1381393" y="71653"/>
                </a:lnTo>
                <a:lnTo>
                  <a:pt x="1379875" y="71672"/>
                </a:lnTo>
                <a:lnTo>
                  <a:pt x="1378373" y="71699"/>
                </a:lnTo>
                <a:lnTo>
                  <a:pt x="1376887" y="71733"/>
                </a:lnTo>
                <a:lnTo>
                  <a:pt x="1375418" y="71774"/>
                </a:lnTo>
                <a:lnTo>
                  <a:pt x="1373964" y="71822"/>
                </a:lnTo>
                <a:lnTo>
                  <a:pt x="1372527" y="71878"/>
                </a:lnTo>
                <a:lnTo>
                  <a:pt x="1371105" y="71941"/>
                </a:lnTo>
                <a:lnTo>
                  <a:pt x="1369700" y="72011"/>
                </a:lnTo>
                <a:lnTo>
                  <a:pt x="1368311" y="72089"/>
                </a:lnTo>
                <a:lnTo>
                  <a:pt x="1366938" y="72174"/>
                </a:lnTo>
                <a:lnTo>
                  <a:pt x="1365581" y="72266"/>
                </a:lnTo>
                <a:lnTo>
                  <a:pt x="1364240" y="72365"/>
                </a:lnTo>
                <a:lnTo>
                  <a:pt x="1362916" y="72472"/>
                </a:lnTo>
                <a:lnTo>
                  <a:pt x="1361608" y="72586"/>
                </a:lnTo>
                <a:lnTo>
                  <a:pt x="1360315" y="72708"/>
                </a:lnTo>
                <a:lnTo>
                  <a:pt x="1359039" y="72836"/>
                </a:lnTo>
                <a:lnTo>
                  <a:pt x="1357779" y="72972"/>
                </a:lnTo>
                <a:lnTo>
                  <a:pt x="1356535" y="73115"/>
                </a:lnTo>
                <a:lnTo>
                  <a:pt x="1355308" y="73266"/>
                </a:lnTo>
                <a:lnTo>
                  <a:pt x="1354096" y="73423"/>
                </a:lnTo>
                <a:lnTo>
                  <a:pt x="1352901" y="73588"/>
                </a:lnTo>
                <a:lnTo>
                  <a:pt x="1351721" y="73761"/>
                </a:lnTo>
                <a:lnTo>
                  <a:pt x="1350558" y="73940"/>
                </a:lnTo>
                <a:lnTo>
                  <a:pt x="1349411" y="74127"/>
                </a:lnTo>
                <a:lnTo>
                  <a:pt x="1348283" y="74325"/>
                </a:lnTo>
                <a:lnTo>
                  <a:pt x="1347176" y="74537"/>
                </a:lnTo>
                <a:lnTo>
                  <a:pt x="1346091" y="74762"/>
                </a:lnTo>
                <a:lnTo>
                  <a:pt x="1345027" y="75002"/>
                </a:lnTo>
                <a:lnTo>
                  <a:pt x="1343985" y="75256"/>
                </a:lnTo>
                <a:lnTo>
                  <a:pt x="1342964" y="75524"/>
                </a:lnTo>
                <a:lnTo>
                  <a:pt x="1341965" y="75806"/>
                </a:lnTo>
                <a:lnTo>
                  <a:pt x="1340988" y="76103"/>
                </a:lnTo>
                <a:lnTo>
                  <a:pt x="1340032" y="76413"/>
                </a:lnTo>
                <a:lnTo>
                  <a:pt x="1339097" y="76738"/>
                </a:lnTo>
                <a:lnTo>
                  <a:pt x="1338184" y="77076"/>
                </a:lnTo>
                <a:lnTo>
                  <a:pt x="1337292" y="77429"/>
                </a:lnTo>
                <a:lnTo>
                  <a:pt x="1336422" y="77796"/>
                </a:lnTo>
                <a:lnTo>
                  <a:pt x="1335574" y="78177"/>
                </a:lnTo>
                <a:lnTo>
                  <a:pt x="1334747" y="78571"/>
                </a:lnTo>
                <a:lnTo>
                  <a:pt x="1333941" y="78981"/>
                </a:lnTo>
                <a:lnTo>
                  <a:pt x="1333157" y="79404"/>
                </a:lnTo>
                <a:lnTo>
                  <a:pt x="1332395" y="79841"/>
                </a:lnTo>
                <a:lnTo>
                  <a:pt x="1331654" y="80292"/>
                </a:lnTo>
                <a:lnTo>
                  <a:pt x="1330934" y="80758"/>
                </a:lnTo>
                <a:lnTo>
                  <a:pt x="1330236" y="81237"/>
                </a:lnTo>
                <a:lnTo>
                  <a:pt x="1329560" y="81731"/>
                </a:lnTo>
                <a:lnTo>
                  <a:pt x="1328905" y="82239"/>
                </a:lnTo>
                <a:lnTo>
                  <a:pt x="1328272" y="82761"/>
                </a:lnTo>
                <a:lnTo>
                  <a:pt x="1327662" y="83300"/>
                </a:lnTo>
                <a:lnTo>
                  <a:pt x="1327078" y="83859"/>
                </a:lnTo>
                <a:lnTo>
                  <a:pt x="1326521" y="84439"/>
                </a:lnTo>
                <a:lnTo>
                  <a:pt x="1325989" y="85040"/>
                </a:lnTo>
                <a:lnTo>
                  <a:pt x="1325483" y="85660"/>
                </a:lnTo>
                <a:lnTo>
                  <a:pt x="1325003" y="86302"/>
                </a:lnTo>
                <a:lnTo>
                  <a:pt x="1324549" y="86963"/>
                </a:lnTo>
                <a:lnTo>
                  <a:pt x="1324121" y="87645"/>
                </a:lnTo>
                <a:lnTo>
                  <a:pt x="1323719" y="88348"/>
                </a:lnTo>
                <a:lnTo>
                  <a:pt x="1323342" y="89071"/>
                </a:lnTo>
                <a:lnTo>
                  <a:pt x="1322992" y="89814"/>
                </a:lnTo>
                <a:lnTo>
                  <a:pt x="1322668" y="90578"/>
                </a:lnTo>
                <a:lnTo>
                  <a:pt x="1322370" y="91362"/>
                </a:lnTo>
                <a:lnTo>
                  <a:pt x="1322097" y="92166"/>
                </a:lnTo>
                <a:lnTo>
                  <a:pt x="1321851" y="92991"/>
                </a:lnTo>
                <a:lnTo>
                  <a:pt x="1321630" y="93837"/>
                </a:lnTo>
                <a:lnTo>
                  <a:pt x="1321436" y="94702"/>
                </a:lnTo>
                <a:lnTo>
                  <a:pt x="1321267" y="95589"/>
                </a:lnTo>
                <a:lnTo>
                  <a:pt x="1321124" y="96495"/>
                </a:lnTo>
                <a:lnTo>
                  <a:pt x="1321008" y="97422"/>
                </a:lnTo>
                <a:lnTo>
                  <a:pt x="1320917" y="98370"/>
                </a:lnTo>
                <a:lnTo>
                  <a:pt x="1320852" y="99338"/>
                </a:lnTo>
                <a:lnTo>
                  <a:pt x="1320813" y="100326"/>
                </a:lnTo>
                <a:lnTo>
                  <a:pt x="1320800" y="101335"/>
                </a:lnTo>
                <a:lnTo>
                  <a:pt x="1320807" y="102045"/>
                </a:lnTo>
                <a:lnTo>
                  <a:pt x="1320826" y="102747"/>
                </a:lnTo>
                <a:lnTo>
                  <a:pt x="1320859" y="103438"/>
                </a:lnTo>
                <a:lnTo>
                  <a:pt x="1320905" y="104121"/>
                </a:lnTo>
                <a:lnTo>
                  <a:pt x="1320964" y="104793"/>
                </a:lnTo>
                <a:lnTo>
                  <a:pt x="1321036" y="105456"/>
                </a:lnTo>
                <a:lnTo>
                  <a:pt x="1321122" y="106110"/>
                </a:lnTo>
                <a:lnTo>
                  <a:pt x="1321220" y="106754"/>
                </a:lnTo>
                <a:lnTo>
                  <a:pt x="1321332" y="107388"/>
                </a:lnTo>
                <a:lnTo>
                  <a:pt x="1321457" y="108013"/>
                </a:lnTo>
                <a:lnTo>
                  <a:pt x="1321594" y="108628"/>
                </a:lnTo>
                <a:lnTo>
                  <a:pt x="1321745" y="109234"/>
                </a:lnTo>
                <a:lnTo>
                  <a:pt x="1321909" y="109830"/>
                </a:lnTo>
                <a:lnTo>
                  <a:pt x="1322087" y="110417"/>
                </a:lnTo>
                <a:lnTo>
                  <a:pt x="1322277" y="110994"/>
                </a:lnTo>
                <a:lnTo>
                  <a:pt x="1322481" y="111561"/>
                </a:lnTo>
                <a:lnTo>
                  <a:pt x="1322697" y="112119"/>
                </a:lnTo>
                <a:lnTo>
                  <a:pt x="1322927" y="112667"/>
                </a:lnTo>
                <a:lnTo>
                  <a:pt x="1323170" y="113206"/>
                </a:lnTo>
                <a:lnTo>
                  <a:pt x="1323426" y="113735"/>
                </a:lnTo>
                <a:lnTo>
                  <a:pt x="1323695" y="114255"/>
                </a:lnTo>
                <a:lnTo>
                  <a:pt x="1323977" y="114765"/>
                </a:lnTo>
                <a:lnTo>
                  <a:pt x="1324273" y="115266"/>
                </a:lnTo>
                <a:lnTo>
                  <a:pt x="1324581" y="115757"/>
                </a:lnTo>
                <a:lnTo>
                  <a:pt x="1324901" y="116238"/>
                </a:lnTo>
                <a:lnTo>
                  <a:pt x="1325229" y="116709"/>
                </a:lnTo>
                <a:lnTo>
                  <a:pt x="1325567" y="117171"/>
                </a:lnTo>
                <a:lnTo>
                  <a:pt x="1325913" y="117622"/>
                </a:lnTo>
                <a:lnTo>
                  <a:pt x="1326268" y="118064"/>
                </a:lnTo>
                <a:lnTo>
                  <a:pt x="1326632" y="118496"/>
                </a:lnTo>
                <a:lnTo>
                  <a:pt x="1327004" y="118918"/>
                </a:lnTo>
                <a:lnTo>
                  <a:pt x="1327386" y="119330"/>
                </a:lnTo>
                <a:lnTo>
                  <a:pt x="1327776" y="119732"/>
                </a:lnTo>
                <a:lnTo>
                  <a:pt x="1328176" y="120124"/>
                </a:lnTo>
                <a:lnTo>
                  <a:pt x="1328584" y="120507"/>
                </a:lnTo>
                <a:lnTo>
                  <a:pt x="1329001" y="120879"/>
                </a:lnTo>
                <a:lnTo>
                  <a:pt x="1329426" y="121242"/>
                </a:lnTo>
                <a:lnTo>
                  <a:pt x="1329861" y="121595"/>
                </a:lnTo>
                <a:lnTo>
                  <a:pt x="1330305" y="121937"/>
                </a:lnTo>
                <a:lnTo>
                  <a:pt x="1330757" y="122270"/>
                </a:lnTo>
                <a:lnTo>
                  <a:pt x="1331218" y="122594"/>
                </a:lnTo>
                <a:lnTo>
                  <a:pt x="1331689" y="122907"/>
                </a:lnTo>
                <a:lnTo>
                  <a:pt x="1332168" y="123210"/>
                </a:lnTo>
                <a:lnTo>
                  <a:pt x="1332655" y="123503"/>
                </a:lnTo>
                <a:lnTo>
                  <a:pt x="1333152" y="123787"/>
                </a:lnTo>
                <a:lnTo>
                  <a:pt x="1333658" y="124061"/>
                </a:lnTo>
                <a:lnTo>
                  <a:pt x="1334172" y="124324"/>
                </a:lnTo>
                <a:lnTo>
                  <a:pt x="1334695" y="124578"/>
                </a:lnTo>
                <a:lnTo>
                  <a:pt x="1335226" y="124822"/>
                </a:lnTo>
                <a:lnTo>
                  <a:pt x="1335760" y="125055"/>
                </a:lnTo>
                <a:lnTo>
                  <a:pt x="1336299" y="125278"/>
                </a:lnTo>
                <a:lnTo>
                  <a:pt x="1336843" y="125491"/>
                </a:lnTo>
                <a:lnTo>
                  <a:pt x="1337391" y="125693"/>
                </a:lnTo>
                <a:lnTo>
                  <a:pt x="1337944" y="125885"/>
                </a:lnTo>
                <a:lnTo>
                  <a:pt x="1338502" y="126066"/>
                </a:lnTo>
                <a:lnTo>
                  <a:pt x="1339064" y="126238"/>
                </a:lnTo>
                <a:lnTo>
                  <a:pt x="1339631" y="126398"/>
                </a:lnTo>
                <a:lnTo>
                  <a:pt x="1340202" y="126549"/>
                </a:lnTo>
                <a:lnTo>
                  <a:pt x="1340778" y="126689"/>
                </a:lnTo>
                <a:lnTo>
                  <a:pt x="1341358" y="126818"/>
                </a:lnTo>
                <a:lnTo>
                  <a:pt x="1341944" y="126938"/>
                </a:lnTo>
                <a:lnTo>
                  <a:pt x="1342533" y="127047"/>
                </a:lnTo>
                <a:lnTo>
                  <a:pt x="1343127" y="127145"/>
                </a:lnTo>
                <a:lnTo>
                  <a:pt x="1343726" y="127233"/>
                </a:lnTo>
                <a:lnTo>
                  <a:pt x="1344330" y="127311"/>
                </a:lnTo>
                <a:lnTo>
                  <a:pt x="1344938" y="127378"/>
                </a:lnTo>
                <a:lnTo>
                  <a:pt x="1345550" y="127435"/>
                </a:lnTo>
                <a:lnTo>
                  <a:pt x="1346167" y="127482"/>
                </a:lnTo>
                <a:lnTo>
                  <a:pt x="1346789" y="127518"/>
                </a:lnTo>
                <a:lnTo>
                  <a:pt x="1347416" y="127544"/>
                </a:lnTo>
                <a:lnTo>
                  <a:pt x="1348047" y="127560"/>
                </a:lnTo>
                <a:lnTo>
                  <a:pt x="1348682" y="127565"/>
                </a:lnTo>
                <a:lnTo>
                  <a:pt x="1349573" y="127558"/>
                </a:lnTo>
                <a:lnTo>
                  <a:pt x="1350455" y="127536"/>
                </a:lnTo>
                <a:lnTo>
                  <a:pt x="1351328" y="127500"/>
                </a:lnTo>
                <a:lnTo>
                  <a:pt x="1352191" y="127450"/>
                </a:lnTo>
                <a:close/>
                <a:moveTo>
                  <a:pt x="1350068" y="115787"/>
                </a:moveTo>
                <a:lnTo>
                  <a:pt x="1349446" y="115723"/>
                </a:lnTo>
                <a:lnTo>
                  <a:pt x="1348839" y="115644"/>
                </a:lnTo>
                <a:lnTo>
                  <a:pt x="1348245" y="115551"/>
                </a:lnTo>
                <a:lnTo>
                  <a:pt x="1347665" y="115444"/>
                </a:lnTo>
                <a:lnTo>
                  <a:pt x="1347098" y="115322"/>
                </a:lnTo>
                <a:lnTo>
                  <a:pt x="1346546" y="115186"/>
                </a:lnTo>
                <a:lnTo>
                  <a:pt x="1346007" y="115036"/>
                </a:lnTo>
                <a:lnTo>
                  <a:pt x="1345482" y="114871"/>
                </a:lnTo>
                <a:lnTo>
                  <a:pt x="1344970" y="114692"/>
                </a:lnTo>
                <a:lnTo>
                  <a:pt x="1344473" y="114499"/>
                </a:lnTo>
                <a:lnTo>
                  <a:pt x="1343989" y="114291"/>
                </a:lnTo>
                <a:lnTo>
                  <a:pt x="1343519" y="114070"/>
                </a:lnTo>
                <a:lnTo>
                  <a:pt x="1343062" y="113833"/>
                </a:lnTo>
                <a:lnTo>
                  <a:pt x="1342620" y="113583"/>
                </a:lnTo>
                <a:lnTo>
                  <a:pt x="1342191" y="113318"/>
                </a:lnTo>
                <a:lnTo>
                  <a:pt x="1341776" y="113039"/>
                </a:lnTo>
                <a:lnTo>
                  <a:pt x="1341375" y="112745"/>
                </a:lnTo>
                <a:lnTo>
                  <a:pt x="1340987" y="112437"/>
                </a:lnTo>
                <a:lnTo>
                  <a:pt x="1340614" y="112115"/>
                </a:lnTo>
                <a:lnTo>
                  <a:pt x="1340254" y="111779"/>
                </a:lnTo>
                <a:lnTo>
                  <a:pt x="1339908" y="111430"/>
                </a:lnTo>
                <a:lnTo>
                  <a:pt x="1339577" y="111072"/>
                </a:lnTo>
                <a:lnTo>
                  <a:pt x="1339261" y="110704"/>
                </a:lnTo>
                <a:lnTo>
                  <a:pt x="1338959" y="110327"/>
                </a:lnTo>
                <a:lnTo>
                  <a:pt x="1338672" y="109940"/>
                </a:lnTo>
                <a:lnTo>
                  <a:pt x="1338400" y="109543"/>
                </a:lnTo>
                <a:lnTo>
                  <a:pt x="1338143" y="109136"/>
                </a:lnTo>
                <a:lnTo>
                  <a:pt x="1337900" y="108719"/>
                </a:lnTo>
                <a:lnTo>
                  <a:pt x="1337672" y="108293"/>
                </a:lnTo>
                <a:lnTo>
                  <a:pt x="1337458" y="107858"/>
                </a:lnTo>
                <a:lnTo>
                  <a:pt x="1337260" y="107412"/>
                </a:lnTo>
                <a:lnTo>
                  <a:pt x="1337076" y="106957"/>
                </a:lnTo>
                <a:lnTo>
                  <a:pt x="1336907" y="106492"/>
                </a:lnTo>
                <a:lnTo>
                  <a:pt x="1336752" y="106017"/>
                </a:lnTo>
                <a:lnTo>
                  <a:pt x="1336613" y="105533"/>
                </a:lnTo>
                <a:lnTo>
                  <a:pt x="1336487" y="105039"/>
                </a:lnTo>
                <a:lnTo>
                  <a:pt x="1336377" y="104535"/>
                </a:lnTo>
                <a:lnTo>
                  <a:pt x="1336282" y="104021"/>
                </a:lnTo>
                <a:lnTo>
                  <a:pt x="1336201" y="103498"/>
                </a:lnTo>
                <a:lnTo>
                  <a:pt x="1336134" y="102965"/>
                </a:lnTo>
                <a:lnTo>
                  <a:pt x="1336083" y="102423"/>
                </a:lnTo>
                <a:lnTo>
                  <a:pt x="1336046" y="101870"/>
                </a:lnTo>
                <a:lnTo>
                  <a:pt x="1336024" y="101308"/>
                </a:lnTo>
                <a:lnTo>
                  <a:pt x="1336017" y="100737"/>
                </a:lnTo>
                <a:lnTo>
                  <a:pt x="1336035" y="99901"/>
                </a:lnTo>
                <a:lnTo>
                  <a:pt x="1336090" y="99086"/>
                </a:lnTo>
                <a:lnTo>
                  <a:pt x="1336181" y="98290"/>
                </a:lnTo>
                <a:lnTo>
                  <a:pt x="1336309" y="97515"/>
                </a:lnTo>
                <a:lnTo>
                  <a:pt x="1336473" y="96758"/>
                </a:lnTo>
                <a:lnTo>
                  <a:pt x="1336674" y="96022"/>
                </a:lnTo>
                <a:lnTo>
                  <a:pt x="1336912" y="95305"/>
                </a:lnTo>
                <a:lnTo>
                  <a:pt x="1337186" y="94609"/>
                </a:lnTo>
                <a:lnTo>
                  <a:pt x="1337497" y="93931"/>
                </a:lnTo>
                <a:lnTo>
                  <a:pt x="1337844" y="93274"/>
                </a:lnTo>
                <a:lnTo>
                  <a:pt x="1338227" y="92636"/>
                </a:lnTo>
                <a:lnTo>
                  <a:pt x="1338648" y="92018"/>
                </a:lnTo>
                <a:lnTo>
                  <a:pt x="1339105" y="91420"/>
                </a:lnTo>
                <a:lnTo>
                  <a:pt x="1339598" y="90842"/>
                </a:lnTo>
                <a:lnTo>
                  <a:pt x="1340128" y="90283"/>
                </a:lnTo>
                <a:lnTo>
                  <a:pt x="1340694" y="89744"/>
                </a:lnTo>
                <a:lnTo>
                  <a:pt x="1341297" y="89225"/>
                </a:lnTo>
                <a:lnTo>
                  <a:pt x="1341937" y="88726"/>
                </a:lnTo>
                <a:lnTo>
                  <a:pt x="1342613" y="88246"/>
                </a:lnTo>
                <a:lnTo>
                  <a:pt x="1343325" y="87786"/>
                </a:lnTo>
                <a:lnTo>
                  <a:pt x="1344074" y="87346"/>
                </a:lnTo>
                <a:lnTo>
                  <a:pt x="1344860" y="86925"/>
                </a:lnTo>
                <a:lnTo>
                  <a:pt x="1345682" y="86524"/>
                </a:lnTo>
                <a:lnTo>
                  <a:pt x="1346541" y="86143"/>
                </a:lnTo>
                <a:lnTo>
                  <a:pt x="1347442" y="85779"/>
                </a:lnTo>
                <a:lnTo>
                  <a:pt x="1348390" y="85430"/>
                </a:lnTo>
                <a:lnTo>
                  <a:pt x="1349386" y="85095"/>
                </a:lnTo>
                <a:lnTo>
                  <a:pt x="1350430" y="84774"/>
                </a:lnTo>
                <a:lnTo>
                  <a:pt x="1351521" y="84468"/>
                </a:lnTo>
                <a:lnTo>
                  <a:pt x="1352660" y="84176"/>
                </a:lnTo>
                <a:lnTo>
                  <a:pt x="1353846" y="83899"/>
                </a:lnTo>
                <a:lnTo>
                  <a:pt x="1355081" y="83636"/>
                </a:lnTo>
                <a:lnTo>
                  <a:pt x="1356362" y="83388"/>
                </a:lnTo>
                <a:lnTo>
                  <a:pt x="1357692" y="83154"/>
                </a:lnTo>
                <a:lnTo>
                  <a:pt x="1359069" y="82935"/>
                </a:lnTo>
                <a:lnTo>
                  <a:pt x="1360493" y="82730"/>
                </a:lnTo>
                <a:lnTo>
                  <a:pt x="1361965" y="82540"/>
                </a:lnTo>
                <a:lnTo>
                  <a:pt x="1363485" y="82364"/>
                </a:lnTo>
                <a:lnTo>
                  <a:pt x="1365053" y="82203"/>
                </a:lnTo>
                <a:lnTo>
                  <a:pt x="1366668" y="82056"/>
                </a:lnTo>
                <a:lnTo>
                  <a:pt x="1368330" y="81923"/>
                </a:lnTo>
                <a:lnTo>
                  <a:pt x="1370041" y="81806"/>
                </a:lnTo>
                <a:lnTo>
                  <a:pt x="1371799" y="81702"/>
                </a:lnTo>
                <a:lnTo>
                  <a:pt x="1373604" y="81613"/>
                </a:lnTo>
                <a:lnTo>
                  <a:pt x="1375457" y="81539"/>
                </a:lnTo>
                <a:lnTo>
                  <a:pt x="1377358" y="81479"/>
                </a:lnTo>
                <a:lnTo>
                  <a:pt x="1379306" y="81433"/>
                </a:lnTo>
                <a:lnTo>
                  <a:pt x="1381302" y="81402"/>
                </a:lnTo>
                <a:lnTo>
                  <a:pt x="1381302" y="100170"/>
                </a:lnTo>
                <a:lnTo>
                  <a:pt x="1380888" y="100734"/>
                </a:lnTo>
                <a:lnTo>
                  <a:pt x="1380466" y="101291"/>
                </a:lnTo>
                <a:lnTo>
                  <a:pt x="1380035" y="101839"/>
                </a:lnTo>
                <a:lnTo>
                  <a:pt x="1379596" y="102378"/>
                </a:lnTo>
                <a:lnTo>
                  <a:pt x="1379149" y="102910"/>
                </a:lnTo>
                <a:lnTo>
                  <a:pt x="1378694" y="103433"/>
                </a:lnTo>
                <a:lnTo>
                  <a:pt x="1378231" y="103948"/>
                </a:lnTo>
                <a:lnTo>
                  <a:pt x="1377759" y="104455"/>
                </a:lnTo>
                <a:lnTo>
                  <a:pt x="1377279" y="104954"/>
                </a:lnTo>
                <a:lnTo>
                  <a:pt x="1376791" y="105444"/>
                </a:lnTo>
                <a:lnTo>
                  <a:pt x="1376294" y="105927"/>
                </a:lnTo>
                <a:lnTo>
                  <a:pt x="1375790" y="106401"/>
                </a:lnTo>
                <a:lnTo>
                  <a:pt x="1375277" y="106867"/>
                </a:lnTo>
                <a:lnTo>
                  <a:pt x="1374756" y="107324"/>
                </a:lnTo>
                <a:lnTo>
                  <a:pt x="1374226" y="107774"/>
                </a:lnTo>
                <a:lnTo>
                  <a:pt x="1373689" y="108215"/>
                </a:lnTo>
                <a:lnTo>
                  <a:pt x="1373143" y="108648"/>
                </a:lnTo>
                <a:lnTo>
                  <a:pt x="1372589" y="109073"/>
                </a:lnTo>
                <a:lnTo>
                  <a:pt x="1372027" y="109489"/>
                </a:lnTo>
                <a:lnTo>
                  <a:pt x="1371457" y="109897"/>
                </a:lnTo>
                <a:lnTo>
                  <a:pt x="1370878" y="110298"/>
                </a:lnTo>
                <a:lnTo>
                  <a:pt x="1370291" y="110689"/>
                </a:lnTo>
                <a:lnTo>
                  <a:pt x="1369696" y="111073"/>
                </a:lnTo>
                <a:lnTo>
                  <a:pt x="1369093" y="111449"/>
                </a:lnTo>
                <a:lnTo>
                  <a:pt x="1368482" y="111812"/>
                </a:lnTo>
                <a:lnTo>
                  <a:pt x="1367865" y="112160"/>
                </a:lnTo>
                <a:lnTo>
                  <a:pt x="1367242" y="112492"/>
                </a:lnTo>
                <a:lnTo>
                  <a:pt x="1366612" y="112809"/>
                </a:lnTo>
                <a:lnTo>
                  <a:pt x="1365976" y="113111"/>
                </a:lnTo>
                <a:lnTo>
                  <a:pt x="1365334" y="113397"/>
                </a:lnTo>
                <a:lnTo>
                  <a:pt x="1364685" y="113668"/>
                </a:lnTo>
                <a:lnTo>
                  <a:pt x="1364030" y="113923"/>
                </a:lnTo>
                <a:lnTo>
                  <a:pt x="1363369" y="114162"/>
                </a:lnTo>
                <a:lnTo>
                  <a:pt x="1362702" y="114387"/>
                </a:lnTo>
                <a:lnTo>
                  <a:pt x="1362028" y="114595"/>
                </a:lnTo>
                <a:lnTo>
                  <a:pt x="1361347" y="114789"/>
                </a:lnTo>
                <a:lnTo>
                  <a:pt x="1360661" y="114966"/>
                </a:lnTo>
                <a:lnTo>
                  <a:pt x="1359968" y="115129"/>
                </a:lnTo>
                <a:lnTo>
                  <a:pt x="1359269" y="115276"/>
                </a:lnTo>
                <a:lnTo>
                  <a:pt x="1358563" y="115407"/>
                </a:lnTo>
                <a:lnTo>
                  <a:pt x="1357851" y="115523"/>
                </a:lnTo>
                <a:lnTo>
                  <a:pt x="1357133" y="115624"/>
                </a:lnTo>
                <a:lnTo>
                  <a:pt x="1356409" y="115709"/>
                </a:lnTo>
                <a:lnTo>
                  <a:pt x="1355678" y="115778"/>
                </a:lnTo>
                <a:lnTo>
                  <a:pt x="1354941" y="115832"/>
                </a:lnTo>
                <a:lnTo>
                  <a:pt x="1354197" y="115871"/>
                </a:lnTo>
                <a:lnTo>
                  <a:pt x="1353447" y="115894"/>
                </a:lnTo>
                <a:lnTo>
                  <a:pt x="1352691" y="115902"/>
                </a:lnTo>
                <a:lnTo>
                  <a:pt x="1352015" y="115895"/>
                </a:lnTo>
                <a:lnTo>
                  <a:pt x="1351352" y="115873"/>
                </a:lnTo>
                <a:lnTo>
                  <a:pt x="1350703" y="115838"/>
                </a:lnTo>
                <a:lnTo>
                  <a:pt x="1350068" y="115787"/>
                </a:lnTo>
                <a:close/>
                <a:moveTo>
                  <a:pt x="1625301" y="127496"/>
                </a:moveTo>
                <a:lnTo>
                  <a:pt x="1625903" y="127465"/>
                </a:lnTo>
                <a:lnTo>
                  <a:pt x="1626502" y="127429"/>
                </a:lnTo>
                <a:lnTo>
                  <a:pt x="1627098" y="127388"/>
                </a:lnTo>
                <a:lnTo>
                  <a:pt x="1627690" y="127341"/>
                </a:lnTo>
                <a:lnTo>
                  <a:pt x="1628278" y="127288"/>
                </a:lnTo>
                <a:lnTo>
                  <a:pt x="1628862" y="127230"/>
                </a:lnTo>
                <a:lnTo>
                  <a:pt x="1629443" y="127166"/>
                </a:lnTo>
                <a:lnTo>
                  <a:pt x="1630020" y="127097"/>
                </a:lnTo>
                <a:lnTo>
                  <a:pt x="1630594" y="127022"/>
                </a:lnTo>
                <a:lnTo>
                  <a:pt x="1631163" y="126942"/>
                </a:lnTo>
                <a:lnTo>
                  <a:pt x="1631730" y="126856"/>
                </a:lnTo>
                <a:lnTo>
                  <a:pt x="1632292" y="126765"/>
                </a:lnTo>
                <a:lnTo>
                  <a:pt x="1632851" y="126668"/>
                </a:lnTo>
                <a:lnTo>
                  <a:pt x="1633407" y="126566"/>
                </a:lnTo>
                <a:lnTo>
                  <a:pt x="1633958" y="126458"/>
                </a:lnTo>
                <a:lnTo>
                  <a:pt x="1634506" y="126344"/>
                </a:lnTo>
                <a:lnTo>
                  <a:pt x="1635051" y="126225"/>
                </a:lnTo>
                <a:lnTo>
                  <a:pt x="1635591" y="126101"/>
                </a:lnTo>
                <a:lnTo>
                  <a:pt x="1636129" y="125971"/>
                </a:lnTo>
                <a:lnTo>
                  <a:pt x="1636661" y="125835"/>
                </a:lnTo>
                <a:lnTo>
                  <a:pt x="1637188" y="125693"/>
                </a:lnTo>
                <a:lnTo>
                  <a:pt x="1637709" y="125545"/>
                </a:lnTo>
                <a:lnTo>
                  <a:pt x="1638224" y="125391"/>
                </a:lnTo>
                <a:lnTo>
                  <a:pt x="1638734" y="125231"/>
                </a:lnTo>
                <a:lnTo>
                  <a:pt x="1639238" y="125065"/>
                </a:lnTo>
                <a:lnTo>
                  <a:pt x="1639736" y="124893"/>
                </a:lnTo>
                <a:lnTo>
                  <a:pt x="1640229" y="124714"/>
                </a:lnTo>
                <a:lnTo>
                  <a:pt x="1640716" y="124530"/>
                </a:lnTo>
                <a:lnTo>
                  <a:pt x="1641197" y="124340"/>
                </a:lnTo>
                <a:lnTo>
                  <a:pt x="1641673" y="124144"/>
                </a:lnTo>
                <a:lnTo>
                  <a:pt x="1642142" y="123942"/>
                </a:lnTo>
                <a:lnTo>
                  <a:pt x="1642607" y="123733"/>
                </a:lnTo>
                <a:lnTo>
                  <a:pt x="1643065" y="123519"/>
                </a:lnTo>
                <a:lnTo>
                  <a:pt x="1643518" y="123299"/>
                </a:lnTo>
                <a:lnTo>
                  <a:pt x="1643965" y="123072"/>
                </a:lnTo>
                <a:lnTo>
                  <a:pt x="1644406" y="122840"/>
                </a:lnTo>
                <a:lnTo>
                  <a:pt x="1644842" y="122602"/>
                </a:lnTo>
                <a:lnTo>
                  <a:pt x="1645272" y="122357"/>
                </a:lnTo>
                <a:lnTo>
                  <a:pt x="1645696" y="122107"/>
                </a:lnTo>
                <a:lnTo>
                  <a:pt x="1646115" y="121850"/>
                </a:lnTo>
                <a:lnTo>
                  <a:pt x="1646527" y="121588"/>
                </a:lnTo>
                <a:lnTo>
                  <a:pt x="1646935" y="121319"/>
                </a:lnTo>
                <a:lnTo>
                  <a:pt x="1647336" y="121044"/>
                </a:lnTo>
                <a:lnTo>
                  <a:pt x="1647731" y="120764"/>
                </a:lnTo>
                <a:lnTo>
                  <a:pt x="1648119" y="120476"/>
                </a:lnTo>
                <a:lnTo>
                  <a:pt x="1648499" y="120182"/>
                </a:lnTo>
                <a:lnTo>
                  <a:pt x="1648872" y="119882"/>
                </a:lnTo>
                <a:lnTo>
                  <a:pt x="1649238" y="119575"/>
                </a:lnTo>
                <a:lnTo>
                  <a:pt x="1649597" y="119261"/>
                </a:lnTo>
                <a:lnTo>
                  <a:pt x="1649948" y="118941"/>
                </a:lnTo>
                <a:lnTo>
                  <a:pt x="1650292" y="118615"/>
                </a:lnTo>
                <a:lnTo>
                  <a:pt x="1650629" y="118282"/>
                </a:lnTo>
                <a:lnTo>
                  <a:pt x="1650959" y="117942"/>
                </a:lnTo>
                <a:lnTo>
                  <a:pt x="1651281" y="117596"/>
                </a:lnTo>
                <a:lnTo>
                  <a:pt x="1651596" y="117244"/>
                </a:lnTo>
                <a:lnTo>
                  <a:pt x="1651904" y="116885"/>
                </a:lnTo>
                <a:lnTo>
                  <a:pt x="1652204" y="116519"/>
                </a:lnTo>
                <a:lnTo>
                  <a:pt x="1652497" y="116147"/>
                </a:lnTo>
                <a:lnTo>
                  <a:pt x="1652783" y="115768"/>
                </a:lnTo>
                <a:lnTo>
                  <a:pt x="1653062" y="115383"/>
                </a:lnTo>
                <a:lnTo>
                  <a:pt x="1653333" y="114992"/>
                </a:lnTo>
                <a:lnTo>
                  <a:pt x="1653597" y="114594"/>
                </a:lnTo>
                <a:lnTo>
                  <a:pt x="1653854" y="114189"/>
                </a:lnTo>
                <a:lnTo>
                  <a:pt x="1654103" y="113778"/>
                </a:lnTo>
                <a:lnTo>
                  <a:pt x="1654345" y="113360"/>
                </a:lnTo>
                <a:lnTo>
                  <a:pt x="1654580" y="112936"/>
                </a:lnTo>
                <a:lnTo>
                  <a:pt x="1654808" y="112505"/>
                </a:lnTo>
                <a:lnTo>
                  <a:pt x="1655027" y="112068"/>
                </a:lnTo>
                <a:lnTo>
                  <a:pt x="1655237" y="111624"/>
                </a:lnTo>
                <a:lnTo>
                  <a:pt x="1655438" y="111173"/>
                </a:lnTo>
                <a:lnTo>
                  <a:pt x="1655629" y="110716"/>
                </a:lnTo>
                <a:lnTo>
                  <a:pt x="1655811" y="110252"/>
                </a:lnTo>
                <a:lnTo>
                  <a:pt x="1655984" y="109781"/>
                </a:lnTo>
                <a:lnTo>
                  <a:pt x="1656147" y="109304"/>
                </a:lnTo>
                <a:lnTo>
                  <a:pt x="1656301" y="108819"/>
                </a:lnTo>
                <a:lnTo>
                  <a:pt x="1656446" y="108329"/>
                </a:lnTo>
                <a:lnTo>
                  <a:pt x="1656581" y="107831"/>
                </a:lnTo>
                <a:lnTo>
                  <a:pt x="1656707" y="107327"/>
                </a:lnTo>
                <a:lnTo>
                  <a:pt x="1656824" y="106817"/>
                </a:lnTo>
                <a:lnTo>
                  <a:pt x="1656931" y="106299"/>
                </a:lnTo>
                <a:lnTo>
                  <a:pt x="1657029" y="105775"/>
                </a:lnTo>
                <a:lnTo>
                  <a:pt x="1657118" y="105244"/>
                </a:lnTo>
                <a:lnTo>
                  <a:pt x="1657197" y="104707"/>
                </a:lnTo>
                <a:lnTo>
                  <a:pt x="1657267" y="104163"/>
                </a:lnTo>
                <a:lnTo>
                  <a:pt x="1657328" y="103612"/>
                </a:lnTo>
                <a:lnTo>
                  <a:pt x="1657379" y="103054"/>
                </a:lnTo>
                <a:lnTo>
                  <a:pt x="1657421" y="102490"/>
                </a:lnTo>
                <a:lnTo>
                  <a:pt x="1657454" y="101920"/>
                </a:lnTo>
                <a:lnTo>
                  <a:pt x="1657477" y="101342"/>
                </a:lnTo>
                <a:lnTo>
                  <a:pt x="1657491" y="100758"/>
                </a:lnTo>
                <a:lnTo>
                  <a:pt x="1657496" y="100167"/>
                </a:lnTo>
                <a:lnTo>
                  <a:pt x="1657490" y="99484"/>
                </a:lnTo>
                <a:lnTo>
                  <a:pt x="1657472" y="98811"/>
                </a:lnTo>
                <a:lnTo>
                  <a:pt x="1657442" y="98149"/>
                </a:lnTo>
                <a:lnTo>
                  <a:pt x="1657401" y="97497"/>
                </a:lnTo>
                <a:lnTo>
                  <a:pt x="1657347" y="96855"/>
                </a:lnTo>
                <a:lnTo>
                  <a:pt x="1657282" y="96223"/>
                </a:lnTo>
                <a:lnTo>
                  <a:pt x="1657205" y="95602"/>
                </a:lnTo>
                <a:lnTo>
                  <a:pt x="1657116" y="94991"/>
                </a:lnTo>
                <a:lnTo>
                  <a:pt x="1657015" y="94390"/>
                </a:lnTo>
                <a:lnTo>
                  <a:pt x="1656903" y="93799"/>
                </a:lnTo>
                <a:lnTo>
                  <a:pt x="1656778" y="93219"/>
                </a:lnTo>
                <a:lnTo>
                  <a:pt x="1656642" y="92649"/>
                </a:lnTo>
                <a:lnTo>
                  <a:pt x="1656493" y="92089"/>
                </a:lnTo>
                <a:lnTo>
                  <a:pt x="1656333" y="91540"/>
                </a:lnTo>
                <a:lnTo>
                  <a:pt x="1656161" y="91001"/>
                </a:lnTo>
                <a:lnTo>
                  <a:pt x="1655977" y="90472"/>
                </a:lnTo>
                <a:lnTo>
                  <a:pt x="1655781" y="89953"/>
                </a:lnTo>
                <a:lnTo>
                  <a:pt x="1655574" y="89445"/>
                </a:lnTo>
                <a:lnTo>
                  <a:pt x="1655354" y="88947"/>
                </a:lnTo>
                <a:lnTo>
                  <a:pt x="1655123" y="88459"/>
                </a:lnTo>
                <a:lnTo>
                  <a:pt x="1654880" y="87981"/>
                </a:lnTo>
                <a:lnTo>
                  <a:pt x="1654625" y="87514"/>
                </a:lnTo>
                <a:lnTo>
                  <a:pt x="1654358" y="87057"/>
                </a:lnTo>
                <a:lnTo>
                  <a:pt x="1654079" y="86610"/>
                </a:lnTo>
                <a:lnTo>
                  <a:pt x="1653788" y="86172"/>
                </a:lnTo>
                <a:lnTo>
                  <a:pt x="1653486" y="85740"/>
                </a:lnTo>
                <a:lnTo>
                  <a:pt x="1653173" y="85315"/>
                </a:lnTo>
                <a:lnTo>
                  <a:pt x="1652848" y="84897"/>
                </a:lnTo>
                <a:lnTo>
                  <a:pt x="1652511" y="84485"/>
                </a:lnTo>
                <a:lnTo>
                  <a:pt x="1652163" y="84080"/>
                </a:lnTo>
                <a:lnTo>
                  <a:pt x="1651803" y="83681"/>
                </a:lnTo>
                <a:lnTo>
                  <a:pt x="1651431" y="83290"/>
                </a:lnTo>
                <a:lnTo>
                  <a:pt x="1651048" y="82905"/>
                </a:lnTo>
                <a:lnTo>
                  <a:pt x="1650654" y="82526"/>
                </a:lnTo>
                <a:lnTo>
                  <a:pt x="1650248" y="82155"/>
                </a:lnTo>
                <a:lnTo>
                  <a:pt x="1649830" y="81790"/>
                </a:lnTo>
                <a:lnTo>
                  <a:pt x="1649401" y="81431"/>
                </a:lnTo>
                <a:lnTo>
                  <a:pt x="1648961" y="81080"/>
                </a:lnTo>
                <a:lnTo>
                  <a:pt x="1648509" y="80735"/>
                </a:lnTo>
                <a:lnTo>
                  <a:pt x="1648045" y="80397"/>
                </a:lnTo>
                <a:lnTo>
                  <a:pt x="1647570" y="80065"/>
                </a:lnTo>
                <a:lnTo>
                  <a:pt x="1647083" y="79740"/>
                </a:lnTo>
                <a:lnTo>
                  <a:pt x="1646584" y="79422"/>
                </a:lnTo>
                <a:lnTo>
                  <a:pt x="1646074" y="79111"/>
                </a:lnTo>
                <a:lnTo>
                  <a:pt x="1645553" y="78806"/>
                </a:lnTo>
                <a:lnTo>
                  <a:pt x="1645020" y="78508"/>
                </a:lnTo>
                <a:lnTo>
                  <a:pt x="1644475" y="78216"/>
                </a:lnTo>
                <a:lnTo>
                  <a:pt x="1643919" y="77931"/>
                </a:lnTo>
                <a:lnTo>
                  <a:pt x="1643352" y="77652"/>
                </a:lnTo>
                <a:lnTo>
                  <a:pt x="1642773" y="77375"/>
                </a:lnTo>
                <a:lnTo>
                  <a:pt x="1642184" y="77102"/>
                </a:lnTo>
                <a:lnTo>
                  <a:pt x="1641583" y="76832"/>
                </a:lnTo>
                <a:lnTo>
                  <a:pt x="1640971" y="76565"/>
                </a:lnTo>
                <a:lnTo>
                  <a:pt x="1640349" y="76301"/>
                </a:lnTo>
                <a:lnTo>
                  <a:pt x="1639715" y="76041"/>
                </a:lnTo>
                <a:lnTo>
                  <a:pt x="1639070" y="75784"/>
                </a:lnTo>
                <a:lnTo>
                  <a:pt x="1638414" y="75530"/>
                </a:lnTo>
                <a:lnTo>
                  <a:pt x="1637747" y="75280"/>
                </a:lnTo>
                <a:lnTo>
                  <a:pt x="1637068" y="75033"/>
                </a:lnTo>
                <a:lnTo>
                  <a:pt x="1636379" y="74789"/>
                </a:lnTo>
                <a:lnTo>
                  <a:pt x="1635679" y="74548"/>
                </a:lnTo>
                <a:lnTo>
                  <a:pt x="1634968" y="74310"/>
                </a:lnTo>
                <a:lnTo>
                  <a:pt x="1634245" y="74076"/>
                </a:lnTo>
                <a:lnTo>
                  <a:pt x="1633512" y="73845"/>
                </a:lnTo>
                <a:lnTo>
                  <a:pt x="1632767" y="73617"/>
                </a:lnTo>
                <a:lnTo>
                  <a:pt x="1632011" y="73393"/>
                </a:lnTo>
                <a:lnTo>
                  <a:pt x="1631244" y="73172"/>
                </a:lnTo>
                <a:lnTo>
                  <a:pt x="1630467" y="72954"/>
                </a:lnTo>
                <a:lnTo>
                  <a:pt x="1629678" y="72739"/>
                </a:lnTo>
                <a:lnTo>
                  <a:pt x="1628878" y="72527"/>
                </a:lnTo>
                <a:lnTo>
                  <a:pt x="1628067" y="72319"/>
                </a:lnTo>
                <a:lnTo>
                  <a:pt x="1627245" y="72114"/>
                </a:lnTo>
                <a:lnTo>
                  <a:pt x="1626492" y="71927"/>
                </a:lnTo>
                <a:lnTo>
                  <a:pt x="1625752" y="71740"/>
                </a:lnTo>
                <a:lnTo>
                  <a:pt x="1625025" y="71555"/>
                </a:lnTo>
                <a:lnTo>
                  <a:pt x="1624311" y="71370"/>
                </a:lnTo>
                <a:lnTo>
                  <a:pt x="1623610" y="71186"/>
                </a:lnTo>
                <a:lnTo>
                  <a:pt x="1622922" y="71003"/>
                </a:lnTo>
                <a:lnTo>
                  <a:pt x="1622247" y="70820"/>
                </a:lnTo>
                <a:lnTo>
                  <a:pt x="1621585" y="70639"/>
                </a:lnTo>
                <a:lnTo>
                  <a:pt x="1620936" y="70458"/>
                </a:lnTo>
                <a:lnTo>
                  <a:pt x="1620300" y="70278"/>
                </a:lnTo>
                <a:lnTo>
                  <a:pt x="1619677" y="70099"/>
                </a:lnTo>
                <a:lnTo>
                  <a:pt x="1619067" y="69921"/>
                </a:lnTo>
                <a:lnTo>
                  <a:pt x="1618470" y="69743"/>
                </a:lnTo>
                <a:lnTo>
                  <a:pt x="1617885" y="69567"/>
                </a:lnTo>
                <a:lnTo>
                  <a:pt x="1617314" y="69391"/>
                </a:lnTo>
                <a:lnTo>
                  <a:pt x="1616756" y="69216"/>
                </a:lnTo>
                <a:lnTo>
                  <a:pt x="1616211" y="69042"/>
                </a:lnTo>
                <a:lnTo>
                  <a:pt x="1615678" y="68869"/>
                </a:lnTo>
                <a:lnTo>
                  <a:pt x="1615159" y="68696"/>
                </a:lnTo>
                <a:lnTo>
                  <a:pt x="1614653" y="68524"/>
                </a:lnTo>
                <a:lnTo>
                  <a:pt x="1614159" y="68354"/>
                </a:lnTo>
                <a:lnTo>
                  <a:pt x="1613679" y="68183"/>
                </a:lnTo>
                <a:lnTo>
                  <a:pt x="1613211" y="68014"/>
                </a:lnTo>
                <a:lnTo>
                  <a:pt x="1612757" y="67846"/>
                </a:lnTo>
                <a:lnTo>
                  <a:pt x="1612314" y="67677"/>
                </a:lnTo>
                <a:lnTo>
                  <a:pt x="1611882" y="67506"/>
                </a:lnTo>
                <a:lnTo>
                  <a:pt x="1611461" y="67333"/>
                </a:lnTo>
                <a:lnTo>
                  <a:pt x="1611051" y="67159"/>
                </a:lnTo>
                <a:lnTo>
                  <a:pt x="1610651" y="66982"/>
                </a:lnTo>
                <a:lnTo>
                  <a:pt x="1610263" y="66804"/>
                </a:lnTo>
                <a:lnTo>
                  <a:pt x="1609884" y="66624"/>
                </a:lnTo>
                <a:lnTo>
                  <a:pt x="1609517" y="66443"/>
                </a:lnTo>
                <a:lnTo>
                  <a:pt x="1609161" y="66259"/>
                </a:lnTo>
                <a:lnTo>
                  <a:pt x="1608815" y="66074"/>
                </a:lnTo>
                <a:lnTo>
                  <a:pt x="1608480" y="65887"/>
                </a:lnTo>
                <a:lnTo>
                  <a:pt x="1608155" y="65698"/>
                </a:lnTo>
                <a:lnTo>
                  <a:pt x="1607842" y="65508"/>
                </a:lnTo>
                <a:lnTo>
                  <a:pt x="1607539" y="65315"/>
                </a:lnTo>
                <a:lnTo>
                  <a:pt x="1607247" y="65121"/>
                </a:lnTo>
                <a:lnTo>
                  <a:pt x="1606966" y="64925"/>
                </a:lnTo>
                <a:lnTo>
                  <a:pt x="1606695" y="64727"/>
                </a:lnTo>
                <a:lnTo>
                  <a:pt x="1606436" y="64528"/>
                </a:lnTo>
                <a:lnTo>
                  <a:pt x="1606187" y="64326"/>
                </a:lnTo>
                <a:lnTo>
                  <a:pt x="1605948" y="64123"/>
                </a:lnTo>
                <a:lnTo>
                  <a:pt x="1605721" y="63918"/>
                </a:lnTo>
                <a:lnTo>
                  <a:pt x="1605504" y="63712"/>
                </a:lnTo>
                <a:lnTo>
                  <a:pt x="1605298" y="63503"/>
                </a:lnTo>
                <a:lnTo>
                  <a:pt x="1605103" y="63293"/>
                </a:lnTo>
                <a:lnTo>
                  <a:pt x="1604917" y="63080"/>
                </a:lnTo>
                <a:lnTo>
                  <a:pt x="1604739" y="62863"/>
                </a:lnTo>
                <a:lnTo>
                  <a:pt x="1604569" y="62642"/>
                </a:lnTo>
                <a:lnTo>
                  <a:pt x="1604407" y="62417"/>
                </a:lnTo>
                <a:lnTo>
                  <a:pt x="1604253" y="62188"/>
                </a:lnTo>
                <a:lnTo>
                  <a:pt x="1604106" y="61955"/>
                </a:lnTo>
                <a:lnTo>
                  <a:pt x="1603968" y="61719"/>
                </a:lnTo>
                <a:lnTo>
                  <a:pt x="1603837" y="61478"/>
                </a:lnTo>
                <a:lnTo>
                  <a:pt x="1603715" y="61234"/>
                </a:lnTo>
                <a:lnTo>
                  <a:pt x="1603600" y="60986"/>
                </a:lnTo>
                <a:lnTo>
                  <a:pt x="1603493" y="60733"/>
                </a:lnTo>
                <a:lnTo>
                  <a:pt x="1603395" y="60477"/>
                </a:lnTo>
                <a:lnTo>
                  <a:pt x="1603304" y="60217"/>
                </a:lnTo>
                <a:lnTo>
                  <a:pt x="1603221" y="59953"/>
                </a:lnTo>
                <a:lnTo>
                  <a:pt x="1603145" y="59686"/>
                </a:lnTo>
                <a:lnTo>
                  <a:pt x="1603078" y="59414"/>
                </a:lnTo>
                <a:lnTo>
                  <a:pt x="1603019" y="59138"/>
                </a:lnTo>
                <a:lnTo>
                  <a:pt x="1602967" y="58859"/>
                </a:lnTo>
                <a:lnTo>
                  <a:pt x="1602924" y="58575"/>
                </a:lnTo>
                <a:lnTo>
                  <a:pt x="1602888" y="58288"/>
                </a:lnTo>
                <a:lnTo>
                  <a:pt x="1602861" y="57997"/>
                </a:lnTo>
                <a:lnTo>
                  <a:pt x="1602841" y="57702"/>
                </a:lnTo>
                <a:lnTo>
                  <a:pt x="1602829" y="57403"/>
                </a:lnTo>
                <a:lnTo>
                  <a:pt x="1602825" y="57100"/>
                </a:lnTo>
                <a:lnTo>
                  <a:pt x="1602834" y="56559"/>
                </a:lnTo>
                <a:lnTo>
                  <a:pt x="1602860" y="56031"/>
                </a:lnTo>
                <a:lnTo>
                  <a:pt x="1602905" y="55515"/>
                </a:lnTo>
                <a:lnTo>
                  <a:pt x="1602967" y="55011"/>
                </a:lnTo>
                <a:lnTo>
                  <a:pt x="1603047" y="54519"/>
                </a:lnTo>
                <a:lnTo>
                  <a:pt x="1603144" y="54039"/>
                </a:lnTo>
                <a:lnTo>
                  <a:pt x="1603259" y="53571"/>
                </a:lnTo>
                <a:lnTo>
                  <a:pt x="1603392" y="53115"/>
                </a:lnTo>
                <a:lnTo>
                  <a:pt x="1603543" y="52672"/>
                </a:lnTo>
                <a:lnTo>
                  <a:pt x="1603711" y="52240"/>
                </a:lnTo>
                <a:lnTo>
                  <a:pt x="1603897" y="51820"/>
                </a:lnTo>
                <a:lnTo>
                  <a:pt x="1604101" y="51413"/>
                </a:lnTo>
                <a:lnTo>
                  <a:pt x="1604322" y="51017"/>
                </a:lnTo>
                <a:lnTo>
                  <a:pt x="1604561" y="50633"/>
                </a:lnTo>
                <a:lnTo>
                  <a:pt x="1604818" y="50262"/>
                </a:lnTo>
                <a:lnTo>
                  <a:pt x="1605093" y="49903"/>
                </a:lnTo>
                <a:lnTo>
                  <a:pt x="1605385" y="49555"/>
                </a:lnTo>
                <a:lnTo>
                  <a:pt x="1605695" y="49220"/>
                </a:lnTo>
                <a:lnTo>
                  <a:pt x="1606023" y="48897"/>
                </a:lnTo>
                <a:lnTo>
                  <a:pt x="1606369" y="48585"/>
                </a:lnTo>
                <a:lnTo>
                  <a:pt x="1606732" y="48286"/>
                </a:lnTo>
                <a:lnTo>
                  <a:pt x="1607113" y="47999"/>
                </a:lnTo>
                <a:lnTo>
                  <a:pt x="1607511" y="47724"/>
                </a:lnTo>
                <a:lnTo>
                  <a:pt x="1607928" y="47461"/>
                </a:lnTo>
                <a:lnTo>
                  <a:pt x="1608358" y="47209"/>
                </a:lnTo>
                <a:lnTo>
                  <a:pt x="1608800" y="46968"/>
                </a:lnTo>
                <a:lnTo>
                  <a:pt x="1609252" y="46738"/>
                </a:lnTo>
                <a:lnTo>
                  <a:pt x="1609715" y="46518"/>
                </a:lnTo>
                <a:lnTo>
                  <a:pt x="1610188" y="46309"/>
                </a:lnTo>
                <a:lnTo>
                  <a:pt x="1610673" y="46111"/>
                </a:lnTo>
                <a:lnTo>
                  <a:pt x="1611168" y="45923"/>
                </a:lnTo>
                <a:lnTo>
                  <a:pt x="1611674" y="45746"/>
                </a:lnTo>
                <a:lnTo>
                  <a:pt x="1612190" y="45580"/>
                </a:lnTo>
                <a:lnTo>
                  <a:pt x="1612718" y="45425"/>
                </a:lnTo>
                <a:lnTo>
                  <a:pt x="1613256" y="45280"/>
                </a:lnTo>
                <a:lnTo>
                  <a:pt x="1613805" y="45146"/>
                </a:lnTo>
                <a:lnTo>
                  <a:pt x="1614364" y="45023"/>
                </a:lnTo>
                <a:lnTo>
                  <a:pt x="1614935" y="44910"/>
                </a:lnTo>
                <a:lnTo>
                  <a:pt x="1615516" y="44808"/>
                </a:lnTo>
                <a:lnTo>
                  <a:pt x="1616108" y="44717"/>
                </a:lnTo>
                <a:lnTo>
                  <a:pt x="1616711" y="44637"/>
                </a:lnTo>
                <a:lnTo>
                  <a:pt x="1617324" y="44567"/>
                </a:lnTo>
                <a:lnTo>
                  <a:pt x="1617948" y="44508"/>
                </a:lnTo>
                <a:lnTo>
                  <a:pt x="1618583" y="44460"/>
                </a:lnTo>
                <a:lnTo>
                  <a:pt x="1619229" y="44423"/>
                </a:lnTo>
                <a:lnTo>
                  <a:pt x="1619886" y="44396"/>
                </a:lnTo>
                <a:lnTo>
                  <a:pt x="1620553" y="44380"/>
                </a:lnTo>
                <a:lnTo>
                  <a:pt x="1621231" y="44374"/>
                </a:lnTo>
                <a:lnTo>
                  <a:pt x="1621902" y="44382"/>
                </a:lnTo>
                <a:lnTo>
                  <a:pt x="1622565" y="44403"/>
                </a:lnTo>
                <a:lnTo>
                  <a:pt x="1623220" y="44439"/>
                </a:lnTo>
                <a:lnTo>
                  <a:pt x="1623866" y="44489"/>
                </a:lnTo>
                <a:lnTo>
                  <a:pt x="1624503" y="44553"/>
                </a:lnTo>
                <a:lnTo>
                  <a:pt x="1625132" y="44631"/>
                </a:lnTo>
                <a:lnTo>
                  <a:pt x="1625752" y="44724"/>
                </a:lnTo>
                <a:lnTo>
                  <a:pt x="1626364" y="44831"/>
                </a:lnTo>
                <a:lnTo>
                  <a:pt x="1626967" y="44953"/>
                </a:lnTo>
                <a:lnTo>
                  <a:pt x="1627562" y="45088"/>
                </a:lnTo>
                <a:lnTo>
                  <a:pt x="1628148" y="45238"/>
                </a:lnTo>
                <a:lnTo>
                  <a:pt x="1628725" y="45402"/>
                </a:lnTo>
                <a:lnTo>
                  <a:pt x="1629294" y="45581"/>
                </a:lnTo>
                <a:lnTo>
                  <a:pt x="1629855" y="45774"/>
                </a:lnTo>
                <a:lnTo>
                  <a:pt x="1630407" y="45981"/>
                </a:lnTo>
                <a:lnTo>
                  <a:pt x="1630950" y="46202"/>
                </a:lnTo>
                <a:lnTo>
                  <a:pt x="1631485" y="46437"/>
                </a:lnTo>
                <a:lnTo>
                  <a:pt x="1632011" y="46687"/>
                </a:lnTo>
                <a:lnTo>
                  <a:pt x="1632529" y="46951"/>
                </a:lnTo>
                <a:lnTo>
                  <a:pt x="1633038" y="47230"/>
                </a:lnTo>
                <a:lnTo>
                  <a:pt x="1633539" y="47522"/>
                </a:lnTo>
                <a:lnTo>
                  <a:pt x="1634031" y="47829"/>
                </a:lnTo>
                <a:lnTo>
                  <a:pt x="1634515" y="48151"/>
                </a:lnTo>
                <a:lnTo>
                  <a:pt x="1634990" y="48486"/>
                </a:lnTo>
                <a:lnTo>
                  <a:pt x="1635451" y="48839"/>
                </a:lnTo>
                <a:lnTo>
                  <a:pt x="1635892" y="49212"/>
                </a:lnTo>
                <a:lnTo>
                  <a:pt x="1636314" y="49605"/>
                </a:lnTo>
                <a:lnTo>
                  <a:pt x="1636716" y="50019"/>
                </a:lnTo>
                <a:lnTo>
                  <a:pt x="1637098" y="50453"/>
                </a:lnTo>
                <a:lnTo>
                  <a:pt x="1637461" y="50907"/>
                </a:lnTo>
                <a:lnTo>
                  <a:pt x="1637805" y="51381"/>
                </a:lnTo>
                <a:lnTo>
                  <a:pt x="1638128" y="51876"/>
                </a:lnTo>
                <a:lnTo>
                  <a:pt x="1638432" y="52390"/>
                </a:lnTo>
                <a:lnTo>
                  <a:pt x="1638717" y="52925"/>
                </a:lnTo>
                <a:lnTo>
                  <a:pt x="1638981" y="53481"/>
                </a:lnTo>
                <a:lnTo>
                  <a:pt x="1639227" y="54056"/>
                </a:lnTo>
                <a:lnTo>
                  <a:pt x="1639452" y="54652"/>
                </a:lnTo>
                <a:lnTo>
                  <a:pt x="1639658" y="55268"/>
                </a:lnTo>
                <a:lnTo>
                  <a:pt x="1639845" y="55905"/>
                </a:lnTo>
                <a:lnTo>
                  <a:pt x="1640011" y="56561"/>
                </a:lnTo>
                <a:lnTo>
                  <a:pt x="1640158" y="57238"/>
                </a:lnTo>
                <a:lnTo>
                  <a:pt x="1640286" y="57936"/>
                </a:lnTo>
                <a:lnTo>
                  <a:pt x="1640394" y="58653"/>
                </a:lnTo>
                <a:lnTo>
                  <a:pt x="1640482" y="59391"/>
                </a:lnTo>
                <a:lnTo>
                  <a:pt x="1640551" y="60149"/>
                </a:lnTo>
                <a:lnTo>
                  <a:pt x="1640600" y="60927"/>
                </a:lnTo>
                <a:lnTo>
                  <a:pt x="1640629" y="61725"/>
                </a:lnTo>
                <a:lnTo>
                  <a:pt x="1640639" y="62544"/>
                </a:lnTo>
                <a:lnTo>
                  <a:pt x="1655400" y="62544"/>
                </a:lnTo>
                <a:lnTo>
                  <a:pt x="1655395" y="61891"/>
                </a:lnTo>
                <a:lnTo>
                  <a:pt x="1655381" y="61246"/>
                </a:lnTo>
                <a:lnTo>
                  <a:pt x="1655357" y="60609"/>
                </a:lnTo>
                <a:lnTo>
                  <a:pt x="1655324" y="59979"/>
                </a:lnTo>
                <a:lnTo>
                  <a:pt x="1655281" y="59358"/>
                </a:lnTo>
                <a:lnTo>
                  <a:pt x="1655229" y="58744"/>
                </a:lnTo>
                <a:lnTo>
                  <a:pt x="1655168" y="58138"/>
                </a:lnTo>
                <a:lnTo>
                  <a:pt x="1655096" y="57540"/>
                </a:lnTo>
                <a:lnTo>
                  <a:pt x="1655016" y="56949"/>
                </a:lnTo>
                <a:lnTo>
                  <a:pt x="1654926" y="56367"/>
                </a:lnTo>
                <a:lnTo>
                  <a:pt x="1654826" y="55792"/>
                </a:lnTo>
                <a:lnTo>
                  <a:pt x="1654717" y="55225"/>
                </a:lnTo>
                <a:lnTo>
                  <a:pt x="1654598" y="54666"/>
                </a:lnTo>
                <a:lnTo>
                  <a:pt x="1654470" y="54115"/>
                </a:lnTo>
                <a:lnTo>
                  <a:pt x="1654332" y="53572"/>
                </a:lnTo>
                <a:lnTo>
                  <a:pt x="1654185" y="53036"/>
                </a:lnTo>
                <a:lnTo>
                  <a:pt x="1654029" y="52508"/>
                </a:lnTo>
                <a:lnTo>
                  <a:pt x="1653862" y="51988"/>
                </a:lnTo>
                <a:lnTo>
                  <a:pt x="1653687" y="51476"/>
                </a:lnTo>
                <a:lnTo>
                  <a:pt x="1653502" y="50972"/>
                </a:lnTo>
                <a:lnTo>
                  <a:pt x="1653307" y="50475"/>
                </a:lnTo>
                <a:lnTo>
                  <a:pt x="1653103" y="49987"/>
                </a:lnTo>
                <a:lnTo>
                  <a:pt x="1652890" y="49506"/>
                </a:lnTo>
                <a:lnTo>
                  <a:pt x="1652667" y="49033"/>
                </a:lnTo>
                <a:lnTo>
                  <a:pt x="1652435" y="48567"/>
                </a:lnTo>
                <a:lnTo>
                  <a:pt x="1652197" y="48109"/>
                </a:lnTo>
                <a:lnTo>
                  <a:pt x="1651953" y="47658"/>
                </a:lnTo>
                <a:lnTo>
                  <a:pt x="1651701" y="47214"/>
                </a:lnTo>
                <a:lnTo>
                  <a:pt x="1651443" y="46777"/>
                </a:lnTo>
                <a:lnTo>
                  <a:pt x="1651177" y="46347"/>
                </a:lnTo>
                <a:lnTo>
                  <a:pt x="1650905" y="45925"/>
                </a:lnTo>
                <a:lnTo>
                  <a:pt x="1650627" y="45509"/>
                </a:lnTo>
                <a:lnTo>
                  <a:pt x="1650341" y="45101"/>
                </a:lnTo>
                <a:lnTo>
                  <a:pt x="1650048" y="44700"/>
                </a:lnTo>
                <a:lnTo>
                  <a:pt x="1649749" y="44306"/>
                </a:lnTo>
                <a:lnTo>
                  <a:pt x="1649443" y="43920"/>
                </a:lnTo>
                <a:lnTo>
                  <a:pt x="1649130" y="43540"/>
                </a:lnTo>
                <a:lnTo>
                  <a:pt x="1648811" y="43168"/>
                </a:lnTo>
                <a:lnTo>
                  <a:pt x="1648484" y="42803"/>
                </a:lnTo>
                <a:lnTo>
                  <a:pt x="1648151" y="42444"/>
                </a:lnTo>
                <a:lnTo>
                  <a:pt x="1647811" y="42094"/>
                </a:lnTo>
                <a:lnTo>
                  <a:pt x="1647464" y="41750"/>
                </a:lnTo>
                <a:lnTo>
                  <a:pt x="1647111" y="41413"/>
                </a:lnTo>
                <a:lnTo>
                  <a:pt x="1646750" y="41084"/>
                </a:lnTo>
                <a:lnTo>
                  <a:pt x="1646383" y="40762"/>
                </a:lnTo>
                <a:lnTo>
                  <a:pt x="1646009" y="40447"/>
                </a:lnTo>
                <a:lnTo>
                  <a:pt x="1645628" y="40139"/>
                </a:lnTo>
                <a:lnTo>
                  <a:pt x="1645240" y="39838"/>
                </a:lnTo>
                <a:lnTo>
                  <a:pt x="1644847" y="39544"/>
                </a:lnTo>
                <a:lnTo>
                  <a:pt x="1644448" y="39257"/>
                </a:lnTo>
                <a:lnTo>
                  <a:pt x="1644045" y="38976"/>
                </a:lnTo>
                <a:lnTo>
                  <a:pt x="1643636" y="38701"/>
                </a:lnTo>
                <a:lnTo>
                  <a:pt x="1643222" y="38433"/>
                </a:lnTo>
                <a:lnTo>
                  <a:pt x="1642803" y="38172"/>
                </a:lnTo>
                <a:lnTo>
                  <a:pt x="1642379" y="37917"/>
                </a:lnTo>
                <a:lnTo>
                  <a:pt x="1641950" y="37669"/>
                </a:lnTo>
                <a:lnTo>
                  <a:pt x="1641516" y="37427"/>
                </a:lnTo>
                <a:lnTo>
                  <a:pt x="1641077" y="37192"/>
                </a:lnTo>
                <a:lnTo>
                  <a:pt x="1640633" y="36963"/>
                </a:lnTo>
                <a:lnTo>
                  <a:pt x="1640183" y="36740"/>
                </a:lnTo>
                <a:lnTo>
                  <a:pt x="1639729" y="36525"/>
                </a:lnTo>
                <a:lnTo>
                  <a:pt x="1639270" y="36315"/>
                </a:lnTo>
                <a:lnTo>
                  <a:pt x="1638805" y="36113"/>
                </a:lnTo>
                <a:lnTo>
                  <a:pt x="1638336" y="35917"/>
                </a:lnTo>
                <a:lnTo>
                  <a:pt x="1637861" y="35727"/>
                </a:lnTo>
                <a:lnTo>
                  <a:pt x="1637382" y="35544"/>
                </a:lnTo>
                <a:lnTo>
                  <a:pt x="1636897" y="35367"/>
                </a:lnTo>
                <a:lnTo>
                  <a:pt x="1636407" y="35197"/>
                </a:lnTo>
                <a:lnTo>
                  <a:pt x="1635912" y="35034"/>
                </a:lnTo>
                <a:lnTo>
                  <a:pt x="1635412" y="34877"/>
                </a:lnTo>
                <a:lnTo>
                  <a:pt x="1634907" y="34726"/>
                </a:lnTo>
                <a:lnTo>
                  <a:pt x="1634397" y="34582"/>
                </a:lnTo>
                <a:lnTo>
                  <a:pt x="1633883" y="34444"/>
                </a:lnTo>
                <a:lnTo>
                  <a:pt x="1633366" y="34312"/>
                </a:lnTo>
                <a:lnTo>
                  <a:pt x="1632846" y="34186"/>
                </a:lnTo>
                <a:lnTo>
                  <a:pt x="1632323" y="34066"/>
                </a:lnTo>
                <a:lnTo>
                  <a:pt x="1631797" y="33952"/>
                </a:lnTo>
                <a:lnTo>
                  <a:pt x="1631268" y="33843"/>
                </a:lnTo>
                <a:lnTo>
                  <a:pt x="1630736" y="33741"/>
                </a:lnTo>
                <a:lnTo>
                  <a:pt x="1630201" y="33644"/>
                </a:lnTo>
                <a:lnTo>
                  <a:pt x="1629663" y="33553"/>
                </a:lnTo>
                <a:lnTo>
                  <a:pt x="1629122" y="33468"/>
                </a:lnTo>
                <a:lnTo>
                  <a:pt x="1628578" y="33389"/>
                </a:lnTo>
                <a:lnTo>
                  <a:pt x="1628031" y="33316"/>
                </a:lnTo>
                <a:lnTo>
                  <a:pt x="1627480" y="33248"/>
                </a:lnTo>
                <a:lnTo>
                  <a:pt x="1626927" y="33187"/>
                </a:lnTo>
                <a:lnTo>
                  <a:pt x="1626371" y="33131"/>
                </a:lnTo>
                <a:lnTo>
                  <a:pt x="1625812" y="33081"/>
                </a:lnTo>
                <a:lnTo>
                  <a:pt x="1625250" y="33037"/>
                </a:lnTo>
                <a:lnTo>
                  <a:pt x="1624685" y="32999"/>
                </a:lnTo>
                <a:lnTo>
                  <a:pt x="1624117" y="32967"/>
                </a:lnTo>
                <a:lnTo>
                  <a:pt x="1623546" y="32940"/>
                </a:lnTo>
                <a:lnTo>
                  <a:pt x="1622971" y="32920"/>
                </a:lnTo>
                <a:lnTo>
                  <a:pt x="1622394" y="32905"/>
                </a:lnTo>
                <a:lnTo>
                  <a:pt x="1621814" y="32896"/>
                </a:lnTo>
                <a:lnTo>
                  <a:pt x="1621231" y="32894"/>
                </a:lnTo>
                <a:lnTo>
                  <a:pt x="1620640" y="32896"/>
                </a:lnTo>
                <a:lnTo>
                  <a:pt x="1620053" y="32904"/>
                </a:lnTo>
                <a:lnTo>
                  <a:pt x="1619470" y="32918"/>
                </a:lnTo>
                <a:lnTo>
                  <a:pt x="1618890" y="32937"/>
                </a:lnTo>
                <a:lnTo>
                  <a:pt x="1618313" y="32961"/>
                </a:lnTo>
                <a:lnTo>
                  <a:pt x="1617740" y="32990"/>
                </a:lnTo>
                <a:lnTo>
                  <a:pt x="1617170" y="33025"/>
                </a:lnTo>
                <a:lnTo>
                  <a:pt x="1616604" y="33066"/>
                </a:lnTo>
                <a:lnTo>
                  <a:pt x="1616041" y="33111"/>
                </a:lnTo>
                <a:lnTo>
                  <a:pt x="1615482" y="33162"/>
                </a:lnTo>
                <a:lnTo>
                  <a:pt x="1614926" y="33219"/>
                </a:lnTo>
                <a:lnTo>
                  <a:pt x="1614374" y="33281"/>
                </a:lnTo>
                <a:lnTo>
                  <a:pt x="1613825" y="33348"/>
                </a:lnTo>
                <a:lnTo>
                  <a:pt x="1613280" y="33421"/>
                </a:lnTo>
                <a:lnTo>
                  <a:pt x="1612738" y="33499"/>
                </a:lnTo>
                <a:lnTo>
                  <a:pt x="1612200" y="33582"/>
                </a:lnTo>
                <a:lnTo>
                  <a:pt x="1611665" y="33671"/>
                </a:lnTo>
                <a:lnTo>
                  <a:pt x="1611134" y="33765"/>
                </a:lnTo>
                <a:lnTo>
                  <a:pt x="1610606" y="33864"/>
                </a:lnTo>
                <a:lnTo>
                  <a:pt x="1610082" y="33969"/>
                </a:lnTo>
                <a:lnTo>
                  <a:pt x="1609561" y="34080"/>
                </a:lnTo>
                <a:lnTo>
                  <a:pt x="1609043" y="34195"/>
                </a:lnTo>
                <a:lnTo>
                  <a:pt x="1608529" y="34316"/>
                </a:lnTo>
                <a:lnTo>
                  <a:pt x="1608019" y="34443"/>
                </a:lnTo>
                <a:lnTo>
                  <a:pt x="1607513" y="34574"/>
                </a:lnTo>
                <a:lnTo>
                  <a:pt x="1607012" y="34711"/>
                </a:lnTo>
                <a:lnTo>
                  <a:pt x="1606517" y="34853"/>
                </a:lnTo>
                <a:lnTo>
                  <a:pt x="1606028" y="35001"/>
                </a:lnTo>
                <a:lnTo>
                  <a:pt x="1605544" y="35154"/>
                </a:lnTo>
                <a:lnTo>
                  <a:pt x="1605066" y="35313"/>
                </a:lnTo>
                <a:lnTo>
                  <a:pt x="1604593" y="35477"/>
                </a:lnTo>
                <a:lnTo>
                  <a:pt x="1604126" y="35646"/>
                </a:lnTo>
                <a:lnTo>
                  <a:pt x="1603664" y="35820"/>
                </a:lnTo>
                <a:lnTo>
                  <a:pt x="1603208" y="36000"/>
                </a:lnTo>
                <a:lnTo>
                  <a:pt x="1602758" y="36186"/>
                </a:lnTo>
                <a:lnTo>
                  <a:pt x="1602313" y="36377"/>
                </a:lnTo>
                <a:lnTo>
                  <a:pt x="1601873" y="36573"/>
                </a:lnTo>
                <a:lnTo>
                  <a:pt x="1601439" y="36774"/>
                </a:lnTo>
                <a:lnTo>
                  <a:pt x="1601011" y="36981"/>
                </a:lnTo>
                <a:lnTo>
                  <a:pt x="1600588" y="37194"/>
                </a:lnTo>
                <a:lnTo>
                  <a:pt x="1600170" y="37412"/>
                </a:lnTo>
                <a:lnTo>
                  <a:pt x="1599758" y="37635"/>
                </a:lnTo>
                <a:lnTo>
                  <a:pt x="1599352" y="37863"/>
                </a:lnTo>
                <a:lnTo>
                  <a:pt x="1598951" y="38097"/>
                </a:lnTo>
                <a:lnTo>
                  <a:pt x="1598556" y="38336"/>
                </a:lnTo>
                <a:lnTo>
                  <a:pt x="1598166" y="38581"/>
                </a:lnTo>
                <a:lnTo>
                  <a:pt x="1597782" y="38831"/>
                </a:lnTo>
                <a:lnTo>
                  <a:pt x="1597404" y="39087"/>
                </a:lnTo>
                <a:lnTo>
                  <a:pt x="1597031" y="39347"/>
                </a:lnTo>
                <a:lnTo>
                  <a:pt x="1596666" y="39613"/>
                </a:lnTo>
                <a:lnTo>
                  <a:pt x="1596307" y="39885"/>
                </a:lnTo>
                <a:lnTo>
                  <a:pt x="1595956" y="40161"/>
                </a:lnTo>
                <a:lnTo>
                  <a:pt x="1595611" y="40444"/>
                </a:lnTo>
                <a:lnTo>
                  <a:pt x="1595274" y="40731"/>
                </a:lnTo>
                <a:lnTo>
                  <a:pt x="1594943" y="41024"/>
                </a:lnTo>
                <a:lnTo>
                  <a:pt x="1594619" y="41322"/>
                </a:lnTo>
                <a:lnTo>
                  <a:pt x="1594303" y="41626"/>
                </a:lnTo>
                <a:lnTo>
                  <a:pt x="1593993" y="41935"/>
                </a:lnTo>
                <a:lnTo>
                  <a:pt x="1593690" y="42249"/>
                </a:lnTo>
                <a:lnTo>
                  <a:pt x="1593394" y="42569"/>
                </a:lnTo>
                <a:lnTo>
                  <a:pt x="1593105" y="42894"/>
                </a:lnTo>
                <a:lnTo>
                  <a:pt x="1592824" y="43225"/>
                </a:lnTo>
                <a:lnTo>
                  <a:pt x="1592549" y="43561"/>
                </a:lnTo>
                <a:lnTo>
                  <a:pt x="1592281" y="43902"/>
                </a:lnTo>
                <a:lnTo>
                  <a:pt x="1592020" y="44249"/>
                </a:lnTo>
                <a:lnTo>
                  <a:pt x="1591766" y="44601"/>
                </a:lnTo>
                <a:lnTo>
                  <a:pt x="1591519" y="44958"/>
                </a:lnTo>
                <a:lnTo>
                  <a:pt x="1591278" y="45321"/>
                </a:lnTo>
                <a:lnTo>
                  <a:pt x="1591045" y="45689"/>
                </a:lnTo>
                <a:lnTo>
                  <a:pt x="1590819" y="46063"/>
                </a:lnTo>
                <a:lnTo>
                  <a:pt x="1590600" y="46442"/>
                </a:lnTo>
                <a:lnTo>
                  <a:pt x="1590387" y="46826"/>
                </a:lnTo>
                <a:lnTo>
                  <a:pt x="1590183" y="47216"/>
                </a:lnTo>
                <a:lnTo>
                  <a:pt x="1589987" y="47610"/>
                </a:lnTo>
                <a:lnTo>
                  <a:pt x="1589800" y="48010"/>
                </a:lnTo>
                <a:lnTo>
                  <a:pt x="1589622" y="48415"/>
                </a:lnTo>
                <a:lnTo>
                  <a:pt x="1589452" y="48824"/>
                </a:lnTo>
                <a:lnTo>
                  <a:pt x="1589291" y="49239"/>
                </a:lnTo>
                <a:lnTo>
                  <a:pt x="1589139" y="49659"/>
                </a:lnTo>
                <a:lnTo>
                  <a:pt x="1588995" y="50084"/>
                </a:lnTo>
                <a:lnTo>
                  <a:pt x="1588861" y="50514"/>
                </a:lnTo>
                <a:lnTo>
                  <a:pt x="1588734" y="50949"/>
                </a:lnTo>
                <a:lnTo>
                  <a:pt x="1588617" y="51389"/>
                </a:lnTo>
                <a:lnTo>
                  <a:pt x="1588508" y="51834"/>
                </a:lnTo>
                <a:lnTo>
                  <a:pt x="1588408" y="52284"/>
                </a:lnTo>
                <a:lnTo>
                  <a:pt x="1588317" y="52739"/>
                </a:lnTo>
                <a:lnTo>
                  <a:pt x="1588234" y="53200"/>
                </a:lnTo>
                <a:lnTo>
                  <a:pt x="1588160" y="53665"/>
                </a:lnTo>
                <a:lnTo>
                  <a:pt x="1588095" y="54135"/>
                </a:lnTo>
                <a:lnTo>
                  <a:pt x="1588038" y="54611"/>
                </a:lnTo>
                <a:lnTo>
                  <a:pt x="1587990" y="55091"/>
                </a:lnTo>
                <a:lnTo>
                  <a:pt x="1587951" y="55577"/>
                </a:lnTo>
                <a:lnTo>
                  <a:pt x="1587921" y="56067"/>
                </a:lnTo>
                <a:lnTo>
                  <a:pt x="1587899" y="56563"/>
                </a:lnTo>
                <a:lnTo>
                  <a:pt x="1587886" y="57064"/>
                </a:lnTo>
                <a:lnTo>
                  <a:pt x="1587882" y="57569"/>
                </a:lnTo>
                <a:lnTo>
                  <a:pt x="1587888" y="58214"/>
                </a:lnTo>
                <a:lnTo>
                  <a:pt x="1587906" y="58849"/>
                </a:lnTo>
                <a:lnTo>
                  <a:pt x="1587937" y="59475"/>
                </a:lnTo>
                <a:lnTo>
                  <a:pt x="1587980" y="60091"/>
                </a:lnTo>
                <a:lnTo>
                  <a:pt x="1588036" y="60698"/>
                </a:lnTo>
                <a:lnTo>
                  <a:pt x="1588104" y="61296"/>
                </a:lnTo>
                <a:lnTo>
                  <a:pt x="1588184" y="61885"/>
                </a:lnTo>
                <a:lnTo>
                  <a:pt x="1588277" y="62464"/>
                </a:lnTo>
                <a:lnTo>
                  <a:pt x="1588381" y="63034"/>
                </a:lnTo>
                <a:lnTo>
                  <a:pt x="1588499" y="63595"/>
                </a:lnTo>
                <a:lnTo>
                  <a:pt x="1588628" y="64147"/>
                </a:lnTo>
                <a:lnTo>
                  <a:pt x="1588770" y="64689"/>
                </a:lnTo>
                <a:lnTo>
                  <a:pt x="1588924" y="65222"/>
                </a:lnTo>
                <a:lnTo>
                  <a:pt x="1589091" y="65745"/>
                </a:lnTo>
                <a:lnTo>
                  <a:pt x="1589270" y="66260"/>
                </a:lnTo>
                <a:lnTo>
                  <a:pt x="1589461" y="66765"/>
                </a:lnTo>
                <a:lnTo>
                  <a:pt x="1589665" y="67261"/>
                </a:lnTo>
                <a:lnTo>
                  <a:pt x="1589881" y="67747"/>
                </a:lnTo>
                <a:lnTo>
                  <a:pt x="1590109" y="68224"/>
                </a:lnTo>
                <a:lnTo>
                  <a:pt x="1590349" y="68692"/>
                </a:lnTo>
                <a:lnTo>
                  <a:pt x="1590602" y="69151"/>
                </a:lnTo>
                <a:lnTo>
                  <a:pt x="1590868" y="69600"/>
                </a:lnTo>
                <a:lnTo>
                  <a:pt x="1591145" y="70040"/>
                </a:lnTo>
                <a:lnTo>
                  <a:pt x="1591435" y="70471"/>
                </a:lnTo>
                <a:lnTo>
                  <a:pt x="1591738" y="70894"/>
                </a:lnTo>
                <a:lnTo>
                  <a:pt x="1592052" y="71311"/>
                </a:lnTo>
                <a:lnTo>
                  <a:pt x="1592379" y="71722"/>
                </a:lnTo>
                <a:lnTo>
                  <a:pt x="1592719" y="72126"/>
                </a:lnTo>
                <a:lnTo>
                  <a:pt x="1593070" y="72525"/>
                </a:lnTo>
                <a:lnTo>
                  <a:pt x="1593434" y="72917"/>
                </a:lnTo>
                <a:lnTo>
                  <a:pt x="1593811" y="73303"/>
                </a:lnTo>
                <a:lnTo>
                  <a:pt x="1594199" y="73682"/>
                </a:lnTo>
                <a:lnTo>
                  <a:pt x="1594600" y="74056"/>
                </a:lnTo>
                <a:lnTo>
                  <a:pt x="1595014" y="74423"/>
                </a:lnTo>
                <a:lnTo>
                  <a:pt x="1595439" y="74785"/>
                </a:lnTo>
                <a:lnTo>
                  <a:pt x="1595877" y="75140"/>
                </a:lnTo>
                <a:lnTo>
                  <a:pt x="1596328" y="75488"/>
                </a:lnTo>
                <a:lnTo>
                  <a:pt x="1596790" y="75831"/>
                </a:lnTo>
                <a:lnTo>
                  <a:pt x="1597265" y="76167"/>
                </a:lnTo>
                <a:lnTo>
                  <a:pt x="1597753" y="76498"/>
                </a:lnTo>
                <a:lnTo>
                  <a:pt x="1598253" y="76822"/>
                </a:lnTo>
                <a:lnTo>
                  <a:pt x="1598765" y="77140"/>
                </a:lnTo>
                <a:lnTo>
                  <a:pt x="1599289" y="77451"/>
                </a:lnTo>
                <a:lnTo>
                  <a:pt x="1599826" y="77757"/>
                </a:lnTo>
                <a:lnTo>
                  <a:pt x="1600375" y="78056"/>
                </a:lnTo>
                <a:lnTo>
                  <a:pt x="1600936" y="78349"/>
                </a:lnTo>
                <a:lnTo>
                  <a:pt x="1601510" y="78636"/>
                </a:lnTo>
                <a:lnTo>
                  <a:pt x="1602096" y="78917"/>
                </a:lnTo>
                <a:lnTo>
                  <a:pt x="1602694" y="79193"/>
                </a:lnTo>
                <a:lnTo>
                  <a:pt x="1603303" y="79466"/>
                </a:lnTo>
                <a:lnTo>
                  <a:pt x="1603924" y="79736"/>
                </a:lnTo>
                <a:lnTo>
                  <a:pt x="1604556" y="80004"/>
                </a:lnTo>
                <a:lnTo>
                  <a:pt x="1605200" y="80269"/>
                </a:lnTo>
                <a:lnTo>
                  <a:pt x="1605855" y="80531"/>
                </a:lnTo>
                <a:lnTo>
                  <a:pt x="1606521" y="80791"/>
                </a:lnTo>
                <a:lnTo>
                  <a:pt x="1607199" y="81047"/>
                </a:lnTo>
                <a:lnTo>
                  <a:pt x="1607888" y="81301"/>
                </a:lnTo>
                <a:lnTo>
                  <a:pt x="1608588" y="81553"/>
                </a:lnTo>
                <a:lnTo>
                  <a:pt x="1609300" y="81801"/>
                </a:lnTo>
                <a:lnTo>
                  <a:pt x="1610023" y="82047"/>
                </a:lnTo>
                <a:lnTo>
                  <a:pt x="1610758" y="82290"/>
                </a:lnTo>
                <a:lnTo>
                  <a:pt x="1611504" y="82530"/>
                </a:lnTo>
                <a:lnTo>
                  <a:pt x="1612261" y="82767"/>
                </a:lnTo>
                <a:lnTo>
                  <a:pt x="1613030" y="83002"/>
                </a:lnTo>
                <a:lnTo>
                  <a:pt x="1613810" y="83234"/>
                </a:lnTo>
                <a:lnTo>
                  <a:pt x="1614602" y="83463"/>
                </a:lnTo>
                <a:lnTo>
                  <a:pt x="1615405" y="83689"/>
                </a:lnTo>
                <a:lnTo>
                  <a:pt x="1616219" y="83913"/>
                </a:lnTo>
                <a:lnTo>
                  <a:pt x="1617045" y="84134"/>
                </a:lnTo>
                <a:lnTo>
                  <a:pt x="1617882" y="84352"/>
                </a:lnTo>
                <a:lnTo>
                  <a:pt x="1618731" y="84567"/>
                </a:lnTo>
                <a:lnTo>
                  <a:pt x="1619591" y="84780"/>
                </a:lnTo>
                <a:lnTo>
                  <a:pt x="1620640" y="85038"/>
                </a:lnTo>
                <a:lnTo>
                  <a:pt x="1621663" y="85297"/>
                </a:lnTo>
                <a:lnTo>
                  <a:pt x="1622660" y="85556"/>
                </a:lnTo>
                <a:lnTo>
                  <a:pt x="1623629" y="85817"/>
                </a:lnTo>
                <a:lnTo>
                  <a:pt x="1624572" y="86077"/>
                </a:lnTo>
                <a:lnTo>
                  <a:pt x="1625488" y="86339"/>
                </a:lnTo>
                <a:lnTo>
                  <a:pt x="1626377" y="86601"/>
                </a:lnTo>
                <a:lnTo>
                  <a:pt x="1627240" y="86864"/>
                </a:lnTo>
                <a:lnTo>
                  <a:pt x="1628075" y="87128"/>
                </a:lnTo>
                <a:lnTo>
                  <a:pt x="1628884" y="87392"/>
                </a:lnTo>
                <a:lnTo>
                  <a:pt x="1629667" y="87657"/>
                </a:lnTo>
                <a:lnTo>
                  <a:pt x="1630422" y="87922"/>
                </a:lnTo>
                <a:lnTo>
                  <a:pt x="1631151" y="88189"/>
                </a:lnTo>
                <a:lnTo>
                  <a:pt x="1631853" y="88455"/>
                </a:lnTo>
                <a:lnTo>
                  <a:pt x="1632529" y="88723"/>
                </a:lnTo>
                <a:lnTo>
                  <a:pt x="1633177" y="88991"/>
                </a:lnTo>
                <a:lnTo>
                  <a:pt x="1633799" y="89260"/>
                </a:lnTo>
                <a:lnTo>
                  <a:pt x="1634395" y="89530"/>
                </a:lnTo>
                <a:lnTo>
                  <a:pt x="1634963" y="89800"/>
                </a:lnTo>
                <a:lnTo>
                  <a:pt x="1635505" y="90071"/>
                </a:lnTo>
                <a:lnTo>
                  <a:pt x="1636020" y="90342"/>
                </a:lnTo>
                <a:lnTo>
                  <a:pt x="1636508" y="90614"/>
                </a:lnTo>
                <a:lnTo>
                  <a:pt x="1636970" y="90887"/>
                </a:lnTo>
                <a:lnTo>
                  <a:pt x="1637404" y="91161"/>
                </a:lnTo>
                <a:lnTo>
                  <a:pt x="1637817" y="91440"/>
                </a:lnTo>
                <a:lnTo>
                  <a:pt x="1638212" y="91732"/>
                </a:lnTo>
                <a:lnTo>
                  <a:pt x="1638590" y="92036"/>
                </a:lnTo>
                <a:lnTo>
                  <a:pt x="1638949" y="92351"/>
                </a:lnTo>
                <a:lnTo>
                  <a:pt x="1639292" y="92679"/>
                </a:lnTo>
                <a:lnTo>
                  <a:pt x="1639617" y="93019"/>
                </a:lnTo>
                <a:lnTo>
                  <a:pt x="1639924" y="93371"/>
                </a:lnTo>
                <a:lnTo>
                  <a:pt x="1640214" y="93735"/>
                </a:lnTo>
                <a:lnTo>
                  <a:pt x="1640486" y="94111"/>
                </a:lnTo>
                <a:lnTo>
                  <a:pt x="1640741" y="94500"/>
                </a:lnTo>
                <a:lnTo>
                  <a:pt x="1640978" y="94900"/>
                </a:lnTo>
                <a:lnTo>
                  <a:pt x="1641197" y="95312"/>
                </a:lnTo>
                <a:lnTo>
                  <a:pt x="1641399" y="95737"/>
                </a:lnTo>
                <a:lnTo>
                  <a:pt x="1641583" y="96173"/>
                </a:lnTo>
                <a:lnTo>
                  <a:pt x="1641750" y="96621"/>
                </a:lnTo>
                <a:lnTo>
                  <a:pt x="1641899" y="97082"/>
                </a:lnTo>
                <a:lnTo>
                  <a:pt x="1642031" y="97555"/>
                </a:lnTo>
                <a:lnTo>
                  <a:pt x="1642145" y="98039"/>
                </a:lnTo>
                <a:lnTo>
                  <a:pt x="1642242" y="98536"/>
                </a:lnTo>
                <a:lnTo>
                  <a:pt x="1642321" y="99045"/>
                </a:lnTo>
                <a:lnTo>
                  <a:pt x="1642382" y="99566"/>
                </a:lnTo>
                <a:lnTo>
                  <a:pt x="1642426" y="100099"/>
                </a:lnTo>
                <a:lnTo>
                  <a:pt x="1642453" y="100644"/>
                </a:lnTo>
                <a:lnTo>
                  <a:pt x="1642461" y="101201"/>
                </a:lnTo>
                <a:lnTo>
                  <a:pt x="1642452" y="101865"/>
                </a:lnTo>
                <a:lnTo>
                  <a:pt x="1642422" y="102513"/>
                </a:lnTo>
                <a:lnTo>
                  <a:pt x="1642374" y="103145"/>
                </a:lnTo>
                <a:lnTo>
                  <a:pt x="1642306" y="103761"/>
                </a:lnTo>
                <a:lnTo>
                  <a:pt x="1642218" y="104362"/>
                </a:lnTo>
                <a:lnTo>
                  <a:pt x="1642111" y="104946"/>
                </a:lnTo>
                <a:lnTo>
                  <a:pt x="1641985" y="105515"/>
                </a:lnTo>
                <a:lnTo>
                  <a:pt x="1641839" y="106068"/>
                </a:lnTo>
                <a:lnTo>
                  <a:pt x="1641673" y="106605"/>
                </a:lnTo>
                <a:lnTo>
                  <a:pt x="1641488" y="107127"/>
                </a:lnTo>
                <a:lnTo>
                  <a:pt x="1641284" y="107632"/>
                </a:lnTo>
                <a:lnTo>
                  <a:pt x="1641060" y="108122"/>
                </a:lnTo>
                <a:lnTo>
                  <a:pt x="1640817" y="108596"/>
                </a:lnTo>
                <a:lnTo>
                  <a:pt x="1640555" y="109054"/>
                </a:lnTo>
                <a:lnTo>
                  <a:pt x="1640272" y="109496"/>
                </a:lnTo>
                <a:lnTo>
                  <a:pt x="1639971" y="109923"/>
                </a:lnTo>
                <a:lnTo>
                  <a:pt x="1639650" y="110333"/>
                </a:lnTo>
                <a:lnTo>
                  <a:pt x="1639309" y="110728"/>
                </a:lnTo>
                <a:lnTo>
                  <a:pt x="1638949" y="111107"/>
                </a:lnTo>
                <a:lnTo>
                  <a:pt x="1638570" y="111470"/>
                </a:lnTo>
                <a:lnTo>
                  <a:pt x="1638171" y="111817"/>
                </a:lnTo>
                <a:lnTo>
                  <a:pt x="1637753" y="112149"/>
                </a:lnTo>
                <a:lnTo>
                  <a:pt x="1637315" y="112464"/>
                </a:lnTo>
                <a:lnTo>
                  <a:pt x="1636858" y="112764"/>
                </a:lnTo>
                <a:lnTo>
                  <a:pt x="1636385" y="113050"/>
                </a:lnTo>
                <a:lnTo>
                  <a:pt x="1635902" y="113324"/>
                </a:lnTo>
                <a:lnTo>
                  <a:pt x="1635409" y="113585"/>
                </a:lnTo>
                <a:lnTo>
                  <a:pt x="1634905" y="113834"/>
                </a:lnTo>
                <a:lnTo>
                  <a:pt x="1634390" y="114071"/>
                </a:lnTo>
                <a:lnTo>
                  <a:pt x="1633865" y="114296"/>
                </a:lnTo>
                <a:lnTo>
                  <a:pt x="1633329" y="114509"/>
                </a:lnTo>
                <a:lnTo>
                  <a:pt x="1632783" y="114710"/>
                </a:lnTo>
                <a:lnTo>
                  <a:pt x="1632226" y="114898"/>
                </a:lnTo>
                <a:lnTo>
                  <a:pt x="1631658" y="115075"/>
                </a:lnTo>
                <a:lnTo>
                  <a:pt x="1631080" y="115239"/>
                </a:lnTo>
                <a:lnTo>
                  <a:pt x="1630491" y="115391"/>
                </a:lnTo>
                <a:lnTo>
                  <a:pt x="1629891" y="115531"/>
                </a:lnTo>
                <a:lnTo>
                  <a:pt x="1629281" y="115658"/>
                </a:lnTo>
                <a:lnTo>
                  <a:pt x="1628661" y="115774"/>
                </a:lnTo>
                <a:lnTo>
                  <a:pt x="1628029" y="115877"/>
                </a:lnTo>
                <a:lnTo>
                  <a:pt x="1627387" y="115969"/>
                </a:lnTo>
                <a:lnTo>
                  <a:pt x="1626735" y="116048"/>
                </a:lnTo>
                <a:lnTo>
                  <a:pt x="1626072" y="116114"/>
                </a:lnTo>
                <a:lnTo>
                  <a:pt x="1625398" y="116169"/>
                </a:lnTo>
                <a:lnTo>
                  <a:pt x="1624714" y="116212"/>
                </a:lnTo>
                <a:lnTo>
                  <a:pt x="1624019" y="116242"/>
                </a:lnTo>
                <a:lnTo>
                  <a:pt x="1623314" y="116260"/>
                </a:lnTo>
                <a:lnTo>
                  <a:pt x="1622598" y="116266"/>
                </a:lnTo>
                <a:lnTo>
                  <a:pt x="1621798" y="116259"/>
                </a:lnTo>
                <a:lnTo>
                  <a:pt x="1621010" y="116236"/>
                </a:lnTo>
                <a:lnTo>
                  <a:pt x="1620234" y="116197"/>
                </a:lnTo>
                <a:lnTo>
                  <a:pt x="1619468" y="116143"/>
                </a:lnTo>
                <a:lnTo>
                  <a:pt x="1618714" y="116074"/>
                </a:lnTo>
                <a:lnTo>
                  <a:pt x="1617971" y="115989"/>
                </a:lnTo>
                <a:lnTo>
                  <a:pt x="1617239" y="115889"/>
                </a:lnTo>
                <a:lnTo>
                  <a:pt x="1616518" y="115773"/>
                </a:lnTo>
                <a:lnTo>
                  <a:pt x="1615809" y="115642"/>
                </a:lnTo>
                <a:lnTo>
                  <a:pt x="1615110" y="115496"/>
                </a:lnTo>
                <a:lnTo>
                  <a:pt x="1614424" y="115334"/>
                </a:lnTo>
                <a:lnTo>
                  <a:pt x="1613748" y="115157"/>
                </a:lnTo>
                <a:lnTo>
                  <a:pt x="1613083" y="114964"/>
                </a:lnTo>
                <a:lnTo>
                  <a:pt x="1612430" y="114756"/>
                </a:lnTo>
                <a:lnTo>
                  <a:pt x="1611788" y="114532"/>
                </a:lnTo>
                <a:lnTo>
                  <a:pt x="1611157" y="114294"/>
                </a:lnTo>
                <a:lnTo>
                  <a:pt x="1610538" y="114039"/>
                </a:lnTo>
                <a:lnTo>
                  <a:pt x="1609929" y="113769"/>
                </a:lnTo>
                <a:lnTo>
                  <a:pt x="1609332" y="113484"/>
                </a:lnTo>
                <a:lnTo>
                  <a:pt x="1608746" y="113184"/>
                </a:lnTo>
                <a:lnTo>
                  <a:pt x="1608172" y="112868"/>
                </a:lnTo>
                <a:lnTo>
                  <a:pt x="1607608" y="112536"/>
                </a:lnTo>
                <a:lnTo>
                  <a:pt x="1607056" y="112190"/>
                </a:lnTo>
                <a:lnTo>
                  <a:pt x="1606515" y="111827"/>
                </a:lnTo>
                <a:lnTo>
                  <a:pt x="1605991" y="111446"/>
                </a:lnTo>
                <a:lnTo>
                  <a:pt x="1605489" y="111043"/>
                </a:lnTo>
                <a:lnTo>
                  <a:pt x="1605010" y="110617"/>
                </a:lnTo>
                <a:lnTo>
                  <a:pt x="1604552" y="110169"/>
                </a:lnTo>
                <a:lnTo>
                  <a:pt x="1604118" y="109698"/>
                </a:lnTo>
                <a:lnTo>
                  <a:pt x="1603705" y="109205"/>
                </a:lnTo>
                <a:lnTo>
                  <a:pt x="1603315" y="108690"/>
                </a:lnTo>
                <a:lnTo>
                  <a:pt x="1602947" y="108152"/>
                </a:lnTo>
                <a:lnTo>
                  <a:pt x="1602601" y="107592"/>
                </a:lnTo>
                <a:lnTo>
                  <a:pt x="1602277" y="107010"/>
                </a:lnTo>
                <a:lnTo>
                  <a:pt x="1601976" y="106405"/>
                </a:lnTo>
                <a:lnTo>
                  <a:pt x="1601697" y="105778"/>
                </a:lnTo>
                <a:lnTo>
                  <a:pt x="1601441" y="105128"/>
                </a:lnTo>
                <a:lnTo>
                  <a:pt x="1601207" y="104457"/>
                </a:lnTo>
                <a:lnTo>
                  <a:pt x="1600995" y="103762"/>
                </a:lnTo>
                <a:lnTo>
                  <a:pt x="1600805" y="103046"/>
                </a:lnTo>
                <a:lnTo>
                  <a:pt x="1600638" y="102307"/>
                </a:lnTo>
                <a:lnTo>
                  <a:pt x="1600493" y="101546"/>
                </a:lnTo>
                <a:lnTo>
                  <a:pt x="1600370" y="100762"/>
                </a:lnTo>
                <a:lnTo>
                  <a:pt x="1600270" y="99956"/>
                </a:lnTo>
                <a:lnTo>
                  <a:pt x="1600192" y="99127"/>
                </a:lnTo>
                <a:lnTo>
                  <a:pt x="1600136" y="98277"/>
                </a:lnTo>
                <a:lnTo>
                  <a:pt x="1600103" y="97404"/>
                </a:lnTo>
                <a:lnTo>
                  <a:pt x="1600092" y="96508"/>
                </a:lnTo>
                <a:lnTo>
                  <a:pt x="1585422" y="96508"/>
                </a:lnTo>
                <a:lnTo>
                  <a:pt x="1585426" y="97208"/>
                </a:lnTo>
                <a:lnTo>
                  <a:pt x="1585441" y="97898"/>
                </a:lnTo>
                <a:lnTo>
                  <a:pt x="1585466" y="98581"/>
                </a:lnTo>
                <a:lnTo>
                  <a:pt x="1585501" y="99254"/>
                </a:lnTo>
                <a:lnTo>
                  <a:pt x="1585546" y="99919"/>
                </a:lnTo>
                <a:lnTo>
                  <a:pt x="1585601" y="100575"/>
                </a:lnTo>
                <a:lnTo>
                  <a:pt x="1585666" y="101223"/>
                </a:lnTo>
                <a:lnTo>
                  <a:pt x="1585740" y="101862"/>
                </a:lnTo>
                <a:lnTo>
                  <a:pt x="1585825" y="102493"/>
                </a:lnTo>
                <a:lnTo>
                  <a:pt x="1585920" y="103114"/>
                </a:lnTo>
                <a:lnTo>
                  <a:pt x="1586024" y="103728"/>
                </a:lnTo>
                <a:lnTo>
                  <a:pt x="1586139" y="104332"/>
                </a:lnTo>
                <a:lnTo>
                  <a:pt x="1586264" y="104928"/>
                </a:lnTo>
                <a:lnTo>
                  <a:pt x="1586398" y="105515"/>
                </a:lnTo>
                <a:lnTo>
                  <a:pt x="1586543" y="106094"/>
                </a:lnTo>
                <a:lnTo>
                  <a:pt x="1586697" y="106664"/>
                </a:lnTo>
                <a:lnTo>
                  <a:pt x="1586862" y="107225"/>
                </a:lnTo>
                <a:lnTo>
                  <a:pt x="1587036" y="107778"/>
                </a:lnTo>
                <a:lnTo>
                  <a:pt x="1587220" y="108322"/>
                </a:lnTo>
                <a:lnTo>
                  <a:pt x="1587415" y="108858"/>
                </a:lnTo>
                <a:lnTo>
                  <a:pt x="1587619" y="109385"/>
                </a:lnTo>
                <a:lnTo>
                  <a:pt x="1587833" y="109903"/>
                </a:lnTo>
                <a:lnTo>
                  <a:pt x="1588058" y="110412"/>
                </a:lnTo>
                <a:lnTo>
                  <a:pt x="1588292" y="110913"/>
                </a:lnTo>
                <a:lnTo>
                  <a:pt x="1588535" y="111406"/>
                </a:lnTo>
                <a:lnTo>
                  <a:pt x="1588786" y="111890"/>
                </a:lnTo>
                <a:lnTo>
                  <a:pt x="1589044" y="112367"/>
                </a:lnTo>
                <a:lnTo>
                  <a:pt x="1589310" y="112835"/>
                </a:lnTo>
                <a:lnTo>
                  <a:pt x="1589585" y="113296"/>
                </a:lnTo>
                <a:lnTo>
                  <a:pt x="1589866" y="113748"/>
                </a:lnTo>
                <a:lnTo>
                  <a:pt x="1590156" y="114193"/>
                </a:lnTo>
                <a:lnTo>
                  <a:pt x="1590453" y="114629"/>
                </a:lnTo>
                <a:lnTo>
                  <a:pt x="1590758" y="115058"/>
                </a:lnTo>
                <a:lnTo>
                  <a:pt x="1591071" y="115478"/>
                </a:lnTo>
                <a:lnTo>
                  <a:pt x="1591392" y="115891"/>
                </a:lnTo>
                <a:lnTo>
                  <a:pt x="1591720" y="116296"/>
                </a:lnTo>
                <a:lnTo>
                  <a:pt x="1592056" y="116692"/>
                </a:lnTo>
                <a:lnTo>
                  <a:pt x="1592400" y="117081"/>
                </a:lnTo>
                <a:lnTo>
                  <a:pt x="1592752" y="117462"/>
                </a:lnTo>
                <a:lnTo>
                  <a:pt x="1593111" y="117834"/>
                </a:lnTo>
                <a:lnTo>
                  <a:pt x="1593478" y="118199"/>
                </a:lnTo>
                <a:lnTo>
                  <a:pt x="1593853" y="118556"/>
                </a:lnTo>
                <a:lnTo>
                  <a:pt x="1594235" y="118905"/>
                </a:lnTo>
                <a:lnTo>
                  <a:pt x="1594626" y="119246"/>
                </a:lnTo>
                <a:lnTo>
                  <a:pt x="1595024" y="119578"/>
                </a:lnTo>
                <a:lnTo>
                  <a:pt x="1595430" y="119903"/>
                </a:lnTo>
                <a:lnTo>
                  <a:pt x="1595843" y="120220"/>
                </a:lnTo>
                <a:lnTo>
                  <a:pt x="1596265" y="120529"/>
                </a:lnTo>
                <a:lnTo>
                  <a:pt x="1596693" y="120831"/>
                </a:lnTo>
                <a:lnTo>
                  <a:pt x="1597126" y="121125"/>
                </a:lnTo>
                <a:lnTo>
                  <a:pt x="1597565" y="121413"/>
                </a:lnTo>
                <a:lnTo>
                  <a:pt x="1598010" y="121694"/>
                </a:lnTo>
                <a:lnTo>
                  <a:pt x="1598460" y="121968"/>
                </a:lnTo>
                <a:lnTo>
                  <a:pt x="1598916" y="122235"/>
                </a:lnTo>
                <a:lnTo>
                  <a:pt x="1599377" y="122496"/>
                </a:lnTo>
                <a:lnTo>
                  <a:pt x="1599843" y="122749"/>
                </a:lnTo>
                <a:lnTo>
                  <a:pt x="1600316" y="122996"/>
                </a:lnTo>
                <a:lnTo>
                  <a:pt x="1600794" y="123236"/>
                </a:lnTo>
                <a:lnTo>
                  <a:pt x="1601277" y="123469"/>
                </a:lnTo>
                <a:lnTo>
                  <a:pt x="1601766" y="123695"/>
                </a:lnTo>
                <a:lnTo>
                  <a:pt x="1602260" y="123915"/>
                </a:lnTo>
                <a:lnTo>
                  <a:pt x="1602760" y="124127"/>
                </a:lnTo>
                <a:lnTo>
                  <a:pt x="1603266" y="124333"/>
                </a:lnTo>
                <a:lnTo>
                  <a:pt x="1603777" y="124532"/>
                </a:lnTo>
                <a:lnTo>
                  <a:pt x="1604293" y="124724"/>
                </a:lnTo>
                <a:lnTo>
                  <a:pt x="1604815" y="124909"/>
                </a:lnTo>
                <a:lnTo>
                  <a:pt x="1605343" y="125087"/>
                </a:lnTo>
                <a:lnTo>
                  <a:pt x="1605876" y="125259"/>
                </a:lnTo>
                <a:lnTo>
                  <a:pt x="1606415" y="125424"/>
                </a:lnTo>
                <a:lnTo>
                  <a:pt x="1606959" y="125581"/>
                </a:lnTo>
                <a:lnTo>
                  <a:pt x="1607509" y="125732"/>
                </a:lnTo>
                <a:lnTo>
                  <a:pt x="1608064" y="125877"/>
                </a:lnTo>
                <a:lnTo>
                  <a:pt x="1608624" y="126014"/>
                </a:lnTo>
                <a:lnTo>
                  <a:pt x="1609186" y="126146"/>
                </a:lnTo>
                <a:lnTo>
                  <a:pt x="1609751" y="126272"/>
                </a:lnTo>
                <a:lnTo>
                  <a:pt x="1610318" y="126392"/>
                </a:lnTo>
                <a:lnTo>
                  <a:pt x="1610888" y="126507"/>
                </a:lnTo>
                <a:lnTo>
                  <a:pt x="1611461" y="126615"/>
                </a:lnTo>
                <a:lnTo>
                  <a:pt x="1612037" y="126718"/>
                </a:lnTo>
                <a:lnTo>
                  <a:pt x="1612615" y="126815"/>
                </a:lnTo>
                <a:lnTo>
                  <a:pt x="1613196" y="126906"/>
                </a:lnTo>
                <a:lnTo>
                  <a:pt x="1613780" y="126991"/>
                </a:lnTo>
                <a:lnTo>
                  <a:pt x="1614366" y="127070"/>
                </a:lnTo>
                <a:lnTo>
                  <a:pt x="1614955" y="127143"/>
                </a:lnTo>
                <a:lnTo>
                  <a:pt x="1615547" y="127210"/>
                </a:lnTo>
                <a:lnTo>
                  <a:pt x="1616141" y="127272"/>
                </a:lnTo>
                <a:lnTo>
                  <a:pt x="1616738" y="127328"/>
                </a:lnTo>
                <a:lnTo>
                  <a:pt x="1617338" y="127377"/>
                </a:lnTo>
                <a:lnTo>
                  <a:pt x="1617941" y="127421"/>
                </a:lnTo>
                <a:lnTo>
                  <a:pt x="1618546" y="127460"/>
                </a:lnTo>
                <a:lnTo>
                  <a:pt x="1619154" y="127492"/>
                </a:lnTo>
                <a:lnTo>
                  <a:pt x="1619764" y="127518"/>
                </a:lnTo>
                <a:lnTo>
                  <a:pt x="1620377" y="127539"/>
                </a:lnTo>
                <a:lnTo>
                  <a:pt x="1620993" y="127553"/>
                </a:lnTo>
                <a:lnTo>
                  <a:pt x="1621612" y="127562"/>
                </a:lnTo>
                <a:lnTo>
                  <a:pt x="1622233" y="127565"/>
                </a:lnTo>
                <a:lnTo>
                  <a:pt x="1622854" y="127562"/>
                </a:lnTo>
                <a:lnTo>
                  <a:pt x="1623471" y="127554"/>
                </a:lnTo>
                <a:lnTo>
                  <a:pt x="1624085" y="127540"/>
                </a:lnTo>
                <a:lnTo>
                  <a:pt x="1624695" y="127521"/>
                </a:lnTo>
                <a:lnTo>
                  <a:pt x="1625301" y="1274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EAC30-6093-44AD-9105-DF123A9C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541" y="2719597"/>
            <a:ext cx="1502595" cy="442137"/>
          </a:xfrm>
          <a:custGeom xmlns:a="http://schemas.openxmlformats.org/drawingml/2006/main">
            <a:pathLst>
              <a:path w="1502595" h="442137">
                <a:moveTo>
                  <a:pt x="0" y="73690"/>
                </a:moveTo>
                <a:cubicBezTo>
                  <a:pt x="0" y="33045"/>
                  <a:pt x="33045" y="0"/>
                  <a:pt x="73690" y="0"/>
                </a:cubicBezTo>
                <a:lnTo>
                  <a:pt x="1428905" y="0"/>
                </a:lnTo>
                <a:cubicBezTo>
                  <a:pt x="1469550" y="0"/>
                  <a:pt x="1502595" y="33045"/>
                  <a:pt x="1502595" y="73690"/>
                </a:cubicBezTo>
                <a:lnTo>
                  <a:pt x="1502595" y="368448"/>
                </a:lnTo>
                <a:cubicBezTo>
                  <a:pt x="1502595" y="409092"/>
                  <a:pt x="1469550" y="442137"/>
                  <a:pt x="1428905" y="442137"/>
                </a:cubicBezTo>
                <a:lnTo>
                  <a:pt x="73690" y="442137"/>
                </a:lnTo>
                <a:cubicBezTo>
                  <a:pt x="33045" y="442137"/>
                  <a:pt x="0" y="409092"/>
                  <a:pt x="0" y="368448"/>
                </a:cubicBezTo>
                <a:lnTo>
                  <a:pt x="0" y="73690"/>
                </a:lnTo>
                <a:close/>
              </a:path>
            </a:pathLst>
          </a:custGeom>
          <a:solidFill xmlns:a="http://schemas.openxmlformats.org/drawingml/2006/main">
            <a:srgbClr val="61CB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AFEFD-4258-4B48-B155-F53E17B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541" y="2719597"/>
            <a:ext cx="1502595" cy="442137"/>
          </a:xfrm>
          <a:custGeom xmlns:a="http://schemas.openxmlformats.org/drawingml/2006/main">
            <a:pathLst>
              <a:path w="1502595" h="442137" fill="none">
                <a:moveTo>
                  <a:pt x="0" y="73690"/>
                </a:moveTo>
                <a:cubicBezTo>
                  <a:pt x="0" y="33045"/>
                  <a:pt x="33045" y="0"/>
                  <a:pt x="73690" y="0"/>
                </a:cubicBezTo>
                <a:lnTo>
                  <a:pt x="1428905" y="0"/>
                </a:lnTo>
                <a:cubicBezTo>
                  <a:pt x="1469550" y="0"/>
                  <a:pt x="1502595" y="33045"/>
                  <a:pt x="1502595" y="73690"/>
                </a:cubicBezTo>
                <a:lnTo>
                  <a:pt x="1502595" y="368448"/>
                </a:lnTo>
                <a:cubicBezTo>
                  <a:pt x="1502595" y="409092"/>
                  <a:pt x="1469550" y="442137"/>
                  <a:pt x="1428905" y="442137"/>
                </a:cubicBezTo>
                <a:lnTo>
                  <a:pt x="73690" y="442137"/>
                </a:lnTo>
                <a:cubicBezTo>
                  <a:pt x="33045" y="442137"/>
                  <a:pt x="0" y="409092"/>
                  <a:pt x="0" y="368448"/>
                </a:cubicBezTo>
                <a:lnTo>
                  <a:pt x="0" y="736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507" cap="flat">
            <a:solidFill>
              <a:srgbClr val="084F6A"/>
            </a:solidFill>
            <a:miter/>
          </a:ln>
        </p:spPr>
      </p:sp>
      <p:sp>
        <p:nvSpPr>
          <p:cNvPr id="263" name="Text CoderB">
            <a:extLst xmlns:a="http://schemas.openxmlformats.org/drawingml/2006/main">
              <a:ext uri="{FF2B5EF4-FFF2-40B4-BE49-F238E27FC236}">
                <a16:creationId xmlns:a16="http://schemas.microsoft.com/office/drawing/2014/main" id="{ED050203-018C-472B-ACD5-BDF55C0B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002" y="2831309"/>
            <a:ext cx="1073334" cy="214645"/>
          </a:xfrm>
          <a:custGeom xmlns:a="http://schemas.openxmlformats.org/drawingml/2006/main">
            <a:pathLst>
              <a:path w="1073334" h="214645">
                <a:moveTo>
                  <a:pt x="99712" y="214645"/>
                </a:moveTo>
                <a:cubicBezTo>
                  <a:pt x="78071" y="214645"/>
                  <a:pt x="59848" y="210089"/>
                  <a:pt x="45041" y="200977"/>
                </a:cubicBezTo>
                <a:cubicBezTo>
                  <a:pt x="30235" y="191865"/>
                  <a:pt x="19026" y="179285"/>
                  <a:pt x="11416" y="163236"/>
                </a:cubicBezTo>
                <a:cubicBezTo>
                  <a:pt x="3805" y="147186"/>
                  <a:pt x="0" y="128600"/>
                  <a:pt x="0" y="107478"/>
                </a:cubicBezTo>
                <a:cubicBezTo>
                  <a:pt x="0" y="86355"/>
                  <a:pt x="3805" y="67717"/>
                  <a:pt x="11416" y="51564"/>
                </a:cubicBezTo>
                <a:cubicBezTo>
                  <a:pt x="19026" y="35412"/>
                  <a:pt x="30235" y="22779"/>
                  <a:pt x="45041" y="13668"/>
                </a:cubicBezTo>
                <a:cubicBezTo>
                  <a:pt x="59848" y="4556"/>
                  <a:pt x="78071" y="0"/>
                  <a:pt x="99712" y="0"/>
                </a:cubicBezTo>
                <a:cubicBezTo>
                  <a:pt x="114001" y="0"/>
                  <a:pt x="127487" y="2485"/>
                  <a:pt x="140171" y="7455"/>
                </a:cubicBezTo>
                <a:cubicBezTo>
                  <a:pt x="152855" y="12425"/>
                  <a:pt x="163417" y="20010"/>
                  <a:pt x="171856" y="30209"/>
                </a:cubicBezTo>
                <a:cubicBezTo>
                  <a:pt x="180294" y="40408"/>
                  <a:pt x="185239" y="53273"/>
                  <a:pt x="186688" y="68804"/>
                </a:cubicBezTo>
                <a:lnTo>
                  <a:pt x="158576" y="68804"/>
                </a:lnTo>
                <a:cubicBezTo>
                  <a:pt x="157334" y="58347"/>
                  <a:pt x="153839" y="49727"/>
                  <a:pt x="148092" y="42944"/>
                </a:cubicBezTo>
                <a:cubicBezTo>
                  <a:pt x="142346" y="36162"/>
                  <a:pt x="135253" y="31115"/>
                  <a:pt x="126814" y="27801"/>
                </a:cubicBezTo>
                <a:cubicBezTo>
                  <a:pt x="118376" y="24488"/>
                  <a:pt x="109341" y="22831"/>
                  <a:pt x="99712" y="22831"/>
                </a:cubicBezTo>
                <a:cubicBezTo>
                  <a:pt x="82938" y="22831"/>
                  <a:pt x="69348" y="26662"/>
                  <a:pt x="58942" y="34325"/>
                </a:cubicBezTo>
                <a:cubicBezTo>
                  <a:pt x="48536" y="41987"/>
                  <a:pt x="40951" y="52186"/>
                  <a:pt x="36188" y="64921"/>
                </a:cubicBezTo>
                <a:cubicBezTo>
                  <a:pt x="31425" y="77657"/>
                  <a:pt x="29044" y="91843"/>
                  <a:pt x="29044" y="107478"/>
                </a:cubicBezTo>
                <a:cubicBezTo>
                  <a:pt x="29044" y="123009"/>
                  <a:pt x="31425" y="137143"/>
                  <a:pt x="36188" y="149879"/>
                </a:cubicBezTo>
                <a:cubicBezTo>
                  <a:pt x="40951" y="162614"/>
                  <a:pt x="48536" y="172736"/>
                  <a:pt x="58942" y="180243"/>
                </a:cubicBezTo>
                <a:cubicBezTo>
                  <a:pt x="69348" y="187749"/>
                  <a:pt x="82938" y="191503"/>
                  <a:pt x="99712" y="191503"/>
                </a:cubicBezTo>
                <a:cubicBezTo>
                  <a:pt x="116693" y="191503"/>
                  <a:pt x="130464" y="187309"/>
                  <a:pt x="141026" y="178922"/>
                </a:cubicBezTo>
                <a:cubicBezTo>
                  <a:pt x="151587" y="170535"/>
                  <a:pt x="157696" y="158007"/>
                  <a:pt x="159353" y="141336"/>
                </a:cubicBezTo>
                <a:lnTo>
                  <a:pt x="187620" y="141336"/>
                </a:lnTo>
                <a:cubicBezTo>
                  <a:pt x="185963" y="157800"/>
                  <a:pt x="181149" y="171441"/>
                  <a:pt x="173176" y="182262"/>
                </a:cubicBezTo>
                <a:cubicBezTo>
                  <a:pt x="165203" y="193082"/>
                  <a:pt x="154900" y="201184"/>
                  <a:pt x="142268" y="206568"/>
                </a:cubicBezTo>
                <a:cubicBezTo>
                  <a:pt x="129636" y="211953"/>
                  <a:pt x="115451" y="214645"/>
                  <a:pt x="99712" y="214645"/>
                </a:cubicBezTo>
                <a:close/>
                <a:moveTo>
                  <a:pt x="290316" y="214645"/>
                </a:moveTo>
                <a:cubicBezTo>
                  <a:pt x="275510" y="214645"/>
                  <a:pt x="262826" y="211420"/>
                  <a:pt x="252264" y="204972"/>
                </a:cubicBezTo>
                <a:cubicBezTo>
                  <a:pt x="241703" y="198520"/>
                  <a:pt x="233652" y="189296"/>
                  <a:pt x="228113" y="177301"/>
                </a:cubicBezTo>
                <a:cubicBezTo>
                  <a:pt x="222573" y="165307"/>
                  <a:pt x="219803" y="151045"/>
                  <a:pt x="219803" y="134517"/>
                </a:cubicBezTo>
                <a:cubicBezTo>
                  <a:pt x="219803" y="117565"/>
                  <a:pt x="222573" y="103038"/>
                  <a:pt x="228113" y="90937"/>
                </a:cubicBezTo>
                <a:cubicBezTo>
                  <a:pt x="233652" y="78835"/>
                  <a:pt x="241703" y="69532"/>
                  <a:pt x="252264" y="63029"/>
                </a:cubicBezTo>
                <a:cubicBezTo>
                  <a:pt x="262826" y="56525"/>
                  <a:pt x="275510" y="53273"/>
                  <a:pt x="290316" y="53273"/>
                </a:cubicBezTo>
                <a:cubicBezTo>
                  <a:pt x="305434" y="53273"/>
                  <a:pt x="318351" y="56525"/>
                  <a:pt x="329067" y="63029"/>
                </a:cubicBezTo>
                <a:cubicBezTo>
                  <a:pt x="339784" y="69532"/>
                  <a:pt x="348016" y="78835"/>
                  <a:pt x="353762" y="90937"/>
                </a:cubicBezTo>
                <a:cubicBezTo>
                  <a:pt x="359509" y="103038"/>
                  <a:pt x="362382" y="117565"/>
                  <a:pt x="362382" y="134517"/>
                </a:cubicBezTo>
                <a:cubicBezTo>
                  <a:pt x="362382" y="151045"/>
                  <a:pt x="359509" y="165307"/>
                  <a:pt x="353762" y="177301"/>
                </a:cubicBezTo>
                <a:cubicBezTo>
                  <a:pt x="348016" y="189296"/>
                  <a:pt x="339784" y="198520"/>
                  <a:pt x="329067" y="204972"/>
                </a:cubicBezTo>
                <a:cubicBezTo>
                  <a:pt x="318351" y="211420"/>
                  <a:pt x="305434" y="214645"/>
                  <a:pt x="290316" y="214645"/>
                </a:cubicBezTo>
                <a:moveTo>
                  <a:pt x="290316" y="193988"/>
                </a:moveTo>
                <a:cubicBezTo>
                  <a:pt x="301499" y="193988"/>
                  <a:pt x="310404" y="191430"/>
                  <a:pt x="317030" y="186314"/>
                </a:cubicBezTo>
                <a:cubicBezTo>
                  <a:pt x="323657" y="181196"/>
                  <a:pt x="328420" y="174138"/>
                  <a:pt x="331319" y="165143"/>
                </a:cubicBezTo>
                <a:cubicBezTo>
                  <a:pt x="334219" y="156148"/>
                  <a:pt x="335668" y="145942"/>
                  <a:pt x="335668" y="134527"/>
                </a:cubicBezTo>
                <a:cubicBezTo>
                  <a:pt x="335668" y="122891"/>
                  <a:pt x="334219" y="112495"/>
                  <a:pt x="331319" y="103338"/>
                </a:cubicBezTo>
                <a:cubicBezTo>
                  <a:pt x="328420" y="94181"/>
                  <a:pt x="323657" y="86991"/>
                  <a:pt x="317030" y="81768"/>
                </a:cubicBezTo>
                <a:cubicBezTo>
                  <a:pt x="310404" y="76543"/>
                  <a:pt x="301499" y="73930"/>
                  <a:pt x="290316" y="73930"/>
                </a:cubicBezTo>
                <a:cubicBezTo>
                  <a:pt x="279444" y="73930"/>
                  <a:pt x="270824" y="76543"/>
                  <a:pt x="264456" y="81768"/>
                </a:cubicBezTo>
                <a:cubicBezTo>
                  <a:pt x="258089" y="86991"/>
                  <a:pt x="253507" y="94181"/>
                  <a:pt x="250711" y="103338"/>
                </a:cubicBezTo>
                <a:cubicBezTo>
                  <a:pt x="247915" y="112495"/>
                  <a:pt x="246518" y="122891"/>
                  <a:pt x="246518" y="134527"/>
                </a:cubicBezTo>
                <a:cubicBezTo>
                  <a:pt x="246518" y="145942"/>
                  <a:pt x="247915" y="156148"/>
                  <a:pt x="250711" y="165143"/>
                </a:cubicBezTo>
                <a:cubicBezTo>
                  <a:pt x="253507" y="174138"/>
                  <a:pt x="258089" y="181196"/>
                  <a:pt x="264456" y="186314"/>
                </a:cubicBezTo>
                <a:cubicBezTo>
                  <a:pt x="270824" y="191430"/>
                  <a:pt x="279444" y="193988"/>
                  <a:pt x="290316" y="193988"/>
                </a:cubicBezTo>
                <a:close/>
                <a:moveTo>
                  <a:pt x="455648" y="214645"/>
                </a:moveTo>
                <a:cubicBezTo>
                  <a:pt x="443327" y="214645"/>
                  <a:pt x="432662" y="211606"/>
                  <a:pt x="423654" y="205530"/>
                </a:cubicBezTo>
                <a:cubicBezTo>
                  <a:pt x="414645" y="199453"/>
                  <a:pt x="407682" y="190364"/>
                  <a:pt x="402764" y="178262"/>
                </a:cubicBezTo>
                <a:cubicBezTo>
                  <a:pt x="397845" y="166161"/>
                  <a:pt x="395386" y="151207"/>
                  <a:pt x="395386" y="133401"/>
                </a:cubicBezTo>
                <a:cubicBezTo>
                  <a:pt x="395386" y="115701"/>
                  <a:pt x="398001" y="100935"/>
                  <a:pt x="403230" y="89102"/>
                </a:cubicBezTo>
                <a:cubicBezTo>
                  <a:pt x="408459" y="77266"/>
                  <a:pt x="415836" y="68335"/>
                  <a:pt x="425362" y="62310"/>
                </a:cubicBezTo>
                <a:cubicBezTo>
                  <a:pt x="434888" y="56285"/>
                  <a:pt x="446122" y="53273"/>
                  <a:pt x="459065" y="53273"/>
                </a:cubicBezTo>
                <a:cubicBezTo>
                  <a:pt x="469834" y="53273"/>
                  <a:pt x="479204" y="55629"/>
                  <a:pt x="487177" y="60340"/>
                </a:cubicBezTo>
                <a:cubicBezTo>
                  <a:pt x="495150" y="65051"/>
                  <a:pt x="501570" y="71445"/>
                  <a:pt x="506436" y="79521"/>
                </a:cubicBezTo>
                <a:lnTo>
                  <a:pt x="506436" y="2796"/>
                </a:lnTo>
                <a:lnTo>
                  <a:pt x="532374" y="2796"/>
                </a:lnTo>
                <a:lnTo>
                  <a:pt x="532374" y="211849"/>
                </a:lnTo>
                <a:lnTo>
                  <a:pt x="507834" y="211849"/>
                </a:lnTo>
                <a:lnTo>
                  <a:pt x="506436" y="189794"/>
                </a:lnTo>
                <a:cubicBezTo>
                  <a:pt x="501052" y="197146"/>
                  <a:pt x="494115" y="203126"/>
                  <a:pt x="485624" y="207733"/>
                </a:cubicBezTo>
                <a:cubicBezTo>
                  <a:pt x="477134" y="212341"/>
                  <a:pt x="467142" y="214645"/>
                  <a:pt x="455648" y="214645"/>
                </a:cubicBezTo>
                <a:moveTo>
                  <a:pt x="460929" y="193367"/>
                </a:moveTo>
                <a:cubicBezTo>
                  <a:pt x="472008" y="193367"/>
                  <a:pt x="481223" y="190645"/>
                  <a:pt x="488575" y="185203"/>
                </a:cubicBezTo>
                <a:cubicBezTo>
                  <a:pt x="495927" y="179760"/>
                  <a:pt x="501880" y="173215"/>
                  <a:pt x="506436" y="165565"/>
                </a:cubicBezTo>
                <a:lnTo>
                  <a:pt x="506436" y="104949"/>
                </a:lnTo>
                <a:cubicBezTo>
                  <a:pt x="502191" y="96112"/>
                  <a:pt x="496625" y="88811"/>
                  <a:pt x="489740" y="83045"/>
                </a:cubicBezTo>
                <a:cubicBezTo>
                  <a:pt x="482854" y="77279"/>
                  <a:pt x="474183" y="74396"/>
                  <a:pt x="463725" y="74396"/>
                </a:cubicBezTo>
                <a:cubicBezTo>
                  <a:pt x="449953" y="74396"/>
                  <a:pt x="439573" y="79515"/>
                  <a:pt x="432584" y="89752"/>
                </a:cubicBezTo>
                <a:cubicBezTo>
                  <a:pt x="425595" y="99990"/>
                  <a:pt x="422100" y="114538"/>
                  <a:pt x="422100" y="133396"/>
                </a:cubicBezTo>
                <a:cubicBezTo>
                  <a:pt x="422100" y="152901"/>
                  <a:pt x="425388" y="167772"/>
                  <a:pt x="431963" y="178010"/>
                </a:cubicBezTo>
                <a:cubicBezTo>
                  <a:pt x="438538" y="188248"/>
                  <a:pt x="448193" y="193367"/>
                  <a:pt x="460929" y="193367"/>
                </a:cubicBezTo>
                <a:close/>
                <a:moveTo>
                  <a:pt x="645276" y="214645"/>
                </a:moveTo>
                <a:cubicBezTo>
                  <a:pt x="628813" y="214645"/>
                  <a:pt x="615326" y="211100"/>
                  <a:pt x="604816" y="204011"/>
                </a:cubicBezTo>
                <a:cubicBezTo>
                  <a:pt x="594307" y="196918"/>
                  <a:pt x="586515" y="187269"/>
                  <a:pt x="581442" y="175064"/>
                </a:cubicBezTo>
                <a:cubicBezTo>
                  <a:pt x="576368" y="162855"/>
                  <a:pt x="573831" y="149128"/>
                  <a:pt x="573831" y="133881"/>
                </a:cubicBezTo>
                <a:cubicBezTo>
                  <a:pt x="573831" y="117994"/>
                  <a:pt x="576290" y="103999"/>
                  <a:pt x="581209" y="91898"/>
                </a:cubicBezTo>
                <a:cubicBezTo>
                  <a:pt x="586127" y="79796"/>
                  <a:pt x="593634" y="70333"/>
                  <a:pt x="603729" y="63509"/>
                </a:cubicBezTo>
                <a:cubicBezTo>
                  <a:pt x="613825" y="56685"/>
                  <a:pt x="626638" y="53273"/>
                  <a:pt x="642170" y="53273"/>
                </a:cubicBezTo>
                <a:cubicBezTo>
                  <a:pt x="662775" y="53273"/>
                  <a:pt x="678927" y="59662"/>
                  <a:pt x="690628" y="72440"/>
                </a:cubicBezTo>
                <a:cubicBezTo>
                  <a:pt x="702328" y="85214"/>
                  <a:pt x="708178" y="103580"/>
                  <a:pt x="708178" y="127538"/>
                </a:cubicBezTo>
                <a:cubicBezTo>
                  <a:pt x="708178" y="129136"/>
                  <a:pt x="708127" y="131027"/>
                  <a:pt x="708023" y="133211"/>
                </a:cubicBezTo>
                <a:cubicBezTo>
                  <a:pt x="707919" y="135392"/>
                  <a:pt x="707764" y="136962"/>
                  <a:pt x="707557" y="137919"/>
                </a:cubicBezTo>
                <a:lnTo>
                  <a:pt x="599769" y="137919"/>
                </a:lnTo>
                <a:cubicBezTo>
                  <a:pt x="599872" y="148177"/>
                  <a:pt x="601451" y="157597"/>
                  <a:pt x="604506" y="166182"/>
                </a:cubicBezTo>
                <a:cubicBezTo>
                  <a:pt x="607560" y="174766"/>
                  <a:pt x="612401" y="181650"/>
                  <a:pt x="619028" y="186834"/>
                </a:cubicBezTo>
                <a:cubicBezTo>
                  <a:pt x="625654" y="192017"/>
                  <a:pt x="634404" y="194609"/>
                  <a:pt x="645276" y="194609"/>
                </a:cubicBezTo>
                <a:cubicBezTo>
                  <a:pt x="656873" y="194609"/>
                  <a:pt x="665933" y="191752"/>
                  <a:pt x="672456" y="186038"/>
                </a:cubicBezTo>
                <a:cubicBezTo>
                  <a:pt x="678979" y="180323"/>
                  <a:pt x="682396" y="172079"/>
                  <a:pt x="682707" y="161304"/>
                </a:cubicBezTo>
                <a:lnTo>
                  <a:pt x="708334" y="161304"/>
                </a:lnTo>
                <a:cubicBezTo>
                  <a:pt x="708023" y="172302"/>
                  <a:pt x="705279" y="181780"/>
                  <a:pt x="700102" y="189736"/>
                </a:cubicBezTo>
                <a:cubicBezTo>
                  <a:pt x="694925" y="197693"/>
                  <a:pt x="687677" y="203834"/>
                  <a:pt x="678358" y="208160"/>
                </a:cubicBezTo>
                <a:cubicBezTo>
                  <a:pt x="669039" y="212483"/>
                  <a:pt x="658012" y="214645"/>
                  <a:pt x="645276" y="214645"/>
                </a:cubicBezTo>
                <a:moveTo>
                  <a:pt x="599924" y="118971"/>
                </a:moveTo>
                <a:lnTo>
                  <a:pt x="682551" y="118971"/>
                </a:lnTo>
                <a:cubicBezTo>
                  <a:pt x="682241" y="104135"/>
                  <a:pt x="678565" y="92791"/>
                  <a:pt x="671524" y="84938"/>
                </a:cubicBezTo>
                <a:cubicBezTo>
                  <a:pt x="664483" y="77081"/>
                  <a:pt x="654698" y="73153"/>
                  <a:pt x="642170" y="73153"/>
                </a:cubicBezTo>
                <a:cubicBezTo>
                  <a:pt x="629537" y="73153"/>
                  <a:pt x="619623" y="77054"/>
                  <a:pt x="612427" y="84855"/>
                </a:cubicBezTo>
                <a:cubicBezTo>
                  <a:pt x="605231" y="92653"/>
                  <a:pt x="601063" y="104025"/>
                  <a:pt x="599924" y="118971"/>
                </a:cubicBezTo>
                <a:close/>
                <a:moveTo>
                  <a:pt x="750004" y="211849"/>
                </a:moveTo>
                <a:lnTo>
                  <a:pt x="750004" y="55913"/>
                </a:lnTo>
                <a:lnTo>
                  <a:pt x="774388" y="55913"/>
                </a:lnTo>
                <a:lnTo>
                  <a:pt x="775320" y="80919"/>
                </a:lnTo>
                <a:cubicBezTo>
                  <a:pt x="779566" y="73050"/>
                  <a:pt x="785468" y="66475"/>
                  <a:pt x="793026" y="61194"/>
                </a:cubicBezTo>
                <a:cubicBezTo>
                  <a:pt x="800585" y="55913"/>
                  <a:pt x="810421" y="53273"/>
                  <a:pt x="822536" y="53273"/>
                </a:cubicBezTo>
                <a:lnTo>
                  <a:pt x="825642" y="53273"/>
                </a:lnTo>
                <a:lnTo>
                  <a:pt x="825642" y="77036"/>
                </a:lnTo>
                <a:lnTo>
                  <a:pt x="822070" y="77036"/>
                </a:lnTo>
                <a:cubicBezTo>
                  <a:pt x="814511" y="77036"/>
                  <a:pt x="807885" y="78062"/>
                  <a:pt x="802190" y="80113"/>
                </a:cubicBezTo>
                <a:cubicBezTo>
                  <a:pt x="796495" y="82161"/>
                  <a:pt x="791525" y="84993"/>
                  <a:pt x="787280" y="88607"/>
                </a:cubicBezTo>
                <a:cubicBezTo>
                  <a:pt x="783034" y="92221"/>
                  <a:pt x="779255" y="96402"/>
                  <a:pt x="775942" y="101149"/>
                </a:cubicBezTo>
                <a:lnTo>
                  <a:pt x="775942" y="211849"/>
                </a:lnTo>
                <a:lnTo>
                  <a:pt x="750004" y="211849"/>
                </a:lnTo>
                <a:close/>
                <a:moveTo>
                  <a:pt x="923145" y="211849"/>
                </a:moveTo>
                <a:lnTo>
                  <a:pt x="923145" y="2796"/>
                </a:lnTo>
                <a:lnTo>
                  <a:pt x="990241" y="2796"/>
                </a:lnTo>
                <a:cubicBezTo>
                  <a:pt x="1011260" y="2796"/>
                  <a:pt x="1028060" y="7041"/>
                  <a:pt x="1040640" y="15531"/>
                </a:cubicBezTo>
                <a:cubicBezTo>
                  <a:pt x="1053221" y="24022"/>
                  <a:pt x="1059511" y="36965"/>
                  <a:pt x="1059511" y="54360"/>
                </a:cubicBezTo>
                <a:cubicBezTo>
                  <a:pt x="1059511" y="65336"/>
                  <a:pt x="1056431" y="75120"/>
                  <a:pt x="1050270" y="83715"/>
                </a:cubicBezTo>
                <a:cubicBezTo>
                  <a:pt x="1044109" y="92309"/>
                  <a:pt x="1035955" y="97900"/>
                  <a:pt x="1025808" y="100489"/>
                </a:cubicBezTo>
                <a:cubicBezTo>
                  <a:pt x="1040304" y="102870"/>
                  <a:pt x="1051849" y="108643"/>
                  <a:pt x="1060443" y="117806"/>
                </a:cubicBezTo>
                <a:cubicBezTo>
                  <a:pt x="1069037" y="126970"/>
                  <a:pt x="1073334" y="138282"/>
                  <a:pt x="1073334" y="151742"/>
                </a:cubicBezTo>
                <a:cubicBezTo>
                  <a:pt x="1073334" y="164375"/>
                  <a:pt x="1070538" y="175169"/>
                  <a:pt x="1064947" y="184125"/>
                </a:cubicBezTo>
                <a:cubicBezTo>
                  <a:pt x="1059356" y="193082"/>
                  <a:pt x="1050917" y="199942"/>
                  <a:pt x="1039631" y="204705"/>
                </a:cubicBezTo>
                <a:cubicBezTo>
                  <a:pt x="1028345" y="209468"/>
                  <a:pt x="1014107" y="211849"/>
                  <a:pt x="996919" y="211849"/>
                </a:cubicBezTo>
                <a:lnTo>
                  <a:pt x="923145" y="211849"/>
                </a:lnTo>
                <a:moveTo>
                  <a:pt x="951102" y="188552"/>
                </a:moveTo>
                <a:lnTo>
                  <a:pt x="996453" y="188552"/>
                </a:lnTo>
                <a:cubicBezTo>
                  <a:pt x="1005255" y="188552"/>
                  <a:pt x="1013383" y="187439"/>
                  <a:pt x="1020838" y="185213"/>
                </a:cubicBezTo>
                <a:cubicBezTo>
                  <a:pt x="1028293" y="182986"/>
                  <a:pt x="1034247" y="179052"/>
                  <a:pt x="1038699" y="173409"/>
                </a:cubicBezTo>
                <a:cubicBezTo>
                  <a:pt x="1043151" y="167766"/>
                  <a:pt x="1045377" y="159974"/>
                  <a:pt x="1045377" y="150034"/>
                </a:cubicBezTo>
                <a:cubicBezTo>
                  <a:pt x="1045377" y="138023"/>
                  <a:pt x="1041029" y="129066"/>
                  <a:pt x="1032331" y="123164"/>
                </a:cubicBezTo>
                <a:cubicBezTo>
                  <a:pt x="1023633" y="117263"/>
                  <a:pt x="1011674" y="114312"/>
                  <a:pt x="996453" y="114312"/>
                </a:cubicBezTo>
                <a:lnTo>
                  <a:pt x="951102" y="114312"/>
                </a:lnTo>
                <a:lnTo>
                  <a:pt x="951102" y="188552"/>
                </a:lnTo>
                <a:moveTo>
                  <a:pt x="951102" y="91636"/>
                </a:moveTo>
                <a:lnTo>
                  <a:pt x="990085" y="91636"/>
                </a:lnTo>
                <a:cubicBezTo>
                  <a:pt x="1003546" y="91636"/>
                  <a:pt x="1013823" y="88555"/>
                  <a:pt x="1020915" y="82394"/>
                </a:cubicBezTo>
                <a:cubicBezTo>
                  <a:pt x="1028008" y="76234"/>
                  <a:pt x="1031554" y="67924"/>
                  <a:pt x="1031554" y="57466"/>
                </a:cubicBezTo>
                <a:cubicBezTo>
                  <a:pt x="1031554" y="50425"/>
                  <a:pt x="1029950" y="44549"/>
                  <a:pt x="1026740" y="39838"/>
                </a:cubicBezTo>
                <a:cubicBezTo>
                  <a:pt x="1023530" y="35127"/>
                  <a:pt x="1018845" y="31607"/>
                  <a:pt x="1012684" y="29277"/>
                </a:cubicBezTo>
                <a:cubicBezTo>
                  <a:pt x="1006523" y="26947"/>
                  <a:pt x="998990" y="25782"/>
                  <a:pt x="990085" y="25782"/>
                </a:cubicBezTo>
                <a:lnTo>
                  <a:pt x="951102" y="25782"/>
                </a:lnTo>
                <a:lnTo>
                  <a:pt x="951102" y="916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d025dfa58438b"/>
          <a:stretch xmlns:a="http://schemas.openxmlformats.org/drawingml/2006/main"/>
        </p:blipFill>
        <p:spPr>
          <a:xfrm xmlns:a="http://schemas.openxmlformats.org/drawingml/2006/main">
            <a:off x="6171072" y="2514600"/>
            <a:ext cx="440812" cy="440812"/>
          </a:xfrm>
          <a:prstGeom xmlns:a="http://schemas.openxmlformats.org/drawingml/2006/main" prst="rect">
            <a:avLst/>
          </a:prstGeom>
        </p:spPr>
      </p:pic>
      <p:sp>
        <p:nvSpPr>
          <p:cNvPr id="265" name="Text Code">
            <a:extLst xmlns:a="http://schemas.openxmlformats.org/drawingml/2006/main">
              <a:ext uri="{FF2B5EF4-FFF2-40B4-BE49-F238E27FC236}">
                <a16:creationId xmlns:a16="http://schemas.microsoft.com/office/drawing/2014/main" id="{66712ADA-8A60-4DA4-9217-D66741D9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535" y="1467872"/>
            <a:ext cx="411574" cy="118770"/>
          </a:xfrm>
          <a:custGeom xmlns:a="http://schemas.openxmlformats.org/drawingml/2006/main">
            <a:pathLst>
              <a:path w="411574" h="118770">
                <a:moveTo>
                  <a:pt x="56377" y="118770"/>
                </a:moveTo>
                <a:cubicBezTo>
                  <a:pt x="44689" y="118770"/>
                  <a:pt x="34634" y="116321"/>
                  <a:pt x="26212" y="111422"/>
                </a:cubicBezTo>
                <a:cubicBezTo>
                  <a:pt x="17790" y="106524"/>
                  <a:pt x="11316" y="99648"/>
                  <a:pt x="6789" y="90796"/>
                </a:cubicBezTo>
                <a:cubicBezTo>
                  <a:pt x="2263" y="81945"/>
                  <a:pt x="0" y="71503"/>
                  <a:pt x="0" y="59471"/>
                </a:cubicBezTo>
                <a:cubicBezTo>
                  <a:pt x="0" y="47439"/>
                  <a:pt x="2263" y="36969"/>
                  <a:pt x="6789" y="28060"/>
                </a:cubicBezTo>
                <a:cubicBezTo>
                  <a:pt x="11316" y="19150"/>
                  <a:pt x="17790" y="12247"/>
                  <a:pt x="26212" y="7348"/>
                </a:cubicBezTo>
                <a:cubicBezTo>
                  <a:pt x="34634" y="2449"/>
                  <a:pt x="44689" y="0"/>
                  <a:pt x="56377" y="0"/>
                </a:cubicBezTo>
                <a:cubicBezTo>
                  <a:pt x="65430" y="0"/>
                  <a:pt x="73766" y="1561"/>
                  <a:pt x="81386" y="4684"/>
                </a:cubicBezTo>
                <a:cubicBezTo>
                  <a:pt x="89006" y="7806"/>
                  <a:pt x="95194" y="12418"/>
                  <a:pt x="99949" y="18520"/>
                </a:cubicBezTo>
                <a:cubicBezTo>
                  <a:pt x="104704" y="24622"/>
                  <a:pt x="107311" y="32142"/>
                  <a:pt x="107770" y="41080"/>
                </a:cubicBezTo>
                <a:lnTo>
                  <a:pt x="83019" y="41080"/>
                </a:lnTo>
                <a:cubicBezTo>
                  <a:pt x="82389" y="36382"/>
                  <a:pt x="80856" y="32486"/>
                  <a:pt x="78421" y="29392"/>
                </a:cubicBezTo>
                <a:cubicBezTo>
                  <a:pt x="75986" y="26298"/>
                  <a:pt x="72878" y="23977"/>
                  <a:pt x="69096" y="22431"/>
                </a:cubicBezTo>
                <a:cubicBezTo>
                  <a:pt x="65315" y="20884"/>
                  <a:pt x="61075" y="20110"/>
                  <a:pt x="56377" y="20110"/>
                </a:cubicBezTo>
                <a:cubicBezTo>
                  <a:pt x="48814" y="20110"/>
                  <a:pt x="42727" y="21944"/>
                  <a:pt x="38115" y="25610"/>
                </a:cubicBezTo>
                <a:cubicBezTo>
                  <a:pt x="33503" y="29277"/>
                  <a:pt x="30151" y="34076"/>
                  <a:pt x="28060" y="40005"/>
                </a:cubicBezTo>
                <a:cubicBezTo>
                  <a:pt x="25968" y="45935"/>
                  <a:pt x="24923" y="52424"/>
                  <a:pt x="24923" y="59471"/>
                </a:cubicBezTo>
                <a:cubicBezTo>
                  <a:pt x="24923" y="66461"/>
                  <a:pt x="25968" y="72935"/>
                  <a:pt x="28060" y="78894"/>
                </a:cubicBezTo>
                <a:cubicBezTo>
                  <a:pt x="30151" y="84852"/>
                  <a:pt x="33503" y="89636"/>
                  <a:pt x="38115" y="93246"/>
                </a:cubicBezTo>
                <a:cubicBezTo>
                  <a:pt x="42727" y="96855"/>
                  <a:pt x="48814" y="98660"/>
                  <a:pt x="56377" y="98660"/>
                </a:cubicBezTo>
                <a:cubicBezTo>
                  <a:pt x="64341" y="98660"/>
                  <a:pt x="70629" y="96612"/>
                  <a:pt x="75241" y="92515"/>
                </a:cubicBezTo>
                <a:cubicBezTo>
                  <a:pt x="79853" y="88419"/>
                  <a:pt x="82503" y="82589"/>
                  <a:pt x="83191" y="75026"/>
                </a:cubicBezTo>
                <a:lnTo>
                  <a:pt x="107942" y="75026"/>
                </a:lnTo>
                <a:cubicBezTo>
                  <a:pt x="107254" y="84480"/>
                  <a:pt x="104762" y="92458"/>
                  <a:pt x="100465" y="98961"/>
                </a:cubicBezTo>
                <a:cubicBezTo>
                  <a:pt x="96168" y="105464"/>
                  <a:pt x="90295" y="110391"/>
                  <a:pt x="82847" y="113743"/>
                </a:cubicBezTo>
                <a:cubicBezTo>
                  <a:pt x="75399" y="117094"/>
                  <a:pt x="66575" y="118770"/>
                  <a:pt x="56377" y="118770"/>
                </a:cubicBezTo>
                <a:close/>
                <a:moveTo>
                  <a:pt x="166732" y="118770"/>
                </a:moveTo>
                <a:cubicBezTo>
                  <a:pt x="158252" y="118770"/>
                  <a:pt x="150818" y="117060"/>
                  <a:pt x="144430" y="113641"/>
                </a:cubicBezTo>
                <a:cubicBezTo>
                  <a:pt x="138042" y="110219"/>
                  <a:pt x="133100" y="105262"/>
                  <a:pt x="129605" y="98770"/>
                </a:cubicBezTo>
                <a:cubicBezTo>
                  <a:pt x="126110" y="92276"/>
                  <a:pt x="124363" y="84420"/>
                  <a:pt x="124363" y="75201"/>
                </a:cubicBezTo>
                <a:cubicBezTo>
                  <a:pt x="124363" y="65810"/>
                  <a:pt x="126110" y="57825"/>
                  <a:pt x="129605" y="51245"/>
                </a:cubicBezTo>
                <a:cubicBezTo>
                  <a:pt x="133100" y="44663"/>
                  <a:pt x="138042" y="39648"/>
                  <a:pt x="144430" y="36200"/>
                </a:cubicBezTo>
                <a:cubicBezTo>
                  <a:pt x="150818" y="32750"/>
                  <a:pt x="158252" y="31025"/>
                  <a:pt x="166732" y="31025"/>
                </a:cubicBezTo>
                <a:cubicBezTo>
                  <a:pt x="175326" y="31025"/>
                  <a:pt x="182817" y="32750"/>
                  <a:pt x="189205" y="36200"/>
                </a:cubicBezTo>
                <a:cubicBezTo>
                  <a:pt x="195594" y="39648"/>
                  <a:pt x="200564" y="44663"/>
                  <a:pt x="204116" y="51245"/>
                </a:cubicBezTo>
                <a:cubicBezTo>
                  <a:pt x="207668" y="57825"/>
                  <a:pt x="209444" y="65810"/>
                  <a:pt x="209444" y="75201"/>
                </a:cubicBezTo>
                <a:cubicBezTo>
                  <a:pt x="209444" y="84420"/>
                  <a:pt x="207668" y="92276"/>
                  <a:pt x="204116" y="98770"/>
                </a:cubicBezTo>
                <a:cubicBezTo>
                  <a:pt x="200564" y="105262"/>
                  <a:pt x="195594" y="110219"/>
                  <a:pt x="189205" y="113641"/>
                </a:cubicBezTo>
                <a:cubicBezTo>
                  <a:pt x="182817" y="117060"/>
                  <a:pt x="175326" y="118770"/>
                  <a:pt x="166732" y="118770"/>
                </a:cubicBezTo>
                <a:moveTo>
                  <a:pt x="166732" y="101410"/>
                </a:moveTo>
                <a:cubicBezTo>
                  <a:pt x="171716" y="101410"/>
                  <a:pt x="175627" y="100227"/>
                  <a:pt x="178463" y="97860"/>
                </a:cubicBezTo>
                <a:cubicBezTo>
                  <a:pt x="181299" y="95493"/>
                  <a:pt x="183304" y="92323"/>
                  <a:pt x="184479" y="88350"/>
                </a:cubicBezTo>
                <a:cubicBezTo>
                  <a:pt x="185653" y="84377"/>
                  <a:pt x="186240" y="79995"/>
                  <a:pt x="186240" y="75204"/>
                </a:cubicBezTo>
                <a:cubicBezTo>
                  <a:pt x="186240" y="70294"/>
                  <a:pt x="185653" y="65823"/>
                  <a:pt x="184479" y="61791"/>
                </a:cubicBezTo>
                <a:cubicBezTo>
                  <a:pt x="183304" y="57759"/>
                  <a:pt x="181299" y="54546"/>
                  <a:pt x="178463" y="52150"/>
                </a:cubicBezTo>
                <a:cubicBezTo>
                  <a:pt x="175627" y="49754"/>
                  <a:pt x="171716" y="48557"/>
                  <a:pt x="166732" y="48557"/>
                </a:cubicBezTo>
                <a:cubicBezTo>
                  <a:pt x="161862" y="48557"/>
                  <a:pt x="158037" y="49754"/>
                  <a:pt x="155259" y="52150"/>
                </a:cubicBezTo>
                <a:cubicBezTo>
                  <a:pt x="152480" y="54546"/>
                  <a:pt x="150518" y="57759"/>
                  <a:pt x="149372" y="61791"/>
                </a:cubicBezTo>
                <a:cubicBezTo>
                  <a:pt x="148226" y="65823"/>
                  <a:pt x="147653" y="70294"/>
                  <a:pt x="147653" y="75204"/>
                </a:cubicBezTo>
                <a:cubicBezTo>
                  <a:pt x="147653" y="79995"/>
                  <a:pt x="148226" y="84377"/>
                  <a:pt x="149372" y="88350"/>
                </a:cubicBezTo>
                <a:cubicBezTo>
                  <a:pt x="150518" y="92323"/>
                  <a:pt x="152480" y="95493"/>
                  <a:pt x="155259" y="97860"/>
                </a:cubicBezTo>
                <a:cubicBezTo>
                  <a:pt x="158037" y="100227"/>
                  <a:pt x="161862" y="101410"/>
                  <a:pt x="166732" y="101410"/>
                </a:cubicBezTo>
                <a:close/>
                <a:moveTo>
                  <a:pt x="259092" y="118770"/>
                </a:moveTo>
                <a:cubicBezTo>
                  <a:pt x="252790" y="118770"/>
                  <a:pt x="247132" y="117176"/>
                  <a:pt x="242119" y="113987"/>
                </a:cubicBezTo>
                <a:cubicBezTo>
                  <a:pt x="237105" y="110798"/>
                  <a:pt x="233152" y="105914"/>
                  <a:pt x="230259" y="99334"/>
                </a:cubicBezTo>
                <a:cubicBezTo>
                  <a:pt x="227365" y="92754"/>
                  <a:pt x="225919" y="84391"/>
                  <a:pt x="225919" y="74245"/>
                </a:cubicBezTo>
                <a:cubicBezTo>
                  <a:pt x="225919" y="64448"/>
                  <a:pt x="227480" y="56360"/>
                  <a:pt x="230603" y="49983"/>
                </a:cubicBezTo>
                <a:cubicBezTo>
                  <a:pt x="233725" y="43605"/>
                  <a:pt x="237951" y="38851"/>
                  <a:pt x="243279" y="35722"/>
                </a:cubicBezTo>
                <a:cubicBezTo>
                  <a:pt x="248607" y="32590"/>
                  <a:pt x="254594" y="31025"/>
                  <a:pt x="261240" y="31025"/>
                </a:cubicBezTo>
                <a:cubicBezTo>
                  <a:pt x="267084" y="31025"/>
                  <a:pt x="272098" y="32228"/>
                  <a:pt x="276280" y="34634"/>
                </a:cubicBezTo>
                <a:cubicBezTo>
                  <a:pt x="280463" y="37040"/>
                  <a:pt x="283786" y="40192"/>
                  <a:pt x="286249" y="44088"/>
                </a:cubicBezTo>
                <a:lnTo>
                  <a:pt x="286249" y="1547"/>
                </a:lnTo>
                <a:lnTo>
                  <a:pt x="309024" y="1547"/>
                </a:lnTo>
                <a:lnTo>
                  <a:pt x="309024" y="117223"/>
                </a:lnTo>
                <a:lnTo>
                  <a:pt x="287195" y="117223"/>
                </a:lnTo>
                <a:lnTo>
                  <a:pt x="286249" y="105363"/>
                </a:lnTo>
                <a:cubicBezTo>
                  <a:pt x="283270" y="109489"/>
                  <a:pt x="279574" y="112754"/>
                  <a:pt x="275163" y="115161"/>
                </a:cubicBezTo>
                <a:cubicBezTo>
                  <a:pt x="270751" y="117567"/>
                  <a:pt x="265394" y="118770"/>
                  <a:pt x="259092" y="118770"/>
                </a:cubicBezTo>
                <a:moveTo>
                  <a:pt x="265795" y="101410"/>
                </a:moveTo>
                <a:cubicBezTo>
                  <a:pt x="270608" y="101410"/>
                  <a:pt x="274762" y="100037"/>
                  <a:pt x="278257" y="97290"/>
                </a:cubicBezTo>
                <a:cubicBezTo>
                  <a:pt x="281752" y="94544"/>
                  <a:pt x="284416" y="91331"/>
                  <a:pt x="286249" y="87652"/>
                </a:cubicBezTo>
                <a:lnTo>
                  <a:pt x="286249" y="62672"/>
                </a:lnTo>
                <a:cubicBezTo>
                  <a:pt x="284473" y="58816"/>
                  <a:pt x="281981" y="55456"/>
                  <a:pt x="278772" y="52593"/>
                </a:cubicBezTo>
                <a:cubicBezTo>
                  <a:pt x="275564" y="49730"/>
                  <a:pt x="271611" y="48299"/>
                  <a:pt x="266913" y="48299"/>
                </a:cubicBezTo>
                <a:cubicBezTo>
                  <a:pt x="261298" y="48299"/>
                  <a:pt x="256943" y="50519"/>
                  <a:pt x="253850" y="54959"/>
                </a:cubicBezTo>
                <a:cubicBezTo>
                  <a:pt x="250756" y="59399"/>
                  <a:pt x="249209" y="65827"/>
                  <a:pt x="249209" y="74242"/>
                </a:cubicBezTo>
                <a:cubicBezTo>
                  <a:pt x="249209" y="83474"/>
                  <a:pt x="250684" y="90309"/>
                  <a:pt x="253635" y="94750"/>
                </a:cubicBezTo>
                <a:cubicBezTo>
                  <a:pt x="256585" y="99190"/>
                  <a:pt x="260639" y="101410"/>
                  <a:pt x="265795" y="101410"/>
                </a:cubicBezTo>
                <a:close/>
                <a:moveTo>
                  <a:pt x="372471" y="118770"/>
                </a:moveTo>
                <a:cubicBezTo>
                  <a:pt x="363132" y="118770"/>
                  <a:pt x="355283" y="117016"/>
                  <a:pt x="348924" y="113509"/>
                </a:cubicBezTo>
                <a:cubicBezTo>
                  <a:pt x="342564" y="110001"/>
                  <a:pt x="337751" y="104944"/>
                  <a:pt x="334486" y="98335"/>
                </a:cubicBezTo>
                <a:cubicBezTo>
                  <a:pt x="331220" y="91725"/>
                  <a:pt x="329587" y="83781"/>
                  <a:pt x="329587" y="74505"/>
                </a:cubicBezTo>
                <a:cubicBezTo>
                  <a:pt x="329587" y="65519"/>
                  <a:pt x="331177" y="57780"/>
                  <a:pt x="334357" y="51288"/>
                </a:cubicBezTo>
                <a:cubicBezTo>
                  <a:pt x="337536" y="44794"/>
                  <a:pt x="342206" y="39793"/>
                  <a:pt x="348365" y="36286"/>
                </a:cubicBezTo>
                <a:cubicBezTo>
                  <a:pt x="354524" y="32778"/>
                  <a:pt x="362101" y="31025"/>
                  <a:pt x="371096" y="31025"/>
                </a:cubicBezTo>
                <a:cubicBezTo>
                  <a:pt x="383586" y="31025"/>
                  <a:pt x="393455" y="34716"/>
                  <a:pt x="400703" y="42100"/>
                </a:cubicBezTo>
                <a:cubicBezTo>
                  <a:pt x="407951" y="49484"/>
                  <a:pt x="411574" y="60010"/>
                  <a:pt x="411574" y="73678"/>
                </a:cubicBezTo>
                <a:cubicBezTo>
                  <a:pt x="411574" y="74373"/>
                  <a:pt x="411546" y="75314"/>
                  <a:pt x="411488" y="76501"/>
                </a:cubicBezTo>
                <a:cubicBezTo>
                  <a:pt x="411431" y="77688"/>
                  <a:pt x="411345" y="78600"/>
                  <a:pt x="411231" y="79237"/>
                </a:cubicBezTo>
                <a:lnTo>
                  <a:pt x="352361" y="79237"/>
                </a:lnTo>
                <a:cubicBezTo>
                  <a:pt x="352476" y="83282"/>
                  <a:pt x="353206" y="87062"/>
                  <a:pt x="354553" y="90579"/>
                </a:cubicBezTo>
                <a:cubicBezTo>
                  <a:pt x="355899" y="94095"/>
                  <a:pt x="358033" y="96923"/>
                  <a:pt x="360955" y="99063"/>
                </a:cubicBezTo>
                <a:cubicBezTo>
                  <a:pt x="363877" y="101201"/>
                  <a:pt x="367716" y="102269"/>
                  <a:pt x="372471" y="102269"/>
                </a:cubicBezTo>
                <a:cubicBezTo>
                  <a:pt x="377399" y="102269"/>
                  <a:pt x="381352" y="101163"/>
                  <a:pt x="384331" y="98950"/>
                </a:cubicBezTo>
                <a:cubicBezTo>
                  <a:pt x="387310" y="96737"/>
                  <a:pt x="388829" y="93446"/>
                  <a:pt x="388886" y="89078"/>
                </a:cubicBezTo>
                <a:lnTo>
                  <a:pt x="411317" y="89078"/>
                </a:lnTo>
                <a:cubicBezTo>
                  <a:pt x="411030" y="95695"/>
                  <a:pt x="409240" y="101210"/>
                  <a:pt x="405945" y="105621"/>
                </a:cubicBezTo>
                <a:cubicBezTo>
                  <a:pt x="402651" y="110033"/>
                  <a:pt x="398153" y="113327"/>
                  <a:pt x="392453" y="115504"/>
                </a:cubicBezTo>
                <a:cubicBezTo>
                  <a:pt x="386752" y="117682"/>
                  <a:pt x="380091" y="118770"/>
                  <a:pt x="372471" y="118770"/>
                </a:cubicBezTo>
                <a:moveTo>
                  <a:pt x="352619" y="64799"/>
                </a:moveTo>
                <a:lnTo>
                  <a:pt x="388972" y="64799"/>
                </a:lnTo>
                <a:cubicBezTo>
                  <a:pt x="388800" y="58783"/>
                  <a:pt x="387067" y="54286"/>
                  <a:pt x="383773" y="51307"/>
                </a:cubicBezTo>
                <a:cubicBezTo>
                  <a:pt x="380478" y="48327"/>
                  <a:pt x="376253" y="46838"/>
                  <a:pt x="371096" y="46838"/>
                </a:cubicBezTo>
                <a:cubicBezTo>
                  <a:pt x="365825" y="46838"/>
                  <a:pt x="361514" y="48371"/>
                  <a:pt x="358162" y="51438"/>
                </a:cubicBezTo>
                <a:cubicBezTo>
                  <a:pt x="354810" y="54505"/>
                  <a:pt x="352963" y="58959"/>
                  <a:pt x="352619" y="64799"/>
                </a:cubicBez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35F882D2-2D4A-4D51-BD53-D953B2D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32" y="1679068"/>
            <a:ext cx="880444" cy="119630"/>
          </a:xfrm>
          <a:custGeom xmlns:a="http://schemas.openxmlformats.org/drawingml/2006/main">
            <a:pathLst>
              <a:path w="880444" h="119630">
                <a:moveTo>
                  <a:pt x="56893" y="119630"/>
                </a:moveTo>
                <a:cubicBezTo>
                  <a:pt x="45033" y="119630"/>
                  <a:pt x="34863" y="117180"/>
                  <a:pt x="26384" y="112282"/>
                </a:cubicBezTo>
                <a:cubicBezTo>
                  <a:pt x="17904" y="107383"/>
                  <a:pt x="11387" y="100493"/>
                  <a:pt x="6832" y="91613"/>
                </a:cubicBezTo>
                <a:cubicBezTo>
                  <a:pt x="2277" y="82732"/>
                  <a:pt x="0" y="72305"/>
                  <a:pt x="0" y="60330"/>
                </a:cubicBezTo>
                <a:cubicBezTo>
                  <a:pt x="0" y="48299"/>
                  <a:pt x="2277" y="37828"/>
                  <a:pt x="6832" y="28919"/>
                </a:cubicBezTo>
                <a:cubicBezTo>
                  <a:pt x="11387" y="20010"/>
                  <a:pt x="17904" y="13106"/>
                  <a:pt x="26384" y="8207"/>
                </a:cubicBezTo>
                <a:cubicBezTo>
                  <a:pt x="34863" y="3309"/>
                  <a:pt x="45033" y="859"/>
                  <a:pt x="56893" y="859"/>
                </a:cubicBezTo>
                <a:cubicBezTo>
                  <a:pt x="62851" y="859"/>
                  <a:pt x="68695" y="1633"/>
                  <a:pt x="74425" y="3180"/>
                </a:cubicBezTo>
                <a:cubicBezTo>
                  <a:pt x="80154" y="4727"/>
                  <a:pt x="85396" y="7119"/>
                  <a:pt x="90152" y="10356"/>
                </a:cubicBezTo>
                <a:cubicBezTo>
                  <a:pt x="94907" y="13593"/>
                  <a:pt x="98832" y="17704"/>
                  <a:pt x="101926" y="22688"/>
                </a:cubicBezTo>
                <a:cubicBezTo>
                  <a:pt x="105020" y="27673"/>
                  <a:pt x="106882" y="33574"/>
                  <a:pt x="107512" y="40392"/>
                </a:cubicBezTo>
                <a:lnTo>
                  <a:pt x="82847" y="40392"/>
                </a:lnTo>
                <a:cubicBezTo>
                  <a:pt x="82389" y="36611"/>
                  <a:pt x="81071" y="33259"/>
                  <a:pt x="78894" y="30337"/>
                </a:cubicBezTo>
                <a:cubicBezTo>
                  <a:pt x="76716" y="27415"/>
                  <a:pt x="73737" y="25123"/>
                  <a:pt x="69956" y="23462"/>
                </a:cubicBezTo>
                <a:cubicBezTo>
                  <a:pt x="66174" y="21800"/>
                  <a:pt x="61648" y="20970"/>
                  <a:pt x="56377" y="20970"/>
                </a:cubicBezTo>
                <a:cubicBezTo>
                  <a:pt x="48814" y="20970"/>
                  <a:pt x="42713" y="22789"/>
                  <a:pt x="38072" y="26427"/>
                </a:cubicBezTo>
                <a:cubicBezTo>
                  <a:pt x="33431" y="30065"/>
                  <a:pt x="30051" y="34849"/>
                  <a:pt x="27931" y="40779"/>
                </a:cubicBezTo>
                <a:cubicBezTo>
                  <a:pt x="25811" y="46709"/>
                  <a:pt x="24751" y="53226"/>
                  <a:pt x="24751" y="60330"/>
                </a:cubicBezTo>
                <a:cubicBezTo>
                  <a:pt x="24751" y="67378"/>
                  <a:pt x="25825" y="73880"/>
                  <a:pt x="27974" y="79839"/>
                </a:cubicBezTo>
                <a:cubicBezTo>
                  <a:pt x="30122" y="85798"/>
                  <a:pt x="33546" y="90582"/>
                  <a:pt x="38244" y="94191"/>
                </a:cubicBezTo>
                <a:cubicBezTo>
                  <a:pt x="42942" y="97801"/>
                  <a:pt x="49158" y="99605"/>
                  <a:pt x="56893" y="99605"/>
                </a:cubicBezTo>
                <a:cubicBezTo>
                  <a:pt x="62622" y="99605"/>
                  <a:pt x="67506" y="98617"/>
                  <a:pt x="71546" y="96640"/>
                </a:cubicBezTo>
                <a:cubicBezTo>
                  <a:pt x="75585" y="94664"/>
                  <a:pt x="78736" y="91928"/>
                  <a:pt x="80999" y="88433"/>
                </a:cubicBezTo>
                <a:cubicBezTo>
                  <a:pt x="83262" y="84938"/>
                  <a:pt x="84566" y="80899"/>
                  <a:pt x="84909" y="76315"/>
                </a:cubicBezTo>
                <a:lnTo>
                  <a:pt x="57494" y="76315"/>
                </a:lnTo>
                <a:lnTo>
                  <a:pt x="57494" y="57065"/>
                </a:lnTo>
                <a:lnTo>
                  <a:pt x="109145" y="57065"/>
                </a:lnTo>
                <a:lnTo>
                  <a:pt x="109145" y="68839"/>
                </a:lnTo>
                <a:cubicBezTo>
                  <a:pt x="109145" y="78865"/>
                  <a:pt x="107125" y="87688"/>
                  <a:pt x="103086" y="95308"/>
                </a:cubicBezTo>
                <a:cubicBezTo>
                  <a:pt x="99047" y="102928"/>
                  <a:pt x="93145" y="108887"/>
                  <a:pt x="85382" y="113184"/>
                </a:cubicBezTo>
                <a:cubicBezTo>
                  <a:pt x="77619" y="117481"/>
                  <a:pt x="68122" y="119630"/>
                  <a:pt x="56893" y="119630"/>
                </a:cubicBezTo>
                <a:close/>
                <a:moveTo>
                  <a:pt x="169360" y="119630"/>
                </a:moveTo>
                <a:cubicBezTo>
                  <a:pt x="160021" y="119630"/>
                  <a:pt x="152171" y="117876"/>
                  <a:pt x="145812" y="114368"/>
                </a:cubicBezTo>
                <a:cubicBezTo>
                  <a:pt x="139452" y="110861"/>
                  <a:pt x="134640" y="105803"/>
                  <a:pt x="131374" y="99194"/>
                </a:cubicBezTo>
                <a:cubicBezTo>
                  <a:pt x="128108" y="92584"/>
                  <a:pt x="126475" y="84641"/>
                  <a:pt x="126475" y="75365"/>
                </a:cubicBezTo>
                <a:cubicBezTo>
                  <a:pt x="126475" y="66378"/>
                  <a:pt x="128065" y="58639"/>
                  <a:pt x="131245" y="52147"/>
                </a:cubicBezTo>
                <a:cubicBezTo>
                  <a:pt x="134425" y="45653"/>
                  <a:pt x="139094" y="40653"/>
                  <a:pt x="145253" y="37145"/>
                </a:cubicBezTo>
                <a:cubicBezTo>
                  <a:pt x="151412" y="33638"/>
                  <a:pt x="158989" y="31884"/>
                  <a:pt x="167985" y="31884"/>
                </a:cubicBezTo>
                <a:cubicBezTo>
                  <a:pt x="180475" y="31884"/>
                  <a:pt x="190343" y="35576"/>
                  <a:pt x="197591" y="42960"/>
                </a:cubicBezTo>
                <a:cubicBezTo>
                  <a:pt x="204839" y="50343"/>
                  <a:pt x="208463" y="60869"/>
                  <a:pt x="208463" y="74537"/>
                </a:cubicBezTo>
                <a:cubicBezTo>
                  <a:pt x="208463" y="75232"/>
                  <a:pt x="208434" y="76173"/>
                  <a:pt x="208377" y="77360"/>
                </a:cubicBezTo>
                <a:cubicBezTo>
                  <a:pt x="208319" y="78547"/>
                  <a:pt x="208233" y="79459"/>
                  <a:pt x="208119" y="80097"/>
                </a:cubicBezTo>
                <a:lnTo>
                  <a:pt x="149249" y="80097"/>
                </a:lnTo>
                <a:cubicBezTo>
                  <a:pt x="149364" y="84141"/>
                  <a:pt x="150095" y="87922"/>
                  <a:pt x="151441" y="91438"/>
                </a:cubicBezTo>
                <a:cubicBezTo>
                  <a:pt x="152787" y="94955"/>
                  <a:pt x="154922" y="97783"/>
                  <a:pt x="157844" y="99922"/>
                </a:cubicBezTo>
                <a:cubicBezTo>
                  <a:pt x="160766" y="102060"/>
                  <a:pt x="164604" y="103129"/>
                  <a:pt x="169360" y="103129"/>
                </a:cubicBezTo>
                <a:cubicBezTo>
                  <a:pt x="174287" y="103129"/>
                  <a:pt x="178240" y="102022"/>
                  <a:pt x="181219" y="99809"/>
                </a:cubicBezTo>
                <a:cubicBezTo>
                  <a:pt x="184199" y="97596"/>
                  <a:pt x="185717" y="94306"/>
                  <a:pt x="185774" y="89937"/>
                </a:cubicBezTo>
                <a:lnTo>
                  <a:pt x="208205" y="89937"/>
                </a:lnTo>
                <a:cubicBezTo>
                  <a:pt x="207918" y="96554"/>
                  <a:pt x="206128" y="102069"/>
                  <a:pt x="202834" y="106481"/>
                </a:cubicBezTo>
                <a:cubicBezTo>
                  <a:pt x="199539" y="110892"/>
                  <a:pt x="195042" y="114187"/>
                  <a:pt x="189341" y="116364"/>
                </a:cubicBezTo>
                <a:cubicBezTo>
                  <a:pt x="183640" y="118541"/>
                  <a:pt x="176980" y="119630"/>
                  <a:pt x="169360" y="119630"/>
                </a:cubicBezTo>
                <a:moveTo>
                  <a:pt x="149507" y="65659"/>
                </a:moveTo>
                <a:lnTo>
                  <a:pt x="185860" y="65659"/>
                </a:lnTo>
                <a:cubicBezTo>
                  <a:pt x="185688" y="59643"/>
                  <a:pt x="183955" y="55145"/>
                  <a:pt x="180661" y="52166"/>
                </a:cubicBezTo>
                <a:cubicBezTo>
                  <a:pt x="177366" y="49187"/>
                  <a:pt x="173141" y="47697"/>
                  <a:pt x="167985" y="47697"/>
                </a:cubicBezTo>
                <a:cubicBezTo>
                  <a:pt x="162714" y="47697"/>
                  <a:pt x="158402" y="49231"/>
                  <a:pt x="155050" y="52298"/>
                </a:cubicBezTo>
                <a:cubicBezTo>
                  <a:pt x="151699" y="55365"/>
                  <a:pt x="149851" y="59818"/>
                  <a:pt x="149507" y="65659"/>
                </a:cubicBezTo>
                <a:close/>
                <a:moveTo>
                  <a:pt x="228632" y="118083"/>
                </a:moveTo>
                <a:lnTo>
                  <a:pt x="228632" y="33173"/>
                </a:lnTo>
                <a:lnTo>
                  <a:pt x="250547" y="33173"/>
                </a:lnTo>
                <a:lnTo>
                  <a:pt x="250977" y="45635"/>
                </a:lnTo>
                <a:cubicBezTo>
                  <a:pt x="253784" y="42025"/>
                  <a:pt x="257479" y="38831"/>
                  <a:pt x="262063" y="36052"/>
                </a:cubicBezTo>
                <a:cubicBezTo>
                  <a:pt x="266647" y="33273"/>
                  <a:pt x="272605" y="31884"/>
                  <a:pt x="279939" y="31884"/>
                </a:cubicBezTo>
                <a:cubicBezTo>
                  <a:pt x="288475" y="31884"/>
                  <a:pt x="295093" y="34511"/>
                  <a:pt x="299791" y="39764"/>
                </a:cubicBezTo>
                <a:cubicBezTo>
                  <a:pt x="304489" y="45017"/>
                  <a:pt x="306838" y="52693"/>
                  <a:pt x="306838" y="62793"/>
                </a:cubicBezTo>
                <a:lnTo>
                  <a:pt x="306838" y="118083"/>
                </a:lnTo>
                <a:lnTo>
                  <a:pt x="284236" y="118083"/>
                </a:lnTo>
                <a:lnTo>
                  <a:pt x="284236" y="65570"/>
                </a:lnTo>
                <a:cubicBezTo>
                  <a:pt x="284236" y="62482"/>
                  <a:pt x="283806" y="59773"/>
                  <a:pt x="282947" y="57443"/>
                </a:cubicBezTo>
                <a:cubicBezTo>
                  <a:pt x="282087" y="55114"/>
                  <a:pt x="280726" y="53308"/>
                  <a:pt x="278864" y="52026"/>
                </a:cubicBezTo>
                <a:cubicBezTo>
                  <a:pt x="277002" y="50744"/>
                  <a:pt x="274553" y="50103"/>
                  <a:pt x="271516" y="50103"/>
                </a:cubicBezTo>
                <a:cubicBezTo>
                  <a:pt x="266990" y="50103"/>
                  <a:pt x="263109" y="51181"/>
                  <a:pt x="259872" y="53337"/>
                </a:cubicBezTo>
                <a:cubicBezTo>
                  <a:pt x="256634" y="55493"/>
                  <a:pt x="253813" y="58114"/>
                  <a:pt x="251406" y="61201"/>
                </a:cubicBezTo>
                <a:lnTo>
                  <a:pt x="251406" y="118083"/>
                </a:lnTo>
                <a:lnTo>
                  <a:pt x="228632" y="118083"/>
                </a:lnTo>
                <a:close/>
                <a:moveTo>
                  <a:pt x="369127" y="119630"/>
                </a:moveTo>
                <a:cubicBezTo>
                  <a:pt x="359788" y="119630"/>
                  <a:pt x="351939" y="117876"/>
                  <a:pt x="345580" y="114368"/>
                </a:cubicBezTo>
                <a:cubicBezTo>
                  <a:pt x="339220" y="110861"/>
                  <a:pt x="334407" y="105803"/>
                  <a:pt x="331142" y="99194"/>
                </a:cubicBezTo>
                <a:cubicBezTo>
                  <a:pt x="327876" y="92584"/>
                  <a:pt x="326243" y="84641"/>
                  <a:pt x="326243" y="75365"/>
                </a:cubicBezTo>
                <a:cubicBezTo>
                  <a:pt x="326243" y="66378"/>
                  <a:pt x="327833" y="58639"/>
                  <a:pt x="331013" y="52147"/>
                </a:cubicBezTo>
                <a:cubicBezTo>
                  <a:pt x="334192" y="45653"/>
                  <a:pt x="338862" y="40653"/>
                  <a:pt x="345021" y="37145"/>
                </a:cubicBezTo>
                <a:cubicBezTo>
                  <a:pt x="351180" y="33638"/>
                  <a:pt x="358757" y="31884"/>
                  <a:pt x="367752" y="31884"/>
                </a:cubicBezTo>
                <a:cubicBezTo>
                  <a:pt x="380242" y="31884"/>
                  <a:pt x="390111" y="35576"/>
                  <a:pt x="397359" y="42960"/>
                </a:cubicBezTo>
                <a:cubicBezTo>
                  <a:pt x="404607" y="50343"/>
                  <a:pt x="408230" y="60869"/>
                  <a:pt x="408230" y="74537"/>
                </a:cubicBezTo>
                <a:cubicBezTo>
                  <a:pt x="408230" y="75232"/>
                  <a:pt x="408202" y="76173"/>
                  <a:pt x="408144" y="77360"/>
                </a:cubicBezTo>
                <a:cubicBezTo>
                  <a:pt x="408087" y="78547"/>
                  <a:pt x="408001" y="79459"/>
                  <a:pt x="407887" y="80097"/>
                </a:cubicBezTo>
                <a:lnTo>
                  <a:pt x="349017" y="80097"/>
                </a:lnTo>
                <a:cubicBezTo>
                  <a:pt x="349132" y="84141"/>
                  <a:pt x="349862" y="87922"/>
                  <a:pt x="351209" y="91438"/>
                </a:cubicBezTo>
                <a:cubicBezTo>
                  <a:pt x="352555" y="94955"/>
                  <a:pt x="354689" y="97783"/>
                  <a:pt x="357611" y="99922"/>
                </a:cubicBezTo>
                <a:cubicBezTo>
                  <a:pt x="360533" y="102060"/>
                  <a:pt x="364372" y="103129"/>
                  <a:pt x="369127" y="103129"/>
                </a:cubicBezTo>
                <a:cubicBezTo>
                  <a:pt x="374055" y="103129"/>
                  <a:pt x="378008" y="102022"/>
                  <a:pt x="380987" y="99809"/>
                </a:cubicBezTo>
                <a:cubicBezTo>
                  <a:pt x="383966" y="97596"/>
                  <a:pt x="385485" y="94306"/>
                  <a:pt x="385542" y="89937"/>
                </a:cubicBezTo>
                <a:lnTo>
                  <a:pt x="407973" y="89937"/>
                </a:lnTo>
                <a:cubicBezTo>
                  <a:pt x="407686" y="96554"/>
                  <a:pt x="405896" y="102069"/>
                  <a:pt x="402601" y="106481"/>
                </a:cubicBezTo>
                <a:cubicBezTo>
                  <a:pt x="399307" y="110892"/>
                  <a:pt x="394809" y="114187"/>
                  <a:pt x="389109" y="116364"/>
                </a:cubicBezTo>
                <a:cubicBezTo>
                  <a:pt x="383408" y="118541"/>
                  <a:pt x="376747" y="119630"/>
                  <a:pt x="369127" y="119630"/>
                </a:cubicBezTo>
                <a:moveTo>
                  <a:pt x="349275" y="65659"/>
                </a:moveTo>
                <a:lnTo>
                  <a:pt x="385628" y="65659"/>
                </a:lnTo>
                <a:cubicBezTo>
                  <a:pt x="385456" y="59643"/>
                  <a:pt x="383723" y="55145"/>
                  <a:pt x="380429" y="52166"/>
                </a:cubicBezTo>
                <a:cubicBezTo>
                  <a:pt x="377134" y="49187"/>
                  <a:pt x="372909" y="47697"/>
                  <a:pt x="367752" y="47697"/>
                </a:cubicBezTo>
                <a:cubicBezTo>
                  <a:pt x="362481" y="47697"/>
                  <a:pt x="358170" y="49231"/>
                  <a:pt x="354818" y="52298"/>
                </a:cubicBezTo>
                <a:cubicBezTo>
                  <a:pt x="351467" y="55365"/>
                  <a:pt x="349619" y="59818"/>
                  <a:pt x="349275" y="65659"/>
                </a:cubicBezTo>
                <a:close/>
                <a:moveTo>
                  <a:pt x="427696" y="118083"/>
                </a:moveTo>
                <a:lnTo>
                  <a:pt x="427696" y="33173"/>
                </a:lnTo>
                <a:lnTo>
                  <a:pt x="449525" y="33173"/>
                </a:lnTo>
                <a:lnTo>
                  <a:pt x="449954" y="47525"/>
                </a:lnTo>
                <a:cubicBezTo>
                  <a:pt x="452131" y="42483"/>
                  <a:pt x="455397" y="38616"/>
                  <a:pt x="459751" y="35923"/>
                </a:cubicBezTo>
                <a:cubicBezTo>
                  <a:pt x="464106" y="33230"/>
                  <a:pt x="469377" y="31884"/>
                  <a:pt x="475565" y="31884"/>
                </a:cubicBezTo>
                <a:lnTo>
                  <a:pt x="477283" y="31884"/>
                </a:lnTo>
                <a:lnTo>
                  <a:pt x="477283" y="51049"/>
                </a:lnTo>
                <a:lnTo>
                  <a:pt x="475135" y="51049"/>
                </a:lnTo>
                <a:cubicBezTo>
                  <a:pt x="471755" y="51049"/>
                  <a:pt x="468517" y="51355"/>
                  <a:pt x="465424" y="51967"/>
                </a:cubicBezTo>
                <a:cubicBezTo>
                  <a:pt x="462330" y="52580"/>
                  <a:pt x="459522" y="53630"/>
                  <a:pt x="457001" y="55118"/>
                </a:cubicBezTo>
                <a:cubicBezTo>
                  <a:pt x="454480" y="56605"/>
                  <a:pt x="452303" y="58662"/>
                  <a:pt x="450470" y="61287"/>
                </a:cubicBezTo>
                <a:lnTo>
                  <a:pt x="450470" y="118083"/>
                </a:lnTo>
                <a:lnTo>
                  <a:pt x="427696" y="118083"/>
                </a:lnTo>
                <a:close/>
                <a:moveTo>
                  <a:pt x="516031" y="119630"/>
                </a:moveTo>
                <a:cubicBezTo>
                  <a:pt x="511275" y="119630"/>
                  <a:pt x="506835" y="118704"/>
                  <a:pt x="502710" y="116853"/>
                </a:cubicBezTo>
                <a:cubicBezTo>
                  <a:pt x="498585" y="115001"/>
                  <a:pt x="495247" y="112210"/>
                  <a:pt x="492698" y="108479"/>
                </a:cubicBezTo>
                <a:cubicBezTo>
                  <a:pt x="490148" y="104746"/>
                  <a:pt x="488873" y="100074"/>
                  <a:pt x="488873" y="94462"/>
                </a:cubicBezTo>
                <a:cubicBezTo>
                  <a:pt x="488873" y="86652"/>
                  <a:pt x="491194" y="80766"/>
                  <a:pt x="495835" y="76804"/>
                </a:cubicBezTo>
                <a:cubicBezTo>
                  <a:pt x="500475" y="72840"/>
                  <a:pt x="506964" y="70149"/>
                  <a:pt x="515300" y="68731"/>
                </a:cubicBezTo>
                <a:cubicBezTo>
                  <a:pt x="523636" y="67313"/>
                  <a:pt x="533333" y="66489"/>
                  <a:pt x="544391" y="66258"/>
                </a:cubicBezTo>
                <a:lnTo>
                  <a:pt x="544391" y="61646"/>
                </a:lnTo>
                <a:cubicBezTo>
                  <a:pt x="544391" y="56028"/>
                  <a:pt x="543088" y="52184"/>
                  <a:pt x="540481" y="50114"/>
                </a:cubicBezTo>
                <a:cubicBezTo>
                  <a:pt x="537874" y="48044"/>
                  <a:pt x="534508" y="47010"/>
                  <a:pt x="530383" y="47010"/>
                </a:cubicBezTo>
                <a:cubicBezTo>
                  <a:pt x="525856" y="47010"/>
                  <a:pt x="522132" y="48113"/>
                  <a:pt x="519210" y="50321"/>
                </a:cubicBezTo>
                <a:cubicBezTo>
                  <a:pt x="516288" y="52527"/>
                  <a:pt x="514827" y="56101"/>
                  <a:pt x="514827" y="61045"/>
                </a:cubicBezTo>
                <a:lnTo>
                  <a:pt x="493514" y="61045"/>
                </a:lnTo>
                <a:cubicBezTo>
                  <a:pt x="493514" y="53792"/>
                  <a:pt x="495075" y="48047"/>
                  <a:pt x="498198" y="43811"/>
                </a:cubicBezTo>
                <a:cubicBezTo>
                  <a:pt x="501320" y="39573"/>
                  <a:pt x="505646" y="36526"/>
                  <a:pt x="511175" y="34669"/>
                </a:cubicBezTo>
                <a:cubicBezTo>
                  <a:pt x="516704" y="32812"/>
                  <a:pt x="523106" y="31884"/>
                  <a:pt x="530383" y="31884"/>
                </a:cubicBezTo>
                <a:cubicBezTo>
                  <a:pt x="535711" y="31884"/>
                  <a:pt x="540581" y="32333"/>
                  <a:pt x="544993" y="33232"/>
                </a:cubicBezTo>
                <a:cubicBezTo>
                  <a:pt x="549404" y="34131"/>
                  <a:pt x="553229" y="35682"/>
                  <a:pt x="556466" y="37886"/>
                </a:cubicBezTo>
                <a:cubicBezTo>
                  <a:pt x="559703" y="40089"/>
                  <a:pt x="562209" y="43089"/>
                  <a:pt x="563986" y="46889"/>
                </a:cubicBezTo>
                <a:cubicBezTo>
                  <a:pt x="565762" y="50686"/>
                  <a:pt x="566650" y="55426"/>
                  <a:pt x="566650" y="61109"/>
                </a:cubicBezTo>
                <a:lnTo>
                  <a:pt x="566650" y="118083"/>
                </a:lnTo>
                <a:lnTo>
                  <a:pt x="545336" y="118083"/>
                </a:lnTo>
                <a:lnTo>
                  <a:pt x="544649" y="107254"/>
                </a:lnTo>
                <a:cubicBezTo>
                  <a:pt x="541097" y="111322"/>
                  <a:pt x="536971" y="114401"/>
                  <a:pt x="532273" y="116493"/>
                </a:cubicBezTo>
                <a:cubicBezTo>
                  <a:pt x="527575" y="118584"/>
                  <a:pt x="522161" y="119630"/>
                  <a:pt x="516031" y="119630"/>
                </a:cubicBezTo>
                <a:moveTo>
                  <a:pt x="523507" y="103988"/>
                </a:moveTo>
                <a:cubicBezTo>
                  <a:pt x="527804" y="103988"/>
                  <a:pt x="531772" y="102848"/>
                  <a:pt x="535410" y="100567"/>
                </a:cubicBezTo>
                <a:cubicBezTo>
                  <a:pt x="539048" y="98284"/>
                  <a:pt x="541956" y="95681"/>
                  <a:pt x="544133" y="92757"/>
                </a:cubicBezTo>
                <a:lnTo>
                  <a:pt x="544133" y="78891"/>
                </a:lnTo>
                <a:cubicBezTo>
                  <a:pt x="532102" y="78950"/>
                  <a:pt x="523679" y="80106"/>
                  <a:pt x="518867" y="82358"/>
                </a:cubicBezTo>
                <a:cubicBezTo>
                  <a:pt x="514054" y="84610"/>
                  <a:pt x="511648" y="88252"/>
                  <a:pt x="511648" y="93283"/>
                </a:cubicBezTo>
                <a:cubicBezTo>
                  <a:pt x="511648" y="96911"/>
                  <a:pt x="512751" y="99602"/>
                  <a:pt x="514956" y="101356"/>
                </a:cubicBezTo>
                <a:cubicBezTo>
                  <a:pt x="517162" y="103111"/>
                  <a:pt x="520013" y="103988"/>
                  <a:pt x="523507" y="103988"/>
                </a:cubicBezTo>
                <a:close/>
                <a:moveTo>
                  <a:pt x="626163" y="118083"/>
                </a:moveTo>
                <a:cubicBezTo>
                  <a:pt x="617684" y="118083"/>
                  <a:pt x="611109" y="117050"/>
                  <a:pt x="606440" y="114986"/>
                </a:cubicBezTo>
                <a:cubicBezTo>
                  <a:pt x="601770" y="112920"/>
                  <a:pt x="598519" y="109719"/>
                  <a:pt x="596686" y="105385"/>
                </a:cubicBezTo>
                <a:cubicBezTo>
                  <a:pt x="594852" y="101050"/>
                  <a:pt x="593936" y="95392"/>
                  <a:pt x="593936" y="88409"/>
                </a:cubicBezTo>
                <a:lnTo>
                  <a:pt x="593936" y="50705"/>
                </a:lnTo>
                <a:lnTo>
                  <a:pt x="580013" y="50705"/>
                </a:lnTo>
                <a:lnTo>
                  <a:pt x="580013" y="33173"/>
                </a:lnTo>
                <a:lnTo>
                  <a:pt x="593936" y="33173"/>
                </a:lnTo>
                <a:lnTo>
                  <a:pt x="593936" y="13407"/>
                </a:lnTo>
                <a:lnTo>
                  <a:pt x="616710" y="13407"/>
                </a:lnTo>
                <a:lnTo>
                  <a:pt x="616710" y="33173"/>
                </a:lnTo>
                <a:lnTo>
                  <a:pt x="635015" y="33173"/>
                </a:lnTo>
                <a:lnTo>
                  <a:pt x="635015" y="50705"/>
                </a:lnTo>
                <a:lnTo>
                  <a:pt x="616710" y="50705"/>
                </a:lnTo>
                <a:lnTo>
                  <a:pt x="616710" y="87214"/>
                </a:lnTo>
                <a:cubicBezTo>
                  <a:pt x="616710" y="91718"/>
                  <a:pt x="617326" y="95053"/>
                  <a:pt x="618558" y="97218"/>
                </a:cubicBezTo>
                <a:cubicBezTo>
                  <a:pt x="619789" y="99382"/>
                  <a:pt x="622582" y="100465"/>
                  <a:pt x="626937" y="100465"/>
                </a:cubicBezTo>
                <a:lnTo>
                  <a:pt x="635015" y="100465"/>
                </a:lnTo>
                <a:lnTo>
                  <a:pt x="635015" y="118083"/>
                </a:lnTo>
                <a:lnTo>
                  <a:pt x="626163" y="118083"/>
                </a:lnTo>
                <a:close/>
                <a:moveTo>
                  <a:pt x="654216" y="118083"/>
                </a:moveTo>
                <a:lnTo>
                  <a:pt x="654216" y="33173"/>
                </a:lnTo>
                <a:lnTo>
                  <a:pt x="676991" y="33173"/>
                </a:lnTo>
                <a:lnTo>
                  <a:pt x="676991" y="118083"/>
                </a:lnTo>
                <a:lnTo>
                  <a:pt x="654216" y="118083"/>
                </a:lnTo>
                <a:moveTo>
                  <a:pt x="665647" y="22173"/>
                </a:moveTo>
                <a:cubicBezTo>
                  <a:pt x="661464" y="22173"/>
                  <a:pt x="658270" y="21113"/>
                  <a:pt x="656064" y="18993"/>
                </a:cubicBezTo>
                <a:cubicBezTo>
                  <a:pt x="653858" y="16873"/>
                  <a:pt x="652755" y="14238"/>
                  <a:pt x="652755" y="11086"/>
                </a:cubicBezTo>
                <a:cubicBezTo>
                  <a:pt x="652755" y="7878"/>
                  <a:pt x="653858" y="5228"/>
                  <a:pt x="656064" y="3137"/>
                </a:cubicBezTo>
                <a:cubicBezTo>
                  <a:pt x="658270" y="1046"/>
                  <a:pt x="661464" y="0"/>
                  <a:pt x="665647" y="0"/>
                </a:cubicBezTo>
                <a:cubicBezTo>
                  <a:pt x="669829" y="0"/>
                  <a:pt x="673023" y="1046"/>
                  <a:pt x="675229" y="3137"/>
                </a:cubicBezTo>
                <a:cubicBezTo>
                  <a:pt x="677435" y="5228"/>
                  <a:pt x="678538" y="7878"/>
                  <a:pt x="678538" y="11086"/>
                </a:cubicBezTo>
                <a:cubicBezTo>
                  <a:pt x="678538" y="14238"/>
                  <a:pt x="677435" y="16873"/>
                  <a:pt x="675229" y="18993"/>
                </a:cubicBezTo>
                <a:cubicBezTo>
                  <a:pt x="673023" y="21113"/>
                  <a:pt x="669829" y="22173"/>
                  <a:pt x="665647" y="22173"/>
                </a:cubicBezTo>
                <a:close/>
                <a:moveTo>
                  <a:pt x="739458" y="119630"/>
                </a:moveTo>
                <a:cubicBezTo>
                  <a:pt x="730979" y="119630"/>
                  <a:pt x="723545" y="117920"/>
                  <a:pt x="717156" y="114500"/>
                </a:cubicBezTo>
                <a:cubicBezTo>
                  <a:pt x="710768" y="111078"/>
                  <a:pt x="705827" y="106122"/>
                  <a:pt x="702332" y="99630"/>
                </a:cubicBezTo>
                <a:cubicBezTo>
                  <a:pt x="698837" y="93136"/>
                  <a:pt x="697089" y="85279"/>
                  <a:pt x="697089" y="76060"/>
                </a:cubicBezTo>
                <a:cubicBezTo>
                  <a:pt x="697089" y="66669"/>
                  <a:pt x="698837" y="58684"/>
                  <a:pt x="702332" y="52104"/>
                </a:cubicBezTo>
                <a:cubicBezTo>
                  <a:pt x="705827" y="45523"/>
                  <a:pt x="710768" y="40508"/>
                  <a:pt x="717156" y="37059"/>
                </a:cubicBezTo>
                <a:cubicBezTo>
                  <a:pt x="723545" y="33609"/>
                  <a:pt x="730979" y="31884"/>
                  <a:pt x="739458" y="31884"/>
                </a:cubicBezTo>
                <a:cubicBezTo>
                  <a:pt x="748052" y="31884"/>
                  <a:pt x="755543" y="33609"/>
                  <a:pt x="761932" y="37059"/>
                </a:cubicBezTo>
                <a:cubicBezTo>
                  <a:pt x="768320" y="40508"/>
                  <a:pt x="773290" y="45523"/>
                  <a:pt x="776842" y="52104"/>
                </a:cubicBezTo>
                <a:cubicBezTo>
                  <a:pt x="780395" y="58684"/>
                  <a:pt x="782171" y="66669"/>
                  <a:pt x="782171" y="76060"/>
                </a:cubicBezTo>
                <a:cubicBezTo>
                  <a:pt x="782171" y="85279"/>
                  <a:pt x="780395" y="93136"/>
                  <a:pt x="776842" y="99630"/>
                </a:cubicBezTo>
                <a:cubicBezTo>
                  <a:pt x="773290" y="106122"/>
                  <a:pt x="768320" y="111078"/>
                  <a:pt x="761932" y="114500"/>
                </a:cubicBezTo>
                <a:cubicBezTo>
                  <a:pt x="755543" y="117920"/>
                  <a:pt x="748052" y="119630"/>
                  <a:pt x="739458" y="119630"/>
                </a:cubicBezTo>
                <a:moveTo>
                  <a:pt x="739458" y="102270"/>
                </a:moveTo>
                <a:cubicBezTo>
                  <a:pt x="744443" y="102270"/>
                  <a:pt x="748353" y="101086"/>
                  <a:pt x="751189" y="98719"/>
                </a:cubicBezTo>
                <a:cubicBezTo>
                  <a:pt x="754025" y="96352"/>
                  <a:pt x="756030" y="93182"/>
                  <a:pt x="757205" y="89209"/>
                </a:cubicBezTo>
                <a:cubicBezTo>
                  <a:pt x="758379" y="85236"/>
                  <a:pt x="758967" y="80854"/>
                  <a:pt x="758967" y="76063"/>
                </a:cubicBezTo>
                <a:cubicBezTo>
                  <a:pt x="758967" y="71154"/>
                  <a:pt x="758379" y="66683"/>
                  <a:pt x="757205" y="62651"/>
                </a:cubicBezTo>
                <a:cubicBezTo>
                  <a:pt x="756030" y="58619"/>
                  <a:pt x="754025" y="55405"/>
                  <a:pt x="751189" y="53009"/>
                </a:cubicBezTo>
                <a:cubicBezTo>
                  <a:pt x="748353" y="50614"/>
                  <a:pt x="744443" y="49416"/>
                  <a:pt x="739458" y="49416"/>
                </a:cubicBezTo>
                <a:cubicBezTo>
                  <a:pt x="734588" y="49416"/>
                  <a:pt x="730764" y="50614"/>
                  <a:pt x="727985" y="53009"/>
                </a:cubicBezTo>
                <a:cubicBezTo>
                  <a:pt x="725206" y="55405"/>
                  <a:pt x="723244" y="58619"/>
                  <a:pt x="722098" y="62651"/>
                </a:cubicBezTo>
                <a:cubicBezTo>
                  <a:pt x="720952" y="66683"/>
                  <a:pt x="720379" y="71154"/>
                  <a:pt x="720379" y="76063"/>
                </a:cubicBezTo>
                <a:cubicBezTo>
                  <a:pt x="720379" y="80854"/>
                  <a:pt x="720952" y="85236"/>
                  <a:pt x="722098" y="89209"/>
                </a:cubicBezTo>
                <a:cubicBezTo>
                  <a:pt x="723244" y="93182"/>
                  <a:pt x="725206" y="96352"/>
                  <a:pt x="727985" y="98719"/>
                </a:cubicBezTo>
                <a:cubicBezTo>
                  <a:pt x="730764" y="101086"/>
                  <a:pt x="734588" y="102270"/>
                  <a:pt x="739458" y="102270"/>
                </a:cubicBezTo>
                <a:close/>
                <a:moveTo>
                  <a:pt x="802238" y="118083"/>
                </a:moveTo>
                <a:lnTo>
                  <a:pt x="802238" y="33173"/>
                </a:lnTo>
                <a:lnTo>
                  <a:pt x="824153" y="33173"/>
                </a:lnTo>
                <a:lnTo>
                  <a:pt x="824583" y="45635"/>
                </a:lnTo>
                <a:cubicBezTo>
                  <a:pt x="827390" y="42025"/>
                  <a:pt x="831086" y="38831"/>
                  <a:pt x="835669" y="36052"/>
                </a:cubicBezTo>
                <a:cubicBezTo>
                  <a:pt x="840253" y="33273"/>
                  <a:pt x="846211" y="31884"/>
                  <a:pt x="853545" y="31884"/>
                </a:cubicBezTo>
                <a:cubicBezTo>
                  <a:pt x="862082" y="31884"/>
                  <a:pt x="868699" y="34511"/>
                  <a:pt x="873397" y="39764"/>
                </a:cubicBezTo>
                <a:cubicBezTo>
                  <a:pt x="878095" y="45017"/>
                  <a:pt x="880444" y="52693"/>
                  <a:pt x="880444" y="62793"/>
                </a:cubicBezTo>
                <a:lnTo>
                  <a:pt x="880444" y="118083"/>
                </a:lnTo>
                <a:lnTo>
                  <a:pt x="857842" y="118083"/>
                </a:lnTo>
                <a:lnTo>
                  <a:pt x="857842" y="65570"/>
                </a:lnTo>
                <a:cubicBezTo>
                  <a:pt x="857842" y="62482"/>
                  <a:pt x="857412" y="59773"/>
                  <a:pt x="856553" y="57443"/>
                </a:cubicBezTo>
                <a:cubicBezTo>
                  <a:pt x="855693" y="55114"/>
                  <a:pt x="854333" y="53308"/>
                  <a:pt x="852470" y="52026"/>
                </a:cubicBezTo>
                <a:cubicBezTo>
                  <a:pt x="850608" y="50744"/>
                  <a:pt x="848159" y="50103"/>
                  <a:pt x="845123" y="50103"/>
                </a:cubicBezTo>
                <a:cubicBezTo>
                  <a:pt x="840596" y="50103"/>
                  <a:pt x="836715" y="51181"/>
                  <a:pt x="833478" y="53337"/>
                </a:cubicBezTo>
                <a:cubicBezTo>
                  <a:pt x="830240" y="55493"/>
                  <a:pt x="827419" y="58114"/>
                  <a:pt x="825012" y="61201"/>
                </a:cubicBezTo>
                <a:lnTo>
                  <a:pt x="825012" y="118083"/>
                </a:lnTo>
                <a:lnTo>
                  <a:pt x="802238" y="118083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6595D-BC48-4658-9EFF-2CD4D88F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685" y="790415"/>
            <a:ext cx="1468843" cy="1908859"/>
          </a:xfrm>
          <a:custGeom xmlns:a="http://schemas.openxmlformats.org/drawingml/2006/main">
            <a:pathLst>
              <a:path w="1468843" h="1908859">
                <a:moveTo>
                  <a:pt x="1402575" y="26507"/>
                </a:moveTo>
                <a:lnTo>
                  <a:pt x="1402575" y="1802831"/>
                </a:lnTo>
                <a:lnTo>
                  <a:pt x="1362815" y="1802831"/>
                </a:lnTo>
                <a:lnTo>
                  <a:pt x="1415829" y="1908859"/>
                </a:lnTo>
                <a:lnTo>
                  <a:pt x="1468843" y="1802831"/>
                </a:lnTo>
                <a:lnTo>
                  <a:pt x="1429082" y="1802831"/>
                </a:lnTo>
                <a:lnTo>
                  <a:pt x="1429082" y="0"/>
                </a:lnTo>
                <a:lnTo>
                  <a:pt x="0" y="0"/>
                </a:lnTo>
                <a:lnTo>
                  <a:pt x="0" y="55488"/>
                </a:lnTo>
                <a:lnTo>
                  <a:pt x="26507" y="55488"/>
                </a:lnTo>
                <a:lnTo>
                  <a:pt x="26507" y="26507"/>
                </a:lnTo>
                <a:lnTo>
                  <a:pt x="1402575" y="26507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Code">
            <a:extLst xmlns:a="http://schemas.openxmlformats.org/drawingml/2006/main">
              <a:ext uri="{FF2B5EF4-FFF2-40B4-BE49-F238E27FC236}">
                <a16:creationId xmlns:a16="http://schemas.microsoft.com/office/drawing/2014/main" id="{FEA92843-8333-4DC4-8FBF-F8EBE691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323" y="393985"/>
            <a:ext cx="411574" cy="118770"/>
          </a:xfrm>
          <a:custGeom xmlns:a="http://schemas.openxmlformats.org/drawingml/2006/main">
            <a:pathLst>
              <a:path w="411574" h="118770">
                <a:moveTo>
                  <a:pt x="56377" y="118770"/>
                </a:moveTo>
                <a:cubicBezTo>
                  <a:pt x="44689" y="118770"/>
                  <a:pt x="34634" y="116321"/>
                  <a:pt x="26212" y="111422"/>
                </a:cubicBezTo>
                <a:cubicBezTo>
                  <a:pt x="17790" y="106524"/>
                  <a:pt x="11316" y="99648"/>
                  <a:pt x="6789" y="90796"/>
                </a:cubicBezTo>
                <a:cubicBezTo>
                  <a:pt x="2263" y="81945"/>
                  <a:pt x="0" y="71503"/>
                  <a:pt x="0" y="59471"/>
                </a:cubicBezTo>
                <a:cubicBezTo>
                  <a:pt x="0" y="47439"/>
                  <a:pt x="2263" y="36969"/>
                  <a:pt x="6789" y="28060"/>
                </a:cubicBezTo>
                <a:cubicBezTo>
                  <a:pt x="11316" y="19150"/>
                  <a:pt x="17790" y="12247"/>
                  <a:pt x="26212" y="7348"/>
                </a:cubicBezTo>
                <a:cubicBezTo>
                  <a:pt x="34634" y="2449"/>
                  <a:pt x="44689" y="0"/>
                  <a:pt x="56377" y="0"/>
                </a:cubicBezTo>
                <a:cubicBezTo>
                  <a:pt x="65430" y="0"/>
                  <a:pt x="73766" y="1561"/>
                  <a:pt x="81386" y="4684"/>
                </a:cubicBezTo>
                <a:cubicBezTo>
                  <a:pt x="89006" y="7806"/>
                  <a:pt x="95194" y="12418"/>
                  <a:pt x="99949" y="18520"/>
                </a:cubicBezTo>
                <a:cubicBezTo>
                  <a:pt x="104704" y="24622"/>
                  <a:pt x="107311" y="32142"/>
                  <a:pt x="107770" y="41080"/>
                </a:cubicBezTo>
                <a:lnTo>
                  <a:pt x="83019" y="41080"/>
                </a:lnTo>
                <a:cubicBezTo>
                  <a:pt x="82389" y="36382"/>
                  <a:pt x="80856" y="32486"/>
                  <a:pt x="78421" y="29392"/>
                </a:cubicBezTo>
                <a:cubicBezTo>
                  <a:pt x="75986" y="26298"/>
                  <a:pt x="72878" y="23977"/>
                  <a:pt x="69096" y="22431"/>
                </a:cubicBezTo>
                <a:cubicBezTo>
                  <a:pt x="65315" y="20884"/>
                  <a:pt x="61075" y="20110"/>
                  <a:pt x="56377" y="20110"/>
                </a:cubicBezTo>
                <a:cubicBezTo>
                  <a:pt x="48814" y="20110"/>
                  <a:pt x="42727" y="21944"/>
                  <a:pt x="38115" y="25610"/>
                </a:cubicBezTo>
                <a:cubicBezTo>
                  <a:pt x="33503" y="29277"/>
                  <a:pt x="30151" y="34076"/>
                  <a:pt x="28060" y="40005"/>
                </a:cubicBezTo>
                <a:cubicBezTo>
                  <a:pt x="25968" y="45935"/>
                  <a:pt x="24923" y="52424"/>
                  <a:pt x="24923" y="59471"/>
                </a:cubicBezTo>
                <a:cubicBezTo>
                  <a:pt x="24923" y="66461"/>
                  <a:pt x="25968" y="72935"/>
                  <a:pt x="28060" y="78894"/>
                </a:cubicBezTo>
                <a:cubicBezTo>
                  <a:pt x="30151" y="84852"/>
                  <a:pt x="33503" y="89636"/>
                  <a:pt x="38115" y="93246"/>
                </a:cubicBezTo>
                <a:cubicBezTo>
                  <a:pt x="42727" y="96855"/>
                  <a:pt x="48814" y="98660"/>
                  <a:pt x="56377" y="98660"/>
                </a:cubicBezTo>
                <a:cubicBezTo>
                  <a:pt x="64341" y="98660"/>
                  <a:pt x="70629" y="96612"/>
                  <a:pt x="75241" y="92515"/>
                </a:cubicBezTo>
                <a:cubicBezTo>
                  <a:pt x="79853" y="88419"/>
                  <a:pt x="82503" y="82589"/>
                  <a:pt x="83191" y="75026"/>
                </a:cubicBezTo>
                <a:lnTo>
                  <a:pt x="107942" y="75026"/>
                </a:lnTo>
                <a:cubicBezTo>
                  <a:pt x="107254" y="84480"/>
                  <a:pt x="104762" y="92458"/>
                  <a:pt x="100465" y="98961"/>
                </a:cubicBezTo>
                <a:cubicBezTo>
                  <a:pt x="96168" y="105464"/>
                  <a:pt x="90295" y="110391"/>
                  <a:pt x="82847" y="113743"/>
                </a:cubicBezTo>
                <a:cubicBezTo>
                  <a:pt x="75399" y="117094"/>
                  <a:pt x="66575" y="118770"/>
                  <a:pt x="56377" y="118770"/>
                </a:cubicBezTo>
                <a:close/>
                <a:moveTo>
                  <a:pt x="166732" y="118770"/>
                </a:moveTo>
                <a:cubicBezTo>
                  <a:pt x="158252" y="118770"/>
                  <a:pt x="150818" y="117060"/>
                  <a:pt x="144430" y="113641"/>
                </a:cubicBezTo>
                <a:cubicBezTo>
                  <a:pt x="138042" y="110219"/>
                  <a:pt x="133100" y="105262"/>
                  <a:pt x="129605" y="98770"/>
                </a:cubicBezTo>
                <a:cubicBezTo>
                  <a:pt x="126110" y="92276"/>
                  <a:pt x="124363" y="84420"/>
                  <a:pt x="124363" y="75201"/>
                </a:cubicBezTo>
                <a:cubicBezTo>
                  <a:pt x="124363" y="65810"/>
                  <a:pt x="126110" y="57825"/>
                  <a:pt x="129605" y="51245"/>
                </a:cubicBezTo>
                <a:cubicBezTo>
                  <a:pt x="133100" y="44663"/>
                  <a:pt x="138042" y="39648"/>
                  <a:pt x="144430" y="36200"/>
                </a:cubicBezTo>
                <a:cubicBezTo>
                  <a:pt x="150818" y="32750"/>
                  <a:pt x="158252" y="31025"/>
                  <a:pt x="166732" y="31025"/>
                </a:cubicBezTo>
                <a:cubicBezTo>
                  <a:pt x="175326" y="31025"/>
                  <a:pt x="182817" y="32750"/>
                  <a:pt x="189205" y="36200"/>
                </a:cubicBezTo>
                <a:cubicBezTo>
                  <a:pt x="195593" y="39648"/>
                  <a:pt x="200564" y="44663"/>
                  <a:pt x="204116" y="51245"/>
                </a:cubicBezTo>
                <a:cubicBezTo>
                  <a:pt x="207668" y="57825"/>
                  <a:pt x="209444" y="65810"/>
                  <a:pt x="209444" y="75201"/>
                </a:cubicBezTo>
                <a:cubicBezTo>
                  <a:pt x="209444" y="84420"/>
                  <a:pt x="207668" y="92276"/>
                  <a:pt x="204116" y="98770"/>
                </a:cubicBezTo>
                <a:cubicBezTo>
                  <a:pt x="200564" y="105262"/>
                  <a:pt x="195593" y="110219"/>
                  <a:pt x="189205" y="113641"/>
                </a:cubicBezTo>
                <a:cubicBezTo>
                  <a:pt x="182817" y="117060"/>
                  <a:pt x="175326" y="118770"/>
                  <a:pt x="166732" y="118770"/>
                </a:cubicBezTo>
                <a:moveTo>
                  <a:pt x="166732" y="101410"/>
                </a:moveTo>
                <a:cubicBezTo>
                  <a:pt x="171716" y="101410"/>
                  <a:pt x="175627" y="100227"/>
                  <a:pt x="178463" y="97860"/>
                </a:cubicBezTo>
                <a:cubicBezTo>
                  <a:pt x="181299" y="95493"/>
                  <a:pt x="183304" y="92323"/>
                  <a:pt x="184478" y="88350"/>
                </a:cubicBezTo>
                <a:cubicBezTo>
                  <a:pt x="185653" y="84377"/>
                  <a:pt x="186240" y="79995"/>
                  <a:pt x="186240" y="75204"/>
                </a:cubicBezTo>
                <a:cubicBezTo>
                  <a:pt x="186240" y="70294"/>
                  <a:pt x="185653" y="65823"/>
                  <a:pt x="184478" y="61791"/>
                </a:cubicBezTo>
                <a:cubicBezTo>
                  <a:pt x="183304" y="57759"/>
                  <a:pt x="181299" y="54546"/>
                  <a:pt x="178463" y="52150"/>
                </a:cubicBezTo>
                <a:cubicBezTo>
                  <a:pt x="175627" y="49754"/>
                  <a:pt x="171716" y="48557"/>
                  <a:pt x="166732" y="48557"/>
                </a:cubicBezTo>
                <a:cubicBezTo>
                  <a:pt x="161862" y="48557"/>
                  <a:pt x="158037" y="49754"/>
                  <a:pt x="155259" y="52150"/>
                </a:cubicBezTo>
                <a:cubicBezTo>
                  <a:pt x="152480" y="54546"/>
                  <a:pt x="150518" y="57759"/>
                  <a:pt x="149372" y="61791"/>
                </a:cubicBezTo>
                <a:cubicBezTo>
                  <a:pt x="148226" y="65823"/>
                  <a:pt x="147653" y="70294"/>
                  <a:pt x="147653" y="75204"/>
                </a:cubicBezTo>
                <a:cubicBezTo>
                  <a:pt x="147653" y="79995"/>
                  <a:pt x="148226" y="84377"/>
                  <a:pt x="149372" y="88350"/>
                </a:cubicBezTo>
                <a:cubicBezTo>
                  <a:pt x="150518" y="92323"/>
                  <a:pt x="152480" y="95493"/>
                  <a:pt x="155259" y="97860"/>
                </a:cubicBezTo>
                <a:cubicBezTo>
                  <a:pt x="158037" y="100227"/>
                  <a:pt x="161862" y="101410"/>
                  <a:pt x="166732" y="101410"/>
                </a:cubicBezTo>
                <a:close/>
                <a:moveTo>
                  <a:pt x="259092" y="118770"/>
                </a:moveTo>
                <a:cubicBezTo>
                  <a:pt x="252789" y="118770"/>
                  <a:pt x="247131" y="117176"/>
                  <a:pt x="242118" y="113987"/>
                </a:cubicBezTo>
                <a:cubicBezTo>
                  <a:pt x="237105" y="110798"/>
                  <a:pt x="233152" y="105914"/>
                  <a:pt x="230258" y="99334"/>
                </a:cubicBezTo>
                <a:cubicBezTo>
                  <a:pt x="227365" y="92754"/>
                  <a:pt x="225918" y="84391"/>
                  <a:pt x="225918" y="74245"/>
                </a:cubicBezTo>
                <a:cubicBezTo>
                  <a:pt x="225918" y="64448"/>
                  <a:pt x="227480" y="56360"/>
                  <a:pt x="230602" y="49983"/>
                </a:cubicBezTo>
                <a:cubicBezTo>
                  <a:pt x="233725" y="43605"/>
                  <a:pt x="237950" y="38851"/>
                  <a:pt x="243278" y="35722"/>
                </a:cubicBezTo>
                <a:cubicBezTo>
                  <a:pt x="248607" y="32590"/>
                  <a:pt x="254594" y="31025"/>
                  <a:pt x="261240" y="31025"/>
                </a:cubicBezTo>
                <a:cubicBezTo>
                  <a:pt x="267084" y="31025"/>
                  <a:pt x="272097" y="32228"/>
                  <a:pt x="276280" y="34634"/>
                </a:cubicBezTo>
                <a:cubicBezTo>
                  <a:pt x="280462" y="37040"/>
                  <a:pt x="283785" y="40192"/>
                  <a:pt x="286249" y="44088"/>
                </a:cubicBezTo>
                <a:lnTo>
                  <a:pt x="286249" y="1547"/>
                </a:lnTo>
                <a:lnTo>
                  <a:pt x="309023" y="1547"/>
                </a:lnTo>
                <a:lnTo>
                  <a:pt x="309023" y="117223"/>
                </a:lnTo>
                <a:lnTo>
                  <a:pt x="287194" y="117223"/>
                </a:lnTo>
                <a:lnTo>
                  <a:pt x="286249" y="105363"/>
                </a:lnTo>
                <a:cubicBezTo>
                  <a:pt x="283270" y="109489"/>
                  <a:pt x="279574" y="112754"/>
                  <a:pt x="275162" y="115161"/>
                </a:cubicBezTo>
                <a:cubicBezTo>
                  <a:pt x="270751" y="117567"/>
                  <a:pt x="265394" y="118770"/>
                  <a:pt x="259092" y="118770"/>
                </a:cubicBezTo>
                <a:moveTo>
                  <a:pt x="265795" y="101410"/>
                </a:moveTo>
                <a:cubicBezTo>
                  <a:pt x="270608" y="101410"/>
                  <a:pt x="274761" y="100037"/>
                  <a:pt x="278256" y="97290"/>
                </a:cubicBezTo>
                <a:cubicBezTo>
                  <a:pt x="281751" y="94544"/>
                  <a:pt x="284415" y="91331"/>
                  <a:pt x="286249" y="87652"/>
                </a:cubicBezTo>
                <a:lnTo>
                  <a:pt x="286249" y="62672"/>
                </a:lnTo>
                <a:cubicBezTo>
                  <a:pt x="284473" y="58816"/>
                  <a:pt x="281980" y="55456"/>
                  <a:pt x="278772" y="52593"/>
                </a:cubicBezTo>
                <a:cubicBezTo>
                  <a:pt x="275564" y="49730"/>
                  <a:pt x="271610" y="48299"/>
                  <a:pt x="266912" y="48299"/>
                </a:cubicBezTo>
                <a:cubicBezTo>
                  <a:pt x="261297" y="48299"/>
                  <a:pt x="256943" y="50519"/>
                  <a:pt x="253849" y="54959"/>
                </a:cubicBezTo>
                <a:cubicBezTo>
                  <a:pt x="250755" y="59399"/>
                  <a:pt x="249208" y="65827"/>
                  <a:pt x="249208" y="74242"/>
                </a:cubicBezTo>
                <a:cubicBezTo>
                  <a:pt x="249208" y="83474"/>
                  <a:pt x="250684" y="90309"/>
                  <a:pt x="253634" y="94750"/>
                </a:cubicBezTo>
                <a:cubicBezTo>
                  <a:pt x="256585" y="99190"/>
                  <a:pt x="260639" y="101410"/>
                  <a:pt x="265795" y="101410"/>
                </a:cubicBezTo>
                <a:close/>
                <a:moveTo>
                  <a:pt x="372471" y="118770"/>
                </a:moveTo>
                <a:cubicBezTo>
                  <a:pt x="363132" y="118770"/>
                  <a:pt x="355283" y="117016"/>
                  <a:pt x="348923" y="113509"/>
                </a:cubicBezTo>
                <a:cubicBezTo>
                  <a:pt x="342563" y="110001"/>
                  <a:pt x="337751" y="104944"/>
                  <a:pt x="334485" y="98335"/>
                </a:cubicBezTo>
                <a:cubicBezTo>
                  <a:pt x="331219" y="91725"/>
                  <a:pt x="329586" y="83781"/>
                  <a:pt x="329586" y="74505"/>
                </a:cubicBezTo>
                <a:cubicBezTo>
                  <a:pt x="329586" y="65519"/>
                  <a:pt x="331176" y="57780"/>
                  <a:pt x="334356" y="51288"/>
                </a:cubicBezTo>
                <a:cubicBezTo>
                  <a:pt x="337536" y="44794"/>
                  <a:pt x="342205" y="39793"/>
                  <a:pt x="348364" y="36286"/>
                </a:cubicBezTo>
                <a:cubicBezTo>
                  <a:pt x="354523" y="32778"/>
                  <a:pt x="362101" y="31025"/>
                  <a:pt x="371096" y="31025"/>
                </a:cubicBezTo>
                <a:cubicBezTo>
                  <a:pt x="383586" y="31025"/>
                  <a:pt x="393455" y="34716"/>
                  <a:pt x="400702" y="42100"/>
                </a:cubicBezTo>
                <a:cubicBezTo>
                  <a:pt x="407950" y="49484"/>
                  <a:pt x="411574" y="60010"/>
                  <a:pt x="411574" y="73678"/>
                </a:cubicBezTo>
                <a:cubicBezTo>
                  <a:pt x="411574" y="74373"/>
                  <a:pt x="411545" y="75314"/>
                  <a:pt x="411488" y="76501"/>
                </a:cubicBezTo>
                <a:cubicBezTo>
                  <a:pt x="411431" y="77688"/>
                  <a:pt x="411345" y="78600"/>
                  <a:pt x="411230" y="79237"/>
                </a:cubicBezTo>
                <a:lnTo>
                  <a:pt x="352361" y="79237"/>
                </a:lnTo>
                <a:cubicBezTo>
                  <a:pt x="352475" y="83282"/>
                  <a:pt x="353206" y="87062"/>
                  <a:pt x="354552" y="90579"/>
                </a:cubicBezTo>
                <a:cubicBezTo>
                  <a:pt x="355898" y="94095"/>
                  <a:pt x="358033" y="96923"/>
                  <a:pt x="360955" y="99063"/>
                </a:cubicBezTo>
                <a:cubicBezTo>
                  <a:pt x="363877" y="101201"/>
                  <a:pt x="367715" y="102269"/>
                  <a:pt x="372471" y="102269"/>
                </a:cubicBezTo>
                <a:cubicBezTo>
                  <a:pt x="377398" y="102269"/>
                  <a:pt x="381351" y="101163"/>
                  <a:pt x="384331" y="98950"/>
                </a:cubicBezTo>
                <a:cubicBezTo>
                  <a:pt x="387310" y="96737"/>
                  <a:pt x="388828" y="93446"/>
                  <a:pt x="388885" y="89078"/>
                </a:cubicBezTo>
                <a:lnTo>
                  <a:pt x="411316" y="89078"/>
                </a:lnTo>
                <a:cubicBezTo>
                  <a:pt x="411029" y="95695"/>
                  <a:pt x="409239" y="101210"/>
                  <a:pt x="405945" y="105621"/>
                </a:cubicBezTo>
                <a:cubicBezTo>
                  <a:pt x="402650" y="110033"/>
                  <a:pt x="398153" y="113327"/>
                  <a:pt x="392452" y="115504"/>
                </a:cubicBezTo>
                <a:cubicBezTo>
                  <a:pt x="386751" y="117682"/>
                  <a:pt x="380091" y="118770"/>
                  <a:pt x="372471" y="118770"/>
                </a:cubicBezTo>
                <a:moveTo>
                  <a:pt x="352618" y="64799"/>
                </a:moveTo>
                <a:lnTo>
                  <a:pt x="388971" y="64799"/>
                </a:lnTo>
                <a:cubicBezTo>
                  <a:pt x="388799" y="58783"/>
                  <a:pt x="387066" y="54286"/>
                  <a:pt x="383772" y="51307"/>
                </a:cubicBezTo>
                <a:cubicBezTo>
                  <a:pt x="380478" y="48327"/>
                  <a:pt x="376252" y="46838"/>
                  <a:pt x="371096" y="46838"/>
                </a:cubicBezTo>
                <a:cubicBezTo>
                  <a:pt x="365825" y="46838"/>
                  <a:pt x="361513" y="48371"/>
                  <a:pt x="358162" y="51438"/>
                </a:cubicBezTo>
                <a:cubicBezTo>
                  <a:pt x="354810" y="54505"/>
                  <a:pt x="352962" y="58959"/>
                  <a:pt x="352618" y="64799"/>
                </a:cubicBez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F4B01B53-2A0C-4D9D-8152-933E6A51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820" y="605181"/>
            <a:ext cx="880444" cy="119630"/>
          </a:xfrm>
          <a:custGeom xmlns:a="http://schemas.openxmlformats.org/drawingml/2006/main">
            <a:pathLst>
              <a:path w="880444" h="119630">
                <a:moveTo>
                  <a:pt x="56893" y="119630"/>
                </a:moveTo>
                <a:cubicBezTo>
                  <a:pt x="45033" y="119630"/>
                  <a:pt x="34863" y="117180"/>
                  <a:pt x="26384" y="112282"/>
                </a:cubicBezTo>
                <a:cubicBezTo>
                  <a:pt x="17904" y="107383"/>
                  <a:pt x="11387" y="100493"/>
                  <a:pt x="6832" y="91613"/>
                </a:cubicBezTo>
                <a:cubicBezTo>
                  <a:pt x="2277" y="82732"/>
                  <a:pt x="0" y="72305"/>
                  <a:pt x="0" y="60330"/>
                </a:cubicBezTo>
                <a:cubicBezTo>
                  <a:pt x="0" y="48299"/>
                  <a:pt x="2277" y="37828"/>
                  <a:pt x="6832" y="28919"/>
                </a:cubicBezTo>
                <a:cubicBezTo>
                  <a:pt x="11387" y="20010"/>
                  <a:pt x="17904" y="13106"/>
                  <a:pt x="26384" y="8207"/>
                </a:cubicBezTo>
                <a:cubicBezTo>
                  <a:pt x="34863" y="3309"/>
                  <a:pt x="45033" y="859"/>
                  <a:pt x="56893" y="859"/>
                </a:cubicBezTo>
                <a:cubicBezTo>
                  <a:pt x="62851" y="859"/>
                  <a:pt x="68695" y="1633"/>
                  <a:pt x="74425" y="3180"/>
                </a:cubicBezTo>
                <a:cubicBezTo>
                  <a:pt x="80154" y="4727"/>
                  <a:pt x="85396" y="7119"/>
                  <a:pt x="90152" y="10356"/>
                </a:cubicBezTo>
                <a:cubicBezTo>
                  <a:pt x="94907" y="13593"/>
                  <a:pt x="98832" y="17704"/>
                  <a:pt x="101926" y="22688"/>
                </a:cubicBezTo>
                <a:cubicBezTo>
                  <a:pt x="105020" y="27673"/>
                  <a:pt x="106882" y="33574"/>
                  <a:pt x="107512" y="40392"/>
                </a:cubicBezTo>
                <a:lnTo>
                  <a:pt x="82847" y="40392"/>
                </a:lnTo>
                <a:cubicBezTo>
                  <a:pt x="82389" y="36611"/>
                  <a:pt x="81071" y="33259"/>
                  <a:pt x="78894" y="30337"/>
                </a:cubicBezTo>
                <a:cubicBezTo>
                  <a:pt x="76716" y="27415"/>
                  <a:pt x="73737" y="25123"/>
                  <a:pt x="69956" y="23462"/>
                </a:cubicBezTo>
                <a:cubicBezTo>
                  <a:pt x="66174" y="21800"/>
                  <a:pt x="61648" y="20970"/>
                  <a:pt x="56377" y="20970"/>
                </a:cubicBezTo>
                <a:cubicBezTo>
                  <a:pt x="48814" y="20970"/>
                  <a:pt x="42713" y="22789"/>
                  <a:pt x="38072" y="26427"/>
                </a:cubicBezTo>
                <a:cubicBezTo>
                  <a:pt x="33431" y="30065"/>
                  <a:pt x="30051" y="34849"/>
                  <a:pt x="27931" y="40779"/>
                </a:cubicBezTo>
                <a:cubicBezTo>
                  <a:pt x="25811" y="46709"/>
                  <a:pt x="24751" y="53226"/>
                  <a:pt x="24751" y="60330"/>
                </a:cubicBezTo>
                <a:cubicBezTo>
                  <a:pt x="24751" y="67378"/>
                  <a:pt x="25825" y="73880"/>
                  <a:pt x="27974" y="79839"/>
                </a:cubicBezTo>
                <a:cubicBezTo>
                  <a:pt x="30122" y="85798"/>
                  <a:pt x="33546" y="90582"/>
                  <a:pt x="38244" y="94191"/>
                </a:cubicBezTo>
                <a:cubicBezTo>
                  <a:pt x="42942" y="97801"/>
                  <a:pt x="49158" y="99605"/>
                  <a:pt x="56893" y="99605"/>
                </a:cubicBezTo>
                <a:cubicBezTo>
                  <a:pt x="62622" y="99605"/>
                  <a:pt x="67506" y="98617"/>
                  <a:pt x="71546" y="96640"/>
                </a:cubicBezTo>
                <a:cubicBezTo>
                  <a:pt x="75585" y="94664"/>
                  <a:pt x="78736" y="91928"/>
                  <a:pt x="80999" y="88433"/>
                </a:cubicBezTo>
                <a:cubicBezTo>
                  <a:pt x="83262" y="84938"/>
                  <a:pt x="84566" y="80899"/>
                  <a:pt x="84909" y="76315"/>
                </a:cubicBezTo>
                <a:lnTo>
                  <a:pt x="57494" y="76315"/>
                </a:lnTo>
                <a:lnTo>
                  <a:pt x="57494" y="57065"/>
                </a:lnTo>
                <a:lnTo>
                  <a:pt x="109145" y="57065"/>
                </a:lnTo>
                <a:lnTo>
                  <a:pt x="109145" y="68839"/>
                </a:lnTo>
                <a:cubicBezTo>
                  <a:pt x="109145" y="78865"/>
                  <a:pt x="107125" y="87688"/>
                  <a:pt x="103086" y="95308"/>
                </a:cubicBezTo>
                <a:cubicBezTo>
                  <a:pt x="99047" y="102928"/>
                  <a:pt x="93145" y="108887"/>
                  <a:pt x="85382" y="113184"/>
                </a:cubicBezTo>
                <a:cubicBezTo>
                  <a:pt x="77619" y="117481"/>
                  <a:pt x="68122" y="119630"/>
                  <a:pt x="56893" y="119630"/>
                </a:cubicBezTo>
                <a:close/>
                <a:moveTo>
                  <a:pt x="169359" y="119630"/>
                </a:moveTo>
                <a:cubicBezTo>
                  <a:pt x="160020" y="119630"/>
                  <a:pt x="152171" y="117876"/>
                  <a:pt x="145811" y="114368"/>
                </a:cubicBezTo>
                <a:cubicBezTo>
                  <a:pt x="139452" y="110861"/>
                  <a:pt x="134639" y="105803"/>
                  <a:pt x="131373" y="99194"/>
                </a:cubicBezTo>
                <a:cubicBezTo>
                  <a:pt x="128107" y="92584"/>
                  <a:pt x="126475" y="84641"/>
                  <a:pt x="126475" y="75365"/>
                </a:cubicBezTo>
                <a:cubicBezTo>
                  <a:pt x="126475" y="66378"/>
                  <a:pt x="128064" y="58639"/>
                  <a:pt x="131244" y="52147"/>
                </a:cubicBezTo>
                <a:cubicBezTo>
                  <a:pt x="134424" y="45653"/>
                  <a:pt x="139094" y="40653"/>
                  <a:pt x="145253" y="37145"/>
                </a:cubicBezTo>
                <a:cubicBezTo>
                  <a:pt x="151412" y="33638"/>
                  <a:pt x="158989" y="31884"/>
                  <a:pt x="167984" y="31884"/>
                </a:cubicBezTo>
                <a:cubicBezTo>
                  <a:pt x="180474" y="31884"/>
                  <a:pt x="190343" y="35576"/>
                  <a:pt x="197591" y="42960"/>
                </a:cubicBezTo>
                <a:cubicBezTo>
                  <a:pt x="204838" y="50343"/>
                  <a:pt x="208462" y="60869"/>
                  <a:pt x="208462" y="74537"/>
                </a:cubicBezTo>
                <a:cubicBezTo>
                  <a:pt x="208462" y="75232"/>
                  <a:pt x="208433" y="76173"/>
                  <a:pt x="208376" y="77360"/>
                </a:cubicBezTo>
                <a:cubicBezTo>
                  <a:pt x="208319" y="78547"/>
                  <a:pt x="208233" y="79459"/>
                  <a:pt x="208118" y="80097"/>
                </a:cubicBezTo>
                <a:lnTo>
                  <a:pt x="149249" y="80097"/>
                </a:lnTo>
                <a:cubicBezTo>
                  <a:pt x="149363" y="84141"/>
                  <a:pt x="150094" y="87922"/>
                  <a:pt x="151440" y="91438"/>
                </a:cubicBezTo>
                <a:cubicBezTo>
                  <a:pt x="152787" y="94955"/>
                  <a:pt x="154921" y="97783"/>
                  <a:pt x="157843" y="99922"/>
                </a:cubicBezTo>
                <a:cubicBezTo>
                  <a:pt x="160765" y="102060"/>
                  <a:pt x="164604" y="103129"/>
                  <a:pt x="169359" y="103129"/>
                </a:cubicBezTo>
                <a:cubicBezTo>
                  <a:pt x="174286" y="103129"/>
                  <a:pt x="178240" y="102022"/>
                  <a:pt x="181219" y="99809"/>
                </a:cubicBezTo>
                <a:cubicBezTo>
                  <a:pt x="184198" y="97596"/>
                  <a:pt x="185716" y="94306"/>
                  <a:pt x="185774" y="89937"/>
                </a:cubicBezTo>
                <a:lnTo>
                  <a:pt x="208204" y="89937"/>
                </a:lnTo>
                <a:cubicBezTo>
                  <a:pt x="207918" y="96554"/>
                  <a:pt x="206127" y="102069"/>
                  <a:pt x="202833" y="106481"/>
                </a:cubicBezTo>
                <a:cubicBezTo>
                  <a:pt x="199539" y="110892"/>
                  <a:pt x="195041" y="114187"/>
                  <a:pt x="189340" y="116364"/>
                </a:cubicBezTo>
                <a:cubicBezTo>
                  <a:pt x="183640" y="118541"/>
                  <a:pt x="176979" y="119630"/>
                  <a:pt x="169359" y="119630"/>
                </a:cubicBezTo>
                <a:moveTo>
                  <a:pt x="149507" y="65659"/>
                </a:moveTo>
                <a:lnTo>
                  <a:pt x="185860" y="65659"/>
                </a:lnTo>
                <a:cubicBezTo>
                  <a:pt x="185688" y="59643"/>
                  <a:pt x="183955" y="55145"/>
                  <a:pt x="180660" y="52166"/>
                </a:cubicBezTo>
                <a:cubicBezTo>
                  <a:pt x="177366" y="49187"/>
                  <a:pt x="173140" y="47697"/>
                  <a:pt x="167984" y="47697"/>
                </a:cubicBezTo>
                <a:cubicBezTo>
                  <a:pt x="162713" y="47697"/>
                  <a:pt x="158402" y="49231"/>
                  <a:pt x="155050" y="52298"/>
                </a:cubicBezTo>
                <a:cubicBezTo>
                  <a:pt x="151698" y="55365"/>
                  <a:pt x="149850" y="59818"/>
                  <a:pt x="149507" y="65659"/>
                </a:cubicBezTo>
                <a:close/>
                <a:moveTo>
                  <a:pt x="228632" y="118083"/>
                </a:moveTo>
                <a:lnTo>
                  <a:pt x="228632" y="33173"/>
                </a:lnTo>
                <a:lnTo>
                  <a:pt x="250546" y="33173"/>
                </a:lnTo>
                <a:lnTo>
                  <a:pt x="250976" y="45635"/>
                </a:lnTo>
                <a:cubicBezTo>
                  <a:pt x="253784" y="42025"/>
                  <a:pt x="257479" y="38831"/>
                  <a:pt x="262063" y="36052"/>
                </a:cubicBezTo>
                <a:cubicBezTo>
                  <a:pt x="266646" y="33273"/>
                  <a:pt x="272605" y="31884"/>
                  <a:pt x="279938" y="31884"/>
                </a:cubicBezTo>
                <a:cubicBezTo>
                  <a:pt x="288475" y="31884"/>
                  <a:pt x="295092" y="34511"/>
                  <a:pt x="299791" y="39764"/>
                </a:cubicBezTo>
                <a:cubicBezTo>
                  <a:pt x="304489" y="45017"/>
                  <a:pt x="306838" y="52693"/>
                  <a:pt x="306838" y="62793"/>
                </a:cubicBezTo>
                <a:lnTo>
                  <a:pt x="306838" y="118083"/>
                </a:lnTo>
                <a:lnTo>
                  <a:pt x="284235" y="118083"/>
                </a:lnTo>
                <a:lnTo>
                  <a:pt x="284235" y="65570"/>
                </a:lnTo>
                <a:cubicBezTo>
                  <a:pt x="284235" y="62482"/>
                  <a:pt x="283806" y="59773"/>
                  <a:pt x="282946" y="57443"/>
                </a:cubicBezTo>
                <a:cubicBezTo>
                  <a:pt x="282087" y="55114"/>
                  <a:pt x="280726" y="53308"/>
                  <a:pt x="278864" y="52026"/>
                </a:cubicBezTo>
                <a:cubicBezTo>
                  <a:pt x="277002" y="50744"/>
                  <a:pt x="274553" y="50103"/>
                  <a:pt x="271516" y="50103"/>
                </a:cubicBezTo>
                <a:cubicBezTo>
                  <a:pt x="266990" y="50103"/>
                  <a:pt x="263108" y="51181"/>
                  <a:pt x="259871" y="53337"/>
                </a:cubicBezTo>
                <a:cubicBezTo>
                  <a:pt x="256634" y="55493"/>
                  <a:pt x="253812" y="58114"/>
                  <a:pt x="251406" y="61201"/>
                </a:cubicBezTo>
                <a:lnTo>
                  <a:pt x="251406" y="118083"/>
                </a:lnTo>
                <a:lnTo>
                  <a:pt x="228632" y="118083"/>
                </a:lnTo>
                <a:close/>
                <a:moveTo>
                  <a:pt x="369127" y="119630"/>
                </a:moveTo>
                <a:cubicBezTo>
                  <a:pt x="359788" y="119630"/>
                  <a:pt x="351939" y="117876"/>
                  <a:pt x="345579" y="114368"/>
                </a:cubicBezTo>
                <a:cubicBezTo>
                  <a:pt x="339219" y="110861"/>
                  <a:pt x="334407" y="105803"/>
                  <a:pt x="331141" y="99194"/>
                </a:cubicBezTo>
                <a:cubicBezTo>
                  <a:pt x="327875" y="92584"/>
                  <a:pt x="326242" y="84641"/>
                  <a:pt x="326242" y="75365"/>
                </a:cubicBezTo>
                <a:cubicBezTo>
                  <a:pt x="326242" y="66378"/>
                  <a:pt x="327832" y="58639"/>
                  <a:pt x="331012" y="52147"/>
                </a:cubicBezTo>
                <a:cubicBezTo>
                  <a:pt x="334192" y="45653"/>
                  <a:pt x="338861" y="40653"/>
                  <a:pt x="345020" y="37145"/>
                </a:cubicBezTo>
                <a:cubicBezTo>
                  <a:pt x="351180" y="33638"/>
                  <a:pt x="358757" y="31884"/>
                  <a:pt x="367752" y="31884"/>
                </a:cubicBezTo>
                <a:cubicBezTo>
                  <a:pt x="380242" y="31884"/>
                  <a:pt x="390111" y="35576"/>
                  <a:pt x="397358" y="42960"/>
                </a:cubicBezTo>
                <a:cubicBezTo>
                  <a:pt x="404606" y="50343"/>
                  <a:pt x="408230" y="60869"/>
                  <a:pt x="408230" y="74537"/>
                </a:cubicBezTo>
                <a:cubicBezTo>
                  <a:pt x="408230" y="75232"/>
                  <a:pt x="408201" y="76173"/>
                  <a:pt x="408144" y="77360"/>
                </a:cubicBezTo>
                <a:cubicBezTo>
                  <a:pt x="408087" y="78547"/>
                  <a:pt x="408001" y="79459"/>
                  <a:pt x="407886" y="80097"/>
                </a:cubicBezTo>
                <a:lnTo>
                  <a:pt x="349017" y="80097"/>
                </a:lnTo>
                <a:cubicBezTo>
                  <a:pt x="349131" y="84141"/>
                  <a:pt x="349862" y="87922"/>
                  <a:pt x="351208" y="91438"/>
                </a:cubicBezTo>
                <a:cubicBezTo>
                  <a:pt x="352555" y="94955"/>
                  <a:pt x="354689" y="97783"/>
                  <a:pt x="357611" y="99922"/>
                </a:cubicBezTo>
                <a:cubicBezTo>
                  <a:pt x="360533" y="102060"/>
                  <a:pt x="364371" y="103129"/>
                  <a:pt x="369127" y="103129"/>
                </a:cubicBezTo>
                <a:cubicBezTo>
                  <a:pt x="374054" y="103129"/>
                  <a:pt x="378007" y="102022"/>
                  <a:pt x="380987" y="99809"/>
                </a:cubicBezTo>
                <a:cubicBezTo>
                  <a:pt x="383966" y="97596"/>
                  <a:pt x="385484" y="94306"/>
                  <a:pt x="385542" y="89937"/>
                </a:cubicBezTo>
                <a:lnTo>
                  <a:pt x="407972" y="89937"/>
                </a:lnTo>
                <a:cubicBezTo>
                  <a:pt x="407686" y="96554"/>
                  <a:pt x="405895" y="102069"/>
                  <a:pt x="402601" y="106481"/>
                </a:cubicBezTo>
                <a:cubicBezTo>
                  <a:pt x="399306" y="110892"/>
                  <a:pt x="394809" y="114187"/>
                  <a:pt x="389108" y="116364"/>
                </a:cubicBezTo>
                <a:cubicBezTo>
                  <a:pt x="383407" y="118541"/>
                  <a:pt x="376747" y="119630"/>
                  <a:pt x="369127" y="119630"/>
                </a:cubicBezTo>
                <a:moveTo>
                  <a:pt x="349275" y="65659"/>
                </a:moveTo>
                <a:lnTo>
                  <a:pt x="385627" y="65659"/>
                </a:lnTo>
                <a:cubicBezTo>
                  <a:pt x="385456" y="59643"/>
                  <a:pt x="383722" y="55145"/>
                  <a:pt x="380428" y="52166"/>
                </a:cubicBezTo>
                <a:cubicBezTo>
                  <a:pt x="377134" y="49187"/>
                  <a:pt x="372908" y="47697"/>
                  <a:pt x="367752" y="47697"/>
                </a:cubicBezTo>
                <a:cubicBezTo>
                  <a:pt x="362481" y="47697"/>
                  <a:pt x="358169" y="49231"/>
                  <a:pt x="354818" y="52298"/>
                </a:cubicBezTo>
                <a:cubicBezTo>
                  <a:pt x="351466" y="55365"/>
                  <a:pt x="349618" y="59818"/>
                  <a:pt x="349275" y="65659"/>
                </a:cubicBezTo>
                <a:close/>
                <a:moveTo>
                  <a:pt x="427695" y="118083"/>
                </a:moveTo>
                <a:lnTo>
                  <a:pt x="427695" y="33173"/>
                </a:lnTo>
                <a:lnTo>
                  <a:pt x="449524" y="33173"/>
                </a:lnTo>
                <a:lnTo>
                  <a:pt x="449954" y="47525"/>
                </a:lnTo>
                <a:cubicBezTo>
                  <a:pt x="452131" y="42483"/>
                  <a:pt x="455397" y="38616"/>
                  <a:pt x="459751" y="35923"/>
                </a:cubicBezTo>
                <a:cubicBezTo>
                  <a:pt x="464105" y="33230"/>
                  <a:pt x="469376" y="31884"/>
                  <a:pt x="475564" y="31884"/>
                </a:cubicBezTo>
                <a:lnTo>
                  <a:pt x="477283" y="31884"/>
                </a:lnTo>
                <a:lnTo>
                  <a:pt x="477283" y="51049"/>
                </a:lnTo>
                <a:lnTo>
                  <a:pt x="475134" y="51049"/>
                </a:lnTo>
                <a:cubicBezTo>
                  <a:pt x="471754" y="51049"/>
                  <a:pt x="468517" y="51355"/>
                  <a:pt x="465423" y="51967"/>
                </a:cubicBezTo>
                <a:cubicBezTo>
                  <a:pt x="462329" y="52580"/>
                  <a:pt x="459522" y="53630"/>
                  <a:pt x="457001" y="55118"/>
                </a:cubicBezTo>
                <a:cubicBezTo>
                  <a:pt x="454480" y="56605"/>
                  <a:pt x="452303" y="58662"/>
                  <a:pt x="450469" y="61287"/>
                </a:cubicBezTo>
                <a:lnTo>
                  <a:pt x="450469" y="118083"/>
                </a:lnTo>
                <a:lnTo>
                  <a:pt x="427695" y="118083"/>
                </a:lnTo>
                <a:close/>
                <a:moveTo>
                  <a:pt x="516029" y="119630"/>
                </a:moveTo>
                <a:cubicBezTo>
                  <a:pt x="511274" y="119630"/>
                  <a:pt x="506834" y="118704"/>
                  <a:pt x="502709" y="116853"/>
                </a:cubicBezTo>
                <a:cubicBezTo>
                  <a:pt x="498583" y="115001"/>
                  <a:pt x="495246" y="112210"/>
                  <a:pt x="492697" y="108479"/>
                </a:cubicBezTo>
                <a:cubicBezTo>
                  <a:pt x="490147" y="104746"/>
                  <a:pt x="488872" y="100074"/>
                  <a:pt x="488872" y="94462"/>
                </a:cubicBezTo>
                <a:cubicBezTo>
                  <a:pt x="488872" y="86652"/>
                  <a:pt x="491193" y="80766"/>
                  <a:pt x="495833" y="76804"/>
                </a:cubicBezTo>
                <a:cubicBezTo>
                  <a:pt x="500474" y="72840"/>
                  <a:pt x="506963" y="70149"/>
                  <a:pt x="515299" y="68731"/>
                </a:cubicBezTo>
                <a:cubicBezTo>
                  <a:pt x="523635" y="67313"/>
                  <a:pt x="533332" y="66489"/>
                  <a:pt x="544390" y="66258"/>
                </a:cubicBezTo>
                <a:lnTo>
                  <a:pt x="544390" y="61646"/>
                </a:lnTo>
                <a:cubicBezTo>
                  <a:pt x="544390" y="56028"/>
                  <a:pt x="543086" y="52184"/>
                  <a:pt x="540480" y="50114"/>
                </a:cubicBezTo>
                <a:cubicBezTo>
                  <a:pt x="537873" y="48044"/>
                  <a:pt x="534507" y="47010"/>
                  <a:pt x="530382" y="47010"/>
                </a:cubicBezTo>
                <a:cubicBezTo>
                  <a:pt x="525855" y="47010"/>
                  <a:pt x="522131" y="48113"/>
                  <a:pt x="519209" y="50321"/>
                </a:cubicBezTo>
                <a:cubicBezTo>
                  <a:pt x="516287" y="52527"/>
                  <a:pt x="514826" y="56101"/>
                  <a:pt x="514826" y="61045"/>
                </a:cubicBezTo>
                <a:lnTo>
                  <a:pt x="493513" y="61045"/>
                </a:lnTo>
                <a:cubicBezTo>
                  <a:pt x="493513" y="53792"/>
                  <a:pt x="495074" y="48047"/>
                  <a:pt x="498197" y="43811"/>
                </a:cubicBezTo>
                <a:cubicBezTo>
                  <a:pt x="501319" y="39573"/>
                  <a:pt x="505645" y="36526"/>
                  <a:pt x="511174" y="34669"/>
                </a:cubicBezTo>
                <a:cubicBezTo>
                  <a:pt x="516703" y="32812"/>
                  <a:pt x="523105" y="31884"/>
                  <a:pt x="530382" y="31884"/>
                </a:cubicBezTo>
                <a:cubicBezTo>
                  <a:pt x="535710" y="31884"/>
                  <a:pt x="540580" y="32333"/>
                  <a:pt x="544991" y="33232"/>
                </a:cubicBezTo>
                <a:cubicBezTo>
                  <a:pt x="549403" y="34131"/>
                  <a:pt x="553227" y="35682"/>
                  <a:pt x="556465" y="37886"/>
                </a:cubicBezTo>
                <a:cubicBezTo>
                  <a:pt x="559702" y="40089"/>
                  <a:pt x="562208" y="43089"/>
                  <a:pt x="563984" y="46889"/>
                </a:cubicBezTo>
                <a:cubicBezTo>
                  <a:pt x="565760" y="50686"/>
                  <a:pt x="566649" y="55426"/>
                  <a:pt x="566649" y="61109"/>
                </a:cubicBezTo>
                <a:lnTo>
                  <a:pt x="566649" y="118083"/>
                </a:lnTo>
                <a:lnTo>
                  <a:pt x="545335" y="118083"/>
                </a:lnTo>
                <a:lnTo>
                  <a:pt x="544648" y="107254"/>
                </a:lnTo>
                <a:cubicBezTo>
                  <a:pt x="541095" y="111322"/>
                  <a:pt x="536970" y="114401"/>
                  <a:pt x="532272" y="116493"/>
                </a:cubicBezTo>
                <a:cubicBezTo>
                  <a:pt x="527574" y="118584"/>
                  <a:pt x="522160" y="119630"/>
                  <a:pt x="516029" y="119630"/>
                </a:cubicBezTo>
                <a:moveTo>
                  <a:pt x="523506" y="103988"/>
                </a:moveTo>
                <a:cubicBezTo>
                  <a:pt x="527803" y="103988"/>
                  <a:pt x="531771" y="102848"/>
                  <a:pt x="535409" y="100567"/>
                </a:cubicBezTo>
                <a:cubicBezTo>
                  <a:pt x="539047" y="98284"/>
                  <a:pt x="541955" y="95681"/>
                  <a:pt x="544132" y="92757"/>
                </a:cubicBezTo>
                <a:lnTo>
                  <a:pt x="544132" y="78891"/>
                </a:lnTo>
                <a:cubicBezTo>
                  <a:pt x="532100" y="78950"/>
                  <a:pt x="523678" y="80106"/>
                  <a:pt x="518865" y="82358"/>
                </a:cubicBezTo>
                <a:cubicBezTo>
                  <a:pt x="514053" y="84610"/>
                  <a:pt x="511646" y="88252"/>
                  <a:pt x="511646" y="93283"/>
                </a:cubicBezTo>
                <a:cubicBezTo>
                  <a:pt x="511646" y="96911"/>
                  <a:pt x="512749" y="99602"/>
                  <a:pt x="514955" y="101356"/>
                </a:cubicBezTo>
                <a:cubicBezTo>
                  <a:pt x="517161" y="103111"/>
                  <a:pt x="520011" y="103988"/>
                  <a:pt x="523506" y="103988"/>
                </a:cubicBezTo>
                <a:close/>
                <a:moveTo>
                  <a:pt x="626163" y="118083"/>
                </a:moveTo>
                <a:cubicBezTo>
                  <a:pt x="617683" y="118083"/>
                  <a:pt x="611109" y="117050"/>
                  <a:pt x="606439" y="114986"/>
                </a:cubicBezTo>
                <a:cubicBezTo>
                  <a:pt x="601770" y="112920"/>
                  <a:pt x="598518" y="109719"/>
                  <a:pt x="596685" y="105385"/>
                </a:cubicBezTo>
                <a:cubicBezTo>
                  <a:pt x="594852" y="101050"/>
                  <a:pt x="593935" y="95392"/>
                  <a:pt x="593935" y="88409"/>
                </a:cubicBezTo>
                <a:lnTo>
                  <a:pt x="593935" y="50705"/>
                </a:lnTo>
                <a:lnTo>
                  <a:pt x="580012" y="50705"/>
                </a:lnTo>
                <a:lnTo>
                  <a:pt x="580012" y="33173"/>
                </a:lnTo>
                <a:lnTo>
                  <a:pt x="593935" y="33173"/>
                </a:lnTo>
                <a:lnTo>
                  <a:pt x="593935" y="13407"/>
                </a:lnTo>
                <a:lnTo>
                  <a:pt x="616709" y="13407"/>
                </a:lnTo>
                <a:lnTo>
                  <a:pt x="616709" y="33173"/>
                </a:lnTo>
                <a:lnTo>
                  <a:pt x="635015" y="33173"/>
                </a:lnTo>
                <a:lnTo>
                  <a:pt x="635015" y="50705"/>
                </a:lnTo>
                <a:lnTo>
                  <a:pt x="616709" y="50705"/>
                </a:lnTo>
                <a:lnTo>
                  <a:pt x="616709" y="87214"/>
                </a:lnTo>
                <a:cubicBezTo>
                  <a:pt x="616709" y="91718"/>
                  <a:pt x="617325" y="95053"/>
                  <a:pt x="618557" y="97218"/>
                </a:cubicBezTo>
                <a:cubicBezTo>
                  <a:pt x="619789" y="99382"/>
                  <a:pt x="622582" y="100465"/>
                  <a:pt x="626936" y="100465"/>
                </a:cubicBezTo>
                <a:lnTo>
                  <a:pt x="635015" y="100465"/>
                </a:lnTo>
                <a:lnTo>
                  <a:pt x="635015" y="118083"/>
                </a:lnTo>
                <a:lnTo>
                  <a:pt x="626163" y="118083"/>
                </a:lnTo>
                <a:close/>
                <a:moveTo>
                  <a:pt x="654215" y="118083"/>
                </a:moveTo>
                <a:lnTo>
                  <a:pt x="654215" y="33173"/>
                </a:lnTo>
                <a:lnTo>
                  <a:pt x="676989" y="33173"/>
                </a:lnTo>
                <a:lnTo>
                  <a:pt x="676989" y="118083"/>
                </a:lnTo>
                <a:lnTo>
                  <a:pt x="654215" y="118083"/>
                </a:lnTo>
                <a:moveTo>
                  <a:pt x="665645" y="22173"/>
                </a:moveTo>
                <a:cubicBezTo>
                  <a:pt x="661463" y="22173"/>
                  <a:pt x="658269" y="21113"/>
                  <a:pt x="656063" y="18993"/>
                </a:cubicBezTo>
                <a:cubicBezTo>
                  <a:pt x="653857" y="16873"/>
                  <a:pt x="652754" y="14238"/>
                  <a:pt x="652754" y="11086"/>
                </a:cubicBezTo>
                <a:cubicBezTo>
                  <a:pt x="652754" y="7878"/>
                  <a:pt x="653857" y="5228"/>
                  <a:pt x="656063" y="3137"/>
                </a:cubicBezTo>
                <a:cubicBezTo>
                  <a:pt x="658269" y="1046"/>
                  <a:pt x="661463" y="0"/>
                  <a:pt x="665645" y="0"/>
                </a:cubicBezTo>
                <a:cubicBezTo>
                  <a:pt x="669828" y="0"/>
                  <a:pt x="673022" y="1046"/>
                  <a:pt x="675228" y="3137"/>
                </a:cubicBezTo>
                <a:cubicBezTo>
                  <a:pt x="677433" y="5228"/>
                  <a:pt x="678536" y="7878"/>
                  <a:pt x="678536" y="11086"/>
                </a:cubicBezTo>
                <a:cubicBezTo>
                  <a:pt x="678536" y="14238"/>
                  <a:pt x="677433" y="16873"/>
                  <a:pt x="675228" y="18993"/>
                </a:cubicBezTo>
                <a:cubicBezTo>
                  <a:pt x="673022" y="21113"/>
                  <a:pt x="669828" y="22173"/>
                  <a:pt x="665645" y="22173"/>
                </a:cubicBezTo>
                <a:close/>
                <a:moveTo>
                  <a:pt x="739457" y="119630"/>
                </a:moveTo>
                <a:cubicBezTo>
                  <a:pt x="730977" y="119630"/>
                  <a:pt x="723544" y="117920"/>
                  <a:pt x="717155" y="114500"/>
                </a:cubicBezTo>
                <a:cubicBezTo>
                  <a:pt x="710767" y="111078"/>
                  <a:pt x="705825" y="106122"/>
                  <a:pt x="702331" y="99630"/>
                </a:cubicBezTo>
                <a:cubicBezTo>
                  <a:pt x="698836" y="93136"/>
                  <a:pt x="697088" y="85279"/>
                  <a:pt x="697088" y="76060"/>
                </a:cubicBezTo>
                <a:cubicBezTo>
                  <a:pt x="697088" y="66669"/>
                  <a:pt x="698836" y="58684"/>
                  <a:pt x="702331" y="52104"/>
                </a:cubicBezTo>
                <a:cubicBezTo>
                  <a:pt x="705825" y="45523"/>
                  <a:pt x="710767" y="40508"/>
                  <a:pt x="717155" y="37059"/>
                </a:cubicBezTo>
                <a:cubicBezTo>
                  <a:pt x="723544" y="33609"/>
                  <a:pt x="730977" y="31884"/>
                  <a:pt x="739457" y="31884"/>
                </a:cubicBezTo>
                <a:cubicBezTo>
                  <a:pt x="748051" y="31884"/>
                  <a:pt x="755542" y="33609"/>
                  <a:pt x="761930" y="37059"/>
                </a:cubicBezTo>
                <a:cubicBezTo>
                  <a:pt x="768319" y="40508"/>
                  <a:pt x="773289" y="45523"/>
                  <a:pt x="776841" y="52104"/>
                </a:cubicBezTo>
                <a:cubicBezTo>
                  <a:pt x="780393" y="58684"/>
                  <a:pt x="782170" y="66669"/>
                  <a:pt x="782170" y="76060"/>
                </a:cubicBezTo>
                <a:cubicBezTo>
                  <a:pt x="782170" y="85279"/>
                  <a:pt x="780393" y="93136"/>
                  <a:pt x="776841" y="99630"/>
                </a:cubicBezTo>
                <a:cubicBezTo>
                  <a:pt x="773289" y="106122"/>
                  <a:pt x="768319" y="111078"/>
                  <a:pt x="761930" y="114500"/>
                </a:cubicBezTo>
                <a:cubicBezTo>
                  <a:pt x="755542" y="117920"/>
                  <a:pt x="748051" y="119630"/>
                  <a:pt x="739457" y="119630"/>
                </a:cubicBezTo>
                <a:moveTo>
                  <a:pt x="739457" y="102270"/>
                </a:moveTo>
                <a:cubicBezTo>
                  <a:pt x="744442" y="102270"/>
                  <a:pt x="748352" y="101086"/>
                  <a:pt x="751188" y="98719"/>
                </a:cubicBezTo>
                <a:cubicBezTo>
                  <a:pt x="754024" y="96352"/>
                  <a:pt x="756029" y="93182"/>
                  <a:pt x="757204" y="89209"/>
                </a:cubicBezTo>
                <a:cubicBezTo>
                  <a:pt x="758378" y="85236"/>
                  <a:pt x="758966" y="80854"/>
                  <a:pt x="758966" y="76063"/>
                </a:cubicBezTo>
                <a:cubicBezTo>
                  <a:pt x="758966" y="71154"/>
                  <a:pt x="758378" y="66683"/>
                  <a:pt x="757204" y="62651"/>
                </a:cubicBezTo>
                <a:cubicBezTo>
                  <a:pt x="756029" y="58619"/>
                  <a:pt x="754024" y="55405"/>
                  <a:pt x="751188" y="53009"/>
                </a:cubicBezTo>
                <a:cubicBezTo>
                  <a:pt x="748352" y="50614"/>
                  <a:pt x="744442" y="49416"/>
                  <a:pt x="739457" y="49416"/>
                </a:cubicBezTo>
                <a:cubicBezTo>
                  <a:pt x="734587" y="49416"/>
                  <a:pt x="730763" y="50614"/>
                  <a:pt x="727984" y="53009"/>
                </a:cubicBezTo>
                <a:cubicBezTo>
                  <a:pt x="725205" y="55405"/>
                  <a:pt x="723243" y="58619"/>
                  <a:pt x="722097" y="62651"/>
                </a:cubicBezTo>
                <a:cubicBezTo>
                  <a:pt x="720951" y="66683"/>
                  <a:pt x="720378" y="71154"/>
                  <a:pt x="720378" y="76063"/>
                </a:cubicBezTo>
                <a:cubicBezTo>
                  <a:pt x="720378" y="80854"/>
                  <a:pt x="720951" y="85236"/>
                  <a:pt x="722097" y="89209"/>
                </a:cubicBezTo>
                <a:cubicBezTo>
                  <a:pt x="723243" y="93182"/>
                  <a:pt x="725205" y="96352"/>
                  <a:pt x="727984" y="98719"/>
                </a:cubicBezTo>
                <a:cubicBezTo>
                  <a:pt x="730763" y="101086"/>
                  <a:pt x="734587" y="102270"/>
                  <a:pt x="739457" y="102270"/>
                </a:cubicBezTo>
                <a:close/>
                <a:moveTo>
                  <a:pt x="802238" y="118083"/>
                </a:moveTo>
                <a:lnTo>
                  <a:pt x="802238" y="33173"/>
                </a:lnTo>
                <a:lnTo>
                  <a:pt x="824152" y="33173"/>
                </a:lnTo>
                <a:lnTo>
                  <a:pt x="824582" y="45635"/>
                </a:lnTo>
                <a:cubicBezTo>
                  <a:pt x="827390" y="42025"/>
                  <a:pt x="831085" y="38831"/>
                  <a:pt x="835668" y="36052"/>
                </a:cubicBezTo>
                <a:cubicBezTo>
                  <a:pt x="840252" y="33273"/>
                  <a:pt x="846211" y="31884"/>
                  <a:pt x="853544" y="31884"/>
                </a:cubicBezTo>
                <a:cubicBezTo>
                  <a:pt x="862081" y="31884"/>
                  <a:pt x="868698" y="34511"/>
                  <a:pt x="873396" y="39764"/>
                </a:cubicBezTo>
                <a:cubicBezTo>
                  <a:pt x="878095" y="45017"/>
                  <a:pt x="880444" y="52693"/>
                  <a:pt x="880444" y="62793"/>
                </a:cubicBezTo>
                <a:lnTo>
                  <a:pt x="880444" y="118083"/>
                </a:lnTo>
                <a:lnTo>
                  <a:pt x="857841" y="118083"/>
                </a:lnTo>
                <a:lnTo>
                  <a:pt x="857841" y="65570"/>
                </a:lnTo>
                <a:cubicBezTo>
                  <a:pt x="857841" y="62482"/>
                  <a:pt x="857412" y="59773"/>
                  <a:pt x="856552" y="57443"/>
                </a:cubicBezTo>
                <a:cubicBezTo>
                  <a:pt x="855693" y="55114"/>
                  <a:pt x="854332" y="53308"/>
                  <a:pt x="852470" y="52026"/>
                </a:cubicBezTo>
                <a:cubicBezTo>
                  <a:pt x="850608" y="50744"/>
                  <a:pt x="848159" y="50103"/>
                  <a:pt x="845122" y="50103"/>
                </a:cubicBezTo>
                <a:cubicBezTo>
                  <a:pt x="840596" y="50103"/>
                  <a:pt x="836714" y="51181"/>
                  <a:pt x="833477" y="53337"/>
                </a:cubicBezTo>
                <a:cubicBezTo>
                  <a:pt x="830240" y="55493"/>
                  <a:pt x="827418" y="58114"/>
                  <a:pt x="825012" y="61201"/>
                </a:cubicBezTo>
                <a:lnTo>
                  <a:pt x="825012" y="118083"/>
                </a:lnTo>
                <a:lnTo>
                  <a:pt x="802238" y="118083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892762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2026-09-05T08:53:47.4720000Z</dcterms:created>
  <dcterms:modified xsi:type="dcterms:W3CDTF">2026-09-05T08:53:47.4720000Z</dcterms:modified>
</coreProperties>
</file>